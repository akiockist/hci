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9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 showSpecialPlsOnTitleSld="0">
  <p:sldMasterIdLst>
    <p:sldMasterId id="2147483716" r:id="rId5"/>
    <p:sldMasterId id="2147483717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</p:sldIdLst>
  <p:sldSz cy="5143500" cx="9144000"/>
  <p:notesSz cx="6858000" cy="9144000"/>
  <p:embeddedFontLst>
    <p:embeddedFont>
      <p:font typeface="Raleway"/>
      <p:regular r:id="rId19"/>
      <p:bold r:id="rId20"/>
      <p:italic r:id="rId21"/>
      <p:boldItalic r:id="rId22"/>
    </p:embeddedFont>
    <p:embeddedFont>
      <p:font typeface="Alef"/>
      <p:regular r:id="rId23"/>
      <p:bold r:id="rId24"/>
    </p:embeddedFont>
    <p:embeddedFont>
      <p:font typeface="Pacifico"/>
      <p:regular r:id="rId25"/>
    </p:embeddedFont>
    <p:embeddedFont>
      <p:font typeface="Lexend Deca"/>
      <p:regular r:id="rId26"/>
      <p:bold r:id="rId27"/>
    </p:embeddedFont>
    <p:embeddedFont>
      <p:font typeface="Comfortaa Medium"/>
      <p:regular r:id="rId28"/>
      <p:bold r:id="rId2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4989">
          <p15:clr>
            <a:srgbClr val="9AA0A6"/>
          </p15:clr>
        </p15:guide>
        <p15:guide id="2" orient="horz" pos="863">
          <p15:clr>
            <a:srgbClr val="9AA0A6"/>
          </p15:clr>
        </p15:guide>
        <p15:guide id="3" orient="horz" pos="2043">
          <p15:clr>
            <a:srgbClr val="9AA0A6"/>
          </p15:clr>
        </p15:guide>
        <p15:guide id="4" orient="horz" pos="2854">
          <p15:clr>
            <a:srgbClr val="9AA0A6"/>
          </p15:clr>
        </p15:guide>
        <p15:guide id="5" orient="horz" pos="1364">
          <p15:clr>
            <a:srgbClr val="9AA0A6"/>
          </p15:clr>
        </p15:guide>
        <p15:guide id="6" pos="2194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33CE542B-538F-4967-A7EC-74E94BEE45ED}">
  <a:tblStyle styleId="{33CE542B-538F-4967-A7EC-74E94BEE45ED}" styleName="Table_0">
    <a:wholeTbl>
      <a:tcTxStyle b="off" i="off">
        <a:font>
          <a:latin typeface="Gill Sans MT"/>
          <a:ea typeface="Gill Sans MT"/>
          <a:cs typeface="Gill Sans MT"/>
        </a:font>
        <a:srgbClr val="000000"/>
      </a:tcTxStyle>
      <a:tcStyle>
        <a:tcBdr>
          <a:left>
            <a:ln cap="flat" cmpd="sng" w="127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127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127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127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127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127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E7E7E9"/>
          </a:solidFill>
        </a:fill>
      </a:tcStyle>
    </a:wholeTbl>
    <a:band1H>
      <a:tcTxStyle/>
      <a:tcStyle>
        <a:fill>
          <a:solidFill>
            <a:srgbClr val="CBCCD1"/>
          </a:solidFill>
        </a:fill>
      </a:tcStyle>
    </a:band1H>
    <a:band2H>
      <a:tcTxStyle/>
    </a:band2H>
    <a:band1V>
      <a:tcTxStyle/>
      <a:tcStyle>
        <a:fill>
          <a:solidFill>
            <a:srgbClr val="CBCCD1"/>
          </a:solidFill>
        </a:fill>
      </a:tcStyle>
    </a:band1V>
    <a:band2V>
      <a:tcTxStyle/>
    </a:band2V>
    <a:lastCol>
      <a:tcTxStyle b="on" i="off">
        <a:font>
          <a:latin typeface="Gill Sans MT"/>
          <a:ea typeface="Gill Sans MT"/>
          <a:cs typeface="Gill Sans MT"/>
        </a:font>
        <a:srgbClr val="FFFFFF"/>
      </a:tcTxStyle>
      <a:tcStyle>
        <a:fill>
          <a:solidFill>
            <a:srgbClr val="1A3260"/>
          </a:solidFill>
        </a:fill>
      </a:tcStyle>
    </a:lastCol>
    <a:firstCol>
      <a:tcTxStyle b="on" i="off">
        <a:font>
          <a:latin typeface="Gill Sans MT"/>
          <a:ea typeface="Gill Sans MT"/>
          <a:cs typeface="Gill Sans MT"/>
        </a:font>
        <a:srgbClr val="FFFFFF"/>
      </a:tcTxStyle>
      <a:tcStyle>
        <a:fill>
          <a:solidFill>
            <a:srgbClr val="1A3260"/>
          </a:solidFill>
        </a:fill>
      </a:tcStyle>
    </a:firstCol>
    <a:lastRow>
      <a:tcTxStyle b="on" i="off">
        <a:font>
          <a:latin typeface="Gill Sans MT"/>
          <a:ea typeface="Gill Sans MT"/>
          <a:cs typeface="Gill Sans MT"/>
        </a:font>
        <a:srgbClr val="FFFFFF"/>
      </a:tcTxStyle>
      <a:tcStyle>
        <a:tcBdr>
          <a:top>
            <a:ln cap="flat" cmpd="sng" w="381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rgbClr val="1A3260"/>
          </a:solidFill>
        </a:fill>
      </a:tcStyle>
    </a:lastRow>
    <a:seCell>
      <a:tcTxStyle/>
    </a:seCell>
    <a:swCell>
      <a:tcTxStyle/>
    </a:swCell>
    <a:firstRow>
      <a:tcTxStyle b="on" i="off">
        <a:font>
          <a:latin typeface="Gill Sans MT"/>
          <a:ea typeface="Gill Sans MT"/>
          <a:cs typeface="Gill Sans MT"/>
        </a:font>
        <a:srgbClr val="FFFFFF"/>
      </a:tcTxStyle>
      <a:tcStyle>
        <a:tcBdr>
          <a:bottom>
            <a:ln cap="flat" cmpd="sng" w="381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rgbClr val="1A3260"/>
          </a:solidFill>
        </a:fill>
      </a:tcStyle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4989"/>
        <p:guide pos="863" orient="horz"/>
        <p:guide pos="2043" orient="horz"/>
        <p:guide pos="2854" orient="horz"/>
        <p:guide pos="1364" orient="horz"/>
        <p:guide pos="2194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Raleway-bold.fntdata"/><Relationship Id="rId22" Type="http://schemas.openxmlformats.org/officeDocument/2006/relationships/font" Target="fonts/Raleway-boldItalic.fntdata"/><Relationship Id="rId21" Type="http://schemas.openxmlformats.org/officeDocument/2006/relationships/font" Target="fonts/Raleway-italic.fntdata"/><Relationship Id="rId24" Type="http://schemas.openxmlformats.org/officeDocument/2006/relationships/font" Target="fonts/Alef-bold.fntdata"/><Relationship Id="rId23" Type="http://schemas.openxmlformats.org/officeDocument/2006/relationships/font" Target="fonts/Alef-regular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26" Type="http://schemas.openxmlformats.org/officeDocument/2006/relationships/font" Target="fonts/LexendDeca-regular.fntdata"/><Relationship Id="rId25" Type="http://schemas.openxmlformats.org/officeDocument/2006/relationships/font" Target="fonts/Pacifico-regular.fntdata"/><Relationship Id="rId28" Type="http://schemas.openxmlformats.org/officeDocument/2006/relationships/font" Target="fonts/ComfortaaMedium-regular.fntdata"/><Relationship Id="rId27" Type="http://schemas.openxmlformats.org/officeDocument/2006/relationships/font" Target="fonts/LexendDeca-bold.fntdata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29" Type="http://schemas.openxmlformats.org/officeDocument/2006/relationships/font" Target="fonts/ComfortaaMedium-bold.fntdata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11" Type="http://schemas.openxmlformats.org/officeDocument/2006/relationships/slide" Target="slides/slide4.xml"/><Relationship Id="rId10" Type="http://schemas.openxmlformats.org/officeDocument/2006/relationships/slide" Target="slides/slide3.xml"/><Relationship Id="rId13" Type="http://schemas.openxmlformats.org/officeDocument/2006/relationships/slide" Target="slides/slide6.xml"/><Relationship Id="rId12" Type="http://schemas.openxmlformats.org/officeDocument/2006/relationships/slide" Target="slides/slide5.xml"/><Relationship Id="rId15" Type="http://schemas.openxmlformats.org/officeDocument/2006/relationships/slide" Target="slides/slide8.xml"/><Relationship Id="rId14" Type="http://schemas.openxmlformats.org/officeDocument/2006/relationships/slide" Target="slides/slide7.xml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font" Target="fonts/Raleway-regular.fntdata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/>
          <p:nvPr>
            <p:ph idx="2" type="hdr"/>
          </p:nvPr>
        </p:nvSpPr>
        <p:spPr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4" name="Google Shape;4;n"/>
          <p:cNvSpPr txBox="1"/>
          <p:nvPr>
            <p:ph idx="10" type="dt"/>
          </p:nvPr>
        </p:nvSpPr>
        <p:spPr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5" name="Google Shape;5;n"/>
          <p:cNvSpPr/>
          <p:nvPr>
            <p:ph idx="3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" name="Google Shape;6;n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7" name="Google Shape;7;n"/>
          <p:cNvSpPr txBox="1"/>
          <p:nvPr>
            <p:ph idx="11" type="ftr"/>
          </p:nvPr>
        </p:nvSpPr>
        <p:spPr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8" name="Google Shape;8;n"/>
          <p:cNvSpPr txBox="1"/>
          <p:nvPr>
            <p:ph idx="12" type="sldNum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n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‹#›</a:t>
            </a:fld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46" name="Shape 5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7" name="Google Shape;5747;p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8" name="Google Shape;5748;p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55" name="Shape 5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6" name="Google Shape;5756;gf0243f2657_0_138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57" name="Google Shape;5757;gf0243f2657_0_138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66" name="Shape 5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7" name="Google Shape;5767;gf031c48b19_0_68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68" name="Google Shape;5768;gf031c48b19_0_68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9" name="Google Shape;5769;gf031c48b19_0_68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73" name="Shape 5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4" name="Google Shape;5774;gf031c48b19_0_8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75" name="Google Shape;5775;gf031c48b19_0_89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6" name="Google Shape;5776;gf031c48b19_0_89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80" name="Shape 5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1" name="Google Shape;5781;gf031c48b19_0_97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2" name="Google Shape;5782;gf031c48b19_0_97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3" name="Google Shape;5783;gf031c48b19_0_97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87" name="Shape 5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8" name="Google Shape;5788;g9832fe088b_0_2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9" name="Google Shape;5789;g9832fe088b_0_2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-Ngành học nghiên cứu lý thuyết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+ Nghiên cứu mọi người tương tác với công nghệ (máy tính)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- Ngành học thiết kế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+ Thiết kế các biện pháp can thiệp cho các hệ thống liên quan đến con người và công nghệ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0" name="Google Shape;5790;g9832fe088b_0_2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94" name="Shape 5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5" name="Google Shape;5795;gf031c48b19_0_117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96" name="Google Shape;5796;gf031c48b19_0_117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7" name="Google Shape;5797;gf031c48b19_0_117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01" name="Shape 5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2" name="Google Shape;5802;gf031c48b19_0_10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03" name="Google Shape;5803;gf031c48b19_0_109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4" name="Google Shape;5804;gf031c48b19_0_109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08" name="Shape 5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9" name="Google Shape;5809;gf031c48b19_0_125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0" name="Google Shape;5810;gf031c48b19_0_125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1" name="Google Shape;5811;gf031c48b19_0_125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5" name="Shape 5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" name="Google Shape;5816;gf031c48b19_0_132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7" name="Google Shape;5817;gf031c48b19_0_132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8" name="Google Shape;5818;gf031c48b19_0_132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22" name="Shape 5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3" name="Google Shape;5823;gf037995a5e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24" name="Google Shape;5824;gf037995a5e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2"/>
          <p:cNvSpPr/>
          <p:nvPr/>
        </p:nvSpPr>
        <p:spPr>
          <a:xfrm flipH="1">
            <a:off x="0" y="0"/>
            <a:ext cx="39234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543920" y="3918830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-1384585" y="-1156347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3610297" y="447878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" name="Google Shape;17;p2"/>
          <p:cNvGrpSpPr/>
          <p:nvPr/>
        </p:nvGrpSpPr>
        <p:grpSpPr>
          <a:xfrm>
            <a:off x="-2557002" y="-12"/>
            <a:ext cx="6861861" cy="5143530"/>
            <a:chOff x="-3799077" y="-5268675"/>
            <a:chExt cx="6861861" cy="5143530"/>
          </a:xfrm>
        </p:grpSpPr>
        <p:sp>
          <p:nvSpPr>
            <p:cNvPr id="18" name="Google Shape;18;p2"/>
            <p:cNvSpPr/>
            <p:nvPr/>
          </p:nvSpPr>
          <p:spPr>
            <a:xfrm flipH="1">
              <a:off x="-3052066" y="-2688483"/>
              <a:ext cx="1596439" cy="1802961"/>
            </a:xfrm>
            <a:custGeom>
              <a:rect b="b" l="l" r="r" t="t"/>
              <a:pathLst>
                <a:path extrusionOk="0" h="32249" w="28555">
                  <a:moveTo>
                    <a:pt x="20483" y="82"/>
                  </a:moveTo>
                  <a:lnTo>
                    <a:pt x="20947" y="102"/>
                  </a:lnTo>
                  <a:lnTo>
                    <a:pt x="21411" y="122"/>
                  </a:lnTo>
                  <a:lnTo>
                    <a:pt x="21875" y="203"/>
                  </a:lnTo>
                  <a:lnTo>
                    <a:pt x="22319" y="283"/>
                  </a:lnTo>
                  <a:lnTo>
                    <a:pt x="22763" y="404"/>
                  </a:lnTo>
                  <a:lnTo>
                    <a:pt x="23187" y="566"/>
                  </a:lnTo>
                  <a:lnTo>
                    <a:pt x="23611" y="748"/>
                  </a:lnTo>
                  <a:lnTo>
                    <a:pt x="23994" y="949"/>
                  </a:lnTo>
                  <a:lnTo>
                    <a:pt x="24378" y="1191"/>
                  </a:lnTo>
                  <a:lnTo>
                    <a:pt x="24741" y="1454"/>
                  </a:lnTo>
                  <a:lnTo>
                    <a:pt x="25124" y="1777"/>
                  </a:lnTo>
                  <a:lnTo>
                    <a:pt x="25487" y="2140"/>
                  </a:lnTo>
                  <a:lnTo>
                    <a:pt x="25851" y="2564"/>
                  </a:lnTo>
                  <a:lnTo>
                    <a:pt x="26174" y="3008"/>
                  </a:lnTo>
                  <a:lnTo>
                    <a:pt x="26496" y="3492"/>
                  </a:lnTo>
                  <a:lnTo>
                    <a:pt x="26779" y="4017"/>
                  </a:lnTo>
                  <a:lnTo>
                    <a:pt x="27062" y="4582"/>
                  </a:lnTo>
                  <a:lnTo>
                    <a:pt x="27324" y="5187"/>
                  </a:lnTo>
                  <a:lnTo>
                    <a:pt x="27546" y="5772"/>
                  </a:lnTo>
                  <a:lnTo>
                    <a:pt x="27748" y="6358"/>
                  </a:lnTo>
                  <a:lnTo>
                    <a:pt x="27909" y="6943"/>
                  </a:lnTo>
                  <a:lnTo>
                    <a:pt x="28071" y="7548"/>
                  </a:lnTo>
                  <a:lnTo>
                    <a:pt x="28192" y="8154"/>
                  </a:lnTo>
                  <a:lnTo>
                    <a:pt x="28293" y="8739"/>
                  </a:lnTo>
                  <a:lnTo>
                    <a:pt x="28373" y="9344"/>
                  </a:lnTo>
                  <a:lnTo>
                    <a:pt x="28434" y="9950"/>
                  </a:lnTo>
                  <a:lnTo>
                    <a:pt x="28474" y="10555"/>
                  </a:lnTo>
                  <a:lnTo>
                    <a:pt x="28474" y="11160"/>
                  </a:lnTo>
                  <a:lnTo>
                    <a:pt x="28474" y="11766"/>
                  </a:lnTo>
                  <a:lnTo>
                    <a:pt x="28434" y="12371"/>
                  </a:lnTo>
                  <a:lnTo>
                    <a:pt x="28373" y="12977"/>
                  </a:lnTo>
                  <a:lnTo>
                    <a:pt x="28272" y="13562"/>
                  </a:lnTo>
                  <a:lnTo>
                    <a:pt x="28171" y="14167"/>
                  </a:lnTo>
                  <a:lnTo>
                    <a:pt x="28030" y="14732"/>
                  </a:lnTo>
                  <a:lnTo>
                    <a:pt x="27869" y="15338"/>
                  </a:lnTo>
                  <a:lnTo>
                    <a:pt x="27667" y="15923"/>
                  </a:lnTo>
                  <a:lnTo>
                    <a:pt x="27465" y="16488"/>
                  </a:lnTo>
                  <a:lnTo>
                    <a:pt x="27223" y="17053"/>
                  </a:lnTo>
                  <a:lnTo>
                    <a:pt x="26961" y="17618"/>
                  </a:lnTo>
                  <a:lnTo>
                    <a:pt x="26678" y="18143"/>
                  </a:lnTo>
                  <a:lnTo>
                    <a:pt x="26355" y="18667"/>
                  </a:lnTo>
                  <a:lnTo>
                    <a:pt x="26032" y="19192"/>
                  </a:lnTo>
                  <a:lnTo>
                    <a:pt x="25669" y="19676"/>
                  </a:lnTo>
                  <a:lnTo>
                    <a:pt x="25306" y="20161"/>
                  </a:lnTo>
                  <a:lnTo>
                    <a:pt x="24922" y="20625"/>
                  </a:lnTo>
                  <a:lnTo>
                    <a:pt x="24499" y="21069"/>
                  </a:lnTo>
                  <a:lnTo>
                    <a:pt x="24075" y="21493"/>
                  </a:lnTo>
                  <a:lnTo>
                    <a:pt x="23631" y="21896"/>
                  </a:lnTo>
                  <a:lnTo>
                    <a:pt x="23167" y="22280"/>
                  </a:lnTo>
                  <a:lnTo>
                    <a:pt x="22703" y="22643"/>
                  </a:lnTo>
                  <a:lnTo>
                    <a:pt x="22238" y="22946"/>
                  </a:lnTo>
                  <a:lnTo>
                    <a:pt x="21795" y="23228"/>
                  </a:lnTo>
                  <a:lnTo>
                    <a:pt x="21310" y="23511"/>
                  </a:lnTo>
                  <a:lnTo>
                    <a:pt x="20846" y="23773"/>
                  </a:lnTo>
                  <a:lnTo>
                    <a:pt x="19877" y="24277"/>
                  </a:lnTo>
                  <a:lnTo>
                    <a:pt x="18909" y="24742"/>
                  </a:lnTo>
                  <a:lnTo>
                    <a:pt x="17940" y="25226"/>
                  </a:lnTo>
                  <a:lnTo>
                    <a:pt x="16951" y="25751"/>
                  </a:lnTo>
                  <a:lnTo>
                    <a:pt x="16467" y="26013"/>
                  </a:lnTo>
                  <a:lnTo>
                    <a:pt x="15983" y="26296"/>
                  </a:lnTo>
                  <a:lnTo>
                    <a:pt x="15519" y="26598"/>
                  </a:lnTo>
                  <a:lnTo>
                    <a:pt x="15075" y="26901"/>
                  </a:lnTo>
                  <a:lnTo>
                    <a:pt x="14510" y="27325"/>
                  </a:lnTo>
                  <a:lnTo>
                    <a:pt x="13965" y="27789"/>
                  </a:lnTo>
                  <a:lnTo>
                    <a:pt x="13420" y="28253"/>
                  </a:lnTo>
                  <a:lnTo>
                    <a:pt x="12895" y="28717"/>
                  </a:lnTo>
                  <a:lnTo>
                    <a:pt x="12148" y="29383"/>
                  </a:lnTo>
                  <a:lnTo>
                    <a:pt x="11402" y="30029"/>
                  </a:lnTo>
                  <a:lnTo>
                    <a:pt x="10998" y="30332"/>
                  </a:lnTo>
                  <a:lnTo>
                    <a:pt x="10595" y="30614"/>
                  </a:lnTo>
                  <a:lnTo>
                    <a:pt x="10171" y="30897"/>
                  </a:lnTo>
                  <a:lnTo>
                    <a:pt x="9747" y="31159"/>
                  </a:lnTo>
                  <a:lnTo>
                    <a:pt x="9303" y="31381"/>
                  </a:lnTo>
                  <a:lnTo>
                    <a:pt x="8839" y="31583"/>
                  </a:lnTo>
                  <a:lnTo>
                    <a:pt x="8375" y="31764"/>
                  </a:lnTo>
                  <a:lnTo>
                    <a:pt x="7890" y="31906"/>
                  </a:lnTo>
                  <a:lnTo>
                    <a:pt x="7406" y="32027"/>
                  </a:lnTo>
                  <a:lnTo>
                    <a:pt x="6922" y="32107"/>
                  </a:lnTo>
                  <a:lnTo>
                    <a:pt x="6417" y="32148"/>
                  </a:lnTo>
                  <a:lnTo>
                    <a:pt x="5933" y="32168"/>
                  </a:lnTo>
                  <a:lnTo>
                    <a:pt x="5893" y="32168"/>
                  </a:lnTo>
                  <a:lnTo>
                    <a:pt x="5368" y="32148"/>
                  </a:lnTo>
                  <a:lnTo>
                    <a:pt x="4843" y="32087"/>
                  </a:lnTo>
                  <a:lnTo>
                    <a:pt x="4359" y="31986"/>
                  </a:lnTo>
                  <a:lnTo>
                    <a:pt x="3875" y="31845"/>
                  </a:lnTo>
                  <a:lnTo>
                    <a:pt x="3431" y="31684"/>
                  </a:lnTo>
                  <a:lnTo>
                    <a:pt x="2987" y="31462"/>
                  </a:lnTo>
                  <a:lnTo>
                    <a:pt x="2583" y="31219"/>
                  </a:lnTo>
                  <a:lnTo>
                    <a:pt x="2200" y="30957"/>
                  </a:lnTo>
                  <a:lnTo>
                    <a:pt x="1998" y="30775"/>
                  </a:lnTo>
                  <a:lnTo>
                    <a:pt x="1816" y="30614"/>
                  </a:lnTo>
                  <a:lnTo>
                    <a:pt x="1635" y="30412"/>
                  </a:lnTo>
                  <a:lnTo>
                    <a:pt x="1453" y="30231"/>
                  </a:lnTo>
                  <a:lnTo>
                    <a:pt x="1292" y="30029"/>
                  </a:lnTo>
                  <a:lnTo>
                    <a:pt x="1150" y="29807"/>
                  </a:lnTo>
                  <a:lnTo>
                    <a:pt x="1009" y="29585"/>
                  </a:lnTo>
                  <a:lnTo>
                    <a:pt x="868" y="29363"/>
                  </a:lnTo>
                  <a:lnTo>
                    <a:pt x="747" y="29121"/>
                  </a:lnTo>
                  <a:lnTo>
                    <a:pt x="626" y="28879"/>
                  </a:lnTo>
                  <a:lnTo>
                    <a:pt x="525" y="28616"/>
                  </a:lnTo>
                  <a:lnTo>
                    <a:pt x="424" y="28354"/>
                  </a:lnTo>
                  <a:lnTo>
                    <a:pt x="343" y="28092"/>
                  </a:lnTo>
                  <a:lnTo>
                    <a:pt x="283" y="27829"/>
                  </a:lnTo>
                  <a:lnTo>
                    <a:pt x="222" y="27547"/>
                  </a:lnTo>
                  <a:lnTo>
                    <a:pt x="162" y="27264"/>
                  </a:lnTo>
                  <a:lnTo>
                    <a:pt x="101" y="26719"/>
                  </a:lnTo>
                  <a:lnTo>
                    <a:pt x="81" y="26154"/>
                  </a:lnTo>
                  <a:lnTo>
                    <a:pt x="121" y="25609"/>
                  </a:lnTo>
                  <a:lnTo>
                    <a:pt x="182" y="25065"/>
                  </a:lnTo>
                  <a:lnTo>
                    <a:pt x="283" y="24520"/>
                  </a:lnTo>
                  <a:lnTo>
                    <a:pt x="444" y="23995"/>
                  </a:lnTo>
                  <a:lnTo>
                    <a:pt x="626" y="23490"/>
                  </a:lnTo>
                  <a:lnTo>
                    <a:pt x="868" y="23006"/>
                  </a:lnTo>
                  <a:lnTo>
                    <a:pt x="1029" y="22724"/>
                  </a:lnTo>
                  <a:lnTo>
                    <a:pt x="1191" y="22441"/>
                  </a:lnTo>
                  <a:lnTo>
                    <a:pt x="1372" y="22179"/>
                  </a:lnTo>
                  <a:lnTo>
                    <a:pt x="1574" y="21916"/>
                  </a:lnTo>
                  <a:lnTo>
                    <a:pt x="1776" y="21654"/>
                  </a:lnTo>
                  <a:lnTo>
                    <a:pt x="1998" y="21392"/>
                  </a:lnTo>
                  <a:lnTo>
                    <a:pt x="2240" y="21129"/>
                  </a:lnTo>
                  <a:lnTo>
                    <a:pt x="2482" y="20867"/>
                  </a:lnTo>
                  <a:lnTo>
                    <a:pt x="3027" y="20383"/>
                  </a:lnTo>
                  <a:lnTo>
                    <a:pt x="3612" y="19898"/>
                  </a:lnTo>
                  <a:lnTo>
                    <a:pt x="4258" y="19414"/>
                  </a:lnTo>
                  <a:lnTo>
                    <a:pt x="4964" y="18970"/>
                  </a:lnTo>
                  <a:lnTo>
                    <a:pt x="5691" y="18526"/>
                  </a:lnTo>
                  <a:lnTo>
                    <a:pt x="6438" y="18102"/>
                  </a:lnTo>
                  <a:lnTo>
                    <a:pt x="7951" y="17336"/>
                  </a:lnTo>
                  <a:lnTo>
                    <a:pt x="9021" y="16771"/>
                  </a:lnTo>
                  <a:lnTo>
                    <a:pt x="10110" y="16185"/>
                  </a:lnTo>
                  <a:lnTo>
                    <a:pt x="10433" y="15983"/>
                  </a:lnTo>
                  <a:lnTo>
                    <a:pt x="10716" y="15802"/>
                  </a:lnTo>
                  <a:lnTo>
                    <a:pt x="10978" y="15600"/>
                  </a:lnTo>
                  <a:lnTo>
                    <a:pt x="11220" y="15398"/>
                  </a:lnTo>
                  <a:lnTo>
                    <a:pt x="11442" y="15196"/>
                  </a:lnTo>
                  <a:lnTo>
                    <a:pt x="11644" y="14974"/>
                  </a:lnTo>
                  <a:lnTo>
                    <a:pt x="11805" y="14752"/>
                  </a:lnTo>
                  <a:lnTo>
                    <a:pt x="11967" y="14510"/>
                  </a:lnTo>
                  <a:lnTo>
                    <a:pt x="12088" y="14268"/>
                  </a:lnTo>
                  <a:lnTo>
                    <a:pt x="12189" y="13986"/>
                  </a:lnTo>
                  <a:lnTo>
                    <a:pt x="12290" y="13723"/>
                  </a:lnTo>
                  <a:lnTo>
                    <a:pt x="12350" y="13421"/>
                  </a:lnTo>
                  <a:lnTo>
                    <a:pt x="12411" y="13098"/>
                  </a:lnTo>
                  <a:lnTo>
                    <a:pt x="12451" y="12755"/>
                  </a:lnTo>
                  <a:lnTo>
                    <a:pt x="12471" y="12391"/>
                  </a:lnTo>
                  <a:lnTo>
                    <a:pt x="12471" y="12008"/>
                  </a:lnTo>
                  <a:lnTo>
                    <a:pt x="12492" y="11302"/>
                  </a:lnTo>
                  <a:lnTo>
                    <a:pt x="12512" y="10616"/>
                  </a:lnTo>
                  <a:lnTo>
                    <a:pt x="12532" y="9950"/>
                  </a:lnTo>
                  <a:lnTo>
                    <a:pt x="12592" y="9324"/>
                  </a:lnTo>
                  <a:lnTo>
                    <a:pt x="12653" y="8698"/>
                  </a:lnTo>
                  <a:lnTo>
                    <a:pt x="12714" y="8113"/>
                  </a:lnTo>
                  <a:lnTo>
                    <a:pt x="12814" y="7548"/>
                  </a:lnTo>
                  <a:lnTo>
                    <a:pt x="12915" y="7003"/>
                  </a:lnTo>
                  <a:lnTo>
                    <a:pt x="13036" y="6479"/>
                  </a:lnTo>
                  <a:lnTo>
                    <a:pt x="13157" y="5974"/>
                  </a:lnTo>
                  <a:lnTo>
                    <a:pt x="13299" y="5510"/>
                  </a:lnTo>
                  <a:lnTo>
                    <a:pt x="13460" y="5046"/>
                  </a:lnTo>
                  <a:lnTo>
                    <a:pt x="13642" y="4622"/>
                  </a:lnTo>
                  <a:lnTo>
                    <a:pt x="13823" y="4218"/>
                  </a:lnTo>
                  <a:lnTo>
                    <a:pt x="14025" y="3835"/>
                  </a:lnTo>
                  <a:lnTo>
                    <a:pt x="14247" y="3472"/>
                  </a:lnTo>
                  <a:lnTo>
                    <a:pt x="14429" y="3169"/>
                  </a:lnTo>
                  <a:lnTo>
                    <a:pt x="14631" y="2887"/>
                  </a:lnTo>
                  <a:lnTo>
                    <a:pt x="14853" y="2644"/>
                  </a:lnTo>
                  <a:lnTo>
                    <a:pt x="15054" y="2402"/>
                  </a:lnTo>
                  <a:lnTo>
                    <a:pt x="15276" y="2180"/>
                  </a:lnTo>
                  <a:lnTo>
                    <a:pt x="15498" y="1979"/>
                  </a:lnTo>
                  <a:lnTo>
                    <a:pt x="15700" y="1797"/>
                  </a:lnTo>
                  <a:lnTo>
                    <a:pt x="15942" y="1635"/>
                  </a:lnTo>
                  <a:lnTo>
                    <a:pt x="16386" y="1333"/>
                  </a:lnTo>
                  <a:lnTo>
                    <a:pt x="16830" y="1091"/>
                  </a:lnTo>
                  <a:lnTo>
                    <a:pt x="17274" y="869"/>
                  </a:lnTo>
                  <a:lnTo>
                    <a:pt x="17698" y="667"/>
                  </a:lnTo>
                  <a:lnTo>
                    <a:pt x="18142" y="505"/>
                  </a:lnTo>
                  <a:lnTo>
                    <a:pt x="18606" y="364"/>
                  </a:lnTo>
                  <a:lnTo>
                    <a:pt x="19070" y="243"/>
                  </a:lnTo>
                  <a:lnTo>
                    <a:pt x="19534" y="162"/>
                  </a:lnTo>
                  <a:lnTo>
                    <a:pt x="19999" y="102"/>
                  </a:lnTo>
                  <a:lnTo>
                    <a:pt x="20483" y="82"/>
                  </a:lnTo>
                  <a:close/>
                  <a:moveTo>
                    <a:pt x="20483" y="1"/>
                  </a:moveTo>
                  <a:lnTo>
                    <a:pt x="19999" y="21"/>
                  </a:lnTo>
                  <a:lnTo>
                    <a:pt x="19534" y="82"/>
                  </a:lnTo>
                  <a:lnTo>
                    <a:pt x="19050" y="162"/>
                  </a:lnTo>
                  <a:lnTo>
                    <a:pt x="18586" y="283"/>
                  </a:lnTo>
                  <a:lnTo>
                    <a:pt x="18122" y="425"/>
                  </a:lnTo>
                  <a:lnTo>
                    <a:pt x="17678" y="606"/>
                  </a:lnTo>
                  <a:lnTo>
                    <a:pt x="17214" y="808"/>
                  </a:lnTo>
                  <a:lnTo>
                    <a:pt x="16750" y="1050"/>
                  </a:lnTo>
                  <a:lnTo>
                    <a:pt x="16285" y="1313"/>
                  </a:lnTo>
                  <a:lnTo>
                    <a:pt x="15841" y="1615"/>
                  </a:lnTo>
                  <a:lnTo>
                    <a:pt x="15619" y="1777"/>
                  </a:lnTo>
                  <a:lnTo>
                    <a:pt x="15397" y="1979"/>
                  </a:lnTo>
                  <a:lnTo>
                    <a:pt x="15175" y="2180"/>
                  </a:lnTo>
                  <a:lnTo>
                    <a:pt x="14974" y="2382"/>
                  </a:lnTo>
                  <a:lnTo>
                    <a:pt x="14752" y="2624"/>
                  </a:lnTo>
                  <a:lnTo>
                    <a:pt x="14550" y="2866"/>
                  </a:lnTo>
                  <a:lnTo>
                    <a:pt x="14368" y="3129"/>
                  </a:lnTo>
                  <a:lnTo>
                    <a:pt x="14166" y="3411"/>
                  </a:lnTo>
                  <a:lnTo>
                    <a:pt x="13944" y="3795"/>
                  </a:lnTo>
                  <a:lnTo>
                    <a:pt x="13743" y="4178"/>
                  </a:lnTo>
                  <a:lnTo>
                    <a:pt x="13561" y="4582"/>
                  </a:lnTo>
                  <a:lnTo>
                    <a:pt x="13400" y="5026"/>
                  </a:lnTo>
                  <a:lnTo>
                    <a:pt x="13238" y="5470"/>
                  </a:lnTo>
                  <a:lnTo>
                    <a:pt x="13077" y="5954"/>
                  </a:lnTo>
                  <a:lnTo>
                    <a:pt x="12956" y="6458"/>
                  </a:lnTo>
                  <a:lnTo>
                    <a:pt x="12835" y="6983"/>
                  </a:lnTo>
                  <a:lnTo>
                    <a:pt x="12734" y="7528"/>
                  </a:lnTo>
                  <a:lnTo>
                    <a:pt x="12653" y="8093"/>
                  </a:lnTo>
                  <a:lnTo>
                    <a:pt x="12572" y="8678"/>
                  </a:lnTo>
                  <a:lnTo>
                    <a:pt x="12512" y="9304"/>
                  </a:lnTo>
                  <a:lnTo>
                    <a:pt x="12451" y="9950"/>
                  </a:lnTo>
                  <a:lnTo>
                    <a:pt x="12431" y="10616"/>
                  </a:lnTo>
                  <a:lnTo>
                    <a:pt x="12411" y="11302"/>
                  </a:lnTo>
                  <a:lnTo>
                    <a:pt x="12391" y="12008"/>
                  </a:lnTo>
                  <a:lnTo>
                    <a:pt x="12391" y="12391"/>
                  </a:lnTo>
                  <a:lnTo>
                    <a:pt x="12370" y="12755"/>
                  </a:lnTo>
                  <a:lnTo>
                    <a:pt x="12330" y="13078"/>
                  </a:lnTo>
                  <a:lnTo>
                    <a:pt x="12270" y="13400"/>
                  </a:lnTo>
                  <a:lnTo>
                    <a:pt x="12209" y="13683"/>
                  </a:lnTo>
                  <a:lnTo>
                    <a:pt x="12128" y="13965"/>
                  </a:lnTo>
                  <a:lnTo>
                    <a:pt x="12007" y="14228"/>
                  </a:lnTo>
                  <a:lnTo>
                    <a:pt x="11886" y="14470"/>
                  </a:lnTo>
                  <a:lnTo>
                    <a:pt x="11745" y="14712"/>
                  </a:lnTo>
                  <a:lnTo>
                    <a:pt x="11563" y="14934"/>
                  </a:lnTo>
                  <a:lnTo>
                    <a:pt x="11382" y="15136"/>
                  </a:lnTo>
                  <a:lnTo>
                    <a:pt x="11160" y="15338"/>
                  </a:lnTo>
                  <a:lnTo>
                    <a:pt x="10938" y="15540"/>
                  </a:lnTo>
                  <a:lnTo>
                    <a:pt x="10675" y="15741"/>
                  </a:lnTo>
                  <a:lnTo>
                    <a:pt x="10373" y="15923"/>
                  </a:lnTo>
                  <a:lnTo>
                    <a:pt x="10070" y="16105"/>
                  </a:lnTo>
                  <a:lnTo>
                    <a:pt x="8980" y="16690"/>
                  </a:lnTo>
                  <a:lnTo>
                    <a:pt x="7911" y="17255"/>
                  </a:lnTo>
                  <a:lnTo>
                    <a:pt x="6397" y="18042"/>
                  </a:lnTo>
                  <a:lnTo>
                    <a:pt x="5651" y="18466"/>
                  </a:lnTo>
                  <a:lnTo>
                    <a:pt x="4924" y="18889"/>
                  </a:lnTo>
                  <a:lnTo>
                    <a:pt x="4218" y="19354"/>
                  </a:lnTo>
                  <a:lnTo>
                    <a:pt x="3552" y="19838"/>
                  </a:lnTo>
                  <a:lnTo>
                    <a:pt x="2967" y="20322"/>
                  </a:lnTo>
                  <a:lnTo>
                    <a:pt x="2422" y="20827"/>
                  </a:lnTo>
                  <a:lnTo>
                    <a:pt x="2180" y="21069"/>
                  </a:lnTo>
                  <a:lnTo>
                    <a:pt x="1937" y="21331"/>
                  </a:lnTo>
                  <a:lnTo>
                    <a:pt x="1715" y="21594"/>
                  </a:lnTo>
                  <a:lnTo>
                    <a:pt x="1514" y="21856"/>
                  </a:lnTo>
                  <a:lnTo>
                    <a:pt x="1312" y="22138"/>
                  </a:lnTo>
                  <a:lnTo>
                    <a:pt x="1130" y="22401"/>
                  </a:lnTo>
                  <a:lnTo>
                    <a:pt x="949" y="22683"/>
                  </a:lnTo>
                  <a:lnTo>
                    <a:pt x="807" y="22966"/>
                  </a:lnTo>
                  <a:lnTo>
                    <a:pt x="565" y="23450"/>
                  </a:lnTo>
                  <a:lnTo>
                    <a:pt x="363" y="23975"/>
                  </a:lnTo>
                  <a:lnTo>
                    <a:pt x="222" y="24499"/>
                  </a:lnTo>
                  <a:lnTo>
                    <a:pt x="101" y="25044"/>
                  </a:lnTo>
                  <a:lnTo>
                    <a:pt x="40" y="25589"/>
                  </a:lnTo>
                  <a:lnTo>
                    <a:pt x="0" y="26154"/>
                  </a:lnTo>
                  <a:lnTo>
                    <a:pt x="20" y="26719"/>
                  </a:lnTo>
                  <a:lnTo>
                    <a:pt x="81" y="27284"/>
                  </a:lnTo>
                  <a:lnTo>
                    <a:pt x="141" y="27567"/>
                  </a:lnTo>
                  <a:lnTo>
                    <a:pt x="202" y="27849"/>
                  </a:lnTo>
                  <a:lnTo>
                    <a:pt x="262" y="28112"/>
                  </a:lnTo>
                  <a:lnTo>
                    <a:pt x="363" y="28394"/>
                  </a:lnTo>
                  <a:lnTo>
                    <a:pt x="444" y="28657"/>
                  </a:lnTo>
                  <a:lnTo>
                    <a:pt x="545" y="28899"/>
                  </a:lnTo>
                  <a:lnTo>
                    <a:pt x="666" y="29161"/>
                  </a:lnTo>
                  <a:lnTo>
                    <a:pt x="787" y="29403"/>
                  </a:lnTo>
                  <a:lnTo>
                    <a:pt x="928" y="29625"/>
                  </a:lnTo>
                  <a:lnTo>
                    <a:pt x="1070" y="29847"/>
                  </a:lnTo>
                  <a:lnTo>
                    <a:pt x="1231" y="30069"/>
                  </a:lnTo>
                  <a:lnTo>
                    <a:pt x="1393" y="30271"/>
                  </a:lnTo>
                  <a:lnTo>
                    <a:pt x="1574" y="30473"/>
                  </a:lnTo>
                  <a:lnTo>
                    <a:pt x="1756" y="30654"/>
                  </a:lnTo>
                  <a:lnTo>
                    <a:pt x="1958" y="30836"/>
                  </a:lnTo>
                  <a:lnTo>
                    <a:pt x="2159" y="31018"/>
                  </a:lnTo>
                  <a:lnTo>
                    <a:pt x="2543" y="31300"/>
                  </a:lnTo>
                  <a:lnTo>
                    <a:pt x="2967" y="31542"/>
                  </a:lnTo>
                  <a:lnTo>
                    <a:pt x="3390" y="31744"/>
                  </a:lnTo>
                  <a:lnTo>
                    <a:pt x="3854" y="31926"/>
                  </a:lnTo>
                  <a:lnTo>
                    <a:pt x="4339" y="32067"/>
                  </a:lnTo>
                  <a:lnTo>
                    <a:pt x="4843" y="32168"/>
                  </a:lnTo>
                  <a:lnTo>
                    <a:pt x="5348" y="32228"/>
                  </a:lnTo>
                  <a:lnTo>
                    <a:pt x="5893" y="32249"/>
                  </a:lnTo>
                  <a:lnTo>
                    <a:pt x="5933" y="32249"/>
                  </a:lnTo>
                  <a:lnTo>
                    <a:pt x="6438" y="32228"/>
                  </a:lnTo>
                  <a:lnTo>
                    <a:pt x="6922" y="32188"/>
                  </a:lnTo>
                  <a:lnTo>
                    <a:pt x="7426" y="32107"/>
                  </a:lnTo>
                  <a:lnTo>
                    <a:pt x="7911" y="31986"/>
                  </a:lnTo>
                  <a:lnTo>
                    <a:pt x="8395" y="31845"/>
                  </a:lnTo>
                  <a:lnTo>
                    <a:pt x="8879" y="31663"/>
                  </a:lnTo>
                  <a:lnTo>
                    <a:pt x="9343" y="31462"/>
                  </a:lnTo>
                  <a:lnTo>
                    <a:pt x="9787" y="31219"/>
                  </a:lnTo>
                  <a:lnTo>
                    <a:pt x="10211" y="30977"/>
                  </a:lnTo>
                  <a:lnTo>
                    <a:pt x="10635" y="30695"/>
                  </a:lnTo>
                  <a:lnTo>
                    <a:pt x="11039" y="30392"/>
                  </a:lnTo>
                  <a:lnTo>
                    <a:pt x="11442" y="30089"/>
                  </a:lnTo>
                  <a:lnTo>
                    <a:pt x="12209" y="29444"/>
                  </a:lnTo>
                  <a:lnTo>
                    <a:pt x="12956" y="28778"/>
                  </a:lnTo>
                  <a:lnTo>
                    <a:pt x="13480" y="28314"/>
                  </a:lnTo>
                  <a:lnTo>
                    <a:pt x="14005" y="27849"/>
                  </a:lnTo>
                  <a:lnTo>
                    <a:pt x="14550" y="27405"/>
                  </a:lnTo>
                  <a:lnTo>
                    <a:pt x="15115" y="26961"/>
                  </a:lnTo>
                  <a:lnTo>
                    <a:pt x="15559" y="26659"/>
                  </a:lnTo>
                  <a:lnTo>
                    <a:pt x="16023" y="26356"/>
                  </a:lnTo>
                  <a:lnTo>
                    <a:pt x="16507" y="26074"/>
                  </a:lnTo>
                  <a:lnTo>
                    <a:pt x="16992" y="25811"/>
                  </a:lnTo>
                  <a:lnTo>
                    <a:pt x="17960" y="25307"/>
                  </a:lnTo>
                  <a:lnTo>
                    <a:pt x="18949" y="24822"/>
                  </a:lnTo>
                  <a:lnTo>
                    <a:pt x="19918" y="24338"/>
                  </a:lnTo>
                  <a:lnTo>
                    <a:pt x="20886" y="23834"/>
                  </a:lnTo>
                  <a:lnTo>
                    <a:pt x="21351" y="23571"/>
                  </a:lnTo>
                  <a:lnTo>
                    <a:pt x="21835" y="23309"/>
                  </a:lnTo>
                  <a:lnTo>
                    <a:pt x="22299" y="23006"/>
                  </a:lnTo>
                  <a:lnTo>
                    <a:pt x="22743" y="22703"/>
                  </a:lnTo>
                  <a:lnTo>
                    <a:pt x="23227" y="22340"/>
                  </a:lnTo>
                  <a:lnTo>
                    <a:pt x="23691" y="21957"/>
                  </a:lnTo>
                  <a:lnTo>
                    <a:pt x="24135" y="21553"/>
                  </a:lnTo>
                  <a:lnTo>
                    <a:pt x="24559" y="21129"/>
                  </a:lnTo>
                  <a:lnTo>
                    <a:pt x="24983" y="20685"/>
                  </a:lnTo>
                  <a:lnTo>
                    <a:pt x="25366" y="20221"/>
                  </a:lnTo>
                  <a:lnTo>
                    <a:pt x="25750" y="19737"/>
                  </a:lnTo>
                  <a:lnTo>
                    <a:pt x="26093" y="19232"/>
                  </a:lnTo>
                  <a:lnTo>
                    <a:pt x="26436" y="18728"/>
                  </a:lnTo>
                  <a:lnTo>
                    <a:pt x="26739" y="18183"/>
                  </a:lnTo>
                  <a:lnTo>
                    <a:pt x="27021" y="17638"/>
                  </a:lnTo>
                  <a:lnTo>
                    <a:pt x="27304" y="17093"/>
                  </a:lnTo>
                  <a:lnTo>
                    <a:pt x="27546" y="16528"/>
                  </a:lnTo>
                  <a:lnTo>
                    <a:pt x="27748" y="15943"/>
                  </a:lnTo>
                  <a:lnTo>
                    <a:pt x="27949" y="15358"/>
                  </a:lnTo>
                  <a:lnTo>
                    <a:pt x="28111" y="14752"/>
                  </a:lnTo>
                  <a:lnTo>
                    <a:pt x="28252" y="14167"/>
                  </a:lnTo>
                  <a:lnTo>
                    <a:pt x="28353" y="13582"/>
                  </a:lnTo>
                  <a:lnTo>
                    <a:pt x="28454" y="12977"/>
                  </a:lnTo>
                  <a:lnTo>
                    <a:pt x="28514" y="12391"/>
                  </a:lnTo>
                  <a:lnTo>
                    <a:pt x="28555" y="11786"/>
                  </a:lnTo>
                  <a:lnTo>
                    <a:pt x="28555" y="11181"/>
                  </a:lnTo>
                  <a:lnTo>
                    <a:pt x="28555" y="10555"/>
                  </a:lnTo>
                  <a:lnTo>
                    <a:pt x="28514" y="9950"/>
                  </a:lnTo>
                  <a:lnTo>
                    <a:pt x="28454" y="9344"/>
                  </a:lnTo>
                  <a:lnTo>
                    <a:pt x="28373" y="8739"/>
                  </a:lnTo>
                  <a:lnTo>
                    <a:pt x="28272" y="8133"/>
                  </a:lnTo>
                  <a:lnTo>
                    <a:pt x="28151" y="7528"/>
                  </a:lnTo>
                  <a:lnTo>
                    <a:pt x="27990" y="6923"/>
                  </a:lnTo>
                  <a:lnTo>
                    <a:pt x="27828" y="6337"/>
                  </a:lnTo>
                  <a:lnTo>
                    <a:pt x="27627" y="5752"/>
                  </a:lnTo>
                  <a:lnTo>
                    <a:pt x="27405" y="5167"/>
                  </a:lnTo>
                  <a:lnTo>
                    <a:pt x="27142" y="4541"/>
                  </a:lnTo>
                  <a:lnTo>
                    <a:pt x="26860" y="3976"/>
                  </a:lnTo>
                  <a:lnTo>
                    <a:pt x="26557" y="3452"/>
                  </a:lnTo>
                  <a:lnTo>
                    <a:pt x="26234" y="2947"/>
                  </a:lnTo>
                  <a:lnTo>
                    <a:pt x="25911" y="2503"/>
                  </a:lnTo>
                  <a:lnTo>
                    <a:pt x="25548" y="2100"/>
                  </a:lnTo>
                  <a:lnTo>
                    <a:pt x="25185" y="1716"/>
                  </a:lnTo>
                  <a:lnTo>
                    <a:pt x="24801" y="1393"/>
                  </a:lnTo>
                  <a:lnTo>
                    <a:pt x="24438" y="1111"/>
                  </a:lnTo>
                  <a:lnTo>
                    <a:pt x="24055" y="889"/>
                  </a:lnTo>
                  <a:lnTo>
                    <a:pt x="23651" y="667"/>
                  </a:lnTo>
                  <a:lnTo>
                    <a:pt x="23227" y="485"/>
                  </a:lnTo>
                  <a:lnTo>
                    <a:pt x="22783" y="344"/>
                  </a:lnTo>
                  <a:lnTo>
                    <a:pt x="22339" y="223"/>
                  </a:lnTo>
                  <a:lnTo>
                    <a:pt x="21895" y="122"/>
                  </a:lnTo>
                  <a:lnTo>
                    <a:pt x="21411" y="61"/>
                  </a:lnTo>
                  <a:lnTo>
                    <a:pt x="20947" y="21"/>
                  </a:lnTo>
                  <a:lnTo>
                    <a:pt x="204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 flipH="1">
              <a:off x="-3799077" y="-5170503"/>
              <a:ext cx="6754688" cy="4497143"/>
            </a:xfrm>
            <a:custGeom>
              <a:rect b="b" l="l" r="r" t="t"/>
              <a:pathLst>
                <a:path extrusionOk="0" h="80439" w="120819">
                  <a:moveTo>
                    <a:pt x="94887" y="81"/>
                  </a:moveTo>
                  <a:lnTo>
                    <a:pt x="96400" y="122"/>
                  </a:lnTo>
                  <a:lnTo>
                    <a:pt x="97914" y="182"/>
                  </a:lnTo>
                  <a:lnTo>
                    <a:pt x="99427" y="283"/>
                  </a:lnTo>
                  <a:lnTo>
                    <a:pt x="100941" y="424"/>
                  </a:lnTo>
                  <a:lnTo>
                    <a:pt x="102454" y="586"/>
                  </a:lnTo>
                  <a:lnTo>
                    <a:pt x="103968" y="788"/>
                  </a:lnTo>
                  <a:lnTo>
                    <a:pt x="105481" y="1030"/>
                  </a:lnTo>
                  <a:lnTo>
                    <a:pt x="106894" y="1272"/>
                  </a:lnTo>
                  <a:lnTo>
                    <a:pt x="107620" y="1413"/>
                  </a:lnTo>
                  <a:lnTo>
                    <a:pt x="108367" y="1595"/>
                  </a:lnTo>
                  <a:lnTo>
                    <a:pt x="109114" y="1777"/>
                  </a:lnTo>
                  <a:lnTo>
                    <a:pt x="109860" y="1998"/>
                  </a:lnTo>
                  <a:lnTo>
                    <a:pt x="110607" y="2241"/>
                  </a:lnTo>
                  <a:lnTo>
                    <a:pt x="111354" y="2503"/>
                  </a:lnTo>
                  <a:lnTo>
                    <a:pt x="112100" y="2806"/>
                  </a:lnTo>
                  <a:lnTo>
                    <a:pt x="112827" y="3129"/>
                  </a:lnTo>
                  <a:lnTo>
                    <a:pt x="113533" y="3492"/>
                  </a:lnTo>
                  <a:lnTo>
                    <a:pt x="114219" y="3895"/>
                  </a:lnTo>
                  <a:lnTo>
                    <a:pt x="114562" y="4117"/>
                  </a:lnTo>
                  <a:lnTo>
                    <a:pt x="114885" y="4339"/>
                  </a:lnTo>
                  <a:lnTo>
                    <a:pt x="115208" y="4582"/>
                  </a:lnTo>
                  <a:lnTo>
                    <a:pt x="115531" y="4824"/>
                  </a:lnTo>
                  <a:lnTo>
                    <a:pt x="115834" y="5086"/>
                  </a:lnTo>
                  <a:lnTo>
                    <a:pt x="116136" y="5369"/>
                  </a:lnTo>
                  <a:lnTo>
                    <a:pt x="116419" y="5651"/>
                  </a:lnTo>
                  <a:lnTo>
                    <a:pt x="116701" y="5934"/>
                  </a:lnTo>
                  <a:lnTo>
                    <a:pt x="117044" y="6317"/>
                  </a:lnTo>
                  <a:lnTo>
                    <a:pt x="117367" y="6721"/>
                  </a:lnTo>
                  <a:lnTo>
                    <a:pt x="117690" y="7165"/>
                  </a:lnTo>
                  <a:lnTo>
                    <a:pt x="118033" y="7669"/>
                  </a:lnTo>
                  <a:lnTo>
                    <a:pt x="118336" y="8194"/>
                  </a:lnTo>
                  <a:lnTo>
                    <a:pt x="118659" y="8799"/>
                  </a:lnTo>
                  <a:lnTo>
                    <a:pt x="118941" y="9445"/>
                  </a:lnTo>
                  <a:lnTo>
                    <a:pt x="119224" y="10171"/>
                  </a:lnTo>
                  <a:lnTo>
                    <a:pt x="119486" y="10958"/>
                  </a:lnTo>
                  <a:lnTo>
                    <a:pt x="119728" y="11826"/>
                  </a:lnTo>
                  <a:lnTo>
                    <a:pt x="119950" y="12795"/>
                  </a:lnTo>
                  <a:lnTo>
                    <a:pt x="120152" y="13824"/>
                  </a:lnTo>
                  <a:lnTo>
                    <a:pt x="120334" y="14974"/>
                  </a:lnTo>
                  <a:lnTo>
                    <a:pt x="120475" y="16205"/>
                  </a:lnTo>
                  <a:lnTo>
                    <a:pt x="120576" y="17557"/>
                  </a:lnTo>
                  <a:lnTo>
                    <a:pt x="120657" y="19010"/>
                  </a:lnTo>
                  <a:lnTo>
                    <a:pt x="120697" y="20241"/>
                  </a:lnTo>
                  <a:lnTo>
                    <a:pt x="120717" y="21472"/>
                  </a:lnTo>
                  <a:lnTo>
                    <a:pt x="120737" y="22683"/>
                  </a:lnTo>
                  <a:lnTo>
                    <a:pt x="120737" y="23914"/>
                  </a:lnTo>
                  <a:lnTo>
                    <a:pt x="120717" y="25145"/>
                  </a:lnTo>
                  <a:lnTo>
                    <a:pt x="120697" y="26376"/>
                  </a:lnTo>
                  <a:lnTo>
                    <a:pt x="120657" y="27607"/>
                  </a:lnTo>
                  <a:lnTo>
                    <a:pt x="120616" y="28838"/>
                  </a:lnTo>
                  <a:lnTo>
                    <a:pt x="120536" y="30049"/>
                  </a:lnTo>
                  <a:lnTo>
                    <a:pt x="120455" y="31280"/>
                  </a:lnTo>
                  <a:lnTo>
                    <a:pt x="120374" y="32511"/>
                  </a:lnTo>
                  <a:lnTo>
                    <a:pt x="120253" y="33722"/>
                  </a:lnTo>
                  <a:lnTo>
                    <a:pt x="120152" y="34953"/>
                  </a:lnTo>
                  <a:lnTo>
                    <a:pt x="120011" y="36163"/>
                  </a:lnTo>
                  <a:lnTo>
                    <a:pt x="119870" y="37394"/>
                  </a:lnTo>
                  <a:lnTo>
                    <a:pt x="119708" y="38605"/>
                  </a:lnTo>
                  <a:lnTo>
                    <a:pt x="119567" y="39533"/>
                  </a:lnTo>
                  <a:lnTo>
                    <a:pt x="119405" y="40462"/>
                  </a:lnTo>
                  <a:lnTo>
                    <a:pt x="119224" y="41390"/>
                  </a:lnTo>
                  <a:lnTo>
                    <a:pt x="119103" y="41834"/>
                  </a:lnTo>
                  <a:lnTo>
                    <a:pt x="118982" y="42278"/>
                  </a:lnTo>
                  <a:lnTo>
                    <a:pt x="118820" y="42722"/>
                  </a:lnTo>
                  <a:lnTo>
                    <a:pt x="118659" y="43166"/>
                  </a:lnTo>
                  <a:lnTo>
                    <a:pt x="118497" y="43590"/>
                  </a:lnTo>
                  <a:lnTo>
                    <a:pt x="118296" y="43993"/>
                  </a:lnTo>
                  <a:lnTo>
                    <a:pt x="118074" y="44397"/>
                  </a:lnTo>
                  <a:lnTo>
                    <a:pt x="117831" y="44800"/>
                  </a:lnTo>
                  <a:lnTo>
                    <a:pt x="117549" y="45164"/>
                  </a:lnTo>
                  <a:lnTo>
                    <a:pt x="117266" y="45527"/>
                  </a:lnTo>
                  <a:lnTo>
                    <a:pt x="117105" y="45709"/>
                  </a:lnTo>
                  <a:lnTo>
                    <a:pt x="116943" y="45870"/>
                  </a:lnTo>
                  <a:lnTo>
                    <a:pt x="116782" y="45991"/>
                  </a:lnTo>
                  <a:lnTo>
                    <a:pt x="116621" y="46112"/>
                  </a:lnTo>
                  <a:lnTo>
                    <a:pt x="116459" y="46193"/>
                  </a:lnTo>
                  <a:lnTo>
                    <a:pt x="116298" y="46253"/>
                  </a:lnTo>
                  <a:lnTo>
                    <a:pt x="116136" y="46294"/>
                  </a:lnTo>
                  <a:lnTo>
                    <a:pt x="115975" y="46314"/>
                  </a:lnTo>
                  <a:lnTo>
                    <a:pt x="115813" y="46314"/>
                  </a:lnTo>
                  <a:lnTo>
                    <a:pt x="115632" y="46294"/>
                  </a:lnTo>
                  <a:lnTo>
                    <a:pt x="115490" y="46253"/>
                  </a:lnTo>
                  <a:lnTo>
                    <a:pt x="115349" y="46193"/>
                  </a:lnTo>
                  <a:lnTo>
                    <a:pt x="115228" y="46092"/>
                  </a:lnTo>
                  <a:lnTo>
                    <a:pt x="115107" y="45991"/>
                  </a:lnTo>
                  <a:lnTo>
                    <a:pt x="115006" y="45890"/>
                  </a:lnTo>
                  <a:lnTo>
                    <a:pt x="114905" y="45749"/>
                  </a:lnTo>
                  <a:lnTo>
                    <a:pt x="114724" y="45446"/>
                  </a:lnTo>
                  <a:lnTo>
                    <a:pt x="114562" y="45103"/>
                  </a:lnTo>
                  <a:lnTo>
                    <a:pt x="114441" y="44740"/>
                  </a:lnTo>
                  <a:lnTo>
                    <a:pt x="114300" y="44336"/>
                  </a:lnTo>
                  <a:lnTo>
                    <a:pt x="114360" y="44316"/>
                  </a:lnTo>
                  <a:lnTo>
                    <a:pt x="114199" y="43751"/>
                  </a:lnTo>
                  <a:lnTo>
                    <a:pt x="114017" y="43186"/>
                  </a:lnTo>
                  <a:lnTo>
                    <a:pt x="113816" y="42641"/>
                  </a:lnTo>
                  <a:lnTo>
                    <a:pt x="113594" y="42096"/>
                  </a:lnTo>
                  <a:lnTo>
                    <a:pt x="113331" y="41551"/>
                  </a:lnTo>
                  <a:lnTo>
                    <a:pt x="113049" y="41027"/>
                  </a:lnTo>
                  <a:lnTo>
                    <a:pt x="112746" y="40522"/>
                  </a:lnTo>
                  <a:lnTo>
                    <a:pt x="112403" y="40018"/>
                  </a:lnTo>
                  <a:lnTo>
                    <a:pt x="112040" y="39533"/>
                  </a:lnTo>
                  <a:lnTo>
                    <a:pt x="111656" y="39049"/>
                  </a:lnTo>
                  <a:lnTo>
                    <a:pt x="111253" y="38605"/>
                  </a:lnTo>
                  <a:lnTo>
                    <a:pt x="110829" y="38161"/>
                  </a:lnTo>
                  <a:lnTo>
                    <a:pt x="110365" y="37717"/>
                  </a:lnTo>
                  <a:lnTo>
                    <a:pt x="109901" y="37314"/>
                  </a:lnTo>
                  <a:lnTo>
                    <a:pt x="109396" y="36910"/>
                  </a:lnTo>
                  <a:lnTo>
                    <a:pt x="108892" y="36547"/>
                  </a:lnTo>
                  <a:lnTo>
                    <a:pt x="108367" y="36184"/>
                  </a:lnTo>
                  <a:lnTo>
                    <a:pt x="107822" y="35861"/>
                  </a:lnTo>
                  <a:lnTo>
                    <a:pt x="107277" y="35558"/>
                  </a:lnTo>
                  <a:lnTo>
                    <a:pt x="106712" y="35275"/>
                  </a:lnTo>
                  <a:lnTo>
                    <a:pt x="106147" y="35033"/>
                  </a:lnTo>
                  <a:lnTo>
                    <a:pt x="105582" y="34811"/>
                  </a:lnTo>
                  <a:lnTo>
                    <a:pt x="104997" y="34610"/>
                  </a:lnTo>
                  <a:lnTo>
                    <a:pt x="104412" y="34428"/>
                  </a:lnTo>
                  <a:lnTo>
                    <a:pt x="103826" y="34287"/>
                  </a:lnTo>
                  <a:lnTo>
                    <a:pt x="103241" y="34166"/>
                  </a:lnTo>
                  <a:lnTo>
                    <a:pt x="102636" y="34065"/>
                  </a:lnTo>
                  <a:lnTo>
                    <a:pt x="102051" y="34004"/>
                  </a:lnTo>
                  <a:lnTo>
                    <a:pt x="101445" y="33964"/>
                  </a:lnTo>
                  <a:lnTo>
                    <a:pt x="100860" y="33944"/>
                  </a:lnTo>
                  <a:lnTo>
                    <a:pt x="100255" y="33964"/>
                  </a:lnTo>
                  <a:lnTo>
                    <a:pt x="99669" y="34004"/>
                  </a:lnTo>
                  <a:lnTo>
                    <a:pt x="99084" y="34085"/>
                  </a:lnTo>
                  <a:lnTo>
                    <a:pt x="98499" y="34166"/>
                  </a:lnTo>
                  <a:lnTo>
                    <a:pt x="97914" y="34307"/>
                  </a:lnTo>
                  <a:lnTo>
                    <a:pt x="97349" y="34448"/>
                  </a:lnTo>
                  <a:lnTo>
                    <a:pt x="96763" y="34630"/>
                  </a:lnTo>
                  <a:lnTo>
                    <a:pt x="96198" y="34831"/>
                  </a:lnTo>
                  <a:lnTo>
                    <a:pt x="95654" y="35053"/>
                  </a:lnTo>
                  <a:lnTo>
                    <a:pt x="95109" y="35296"/>
                  </a:lnTo>
                  <a:lnTo>
                    <a:pt x="94564" y="35578"/>
                  </a:lnTo>
                  <a:lnTo>
                    <a:pt x="94019" y="35861"/>
                  </a:lnTo>
                  <a:lnTo>
                    <a:pt x="93494" y="36184"/>
                  </a:lnTo>
                  <a:lnTo>
                    <a:pt x="92990" y="36527"/>
                  </a:lnTo>
                  <a:lnTo>
                    <a:pt x="92485" y="36910"/>
                  </a:lnTo>
                  <a:lnTo>
                    <a:pt x="92001" y="37293"/>
                  </a:lnTo>
                  <a:lnTo>
                    <a:pt x="91517" y="37697"/>
                  </a:lnTo>
                  <a:lnTo>
                    <a:pt x="91052" y="38141"/>
                  </a:lnTo>
                  <a:lnTo>
                    <a:pt x="90609" y="38585"/>
                  </a:lnTo>
                  <a:lnTo>
                    <a:pt x="90185" y="39049"/>
                  </a:lnTo>
                  <a:lnTo>
                    <a:pt x="89781" y="39513"/>
                  </a:lnTo>
                  <a:lnTo>
                    <a:pt x="89398" y="40018"/>
                  </a:lnTo>
                  <a:lnTo>
                    <a:pt x="89055" y="40502"/>
                  </a:lnTo>
                  <a:lnTo>
                    <a:pt x="88712" y="41027"/>
                  </a:lnTo>
                  <a:lnTo>
                    <a:pt x="88389" y="41551"/>
                  </a:lnTo>
                  <a:lnTo>
                    <a:pt x="88086" y="42076"/>
                  </a:lnTo>
                  <a:lnTo>
                    <a:pt x="87824" y="42621"/>
                  </a:lnTo>
                  <a:lnTo>
                    <a:pt x="87561" y="43186"/>
                  </a:lnTo>
                  <a:lnTo>
                    <a:pt x="87339" y="43751"/>
                  </a:lnTo>
                  <a:lnTo>
                    <a:pt x="87138" y="44316"/>
                  </a:lnTo>
                  <a:lnTo>
                    <a:pt x="86956" y="44881"/>
                  </a:lnTo>
                  <a:lnTo>
                    <a:pt x="86815" y="45466"/>
                  </a:lnTo>
                  <a:lnTo>
                    <a:pt x="86673" y="46052"/>
                  </a:lnTo>
                  <a:lnTo>
                    <a:pt x="86573" y="46637"/>
                  </a:lnTo>
                  <a:lnTo>
                    <a:pt x="86492" y="47283"/>
                  </a:lnTo>
                  <a:lnTo>
                    <a:pt x="86411" y="47928"/>
                  </a:lnTo>
                  <a:lnTo>
                    <a:pt x="86290" y="49240"/>
                  </a:lnTo>
                  <a:lnTo>
                    <a:pt x="86209" y="50330"/>
                  </a:lnTo>
                  <a:lnTo>
                    <a:pt x="86088" y="51399"/>
                  </a:lnTo>
                  <a:lnTo>
                    <a:pt x="86007" y="51924"/>
                  </a:lnTo>
                  <a:lnTo>
                    <a:pt x="85927" y="52449"/>
                  </a:lnTo>
                  <a:lnTo>
                    <a:pt x="85806" y="52973"/>
                  </a:lnTo>
                  <a:lnTo>
                    <a:pt x="85685" y="53458"/>
                  </a:lnTo>
                  <a:lnTo>
                    <a:pt x="85543" y="53962"/>
                  </a:lnTo>
                  <a:lnTo>
                    <a:pt x="85362" y="54426"/>
                  </a:lnTo>
                  <a:lnTo>
                    <a:pt x="85160" y="54870"/>
                  </a:lnTo>
                  <a:lnTo>
                    <a:pt x="84918" y="55314"/>
                  </a:lnTo>
                  <a:lnTo>
                    <a:pt x="84655" y="55718"/>
                  </a:lnTo>
                  <a:lnTo>
                    <a:pt x="84353" y="56101"/>
                  </a:lnTo>
                  <a:lnTo>
                    <a:pt x="84171" y="56303"/>
                  </a:lnTo>
                  <a:lnTo>
                    <a:pt x="84010" y="56465"/>
                  </a:lnTo>
                  <a:lnTo>
                    <a:pt x="83808" y="56646"/>
                  </a:lnTo>
                  <a:lnTo>
                    <a:pt x="83606" y="56808"/>
                  </a:lnTo>
                  <a:lnTo>
                    <a:pt x="83344" y="56989"/>
                  </a:lnTo>
                  <a:lnTo>
                    <a:pt x="83041" y="57191"/>
                  </a:lnTo>
                  <a:lnTo>
                    <a:pt x="82658" y="57393"/>
                  </a:lnTo>
                  <a:lnTo>
                    <a:pt x="82173" y="57595"/>
                  </a:lnTo>
                  <a:lnTo>
                    <a:pt x="81628" y="57776"/>
                  </a:lnTo>
                  <a:lnTo>
                    <a:pt x="81326" y="57877"/>
                  </a:lnTo>
                  <a:lnTo>
                    <a:pt x="80983" y="57958"/>
                  </a:lnTo>
                  <a:lnTo>
                    <a:pt x="80599" y="58018"/>
                  </a:lnTo>
                  <a:lnTo>
                    <a:pt x="80216" y="58099"/>
                  </a:lnTo>
                  <a:lnTo>
                    <a:pt x="79792" y="58160"/>
                  </a:lnTo>
                  <a:lnTo>
                    <a:pt x="79328" y="58200"/>
                  </a:lnTo>
                  <a:lnTo>
                    <a:pt x="78642" y="58261"/>
                  </a:lnTo>
                  <a:lnTo>
                    <a:pt x="77935" y="58281"/>
                  </a:lnTo>
                  <a:lnTo>
                    <a:pt x="77249" y="58301"/>
                  </a:lnTo>
                  <a:lnTo>
                    <a:pt x="76543" y="58301"/>
                  </a:lnTo>
                  <a:lnTo>
                    <a:pt x="75837" y="58281"/>
                  </a:lnTo>
                  <a:lnTo>
                    <a:pt x="75151" y="58240"/>
                  </a:lnTo>
                  <a:lnTo>
                    <a:pt x="74444" y="58180"/>
                  </a:lnTo>
                  <a:lnTo>
                    <a:pt x="73758" y="58119"/>
                  </a:lnTo>
                  <a:lnTo>
                    <a:pt x="72366" y="57958"/>
                  </a:lnTo>
                  <a:lnTo>
                    <a:pt x="70994" y="57776"/>
                  </a:lnTo>
                  <a:lnTo>
                    <a:pt x="69601" y="57574"/>
                  </a:lnTo>
                  <a:lnTo>
                    <a:pt x="68249" y="57352"/>
                  </a:lnTo>
                  <a:lnTo>
                    <a:pt x="66937" y="57151"/>
                  </a:lnTo>
                  <a:lnTo>
                    <a:pt x="65605" y="56949"/>
                  </a:lnTo>
                  <a:lnTo>
                    <a:pt x="64294" y="56767"/>
                  </a:lnTo>
                  <a:lnTo>
                    <a:pt x="62962" y="56606"/>
                  </a:lnTo>
                  <a:lnTo>
                    <a:pt x="61771" y="56505"/>
                  </a:lnTo>
                  <a:lnTo>
                    <a:pt x="60581" y="56424"/>
                  </a:lnTo>
                  <a:lnTo>
                    <a:pt x="59390" y="56384"/>
                  </a:lnTo>
                  <a:lnTo>
                    <a:pt x="58179" y="56364"/>
                  </a:lnTo>
                  <a:lnTo>
                    <a:pt x="56968" y="56384"/>
                  </a:lnTo>
                  <a:lnTo>
                    <a:pt x="55778" y="56444"/>
                  </a:lnTo>
                  <a:lnTo>
                    <a:pt x="54567" y="56525"/>
                  </a:lnTo>
                  <a:lnTo>
                    <a:pt x="53356" y="56646"/>
                  </a:lnTo>
                  <a:lnTo>
                    <a:pt x="52145" y="56787"/>
                  </a:lnTo>
                  <a:lnTo>
                    <a:pt x="50935" y="56949"/>
                  </a:lnTo>
                  <a:lnTo>
                    <a:pt x="49744" y="57151"/>
                  </a:lnTo>
                  <a:lnTo>
                    <a:pt x="48553" y="57393"/>
                  </a:lnTo>
                  <a:lnTo>
                    <a:pt x="47343" y="57655"/>
                  </a:lnTo>
                  <a:lnTo>
                    <a:pt x="46172" y="57958"/>
                  </a:lnTo>
                  <a:lnTo>
                    <a:pt x="44981" y="58281"/>
                  </a:lnTo>
                  <a:lnTo>
                    <a:pt x="43811" y="58644"/>
                  </a:lnTo>
                  <a:lnTo>
                    <a:pt x="42661" y="59027"/>
                  </a:lnTo>
                  <a:lnTo>
                    <a:pt x="41510" y="59451"/>
                  </a:lnTo>
                  <a:lnTo>
                    <a:pt x="40380" y="59895"/>
                  </a:lnTo>
                  <a:lnTo>
                    <a:pt x="39250" y="60359"/>
                  </a:lnTo>
                  <a:lnTo>
                    <a:pt x="38140" y="60864"/>
                  </a:lnTo>
                  <a:lnTo>
                    <a:pt x="37031" y="61409"/>
                  </a:lnTo>
                  <a:lnTo>
                    <a:pt x="35961" y="61954"/>
                  </a:lnTo>
                  <a:lnTo>
                    <a:pt x="34891" y="62539"/>
                  </a:lnTo>
                  <a:lnTo>
                    <a:pt x="33842" y="63144"/>
                  </a:lnTo>
                  <a:lnTo>
                    <a:pt x="32813" y="63790"/>
                  </a:lnTo>
                  <a:lnTo>
                    <a:pt x="31784" y="64436"/>
                  </a:lnTo>
                  <a:lnTo>
                    <a:pt x="30795" y="65122"/>
                  </a:lnTo>
                  <a:lnTo>
                    <a:pt x="29826" y="65828"/>
                  </a:lnTo>
                  <a:lnTo>
                    <a:pt x="28878" y="66555"/>
                  </a:lnTo>
                  <a:lnTo>
                    <a:pt x="27950" y="67321"/>
                  </a:lnTo>
                  <a:lnTo>
                    <a:pt x="27041" y="68088"/>
                  </a:lnTo>
                  <a:lnTo>
                    <a:pt x="26113" y="68916"/>
                  </a:lnTo>
                  <a:lnTo>
                    <a:pt x="25205" y="69763"/>
                  </a:lnTo>
                  <a:lnTo>
                    <a:pt x="23429" y="71499"/>
                  </a:lnTo>
                  <a:lnTo>
                    <a:pt x="22279" y="72609"/>
                  </a:lnTo>
                  <a:lnTo>
                    <a:pt x="21129" y="73719"/>
                  </a:lnTo>
                  <a:lnTo>
                    <a:pt x="19938" y="74788"/>
                  </a:lnTo>
                  <a:lnTo>
                    <a:pt x="19333" y="75313"/>
                  </a:lnTo>
                  <a:lnTo>
                    <a:pt x="18707" y="75837"/>
                  </a:lnTo>
                  <a:lnTo>
                    <a:pt x="18081" y="76342"/>
                  </a:lnTo>
                  <a:lnTo>
                    <a:pt x="17456" y="76826"/>
                  </a:lnTo>
                  <a:lnTo>
                    <a:pt x="16810" y="77290"/>
                  </a:lnTo>
                  <a:lnTo>
                    <a:pt x="16144" y="77734"/>
                  </a:lnTo>
                  <a:lnTo>
                    <a:pt x="15458" y="78158"/>
                  </a:lnTo>
                  <a:lnTo>
                    <a:pt x="14772" y="78542"/>
                  </a:lnTo>
                  <a:lnTo>
                    <a:pt x="14066" y="78925"/>
                  </a:lnTo>
                  <a:lnTo>
                    <a:pt x="13339" y="79268"/>
                  </a:lnTo>
                  <a:lnTo>
                    <a:pt x="12915" y="79450"/>
                  </a:lnTo>
                  <a:lnTo>
                    <a:pt x="12492" y="79611"/>
                  </a:lnTo>
                  <a:lnTo>
                    <a:pt x="12048" y="79752"/>
                  </a:lnTo>
                  <a:lnTo>
                    <a:pt x="11604" y="79894"/>
                  </a:lnTo>
                  <a:lnTo>
                    <a:pt x="11160" y="79995"/>
                  </a:lnTo>
                  <a:lnTo>
                    <a:pt x="10716" y="80095"/>
                  </a:lnTo>
                  <a:lnTo>
                    <a:pt x="10252" y="80196"/>
                  </a:lnTo>
                  <a:lnTo>
                    <a:pt x="9787" y="80257"/>
                  </a:lnTo>
                  <a:lnTo>
                    <a:pt x="9344" y="80297"/>
                  </a:lnTo>
                  <a:lnTo>
                    <a:pt x="8879" y="80338"/>
                  </a:lnTo>
                  <a:lnTo>
                    <a:pt x="8415" y="80358"/>
                  </a:lnTo>
                  <a:lnTo>
                    <a:pt x="7951" y="80358"/>
                  </a:lnTo>
                  <a:lnTo>
                    <a:pt x="7507" y="80338"/>
                  </a:lnTo>
                  <a:lnTo>
                    <a:pt x="7063" y="80317"/>
                  </a:lnTo>
                  <a:lnTo>
                    <a:pt x="6619" y="80257"/>
                  </a:lnTo>
                  <a:lnTo>
                    <a:pt x="6175" y="80196"/>
                  </a:lnTo>
                  <a:lnTo>
                    <a:pt x="5691" y="80095"/>
                  </a:lnTo>
                  <a:lnTo>
                    <a:pt x="5247" y="79974"/>
                  </a:lnTo>
                  <a:lnTo>
                    <a:pt x="4803" y="79853"/>
                  </a:lnTo>
                  <a:lnTo>
                    <a:pt x="4379" y="79692"/>
                  </a:lnTo>
                  <a:lnTo>
                    <a:pt x="3955" y="79510"/>
                  </a:lnTo>
                  <a:lnTo>
                    <a:pt x="3572" y="79329"/>
                  </a:lnTo>
                  <a:lnTo>
                    <a:pt x="3189" y="79107"/>
                  </a:lnTo>
                  <a:lnTo>
                    <a:pt x="2846" y="78885"/>
                  </a:lnTo>
                  <a:lnTo>
                    <a:pt x="2502" y="78642"/>
                  </a:lnTo>
                  <a:lnTo>
                    <a:pt x="2180" y="78380"/>
                  </a:lnTo>
                  <a:lnTo>
                    <a:pt x="1897" y="78098"/>
                  </a:lnTo>
                  <a:lnTo>
                    <a:pt x="1615" y="77795"/>
                  </a:lnTo>
                  <a:lnTo>
                    <a:pt x="1352" y="77472"/>
                  </a:lnTo>
                  <a:lnTo>
                    <a:pt x="1130" y="77149"/>
                  </a:lnTo>
                  <a:lnTo>
                    <a:pt x="908" y="76806"/>
                  </a:lnTo>
                  <a:lnTo>
                    <a:pt x="727" y="76443"/>
                  </a:lnTo>
                  <a:lnTo>
                    <a:pt x="585" y="76180"/>
                  </a:lnTo>
                  <a:lnTo>
                    <a:pt x="484" y="75898"/>
                  </a:lnTo>
                  <a:lnTo>
                    <a:pt x="384" y="75636"/>
                  </a:lnTo>
                  <a:lnTo>
                    <a:pt x="303" y="75353"/>
                  </a:lnTo>
                  <a:lnTo>
                    <a:pt x="242" y="75050"/>
                  </a:lnTo>
                  <a:lnTo>
                    <a:pt x="182" y="74768"/>
                  </a:lnTo>
                  <a:lnTo>
                    <a:pt x="141" y="74465"/>
                  </a:lnTo>
                  <a:lnTo>
                    <a:pt x="101" y="74162"/>
                  </a:lnTo>
                  <a:lnTo>
                    <a:pt x="81" y="73860"/>
                  </a:lnTo>
                  <a:lnTo>
                    <a:pt x="81" y="73557"/>
                  </a:lnTo>
                  <a:lnTo>
                    <a:pt x="101" y="73254"/>
                  </a:lnTo>
                  <a:lnTo>
                    <a:pt x="121" y="72952"/>
                  </a:lnTo>
                  <a:lnTo>
                    <a:pt x="162" y="72629"/>
                  </a:lnTo>
                  <a:lnTo>
                    <a:pt x="202" y="72306"/>
                  </a:lnTo>
                  <a:lnTo>
                    <a:pt x="262" y="71983"/>
                  </a:lnTo>
                  <a:lnTo>
                    <a:pt x="343" y="71680"/>
                  </a:lnTo>
                  <a:lnTo>
                    <a:pt x="525" y="71075"/>
                  </a:lnTo>
                  <a:lnTo>
                    <a:pt x="727" y="70490"/>
                  </a:lnTo>
                  <a:lnTo>
                    <a:pt x="989" y="69925"/>
                  </a:lnTo>
                  <a:lnTo>
                    <a:pt x="1292" y="69380"/>
                  </a:lnTo>
                  <a:lnTo>
                    <a:pt x="1615" y="68835"/>
                  </a:lnTo>
                  <a:lnTo>
                    <a:pt x="1998" y="68330"/>
                  </a:lnTo>
                  <a:lnTo>
                    <a:pt x="2381" y="67846"/>
                  </a:lnTo>
                  <a:lnTo>
                    <a:pt x="2825" y="67382"/>
                  </a:lnTo>
                  <a:lnTo>
                    <a:pt x="3209" y="67019"/>
                  </a:lnTo>
                  <a:lnTo>
                    <a:pt x="3612" y="66676"/>
                  </a:lnTo>
                  <a:lnTo>
                    <a:pt x="4036" y="66353"/>
                  </a:lnTo>
                  <a:lnTo>
                    <a:pt x="4500" y="66030"/>
                  </a:lnTo>
                  <a:lnTo>
                    <a:pt x="4964" y="65727"/>
                  </a:lnTo>
                  <a:lnTo>
                    <a:pt x="5449" y="65445"/>
                  </a:lnTo>
                  <a:lnTo>
                    <a:pt x="5973" y="65162"/>
                  </a:lnTo>
                  <a:lnTo>
                    <a:pt x="6518" y="64900"/>
                  </a:lnTo>
                  <a:lnTo>
                    <a:pt x="7063" y="64658"/>
                  </a:lnTo>
                  <a:lnTo>
                    <a:pt x="7669" y="64415"/>
                  </a:lnTo>
                  <a:lnTo>
                    <a:pt x="8274" y="64194"/>
                  </a:lnTo>
                  <a:lnTo>
                    <a:pt x="8920" y="63992"/>
                  </a:lnTo>
                  <a:lnTo>
                    <a:pt x="9586" y="63790"/>
                  </a:lnTo>
                  <a:lnTo>
                    <a:pt x="10272" y="63608"/>
                  </a:lnTo>
                  <a:lnTo>
                    <a:pt x="10978" y="63427"/>
                  </a:lnTo>
                  <a:lnTo>
                    <a:pt x="11745" y="63265"/>
                  </a:lnTo>
                  <a:lnTo>
                    <a:pt x="12673" y="63084"/>
                  </a:lnTo>
                  <a:lnTo>
                    <a:pt x="13460" y="62942"/>
                  </a:lnTo>
                  <a:lnTo>
                    <a:pt x="14227" y="62781"/>
                  </a:lnTo>
                  <a:lnTo>
                    <a:pt x="15014" y="62579"/>
                  </a:lnTo>
                  <a:lnTo>
                    <a:pt x="15761" y="62377"/>
                  </a:lnTo>
                  <a:lnTo>
                    <a:pt x="16144" y="62256"/>
                  </a:lnTo>
                  <a:lnTo>
                    <a:pt x="16507" y="62115"/>
                  </a:lnTo>
                  <a:lnTo>
                    <a:pt x="16871" y="61974"/>
                  </a:lnTo>
                  <a:lnTo>
                    <a:pt x="17234" y="61812"/>
                  </a:lnTo>
                  <a:lnTo>
                    <a:pt x="17577" y="61631"/>
                  </a:lnTo>
                  <a:lnTo>
                    <a:pt x="17920" y="61429"/>
                  </a:lnTo>
                  <a:lnTo>
                    <a:pt x="18243" y="61227"/>
                  </a:lnTo>
                  <a:lnTo>
                    <a:pt x="18566" y="61005"/>
                  </a:lnTo>
                  <a:lnTo>
                    <a:pt x="18909" y="60723"/>
                  </a:lnTo>
                  <a:lnTo>
                    <a:pt x="19232" y="60420"/>
                  </a:lnTo>
                  <a:lnTo>
                    <a:pt x="19534" y="60097"/>
                  </a:lnTo>
                  <a:lnTo>
                    <a:pt x="19817" y="59754"/>
                  </a:lnTo>
                  <a:lnTo>
                    <a:pt x="20099" y="59391"/>
                  </a:lnTo>
                  <a:lnTo>
                    <a:pt x="20362" y="59007"/>
                  </a:lnTo>
                  <a:lnTo>
                    <a:pt x="20604" y="58604"/>
                  </a:lnTo>
                  <a:lnTo>
                    <a:pt x="20826" y="58160"/>
                  </a:lnTo>
                  <a:lnTo>
                    <a:pt x="21028" y="57716"/>
                  </a:lnTo>
                  <a:lnTo>
                    <a:pt x="21230" y="57252"/>
                  </a:lnTo>
                  <a:lnTo>
                    <a:pt x="21391" y="56767"/>
                  </a:lnTo>
                  <a:lnTo>
                    <a:pt x="21552" y="56263"/>
                  </a:lnTo>
                  <a:lnTo>
                    <a:pt x="21694" y="55738"/>
                  </a:lnTo>
                  <a:lnTo>
                    <a:pt x="21795" y="55213"/>
                  </a:lnTo>
                  <a:lnTo>
                    <a:pt x="21895" y="54648"/>
                  </a:lnTo>
                  <a:lnTo>
                    <a:pt x="21976" y="54083"/>
                  </a:lnTo>
                  <a:lnTo>
                    <a:pt x="22037" y="53478"/>
                  </a:lnTo>
                  <a:lnTo>
                    <a:pt x="22077" y="52872"/>
                  </a:lnTo>
                  <a:lnTo>
                    <a:pt x="22097" y="52267"/>
                  </a:lnTo>
                  <a:lnTo>
                    <a:pt x="22117" y="51662"/>
                  </a:lnTo>
                  <a:lnTo>
                    <a:pt x="22097" y="51056"/>
                  </a:lnTo>
                  <a:lnTo>
                    <a:pt x="22077" y="50451"/>
                  </a:lnTo>
                  <a:lnTo>
                    <a:pt x="21996" y="49240"/>
                  </a:lnTo>
                  <a:lnTo>
                    <a:pt x="21875" y="48029"/>
                  </a:lnTo>
                  <a:lnTo>
                    <a:pt x="21734" y="46818"/>
                  </a:lnTo>
                  <a:lnTo>
                    <a:pt x="21552" y="45608"/>
                  </a:lnTo>
                  <a:lnTo>
                    <a:pt x="21371" y="44417"/>
                  </a:lnTo>
                  <a:lnTo>
                    <a:pt x="21068" y="42359"/>
                  </a:lnTo>
                  <a:lnTo>
                    <a:pt x="20927" y="41309"/>
                  </a:lnTo>
                  <a:lnTo>
                    <a:pt x="20806" y="40280"/>
                  </a:lnTo>
                  <a:lnTo>
                    <a:pt x="20745" y="39493"/>
                  </a:lnTo>
                  <a:lnTo>
                    <a:pt x="20685" y="38706"/>
                  </a:lnTo>
                  <a:lnTo>
                    <a:pt x="20665" y="37879"/>
                  </a:lnTo>
                  <a:lnTo>
                    <a:pt x="20665" y="37031"/>
                  </a:lnTo>
                  <a:lnTo>
                    <a:pt x="20685" y="36184"/>
                  </a:lnTo>
                  <a:lnTo>
                    <a:pt x="20765" y="35316"/>
                  </a:lnTo>
                  <a:lnTo>
                    <a:pt x="20866" y="34448"/>
                  </a:lnTo>
                  <a:lnTo>
                    <a:pt x="21008" y="33560"/>
                  </a:lnTo>
                  <a:lnTo>
                    <a:pt x="21088" y="33136"/>
                  </a:lnTo>
                  <a:lnTo>
                    <a:pt x="21189" y="32713"/>
                  </a:lnTo>
                  <a:lnTo>
                    <a:pt x="21290" y="32269"/>
                  </a:lnTo>
                  <a:lnTo>
                    <a:pt x="21431" y="31845"/>
                  </a:lnTo>
                  <a:lnTo>
                    <a:pt x="21552" y="31441"/>
                  </a:lnTo>
                  <a:lnTo>
                    <a:pt x="21714" y="31017"/>
                  </a:lnTo>
                  <a:lnTo>
                    <a:pt x="21875" y="30614"/>
                  </a:lnTo>
                  <a:lnTo>
                    <a:pt x="22057" y="30210"/>
                  </a:lnTo>
                  <a:lnTo>
                    <a:pt x="22259" y="29807"/>
                  </a:lnTo>
                  <a:lnTo>
                    <a:pt x="22461" y="29423"/>
                  </a:lnTo>
                  <a:lnTo>
                    <a:pt x="22703" y="29040"/>
                  </a:lnTo>
                  <a:lnTo>
                    <a:pt x="22945" y="28677"/>
                  </a:lnTo>
                  <a:lnTo>
                    <a:pt x="23207" y="28313"/>
                  </a:lnTo>
                  <a:lnTo>
                    <a:pt x="23470" y="27950"/>
                  </a:lnTo>
                  <a:lnTo>
                    <a:pt x="23772" y="27607"/>
                  </a:lnTo>
                  <a:lnTo>
                    <a:pt x="24095" y="27284"/>
                  </a:lnTo>
                  <a:lnTo>
                    <a:pt x="24458" y="26921"/>
                  </a:lnTo>
                  <a:lnTo>
                    <a:pt x="24862" y="26578"/>
                  </a:lnTo>
                  <a:lnTo>
                    <a:pt x="25266" y="26275"/>
                  </a:lnTo>
                  <a:lnTo>
                    <a:pt x="25710" y="25972"/>
                  </a:lnTo>
                  <a:lnTo>
                    <a:pt x="26153" y="25690"/>
                  </a:lnTo>
                  <a:lnTo>
                    <a:pt x="26597" y="25448"/>
                  </a:lnTo>
                  <a:lnTo>
                    <a:pt x="27082" y="25226"/>
                  </a:lnTo>
                  <a:lnTo>
                    <a:pt x="27586" y="25004"/>
                  </a:lnTo>
                  <a:lnTo>
                    <a:pt x="28091" y="24822"/>
                  </a:lnTo>
                  <a:lnTo>
                    <a:pt x="28615" y="24661"/>
                  </a:lnTo>
                  <a:lnTo>
                    <a:pt x="29160" y="24519"/>
                  </a:lnTo>
                  <a:lnTo>
                    <a:pt x="29705" y="24398"/>
                  </a:lnTo>
                  <a:lnTo>
                    <a:pt x="30290" y="24297"/>
                  </a:lnTo>
                  <a:lnTo>
                    <a:pt x="30876" y="24217"/>
                  </a:lnTo>
                  <a:lnTo>
                    <a:pt x="31481" y="24176"/>
                  </a:lnTo>
                  <a:lnTo>
                    <a:pt x="32086" y="24136"/>
                  </a:lnTo>
                  <a:lnTo>
                    <a:pt x="33297" y="24136"/>
                  </a:lnTo>
                  <a:lnTo>
                    <a:pt x="33903" y="24176"/>
                  </a:lnTo>
                  <a:lnTo>
                    <a:pt x="34508" y="24217"/>
                  </a:lnTo>
                  <a:lnTo>
                    <a:pt x="35113" y="24277"/>
                  </a:lnTo>
                  <a:lnTo>
                    <a:pt x="35699" y="24358"/>
                  </a:lnTo>
                  <a:lnTo>
                    <a:pt x="36264" y="24459"/>
                  </a:lnTo>
                  <a:lnTo>
                    <a:pt x="36829" y="24580"/>
                  </a:lnTo>
                  <a:lnTo>
                    <a:pt x="37394" y="24681"/>
                  </a:lnTo>
                  <a:lnTo>
                    <a:pt x="38443" y="24943"/>
                  </a:lnTo>
                  <a:lnTo>
                    <a:pt x="39412" y="25246"/>
                  </a:lnTo>
                  <a:lnTo>
                    <a:pt x="40320" y="25549"/>
                  </a:lnTo>
                  <a:lnTo>
                    <a:pt x="41147" y="25851"/>
                  </a:lnTo>
                  <a:lnTo>
                    <a:pt x="41874" y="26134"/>
                  </a:lnTo>
                  <a:lnTo>
                    <a:pt x="42600" y="26437"/>
                  </a:lnTo>
                  <a:lnTo>
                    <a:pt x="43327" y="26759"/>
                  </a:lnTo>
                  <a:lnTo>
                    <a:pt x="44033" y="27082"/>
                  </a:lnTo>
                  <a:lnTo>
                    <a:pt x="45466" y="27768"/>
                  </a:lnTo>
                  <a:lnTo>
                    <a:pt x="46878" y="28495"/>
                  </a:lnTo>
                  <a:lnTo>
                    <a:pt x="48271" y="29242"/>
                  </a:lnTo>
                  <a:lnTo>
                    <a:pt x="49643" y="30008"/>
                  </a:lnTo>
                  <a:lnTo>
                    <a:pt x="52367" y="31542"/>
                  </a:lnTo>
                  <a:lnTo>
                    <a:pt x="54486" y="32753"/>
                  </a:lnTo>
                  <a:lnTo>
                    <a:pt x="56646" y="33944"/>
                  </a:lnTo>
                  <a:lnTo>
                    <a:pt x="57735" y="34529"/>
                  </a:lnTo>
                  <a:lnTo>
                    <a:pt x="58825" y="35094"/>
                  </a:lnTo>
                  <a:lnTo>
                    <a:pt x="59935" y="35639"/>
                  </a:lnTo>
                  <a:lnTo>
                    <a:pt x="61045" y="36163"/>
                  </a:lnTo>
                  <a:lnTo>
                    <a:pt x="61953" y="36547"/>
                  </a:lnTo>
                  <a:lnTo>
                    <a:pt x="62821" y="36890"/>
                  </a:lnTo>
                  <a:lnTo>
                    <a:pt x="63668" y="37193"/>
                  </a:lnTo>
                  <a:lnTo>
                    <a:pt x="64496" y="37435"/>
                  </a:lnTo>
                  <a:lnTo>
                    <a:pt x="65283" y="37637"/>
                  </a:lnTo>
                  <a:lnTo>
                    <a:pt x="66049" y="37798"/>
                  </a:lnTo>
                  <a:lnTo>
                    <a:pt x="66816" y="37899"/>
                  </a:lnTo>
                  <a:lnTo>
                    <a:pt x="67523" y="37959"/>
                  </a:lnTo>
                  <a:lnTo>
                    <a:pt x="68229" y="37980"/>
                  </a:lnTo>
                  <a:lnTo>
                    <a:pt x="68552" y="37959"/>
                  </a:lnTo>
                  <a:lnTo>
                    <a:pt x="68895" y="37939"/>
                  </a:lnTo>
                  <a:lnTo>
                    <a:pt x="69218" y="37899"/>
                  </a:lnTo>
                  <a:lnTo>
                    <a:pt x="69541" y="37859"/>
                  </a:lnTo>
                  <a:lnTo>
                    <a:pt x="69843" y="37798"/>
                  </a:lnTo>
                  <a:lnTo>
                    <a:pt x="70166" y="37737"/>
                  </a:lnTo>
                  <a:lnTo>
                    <a:pt x="70449" y="37657"/>
                  </a:lnTo>
                  <a:lnTo>
                    <a:pt x="70751" y="37556"/>
                  </a:lnTo>
                  <a:lnTo>
                    <a:pt x="71034" y="37455"/>
                  </a:lnTo>
                  <a:lnTo>
                    <a:pt x="71316" y="37334"/>
                  </a:lnTo>
                  <a:lnTo>
                    <a:pt x="71579" y="37193"/>
                  </a:lnTo>
                  <a:lnTo>
                    <a:pt x="71861" y="37051"/>
                  </a:lnTo>
                  <a:lnTo>
                    <a:pt x="72103" y="36890"/>
                  </a:lnTo>
                  <a:lnTo>
                    <a:pt x="72366" y="36728"/>
                  </a:lnTo>
                  <a:lnTo>
                    <a:pt x="72628" y="36547"/>
                  </a:lnTo>
                  <a:lnTo>
                    <a:pt x="72870" y="36345"/>
                  </a:lnTo>
                  <a:lnTo>
                    <a:pt x="73112" y="36143"/>
                  </a:lnTo>
                  <a:lnTo>
                    <a:pt x="73355" y="35921"/>
                  </a:lnTo>
                  <a:lnTo>
                    <a:pt x="73577" y="35679"/>
                  </a:lnTo>
                  <a:lnTo>
                    <a:pt x="73778" y="35437"/>
                  </a:lnTo>
                  <a:lnTo>
                    <a:pt x="74000" y="35195"/>
                  </a:lnTo>
                  <a:lnTo>
                    <a:pt x="74182" y="34912"/>
                  </a:lnTo>
                  <a:lnTo>
                    <a:pt x="74384" y="34650"/>
                  </a:lnTo>
                  <a:lnTo>
                    <a:pt x="74565" y="34347"/>
                  </a:lnTo>
                  <a:lnTo>
                    <a:pt x="74727" y="34065"/>
                  </a:lnTo>
                  <a:lnTo>
                    <a:pt x="74888" y="33742"/>
                  </a:lnTo>
                  <a:lnTo>
                    <a:pt x="75050" y="33419"/>
                  </a:lnTo>
                  <a:lnTo>
                    <a:pt x="75191" y="33096"/>
                  </a:lnTo>
                  <a:lnTo>
                    <a:pt x="75312" y="32753"/>
                  </a:lnTo>
                  <a:lnTo>
                    <a:pt x="75433" y="32410"/>
                  </a:lnTo>
                  <a:lnTo>
                    <a:pt x="75635" y="31784"/>
                  </a:lnTo>
                  <a:lnTo>
                    <a:pt x="75796" y="31139"/>
                  </a:lnTo>
                  <a:lnTo>
                    <a:pt x="75917" y="30473"/>
                  </a:lnTo>
                  <a:lnTo>
                    <a:pt x="76018" y="29786"/>
                  </a:lnTo>
                  <a:lnTo>
                    <a:pt x="76099" y="29080"/>
                  </a:lnTo>
                  <a:lnTo>
                    <a:pt x="76139" y="28374"/>
                  </a:lnTo>
                  <a:lnTo>
                    <a:pt x="76139" y="27627"/>
                  </a:lnTo>
                  <a:lnTo>
                    <a:pt x="76119" y="26901"/>
                  </a:lnTo>
                  <a:lnTo>
                    <a:pt x="76059" y="25791"/>
                  </a:lnTo>
                  <a:lnTo>
                    <a:pt x="75998" y="24721"/>
                  </a:lnTo>
                  <a:lnTo>
                    <a:pt x="75837" y="22703"/>
                  </a:lnTo>
                  <a:lnTo>
                    <a:pt x="75655" y="20786"/>
                  </a:lnTo>
                  <a:lnTo>
                    <a:pt x="75453" y="18950"/>
                  </a:lnTo>
                  <a:lnTo>
                    <a:pt x="75252" y="16932"/>
                  </a:lnTo>
                  <a:lnTo>
                    <a:pt x="75050" y="14833"/>
                  </a:lnTo>
                  <a:lnTo>
                    <a:pt x="74929" y="13642"/>
                  </a:lnTo>
                  <a:lnTo>
                    <a:pt x="74787" y="12452"/>
                  </a:lnTo>
                  <a:lnTo>
                    <a:pt x="74606" y="11140"/>
                  </a:lnTo>
                  <a:lnTo>
                    <a:pt x="74545" y="10494"/>
                  </a:lnTo>
                  <a:lnTo>
                    <a:pt x="74485" y="9849"/>
                  </a:lnTo>
                  <a:lnTo>
                    <a:pt x="74444" y="9203"/>
                  </a:lnTo>
                  <a:lnTo>
                    <a:pt x="74424" y="8577"/>
                  </a:lnTo>
                  <a:lnTo>
                    <a:pt x="74424" y="7952"/>
                  </a:lnTo>
                  <a:lnTo>
                    <a:pt x="74464" y="7346"/>
                  </a:lnTo>
                  <a:lnTo>
                    <a:pt x="74525" y="6741"/>
                  </a:lnTo>
                  <a:lnTo>
                    <a:pt x="74646" y="6176"/>
                  </a:lnTo>
                  <a:lnTo>
                    <a:pt x="74707" y="5893"/>
                  </a:lnTo>
                  <a:lnTo>
                    <a:pt x="74787" y="5611"/>
                  </a:lnTo>
                  <a:lnTo>
                    <a:pt x="74888" y="5348"/>
                  </a:lnTo>
                  <a:lnTo>
                    <a:pt x="74989" y="5066"/>
                  </a:lnTo>
                  <a:lnTo>
                    <a:pt x="75110" y="4824"/>
                  </a:lnTo>
                  <a:lnTo>
                    <a:pt x="75231" y="4561"/>
                  </a:lnTo>
                  <a:lnTo>
                    <a:pt x="75393" y="4319"/>
                  </a:lnTo>
                  <a:lnTo>
                    <a:pt x="75554" y="4077"/>
                  </a:lnTo>
                  <a:lnTo>
                    <a:pt x="75716" y="3835"/>
                  </a:lnTo>
                  <a:lnTo>
                    <a:pt x="75917" y="3613"/>
                  </a:lnTo>
                  <a:lnTo>
                    <a:pt x="76119" y="3391"/>
                  </a:lnTo>
                  <a:lnTo>
                    <a:pt x="76341" y="3189"/>
                  </a:lnTo>
                  <a:lnTo>
                    <a:pt x="76604" y="2967"/>
                  </a:lnTo>
                  <a:lnTo>
                    <a:pt x="76886" y="2765"/>
                  </a:lnTo>
                  <a:lnTo>
                    <a:pt x="77169" y="2584"/>
                  </a:lnTo>
                  <a:lnTo>
                    <a:pt x="77471" y="2422"/>
                  </a:lnTo>
                  <a:lnTo>
                    <a:pt x="77754" y="2261"/>
                  </a:lnTo>
                  <a:lnTo>
                    <a:pt x="78077" y="2120"/>
                  </a:lnTo>
                  <a:lnTo>
                    <a:pt x="78379" y="1998"/>
                  </a:lnTo>
                  <a:lnTo>
                    <a:pt x="78702" y="1877"/>
                  </a:lnTo>
                  <a:lnTo>
                    <a:pt x="79348" y="1676"/>
                  </a:lnTo>
                  <a:lnTo>
                    <a:pt x="80014" y="1514"/>
                  </a:lnTo>
                  <a:lnTo>
                    <a:pt x="80660" y="1373"/>
                  </a:lnTo>
                  <a:lnTo>
                    <a:pt x="81306" y="1232"/>
                  </a:lnTo>
                  <a:lnTo>
                    <a:pt x="82799" y="989"/>
                  </a:lnTo>
                  <a:lnTo>
                    <a:pt x="84312" y="747"/>
                  </a:lnTo>
                  <a:lnTo>
                    <a:pt x="85826" y="566"/>
                  </a:lnTo>
                  <a:lnTo>
                    <a:pt x="87319" y="404"/>
                  </a:lnTo>
                  <a:lnTo>
                    <a:pt x="88833" y="283"/>
                  </a:lnTo>
                  <a:lnTo>
                    <a:pt x="90346" y="182"/>
                  </a:lnTo>
                  <a:lnTo>
                    <a:pt x="91860" y="122"/>
                  </a:lnTo>
                  <a:lnTo>
                    <a:pt x="93373" y="81"/>
                  </a:lnTo>
                  <a:close/>
                  <a:moveTo>
                    <a:pt x="93373" y="1"/>
                  </a:moveTo>
                  <a:lnTo>
                    <a:pt x="91860" y="41"/>
                  </a:lnTo>
                  <a:lnTo>
                    <a:pt x="90346" y="102"/>
                  </a:lnTo>
                  <a:lnTo>
                    <a:pt x="88833" y="202"/>
                  </a:lnTo>
                  <a:lnTo>
                    <a:pt x="87319" y="324"/>
                  </a:lnTo>
                  <a:lnTo>
                    <a:pt x="85806" y="485"/>
                  </a:lnTo>
                  <a:lnTo>
                    <a:pt x="84292" y="667"/>
                  </a:lnTo>
                  <a:lnTo>
                    <a:pt x="82799" y="909"/>
                  </a:lnTo>
                  <a:lnTo>
                    <a:pt x="81285" y="1171"/>
                  </a:lnTo>
                  <a:lnTo>
                    <a:pt x="80640" y="1292"/>
                  </a:lnTo>
                  <a:lnTo>
                    <a:pt x="79994" y="1433"/>
                  </a:lnTo>
                  <a:lnTo>
                    <a:pt x="79328" y="1595"/>
                  </a:lnTo>
                  <a:lnTo>
                    <a:pt x="78682" y="1797"/>
                  </a:lnTo>
                  <a:lnTo>
                    <a:pt x="78359" y="1918"/>
                  </a:lnTo>
                  <a:lnTo>
                    <a:pt x="78036" y="2059"/>
                  </a:lnTo>
                  <a:lnTo>
                    <a:pt x="77734" y="2200"/>
                  </a:lnTo>
                  <a:lnTo>
                    <a:pt x="77411" y="2342"/>
                  </a:lnTo>
                  <a:lnTo>
                    <a:pt x="77128" y="2523"/>
                  </a:lnTo>
                  <a:lnTo>
                    <a:pt x="76846" y="2705"/>
                  </a:lnTo>
                  <a:lnTo>
                    <a:pt x="76563" y="2907"/>
                  </a:lnTo>
                  <a:lnTo>
                    <a:pt x="76301" y="3129"/>
                  </a:lnTo>
                  <a:lnTo>
                    <a:pt x="76059" y="3330"/>
                  </a:lnTo>
                  <a:lnTo>
                    <a:pt x="75857" y="3552"/>
                  </a:lnTo>
                  <a:lnTo>
                    <a:pt x="75655" y="3795"/>
                  </a:lnTo>
                  <a:lnTo>
                    <a:pt x="75473" y="4017"/>
                  </a:lnTo>
                  <a:lnTo>
                    <a:pt x="75312" y="4259"/>
                  </a:lnTo>
                  <a:lnTo>
                    <a:pt x="75171" y="4521"/>
                  </a:lnTo>
                  <a:lnTo>
                    <a:pt x="75030" y="4763"/>
                  </a:lnTo>
                  <a:lnTo>
                    <a:pt x="74908" y="5026"/>
                  </a:lnTo>
                  <a:lnTo>
                    <a:pt x="74808" y="5308"/>
                  </a:lnTo>
                  <a:lnTo>
                    <a:pt x="74707" y="5570"/>
                  </a:lnTo>
                  <a:lnTo>
                    <a:pt x="74626" y="5853"/>
                  </a:lnTo>
                  <a:lnTo>
                    <a:pt x="74565" y="6135"/>
                  </a:lnTo>
                  <a:lnTo>
                    <a:pt x="74444" y="6721"/>
                  </a:lnTo>
                  <a:lnTo>
                    <a:pt x="74384" y="7326"/>
                  </a:lnTo>
                  <a:lnTo>
                    <a:pt x="74343" y="7931"/>
                  </a:lnTo>
                  <a:lnTo>
                    <a:pt x="74343" y="8557"/>
                  </a:lnTo>
                  <a:lnTo>
                    <a:pt x="74364" y="9203"/>
                  </a:lnTo>
                  <a:lnTo>
                    <a:pt x="74404" y="9849"/>
                  </a:lnTo>
                  <a:lnTo>
                    <a:pt x="74464" y="10494"/>
                  </a:lnTo>
                  <a:lnTo>
                    <a:pt x="74525" y="11160"/>
                  </a:lnTo>
                  <a:lnTo>
                    <a:pt x="74707" y="12472"/>
                  </a:lnTo>
                  <a:lnTo>
                    <a:pt x="74848" y="13663"/>
                  </a:lnTo>
                  <a:lnTo>
                    <a:pt x="74969" y="14833"/>
                  </a:lnTo>
                  <a:lnTo>
                    <a:pt x="75171" y="16932"/>
                  </a:lnTo>
                  <a:lnTo>
                    <a:pt x="75373" y="18950"/>
                  </a:lnTo>
                  <a:lnTo>
                    <a:pt x="75574" y="20806"/>
                  </a:lnTo>
                  <a:lnTo>
                    <a:pt x="75756" y="22703"/>
                  </a:lnTo>
                  <a:lnTo>
                    <a:pt x="75917" y="24741"/>
                  </a:lnTo>
                  <a:lnTo>
                    <a:pt x="75978" y="25791"/>
                  </a:lnTo>
                  <a:lnTo>
                    <a:pt x="76039" y="26901"/>
                  </a:lnTo>
                  <a:lnTo>
                    <a:pt x="76059" y="27627"/>
                  </a:lnTo>
                  <a:lnTo>
                    <a:pt x="76059" y="28354"/>
                  </a:lnTo>
                  <a:lnTo>
                    <a:pt x="76018" y="29080"/>
                  </a:lnTo>
                  <a:lnTo>
                    <a:pt x="75938" y="29766"/>
                  </a:lnTo>
                  <a:lnTo>
                    <a:pt x="75837" y="30452"/>
                  </a:lnTo>
                  <a:lnTo>
                    <a:pt x="75716" y="31118"/>
                  </a:lnTo>
                  <a:lnTo>
                    <a:pt x="75554" y="31764"/>
                  </a:lnTo>
                  <a:lnTo>
                    <a:pt x="75373" y="32370"/>
                  </a:lnTo>
                  <a:lnTo>
                    <a:pt x="75252" y="32733"/>
                  </a:lnTo>
                  <a:lnTo>
                    <a:pt x="75110" y="33056"/>
                  </a:lnTo>
                  <a:lnTo>
                    <a:pt x="74969" y="33399"/>
                  </a:lnTo>
                  <a:lnTo>
                    <a:pt x="74808" y="33701"/>
                  </a:lnTo>
                  <a:lnTo>
                    <a:pt x="74666" y="34024"/>
                  </a:lnTo>
                  <a:lnTo>
                    <a:pt x="74485" y="34307"/>
                  </a:lnTo>
                  <a:lnTo>
                    <a:pt x="74303" y="34589"/>
                  </a:lnTo>
                  <a:lnTo>
                    <a:pt x="74121" y="34872"/>
                  </a:lnTo>
                  <a:lnTo>
                    <a:pt x="73920" y="35134"/>
                  </a:lnTo>
                  <a:lnTo>
                    <a:pt x="73718" y="35397"/>
                  </a:lnTo>
                  <a:lnTo>
                    <a:pt x="73516" y="35639"/>
                  </a:lnTo>
                  <a:lnTo>
                    <a:pt x="73294" y="35861"/>
                  </a:lnTo>
                  <a:lnTo>
                    <a:pt x="73052" y="36083"/>
                  </a:lnTo>
                  <a:lnTo>
                    <a:pt x="72830" y="36284"/>
                  </a:lnTo>
                  <a:lnTo>
                    <a:pt x="72568" y="36486"/>
                  </a:lnTo>
                  <a:lnTo>
                    <a:pt x="72325" y="36668"/>
                  </a:lnTo>
                  <a:lnTo>
                    <a:pt x="72063" y="36829"/>
                  </a:lnTo>
                  <a:lnTo>
                    <a:pt x="71821" y="36991"/>
                  </a:lnTo>
                  <a:lnTo>
                    <a:pt x="71538" y="37132"/>
                  </a:lnTo>
                  <a:lnTo>
                    <a:pt x="71276" y="37253"/>
                  </a:lnTo>
                  <a:lnTo>
                    <a:pt x="70994" y="37374"/>
                  </a:lnTo>
                  <a:lnTo>
                    <a:pt x="70711" y="37475"/>
                  </a:lnTo>
                  <a:lnTo>
                    <a:pt x="70428" y="37576"/>
                  </a:lnTo>
                  <a:lnTo>
                    <a:pt x="70126" y="37657"/>
                  </a:lnTo>
                  <a:lnTo>
                    <a:pt x="69823" y="37717"/>
                  </a:lnTo>
                  <a:lnTo>
                    <a:pt x="69520" y="37778"/>
                  </a:lnTo>
                  <a:lnTo>
                    <a:pt x="69197" y="37838"/>
                  </a:lnTo>
                  <a:lnTo>
                    <a:pt x="68875" y="37859"/>
                  </a:lnTo>
                  <a:lnTo>
                    <a:pt x="68209" y="37899"/>
                  </a:lnTo>
                  <a:lnTo>
                    <a:pt x="67523" y="37879"/>
                  </a:lnTo>
                  <a:lnTo>
                    <a:pt x="66796" y="37818"/>
                  </a:lnTo>
                  <a:lnTo>
                    <a:pt x="66070" y="37717"/>
                  </a:lnTo>
                  <a:lnTo>
                    <a:pt x="65303" y="37556"/>
                  </a:lnTo>
                  <a:lnTo>
                    <a:pt x="64496" y="37354"/>
                  </a:lnTo>
                  <a:lnTo>
                    <a:pt x="63688" y="37112"/>
                  </a:lnTo>
                  <a:lnTo>
                    <a:pt x="62841" y="36829"/>
                  </a:lnTo>
                  <a:lnTo>
                    <a:pt x="61973" y="36486"/>
                  </a:lnTo>
                  <a:lnTo>
                    <a:pt x="61085" y="36083"/>
                  </a:lnTo>
                  <a:lnTo>
                    <a:pt x="59975" y="35558"/>
                  </a:lnTo>
                  <a:lnTo>
                    <a:pt x="58865" y="35013"/>
                  </a:lnTo>
                  <a:lnTo>
                    <a:pt x="57776" y="34448"/>
                  </a:lnTo>
                  <a:lnTo>
                    <a:pt x="56686" y="33863"/>
                  </a:lnTo>
                  <a:lnTo>
                    <a:pt x="54527" y="32672"/>
                  </a:lnTo>
                  <a:lnTo>
                    <a:pt x="52408" y="31461"/>
                  </a:lnTo>
                  <a:lnTo>
                    <a:pt x="49683" y="29928"/>
                  </a:lnTo>
                  <a:lnTo>
                    <a:pt x="48311" y="29161"/>
                  </a:lnTo>
                  <a:lnTo>
                    <a:pt x="46919" y="28414"/>
                  </a:lnTo>
                  <a:lnTo>
                    <a:pt x="45506" y="27708"/>
                  </a:lnTo>
                  <a:lnTo>
                    <a:pt x="44073" y="27022"/>
                  </a:lnTo>
                  <a:lnTo>
                    <a:pt x="43347" y="26679"/>
                  </a:lnTo>
                  <a:lnTo>
                    <a:pt x="42641" y="26376"/>
                  </a:lnTo>
                  <a:lnTo>
                    <a:pt x="41894" y="26053"/>
                  </a:lnTo>
                  <a:lnTo>
                    <a:pt x="41167" y="25771"/>
                  </a:lnTo>
                  <a:lnTo>
                    <a:pt x="40300" y="25448"/>
                  </a:lnTo>
                  <a:lnTo>
                    <a:pt x="39331" y="25125"/>
                  </a:lnTo>
                  <a:lnTo>
                    <a:pt x="38282" y="24822"/>
                  </a:lnTo>
                  <a:lnTo>
                    <a:pt x="37717" y="24681"/>
                  </a:lnTo>
                  <a:lnTo>
                    <a:pt x="37152" y="24560"/>
                  </a:lnTo>
                  <a:lnTo>
                    <a:pt x="36566" y="24439"/>
                  </a:lnTo>
                  <a:lnTo>
                    <a:pt x="35961" y="24318"/>
                  </a:lnTo>
                  <a:lnTo>
                    <a:pt x="35335" y="24237"/>
                  </a:lnTo>
                  <a:lnTo>
                    <a:pt x="34710" y="24156"/>
                  </a:lnTo>
                  <a:lnTo>
                    <a:pt x="34064" y="24096"/>
                  </a:lnTo>
                  <a:lnTo>
                    <a:pt x="33418" y="24055"/>
                  </a:lnTo>
                  <a:lnTo>
                    <a:pt x="32086" y="24055"/>
                  </a:lnTo>
                  <a:lnTo>
                    <a:pt x="31461" y="24096"/>
                  </a:lnTo>
                  <a:lnTo>
                    <a:pt x="30855" y="24136"/>
                  </a:lnTo>
                  <a:lnTo>
                    <a:pt x="30270" y="24217"/>
                  </a:lnTo>
                  <a:lnTo>
                    <a:pt x="29685" y="24318"/>
                  </a:lnTo>
                  <a:lnTo>
                    <a:pt x="29140" y="24439"/>
                  </a:lnTo>
                  <a:lnTo>
                    <a:pt x="28595" y="24580"/>
                  </a:lnTo>
                  <a:lnTo>
                    <a:pt x="28050" y="24741"/>
                  </a:lnTo>
                  <a:lnTo>
                    <a:pt x="27546" y="24943"/>
                  </a:lnTo>
                  <a:lnTo>
                    <a:pt x="27041" y="25145"/>
                  </a:lnTo>
                  <a:lnTo>
                    <a:pt x="26577" y="25367"/>
                  </a:lnTo>
                  <a:lnTo>
                    <a:pt x="26113" y="25629"/>
                  </a:lnTo>
                  <a:lnTo>
                    <a:pt x="25649" y="25912"/>
                  </a:lnTo>
                  <a:lnTo>
                    <a:pt x="25225" y="26194"/>
                  </a:lnTo>
                  <a:lnTo>
                    <a:pt x="24801" y="26517"/>
                  </a:lnTo>
                  <a:lnTo>
                    <a:pt x="24418" y="26860"/>
                  </a:lnTo>
                  <a:lnTo>
                    <a:pt x="24035" y="27224"/>
                  </a:lnTo>
                  <a:lnTo>
                    <a:pt x="23712" y="27546"/>
                  </a:lnTo>
                  <a:lnTo>
                    <a:pt x="23409" y="27890"/>
                  </a:lnTo>
                  <a:lnTo>
                    <a:pt x="23147" y="28253"/>
                  </a:lnTo>
                  <a:lnTo>
                    <a:pt x="22884" y="28616"/>
                  </a:lnTo>
                  <a:lnTo>
                    <a:pt x="22622" y="28999"/>
                  </a:lnTo>
                  <a:lnTo>
                    <a:pt x="22400" y="29383"/>
                  </a:lnTo>
                  <a:lnTo>
                    <a:pt x="22178" y="29766"/>
                  </a:lnTo>
                  <a:lnTo>
                    <a:pt x="21996" y="30170"/>
                  </a:lnTo>
                  <a:lnTo>
                    <a:pt x="21815" y="30573"/>
                  </a:lnTo>
                  <a:lnTo>
                    <a:pt x="21633" y="30977"/>
                  </a:lnTo>
                  <a:lnTo>
                    <a:pt x="21492" y="31401"/>
                  </a:lnTo>
                  <a:lnTo>
                    <a:pt x="21351" y="31825"/>
                  </a:lnTo>
                  <a:lnTo>
                    <a:pt x="21230" y="32248"/>
                  </a:lnTo>
                  <a:lnTo>
                    <a:pt x="21108" y="32672"/>
                  </a:lnTo>
                  <a:lnTo>
                    <a:pt x="21008" y="33116"/>
                  </a:lnTo>
                  <a:lnTo>
                    <a:pt x="20927" y="33540"/>
                  </a:lnTo>
                  <a:lnTo>
                    <a:pt x="20786" y="34428"/>
                  </a:lnTo>
                  <a:lnTo>
                    <a:pt x="20685" y="35296"/>
                  </a:lnTo>
                  <a:lnTo>
                    <a:pt x="20604" y="36163"/>
                  </a:lnTo>
                  <a:lnTo>
                    <a:pt x="20584" y="37031"/>
                  </a:lnTo>
                  <a:lnTo>
                    <a:pt x="20584" y="37879"/>
                  </a:lnTo>
                  <a:lnTo>
                    <a:pt x="20604" y="38706"/>
                  </a:lnTo>
                  <a:lnTo>
                    <a:pt x="20665" y="39513"/>
                  </a:lnTo>
                  <a:lnTo>
                    <a:pt x="20725" y="40280"/>
                  </a:lnTo>
                  <a:lnTo>
                    <a:pt x="20846" y="41329"/>
                  </a:lnTo>
                  <a:lnTo>
                    <a:pt x="20987" y="42359"/>
                  </a:lnTo>
                  <a:lnTo>
                    <a:pt x="21290" y="44437"/>
                  </a:lnTo>
                  <a:lnTo>
                    <a:pt x="21472" y="45628"/>
                  </a:lnTo>
                  <a:lnTo>
                    <a:pt x="21653" y="46818"/>
                  </a:lnTo>
                  <a:lnTo>
                    <a:pt x="21795" y="48029"/>
                  </a:lnTo>
                  <a:lnTo>
                    <a:pt x="21916" y="49240"/>
                  </a:lnTo>
                  <a:lnTo>
                    <a:pt x="21996" y="50451"/>
                  </a:lnTo>
                  <a:lnTo>
                    <a:pt x="22017" y="51056"/>
                  </a:lnTo>
                  <a:lnTo>
                    <a:pt x="22037" y="51662"/>
                  </a:lnTo>
                  <a:lnTo>
                    <a:pt x="22017" y="52267"/>
                  </a:lnTo>
                  <a:lnTo>
                    <a:pt x="21996" y="52872"/>
                  </a:lnTo>
                  <a:lnTo>
                    <a:pt x="21956" y="53478"/>
                  </a:lnTo>
                  <a:lnTo>
                    <a:pt x="21895" y="54083"/>
                  </a:lnTo>
                  <a:lnTo>
                    <a:pt x="21815" y="54648"/>
                  </a:lnTo>
                  <a:lnTo>
                    <a:pt x="21734" y="55193"/>
                  </a:lnTo>
                  <a:lnTo>
                    <a:pt x="21613" y="55718"/>
                  </a:lnTo>
                  <a:lnTo>
                    <a:pt x="21472" y="56243"/>
                  </a:lnTo>
                  <a:lnTo>
                    <a:pt x="21330" y="56727"/>
                  </a:lnTo>
                  <a:lnTo>
                    <a:pt x="21149" y="57211"/>
                  </a:lnTo>
                  <a:lnTo>
                    <a:pt x="20967" y="57675"/>
                  </a:lnTo>
                  <a:lnTo>
                    <a:pt x="20745" y="58119"/>
                  </a:lnTo>
                  <a:lnTo>
                    <a:pt x="20523" y="58543"/>
                  </a:lnTo>
                  <a:lnTo>
                    <a:pt x="20281" y="58967"/>
                  </a:lnTo>
                  <a:lnTo>
                    <a:pt x="20039" y="59350"/>
                  </a:lnTo>
                  <a:lnTo>
                    <a:pt x="19756" y="59714"/>
                  </a:lnTo>
                  <a:lnTo>
                    <a:pt x="19474" y="60057"/>
                  </a:lnTo>
                  <a:lnTo>
                    <a:pt x="19171" y="60359"/>
                  </a:lnTo>
                  <a:lnTo>
                    <a:pt x="18848" y="60662"/>
                  </a:lnTo>
                  <a:lnTo>
                    <a:pt x="18505" y="60945"/>
                  </a:lnTo>
                  <a:lnTo>
                    <a:pt x="18203" y="61167"/>
                  </a:lnTo>
                  <a:lnTo>
                    <a:pt x="17880" y="61368"/>
                  </a:lnTo>
                  <a:lnTo>
                    <a:pt x="17537" y="61570"/>
                  </a:lnTo>
                  <a:lnTo>
                    <a:pt x="17194" y="61732"/>
                  </a:lnTo>
                  <a:lnTo>
                    <a:pt x="16830" y="61893"/>
                  </a:lnTo>
                  <a:lnTo>
                    <a:pt x="16467" y="62034"/>
                  </a:lnTo>
                  <a:lnTo>
                    <a:pt x="16104" y="62176"/>
                  </a:lnTo>
                  <a:lnTo>
                    <a:pt x="15741" y="62297"/>
                  </a:lnTo>
                  <a:lnTo>
                    <a:pt x="14974" y="62519"/>
                  </a:lnTo>
                  <a:lnTo>
                    <a:pt x="14207" y="62700"/>
                  </a:lnTo>
                  <a:lnTo>
                    <a:pt x="13440" y="62862"/>
                  </a:lnTo>
                  <a:lnTo>
                    <a:pt x="12653" y="63003"/>
                  </a:lnTo>
                  <a:lnTo>
                    <a:pt x="11725" y="63185"/>
                  </a:lnTo>
                  <a:lnTo>
                    <a:pt x="10978" y="63346"/>
                  </a:lnTo>
                  <a:lnTo>
                    <a:pt x="10252" y="63528"/>
                  </a:lnTo>
                  <a:lnTo>
                    <a:pt x="9545" y="63709"/>
                  </a:lnTo>
                  <a:lnTo>
                    <a:pt x="8879" y="63911"/>
                  </a:lnTo>
                  <a:lnTo>
                    <a:pt x="8234" y="64113"/>
                  </a:lnTo>
                  <a:lnTo>
                    <a:pt x="7628" y="64335"/>
                  </a:lnTo>
                  <a:lnTo>
                    <a:pt x="7043" y="64577"/>
                  </a:lnTo>
                  <a:lnTo>
                    <a:pt x="6478" y="64819"/>
                  </a:lnTo>
                  <a:lnTo>
                    <a:pt x="5933" y="65081"/>
                  </a:lnTo>
                  <a:lnTo>
                    <a:pt x="5408" y="65364"/>
                  </a:lnTo>
                  <a:lnTo>
                    <a:pt x="4924" y="65646"/>
                  </a:lnTo>
                  <a:lnTo>
                    <a:pt x="4440" y="65969"/>
                  </a:lnTo>
                  <a:lnTo>
                    <a:pt x="3996" y="66272"/>
                  </a:lnTo>
                  <a:lnTo>
                    <a:pt x="3572" y="66615"/>
                  </a:lnTo>
                  <a:lnTo>
                    <a:pt x="3148" y="66958"/>
                  </a:lnTo>
                  <a:lnTo>
                    <a:pt x="2765" y="67321"/>
                  </a:lnTo>
                  <a:lnTo>
                    <a:pt x="2321" y="67786"/>
                  </a:lnTo>
                  <a:lnTo>
                    <a:pt x="1917" y="68270"/>
                  </a:lnTo>
                  <a:lnTo>
                    <a:pt x="1554" y="68795"/>
                  </a:lnTo>
                  <a:lnTo>
                    <a:pt x="1211" y="69339"/>
                  </a:lnTo>
                  <a:lnTo>
                    <a:pt x="928" y="69884"/>
                  </a:lnTo>
                  <a:lnTo>
                    <a:pt x="666" y="70470"/>
                  </a:lnTo>
                  <a:lnTo>
                    <a:pt x="444" y="71055"/>
                  </a:lnTo>
                  <a:lnTo>
                    <a:pt x="262" y="71660"/>
                  </a:lnTo>
                  <a:lnTo>
                    <a:pt x="182" y="71983"/>
                  </a:lnTo>
                  <a:lnTo>
                    <a:pt x="121" y="72306"/>
                  </a:lnTo>
                  <a:lnTo>
                    <a:pt x="81" y="72609"/>
                  </a:lnTo>
                  <a:lnTo>
                    <a:pt x="41" y="72931"/>
                  </a:lnTo>
                  <a:lnTo>
                    <a:pt x="20" y="73254"/>
                  </a:lnTo>
                  <a:lnTo>
                    <a:pt x="0" y="73557"/>
                  </a:lnTo>
                  <a:lnTo>
                    <a:pt x="0" y="73880"/>
                  </a:lnTo>
                  <a:lnTo>
                    <a:pt x="20" y="74183"/>
                  </a:lnTo>
                  <a:lnTo>
                    <a:pt x="61" y="74485"/>
                  </a:lnTo>
                  <a:lnTo>
                    <a:pt x="101" y="74788"/>
                  </a:lnTo>
                  <a:lnTo>
                    <a:pt x="162" y="75071"/>
                  </a:lnTo>
                  <a:lnTo>
                    <a:pt x="222" y="75373"/>
                  </a:lnTo>
                  <a:lnTo>
                    <a:pt x="323" y="75656"/>
                  </a:lnTo>
                  <a:lnTo>
                    <a:pt x="404" y="75938"/>
                  </a:lnTo>
                  <a:lnTo>
                    <a:pt x="525" y="76201"/>
                  </a:lnTo>
                  <a:lnTo>
                    <a:pt x="646" y="76483"/>
                  </a:lnTo>
                  <a:lnTo>
                    <a:pt x="828" y="76846"/>
                  </a:lnTo>
                  <a:lnTo>
                    <a:pt x="1050" y="77189"/>
                  </a:lnTo>
                  <a:lnTo>
                    <a:pt x="1292" y="77533"/>
                  </a:lnTo>
                  <a:lnTo>
                    <a:pt x="1554" y="77855"/>
                  </a:lnTo>
                  <a:lnTo>
                    <a:pt x="1837" y="78158"/>
                  </a:lnTo>
                  <a:lnTo>
                    <a:pt x="2139" y="78441"/>
                  </a:lnTo>
                  <a:lnTo>
                    <a:pt x="2462" y="78703"/>
                  </a:lnTo>
                  <a:lnTo>
                    <a:pt x="2785" y="78945"/>
                  </a:lnTo>
                  <a:lnTo>
                    <a:pt x="3148" y="79187"/>
                  </a:lnTo>
                  <a:lnTo>
                    <a:pt x="3532" y="79389"/>
                  </a:lnTo>
                  <a:lnTo>
                    <a:pt x="3935" y="79591"/>
                  </a:lnTo>
                  <a:lnTo>
                    <a:pt x="4339" y="79773"/>
                  </a:lnTo>
                  <a:lnTo>
                    <a:pt x="4763" y="79914"/>
                  </a:lnTo>
                  <a:lnTo>
                    <a:pt x="5227" y="80055"/>
                  </a:lnTo>
                  <a:lnTo>
                    <a:pt x="5691" y="80176"/>
                  </a:lnTo>
                  <a:lnTo>
                    <a:pt x="6155" y="80277"/>
                  </a:lnTo>
                  <a:lnTo>
                    <a:pt x="6660" y="80338"/>
                  </a:lnTo>
                  <a:lnTo>
                    <a:pt x="7144" y="80398"/>
                  </a:lnTo>
                  <a:lnTo>
                    <a:pt x="7648" y="80438"/>
                  </a:lnTo>
                  <a:lnTo>
                    <a:pt x="8153" y="80438"/>
                  </a:lnTo>
                  <a:lnTo>
                    <a:pt x="8819" y="80418"/>
                  </a:lnTo>
                  <a:lnTo>
                    <a:pt x="9485" y="80378"/>
                  </a:lnTo>
                  <a:lnTo>
                    <a:pt x="10171" y="80277"/>
                  </a:lnTo>
                  <a:lnTo>
                    <a:pt x="10817" y="80156"/>
                  </a:lnTo>
                  <a:lnTo>
                    <a:pt x="11483" y="80015"/>
                  </a:lnTo>
                  <a:lnTo>
                    <a:pt x="12128" y="79813"/>
                  </a:lnTo>
                  <a:lnTo>
                    <a:pt x="12754" y="79591"/>
                  </a:lnTo>
                  <a:lnTo>
                    <a:pt x="13380" y="79329"/>
                  </a:lnTo>
                  <a:lnTo>
                    <a:pt x="14106" y="78986"/>
                  </a:lnTo>
                  <a:lnTo>
                    <a:pt x="14812" y="78622"/>
                  </a:lnTo>
                  <a:lnTo>
                    <a:pt x="15498" y="78219"/>
                  </a:lnTo>
                  <a:lnTo>
                    <a:pt x="16185" y="77795"/>
                  </a:lnTo>
                  <a:lnTo>
                    <a:pt x="16850" y="77351"/>
                  </a:lnTo>
                  <a:lnTo>
                    <a:pt x="17496" y="76887"/>
                  </a:lnTo>
                  <a:lnTo>
                    <a:pt x="18142" y="76402"/>
                  </a:lnTo>
                  <a:lnTo>
                    <a:pt x="18768" y="75898"/>
                  </a:lnTo>
                  <a:lnTo>
                    <a:pt x="19373" y="75393"/>
                  </a:lnTo>
                  <a:lnTo>
                    <a:pt x="19978" y="74869"/>
                  </a:lnTo>
                  <a:lnTo>
                    <a:pt x="21169" y="73779"/>
                  </a:lnTo>
                  <a:lnTo>
                    <a:pt x="22339" y="72669"/>
                  </a:lnTo>
                  <a:lnTo>
                    <a:pt x="23490" y="71559"/>
                  </a:lnTo>
                  <a:lnTo>
                    <a:pt x="25266" y="69824"/>
                  </a:lnTo>
                  <a:lnTo>
                    <a:pt x="26174" y="68976"/>
                  </a:lnTo>
                  <a:lnTo>
                    <a:pt x="27102" y="68149"/>
                  </a:lnTo>
                  <a:lnTo>
                    <a:pt x="27990" y="67382"/>
                  </a:lnTo>
                  <a:lnTo>
                    <a:pt x="28918" y="66615"/>
                  </a:lnTo>
                  <a:lnTo>
                    <a:pt x="29867" y="65889"/>
                  </a:lnTo>
                  <a:lnTo>
                    <a:pt x="30855" y="65182"/>
                  </a:lnTo>
                  <a:lnTo>
                    <a:pt x="31844" y="64496"/>
                  </a:lnTo>
                  <a:lnTo>
                    <a:pt x="32853" y="63850"/>
                  </a:lnTo>
                  <a:lnTo>
                    <a:pt x="33882" y="63225"/>
                  </a:lnTo>
                  <a:lnTo>
                    <a:pt x="34932" y="62599"/>
                  </a:lnTo>
                  <a:lnTo>
                    <a:pt x="36001" y="62034"/>
                  </a:lnTo>
                  <a:lnTo>
                    <a:pt x="37071" y="61469"/>
                  </a:lnTo>
                  <a:lnTo>
                    <a:pt x="38161" y="60945"/>
                  </a:lnTo>
                  <a:lnTo>
                    <a:pt x="39271" y="60440"/>
                  </a:lnTo>
                  <a:lnTo>
                    <a:pt x="40401" y="59976"/>
                  </a:lnTo>
                  <a:lnTo>
                    <a:pt x="41531" y="59532"/>
                  </a:lnTo>
                  <a:lnTo>
                    <a:pt x="42681" y="59108"/>
                  </a:lnTo>
                  <a:lnTo>
                    <a:pt x="43851" y="58725"/>
                  </a:lnTo>
                  <a:lnTo>
                    <a:pt x="45002" y="58361"/>
                  </a:lnTo>
                  <a:lnTo>
                    <a:pt x="46192" y="58039"/>
                  </a:lnTo>
                  <a:lnTo>
                    <a:pt x="47363" y="57736"/>
                  </a:lnTo>
                  <a:lnTo>
                    <a:pt x="48553" y="57474"/>
                  </a:lnTo>
                  <a:lnTo>
                    <a:pt x="49764" y="57231"/>
                  </a:lnTo>
                  <a:lnTo>
                    <a:pt x="50955" y="57030"/>
                  </a:lnTo>
                  <a:lnTo>
                    <a:pt x="52166" y="56868"/>
                  </a:lnTo>
                  <a:lnTo>
                    <a:pt x="53356" y="56707"/>
                  </a:lnTo>
                  <a:lnTo>
                    <a:pt x="54567" y="56606"/>
                  </a:lnTo>
                  <a:lnTo>
                    <a:pt x="55778" y="56525"/>
                  </a:lnTo>
                  <a:lnTo>
                    <a:pt x="56989" y="56465"/>
                  </a:lnTo>
                  <a:lnTo>
                    <a:pt x="58179" y="56444"/>
                  </a:lnTo>
                  <a:lnTo>
                    <a:pt x="59390" y="56465"/>
                  </a:lnTo>
                  <a:lnTo>
                    <a:pt x="60581" y="56505"/>
                  </a:lnTo>
                  <a:lnTo>
                    <a:pt x="61771" y="56586"/>
                  </a:lnTo>
                  <a:lnTo>
                    <a:pt x="62962" y="56687"/>
                  </a:lnTo>
                  <a:lnTo>
                    <a:pt x="64274" y="56848"/>
                  </a:lnTo>
                  <a:lnTo>
                    <a:pt x="65605" y="57030"/>
                  </a:lnTo>
                  <a:lnTo>
                    <a:pt x="66917" y="57231"/>
                  </a:lnTo>
                  <a:lnTo>
                    <a:pt x="68229" y="57433"/>
                  </a:lnTo>
                  <a:lnTo>
                    <a:pt x="69601" y="57655"/>
                  </a:lnTo>
                  <a:lnTo>
                    <a:pt x="70973" y="57857"/>
                  </a:lnTo>
                  <a:lnTo>
                    <a:pt x="72366" y="58039"/>
                  </a:lnTo>
                  <a:lnTo>
                    <a:pt x="73758" y="58200"/>
                  </a:lnTo>
                  <a:lnTo>
                    <a:pt x="74444" y="58261"/>
                  </a:lnTo>
                  <a:lnTo>
                    <a:pt x="75151" y="58321"/>
                  </a:lnTo>
                  <a:lnTo>
                    <a:pt x="75837" y="58361"/>
                  </a:lnTo>
                  <a:lnTo>
                    <a:pt x="76543" y="58382"/>
                  </a:lnTo>
                  <a:lnTo>
                    <a:pt x="77249" y="58382"/>
                  </a:lnTo>
                  <a:lnTo>
                    <a:pt x="77935" y="58361"/>
                  </a:lnTo>
                  <a:lnTo>
                    <a:pt x="78642" y="58341"/>
                  </a:lnTo>
                  <a:lnTo>
                    <a:pt x="79328" y="58281"/>
                  </a:lnTo>
                  <a:lnTo>
                    <a:pt x="79812" y="58220"/>
                  </a:lnTo>
                  <a:lnTo>
                    <a:pt x="80337" y="58160"/>
                  </a:lnTo>
                  <a:lnTo>
                    <a:pt x="80882" y="58059"/>
                  </a:lnTo>
                  <a:lnTo>
                    <a:pt x="81467" y="57918"/>
                  </a:lnTo>
                  <a:lnTo>
                    <a:pt x="82032" y="57736"/>
                  </a:lnTo>
                  <a:lnTo>
                    <a:pt x="82315" y="57635"/>
                  </a:lnTo>
                  <a:lnTo>
                    <a:pt x="82597" y="57514"/>
                  </a:lnTo>
                  <a:lnTo>
                    <a:pt x="82880" y="57373"/>
                  </a:lnTo>
                  <a:lnTo>
                    <a:pt x="83142" y="57231"/>
                  </a:lnTo>
                  <a:lnTo>
                    <a:pt x="83404" y="57050"/>
                  </a:lnTo>
                  <a:lnTo>
                    <a:pt x="83667" y="56868"/>
                  </a:lnTo>
                  <a:lnTo>
                    <a:pt x="83868" y="56707"/>
                  </a:lnTo>
                  <a:lnTo>
                    <a:pt x="84050" y="56525"/>
                  </a:lnTo>
                  <a:lnTo>
                    <a:pt x="84232" y="56343"/>
                  </a:lnTo>
                  <a:lnTo>
                    <a:pt x="84413" y="56162"/>
                  </a:lnTo>
                  <a:lnTo>
                    <a:pt x="84716" y="55778"/>
                  </a:lnTo>
                  <a:lnTo>
                    <a:pt x="84998" y="55355"/>
                  </a:lnTo>
                  <a:lnTo>
                    <a:pt x="85220" y="54931"/>
                  </a:lnTo>
                  <a:lnTo>
                    <a:pt x="85442" y="54467"/>
                  </a:lnTo>
                  <a:lnTo>
                    <a:pt x="85604" y="53982"/>
                  </a:lnTo>
                  <a:lnTo>
                    <a:pt x="85765" y="53498"/>
                  </a:lnTo>
                  <a:lnTo>
                    <a:pt x="85886" y="52994"/>
                  </a:lnTo>
                  <a:lnTo>
                    <a:pt x="86007" y="52489"/>
                  </a:lnTo>
                  <a:lnTo>
                    <a:pt x="86088" y="51964"/>
                  </a:lnTo>
                  <a:lnTo>
                    <a:pt x="86169" y="51420"/>
                  </a:lnTo>
                  <a:lnTo>
                    <a:pt x="86290" y="50350"/>
                  </a:lnTo>
                  <a:lnTo>
                    <a:pt x="86371" y="49260"/>
                  </a:lnTo>
                  <a:lnTo>
                    <a:pt x="86492" y="47949"/>
                  </a:lnTo>
                  <a:lnTo>
                    <a:pt x="86573" y="47283"/>
                  </a:lnTo>
                  <a:lnTo>
                    <a:pt x="86653" y="46637"/>
                  </a:lnTo>
                  <a:lnTo>
                    <a:pt x="86754" y="46052"/>
                  </a:lnTo>
                  <a:lnTo>
                    <a:pt x="86895" y="45487"/>
                  </a:lnTo>
                  <a:lnTo>
                    <a:pt x="87037" y="44901"/>
                  </a:lnTo>
                  <a:lnTo>
                    <a:pt x="87218" y="44336"/>
                  </a:lnTo>
                  <a:lnTo>
                    <a:pt x="87420" y="43771"/>
                  </a:lnTo>
                  <a:lnTo>
                    <a:pt x="87642" y="43206"/>
                  </a:lnTo>
                  <a:lnTo>
                    <a:pt x="87884" y="42661"/>
                  </a:lnTo>
                  <a:lnTo>
                    <a:pt x="88167" y="42117"/>
                  </a:lnTo>
                  <a:lnTo>
                    <a:pt x="88449" y="41592"/>
                  </a:lnTo>
                  <a:lnTo>
                    <a:pt x="88772" y="41067"/>
                  </a:lnTo>
                  <a:lnTo>
                    <a:pt x="89115" y="40563"/>
                  </a:lnTo>
                  <a:lnTo>
                    <a:pt x="89478" y="40058"/>
                  </a:lnTo>
                  <a:lnTo>
                    <a:pt x="89842" y="39574"/>
                  </a:lnTo>
                  <a:lnTo>
                    <a:pt x="90245" y="39089"/>
                  </a:lnTo>
                  <a:lnTo>
                    <a:pt x="90669" y="38646"/>
                  </a:lnTo>
                  <a:lnTo>
                    <a:pt x="91113" y="38202"/>
                  </a:lnTo>
                  <a:lnTo>
                    <a:pt x="91577" y="37758"/>
                  </a:lnTo>
                  <a:lnTo>
                    <a:pt x="92041" y="37354"/>
                  </a:lnTo>
                  <a:lnTo>
                    <a:pt x="92526" y="36971"/>
                  </a:lnTo>
                  <a:lnTo>
                    <a:pt x="93030" y="36607"/>
                  </a:lnTo>
                  <a:lnTo>
                    <a:pt x="93535" y="36264"/>
                  </a:lnTo>
                  <a:lnTo>
                    <a:pt x="94059" y="35941"/>
                  </a:lnTo>
                  <a:lnTo>
                    <a:pt x="94584" y="35639"/>
                  </a:lnTo>
                  <a:lnTo>
                    <a:pt x="95129" y="35376"/>
                  </a:lnTo>
                  <a:lnTo>
                    <a:pt x="95674" y="35114"/>
                  </a:lnTo>
                  <a:lnTo>
                    <a:pt x="96239" y="34892"/>
                  </a:lnTo>
                  <a:lnTo>
                    <a:pt x="96804" y="34690"/>
                  </a:lnTo>
                  <a:lnTo>
                    <a:pt x="97369" y="34529"/>
                  </a:lnTo>
                  <a:lnTo>
                    <a:pt x="97934" y="34367"/>
                  </a:lnTo>
                  <a:lnTo>
                    <a:pt x="98519" y="34246"/>
                  </a:lnTo>
                  <a:lnTo>
                    <a:pt x="99084" y="34166"/>
                  </a:lnTo>
                  <a:lnTo>
                    <a:pt x="99669" y="34085"/>
                  </a:lnTo>
                  <a:lnTo>
                    <a:pt x="100255" y="34044"/>
                  </a:lnTo>
                  <a:lnTo>
                    <a:pt x="100860" y="34024"/>
                  </a:lnTo>
                  <a:lnTo>
                    <a:pt x="101445" y="34044"/>
                  </a:lnTo>
                  <a:lnTo>
                    <a:pt x="102051" y="34085"/>
                  </a:lnTo>
                  <a:lnTo>
                    <a:pt x="102636" y="34145"/>
                  </a:lnTo>
                  <a:lnTo>
                    <a:pt x="103221" y="34246"/>
                  </a:lnTo>
                  <a:lnTo>
                    <a:pt x="103806" y="34367"/>
                  </a:lnTo>
                  <a:lnTo>
                    <a:pt x="104391" y="34509"/>
                  </a:lnTo>
                  <a:lnTo>
                    <a:pt x="104977" y="34690"/>
                  </a:lnTo>
                  <a:lnTo>
                    <a:pt x="105542" y="34892"/>
                  </a:lnTo>
                  <a:lnTo>
                    <a:pt x="106127" y="35114"/>
                  </a:lnTo>
                  <a:lnTo>
                    <a:pt x="106672" y="35356"/>
                  </a:lnTo>
                  <a:lnTo>
                    <a:pt x="107237" y="35639"/>
                  </a:lnTo>
                  <a:lnTo>
                    <a:pt x="107782" y="35941"/>
                  </a:lnTo>
                  <a:lnTo>
                    <a:pt x="108306" y="36264"/>
                  </a:lnTo>
                  <a:lnTo>
                    <a:pt x="108831" y="36607"/>
                  </a:lnTo>
                  <a:lnTo>
                    <a:pt x="109336" y="36971"/>
                  </a:lnTo>
                  <a:lnTo>
                    <a:pt x="109820" y="37354"/>
                  </a:lnTo>
                  <a:lnTo>
                    <a:pt x="110284" y="37758"/>
                  </a:lnTo>
                  <a:lnTo>
                    <a:pt x="110728" y="38161"/>
                  </a:lnTo>
                  <a:lnTo>
                    <a:pt x="111152" y="38585"/>
                  </a:lnTo>
                  <a:lnTo>
                    <a:pt x="111535" y="39029"/>
                  </a:lnTo>
                  <a:lnTo>
                    <a:pt x="111919" y="39493"/>
                  </a:lnTo>
                  <a:lnTo>
                    <a:pt x="112262" y="39957"/>
                  </a:lnTo>
                  <a:lnTo>
                    <a:pt x="112605" y="40442"/>
                  </a:lnTo>
                  <a:lnTo>
                    <a:pt x="112907" y="40946"/>
                  </a:lnTo>
                  <a:lnTo>
                    <a:pt x="113190" y="41451"/>
                  </a:lnTo>
                  <a:lnTo>
                    <a:pt x="113452" y="41955"/>
                  </a:lnTo>
                  <a:lnTo>
                    <a:pt x="113674" y="42480"/>
                  </a:lnTo>
                  <a:lnTo>
                    <a:pt x="113876" y="43025"/>
                  </a:lnTo>
                  <a:lnTo>
                    <a:pt x="114058" y="43569"/>
                  </a:lnTo>
                  <a:lnTo>
                    <a:pt x="114219" y="44114"/>
                  </a:lnTo>
                  <a:lnTo>
                    <a:pt x="114038" y="43610"/>
                  </a:lnTo>
                  <a:lnTo>
                    <a:pt x="113937" y="43368"/>
                  </a:lnTo>
                  <a:lnTo>
                    <a:pt x="113816" y="43126"/>
                  </a:lnTo>
                  <a:lnTo>
                    <a:pt x="113694" y="42904"/>
                  </a:lnTo>
                  <a:lnTo>
                    <a:pt x="113573" y="42682"/>
                  </a:lnTo>
                  <a:lnTo>
                    <a:pt x="113432" y="42500"/>
                  </a:lnTo>
                  <a:lnTo>
                    <a:pt x="113251" y="42318"/>
                  </a:lnTo>
                  <a:lnTo>
                    <a:pt x="113210" y="42379"/>
                  </a:lnTo>
                  <a:lnTo>
                    <a:pt x="113372" y="42560"/>
                  </a:lnTo>
                  <a:lnTo>
                    <a:pt x="113533" y="42782"/>
                  </a:lnTo>
                  <a:lnTo>
                    <a:pt x="113674" y="43025"/>
                  </a:lnTo>
                  <a:lnTo>
                    <a:pt x="113816" y="43267"/>
                  </a:lnTo>
                  <a:lnTo>
                    <a:pt x="113916" y="43529"/>
                  </a:lnTo>
                  <a:lnTo>
                    <a:pt x="114017" y="43812"/>
                  </a:lnTo>
                  <a:lnTo>
                    <a:pt x="114219" y="44377"/>
                  </a:lnTo>
                  <a:lnTo>
                    <a:pt x="114360" y="44760"/>
                  </a:lnTo>
                  <a:lnTo>
                    <a:pt x="114502" y="45144"/>
                  </a:lnTo>
                  <a:lnTo>
                    <a:pt x="114663" y="45507"/>
                  </a:lnTo>
                  <a:lnTo>
                    <a:pt x="114744" y="45668"/>
                  </a:lnTo>
                  <a:lnTo>
                    <a:pt x="114845" y="45809"/>
                  </a:lnTo>
                  <a:lnTo>
                    <a:pt x="114946" y="45951"/>
                  </a:lnTo>
                  <a:lnTo>
                    <a:pt x="115067" y="46072"/>
                  </a:lnTo>
                  <a:lnTo>
                    <a:pt x="115188" y="46173"/>
                  </a:lnTo>
                  <a:lnTo>
                    <a:pt x="115309" y="46274"/>
                  </a:lnTo>
                  <a:lnTo>
                    <a:pt x="115470" y="46334"/>
                  </a:lnTo>
                  <a:lnTo>
                    <a:pt x="115632" y="46375"/>
                  </a:lnTo>
                  <a:lnTo>
                    <a:pt x="115793" y="46395"/>
                  </a:lnTo>
                  <a:lnTo>
                    <a:pt x="115995" y="46395"/>
                  </a:lnTo>
                  <a:lnTo>
                    <a:pt x="116156" y="46375"/>
                  </a:lnTo>
                  <a:lnTo>
                    <a:pt x="116318" y="46334"/>
                  </a:lnTo>
                  <a:lnTo>
                    <a:pt x="116479" y="46274"/>
                  </a:lnTo>
                  <a:lnTo>
                    <a:pt x="116641" y="46173"/>
                  </a:lnTo>
                  <a:lnTo>
                    <a:pt x="116822" y="46072"/>
                  </a:lnTo>
                  <a:lnTo>
                    <a:pt x="116984" y="45931"/>
                  </a:lnTo>
                  <a:lnTo>
                    <a:pt x="117145" y="45769"/>
                  </a:lnTo>
                  <a:lnTo>
                    <a:pt x="117327" y="45587"/>
                  </a:lnTo>
                  <a:lnTo>
                    <a:pt x="117630" y="45224"/>
                  </a:lnTo>
                  <a:lnTo>
                    <a:pt x="117892" y="44841"/>
                  </a:lnTo>
                  <a:lnTo>
                    <a:pt x="118134" y="44437"/>
                  </a:lnTo>
                  <a:lnTo>
                    <a:pt x="118356" y="44034"/>
                  </a:lnTo>
                  <a:lnTo>
                    <a:pt x="118558" y="43630"/>
                  </a:lnTo>
                  <a:lnTo>
                    <a:pt x="118739" y="43186"/>
                  </a:lnTo>
                  <a:lnTo>
                    <a:pt x="118901" y="42762"/>
                  </a:lnTo>
                  <a:lnTo>
                    <a:pt x="119042" y="42318"/>
                  </a:lnTo>
                  <a:lnTo>
                    <a:pt x="119183" y="41854"/>
                  </a:lnTo>
                  <a:lnTo>
                    <a:pt x="119284" y="41410"/>
                  </a:lnTo>
                  <a:lnTo>
                    <a:pt x="119486" y="40482"/>
                  </a:lnTo>
                  <a:lnTo>
                    <a:pt x="119648" y="39554"/>
                  </a:lnTo>
                  <a:lnTo>
                    <a:pt x="119789" y="38625"/>
                  </a:lnTo>
                  <a:lnTo>
                    <a:pt x="119950" y="37394"/>
                  </a:lnTo>
                  <a:lnTo>
                    <a:pt x="120092" y="36184"/>
                  </a:lnTo>
                  <a:lnTo>
                    <a:pt x="120233" y="34953"/>
                  </a:lnTo>
                  <a:lnTo>
                    <a:pt x="120334" y="33742"/>
                  </a:lnTo>
                  <a:lnTo>
                    <a:pt x="120455" y="32511"/>
                  </a:lnTo>
                  <a:lnTo>
                    <a:pt x="120536" y="31280"/>
                  </a:lnTo>
                  <a:lnTo>
                    <a:pt x="120616" y="30069"/>
                  </a:lnTo>
                  <a:lnTo>
                    <a:pt x="120697" y="28838"/>
                  </a:lnTo>
                  <a:lnTo>
                    <a:pt x="120737" y="27607"/>
                  </a:lnTo>
                  <a:lnTo>
                    <a:pt x="120778" y="26376"/>
                  </a:lnTo>
                  <a:lnTo>
                    <a:pt x="120798" y="25145"/>
                  </a:lnTo>
                  <a:lnTo>
                    <a:pt x="120818" y="23914"/>
                  </a:lnTo>
                  <a:lnTo>
                    <a:pt x="120818" y="22683"/>
                  </a:lnTo>
                  <a:lnTo>
                    <a:pt x="120798" y="21452"/>
                  </a:lnTo>
                  <a:lnTo>
                    <a:pt x="120778" y="20241"/>
                  </a:lnTo>
                  <a:lnTo>
                    <a:pt x="120737" y="19010"/>
                  </a:lnTo>
                  <a:lnTo>
                    <a:pt x="120697" y="18143"/>
                  </a:lnTo>
                  <a:lnTo>
                    <a:pt x="120636" y="17275"/>
                  </a:lnTo>
                  <a:lnTo>
                    <a:pt x="120576" y="16407"/>
                  </a:lnTo>
                  <a:lnTo>
                    <a:pt x="120495" y="15519"/>
                  </a:lnTo>
                  <a:lnTo>
                    <a:pt x="120374" y="14651"/>
                  </a:lnTo>
                  <a:lnTo>
                    <a:pt x="120233" y="13763"/>
                  </a:lnTo>
                  <a:lnTo>
                    <a:pt x="120071" y="12896"/>
                  </a:lnTo>
                  <a:lnTo>
                    <a:pt x="119870" y="12048"/>
                  </a:lnTo>
                  <a:lnTo>
                    <a:pt x="119648" y="11201"/>
                  </a:lnTo>
                  <a:lnTo>
                    <a:pt x="119365" y="10353"/>
                  </a:lnTo>
                  <a:lnTo>
                    <a:pt x="119062" y="9546"/>
                  </a:lnTo>
                  <a:lnTo>
                    <a:pt x="118881" y="9142"/>
                  </a:lnTo>
                  <a:lnTo>
                    <a:pt x="118699" y="8759"/>
                  </a:lnTo>
                  <a:lnTo>
                    <a:pt x="118497" y="8375"/>
                  </a:lnTo>
                  <a:lnTo>
                    <a:pt x="118296" y="7992"/>
                  </a:lnTo>
                  <a:lnTo>
                    <a:pt x="118074" y="7609"/>
                  </a:lnTo>
                  <a:lnTo>
                    <a:pt x="117831" y="7245"/>
                  </a:lnTo>
                  <a:lnTo>
                    <a:pt x="117589" y="6902"/>
                  </a:lnTo>
                  <a:lnTo>
                    <a:pt x="117327" y="6559"/>
                  </a:lnTo>
                  <a:lnTo>
                    <a:pt x="117044" y="6216"/>
                  </a:lnTo>
                  <a:lnTo>
                    <a:pt x="116762" y="5873"/>
                  </a:lnTo>
                  <a:lnTo>
                    <a:pt x="116257" y="5369"/>
                  </a:lnTo>
                  <a:lnTo>
                    <a:pt x="115712" y="4884"/>
                  </a:lnTo>
                  <a:lnTo>
                    <a:pt x="115127" y="4420"/>
                  </a:lnTo>
                  <a:lnTo>
                    <a:pt x="114502" y="3976"/>
                  </a:lnTo>
                  <a:lnTo>
                    <a:pt x="113836" y="3573"/>
                  </a:lnTo>
                  <a:lnTo>
                    <a:pt x="113129" y="3189"/>
                  </a:lnTo>
                  <a:lnTo>
                    <a:pt x="112403" y="2846"/>
                  </a:lnTo>
                  <a:lnTo>
                    <a:pt x="111596" y="2503"/>
                  </a:lnTo>
                  <a:lnTo>
                    <a:pt x="110970" y="2261"/>
                  </a:lnTo>
                  <a:lnTo>
                    <a:pt x="110284" y="2039"/>
                  </a:lnTo>
                  <a:lnTo>
                    <a:pt x="109578" y="1837"/>
                  </a:lnTo>
                  <a:lnTo>
                    <a:pt x="108851" y="1635"/>
                  </a:lnTo>
                  <a:lnTo>
                    <a:pt x="108064" y="1433"/>
                  </a:lnTo>
                  <a:lnTo>
                    <a:pt x="107257" y="1272"/>
                  </a:lnTo>
                  <a:lnTo>
                    <a:pt x="106389" y="1090"/>
                  </a:lnTo>
                  <a:lnTo>
                    <a:pt x="105481" y="949"/>
                  </a:lnTo>
                  <a:lnTo>
                    <a:pt x="103988" y="707"/>
                  </a:lnTo>
                  <a:lnTo>
                    <a:pt x="102474" y="505"/>
                  </a:lnTo>
                  <a:lnTo>
                    <a:pt x="100961" y="344"/>
                  </a:lnTo>
                  <a:lnTo>
                    <a:pt x="99447" y="202"/>
                  </a:lnTo>
                  <a:lnTo>
                    <a:pt x="97934" y="102"/>
                  </a:lnTo>
                  <a:lnTo>
                    <a:pt x="96420" y="41"/>
                  </a:lnTo>
                  <a:lnTo>
                    <a:pt x="948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 flipH="1">
              <a:off x="-1055215" y="-5268675"/>
              <a:ext cx="2289244" cy="1739785"/>
            </a:xfrm>
            <a:custGeom>
              <a:rect b="b" l="l" r="r" t="t"/>
              <a:pathLst>
                <a:path extrusionOk="0" h="31119" w="40947">
                  <a:moveTo>
                    <a:pt x="32571" y="82"/>
                  </a:moveTo>
                  <a:lnTo>
                    <a:pt x="33116" y="102"/>
                  </a:lnTo>
                  <a:lnTo>
                    <a:pt x="33601" y="162"/>
                  </a:lnTo>
                  <a:lnTo>
                    <a:pt x="33823" y="203"/>
                  </a:lnTo>
                  <a:lnTo>
                    <a:pt x="34024" y="243"/>
                  </a:lnTo>
                  <a:lnTo>
                    <a:pt x="34206" y="304"/>
                  </a:lnTo>
                  <a:lnTo>
                    <a:pt x="34388" y="384"/>
                  </a:lnTo>
                  <a:lnTo>
                    <a:pt x="34549" y="465"/>
                  </a:lnTo>
                  <a:lnTo>
                    <a:pt x="34690" y="546"/>
                  </a:lnTo>
                  <a:lnTo>
                    <a:pt x="34832" y="647"/>
                  </a:lnTo>
                  <a:lnTo>
                    <a:pt x="34933" y="748"/>
                  </a:lnTo>
                  <a:lnTo>
                    <a:pt x="35033" y="869"/>
                  </a:lnTo>
                  <a:lnTo>
                    <a:pt x="35134" y="990"/>
                  </a:lnTo>
                  <a:lnTo>
                    <a:pt x="35195" y="1131"/>
                  </a:lnTo>
                  <a:lnTo>
                    <a:pt x="35255" y="1272"/>
                  </a:lnTo>
                  <a:lnTo>
                    <a:pt x="35296" y="1454"/>
                  </a:lnTo>
                  <a:lnTo>
                    <a:pt x="35316" y="1656"/>
                  </a:lnTo>
                  <a:lnTo>
                    <a:pt x="35336" y="1858"/>
                  </a:lnTo>
                  <a:lnTo>
                    <a:pt x="35316" y="2059"/>
                  </a:lnTo>
                  <a:lnTo>
                    <a:pt x="35235" y="2443"/>
                  </a:lnTo>
                  <a:lnTo>
                    <a:pt x="35155" y="2826"/>
                  </a:lnTo>
                  <a:lnTo>
                    <a:pt x="35074" y="3169"/>
                  </a:lnTo>
                  <a:lnTo>
                    <a:pt x="34993" y="3492"/>
                  </a:lnTo>
                  <a:lnTo>
                    <a:pt x="34973" y="3835"/>
                  </a:lnTo>
                  <a:lnTo>
                    <a:pt x="34973" y="3997"/>
                  </a:lnTo>
                  <a:lnTo>
                    <a:pt x="34973" y="4158"/>
                  </a:lnTo>
                  <a:lnTo>
                    <a:pt x="35033" y="4400"/>
                  </a:lnTo>
                  <a:lnTo>
                    <a:pt x="35094" y="4642"/>
                  </a:lnTo>
                  <a:lnTo>
                    <a:pt x="35175" y="4864"/>
                  </a:lnTo>
                  <a:lnTo>
                    <a:pt x="35276" y="5086"/>
                  </a:lnTo>
                  <a:lnTo>
                    <a:pt x="35498" y="5510"/>
                  </a:lnTo>
                  <a:lnTo>
                    <a:pt x="35760" y="5914"/>
                  </a:lnTo>
                  <a:lnTo>
                    <a:pt x="36083" y="6438"/>
                  </a:lnTo>
                  <a:lnTo>
                    <a:pt x="36486" y="7165"/>
                  </a:lnTo>
                  <a:lnTo>
                    <a:pt x="36890" y="7912"/>
                  </a:lnTo>
                  <a:lnTo>
                    <a:pt x="37273" y="8658"/>
                  </a:lnTo>
                  <a:lnTo>
                    <a:pt x="37637" y="9425"/>
                  </a:lnTo>
                  <a:lnTo>
                    <a:pt x="37980" y="10212"/>
                  </a:lnTo>
                  <a:lnTo>
                    <a:pt x="38303" y="10999"/>
                  </a:lnTo>
                  <a:lnTo>
                    <a:pt x="38625" y="11786"/>
                  </a:lnTo>
                  <a:lnTo>
                    <a:pt x="38908" y="12573"/>
                  </a:lnTo>
                  <a:lnTo>
                    <a:pt x="39170" y="13380"/>
                  </a:lnTo>
                  <a:lnTo>
                    <a:pt x="39412" y="14188"/>
                  </a:lnTo>
                  <a:lnTo>
                    <a:pt x="39655" y="14995"/>
                  </a:lnTo>
                  <a:lnTo>
                    <a:pt x="39856" y="15802"/>
                  </a:lnTo>
                  <a:lnTo>
                    <a:pt x="40038" y="16629"/>
                  </a:lnTo>
                  <a:lnTo>
                    <a:pt x="40220" y="17457"/>
                  </a:lnTo>
                  <a:lnTo>
                    <a:pt x="40361" y="18284"/>
                  </a:lnTo>
                  <a:lnTo>
                    <a:pt x="40502" y="19112"/>
                  </a:lnTo>
                  <a:lnTo>
                    <a:pt x="40603" y="19939"/>
                  </a:lnTo>
                  <a:lnTo>
                    <a:pt x="40704" y="20766"/>
                  </a:lnTo>
                  <a:lnTo>
                    <a:pt x="40765" y="21614"/>
                  </a:lnTo>
                  <a:lnTo>
                    <a:pt x="40825" y="22441"/>
                  </a:lnTo>
                  <a:lnTo>
                    <a:pt x="40845" y="23269"/>
                  </a:lnTo>
                  <a:lnTo>
                    <a:pt x="40865" y="24116"/>
                  </a:lnTo>
                  <a:lnTo>
                    <a:pt x="40865" y="24944"/>
                  </a:lnTo>
                  <a:lnTo>
                    <a:pt x="40825" y="25771"/>
                  </a:lnTo>
                  <a:lnTo>
                    <a:pt x="40785" y="26437"/>
                  </a:lnTo>
                  <a:lnTo>
                    <a:pt x="40744" y="26800"/>
                  </a:lnTo>
                  <a:lnTo>
                    <a:pt x="40684" y="27163"/>
                  </a:lnTo>
                  <a:lnTo>
                    <a:pt x="40603" y="27547"/>
                  </a:lnTo>
                  <a:lnTo>
                    <a:pt x="40502" y="27950"/>
                  </a:lnTo>
                  <a:lnTo>
                    <a:pt x="40401" y="28334"/>
                  </a:lnTo>
                  <a:lnTo>
                    <a:pt x="40260" y="28717"/>
                  </a:lnTo>
                  <a:lnTo>
                    <a:pt x="40099" y="29081"/>
                  </a:lnTo>
                  <a:lnTo>
                    <a:pt x="39917" y="29424"/>
                  </a:lnTo>
                  <a:lnTo>
                    <a:pt x="39695" y="29767"/>
                  </a:lnTo>
                  <a:lnTo>
                    <a:pt x="39453" y="30069"/>
                  </a:lnTo>
                  <a:lnTo>
                    <a:pt x="39191" y="30332"/>
                  </a:lnTo>
                  <a:lnTo>
                    <a:pt x="39029" y="30453"/>
                  </a:lnTo>
                  <a:lnTo>
                    <a:pt x="38868" y="30574"/>
                  </a:lnTo>
                  <a:lnTo>
                    <a:pt x="38706" y="30675"/>
                  </a:lnTo>
                  <a:lnTo>
                    <a:pt x="38525" y="30776"/>
                  </a:lnTo>
                  <a:lnTo>
                    <a:pt x="38343" y="30856"/>
                  </a:lnTo>
                  <a:lnTo>
                    <a:pt x="38141" y="30917"/>
                  </a:lnTo>
                  <a:lnTo>
                    <a:pt x="37960" y="30977"/>
                  </a:lnTo>
                  <a:lnTo>
                    <a:pt x="37758" y="30998"/>
                  </a:lnTo>
                  <a:lnTo>
                    <a:pt x="37394" y="31038"/>
                  </a:lnTo>
                  <a:lnTo>
                    <a:pt x="37011" y="31038"/>
                  </a:lnTo>
                  <a:lnTo>
                    <a:pt x="36628" y="30998"/>
                  </a:lnTo>
                  <a:lnTo>
                    <a:pt x="36244" y="30937"/>
                  </a:lnTo>
                  <a:lnTo>
                    <a:pt x="35881" y="30836"/>
                  </a:lnTo>
                  <a:lnTo>
                    <a:pt x="35538" y="30735"/>
                  </a:lnTo>
                  <a:lnTo>
                    <a:pt x="35215" y="30634"/>
                  </a:lnTo>
                  <a:lnTo>
                    <a:pt x="34690" y="30433"/>
                  </a:lnTo>
                  <a:lnTo>
                    <a:pt x="34186" y="30231"/>
                  </a:lnTo>
                  <a:lnTo>
                    <a:pt x="33681" y="30009"/>
                  </a:lnTo>
                  <a:lnTo>
                    <a:pt x="33177" y="29767"/>
                  </a:lnTo>
                  <a:lnTo>
                    <a:pt x="32693" y="29524"/>
                  </a:lnTo>
                  <a:lnTo>
                    <a:pt x="32208" y="29262"/>
                  </a:lnTo>
                  <a:lnTo>
                    <a:pt x="31724" y="28980"/>
                  </a:lnTo>
                  <a:lnTo>
                    <a:pt x="31260" y="28697"/>
                  </a:lnTo>
                  <a:lnTo>
                    <a:pt x="30796" y="28394"/>
                  </a:lnTo>
                  <a:lnTo>
                    <a:pt x="30331" y="28071"/>
                  </a:lnTo>
                  <a:lnTo>
                    <a:pt x="29888" y="27749"/>
                  </a:lnTo>
                  <a:lnTo>
                    <a:pt x="29444" y="27406"/>
                  </a:lnTo>
                  <a:lnTo>
                    <a:pt x="28576" y="26719"/>
                  </a:lnTo>
                  <a:lnTo>
                    <a:pt x="27728" y="25993"/>
                  </a:lnTo>
                  <a:lnTo>
                    <a:pt x="26901" y="25226"/>
                  </a:lnTo>
                  <a:lnTo>
                    <a:pt x="26094" y="24419"/>
                  </a:lnTo>
                  <a:lnTo>
                    <a:pt x="25307" y="23612"/>
                  </a:lnTo>
                  <a:lnTo>
                    <a:pt x="24540" y="22784"/>
                  </a:lnTo>
                  <a:lnTo>
                    <a:pt x="23773" y="21937"/>
                  </a:lnTo>
                  <a:lnTo>
                    <a:pt x="23026" y="21069"/>
                  </a:lnTo>
                  <a:lnTo>
                    <a:pt x="21573" y="19334"/>
                  </a:lnTo>
                  <a:lnTo>
                    <a:pt x="21150" y="18809"/>
                  </a:lnTo>
                  <a:lnTo>
                    <a:pt x="19757" y="17134"/>
                  </a:lnTo>
                  <a:lnTo>
                    <a:pt x="18345" y="15479"/>
                  </a:lnTo>
                  <a:lnTo>
                    <a:pt x="17638" y="14652"/>
                  </a:lnTo>
                  <a:lnTo>
                    <a:pt x="16892" y="13845"/>
                  </a:lnTo>
                  <a:lnTo>
                    <a:pt x="16145" y="13058"/>
                  </a:lnTo>
                  <a:lnTo>
                    <a:pt x="15378" y="12291"/>
                  </a:lnTo>
                  <a:lnTo>
                    <a:pt x="14591" y="11544"/>
                  </a:lnTo>
                  <a:lnTo>
                    <a:pt x="13804" y="10838"/>
                  </a:lnTo>
                  <a:lnTo>
                    <a:pt x="12977" y="10131"/>
                  </a:lnTo>
                  <a:lnTo>
                    <a:pt x="12129" y="9486"/>
                  </a:lnTo>
                  <a:lnTo>
                    <a:pt x="11261" y="8880"/>
                  </a:lnTo>
                  <a:lnTo>
                    <a:pt x="10797" y="8578"/>
                  </a:lnTo>
                  <a:lnTo>
                    <a:pt x="10353" y="8295"/>
                  </a:lnTo>
                  <a:lnTo>
                    <a:pt x="9889" y="8012"/>
                  </a:lnTo>
                  <a:lnTo>
                    <a:pt x="9425" y="7770"/>
                  </a:lnTo>
                  <a:lnTo>
                    <a:pt x="8941" y="7508"/>
                  </a:lnTo>
                  <a:lnTo>
                    <a:pt x="8456" y="7266"/>
                  </a:lnTo>
                  <a:lnTo>
                    <a:pt x="7911" y="7024"/>
                  </a:lnTo>
                  <a:lnTo>
                    <a:pt x="7346" y="6782"/>
                  </a:lnTo>
                  <a:lnTo>
                    <a:pt x="6781" y="6560"/>
                  </a:lnTo>
                  <a:lnTo>
                    <a:pt x="6196" y="6358"/>
                  </a:lnTo>
                  <a:lnTo>
                    <a:pt x="5066" y="5954"/>
                  </a:lnTo>
                  <a:lnTo>
                    <a:pt x="3916" y="5591"/>
                  </a:lnTo>
                  <a:lnTo>
                    <a:pt x="2342" y="5066"/>
                  </a:lnTo>
                  <a:lnTo>
                    <a:pt x="2079" y="4965"/>
                  </a:lnTo>
                  <a:lnTo>
                    <a:pt x="1716" y="4804"/>
                  </a:lnTo>
                  <a:lnTo>
                    <a:pt x="1313" y="4602"/>
                  </a:lnTo>
                  <a:lnTo>
                    <a:pt x="1111" y="4461"/>
                  </a:lnTo>
                  <a:lnTo>
                    <a:pt x="909" y="4340"/>
                  </a:lnTo>
                  <a:lnTo>
                    <a:pt x="727" y="4178"/>
                  </a:lnTo>
                  <a:lnTo>
                    <a:pt x="546" y="4017"/>
                  </a:lnTo>
                  <a:lnTo>
                    <a:pt x="384" y="3835"/>
                  </a:lnTo>
                  <a:lnTo>
                    <a:pt x="263" y="3633"/>
                  </a:lnTo>
                  <a:lnTo>
                    <a:pt x="162" y="3432"/>
                  </a:lnTo>
                  <a:lnTo>
                    <a:pt x="102" y="3210"/>
                  </a:lnTo>
                  <a:lnTo>
                    <a:pt x="82" y="2967"/>
                  </a:lnTo>
                  <a:lnTo>
                    <a:pt x="102" y="2725"/>
                  </a:lnTo>
                  <a:lnTo>
                    <a:pt x="162" y="2544"/>
                  </a:lnTo>
                  <a:lnTo>
                    <a:pt x="223" y="2382"/>
                  </a:lnTo>
                  <a:lnTo>
                    <a:pt x="324" y="2221"/>
                  </a:lnTo>
                  <a:lnTo>
                    <a:pt x="425" y="2080"/>
                  </a:lnTo>
                  <a:lnTo>
                    <a:pt x="526" y="1938"/>
                  </a:lnTo>
                  <a:lnTo>
                    <a:pt x="647" y="1837"/>
                  </a:lnTo>
                  <a:lnTo>
                    <a:pt x="889" y="1636"/>
                  </a:lnTo>
                  <a:lnTo>
                    <a:pt x="1070" y="1494"/>
                  </a:lnTo>
                  <a:lnTo>
                    <a:pt x="1272" y="1393"/>
                  </a:lnTo>
                  <a:lnTo>
                    <a:pt x="1474" y="1293"/>
                  </a:lnTo>
                  <a:lnTo>
                    <a:pt x="1676" y="1192"/>
                  </a:lnTo>
                  <a:lnTo>
                    <a:pt x="2100" y="1030"/>
                  </a:lnTo>
                  <a:lnTo>
                    <a:pt x="2523" y="909"/>
                  </a:lnTo>
                  <a:lnTo>
                    <a:pt x="2967" y="808"/>
                  </a:lnTo>
                  <a:lnTo>
                    <a:pt x="3411" y="727"/>
                  </a:lnTo>
                  <a:lnTo>
                    <a:pt x="3855" y="667"/>
                  </a:lnTo>
                  <a:lnTo>
                    <a:pt x="4279" y="627"/>
                  </a:lnTo>
                  <a:lnTo>
                    <a:pt x="5349" y="526"/>
                  </a:lnTo>
                  <a:lnTo>
                    <a:pt x="6438" y="465"/>
                  </a:lnTo>
                  <a:lnTo>
                    <a:pt x="7528" y="405"/>
                  </a:lnTo>
                  <a:lnTo>
                    <a:pt x="8598" y="364"/>
                  </a:lnTo>
                  <a:lnTo>
                    <a:pt x="10757" y="304"/>
                  </a:lnTo>
                  <a:lnTo>
                    <a:pt x="12896" y="284"/>
                  </a:lnTo>
                  <a:lnTo>
                    <a:pt x="32471" y="82"/>
                  </a:lnTo>
                  <a:close/>
                  <a:moveTo>
                    <a:pt x="32471" y="1"/>
                  </a:moveTo>
                  <a:lnTo>
                    <a:pt x="12896" y="203"/>
                  </a:lnTo>
                  <a:lnTo>
                    <a:pt x="10757" y="223"/>
                  </a:lnTo>
                  <a:lnTo>
                    <a:pt x="8598" y="284"/>
                  </a:lnTo>
                  <a:lnTo>
                    <a:pt x="7508" y="324"/>
                  </a:lnTo>
                  <a:lnTo>
                    <a:pt x="6438" y="384"/>
                  </a:lnTo>
                  <a:lnTo>
                    <a:pt x="5349" y="445"/>
                  </a:lnTo>
                  <a:lnTo>
                    <a:pt x="4279" y="546"/>
                  </a:lnTo>
                  <a:lnTo>
                    <a:pt x="3835" y="586"/>
                  </a:lnTo>
                  <a:lnTo>
                    <a:pt x="3391" y="647"/>
                  </a:lnTo>
                  <a:lnTo>
                    <a:pt x="2947" y="727"/>
                  </a:lnTo>
                  <a:lnTo>
                    <a:pt x="2503" y="828"/>
                  </a:lnTo>
                  <a:lnTo>
                    <a:pt x="2059" y="949"/>
                  </a:lnTo>
                  <a:lnTo>
                    <a:pt x="1635" y="1111"/>
                  </a:lnTo>
                  <a:lnTo>
                    <a:pt x="1434" y="1212"/>
                  </a:lnTo>
                  <a:lnTo>
                    <a:pt x="1232" y="1313"/>
                  </a:lnTo>
                  <a:lnTo>
                    <a:pt x="1030" y="1434"/>
                  </a:lnTo>
                  <a:lnTo>
                    <a:pt x="848" y="1575"/>
                  </a:lnTo>
                  <a:lnTo>
                    <a:pt x="586" y="1777"/>
                  </a:lnTo>
                  <a:lnTo>
                    <a:pt x="465" y="1898"/>
                  </a:lnTo>
                  <a:lnTo>
                    <a:pt x="344" y="2039"/>
                  </a:lnTo>
                  <a:lnTo>
                    <a:pt x="243" y="2180"/>
                  </a:lnTo>
                  <a:lnTo>
                    <a:pt x="142" y="2342"/>
                  </a:lnTo>
                  <a:lnTo>
                    <a:pt x="82" y="2524"/>
                  </a:lnTo>
                  <a:lnTo>
                    <a:pt x="21" y="2705"/>
                  </a:lnTo>
                  <a:lnTo>
                    <a:pt x="1" y="2846"/>
                  </a:lnTo>
                  <a:lnTo>
                    <a:pt x="1" y="2967"/>
                  </a:lnTo>
                  <a:lnTo>
                    <a:pt x="21" y="3210"/>
                  </a:lnTo>
                  <a:lnTo>
                    <a:pt x="82" y="3452"/>
                  </a:lnTo>
                  <a:lnTo>
                    <a:pt x="183" y="3674"/>
                  </a:lnTo>
                  <a:lnTo>
                    <a:pt x="324" y="3876"/>
                  </a:lnTo>
                  <a:lnTo>
                    <a:pt x="465" y="4057"/>
                  </a:lnTo>
                  <a:lnTo>
                    <a:pt x="647" y="4219"/>
                  </a:lnTo>
                  <a:lnTo>
                    <a:pt x="848" y="4380"/>
                  </a:lnTo>
                  <a:lnTo>
                    <a:pt x="1050" y="4521"/>
                  </a:lnTo>
                  <a:lnTo>
                    <a:pt x="1252" y="4663"/>
                  </a:lnTo>
                  <a:lnTo>
                    <a:pt x="1676" y="4864"/>
                  </a:lnTo>
                  <a:lnTo>
                    <a:pt x="2039" y="5026"/>
                  </a:lnTo>
                  <a:lnTo>
                    <a:pt x="2322" y="5147"/>
                  </a:lnTo>
                  <a:lnTo>
                    <a:pt x="3896" y="5651"/>
                  </a:lnTo>
                  <a:lnTo>
                    <a:pt x="5026" y="6035"/>
                  </a:lnTo>
                  <a:lnTo>
                    <a:pt x="6176" y="6438"/>
                  </a:lnTo>
                  <a:lnTo>
                    <a:pt x="6741" y="6640"/>
                  </a:lnTo>
                  <a:lnTo>
                    <a:pt x="7306" y="6862"/>
                  </a:lnTo>
                  <a:lnTo>
                    <a:pt x="7871" y="7104"/>
                  </a:lnTo>
                  <a:lnTo>
                    <a:pt x="8416" y="7347"/>
                  </a:lnTo>
                  <a:lnTo>
                    <a:pt x="8900" y="7589"/>
                  </a:lnTo>
                  <a:lnTo>
                    <a:pt x="9385" y="7831"/>
                  </a:lnTo>
                  <a:lnTo>
                    <a:pt x="9849" y="8093"/>
                  </a:lnTo>
                  <a:lnTo>
                    <a:pt x="10313" y="8356"/>
                  </a:lnTo>
                  <a:lnTo>
                    <a:pt x="10757" y="8638"/>
                  </a:lnTo>
                  <a:lnTo>
                    <a:pt x="11201" y="8941"/>
                  </a:lnTo>
                  <a:lnTo>
                    <a:pt x="12089" y="9546"/>
                  </a:lnTo>
                  <a:lnTo>
                    <a:pt x="12936" y="10212"/>
                  </a:lnTo>
                  <a:lnTo>
                    <a:pt x="13743" y="10898"/>
                  </a:lnTo>
                  <a:lnTo>
                    <a:pt x="14551" y="11605"/>
                  </a:lnTo>
                  <a:lnTo>
                    <a:pt x="15338" y="12351"/>
                  </a:lnTo>
                  <a:lnTo>
                    <a:pt x="16084" y="13118"/>
                  </a:lnTo>
                  <a:lnTo>
                    <a:pt x="16831" y="13905"/>
                  </a:lnTo>
                  <a:lnTo>
                    <a:pt x="17578" y="14712"/>
                  </a:lnTo>
                  <a:lnTo>
                    <a:pt x="18284" y="15519"/>
                  </a:lnTo>
                  <a:lnTo>
                    <a:pt x="19697" y="17194"/>
                  </a:lnTo>
                  <a:lnTo>
                    <a:pt x="21089" y="18869"/>
                  </a:lnTo>
                  <a:lnTo>
                    <a:pt x="21513" y="19394"/>
                  </a:lnTo>
                  <a:lnTo>
                    <a:pt x="22986" y="21130"/>
                  </a:lnTo>
                  <a:lnTo>
                    <a:pt x="23712" y="21977"/>
                  </a:lnTo>
                  <a:lnTo>
                    <a:pt x="24479" y="22845"/>
                  </a:lnTo>
                  <a:lnTo>
                    <a:pt x="25246" y="23672"/>
                  </a:lnTo>
                  <a:lnTo>
                    <a:pt x="26053" y="24500"/>
                  </a:lnTo>
                  <a:lnTo>
                    <a:pt x="26861" y="25287"/>
                  </a:lnTo>
                  <a:lnTo>
                    <a:pt x="27688" y="26053"/>
                  </a:lnTo>
                  <a:lnTo>
                    <a:pt x="28535" y="26780"/>
                  </a:lnTo>
                  <a:lnTo>
                    <a:pt x="29403" y="27486"/>
                  </a:lnTo>
                  <a:lnTo>
                    <a:pt x="29847" y="27809"/>
                  </a:lnTo>
                  <a:lnTo>
                    <a:pt x="30291" y="28152"/>
                  </a:lnTo>
                  <a:lnTo>
                    <a:pt x="30755" y="28455"/>
                  </a:lnTo>
                  <a:lnTo>
                    <a:pt x="31219" y="28758"/>
                  </a:lnTo>
                  <a:lnTo>
                    <a:pt x="31684" y="29040"/>
                  </a:lnTo>
                  <a:lnTo>
                    <a:pt x="32168" y="29323"/>
                  </a:lnTo>
                  <a:lnTo>
                    <a:pt x="32652" y="29585"/>
                  </a:lnTo>
                  <a:lnTo>
                    <a:pt x="33137" y="29847"/>
                  </a:lnTo>
                  <a:lnTo>
                    <a:pt x="33641" y="30090"/>
                  </a:lnTo>
                  <a:lnTo>
                    <a:pt x="34146" y="30311"/>
                  </a:lnTo>
                  <a:lnTo>
                    <a:pt x="34670" y="30513"/>
                  </a:lnTo>
                  <a:lnTo>
                    <a:pt x="35195" y="30715"/>
                  </a:lnTo>
                  <a:lnTo>
                    <a:pt x="35659" y="30856"/>
                  </a:lnTo>
                  <a:lnTo>
                    <a:pt x="36164" y="30998"/>
                  </a:lnTo>
                  <a:lnTo>
                    <a:pt x="36426" y="31058"/>
                  </a:lnTo>
                  <a:lnTo>
                    <a:pt x="36688" y="31099"/>
                  </a:lnTo>
                  <a:lnTo>
                    <a:pt x="36971" y="31119"/>
                  </a:lnTo>
                  <a:lnTo>
                    <a:pt x="37475" y="31119"/>
                  </a:lnTo>
                  <a:lnTo>
                    <a:pt x="37697" y="31099"/>
                  </a:lnTo>
                  <a:lnTo>
                    <a:pt x="37939" y="31058"/>
                  </a:lnTo>
                  <a:lnTo>
                    <a:pt x="38161" y="30998"/>
                  </a:lnTo>
                  <a:lnTo>
                    <a:pt x="38363" y="30917"/>
                  </a:lnTo>
                  <a:lnTo>
                    <a:pt x="38565" y="30836"/>
                  </a:lnTo>
                  <a:lnTo>
                    <a:pt x="38747" y="30755"/>
                  </a:lnTo>
                  <a:lnTo>
                    <a:pt x="38908" y="30655"/>
                  </a:lnTo>
                  <a:lnTo>
                    <a:pt x="39069" y="30533"/>
                  </a:lnTo>
                  <a:lnTo>
                    <a:pt x="39231" y="30412"/>
                  </a:lnTo>
                  <a:lnTo>
                    <a:pt x="39372" y="30271"/>
                  </a:lnTo>
                  <a:lnTo>
                    <a:pt x="39513" y="30130"/>
                  </a:lnTo>
                  <a:lnTo>
                    <a:pt x="39756" y="29827"/>
                  </a:lnTo>
                  <a:lnTo>
                    <a:pt x="39978" y="29484"/>
                  </a:lnTo>
                  <a:lnTo>
                    <a:pt x="40179" y="29121"/>
                  </a:lnTo>
                  <a:lnTo>
                    <a:pt x="40341" y="28758"/>
                  </a:lnTo>
                  <a:lnTo>
                    <a:pt x="40462" y="28374"/>
                  </a:lnTo>
                  <a:lnTo>
                    <a:pt x="40583" y="27971"/>
                  </a:lnTo>
                  <a:lnTo>
                    <a:pt x="40684" y="27587"/>
                  </a:lnTo>
                  <a:lnTo>
                    <a:pt x="40765" y="27184"/>
                  </a:lnTo>
                  <a:lnTo>
                    <a:pt x="40805" y="26820"/>
                  </a:lnTo>
                  <a:lnTo>
                    <a:pt x="40865" y="26437"/>
                  </a:lnTo>
                  <a:lnTo>
                    <a:pt x="40906" y="25771"/>
                  </a:lnTo>
                  <a:lnTo>
                    <a:pt x="40946" y="24944"/>
                  </a:lnTo>
                  <a:lnTo>
                    <a:pt x="40946" y="24116"/>
                  </a:lnTo>
                  <a:lnTo>
                    <a:pt x="40926" y="23269"/>
                  </a:lnTo>
                  <a:lnTo>
                    <a:pt x="40906" y="22441"/>
                  </a:lnTo>
                  <a:lnTo>
                    <a:pt x="40845" y="21594"/>
                  </a:lnTo>
                  <a:lnTo>
                    <a:pt x="40785" y="20766"/>
                  </a:lnTo>
                  <a:lnTo>
                    <a:pt x="40684" y="19939"/>
                  </a:lnTo>
                  <a:lnTo>
                    <a:pt x="40583" y="19091"/>
                  </a:lnTo>
                  <a:lnTo>
                    <a:pt x="40442" y="18264"/>
                  </a:lnTo>
                  <a:lnTo>
                    <a:pt x="40300" y="17437"/>
                  </a:lnTo>
                  <a:lnTo>
                    <a:pt x="40119" y="16609"/>
                  </a:lnTo>
                  <a:lnTo>
                    <a:pt x="39937" y="15782"/>
                  </a:lnTo>
                  <a:lnTo>
                    <a:pt x="39715" y="14975"/>
                  </a:lnTo>
                  <a:lnTo>
                    <a:pt x="39493" y="14147"/>
                  </a:lnTo>
                  <a:lnTo>
                    <a:pt x="39251" y="13360"/>
                  </a:lnTo>
                  <a:lnTo>
                    <a:pt x="38989" y="12553"/>
                  </a:lnTo>
                  <a:lnTo>
                    <a:pt x="38686" y="11746"/>
                  </a:lnTo>
                  <a:lnTo>
                    <a:pt x="38383" y="10959"/>
                  </a:lnTo>
                  <a:lnTo>
                    <a:pt x="38060" y="10172"/>
                  </a:lnTo>
                  <a:lnTo>
                    <a:pt x="37717" y="9405"/>
                  </a:lnTo>
                  <a:lnTo>
                    <a:pt x="37354" y="8638"/>
                  </a:lnTo>
                  <a:lnTo>
                    <a:pt x="36971" y="7871"/>
                  </a:lnTo>
                  <a:lnTo>
                    <a:pt x="36567" y="7125"/>
                  </a:lnTo>
                  <a:lnTo>
                    <a:pt x="36143" y="6398"/>
                  </a:lnTo>
                  <a:lnTo>
                    <a:pt x="35841" y="5873"/>
                  </a:lnTo>
                  <a:lnTo>
                    <a:pt x="35578" y="5470"/>
                  </a:lnTo>
                  <a:lnTo>
                    <a:pt x="35336" y="5046"/>
                  </a:lnTo>
                  <a:lnTo>
                    <a:pt x="35255" y="4844"/>
                  </a:lnTo>
                  <a:lnTo>
                    <a:pt x="35175" y="4622"/>
                  </a:lnTo>
                  <a:lnTo>
                    <a:pt x="35094" y="4380"/>
                  </a:lnTo>
                  <a:lnTo>
                    <a:pt x="35054" y="4158"/>
                  </a:lnTo>
                  <a:lnTo>
                    <a:pt x="35054" y="3997"/>
                  </a:lnTo>
                  <a:lnTo>
                    <a:pt x="35054" y="3835"/>
                  </a:lnTo>
                  <a:lnTo>
                    <a:pt x="35074" y="3492"/>
                  </a:lnTo>
                  <a:lnTo>
                    <a:pt x="35155" y="3169"/>
                  </a:lnTo>
                  <a:lnTo>
                    <a:pt x="35235" y="2846"/>
                  </a:lnTo>
                  <a:lnTo>
                    <a:pt x="35316" y="2463"/>
                  </a:lnTo>
                  <a:lnTo>
                    <a:pt x="35397" y="2059"/>
                  </a:lnTo>
                  <a:lnTo>
                    <a:pt x="35417" y="1858"/>
                  </a:lnTo>
                  <a:lnTo>
                    <a:pt x="35397" y="1656"/>
                  </a:lnTo>
                  <a:lnTo>
                    <a:pt x="35376" y="1454"/>
                  </a:lnTo>
                  <a:lnTo>
                    <a:pt x="35336" y="1252"/>
                  </a:lnTo>
                  <a:lnTo>
                    <a:pt x="35276" y="1091"/>
                  </a:lnTo>
                  <a:lnTo>
                    <a:pt x="35195" y="949"/>
                  </a:lnTo>
                  <a:lnTo>
                    <a:pt x="35094" y="808"/>
                  </a:lnTo>
                  <a:lnTo>
                    <a:pt x="34993" y="687"/>
                  </a:lnTo>
                  <a:lnTo>
                    <a:pt x="34872" y="586"/>
                  </a:lnTo>
                  <a:lnTo>
                    <a:pt x="34731" y="485"/>
                  </a:lnTo>
                  <a:lnTo>
                    <a:pt x="34569" y="384"/>
                  </a:lnTo>
                  <a:lnTo>
                    <a:pt x="34408" y="304"/>
                  </a:lnTo>
                  <a:lnTo>
                    <a:pt x="34226" y="223"/>
                  </a:lnTo>
                  <a:lnTo>
                    <a:pt x="34024" y="162"/>
                  </a:lnTo>
                  <a:lnTo>
                    <a:pt x="33802" y="122"/>
                  </a:lnTo>
                  <a:lnTo>
                    <a:pt x="33560" y="82"/>
                  </a:lnTo>
                  <a:lnTo>
                    <a:pt x="33056" y="21"/>
                  </a:lnTo>
                  <a:lnTo>
                    <a:pt x="32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 flipH="1">
              <a:off x="2060921" y="-3413869"/>
              <a:ext cx="1001862" cy="1525380"/>
            </a:xfrm>
            <a:custGeom>
              <a:rect b="b" l="l" r="r" t="t"/>
              <a:pathLst>
                <a:path extrusionOk="0" h="27284" w="17920">
                  <a:moveTo>
                    <a:pt x="9041" y="81"/>
                  </a:moveTo>
                  <a:lnTo>
                    <a:pt x="9464" y="101"/>
                  </a:lnTo>
                  <a:lnTo>
                    <a:pt x="9888" y="141"/>
                  </a:lnTo>
                  <a:lnTo>
                    <a:pt x="10312" y="222"/>
                  </a:lnTo>
                  <a:lnTo>
                    <a:pt x="10716" y="323"/>
                  </a:lnTo>
                  <a:lnTo>
                    <a:pt x="11139" y="444"/>
                  </a:lnTo>
                  <a:lnTo>
                    <a:pt x="11543" y="605"/>
                  </a:lnTo>
                  <a:lnTo>
                    <a:pt x="11947" y="767"/>
                  </a:lnTo>
                  <a:lnTo>
                    <a:pt x="12350" y="969"/>
                  </a:lnTo>
                  <a:lnTo>
                    <a:pt x="12734" y="1191"/>
                  </a:lnTo>
                  <a:lnTo>
                    <a:pt x="13117" y="1433"/>
                  </a:lnTo>
                  <a:lnTo>
                    <a:pt x="13480" y="1715"/>
                  </a:lnTo>
                  <a:lnTo>
                    <a:pt x="13844" y="1998"/>
                  </a:lnTo>
                  <a:lnTo>
                    <a:pt x="14187" y="2301"/>
                  </a:lnTo>
                  <a:lnTo>
                    <a:pt x="14530" y="2644"/>
                  </a:lnTo>
                  <a:lnTo>
                    <a:pt x="14832" y="2987"/>
                  </a:lnTo>
                  <a:lnTo>
                    <a:pt x="15155" y="3350"/>
                  </a:lnTo>
                  <a:lnTo>
                    <a:pt x="15397" y="3673"/>
                  </a:lnTo>
                  <a:lnTo>
                    <a:pt x="15619" y="4016"/>
                  </a:lnTo>
                  <a:lnTo>
                    <a:pt x="15841" y="4359"/>
                  </a:lnTo>
                  <a:lnTo>
                    <a:pt x="16063" y="4722"/>
                  </a:lnTo>
                  <a:lnTo>
                    <a:pt x="16265" y="5106"/>
                  </a:lnTo>
                  <a:lnTo>
                    <a:pt x="16447" y="5489"/>
                  </a:lnTo>
                  <a:lnTo>
                    <a:pt x="16628" y="5893"/>
                  </a:lnTo>
                  <a:lnTo>
                    <a:pt x="16790" y="6296"/>
                  </a:lnTo>
                  <a:lnTo>
                    <a:pt x="16931" y="6720"/>
                  </a:lnTo>
                  <a:lnTo>
                    <a:pt x="17072" y="7144"/>
                  </a:lnTo>
                  <a:lnTo>
                    <a:pt x="17214" y="7588"/>
                  </a:lnTo>
                  <a:lnTo>
                    <a:pt x="17315" y="8052"/>
                  </a:lnTo>
                  <a:lnTo>
                    <a:pt x="17436" y="8516"/>
                  </a:lnTo>
                  <a:lnTo>
                    <a:pt x="17516" y="8980"/>
                  </a:lnTo>
                  <a:lnTo>
                    <a:pt x="17597" y="9485"/>
                  </a:lnTo>
                  <a:lnTo>
                    <a:pt x="17678" y="9969"/>
                  </a:lnTo>
                  <a:lnTo>
                    <a:pt x="17738" y="10514"/>
                  </a:lnTo>
                  <a:lnTo>
                    <a:pt x="17779" y="11079"/>
                  </a:lnTo>
                  <a:lnTo>
                    <a:pt x="17819" y="11624"/>
                  </a:lnTo>
                  <a:lnTo>
                    <a:pt x="17839" y="12189"/>
                  </a:lnTo>
                  <a:lnTo>
                    <a:pt x="17839" y="12774"/>
                  </a:lnTo>
                  <a:lnTo>
                    <a:pt x="17819" y="13339"/>
                  </a:lnTo>
                  <a:lnTo>
                    <a:pt x="17799" y="13924"/>
                  </a:lnTo>
                  <a:lnTo>
                    <a:pt x="17758" y="14510"/>
                  </a:lnTo>
                  <a:lnTo>
                    <a:pt x="17718" y="15115"/>
                  </a:lnTo>
                  <a:lnTo>
                    <a:pt x="17637" y="15720"/>
                  </a:lnTo>
                  <a:lnTo>
                    <a:pt x="17557" y="16326"/>
                  </a:lnTo>
                  <a:lnTo>
                    <a:pt x="17456" y="16951"/>
                  </a:lnTo>
                  <a:lnTo>
                    <a:pt x="17355" y="17577"/>
                  </a:lnTo>
                  <a:lnTo>
                    <a:pt x="17234" y="18202"/>
                  </a:lnTo>
                  <a:lnTo>
                    <a:pt x="17093" y="18848"/>
                  </a:lnTo>
                  <a:lnTo>
                    <a:pt x="16931" y="19514"/>
                  </a:lnTo>
                  <a:lnTo>
                    <a:pt x="16709" y="20362"/>
                  </a:lnTo>
                  <a:lnTo>
                    <a:pt x="16447" y="21230"/>
                  </a:lnTo>
                  <a:lnTo>
                    <a:pt x="16285" y="21673"/>
                  </a:lnTo>
                  <a:lnTo>
                    <a:pt x="16124" y="22117"/>
                  </a:lnTo>
                  <a:lnTo>
                    <a:pt x="15942" y="22561"/>
                  </a:lnTo>
                  <a:lnTo>
                    <a:pt x="15740" y="23005"/>
                  </a:lnTo>
                  <a:lnTo>
                    <a:pt x="15518" y="23429"/>
                  </a:lnTo>
                  <a:lnTo>
                    <a:pt x="15276" y="23873"/>
                  </a:lnTo>
                  <a:lnTo>
                    <a:pt x="15014" y="24277"/>
                  </a:lnTo>
                  <a:lnTo>
                    <a:pt x="14731" y="24680"/>
                  </a:lnTo>
                  <a:lnTo>
                    <a:pt x="14429" y="25064"/>
                  </a:lnTo>
                  <a:lnTo>
                    <a:pt x="14106" y="25427"/>
                  </a:lnTo>
                  <a:lnTo>
                    <a:pt x="13743" y="25770"/>
                  </a:lnTo>
                  <a:lnTo>
                    <a:pt x="13359" y="26093"/>
                  </a:lnTo>
                  <a:lnTo>
                    <a:pt x="13077" y="26295"/>
                  </a:lnTo>
                  <a:lnTo>
                    <a:pt x="12774" y="26476"/>
                  </a:lnTo>
                  <a:lnTo>
                    <a:pt x="12491" y="26658"/>
                  </a:lnTo>
                  <a:lnTo>
                    <a:pt x="12209" y="26799"/>
                  </a:lnTo>
                  <a:lnTo>
                    <a:pt x="11906" y="26920"/>
                  </a:lnTo>
                  <a:lnTo>
                    <a:pt x="11624" y="27021"/>
                  </a:lnTo>
                  <a:lnTo>
                    <a:pt x="11321" y="27102"/>
                  </a:lnTo>
                  <a:lnTo>
                    <a:pt x="11018" y="27162"/>
                  </a:lnTo>
                  <a:lnTo>
                    <a:pt x="10716" y="27203"/>
                  </a:lnTo>
                  <a:lnTo>
                    <a:pt x="10110" y="27203"/>
                  </a:lnTo>
                  <a:lnTo>
                    <a:pt x="9808" y="27183"/>
                  </a:lnTo>
                  <a:lnTo>
                    <a:pt x="9485" y="27142"/>
                  </a:lnTo>
                  <a:lnTo>
                    <a:pt x="9182" y="27062"/>
                  </a:lnTo>
                  <a:lnTo>
                    <a:pt x="8859" y="26981"/>
                  </a:lnTo>
                  <a:lnTo>
                    <a:pt x="8556" y="26860"/>
                  </a:lnTo>
                  <a:lnTo>
                    <a:pt x="8234" y="26739"/>
                  </a:lnTo>
                  <a:lnTo>
                    <a:pt x="7931" y="26577"/>
                  </a:lnTo>
                  <a:lnTo>
                    <a:pt x="7628" y="26416"/>
                  </a:lnTo>
                  <a:lnTo>
                    <a:pt x="7346" y="26234"/>
                  </a:lnTo>
                  <a:lnTo>
                    <a:pt x="7063" y="26053"/>
                  </a:lnTo>
                  <a:lnTo>
                    <a:pt x="6781" y="25851"/>
                  </a:lnTo>
                  <a:lnTo>
                    <a:pt x="6256" y="25427"/>
                  </a:lnTo>
                  <a:lnTo>
                    <a:pt x="5772" y="24983"/>
                  </a:lnTo>
                  <a:lnTo>
                    <a:pt x="5328" y="24539"/>
                  </a:lnTo>
                  <a:lnTo>
                    <a:pt x="4944" y="24095"/>
                  </a:lnTo>
                  <a:lnTo>
                    <a:pt x="4581" y="23671"/>
                  </a:lnTo>
                  <a:lnTo>
                    <a:pt x="4238" y="23227"/>
                  </a:lnTo>
                  <a:lnTo>
                    <a:pt x="3895" y="22763"/>
                  </a:lnTo>
                  <a:lnTo>
                    <a:pt x="3572" y="22279"/>
                  </a:lnTo>
                  <a:lnTo>
                    <a:pt x="3249" y="21815"/>
                  </a:lnTo>
                  <a:lnTo>
                    <a:pt x="2967" y="21330"/>
                  </a:lnTo>
                  <a:lnTo>
                    <a:pt x="2664" y="20826"/>
                  </a:lnTo>
                  <a:lnTo>
                    <a:pt x="2401" y="20342"/>
                  </a:lnTo>
                  <a:lnTo>
                    <a:pt x="2139" y="19837"/>
                  </a:lnTo>
                  <a:lnTo>
                    <a:pt x="1897" y="19333"/>
                  </a:lnTo>
                  <a:lnTo>
                    <a:pt x="1675" y="18808"/>
                  </a:lnTo>
                  <a:lnTo>
                    <a:pt x="1453" y="18303"/>
                  </a:lnTo>
                  <a:lnTo>
                    <a:pt x="1251" y="17779"/>
                  </a:lnTo>
                  <a:lnTo>
                    <a:pt x="1070" y="17254"/>
                  </a:lnTo>
                  <a:lnTo>
                    <a:pt x="888" y="16729"/>
                  </a:lnTo>
                  <a:lnTo>
                    <a:pt x="727" y="16205"/>
                  </a:lnTo>
                  <a:lnTo>
                    <a:pt x="585" y="15680"/>
                  </a:lnTo>
                  <a:lnTo>
                    <a:pt x="464" y="15095"/>
                  </a:lnTo>
                  <a:lnTo>
                    <a:pt x="343" y="14530"/>
                  </a:lnTo>
                  <a:lnTo>
                    <a:pt x="262" y="13965"/>
                  </a:lnTo>
                  <a:lnTo>
                    <a:pt x="182" y="13400"/>
                  </a:lnTo>
                  <a:lnTo>
                    <a:pt x="121" y="12835"/>
                  </a:lnTo>
                  <a:lnTo>
                    <a:pt x="101" y="12270"/>
                  </a:lnTo>
                  <a:lnTo>
                    <a:pt x="81" y="11725"/>
                  </a:lnTo>
                  <a:lnTo>
                    <a:pt x="81" y="11160"/>
                  </a:lnTo>
                  <a:lnTo>
                    <a:pt x="101" y="10615"/>
                  </a:lnTo>
                  <a:lnTo>
                    <a:pt x="141" y="10070"/>
                  </a:lnTo>
                  <a:lnTo>
                    <a:pt x="202" y="9525"/>
                  </a:lnTo>
                  <a:lnTo>
                    <a:pt x="283" y="9000"/>
                  </a:lnTo>
                  <a:lnTo>
                    <a:pt x="383" y="8476"/>
                  </a:lnTo>
                  <a:lnTo>
                    <a:pt x="505" y="7951"/>
                  </a:lnTo>
                  <a:lnTo>
                    <a:pt x="646" y="7447"/>
                  </a:lnTo>
                  <a:lnTo>
                    <a:pt x="787" y="6942"/>
                  </a:lnTo>
                  <a:lnTo>
                    <a:pt x="1049" y="6236"/>
                  </a:lnTo>
                  <a:lnTo>
                    <a:pt x="1352" y="5570"/>
                  </a:lnTo>
                  <a:lnTo>
                    <a:pt x="1695" y="4924"/>
                  </a:lnTo>
                  <a:lnTo>
                    <a:pt x="2079" y="4298"/>
                  </a:lnTo>
                  <a:lnTo>
                    <a:pt x="2482" y="3693"/>
                  </a:lnTo>
                  <a:lnTo>
                    <a:pt x="2946" y="3128"/>
                  </a:lnTo>
                  <a:lnTo>
                    <a:pt x="3188" y="2866"/>
                  </a:lnTo>
                  <a:lnTo>
                    <a:pt x="3431" y="2603"/>
                  </a:lnTo>
                  <a:lnTo>
                    <a:pt x="3673" y="2361"/>
                  </a:lnTo>
                  <a:lnTo>
                    <a:pt x="3935" y="2119"/>
                  </a:lnTo>
                  <a:lnTo>
                    <a:pt x="4218" y="1877"/>
                  </a:lnTo>
                  <a:lnTo>
                    <a:pt x="4520" y="1655"/>
                  </a:lnTo>
                  <a:lnTo>
                    <a:pt x="4803" y="1433"/>
                  </a:lnTo>
                  <a:lnTo>
                    <a:pt x="5106" y="1231"/>
                  </a:lnTo>
                  <a:lnTo>
                    <a:pt x="5408" y="1049"/>
                  </a:lnTo>
                  <a:lnTo>
                    <a:pt x="5731" y="888"/>
                  </a:lnTo>
                  <a:lnTo>
                    <a:pt x="6034" y="727"/>
                  </a:lnTo>
                  <a:lnTo>
                    <a:pt x="6337" y="605"/>
                  </a:lnTo>
                  <a:lnTo>
                    <a:pt x="6659" y="484"/>
                  </a:lnTo>
                  <a:lnTo>
                    <a:pt x="6982" y="363"/>
                  </a:lnTo>
                  <a:lnTo>
                    <a:pt x="7305" y="283"/>
                  </a:lnTo>
                  <a:lnTo>
                    <a:pt x="7628" y="202"/>
                  </a:lnTo>
                  <a:lnTo>
                    <a:pt x="7951" y="162"/>
                  </a:lnTo>
                  <a:lnTo>
                    <a:pt x="8274" y="121"/>
                  </a:lnTo>
                  <a:lnTo>
                    <a:pt x="8597" y="81"/>
                  </a:lnTo>
                  <a:close/>
                  <a:moveTo>
                    <a:pt x="8698" y="0"/>
                  </a:moveTo>
                  <a:lnTo>
                    <a:pt x="8355" y="20"/>
                  </a:lnTo>
                  <a:lnTo>
                    <a:pt x="8032" y="61"/>
                  </a:lnTo>
                  <a:lnTo>
                    <a:pt x="7689" y="121"/>
                  </a:lnTo>
                  <a:lnTo>
                    <a:pt x="7366" y="182"/>
                  </a:lnTo>
                  <a:lnTo>
                    <a:pt x="7023" y="283"/>
                  </a:lnTo>
                  <a:lnTo>
                    <a:pt x="6700" y="383"/>
                  </a:lnTo>
                  <a:lnTo>
                    <a:pt x="6377" y="505"/>
                  </a:lnTo>
                  <a:lnTo>
                    <a:pt x="6054" y="646"/>
                  </a:lnTo>
                  <a:lnTo>
                    <a:pt x="5731" y="787"/>
                  </a:lnTo>
                  <a:lnTo>
                    <a:pt x="5408" y="969"/>
                  </a:lnTo>
                  <a:lnTo>
                    <a:pt x="5085" y="1150"/>
                  </a:lnTo>
                  <a:lnTo>
                    <a:pt x="4783" y="1352"/>
                  </a:lnTo>
                  <a:lnTo>
                    <a:pt x="4480" y="1574"/>
                  </a:lnTo>
                  <a:lnTo>
                    <a:pt x="4177" y="1816"/>
                  </a:lnTo>
                  <a:lnTo>
                    <a:pt x="3895" y="2058"/>
                  </a:lnTo>
                  <a:lnTo>
                    <a:pt x="3632" y="2301"/>
                  </a:lnTo>
                  <a:lnTo>
                    <a:pt x="3370" y="2543"/>
                  </a:lnTo>
                  <a:lnTo>
                    <a:pt x="3128" y="2805"/>
                  </a:lnTo>
                  <a:lnTo>
                    <a:pt x="2886" y="3088"/>
                  </a:lnTo>
                  <a:lnTo>
                    <a:pt x="2422" y="3653"/>
                  </a:lnTo>
                  <a:lnTo>
                    <a:pt x="1998" y="4258"/>
                  </a:lnTo>
                  <a:lnTo>
                    <a:pt x="1614" y="4884"/>
                  </a:lnTo>
                  <a:lnTo>
                    <a:pt x="1271" y="5529"/>
                  </a:lnTo>
                  <a:lnTo>
                    <a:pt x="969" y="6216"/>
                  </a:lnTo>
                  <a:lnTo>
                    <a:pt x="848" y="6559"/>
                  </a:lnTo>
                  <a:lnTo>
                    <a:pt x="727" y="6902"/>
                  </a:lnTo>
                  <a:lnTo>
                    <a:pt x="565" y="7406"/>
                  </a:lnTo>
                  <a:lnTo>
                    <a:pt x="424" y="7931"/>
                  </a:lnTo>
                  <a:lnTo>
                    <a:pt x="303" y="8456"/>
                  </a:lnTo>
                  <a:lnTo>
                    <a:pt x="202" y="8980"/>
                  </a:lnTo>
                  <a:lnTo>
                    <a:pt x="121" y="9525"/>
                  </a:lnTo>
                  <a:lnTo>
                    <a:pt x="61" y="10070"/>
                  </a:lnTo>
                  <a:lnTo>
                    <a:pt x="20" y="10615"/>
                  </a:lnTo>
                  <a:lnTo>
                    <a:pt x="0" y="11160"/>
                  </a:lnTo>
                  <a:lnTo>
                    <a:pt x="0" y="11725"/>
                  </a:lnTo>
                  <a:lnTo>
                    <a:pt x="20" y="12270"/>
                  </a:lnTo>
                  <a:lnTo>
                    <a:pt x="40" y="12835"/>
                  </a:lnTo>
                  <a:lnTo>
                    <a:pt x="101" y="13400"/>
                  </a:lnTo>
                  <a:lnTo>
                    <a:pt x="182" y="13965"/>
                  </a:lnTo>
                  <a:lnTo>
                    <a:pt x="262" y="14550"/>
                  </a:lnTo>
                  <a:lnTo>
                    <a:pt x="383" y="15115"/>
                  </a:lnTo>
                  <a:lnTo>
                    <a:pt x="525" y="15700"/>
                  </a:lnTo>
                  <a:lnTo>
                    <a:pt x="666" y="16225"/>
                  </a:lnTo>
                  <a:lnTo>
                    <a:pt x="807" y="16750"/>
                  </a:lnTo>
                  <a:lnTo>
                    <a:pt x="989" y="17274"/>
                  </a:lnTo>
                  <a:lnTo>
                    <a:pt x="1170" y="17799"/>
                  </a:lnTo>
                  <a:lnTo>
                    <a:pt x="1372" y="18324"/>
                  </a:lnTo>
                  <a:lnTo>
                    <a:pt x="1594" y="18848"/>
                  </a:lnTo>
                  <a:lnTo>
                    <a:pt x="1816" y="19353"/>
                  </a:lnTo>
                  <a:lnTo>
                    <a:pt x="2058" y="19877"/>
                  </a:lnTo>
                  <a:lnTo>
                    <a:pt x="2321" y="20382"/>
                  </a:lnTo>
                  <a:lnTo>
                    <a:pt x="2603" y="20866"/>
                  </a:lnTo>
                  <a:lnTo>
                    <a:pt x="2886" y="21371"/>
                  </a:lnTo>
                  <a:lnTo>
                    <a:pt x="3188" y="21855"/>
                  </a:lnTo>
                  <a:lnTo>
                    <a:pt x="3511" y="22339"/>
                  </a:lnTo>
                  <a:lnTo>
                    <a:pt x="3834" y="22804"/>
                  </a:lnTo>
                  <a:lnTo>
                    <a:pt x="4177" y="23268"/>
                  </a:lnTo>
                  <a:lnTo>
                    <a:pt x="4520" y="23732"/>
                  </a:lnTo>
                  <a:lnTo>
                    <a:pt x="4964" y="24236"/>
                  </a:lnTo>
                  <a:lnTo>
                    <a:pt x="5206" y="24519"/>
                  </a:lnTo>
                  <a:lnTo>
                    <a:pt x="5489" y="24822"/>
                  </a:lnTo>
                  <a:lnTo>
                    <a:pt x="5792" y="25104"/>
                  </a:lnTo>
                  <a:lnTo>
                    <a:pt x="6115" y="25407"/>
                  </a:lnTo>
                  <a:lnTo>
                    <a:pt x="6458" y="25689"/>
                  </a:lnTo>
                  <a:lnTo>
                    <a:pt x="6821" y="25972"/>
                  </a:lnTo>
                  <a:lnTo>
                    <a:pt x="7204" y="26254"/>
                  </a:lnTo>
                  <a:lnTo>
                    <a:pt x="7608" y="26497"/>
                  </a:lnTo>
                  <a:lnTo>
                    <a:pt x="8032" y="26718"/>
                  </a:lnTo>
                  <a:lnTo>
                    <a:pt x="8455" y="26900"/>
                  </a:lnTo>
                  <a:lnTo>
                    <a:pt x="8920" y="27062"/>
                  </a:lnTo>
                  <a:lnTo>
                    <a:pt x="9364" y="27183"/>
                  </a:lnTo>
                  <a:lnTo>
                    <a:pt x="9606" y="27223"/>
                  </a:lnTo>
                  <a:lnTo>
                    <a:pt x="9848" y="27263"/>
                  </a:lnTo>
                  <a:lnTo>
                    <a:pt x="10090" y="27284"/>
                  </a:lnTo>
                  <a:lnTo>
                    <a:pt x="10695" y="27284"/>
                  </a:lnTo>
                  <a:lnTo>
                    <a:pt x="11079" y="27223"/>
                  </a:lnTo>
                  <a:lnTo>
                    <a:pt x="11462" y="27142"/>
                  </a:lnTo>
                  <a:lnTo>
                    <a:pt x="11846" y="27021"/>
                  </a:lnTo>
                  <a:lnTo>
                    <a:pt x="12229" y="26880"/>
                  </a:lnTo>
                  <a:lnTo>
                    <a:pt x="12613" y="26678"/>
                  </a:lnTo>
                  <a:lnTo>
                    <a:pt x="12996" y="26436"/>
                  </a:lnTo>
                  <a:lnTo>
                    <a:pt x="13400" y="26153"/>
                  </a:lnTo>
                  <a:lnTo>
                    <a:pt x="13783" y="25831"/>
                  </a:lnTo>
                  <a:lnTo>
                    <a:pt x="14146" y="25488"/>
                  </a:lnTo>
                  <a:lnTo>
                    <a:pt x="14489" y="25124"/>
                  </a:lnTo>
                  <a:lnTo>
                    <a:pt x="14792" y="24721"/>
                  </a:lnTo>
                  <a:lnTo>
                    <a:pt x="15095" y="24317"/>
                  </a:lnTo>
                  <a:lnTo>
                    <a:pt x="15357" y="23913"/>
                  </a:lnTo>
                  <a:lnTo>
                    <a:pt x="15599" y="23490"/>
                  </a:lnTo>
                  <a:lnTo>
                    <a:pt x="15821" y="23046"/>
                  </a:lnTo>
                  <a:lnTo>
                    <a:pt x="16023" y="22602"/>
                  </a:lnTo>
                  <a:lnTo>
                    <a:pt x="16205" y="22158"/>
                  </a:lnTo>
                  <a:lnTo>
                    <a:pt x="16366" y="21714"/>
                  </a:lnTo>
                  <a:lnTo>
                    <a:pt x="16527" y="21270"/>
                  </a:lnTo>
                  <a:lnTo>
                    <a:pt x="16790" y="20382"/>
                  </a:lnTo>
                  <a:lnTo>
                    <a:pt x="17012" y="19534"/>
                  </a:lnTo>
                  <a:lnTo>
                    <a:pt x="17173" y="18868"/>
                  </a:lnTo>
                  <a:lnTo>
                    <a:pt x="17315" y="18223"/>
                  </a:lnTo>
                  <a:lnTo>
                    <a:pt x="17436" y="17597"/>
                  </a:lnTo>
                  <a:lnTo>
                    <a:pt x="17537" y="16951"/>
                  </a:lnTo>
                  <a:lnTo>
                    <a:pt x="17637" y="16346"/>
                  </a:lnTo>
                  <a:lnTo>
                    <a:pt x="17718" y="15720"/>
                  </a:lnTo>
                  <a:lnTo>
                    <a:pt x="17799" y="15115"/>
                  </a:lnTo>
                  <a:lnTo>
                    <a:pt x="17839" y="14530"/>
                  </a:lnTo>
                  <a:lnTo>
                    <a:pt x="17880" y="13924"/>
                  </a:lnTo>
                  <a:lnTo>
                    <a:pt x="17900" y="13339"/>
                  </a:lnTo>
                  <a:lnTo>
                    <a:pt x="17920" y="12774"/>
                  </a:lnTo>
                  <a:lnTo>
                    <a:pt x="17920" y="12189"/>
                  </a:lnTo>
                  <a:lnTo>
                    <a:pt x="17900" y="11624"/>
                  </a:lnTo>
                  <a:lnTo>
                    <a:pt x="17859" y="11059"/>
                  </a:lnTo>
                  <a:lnTo>
                    <a:pt x="17819" y="10514"/>
                  </a:lnTo>
                  <a:lnTo>
                    <a:pt x="17758" y="9969"/>
                  </a:lnTo>
                  <a:lnTo>
                    <a:pt x="17678" y="9465"/>
                  </a:lnTo>
                  <a:lnTo>
                    <a:pt x="17597" y="8980"/>
                  </a:lnTo>
                  <a:lnTo>
                    <a:pt x="17516" y="8496"/>
                  </a:lnTo>
                  <a:lnTo>
                    <a:pt x="17395" y="8032"/>
                  </a:lnTo>
                  <a:lnTo>
                    <a:pt x="17294" y="7568"/>
                  </a:lnTo>
                  <a:lnTo>
                    <a:pt x="17153" y="7124"/>
                  </a:lnTo>
                  <a:lnTo>
                    <a:pt x="17012" y="6700"/>
                  </a:lnTo>
                  <a:lnTo>
                    <a:pt x="16850" y="6276"/>
                  </a:lnTo>
                  <a:lnTo>
                    <a:pt x="16689" y="5852"/>
                  </a:lnTo>
                  <a:lnTo>
                    <a:pt x="16507" y="5449"/>
                  </a:lnTo>
                  <a:lnTo>
                    <a:pt x="16326" y="5065"/>
                  </a:lnTo>
                  <a:lnTo>
                    <a:pt x="16124" y="4682"/>
                  </a:lnTo>
                  <a:lnTo>
                    <a:pt x="15922" y="4319"/>
                  </a:lnTo>
                  <a:lnTo>
                    <a:pt x="15700" y="3976"/>
                  </a:lnTo>
                  <a:lnTo>
                    <a:pt x="15458" y="3632"/>
                  </a:lnTo>
                  <a:lnTo>
                    <a:pt x="15216" y="3310"/>
                  </a:lnTo>
                  <a:lnTo>
                    <a:pt x="14913" y="2926"/>
                  </a:lnTo>
                  <a:lnTo>
                    <a:pt x="14590" y="2583"/>
                  </a:lnTo>
                  <a:lnTo>
                    <a:pt x="14247" y="2240"/>
                  </a:lnTo>
                  <a:lnTo>
                    <a:pt x="13904" y="1937"/>
                  </a:lnTo>
                  <a:lnTo>
                    <a:pt x="13541" y="1635"/>
                  </a:lnTo>
                  <a:lnTo>
                    <a:pt x="13157" y="1372"/>
                  </a:lnTo>
                  <a:lnTo>
                    <a:pt x="12774" y="1130"/>
                  </a:lnTo>
                  <a:lnTo>
                    <a:pt x="12391" y="908"/>
                  </a:lnTo>
                  <a:lnTo>
                    <a:pt x="11987" y="706"/>
                  </a:lnTo>
                  <a:lnTo>
                    <a:pt x="11583" y="525"/>
                  </a:lnTo>
                  <a:lnTo>
                    <a:pt x="11160" y="363"/>
                  </a:lnTo>
                  <a:lnTo>
                    <a:pt x="10736" y="242"/>
                  </a:lnTo>
                  <a:lnTo>
                    <a:pt x="10312" y="141"/>
                  </a:lnTo>
                  <a:lnTo>
                    <a:pt x="9888" y="61"/>
                  </a:lnTo>
                  <a:lnTo>
                    <a:pt x="9464" y="20"/>
                  </a:lnTo>
                  <a:lnTo>
                    <a:pt x="90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 flipH="1">
              <a:off x="497192" y="-5154682"/>
              <a:ext cx="2383952" cy="1642730"/>
            </a:xfrm>
            <a:custGeom>
              <a:rect b="b" l="l" r="r" t="t"/>
              <a:pathLst>
                <a:path extrusionOk="0" h="29383" w="42641">
                  <a:moveTo>
                    <a:pt x="9364" y="81"/>
                  </a:moveTo>
                  <a:lnTo>
                    <a:pt x="10796" y="141"/>
                  </a:lnTo>
                  <a:lnTo>
                    <a:pt x="12209" y="222"/>
                  </a:lnTo>
                  <a:lnTo>
                    <a:pt x="13642" y="363"/>
                  </a:lnTo>
                  <a:lnTo>
                    <a:pt x="15054" y="505"/>
                  </a:lnTo>
                  <a:lnTo>
                    <a:pt x="16467" y="706"/>
                  </a:lnTo>
                  <a:lnTo>
                    <a:pt x="17880" y="928"/>
                  </a:lnTo>
                  <a:lnTo>
                    <a:pt x="19292" y="1191"/>
                  </a:lnTo>
                  <a:lnTo>
                    <a:pt x="20685" y="1494"/>
                  </a:lnTo>
                  <a:lnTo>
                    <a:pt x="22077" y="1816"/>
                  </a:lnTo>
                  <a:lnTo>
                    <a:pt x="23469" y="2180"/>
                  </a:lnTo>
                  <a:lnTo>
                    <a:pt x="24842" y="2563"/>
                  </a:lnTo>
                  <a:lnTo>
                    <a:pt x="26194" y="2987"/>
                  </a:lnTo>
                  <a:lnTo>
                    <a:pt x="27546" y="3451"/>
                  </a:lnTo>
                  <a:lnTo>
                    <a:pt x="28878" y="3935"/>
                  </a:lnTo>
                  <a:lnTo>
                    <a:pt x="30210" y="4460"/>
                  </a:lnTo>
                  <a:lnTo>
                    <a:pt x="31340" y="4944"/>
                  </a:lnTo>
                  <a:lnTo>
                    <a:pt x="32409" y="5429"/>
                  </a:lnTo>
                  <a:lnTo>
                    <a:pt x="33418" y="5933"/>
                  </a:lnTo>
                  <a:lnTo>
                    <a:pt x="34346" y="6438"/>
                  </a:lnTo>
                  <a:lnTo>
                    <a:pt x="35234" y="6962"/>
                  </a:lnTo>
                  <a:lnTo>
                    <a:pt x="36062" y="7487"/>
                  </a:lnTo>
                  <a:lnTo>
                    <a:pt x="36829" y="8032"/>
                  </a:lnTo>
                  <a:lnTo>
                    <a:pt x="37555" y="8597"/>
                  </a:lnTo>
                  <a:lnTo>
                    <a:pt x="37979" y="8960"/>
                  </a:lnTo>
                  <a:lnTo>
                    <a:pt x="38403" y="9344"/>
                  </a:lnTo>
                  <a:lnTo>
                    <a:pt x="38806" y="9727"/>
                  </a:lnTo>
                  <a:lnTo>
                    <a:pt x="39190" y="10131"/>
                  </a:lnTo>
                  <a:lnTo>
                    <a:pt x="39573" y="10534"/>
                  </a:lnTo>
                  <a:lnTo>
                    <a:pt x="39916" y="10938"/>
                  </a:lnTo>
                  <a:lnTo>
                    <a:pt x="40239" y="11362"/>
                  </a:lnTo>
                  <a:lnTo>
                    <a:pt x="40562" y="11785"/>
                  </a:lnTo>
                  <a:lnTo>
                    <a:pt x="40844" y="12209"/>
                  </a:lnTo>
                  <a:lnTo>
                    <a:pt x="41127" y="12653"/>
                  </a:lnTo>
                  <a:lnTo>
                    <a:pt x="41369" y="13097"/>
                  </a:lnTo>
                  <a:lnTo>
                    <a:pt x="41611" y="13541"/>
                  </a:lnTo>
                  <a:lnTo>
                    <a:pt x="41813" y="14005"/>
                  </a:lnTo>
                  <a:lnTo>
                    <a:pt x="42015" y="14469"/>
                  </a:lnTo>
                  <a:lnTo>
                    <a:pt x="42176" y="14913"/>
                  </a:lnTo>
                  <a:lnTo>
                    <a:pt x="42338" y="15398"/>
                  </a:lnTo>
                  <a:lnTo>
                    <a:pt x="42459" y="15862"/>
                  </a:lnTo>
                  <a:lnTo>
                    <a:pt x="42499" y="16104"/>
                  </a:lnTo>
                  <a:lnTo>
                    <a:pt x="42540" y="16366"/>
                  </a:lnTo>
                  <a:lnTo>
                    <a:pt x="42560" y="16608"/>
                  </a:lnTo>
                  <a:lnTo>
                    <a:pt x="42560" y="16851"/>
                  </a:lnTo>
                  <a:lnTo>
                    <a:pt x="42540" y="17113"/>
                  </a:lnTo>
                  <a:lnTo>
                    <a:pt x="42519" y="17355"/>
                  </a:lnTo>
                  <a:lnTo>
                    <a:pt x="42479" y="17577"/>
                  </a:lnTo>
                  <a:lnTo>
                    <a:pt x="42418" y="17799"/>
                  </a:lnTo>
                  <a:lnTo>
                    <a:pt x="42338" y="18021"/>
                  </a:lnTo>
                  <a:lnTo>
                    <a:pt x="42217" y="18223"/>
                  </a:lnTo>
                  <a:lnTo>
                    <a:pt x="42096" y="18404"/>
                  </a:lnTo>
                  <a:lnTo>
                    <a:pt x="41954" y="18566"/>
                  </a:lnTo>
                  <a:lnTo>
                    <a:pt x="41773" y="18707"/>
                  </a:lnTo>
                  <a:lnTo>
                    <a:pt x="41571" y="18848"/>
                  </a:lnTo>
                  <a:lnTo>
                    <a:pt x="41409" y="18909"/>
                  </a:lnTo>
                  <a:lnTo>
                    <a:pt x="41228" y="18969"/>
                  </a:lnTo>
                  <a:lnTo>
                    <a:pt x="41046" y="19010"/>
                  </a:lnTo>
                  <a:lnTo>
                    <a:pt x="40865" y="19050"/>
                  </a:lnTo>
                  <a:lnTo>
                    <a:pt x="40461" y="19070"/>
                  </a:lnTo>
                  <a:lnTo>
                    <a:pt x="40057" y="19070"/>
                  </a:lnTo>
                  <a:lnTo>
                    <a:pt x="38948" y="19050"/>
                  </a:lnTo>
                  <a:lnTo>
                    <a:pt x="37838" y="19010"/>
                  </a:lnTo>
                  <a:lnTo>
                    <a:pt x="35618" y="18909"/>
                  </a:lnTo>
                  <a:lnTo>
                    <a:pt x="33398" y="18788"/>
                  </a:lnTo>
                  <a:lnTo>
                    <a:pt x="31198" y="18626"/>
                  </a:lnTo>
                  <a:lnTo>
                    <a:pt x="28918" y="18485"/>
                  </a:lnTo>
                  <a:lnTo>
                    <a:pt x="26597" y="18344"/>
                  </a:lnTo>
                  <a:lnTo>
                    <a:pt x="24277" y="18243"/>
                  </a:lnTo>
                  <a:lnTo>
                    <a:pt x="23126" y="18223"/>
                  </a:lnTo>
                  <a:lnTo>
                    <a:pt x="21956" y="18203"/>
                  </a:lnTo>
                  <a:lnTo>
                    <a:pt x="20806" y="18182"/>
                  </a:lnTo>
                  <a:lnTo>
                    <a:pt x="19635" y="18203"/>
                  </a:lnTo>
                  <a:lnTo>
                    <a:pt x="18465" y="18243"/>
                  </a:lnTo>
                  <a:lnTo>
                    <a:pt x="17315" y="18304"/>
                  </a:lnTo>
                  <a:lnTo>
                    <a:pt x="16164" y="18384"/>
                  </a:lnTo>
                  <a:lnTo>
                    <a:pt x="14994" y="18485"/>
                  </a:lnTo>
                  <a:lnTo>
                    <a:pt x="13844" y="18626"/>
                  </a:lnTo>
                  <a:lnTo>
                    <a:pt x="12693" y="18788"/>
                  </a:lnTo>
                  <a:lnTo>
                    <a:pt x="12007" y="18909"/>
                  </a:lnTo>
                  <a:lnTo>
                    <a:pt x="11321" y="19050"/>
                  </a:lnTo>
                  <a:lnTo>
                    <a:pt x="10615" y="19232"/>
                  </a:lnTo>
                  <a:lnTo>
                    <a:pt x="10272" y="19333"/>
                  </a:lnTo>
                  <a:lnTo>
                    <a:pt x="9929" y="19454"/>
                  </a:lnTo>
                  <a:lnTo>
                    <a:pt x="9586" y="19595"/>
                  </a:lnTo>
                  <a:lnTo>
                    <a:pt x="9263" y="19736"/>
                  </a:lnTo>
                  <a:lnTo>
                    <a:pt x="8940" y="19898"/>
                  </a:lnTo>
                  <a:lnTo>
                    <a:pt x="8617" y="20059"/>
                  </a:lnTo>
                  <a:lnTo>
                    <a:pt x="8314" y="20261"/>
                  </a:lnTo>
                  <a:lnTo>
                    <a:pt x="8032" y="20463"/>
                  </a:lnTo>
                  <a:lnTo>
                    <a:pt x="7749" y="20705"/>
                  </a:lnTo>
                  <a:lnTo>
                    <a:pt x="7487" y="20947"/>
                  </a:lnTo>
                  <a:lnTo>
                    <a:pt x="7245" y="21230"/>
                  </a:lnTo>
                  <a:lnTo>
                    <a:pt x="7003" y="21512"/>
                  </a:lnTo>
                  <a:lnTo>
                    <a:pt x="6801" y="21815"/>
                  </a:lnTo>
                  <a:lnTo>
                    <a:pt x="6619" y="22118"/>
                  </a:lnTo>
                  <a:lnTo>
                    <a:pt x="6458" y="22440"/>
                  </a:lnTo>
                  <a:lnTo>
                    <a:pt x="6316" y="22763"/>
                  </a:lnTo>
                  <a:lnTo>
                    <a:pt x="6195" y="23086"/>
                  </a:lnTo>
                  <a:lnTo>
                    <a:pt x="6094" y="23429"/>
                  </a:lnTo>
                  <a:lnTo>
                    <a:pt x="5994" y="23752"/>
                  </a:lnTo>
                  <a:lnTo>
                    <a:pt x="5913" y="24075"/>
                  </a:lnTo>
                  <a:lnTo>
                    <a:pt x="5792" y="24701"/>
                  </a:lnTo>
                  <a:lnTo>
                    <a:pt x="5711" y="25306"/>
                  </a:lnTo>
                  <a:lnTo>
                    <a:pt x="5650" y="25871"/>
                  </a:lnTo>
                  <a:lnTo>
                    <a:pt x="5650" y="26154"/>
                  </a:lnTo>
                  <a:lnTo>
                    <a:pt x="5650" y="26497"/>
                  </a:lnTo>
                  <a:lnTo>
                    <a:pt x="5650" y="27243"/>
                  </a:lnTo>
                  <a:lnTo>
                    <a:pt x="5630" y="27627"/>
                  </a:lnTo>
                  <a:lnTo>
                    <a:pt x="5610" y="28010"/>
                  </a:lnTo>
                  <a:lnTo>
                    <a:pt x="5529" y="28373"/>
                  </a:lnTo>
                  <a:lnTo>
                    <a:pt x="5489" y="28555"/>
                  </a:lnTo>
                  <a:lnTo>
                    <a:pt x="5428" y="28696"/>
                  </a:lnTo>
                  <a:lnTo>
                    <a:pt x="5368" y="28838"/>
                  </a:lnTo>
                  <a:lnTo>
                    <a:pt x="5287" y="28979"/>
                  </a:lnTo>
                  <a:lnTo>
                    <a:pt x="5206" y="29080"/>
                  </a:lnTo>
                  <a:lnTo>
                    <a:pt x="5106" y="29181"/>
                  </a:lnTo>
                  <a:lnTo>
                    <a:pt x="5005" y="29221"/>
                  </a:lnTo>
                  <a:lnTo>
                    <a:pt x="4904" y="29261"/>
                  </a:lnTo>
                  <a:lnTo>
                    <a:pt x="4803" y="29281"/>
                  </a:lnTo>
                  <a:lnTo>
                    <a:pt x="4702" y="29302"/>
                  </a:lnTo>
                  <a:lnTo>
                    <a:pt x="4581" y="29302"/>
                  </a:lnTo>
                  <a:lnTo>
                    <a:pt x="4440" y="29281"/>
                  </a:lnTo>
                  <a:lnTo>
                    <a:pt x="4177" y="29201"/>
                  </a:lnTo>
                  <a:lnTo>
                    <a:pt x="3955" y="29100"/>
                  </a:lnTo>
                  <a:lnTo>
                    <a:pt x="3774" y="28959"/>
                  </a:lnTo>
                  <a:lnTo>
                    <a:pt x="3592" y="28797"/>
                  </a:lnTo>
                  <a:lnTo>
                    <a:pt x="3451" y="28616"/>
                  </a:lnTo>
                  <a:lnTo>
                    <a:pt x="3310" y="28414"/>
                  </a:lnTo>
                  <a:lnTo>
                    <a:pt x="3188" y="28192"/>
                  </a:lnTo>
                  <a:lnTo>
                    <a:pt x="2946" y="27728"/>
                  </a:lnTo>
                  <a:lnTo>
                    <a:pt x="2523" y="26678"/>
                  </a:lnTo>
                  <a:lnTo>
                    <a:pt x="2119" y="25629"/>
                  </a:lnTo>
                  <a:lnTo>
                    <a:pt x="1756" y="24539"/>
                  </a:lnTo>
                  <a:lnTo>
                    <a:pt x="1433" y="23429"/>
                  </a:lnTo>
                  <a:lnTo>
                    <a:pt x="1130" y="22279"/>
                  </a:lnTo>
                  <a:lnTo>
                    <a:pt x="868" y="21129"/>
                  </a:lnTo>
                  <a:lnTo>
                    <a:pt x="646" y="19938"/>
                  </a:lnTo>
                  <a:lnTo>
                    <a:pt x="464" y="18707"/>
                  </a:lnTo>
                  <a:lnTo>
                    <a:pt x="323" y="17476"/>
                  </a:lnTo>
                  <a:lnTo>
                    <a:pt x="202" y="16205"/>
                  </a:lnTo>
                  <a:lnTo>
                    <a:pt x="141" y="14913"/>
                  </a:lnTo>
                  <a:lnTo>
                    <a:pt x="101" y="13602"/>
                  </a:lnTo>
                  <a:lnTo>
                    <a:pt x="81" y="12250"/>
                  </a:lnTo>
                  <a:lnTo>
                    <a:pt x="121" y="10897"/>
                  </a:lnTo>
                  <a:lnTo>
                    <a:pt x="202" y="9505"/>
                  </a:lnTo>
                  <a:lnTo>
                    <a:pt x="303" y="8092"/>
                  </a:lnTo>
                  <a:lnTo>
                    <a:pt x="404" y="7144"/>
                  </a:lnTo>
                  <a:lnTo>
                    <a:pt x="464" y="6639"/>
                  </a:lnTo>
                  <a:lnTo>
                    <a:pt x="545" y="6135"/>
                  </a:lnTo>
                  <a:lnTo>
                    <a:pt x="646" y="5630"/>
                  </a:lnTo>
                  <a:lnTo>
                    <a:pt x="767" y="5106"/>
                  </a:lnTo>
                  <a:lnTo>
                    <a:pt x="928" y="4601"/>
                  </a:lnTo>
                  <a:lnTo>
                    <a:pt x="1090" y="4097"/>
                  </a:lnTo>
                  <a:lnTo>
                    <a:pt x="1292" y="3612"/>
                  </a:lnTo>
                  <a:lnTo>
                    <a:pt x="1514" y="3128"/>
                  </a:lnTo>
                  <a:lnTo>
                    <a:pt x="1776" y="2684"/>
                  </a:lnTo>
                  <a:lnTo>
                    <a:pt x="2058" y="2240"/>
                  </a:lnTo>
                  <a:lnTo>
                    <a:pt x="2220" y="2038"/>
                  </a:lnTo>
                  <a:lnTo>
                    <a:pt x="2381" y="1837"/>
                  </a:lnTo>
                  <a:lnTo>
                    <a:pt x="2563" y="1655"/>
                  </a:lnTo>
                  <a:lnTo>
                    <a:pt x="2765" y="1473"/>
                  </a:lnTo>
                  <a:lnTo>
                    <a:pt x="2967" y="1312"/>
                  </a:lnTo>
                  <a:lnTo>
                    <a:pt x="3168" y="1150"/>
                  </a:lnTo>
                  <a:lnTo>
                    <a:pt x="3390" y="989"/>
                  </a:lnTo>
                  <a:lnTo>
                    <a:pt x="3612" y="848"/>
                  </a:lnTo>
                  <a:lnTo>
                    <a:pt x="3854" y="727"/>
                  </a:lnTo>
                  <a:lnTo>
                    <a:pt x="4117" y="626"/>
                  </a:lnTo>
                  <a:lnTo>
                    <a:pt x="4359" y="525"/>
                  </a:lnTo>
                  <a:lnTo>
                    <a:pt x="4621" y="424"/>
                  </a:lnTo>
                  <a:lnTo>
                    <a:pt x="5146" y="303"/>
                  </a:lnTo>
                  <a:lnTo>
                    <a:pt x="5691" y="202"/>
                  </a:lnTo>
                  <a:lnTo>
                    <a:pt x="6236" y="141"/>
                  </a:lnTo>
                  <a:lnTo>
                    <a:pt x="6760" y="101"/>
                  </a:lnTo>
                  <a:lnTo>
                    <a:pt x="7305" y="81"/>
                  </a:lnTo>
                  <a:close/>
                  <a:moveTo>
                    <a:pt x="7305" y="0"/>
                  </a:moveTo>
                  <a:lnTo>
                    <a:pt x="6760" y="20"/>
                  </a:lnTo>
                  <a:lnTo>
                    <a:pt x="6215" y="61"/>
                  </a:lnTo>
                  <a:lnTo>
                    <a:pt x="5671" y="121"/>
                  </a:lnTo>
                  <a:lnTo>
                    <a:pt x="5126" y="222"/>
                  </a:lnTo>
                  <a:lnTo>
                    <a:pt x="4601" y="363"/>
                  </a:lnTo>
                  <a:lnTo>
                    <a:pt x="4339" y="444"/>
                  </a:lnTo>
                  <a:lnTo>
                    <a:pt x="4076" y="545"/>
                  </a:lnTo>
                  <a:lnTo>
                    <a:pt x="3834" y="666"/>
                  </a:lnTo>
                  <a:lnTo>
                    <a:pt x="3572" y="787"/>
                  </a:lnTo>
                  <a:lnTo>
                    <a:pt x="3350" y="928"/>
                  </a:lnTo>
                  <a:lnTo>
                    <a:pt x="3128" y="1070"/>
                  </a:lnTo>
                  <a:lnTo>
                    <a:pt x="2906" y="1231"/>
                  </a:lnTo>
                  <a:lnTo>
                    <a:pt x="2704" y="1413"/>
                  </a:lnTo>
                  <a:lnTo>
                    <a:pt x="2523" y="1594"/>
                  </a:lnTo>
                  <a:lnTo>
                    <a:pt x="2341" y="1776"/>
                  </a:lnTo>
                  <a:lnTo>
                    <a:pt x="2159" y="1978"/>
                  </a:lnTo>
                  <a:lnTo>
                    <a:pt x="1998" y="2200"/>
                  </a:lnTo>
                  <a:lnTo>
                    <a:pt x="1695" y="2624"/>
                  </a:lnTo>
                  <a:lnTo>
                    <a:pt x="1453" y="3088"/>
                  </a:lnTo>
                  <a:lnTo>
                    <a:pt x="1211" y="3572"/>
                  </a:lnTo>
                  <a:lnTo>
                    <a:pt x="1009" y="4056"/>
                  </a:lnTo>
                  <a:lnTo>
                    <a:pt x="848" y="4561"/>
                  </a:lnTo>
                  <a:lnTo>
                    <a:pt x="706" y="5086"/>
                  </a:lnTo>
                  <a:lnTo>
                    <a:pt x="585" y="5590"/>
                  </a:lnTo>
                  <a:lnTo>
                    <a:pt x="464" y="6115"/>
                  </a:lnTo>
                  <a:lnTo>
                    <a:pt x="383" y="6619"/>
                  </a:lnTo>
                  <a:lnTo>
                    <a:pt x="323" y="7124"/>
                  </a:lnTo>
                  <a:lnTo>
                    <a:pt x="222" y="8092"/>
                  </a:lnTo>
                  <a:lnTo>
                    <a:pt x="121" y="9505"/>
                  </a:lnTo>
                  <a:lnTo>
                    <a:pt x="40" y="10897"/>
                  </a:lnTo>
                  <a:lnTo>
                    <a:pt x="0" y="12250"/>
                  </a:lnTo>
                  <a:lnTo>
                    <a:pt x="20" y="13602"/>
                  </a:lnTo>
                  <a:lnTo>
                    <a:pt x="61" y="14913"/>
                  </a:lnTo>
                  <a:lnTo>
                    <a:pt x="121" y="16205"/>
                  </a:lnTo>
                  <a:lnTo>
                    <a:pt x="242" y="17476"/>
                  </a:lnTo>
                  <a:lnTo>
                    <a:pt x="383" y="18727"/>
                  </a:lnTo>
                  <a:lnTo>
                    <a:pt x="565" y="19938"/>
                  </a:lnTo>
                  <a:lnTo>
                    <a:pt x="787" y="21149"/>
                  </a:lnTo>
                  <a:lnTo>
                    <a:pt x="1049" y="22319"/>
                  </a:lnTo>
                  <a:lnTo>
                    <a:pt x="1352" y="23449"/>
                  </a:lnTo>
                  <a:lnTo>
                    <a:pt x="1675" y="24559"/>
                  </a:lnTo>
                  <a:lnTo>
                    <a:pt x="2038" y="25649"/>
                  </a:lnTo>
                  <a:lnTo>
                    <a:pt x="2442" y="26719"/>
                  </a:lnTo>
                  <a:lnTo>
                    <a:pt x="2886" y="27748"/>
                  </a:lnTo>
                  <a:lnTo>
                    <a:pt x="3108" y="28232"/>
                  </a:lnTo>
                  <a:lnTo>
                    <a:pt x="3249" y="28454"/>
                  </a:lnTo>
                  <a:lnTo>
                    <a:pt x="3390" y="28676"/>
                  </a:lnTo>
                  <a:lnTo>
                    <a:pt x="3552" y="28858"/>
                  </a:lnTo>
                  <a:lnTo>
                    <a:pt x="3733" y="29019"/>
                  </a:lnTo>
                  <a:lnTo>
                    <a:pt x="3915" y="29160"/>
                  </a:lnTo>
                  <a:lnTo>
                    <a:pt x="4137" y="29261"/>
                  </a:lnTo>
                  <a:lnTo>
                    <a:pt x="4419" y="29362"/>
                  </a:lnTo>
                  <a:lnTo>
                    <a:pt x="4541" y="29382"/>
                  </a:lnTo>
                  <a:lnTo>
                    <a:pt x="4662" y="29382"/>
                  </a:lnTo>
                  <a:lnTo>
                    <a:pt x="4803" y="29362"/>
                  </a:lnTo>
                  <a:lnTo>
                    <a:pt x="4924" y="29342"/>
                  </a:lnTo>
                  <a:lnTo>
                    <a:pt x="5045" y="29302"/>
                  </a:lnTo>
                  <a:lnTo>
                    <a:pt x="5146" y="29241"/>
                  </a:lnTo>
                  <a:lnTo>
                    <a:pt x="5247" y="29140"/>
                  </a:lnTo>
                  <a:lnTo>
                    <a:pt x="5348" y="29039"/>
                  </a:lnTo>
                  <a:lnTo>
                    <a:pt x="5428" y="28898"/>
                  </a:lnTo>
                  <a:lnTo>
                    <a:pt x="5509" y="28757"/>
                  </a:lnTo>
                  <a:lnTo>
                    <a:pt x="5570" y="28595"/>
                  </a:lnTo>
                  <a:lnTo>
                    <a:pt x="5610" y="28414"/>
                  </a:lnTo>
                  <a:lnTo>
                    <a:pt x="5671" y="28051"/>
                  </a:lnTo>
                  <a:lnTo>
                    <a:pt x="5711" y="27647"/>
                  </a:lnTo>
                  <a:lnTo>
                    <a:pt x="5731" y="27243"/>
                  </a:lnTo>
                  <a:lnTo>
                    <a:pt x="5731" y="26497"/>
                  </a:lnTo>
                  <a:lnTo>
                    <a:pt x="5731" y="26154"/>
                  </a:lnTo>
                  <a:lnTo>
                    <a:pt x="5731" y="25891"/>
                  </a:lnTo>
                  <a:lnTo>
                    <a:pt x="5792" y="25326"/>
                  </a:lnTo>
                  <a:lnTo>
                    <a:pt x="5872" y="24721"/>
                  </a:lnTo>
                  <a:lnTo>
                    <a:pt x="5994" y="24095"/>
                  </a:lnTo>
                  <a:lnTo>
                    <a:pt x="6074" y="23772"/>
                  </a:lnTo>
                  <a:lnTo>
                    <a:pt x="6155" y="23449"/>
                  </a:lnTo>
                  <a:lnTo>
                    <a:pt x="6276" y="23127"/>
                  </a:lnTo>
                  <a:lnTo>
                    <a:pt x="6397" y="22804"/>
                  </a:lnTo>
                  <a:lnTo>
                    <a:pt x="6538" y="22481"/>
                  </a:lnTo>
                  <a:lnTo>
                    <a:pt x="6700" y="22178"/>
                  </a:lnTo>
                  <a:lnTo>
                    <a:pt x="6881" y="21855"/>
                  </a:lnTo>
                  <a:lnTo>
                    <a:pt x="7083" y="21573"/>
                  </a:lnTo>
                  <a:lnTo>
                    <a:pt x="7305" y="21270"/>
                  </a:lnTo>
                  <a:lnTo>
                    <a:pt x="7547" y="21008"/>
                  </a:lnTo>
                  <a:lnTo>
                    <a:pt x="7810" y="20765"/>
                  </a:lnTo>
                  <a:lnTo>
                    <a:pt x="8092" y="20523"/>
                  </a:lnTo>
                  <a:lnTo>
                    <a:pt x="8375" y="20322"/>
                  </a:lnTo>
                  <a:lnTo>
                    <a:pt x="8677" y="20140"/>
                  </a:lnTo>
                  <a:lnTo>
                    <a:pt x="8980" y="19958"/>
                  </a:lnTo>
                  <a:lnTo>
                    <a:pt x="9303" y="19797"/>
                  </a:lnTo>
                  <a:lnTo>
                    <a:pt x="9626" y="19656"/>
                  </a:lnTo>
                  <a:lnTo>
                    <a:pt x="9969" y="19535"/>
                  </a:lnTo>
                  <a:lnTo>
                    <a:pt x="10292" y="19413"/>
                  </a:lnTo>
                  <a:lnTo>
                    <a:pt x="10635" y="19313"/>
                  </a:lnTo>
                  <a:lnTo>
                    <a:pt x="11341" y="19131"/>
                  </a:lnTo>
                  <a:lnTo>
                    <a:pt x="12027" y="18990"/>
                  </a:lnTo>
                  <a:lnTo>
                    <a:pt x="12713" y="18869"/>
                  </a:lnTo>
                  <a:lnTo>
                    <a:pt x="13864" y="18707"/>
                  </a:lnTo>
                  <a:lnTo>
                    <a:pt x="15014" y="18566"/>
                  </a:lnTo>
                  <a:lnTo>
                    <a:pt x="16164" y="18465"/>
                  </a:lnTo>
                  <a:lnTo>
                    <a:pt x="17315" y="18384"/>
                  </a:lnTo>
                  <a:lnTo>
                    <a:pt x="18485" y="18324"/>
                  </a:lnTo>
                  <a:lnTo>
                    <a:pt x="19635" y="18283"/>
                  </a:lnTo>
                  <a:lnTo>
                    <a:pt x="20806" y="18263"/>
                  </a:lnTo>
                  <a:lnTo>
                    <a:pt x="21956" y="18283"/>
                  </a:lnTo>
                  <a:lnTo>
                    <a:pt x="23126" y="18304"/>
                  </a:lnTo>
                  <a:lnTo>
                    <a:pt x="24277" y="18324"/>
                  </a:lnTo>
                  <a:lnTo>
                    <a:pt x="26597" y="18425"/>
                  </a:lnTo>
                  <a:lnTo>
                    <a:pt x="28918" y="18566"/>
                  </a:lnTo>
                  <a:lnTo>
                    <a:pt x="31198" y="18707"/>
                  </a:lnTo>
                  <a:lnTo>
                    <a:pt x="33398" y="18869"/>
                  </a:lnTo>
                  <a:lnTo>
                    <a:pt x="35618" y="18990"/>
                  </a:lnTo>
                  <a:lnTo>
                    <a:pt x="37838" y="19091"/>
                  </a:lnTo>
                  <a:lnTo>
                    <a:pt x="38948" y="19131"/>
                  </a:lnTo>
                  <a:lnTo>
                    <a:pt x="40057" y="19151"/>
                  </a:lnTo>
                  <a:lnTo>
                    <a:pt x="40481" y="19151"/>
                  </a:lnTo>
                  <a:lnTo>
                    <a:pt x="40885" y="19131"/>
                  </a:lnTo>
                  <a:lnTo>
                    <a:pt x="41066" y="19091"/>
                  </a:lnTo>
                  <a:lnTo>
                    <a:pt x="41248" y="19050"/>
                  </a:lnTo>
                  <a:lnTo>
                    <a:pt x="41430" y="18990"/>
                  </a:lnTo>
                  <a:lnTo>
                    <a:pt x="41611" y="18909"/>
                  </a:lnTo>
                  <a:lnTo>
                    <a:pt x="41813" y="18788"/>
                  </a:lnTo>
                  <a:lnTo>
                    <a:pt x="41995" y="18626"/>
                  </a:lnTo>
                  <a:lnTo>
                    <a:pt x="42156" y="18465"/>
                  </a:lnTo>
                  <a:lnTo>
                    <a:pt x="42297" y="18263"/>
                  </a:lnTo>
                  <a:lnTo>
                    <a:pt x="42398" y="18061"/>
                  </a:lnTo>
                  <a:lnTo>
                    <a:pt x="42479" y="17839"/>
                  </a:lnTo>
                  <a:lnTo>
                    <a:pt x="42560" y="17617"/>
                  </a:lnTo>
                  <a:lnTo>
                    <a:pt x="42600" y="17375"/>
                  </a:lnTo>
                  <a:lnTo>
                    <a:pt x="42620" y="17133"/>
                  </a:lnTo>
                  <a:lnTo>
                    <a:pt x="42640" y="16871"/>
                  </a:lnTo>
                  <a:lnTo>
                    <a:pt x="42640" y="16608"/>
                  </a:lnTo>
                  <a:lnTo>
                    <a:pt x="42620" y="16366"/>
                  </a:lnTo>
                  <a:lnTo>
                    <a:pt x="42580" y="16104"/>
                  </a:lnTo>
                  <a:lnTo>
                    <a:pt x="42540" y="15862"/>
                  </a:lnTo>
                  <a:lnTo>
                    <a:pt x="42418" y="15357"/>
                  </a:lnTo>
                  <a:lnTo>
                    <a:pt x="42257" y="14893"/>
                  </a:lnTo>
                  <a:lnTo>
                    <a:pt x="42096" y="14429"/>
                  </a:lnTo>
                  <a:lnTo>
                    <a:pt x="41894" y="13965"/>
                  </a:lnTo>
                  <a:lnTo>
                    <a:pt x="41672" y="13521"/>
                  </a:lnTo>
                  <a:lnTo>
                    <a:pt x="41450" y="13057"/>
                  </a:lnTo>
                  <a:lnTo>
                    <a:pt x="41187" y="12613"/>
                  </a:lnTo>
                  <a:lnTo>
                    <a:pt x="40925" y="12169"/>
                  </a:lnTo>
                  <a:lnTo>
                    <a:pt x="40622" y="11745"/>
                  </a:lnTo>
                  <a:lnTo>
                    <a:pt x="40320" y="11301"/>
                  </a:lnTo>
                  <a:lnTo>
                    <a:pt x="39977" y="10897"/>
                  </a:lnTo>
                  <a:lnTo>
                    <a:pt x="39634" y="10474"/>
                  </a:lnTo>
                  <a:lnTo>
                    <a:pt x="39250" y="10070"/>
                  </a:lnTo>
                  <a:lnTo>
                    <a:pt x="38867" y="9666"/>
                  </a:lnTo>
                  <a:lnTo>
                    <a:pt x="38463" y="9283"/>
                  </a:lnTo>
                  <a:lnTo>
                    <a:pt x="38039" y="8900"/>
                  </a:lnTo>
                  <a:lnTo>
                    <a:pt x="37595" y="8536"/>
                  </a:lnTo>
                  <a:lnTo>
                    <a:pt x="36869" y="7971"/>
                  </a:lnTo>
                  <a:lnTo>
                    <a:pt x="36102" y="7426"/>
                  </a:lnTo>
                  <a:lnTo>
                    <a:pt x="35275" y="6882"/>
                  </a:lnTo>
                  <a:lnTo>
                    <a:pt x="34387" y="6377"/>
                  </a:lnTo>
                  <a:lnTo>
                    <a:pt x="33459" y="5873"/>
                  </a:lnTo>
                  <a:lnTo>
                    <a:pt x="32450" y="5368"/>
                  </a:lnTo>
                  <a:lnTo>
                    <a:pt x="31380" y="4884"/>
                  </a:lnTo>
                  <a:lnTo>
                    <a:pt x="30230" y="4379"/>
                  </a:lnTo>
                  <a:lnTo>
                    <a:pt x="28918" y="3875"/>
                  </a:lnTo>
                  <a:lnTo>
                    <a:pt x="27586" y="3370"/>
                  </a:lnTo>
                  <a:lnTo>
                    <a:pt x="26234" y="2906"/>
                  </a:lnTo>
                  <a:lnTo>
                    <a:pt x="24862" y="2482"/>
                  </a:lnTo>
                  <a:lnTo>
                    <a:pt x="23490" y="2099"/>
                  </a:lnTo>
                  <a:lnTo>
                    <a:pt x="22097" y="1736"/>
                  </a:lnTo>
                  <a:lnTo>
                    <a:pt x="20705" y="1413"/>
                  </a:lnTo>
                  <a:lnTo>
                    <a:pt x="19312" y="1110"/>
                  </a:lnTo>
                  <a:lnTo>
                    <a:pt x="17900" y="848"/>
                  </a:lnTo>
                  <a:lnTo>
                    <a:pt x="16487" y="626"/>
                  </a:lnTo>
                  <a:lnTo>
                    <a:pt x="15075" y="424"/>
                  </a:lnTo>
                  <a:lnTo>
                    <a:pt x="13642" y="283"/>
                  </a:lnTo>
                  <a:lnTo>
                    <a:pt x="12229" y="141"/>
                  </a:lnTo>
                  <a:lnTo>
                    <a:pt x="10796" y="61"/>
                  </a:lnTo>
                  <a:lnTo>
                    <a:pt x="93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 flipH="1">
              <a:off x="1696475" y="-3953198"/>
              <a:ext cx="631867" cy="441222"/>
            </a:xfrm>
            <a:custGeom>
              <a:rect b="b" l="l" r="r" t="t"/>
              <a:pathLst>
                <a:path extrusionOk="0" h="7892" w="11302">
                  <a:moveTo>
                    <a:pt x="10030" y="82"/>
                  </a:moveTo>
                  <a:lnTo>
                    <a:pt x="10252" y="102"/>
                  </a:lnTo>
                  <a:lnTo>
                    <a:pt x="10494" y="142"/>
                  </a:lnTo>
                  <a:lnTo>
                    <a:pt x="10696" y="203"/>
                  </a:lnTo>
                  <a:lnTo>
                    <a:pt x="10797" y="243"/>
                  </a:lnTo>
                  <a:lnTo>
                    <a:pt x="10897" y="304"/>
                  </a:lnTo>
                  <a:lnTo>
                    <a:pt x="10978" y="364"/>
                  </a:lnTo>
                  <a:lnTo>
                    <a:pt x="11059" y="445"/>
                  </a:lnTo>
                  <a:lnTo>
                    <a:pt x="11119" y="526"/>
                  </a:lnTo>
                  <a:lnTo>
                    <a:pt x="11180" y="627"/>
                  </a:lnTo>
                  <a:lnTo>
                    <a:pt x="11220" y="727"/>
                  </a:lnTo>
                  <a:lnTo>
                    <a:pt x="11220" y="828"/>
                  </a:lnTo>
                  <a:lnTo>
                    <a:pt x="11220" y="949"/>
                  </a:lnTo>
                  <a:lnTo>
                    <a:pt x="11180" y="1050"/>
                  </a:lnTo>
                  <a:lnTo>
                    <a:pt x="11140" y="1131"/>
                  </a:lnTo>
                  <a:lnTo>
                    <a:pt x="11079" y="1192"/>
                  </a:lnTo>
                  <a:lnTo>
                    <a:pt x="11019" y="1252"/>
                  </a:lnTo>
                  <a:lnTo>
                    <a:pt x="10938" y="1313"/>
                  </a:lnTo>
                  <a:lnTo>
                    <a:pt x="10756" y="1393"/>
                  </a:lnTo>
                  <a:lnTo>
                    <a:pt x="10554" y="1474"/>
                  </a:lnTo>
                  <a:lnTo>
                    <a:pt x="10433" y="1535"/>
                  </a:lnTo>
                  <a:lnTo>
                    <a:pt x="10131" y="1676"/>
                  </a:lnTo>
                  <a:lnTo>
                    <a:pt x="9888" y="1858"/>
                  </a:lnTo>
                  <a:lnTo>
                    <a:pt x="9666" y="2039"/>
                  </a:lnTo>
                  <a:lnTo>
                    <a:pt x="9505" y="2261"/>
                  </a:lnTo>
                  <a:lnTo>
                    <a:pt x="9364" y="2503"/>
                  </a:lnTo>
                  <a:lnTo>
                    <a:pt x="9243" y="2745"/>
                  </a:lnTo>
                  <a:lnTo>
                    <a:pt x="9021" y="3290"/>
                  </a:lnTo>
                  <a:lnTo>
                    <a:pt x="8819" y="3795"/>
                  </a:lnTo>
                  <a:lnTo>
                    <a:pt x="8617" y="4239"/>
                  </a:lnTo>
                  <a:lnTo>
                    <a:pt x="8415" y="4663"/>
                  </a:lnTo>
                  <a:lnTo>
                    <a:pt x="8193" y="5046"/>
                  </a:lnTo>
                  <a:lnTo>
                    <a:pt x="7992" y="5389"/>
                  </a:lnTo>
                  <a:lnTo>
                    <a:pt x="7749" y="5712"/>
                  </a:lnTo>
                  <a:lnTo>
                    <a:pt x="7527" y="6015"/>
                  </a:lnTo>
                  <a:lnTo>
                    <a:pt x="7285" y="6277"/>
                  </a:lnTo>
                  <a:lnTo>
                    <a:pt x="7023" y="6519"/>
                  </a:lnTo>
                  <a:lnTo>
                    <a:pt x="6821" y="6701"/>
                  </a:lnTo>
                  <a:lnTo>
                    <a:pt x="6599" y="6862"/>
                  </a:lnTo>
                  <a:lnTo>
                    <a:pt x="6357" y="7024"/>
                  </a:lnTo>
                  <a:lnTo>
                    <a:pt x="6115" y="7165"/>
                  </a:lnTo>
                  <a:lnTo>
                    <a:pt x="5873" y="7286"/>
                  </a:lnTo>
                  <a:lnTo>
                    <a:pt x="5630" y="7407"/>
                  </a:lnTo>
                  <a:lnTo>
                    <a:pt x="5368" y="7508"/>
                  </a:lnTo>
                  <a:lnTo>
                    <a:pt x="5086" y="7589"/>
                  </a:lnTo>
                  <a:lnTo>
                    <a:pt x="4823" y="7669"/>
                  </a:lnTo>
                  <a:lnTo>
                    <a:pt x="4541" y="7730"/>
                  </a:lnTo>
                  <a:lnTo>
                    <a:pt x="4278" y="7770"/>
                  </a:lnTo>
                  <a:lnTo>
                    <a:pt x="3996" y="7790"/>
                  </a:lnTo>
                  <a:lnTo>
                    <a:pt x="3713" y="7811"/>
                  </a:lnTo>
                  <a:lnTo>
                    <a:pt x="3431" y="7811"/>
                  </a:lnTo>
                  <a:lnTo>
                    <a:pt x="3169" y="7790"/>
                  </a:lnTo>
                  <a:lnTo>
                    <a:pt x="2886" y="7750"/>
                  </a:lnTo>
                  <a:lnTo>
                    <a:pt x="2603" y="7690"/>
                  </a:lnTo>
                  <a:lnTo>
                    <a:pt x="2321" y="7629"/>
                  </a:lnTo>
                  <a:lnTo>
                    <a:pt x="2059" y="7528"/>
                  </a:lnTo>
                  <a:lnTo>
                    <a:pt x="1796" y="7427"/>
                  </a:lnTo>
                  <a:lnTo>
                    <a:pt x="1554" y="7306"/>
                  </a:lnTo>
                  <a:lnTo>
                    <a:pt x="1332" y="7165"/>
                  </a:lnTo>
                  <a:lnTo>
                    <a:pt x="1110" y="7024"/>
                  </a:lnTo>
                  <a:lnTo>
                    <a:pt x="908" y="6842"/>
                  </a:lnTo>
                  <a:lnTo>
                    <a:pt x="707" y="6640"/>
                  </a:lnTo>
                  <a:lnTo>
                    <a:pt x="545" y="6418"/>
                  </a:lnTo>
                  <a:lnTo>
                    <a:pt x="384" y="6176"/>
                  </a:lnTo>
                  <a:lnTo>
                    <a:pt x="263" y="5934"/>
                  </a:lnTo>
                  <a:lnTo>
                    <a:pt x="182" y="5692"/>
                  </a:lnTo>
                  <a:lnTo>
                    <a:pt x="101" y="5429"/>
                  </a:lnTo>
                  <a:lnTo>
                    <a:pt x="81" y="5167"/>
                  </a:lnTo>
                  <a:lnTo>
                    <a:pt x="81" y="4905"/>
                  </a:lnTo>
                  <a:lnTo>
                    <a:pt x="101" y="4663"/>
                  </a:lnTo>
                  <a:lnTo>
                    <a:pt x="142" y="4441"/>
                  </a:lnTo>
                  <a:lnTo>
                    <a:pt x="222" y="4239"/>
                  </a:lnTo>
                  <a:lnTo>
                    <a:pt x="303" y="4037"/>
                  </a:lnTo>
                  <a:lnTo>
                    <a:pt x="404" y="3835"/>
                  </a:lnTo>
                  <a:lnTo>
                    <a:pt x="525" y="3654"/>
                  </a:lnTo>
                  <a:lnTo>
                    <a:pt x="646" y="3472"/>
                  </a:lnTo>
                  <a:lnTo>
                    <a:pt x="787" y="3311"/>
                  </a:lnTo>
                  <a:lnTo>
                    <a:pt x="1090" y="3008"/>
                  </a:lnTo>
                  <a:lnTo>
                    <a:pt x="1393" y="2745"/>
                  </a:lnTo>
                  <a:lnTo>
                    <a:pt x="1695" y="2523"/>
                  </a:lnTo>
                  <a:lnTo>
                    <a:pt x="1978" y="2342"/>
                  </a:lnTo>
                  <a:lnTo>
                    <a:pt x="2361" y="2120"/>
                  </a:lnTo>
                  <a:lnTo>
                    <a:pt x="2745" y="1918"/>
                  </a:lnTo>
                  <a:lnTo>
                    <a:pt x="3128" y="1736"/>
                  </a:lnTo>
                  <a:lnTo>
                    <a:pt x="3532" y="1555"/>
                  </a:lnTo>
                  <a:lnTo>
                    <a:pt x="4319" y="1252"/>
                  </a:lnTo>
                  <a:lnTo>
                    <a:pt x="5106" y="990"/>
                  </a:lnTo>
                  <a:lnTo>
                    <a:pt x="6175" y="647"/>
                  </a:lnTo>
                  <a:lnTo>
                    <a:pt x="6740" y="505"/>
                  </a:lnTo>
                  <a:lnTo>
                    <a:pt x="7326" y="364"/>
                  </a:lnTo>
                  <a:lnTo>
                    <a:pt x="7911" y="243"/>
                  </a:lnTo>
                  <a:lnTo>
                    <a:pt x="8496" y="162"/>
                  </a:lnTo>
                  <a:lnTo>
                    <a:pt x="9101" y="102"/>
                  </a:lnTo>
                  <a:lnTo>
                    <a:pt x="9727" y="82"/>
                  </a:lnTo>
                  <a:close/>
                  <a:moveTo>
                    <a:pt x="9384" y="1"/>
                  </a:moveTo>
                  <a:lnTo>
                    <a:pt x="8718" y="62"/>
                  </a:lnTo>
                  <a:lnTo>
                    <a:pt x="8092" y="142"/>
                  </a:lnTo>
                  <a:lnTo>
                    <a:pt x="7447" y="243"/>
                  </a:lnTo>
                  <a:lnTo>
                    <a:pt x="6841" y="384"/>
                  </a:lnTo>
                  <a:lnTo>
                    <a:pt x="6236" y="546"/>
                  </a:lnTo>
                  <a:lnTo>
                    <a:pt x="5651" y="727"/>
                  </a:lnTo>
                  <a:lnTo>
                    <a:pt x="5086" y="909"/>
                  </a:lnTo>
                  <a:lnTo>
                    <a:pt x="4299" y="1171"/>
                  </a:lnTo>
                  <a:lnTo>
                    <a:pt x="3491" y="1474"/>
                  </a:lnTo>
                  <a:lnTo>
                    <a:pt x="3108" y="1656"/>
                  </a:lnTo>
                  <a:lnTo>
                    <a:pt x="2704" y="1837"/>
                  </a:lnTo>
                  <a:lnTo>
                    <a:pt x="2321" y="2039"/>
                  </a:lnTo>
                  <a:lnTo>
                    <a:pt x="1938" y="2261"/>
                  </a:lnTo>
                  <a:lnTo>
                    <a:pt x="1655" y="2443"/>
                  </a:lnTo>
                  <a:lnTo>
                    <a:pt x="1352" y="2685"/>
                  </a:lnTo>
                  <a:lnTo>
                    <a:pt x="1029" y="2947"/>
                  </a:lnTo>
                  <a:lnTo>
                    <a:pt x="727" y="3250"/>
                  </a:lnTo>
                  <a:lnTo>
                    <a:pt x="585" y="3432"/>
                  </a:lnTo>
                  <a:lnTo>
                    <a:pt x="464" y="3613"/>
                  </a:lnTo>
                  <a:lnTo>
                    <a:pt x="343" y="3795"/>
                  </a:lnTo>
                  <a:lnTo>
                    <a:pt x="222" y="3997"/>
                  </a:lnTo>
                  <a:lnTo>
                    <a:pt x="142" y="4219"/>
                  </a:lnTo>
                  <a:lnTo>
                    <a:pt x="61" y="4441"/>
                  </a:lnTo>
                  <a:lnTo>
                    <a:pt x="20" y="4663"/>
                  </a:lnTo>
                  <a:lnTo>
                    <a:pt x="0" y="4905"/>
                  </a:lnTo>
                  <a:lnTo>
                    <a:pt x="0" y="5167"/>
                  </a:lnTo>
                  <a:lnTo>
                    <a:pt x="20" y="5429"/>
                  </a:lnTo>
                  <a:lnTo>
                    <a:pt x="101" y="5712"/>
                  </a:lnTo>
                  <a:lnTo>
                    <a:pt x="202" y="5974"/>
                  </a:lnTo>
                  <a:lnTo>
                    <a:pt x="323" y="6216"/>
                  </a:lnTo>
                  <a:lnTo>
                    <a:pt x="485" y="6459"/>
                  </a:lnTo>
                  <a:lnTo>
                    <a:pt x="646" y="6701"/>
                  </a:lnTo>
                  <a:lnTo>
                    <a:pt x="868" y="6903"/>
                  </a:lnTo>
                  <a:lnTo>
                    <a:pt x="1070" y="7084"/>
                  </a:lnTo>
                  <a:lnTo>
                    <a:pt x="1272" y="7225"/>
                  </a:lnTo>
                  <a:lnTo>
                    <a:pt x="1514" y="7367"/>
                  </a:lnTo>
                  <a:lnTo>
                    <a:pt x="1756" y="7488"/>
                  </a:lnTo>
                  <a:lnTo>
                    <a:pt x="2018" y="7609"/>
                  </a:lnTo>
                  <a:lnTo>
                    <a:pt x="2301" y="7690"/>
                  </a:lnTo>
                  <a:lnTo>
                    <a:pt x="2583" y="7770"/>
                  </a:lnTo>
                  <a:lnTo>
                    <a:pt x="2886" y="7831"/>
                  </a:lnTo>
                  <a:lnTo>
                    <a:pt x="3269" y="7871"/>
                  </a:lnTo>
                  <a:lnTo>
                    <a:pt x="3673" y="7891"/>
                  </a:lnTo>
                  <a:lnTo>
                    <a:pt x="4137" y="7871"/>
                  </a:lnTo>
                  <a:lnTo>
                    <a:pt x="4601" y="7811"/>
                  </a:lnTo>
                  <a:lnTo>
                    <a:pt x="5045" y="7710"/>
                  </a:lnTo>
                  <a:lnTo>
                    <a:pt x="5489" y="7548"/>
                  </a:lnTo>
                  <a:lnTo>
                    <a:pt x="5913" y="7367"/>
                  </a:lnTo>
                  <a:lnTo>
                    <a:pt x="6337" y="7145"/>
                  </a:lnTo>
                  <a:lnTo>
                    <a:pt x="6720" y="6882"/>
                  </a:lnTo>
                  <a:lnTo>
                    <a:pt x="7083" y="6580"/>
                  </a:lnTo>
                  <a:lnTo>
                    <a:pt x="7346" y="6338"/>
                  </a:lnTo>
                  <a:lnTo>
                    <a:pt x="7588" y="6055"/>
                  </a:lnTo>
                  <a:lnTo>
                    <a:pt x="7830" y="5752"/>
                  </a:lnTo>
                  <a:lnTo>
                    <a:pt x="8052" y="5429"/>
                  </a:lnTo>
                  <a:lnTo>
                    <a:pt x="8274" y="5086"/>
                  </a:lnTo>
                  <a:lnTo>
                    <a:pt x="8476" y="4703"/>
                  </a:lnTo>
                  <a:lnTo>
                    <a:pt x="8698" y="4279"/>
                  </a:lnTo>
                  <a:lnTo>
                    <a:pt x="8900" y="3815"/>
                  </a:lnTo>
                  <a:lnTo>
                    <a:pt x="9101" y="3311"/>
                  </a:lnTo>
                  <a:lnTo>
                    <a:pt x="9303" y="2786"/>
                  </a:lnTo>
                  <a:lnTo>
                    <a:pt x="9424" y="2544"/>
                  </a:lnTo>
                  <a:lnTo>
                    <a:pt x="9566" y="2322"/>
                  </a:lnTo>
                  <a:lnTo>
                    <a:pt x="9727" y="2100"/>
                  </a:lnTo>
                  <a:lnTo>
                    <a:pt x="9929" y="1918"/>
                  </a:lnTo>
                  <a:lnTo>
                    <a:pt x="10171" y="1757"/>
                  </a:lnTo>
                  <a:lnTo>
                    <a:pt x="10454" y="1615"/>
                  </a:lnTo>
                  <a:lnTo>
                    <a:pt x="10595" y="1555"/>
                  </a:lnTo>
                  <a:lnTo>
                    <a:pt x="10797" y="1474"/>
                  </a:lnTo>
                  <a:lnTo>
                    <a:pt x="10978" y="1373"/>
                  </a:lnTo>
                  <a:lnTo>
                    <a:pt x="11059" y="1313"/>
                  </a:lnTo>
                  <a:lnTo>
                    <a:pt x="11140" y="1252"/>
                  </a:lnTo>
                  <a:lnTo>
                    <a:pt x="11200" y="1171"/>
                  </a:lnTo>
                  <a:lnTo>
                    <a:pt x="11261" y="1071"/>
                  </a:lnTo>
                  <a:lnTo>
                    <a:pt x="11301" y="970"/>
                  </a:lnTo>
                  <a:lnTo>
                    <a:pt x="11301" y="849"/>
                  </a:lnTo>
                  <a:lnTo>
                    <a:pt x="11301" y="727"/>
                  </a:lnTo>
                  <a:lnTo>
                    <a:pt x="11261" y="606"/>
                  </a:lnTo>
                  <a:lnTo>
                    <a:pt x="11200" y="485"/>
                  </a:lnTo>
                  <a:lnTo>
                    <a:pt x="11119" y="384"/>
                  </a:lnTo>
                  <a:lnTo>
                    <a:pt x="11039" y="304"/>
                  </a:lnTo>
                  <a:lnTo>
                    <a:pt x="10938" y="223"/>
                  </a:lnTo>
                  <a:lnTo>
                    <a:pt x="10837" y="162"/>
                  </a:lnTo>
                  <a:lnTo>
                    <a:pt x="10736" y="122"/>
                  </a:lnTo>
                  <a:lnTo>
                    <a:pt x="10514" y="62"/>
                  </a:lnTo>
                  <a:lnTo>
                    <a:pt x="10272" y="21"/>
                  </a:lnTo>
                  <a:lnTo>
                    <a:pt x="1003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 flipH="1">
              <a:off x="39193" y="-3980256"/>
              <a:ext cx="262933" cy="275344"/>
            </a:xfrm>
            <a:custGeom>
              <a:rect b="b" l="l" r="r" t="t"/>
              <a:pathLst>
                <a:path extrusionOk="0" h="4925" w="4703">
                  <a:moveTo>
                    <a:pt x="1938" y="81"/>
                  </a:moveTo>
                  <a:lnTo>
                    <a:pt x="2160" y="122"/>
                  </a:lnTo>
                  <a:lnTo>
                    <a:pt x="2382" y="182"/>
                  </a:lnTo>
                  <a:lnTo>
                    <a:pt x="2604" y="283"/>
                  </a:lnTo>
                  <a:lnTo>
                    <a:pt x="2785" y="384"/>
                  </a:lnTo>
                  <a:lnTo>
                    <a:pt x="2967" y="505"/>
                  </a:lnTo>
                  <a:lnTo>
                    <a:pt x="3129" y="626"/>
                  </a:lnTo>
                  <a:lnTo>
                    <a:pt x="3411" y="889"/>
                  </a:lnTo>
                  <a:lnTo>
                    <a:pt x="3613" y="1111"/>
                  </a:lnTo>
                  <a:lnTo>
                    <a:pt x="3794" y="1353"/>
                  </a:lnTo>
                  <a:lnTo>
                    <a:pt x="3976" y="1595"/>
                  </a:lnTo>
                  <a:lnTo>
                    <a:pt x="4117" y="1857"/>
                  </a:lnTo>
                  <a:lnTo>
                    <a:pt x="4259" y="2120"/>
                  </a:lnTo>
                  <a:lnTo>
                    <a:pt x="4380" y="2402"/>
                  </a:lnTo>
                  <a:lnTo>
                    <a:pt x="4460" y="2685"/>
                  </a:lnTo>
                  <a:lnTo>
                    <a:pt x="4541" y="2967"/>
                  </a:lnTo>
                  <a:lnTo>
                    <a:pt x="4602" y="3330"/>
                  </a:lnTo>
                  <a:lnTo>
                    <a:pt x="4622" y="3472"/>
                  </a:lnTo>
                  <a:lnTo>
                    <a:pt x="4622" y="3633"/>
                  </a:lnTo>
                  <a:lnTo>
                    <a:pt x="4602" y="3774"/>
                  </a:lnTo>
                  <a:lnTo>
                    <a:pt x="4561" y="3895"/>
                  </a:lnTo>
                  <a:lnTo>
                    <a:pt x="4521" y="4016"/>
                  </a:lnTo>
                  <a:lnTo>
                    <a:pt x="4481" y="4138"/>
                  </a:lnTo>
                  <a:lnTo>
                    <a:pt x="4380" y="4279"/>
                  </a:lnTo>
                  <a:lnTo>
                    <a:pt x="4238" y="4400"/>
                  </a:lnTo>
                  <a:lnTo>
                    <a:pt x="4097" y="4521"/>
                  </a:lnTo>
                  <a:lnTo>
                    <a:pt x="3916" y="4622"/>
                  </a:lnTo>
                  <a:lnTo>
                    <a:pt x="3673" y="4723"/>
                  </a:lnTo>
                  <a:lnTo>
                    <a:pt x="3431" y="4783"/>
                  </a:lnTo>
                  <a:lnTo>
                    <a:pt x="3189" y="4844"/>
                  </a:lnTo>
                  <a:lnTo>
                    <a:pt x="2685" y="4844"/>
                  </a:lnTo>
                  <a:lnTo>
                    <a:pt x="2442" y="4804"/>
                  </a:lnTo>
                  <a:lnTo>
                    <a:pt x="2200" y="4723"/>
                  </a:lnTo>
                  <a:lnTo>
                    <a:pt x="1958" y="4622"/>
                  </a:lnTo>
                  <a:lnTo>
                    <a:pt x="1676" y="4460"/>
                  </a:lnTo>
                  <a:lnTo>
                    <a:pt x="1393" y="4238"/>
                  </a:lnTo>
                  <a:lnTo>
                    <a:pt x="1111" y="3976"/>
                  </a:lnTo>
                  <a:lnTo>
                    <a:pt x="868" y="3694"/>
                  </a:lnTo>
                  <a:lnTo>
                    <a:pt x="646" y="3391"/>
                  </a:lnTo>
                  <a:lnTo>
                    <a:pt x="445" y="3068"/>
                  </a:lnTo>
                  <a:lnTo>
                    <a:pt x="283" y="2725"/>
                  </a:lnTo>
                  <a:lnTo>
                    <a:pt x="162" y="2382"/>
                  </a:lnTo>
                  <a:lnTo>
                    <a:pt x="122" y="2160"/>
                  </a:lnTo>
                  <a:lnTo>
                    <a:pt x="81" y="1958"/>
                  </a:lnTo>
                  <a:lnTo>
                    <a:pt x="81" y="1756"/>
                  </a:lnTo>
                  <a:lnTo>
                    <a:pt x="81" y="1555"/>
                  </a:lnTo>
                  <a:lnTo>
                    <a:pt x="122" y="1373"/>
                  </a:lnTo>
                  <a:lnTo>
                    <a:pt x="162" y="1191"/>
                  </a:lnTo>
                  <a:lnTo>
                    <a:pt x="243" y="1010"/>
                  </a:lnTo>
                  <a:lnTo>
                    <a:pt x="323" y="848"/>
                  </a:lnTo>
                  <a:lnTo>
                    <a:pt x="445" y="687"/>
                  </a:lnTo>
                  <a:lnTo>
                    <a:pt x="606" y="525"/>
                  </a:lnTo>
                  <a:lnTo>
                    <a:pt x="767" y="404"/>
                  </a:lnTo>
                  <a:lnTo>
                    <a:pt x="949" y="283"/>
                  </a:lnTo>
                  <a:lnTo>
                    <a:pt x="1151" y="202"/>
                  </a:lnTo>
                  <a:lnTo>
                    <a:pt x="1353" y="122"/>
                  </a:lnTo>
                  <a:lnTo>
                    <a:pt x="1554" y="81"/>
                  </a:lnTo>
                  <a:close/>
                  <a:moveTo>
                    <a:pt x="1696" y="1"/>
                  </a:moveTo>
                  <a:lnTo>
                    <a:pt x="1454" y="21"/>
                  </a:lnTo>
                  <a:lnTo>
                    <a:pt x="1211" y="81"/>
                  </a:lnTo>
                  <a:lnTo>
                    <a:pt x="989" y="182"/>
                  </a:lnTo>
                  <a:lnTo>
                    <a:pt x="767" y="303"/>
                  </a:lnTo>
                  <a:lnTo>
                    <a:pt x="586" y="445"/>
                  </a:lnTo>
                  <a:lnTo>
                    <a:pt x="404" y="626"/>
                  </a:lnTo>
                  <a:lnTo>
                    <a:pt x="263" y="808"/>
                  </a:lnTo>
                  <a:lnTo>
                    <a:pt x="162" y="989"/>
                  </a:lnTo>
                  <a:lnTo>
                    <a:pt x="81" y="1171"/>
                  </a:lnTo>
                  <a:lnTo>
                    <a:pt x="41" y="1353"/>
                  </a:lnTo>
                  <a:lnTo>
                    <a:pt x="1" y="1555"/>
                  </a:lnTo>
                  <a:lnTo>
                    <a:pt x="1" y="1756"/>
                  </a:lnTo>
                  <a:lnTo>
                    <a:pt x="1" y="1958"/>
                  </a:lnTo>
                  <a:lnTo>
                    <a:pt x="41" y="2180"/>
                  </a:lnTo>
                  <a:lnTo>
                    <a:pt x="81" y="2402"/>
                  </a:lnTo>
                  <a:lnTo>
                    <a:pt x="202" y="2745"/>
                  </a:lnTo>
                  <a:lnTo>
                    <a:pt x="364" y="3088"/>
                  </a:lnTo>
                  <a:lnTo>
                    <a:pt x="566" y="3431"/>
                  </a:lnTo>
                  <a:lnTo>
                    <a:pt x="808" y="3754"/>
                  </a:lnTo>
                  <a:lnTo>
                    <a:pt x="1050" y="4037"/>
                  </a:lnTo>
                  <a:lnTo>
                    <a:pt x="1332" y="4299"/>
                  </a:lnTo>
                  <a:lnTo>
                    <a:pt x="1635" y="4521"/>
                  </a:lnTo>
                  <a:lnTo>
                    <a:pt x="1938" y="4703"/>
                  </a:lnTo>
                  <a:lnTo>
                    <a:pt x="2160" y="4804"/>
                  </a:lnTo>
                  <a:lnTo>
                    <a:pt x="2422" y="4864"/>
                  </a:lnTo>
                  <a:lnTo>
                    <a:pt x="2664" y="4925"/>
                  </a:lnTo>
                  <a:lnTo>
                    <a:pt x="3189" y="4925"/>
                  </a:lnTo>
                  <a:lnTo>
                    <a:pt x="3451" y="4864"/>
                  </a:lnTo>
                  <a:lnTo>
                    <a:pt x="3714" y="4804"/>
                  </a:lnTo>
                  <a:lnTo>
                    <a:pt x="3956" y="4682"/>
                  </a:lnTo>
                  <a:lnTo>
                    <a:pt x="4138" y="4582"/>
                  </a:lnTo>
                  <a:lnTo>
                    <a:pt x="4299" y="4460"/>
                  </a:lnTo>
                  <a:lnTo>
                    <a:pt x="4440" y="4319"/>
                  </a:lnTo>
                  <a:lnTo>
                    <a:pt x="4541" y="4178"/>
                  </a:lnTo>
                  <a:lnTo>
                    <a:pt x="4602" y="4057"/>
                  </a:lnTo>
                  <a:lnTo>
                    <a:pt x="4642" y="3916"/>
                  </a:lnTo>
                  <a:lnTo>
                    <a:pt x="4682" y="3795"/>
                  </a:lnTo>
                  <a:lnTo>
                    <a:pt x="4703" y="3633"/>
                  </a:lnTo>
                  <a:lnTo>
                    <a:pt x="4703" y="3492"/>
                  </a:lnTo>
                  <a:lnTo>
                    <a:pt x="4682" y="3310"/>
                  </a:lnTo>
                  <a:lnTo>
                    <a:pt x="4622" y="2947"/>
                  </a:lnTo>
                  <a:lnTo>
                    <a:pt x="4541" y="2664"/>
                  </a:lnTo>
                  <a:lnTo>
                    <a:pt x="4440" y="2362"/>
                  </a:lnTo>
                  <a:lnTo>
                    <a:pt x="4339" y="2099"/>
                  </a:lnTo>
                  <a:lnTo>
                    <a:pt x="4198" y="1817"/>
                  </a:lnTo>
                  <a:lnTo>
                    <a:pt x="4037" y="1555"/>
                  </a:lnTo>
                  <a:lnTo>
                    <a:pt x="3855" y="1312"/>
                  </a:lnTo>
                  <a:lnTo>
                    <a:pt x="3673" y="1070"/>
                  </a:lnTo>
                  <a:lnTo>
                    <a:pt x="3472" y="828"/>
                  </a:lnTo>
                  <a:lnTo>
                    <a:pt x="3189" y="566"/>
                  </a:lnTo>
                  <a:lnTo>
                    <a:pt x="3007" y="445"/>
                  </a:lnTo>
                  <a:lnTo>
                    <a:pt x="2826" y="324"/>
                  </a:lnTo>
                  <a:lnTo>
                    <a:pt x="2624" y="202"/>
                  </a:lnTo>
                  <a:lnTo>
                    <a:pt x="2422" y="102"/>
                  </a:lnTo>
                  <a:lnTo>
                    <a:pt x="2180" y="41"/>
                  </a:lnTo>
                  <a:lnTo>
                    <a:pt x="19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 flipH="1">
              <a:off x="-3393920" y="-1511765"/>
              <a:ext cx="935332" cy="741278"/>
            </a:xfrm>
            <a:custGeom>
              <a:rect b="b" l="l" r="r" t="t"/>
              <a:pathLst>
                <a:path extrusionOk="0" h="13259" w="16730">
                  <a:moveTo>
                    <a:pt x="14550" y="81"/>
                  </a:moveTo>
                  <a:lnTo>
                    <a:pt x="14772" y="122"/>
                  </a:lnTo>
                  <a:lnTo>
                    <a:pt x="15014" y="202"/>
                  </a:lnTo>
                  <a:lnTo>
                    <a:pt x="15216" y="324"/>
                  </a:lnTo>
                  <a:lnTo>
                    <a:pt x="15438" y="465"/>
                  </a:lnTo>
                  <a:lnTo>
                    <a:pt x="15640" y="667"/>
                  </a:lnTo>
                  <a:lnTo>
                    <a:pt x="15821" y="889"/>
                  </a:lnTo>
                  <a:lnTo>
                    <a:pt x="15983" y="1131"/>
                  </a:lnTo>
                  <a:lnTo>
                    <a:pt x="16144" y="1413"/>
                  </a:lnTo>
                  <a:lnTo>
                    <a:pt x="16245" y="1655"/>
                  </a:lnTo>
                  <a:lnTo>
                    <a:pt x="16346" y="1898"/>
                  </a:lnTo>
                  <a:lnTo>
                    <a:pt x="16427" y="2140"/>
                  </a:lnTo>
                  <a:lnTo>
                    <a:pt x="16487" y="2422"/>
                  </a:lnTo>
                  <a:lnTo>
                    <a:pt x="16548" y="2685"/>
                  </a:lnTo>
                  <a:lnTo>
                    <a:pt x="16588" y="2967"/>
                  </a:lnTo>
                  <a:lnTo>
                    <a:pt x="16628" y="3250"/>
                  </a:lnTo>
                  <a:lnTo>
                    <a:pt x="16649" y="3552"/>
                  </a:lnTo>
                  <a:lnTo>
                    <a:pt x="16649" y="3855"/>
                  </a:lnTo>
                  <a:lnTo>
                    <a:pt x="16649" y="4178"/>
                  </a:lnTo>
                  <a:lnTo>
                    <a:pt x="16588" y="4844"/>
                  </a:lnTo>
                  <a:lnTo>
                    <a:pt x="16487" y="5550"/>
                  </a:lnTo>
                  <a:lnTo>
                    <a:pt x="16326" y="6317"/>
                  </a:lnTo>
                  <a:lnTo>
                    <a:pt x="16144" y="7044"/>
                  </a:lnTo>
                  <a:lnTo>
                    <a:pt x="15942" y="7709"/>
                  </a:lnTo>
                  <a:lnTo>
                    <a:pt x="15720" y="8315"/>
                  </a:lnTo>
                  <a:lnTo>
                    <a:pt x="15458" y="8860"/>
                  </a:lnTo>
                  <a:lnTo>
                    <a:pt x="15317" y="9122"/>
                  </a:lnTo>
                  <a:lnTo>
                    <a:pt x="15176" y="9364"/>
                  </a:lnTo>
                  <a:lnTo>
                    <a:pt x="15014" y="9586"/>
                  </a:lnTo>
                  <a:lnTo>
                    <a:pt x="14873" y="9808"/>
                  </a:lnTo>
                  <a:lnTo>
                    <a:pt x="14691" y="10010"/>
                  </a:lnTo>
                  <a:lnTo>
                    <a:pt x="14530" y="10212"/>
                  </a:lnTo>
                  <a:lnTo>
                    <a:pt x="14348" y="10393"/>
                  </a:lnTo>
                  <a:lnTo>
                    <a:pt x="14146" y="10555"/>
                  </a:lnTo>
                  <a:lnTo>
                    <a:pt x="13803" y="10837"/>
                  </a:lnTo>
                  <a:lnTo>
                    <a:pt x="13440" y="11080"/>
                  </a:lnTo>
                  <a:lnTo>
                    <a:pt x="13036" y="11302"/>
                  </a:lnTo>
                  <a:lnTo>
                    <a:pt x="12633" y="11483"/>
                  </a:lnTo>
                  <a:lnTo>
                    <a:pt x="12229" y="11665"/>
                  </a:lnTo>
                  <a:lnTo>
                    <a:pt x="11805" y="11806"/>
                  </a:lnTo>
                  <a:lnTo>
                    <a:pt x="11402" y="11947"/>
                  </a:lnTo>
                  <a:lnTo>
                    <a:pt x="10978" y="12068"/>
                  </a:lnTo>
                  <a:lnTo>
                    <a:pt x="10373" y="12230"/>
                  </a:lnTo>
                  <a:lnTo>
                    <a:pt x="9787" y="12371"/>
                  </a:lnTo>
                  <a:lnTo>
                    <a:pt x="9202" y="12512"/>
                  </a:lnTo>
                  <a:lnTo>
                    <a:pt x="8597" y="12633"/>
                  </a:lnTo>
                  <a:lnTo>
                    <a:pt x="7991" y="12734"/>
                  </a:lnTo>
                  <a:lnTo>
                    <a:pt x="7386" y="12835"/>
                  </a:lnTo>
                  <a:lnTo>
                    <a:pt x="6801" y="12936"/>
                  </a:lnTo>
                  <a:lnTo>
                    <a:pt x="6195" y="12997"/>
                  </a:lnTo>
                  <a:lnTo>
                    <a:pt x="5590" y="13057"/>
                  </a:lnTo>
                  <a:lnTo>
                    <a:pt x="4964" y="13118"/>
                  </a:lnTo>
                  <a:lnTo>
                    <a:pt x="4359" y="13158"/>
                  </a:lnTo>
                  <a:lnTo>
                    <a:pt x="3754" y="13178"/>
                  </a:lnTo>
                  <a:lnTo>
                    <a:pt x="1917" y="13178"/>
                  </a:lnTo>
                  <a:lnTo>
                    <a:pt x="1312" y="13138"/>
                  </a:lnTo>
                  <a:lnTo>
                    <a:pt x="1070" y="13118"/>
                  </a:lnTo>
                  <a:lnTo>
                    <a:pt x="848" y="13077"/>
                  </a:lnTo>
                  <a:lnTo>
                    <a:pt x="646" y="13017"/>
                  </a:lnTo>
                  <a:lnTo>
                    <a:pt x="484" y="12956"/>
                  </a:lnTo>
                  <a:lnTo>
                    <a:pt x="343" y="12855"/>
                  </a:lnTo>
                  <a:lnTo>
                    <a:pt x="242" y="12754"/>
                  </a:lnTo>
                  <a:lnTo>
                    <a:pt x="162" y="12613"/>
                  </a:lnTo>
                  <a:lnTo>
                    <a:pt x="101" y="12472"/>
                  </a:lnTo>
                  <a:lnTo>
                    <a:pt x="81" y="12351"/>
                  </a:lnTo>
                  <a:lnTo>
                    <a:pt x="81" y="12210"/>
                  </a:lnTo>
                  <a:lnTo>
                    <a:pt x="101" y="12068"/>
                  </a:lnTo>
                  <a:lnTo>
                    <a:pt x="121" y="11907"/>
                  </a:lnTo>
                  <a:lnTo>
                    <a:pt x="182" y="11745"/>
                  </a:lnTo>
                  <a:lnTo>
                    <a:pt x="242" y="11584"/>
                  </a:lnTo>
                  <a:lnTo>
                    <a:pt x="384" y="11241"/>
                  </a:lnTo>
                  <a:lnTo>
                    <a:pt x="606" y="10878"/>
                  </a:lnTo>
                  <a:lnTo>
                    <a:pt x="848" y="10515"/>
                  </a:lnTo>
                  <a:lnTo>
                    <a:pt x="1110" y="10131"/>
                  </a:lnTo>
                  <a:lnTo>
                    <a:pt x="1413" y="9768"/>
                  </a:lnTo>
                  <a:lnTo>
                    <a:pt x="1715" y="9405"/>
                  </a:lnTo>
                  <a:lnTo>
                    <a:pt x="2038" y="9062"/>
                  </a:lnTo>
                  <a:lnTo>
                    <a:pt x="2341" y="8739"/>
                  </a:lnTo>
                  <a:lnTo>
                    <a:pt x="2644" y="8456"/>
                  </a:lnTo>
                  <a:lnTo>
                    <a:pt x="2926" y="8194"/>
                  </a:lnTo>
                  <a:lnTo>
                    <a:pt x="3189" y="7972"/>
                  </a:lnTo>
                  <a:lnTo>
                    <a:pt x="3411" y="7790"/>
                  </a:lnTo>
                  <a:lnTo>
                    <a:pt x="3592" y="7669"/>
                  </a:lnTo>
                  <a:lnTo>
                    <a:pt x="4198" y="7306"/>
                  </a:lnTo>
                  <a:lnTo>
                    <a:pt x="4823" y="6983"/>
                  </a:lnTo>
                  <a:lnTo>
                    <a:pt x="6095" y="6357"/>
                  </a:lnTo>
                  <a:lnTo>
                    <a:pt x="6720" y="6055"/>
                  </a:lnTo>
                  <a:lnTo>
                    <a:pt x="7346" y="5752"/>
                  </a:lnTo>
                  <a:lnTo>
                    <a:pt x="7971" y="5409"/>
                  </a:lnTo>
                  <a:lnTo>
                    <a:pt x="8597" y="5066"/>
                  </a:lnTo>
                  <a:lnTo>
                    <a:pt x="9101" y="4723"/>
                  </a:lnTo>
                  <a:lnTo>
                    <a:pt x="9606" y="4360"/>
                  </a:lnTo>
                  <a:lnTo>
                    <a:pt x="10110" y="3976"/>
                  </a:lnTo>
                  <a:lnTo>
                    <a:pt x="10574" y="3573"/>
                  </a:lnTo>
                  <a:lnTo>
                    <a:pt x="11018" y="3149"/>
                  </a:lnTo>
                  <a:lnTo>
                    <a:pt x="11442" y="2705"/>
                  </a:lnTo>
                  <a:lnTo>
                    <a:pt x="11866" y="2241"/>
                  </a:lnTo>
                  <a:lnTo>
                    <a:pt x="12249" y="1756"/>
                  </a:lnTo>
                  <a:lnTo>
                    <a:pt x="12290" y="1716"/>
                  </a:lnTo>
                  <a:lnTo>
                    <a:pt x="12754" y="1131"/>
                  </a:lnTo>
                  <a:lnTo>
                    <a:pt x="12996" y="868"/>
                  </a:lnTo>
                  <a:lnTo>
                    <a:pt x="13238" y="606"/>
                  </a:lnTo>
                  <a:lnTo>
                    <a:pt x="13521" y="404"/>
                  </a:lnTo>
                  <a:lnTo>
                    <a:pt x="13662" y="303"/>
                  </a:lnTo>
                  <a:lnTo>
                    <a:pt x="13803" y="223"/>
                  </a:lnTo>
                  <a:lnTo>
                    <a:pt x="13965" y="162"/>
                  </a:lnTo>
                  <a:lnTo>
                    <a:pt x="14126" y="122"/>
                  </a:lnTo>
                  <a:lnTo>
                    <a:pt x="14288" y="102"/>
                  </a:lnTo>
                  <a:lnTo>
                    <a:pt x="14449" y="81"/>
                  </a:lnTo>
                  <a:close/>
                  <a:moveTo>
                    <a:pt x="14368" y="1"/>
                  </a:moveTo>
                  <a:lnTo>
                    <a:pt x="14187" y="21"/>
                  </a:lnTo>
                  <a:lnTo>
                    <a:pt x="14025" y="61"/>
                  </a:lnTo>
                  <a:lnTo>
                    <a:pt x="13864" y="122"/>
                  </a:lnTo>
                  <a:lnTo>
                    <a:pt x="13702" y="202"/>
                  </a:lnTo>
                  <a:lnTo>
                    <a:pt x="13541" y="283"/>
                  </a:lnTo>
                  <a:lnTo>
                    <a:pt x="13400" y="384"/>
                  </a:lnTo>
                  <a:lnTo>
                    <a:pt x="13238" y="505"/>
                  </a:lnTo>
                  <a:lnTo>
                    <a:pt x="12976" y="768"/>
                  </a:lnTo>
                  <a:lnTo>
                    <a:pt x="12714" y="1050"/>
                  </a:lnTo>
                  <a:lnTo>
                    <a:pt x="12451" y="1353"/>
                  </a:lnTo>
                  <a:lnTo>
                    <a:pt x="12229" y="1655"/>
                  </a:lnTo>
                  <a:lnTo>
                    <a:pt x="12189" y="1716"/>
                  </a:lnTo>
                  <a:lnTo>
                    <a:pt x="11805" y="2200"/>
                  </a:lnTo>
                  <a:lnTo>
                    <a:pt x="11382" y="2664"/>
                  </a:lnTo>
                  <a:lnTo>
                    <a:pt x="10958" y="3088"/>
                  </a:lnTo>
                  <a:lnTo>
                    <a:pt x="10514" y="3512"/>
                  </a:lnTo>
                  <a:lnTo>
                    <a:pt x="10050" y="3916"/>
                  </a:lnTo>
                  <a:lnTo>
                    <a:pt x="9565" y="4299"/>
                  </a:lnTo>
                  <a:lnTo>
                    <a:pt x="9061" y="4662"/>
                  </a:lnTo>
                  <a:lnTo>
                    <a:pt x="8556" y="4985"/>
                  </a:lnTo>
                  <a:lnTo>
                    <a:pt x="7931" y="5348"/>
                  </a:lnTo>
                  <a:lnTo>
                    <a:pt x="7305" y="5671"/>
                  </a:lnTo>
                  <a:lnTo>
                    <a:pt x="6680" y="5994"/>
                  </a:lnTo>
                  <a:lnTo>
                    <a:pt x="6054" y="6297"/>
                  </a:lnTo>
                  <a:lnTo>
                    <a:pt x="4783" y="6902"/>
                  </a:lnTo>
                  <a:lnTo>
                    <a:pt x="4157" y="7245"/>
                  </a:lnTo>
                  <a:lnTo>
                    <a:pt x="3552" y="7588"/>
                  </a:lnTo>
                  <a:lnTo>
                    <a:pt x="3370" y="7709"/>
                  </a:lnTo>
                  <a:lnTo>
                    <a:pt x="3168" y="7891"/>
                  </a:lnTo>
                  <a:lnTo>
                    <a:pt x="2624" y="8375"/>
                  </a:lnTo>
                  <a:lnTo>
                    <a:pt x="2321" y="8658"/>
                  </a:lnTo>
                  <a:lnTo>
                    <a:pt x="1998" y="8981"/>
                  </a:lnTo>
                  <a:lnTo>
                    <a:pt x="1675" y="9344"/>
                  </a:lnTo>
                  <a:lnTo>
                    <a:pt x="1352" y="9707"/>
                  </a:lnTo>
                  <a:lnTo>
                    <a:pt x="1050" y="10071"/>
                  </a:lnTo>
                  <a:lnTo>
                    <a:pt x="787" y="10454"/>
                  </a:lnTo>
                  <a:lnTo>
                    <a:pt x="525" y="10837"/>
                  </a:lnTo>
                  <a:lnTo>
                    <a:pt x="323" y="11201"/>
                  </a:lnTo>
                  <a:lnTo>
                    <a:pt x="162" y="11564"/>
                  </a:lnTo>
                  <a:lnTo>
                    <a:pt x="101" y="11725"/>
                  </a:lnTo>
                  <a:lnTo>
                    <a:pt x="41" y="11907"/>
                  </a:lnTo>
                  <a:lnTo>
                    <a:pt x="20" y="12068"/>
                  </a:lnTo>
                  <a:lnTo>
                    <a:pt x="0" y="12210"/>
                  </a:lnTo>
                  <a:lnTo>
                    <a:pt x="0" y="12371"/>
                  </a:lnTo>
                  <a:lnTo>
                    <a:pt x="41" y="12492"/>
                  </a:lnTo>
                  <a:lnTo>
                    <a:pt x="81" y="12654"/>
                  </a:lnTo>
                  <a:lnTo>
                    <a:pt x="182" y="12795"/>
                  </a:lnTo>
                  <a:lnTo>
                    <a:pt x="283" y="12916"/>
                  </a:lnTo>
                  <a:lnTo>
                    <a:pt x="444" y="13017"/>
                  </a:lnTo>
                  <a:lnTo>
                    <a:pt x="606" y="13098"/>
                  </a:lnTo>
                  <a:lnTo>
                    <a:pt x="807" y="13158"/>
                  </a:lnTo>
                  <a:lnTo>
                    <a:pt x="1050" y="13198"/>
                  </a:lnTo>
                  <a:lnTo>
                    <a:pt x="1312" y="13219"/>
                  </a:lnTo>
                  <a:lnTo>
                    <a:pt x="2099" y="13259"/>
                  </a:lnTo>
                  <a:lnTo>
                    <a:pt x="2886" y="13259"/>
                  </a:lnTo>
                  <a:lnTo>
                    <a:pt x="3915" y="13239"/>
                  </a:lnTo>
                  <a:lnTo>
                    <a:pt x="4944" y="13198"/>
                  </a:lnTo>
                  <a:lnTo>
                    <a:pt x="5973" y="13098"/>
                  </a:lnTo>
                  <a:lnTo>
                    <a:pt x="6982" y="12976"/>
                  </a:lnTo>
                  <a:lnTo>
                    <a:pt x="7991" y="12835"/>
                  </a:lnTo>
                  <a:lnTo>
                    <a:pt x="9000" y="12633"/>
                  </a:lnTo>
                  <a:lnTo>
                    <a:pt x="10009" y="12411"/>
                  </a:lnTo>
                  <a:lnTo>
                    <a:pt x="10998" y="12149"/>
                  </a:lnTo>
                  <a:lnTo>
                    <a:pt x="11422" y="12028"/>
                  </a:lnTo>
                  <a:lnTo>
                    <a:pt x="11846" y="11887"/>
                  </a:lnTo>
                  <a:lnTo>
                    <a:pt x="12270" y="11725"/>
                  </a:lnTo>
                  <a:lnTo>
                    <a:pt x="12673" y="11564"/>
                  </a:lnTo>
                  <a:lnTo>
                    <a:pt x="13077" y="11362"/>
                  </a:lnTo>
                  <a:lnTo>
                    <a:pt x="13480" y="11160"/>
                  </a:lnTo>
                  <a:lnTo>
                    <a:pt x="13844" y="10898"/>
                  </a:lnTo>
                  <a:lnTo>
                    <a:pt x="14207" y="10615"/>
                  </a:lnTo>
                  <a:lnTo>
                    <a:pt x="14409" y="10454"/>
                  </a:lnTo>
                  <a:lnTo>
                    <a:pt x="14590" y="10272"/>
                  </a:lnTo>
                  <a:lnTo>
                    <a:pt x="14752" y="10071"/>
                  </a:lnTo>
                  <a:lnTo>
                    <a:pt x="14933" y="9869"/>
                  </a:lnTo>
                  <a:lnTo>
                    <a:pt x="15095" y="9647"/>
                  </a:lnTo>
                  <a:lnTo>
                    <a:pt x="15236" y="9405"/>
                  </a:lnTo>
                  <a:lnTo>
                    <a:pt x="15398" y="9162"/>
                  </a:lnTo>
                  <a:lnTo>
                    <a:pt x="15519" y="8900"/>
                  </a:lnTo>
                  <a:lnTo>
                    <a:pt x="15781" y="8355"/>
                  </a:lnTo>
                  <a:lnTo>
                    <a:pt x="16023" y="7730"/>
                  </a:lnTo>
                  <a:lnTo>
                    <a:pt x="16225" y="7064"/>
                  </a:lnTo>
                  <a:lnTo>
                    <a:pt x="16407" y="6337"/>
                  </a:lnTo>
                  <a:lnTo>
                    <a:pt x="16568" y="5570"/>
                  </a:lnTo>
                  <a:lnTo>
                    <a:pt x="16669" y="4844"/>
                  </a:lnTo>
                  <a:lnTo>
                    <a:pt x="16729" y="4178"/>
                  </a:lnTo>
                  <a:lnTo>
                    <a:pt x="16729" y="3855"/>
                  </a:lnTo>
                  <a:lnTo>
                    <a:pt x="16729" y="3532"/>
                  </a:lnTo>
                  <a:lnTo>
                    <a:pt x="16709" y="3250"/>
                  </a:lnTo>
                  <a:lnTo>
                    <a:pt x="16669" y="2947"/>
                  </a:lnTo>
                  <a:lnTo>
                    <a:pt x="16628" y="2664"/>
                  </a:lnTo>
                  <a:lnTo>
                    <a:pt x="16568" y="2382"/>
                  </a:lnTo>
                  <a:lnTo>
                    <a:pt x="16507" y="2120"/>
                  </a:lnTo>
                  <a:lnTo>
                    <a:pt x="16427" y="1857"/>
                  </a:lnTo>
                  <a:lnTo>
                    <a:pt x="16326" y="1615"/>
                  </a:lnTo>
                  <a:lnTo>
                    <a:pt x="16205" y="1373"/>
                  </a:lnTo>
                  <a:lnTo>
                    <a:pt x="16063" y="1090"/>
                  </a:lnTo>
                  <a:lnTo>
                    <a:pt x="15882" y="828"/>
                  </a:lnTo>
                  <a:lnTo>
                    <a:pt x="15680" y="606"/>
                  </a:lnTo>
                  <a:lnTo>
                    <a:pt x="15478" y="404"/>
                  </a:lnTo>
                  <a:lnTo>
                    <a:pt x="15256" y="243"/>
                  </a:lnTo>
                  <a:lnTo>
                    <a:pt x="15034" y="122"/>
                  </a:lnTo>
                  <a:lnTo>
                    <a:pt x="14792" y="41"/>
                  </a:lnTo>
                  <a:lnTo>
                    <a:pt x="145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 flipH="1">
              <a:off x="-2932478" y="-2601605"/>
              <a:ext cx="1395619" cy="1650669"/>
            </a:xfrm>
            <a:custGeom>
              <a:rect b="b" l="l" r="r" t="t"/>
              <a:pathLst>
                <a:path extrusionOk="0" h="29525" w="24963">
                  <a:moveTo>
                    <a:pt x="18727" y="81"/>
                  </a:moveTo>
                  <a:lnTo>
                    <a:pt x="19211" y="102"/>
                  </a:lnTo>
                  <a:lnTo>
                    <a:pt x="19514" y="142"/>
                  </a:lnTo>
                  <a:lnTo>
                    <a:pt x="19837" y="223"/>
                  </a:lnTo>
                  <a:lnTo>
                    <a:pt x="20140" y="303"/>
                  </a:lnTo>
                  <a:lnTo>
                    <a:pt x="20442" y="404"/>
                  </a:lnTo>
                  <a:lnTo>
                    <a:pt x="20745" y="525"/>
                  </a:lnTo>
                  <a:lnTo>
                    <a:pt x="21048" y="667"/>
                  </a:lnTo>
                  <a:lnTo>
                    <a:pt x="21330" y="828"/>
                  </a:lnTo>
                  <a:lnTo>
                    <a:pt x="21613" y="1010"/>
                  </a:lnTo>
                  <a:lnTo>
                    <a:pt x="21895" y="1212"/>
                  </a:lnTo>
                  <a:lnTo>
                    <a:pt x="22158" y="1413"/>
                  </a:lnTo>
                  <a:lnTo>
                    <a:pt x="22420" y="1655"/>
                  </a:lnTo>
                  <a:lnTo>
                    <a:pt x="22662" y="1898"/>
                  </a:lnTo>
                  <a:lnTo>
                    <a:pt x="22904" y="2160"/>
                  </a:lnTo>
                  <a:lnTo>
                    <a:pt x="23126" y="2443"/>
                  </a:lnTo>
                  <a:lnTo>
                    <a:pt x="23328" y="2725"/>
                  </a:lnTo>
                  <a:lnTo>
                    <a:pt x="23530" y="3028"/>
                  </a:lnTo>
                  <a:lnTo>
                    <a:pt x="23691" y="3290"/>
                  </a:lnTo>
                  <a:lnTo>
                    <a:pt x="23833" y="3573"/>
                  </a:lnTo>
                  <a:lnTo>
                    <a:pt x="24095" y="4138"/>
                  </a:lnTo>
                  <a:lnTo>
                    <a:pt x="24317" y="4723"/>
                  </a:lnTo>
                  <a:lnTo>
                    <a:pt x="24499" y="5369"/>
                  </a:lnTo>
                  <a:lnTo>
                    <a:pt x="24660" y="6035"/>
                  </a:lnTo>
                  <a:lnTo>
                    <a:pt x="24761" y="6721"/>
                  </a:lnTo>
                  <a:lnTo>
                    <a:pt x="24842" y="7467"/>
                  </a:lnTo>
                  <a:lnTo>
                    <a:pt x="24882" y="8214"/>
                  </a:lnTo>
                  <a:lnTo>
                    <a:pt x="24882" y="8880"/>
                  </a:lnTo>
                  <a:lnTo>
                    <a:pt x="24862" y="9546"/>
                  </a:lnTo>
                  <a:lnTo>
                    <a:pt x="24822" y="10232"/>
                  </a:lnTo>
                  <a:lnTo>
                    <a:pt x="24761" y="10938"/>
                  </a:lnTo>
                  <a:lnTo>
                    <a:pt x="24660" y="11665"/>
                  </a:lnTo>
                  <a:lnTo>
                    <a:pt x="24539" y="12411"/>
                  </a:lnTo>
                  <a:lnTo>
                    <a:pt x="24398" y="13178"/>
                  </a:lnTo>
                  <a:lnTo>
                    <a:pt x="24216" y="13986"/>
                  </a:lnTo>
                  <a:lnTo>
                    <a:pt x="23994" y="14853"/>
                  </a:lnTo>
                  <a:lnTo>
                    <a:pt x="23873" y="15297"/>
                  </a:lnTo>
                  <a:lnTo>
                    <a:pt x="23732" y="15721"/>
                  </a:lnTo>
                  <a:lnTo>
                    <a:pt x="23570" y="16145"/>
                  </a:lnTo>
                  <a:lnTo>
                    <a:pt x="23369" y="16569"/>
                  </a:lnTo>
                  <a:lnTo>
                    <a:pt x="23167" y="16972"/>
                  </a:lnTo>
                  <a:lnTo>
                    <a:pt x="22925" y="17356"/>
                  </a:lnTo>
                  <a:lnTo>
                    <a:pt x="22682" y="17658"/>
                  </a:lnTo>
                  <a:lnTo>
                    <a:pt x="22440" y="17961"/>
                  </a:lnTo>
                  <a:lnTo>
                    <a:pt x="22158" y="18244"/>
                  </a:lnTo>
                  <a:lnTo>
                    <a:pt x="21875" y="18506"/>
                  </a:lnTo>
                  <a:lnTo>
                    <a:pt x="21573" y="18748"/>
                  </a:lnTo>
                  <a:lnTo>
                    <a:pt x="21270" y="18990"/>
                  </a:lnTo>
                  <a:lnTo>
                    <a:pt x="20947" y="19212"/>
                  </a:lnTo>
                  <a:lnTo>
                    <a:pt x="20604" y="19414"/>
                  </a:lnTo>
                  <a:lnTo>
                    <a:pt x="20261" y="19616"/>
                  </a:lnTo>
                  <a:lnTo>
                    <a:pt x="19918" y="19818"/>
                  </a:lnTo>
                  <a:lnTo>
                    <a:pt x="19211" y="20181"/>
                  </a:lnTo>
                  <a:lnTo>
                    <a:pt x="18465" y="20524"/>
                  </a:lnTo>
                  <a:lnTo>
                    <a:pt x="17738" y="20847"/>
                  </a:lnTo>
                  <a:lnTo>
                    <a:pt x="17133" y="21109"/>
                  </a:lnTo>
                  <a:lnTo>
                    <a:pt x="16245" y="21513"/>
                  </a:lnTo>
                  <a:lnTo>
                    <a:pt x="15418" y="21916"/>
                  </a:lnTo>
                  <a:lnTo>
                    <a:pt x="14651" y="22340"/>
                  </a:lnTo>
                  <a:lnTo>
                    <a:pt x="13924" y="22744"/>
                  </a:lnTo>
                  <a:lnTo>
                    <a:pt x="13258" y="23167"/>
                  </a:lnTo>
                  <a:lnTo>
                    <a:pt x="12633" y="23611"/>
                  </a:lnTo>
                  <a:lnTo>
                    <a:pt x="12048" y="24055"/>
                  </a:lnTo>
                  <a:lnTo>
                    <a:pt x="11503" y="24520"/>
                  </a:lnTo>
                  <a:lnTo>
                    <a:pt x="11099" y="24883"/>
                  </a:lnTo>
                  <a:lnTo>
                    <a:pt x="10695" y="25246"/>
                  </a:lnTo>
                  <a:lnTo>
                    <a:pt x="9949" y="26013"/>
                  </a:lnTo>
                  <a:lnTo>
                    <a:pt x="9323" y="26638"/>
                  </a:lnTo>
                  <a:lnTo>
                    <a:pt x="8698" y="27244"/>
                  </a:lnTo>
                  <a:lnTo>
                    <a:pt x="8355" y="27526"/>
                  </a:lnTo>
                  <a:lnTo>
                    <a:pt x="8032" y="27809"/>
                  </a:lnTo>
                  <a:lnTo>
                    <a:pt x="7668" y="28091"/>
                  </a:lnTo>
                  <a:lnTo>
                    <a:pt x="7325" y="28334"/>
                  </a:lnTo>
                  <a:lnTo>
                    <a:pt x="6902" y="28596"/>
                  </a:lnTo>
                  <a:lnTo>
                    <a:pt x="6498" y="28818"/>
                  </a:lnTo>
                  <a:lnTo>
                    <a:pt x="6094" y="29000"/>
                  </a:lnTo>
                  <a:lnTo>
                    <a:pt x="5711" y="29141"/>
                  </a:lnTo>
                  <a:lnTo>
                    <a:pt x="5328" y="29262"/>
                  </a:lnTo>
                  <a:lnTo>
                    <a:pt x="4964" y="29343"/>
                  </a:lnTo>
                  <a:lnTo>
                    <a:pt x="4601" y="29403"/>
                  </a:lnTo>
                  <a:lnTo>
                    <a:pt x="4238" y="29423"/>
                  </a:lnTo>
                  <a:lnTo>
                    <a:pt x="3915" y="29423"/>
                  </a:lnTo>
                  <a:lnTo>
                    <a:pt x="3592" y="29403"/>
                  </a:lnTo>
                  <a:lnTo>
                    <a:pt x="3289" y="29363"/>
                  </a:lnTo>
                  <a:lnTo>
                    <a:pt x="2987" y="29302"/>
                  </a:lnTo>
                  <a:lnTo>
                    <a:pt x="2724" y="29221"/>
                  </a:lnTo>
                  <a:lnTo>
                    <a:pt x="2462" y="29121"/>
                  </a:lnTo>
                  <a:lnTo>
                    <a:pt x="2240" y="29020"/>
                  </a:lnTo>
                  <a:lnTo>
                    <a:pt x="2018" y="28899"/>
                  </a:lnTo>
                  <a:lnTo>
                    <a:pt x="1715" y="28677"/>
                  </a:lnTo>
                  <a:lnTo>
                    <a:pt x="1433" y="28414"/>
                  </a:lnTo>
                  <a:lnTo>
                    <a:pt x="1170" y="28132"/>
                  </a:lnTo>
                  <a:lnTo>
                    <a:pt x="928" y="27809"/>
                  </a:lnTo>
                  <a:lnTo>
                    <a:pt x="706" y="27446"/>
                  </a:lnTo>
                  <a:lnTo>
                    <a:pt x="525" y="27062"/>
                  </a:lnTo>
                  <a:lnTo>
                    <a:pt x="363" y="26659"/>
                  </a:lnTo>
                  <a:lnTo>
                    <a:pt x="242" y="26235"/>
                  </a:lnTo>
                  <a:lnTo>
                    <a:pt x="182" y="25952"/>
                  </a:lnTo>
                  <a:lnTo>
                    <a:pt x="121" y="25670"/>
                  </a:lnTo>
                  <a:lnTo>
                    <a:pt x="101" y="25387"/>
                  </a:lnTo>
                  <a:lnTo>
                    <a:pt x="81" y="25105"/>
                  </a:lnTo>
                  <a:lnTo>
                    <a:pt x="81" y="24802"/>
                  </a:lnTo>
                  <a:lnTo>
                    <a:pt x="81" y="24520"/>
                  </a:lnTo>
                  <a:lnTo>
                    <a:pt x="101" y="24237"/>
                  </a:lnTo>
                  <a:lnTo>
                    <a:pt x="141" y="23954"/>
                  </a:lnTo>
                  <a:lnTo>
                    <a:pt x="202" y="23672"/>
                  </a:lnTo>
                  <a:lnTo>
                    <a:pt x="262" y="23389"/>
                  </a:lnTo>
                  <a:lnTo>
                    <a:pt x="343" y="23107"/>
                  </a:lnTo>
                  <a:lnTo>
                    <a:pt x="424" y="22824"/>
                  </a:lnTo>
                  <a:lnTo>
                    <a:pt x="545" y="22562"/>
                  </a:lnTo>
                  <a:lnTo>
                    <a:pt x="666" y="22300"/>
                  </a:lnTo>
                  <a:lnTo>
                    <a:pt x="787" y="22037"/>
                  </a:lnTo>
                  <a:lnTo>
                    <a:pt x="928" y="21795"/>
                  </a:lnTo>
                  <a:lnTo>
                    <a:pt x="1211" y="21392"/>
                  </a:lnTo>
                  <a:lnTo>
                    <a:pt x="1514" y="21008"/>
                  </a:lnTo>
                  <a:lnTo>
                    <a:pt x="1836" y="20645"/>
                  </a:lnTo>
                  <a:lnTo>
                    <a:pt x="2200" y="20302"/>
                  </a:lnTo>
                  <a:lnTo>
                    <a:pt x="2563" y="19959"/>
                  </a:lnTo>
                  <a:lnTo>
                    <a:pt x="2926" y="19656"/>
                  </a:lnTo>
                  <a:lnTo>
                    <a:pt x="3693" y="19071"/>
                  </a:lnTo>
                  <a:lnTo>
                    <a:pt x="4238" y="18687"/>
                  </a:lnTo>
                  <a:lnTo>
                    <a:pt x="4803" y="18304"/>
                  </a:lnTo>
                  <a:lnTo>
                    <a:pt x="5368" y="17921"/>
                  </a:lnTo>
                  <a:lnTo>
                    <a:pt x="5953" y="17557"/>
                  </a:lnTo>
                  <a:lnTo>
                    <a:pt x="6518" y="17194"/>
                  </a:lnTo>
                  <a:lnTo>
                    <a:pt x="7124" y="16851"/>
                  </a:lnTo>
                  <a:lnTo>
                    <a:pt x="7709" y="16528"/>
                  </a:lnTo>
                  <a:lnTo>
                    <a:pt x="8314" y="16205"/>
                  </a:lnTo>
                  <a:lnTo>
                    <a:pt x="8556" y="16084"/>
                  </a:lnTo>
                  <a:lnTo>
                    <a:pt x="9162" y="15761"/>
                  </a:lnTo>
                  <a:lnTo>
                    <a:pt x="9464" y="15580"/>
                  </a:lnTo>
                  <a:lnTo>
                    <a:pt x="9767" y="15398"/>
                  </a:lnTo>
                  <a:lnTo>
                    <a:pt x="10050" y="15196"/>
                  </a:lnTo>
                  <a:lnTo>
                    <a:pt x="10312" y="14995"/>
                  </a:lnTo>
                  <a:lnTo>
                    <a:pt x="10574" y="14752"/>
                  </a:lnTo>
                  <a:lnTo>
                    <a:pt x="10796" y="14490"/>
                  </a:lnTo>
                  <a:lnTo>
                    <a:pt x="10938" y="14308"/>
                  </a:lnTo>
                  <a:lnTo>
                    <a:pt x="11059" y="14107"/>
                  </a:lnTo>
                  <a:lnTo>
                    <a:pt x="11180" y="13905"/>
                  </a:lnTo>
                  <a:lnTo>
                    <a:pt x="11281" y="13683"/>
                  </a:lnTo>
                  <a:lnTo>
                    <a:pt x="11482" y="13219"/>
                  </a:lnTo>
                  <a:lnTo>
                    <a:pt x="11624" y="12755"/>
                  </a:lnTo>
                  <a:lnTo>
                    <a:pt x="11745" y="12270"/>
                  </a:lnTo>
                  <a:lnTo>
                    <a:pt x="11846" y="11766"/>
                  </a:lnTo>
                  <a:lnTo>
                    <a:pt x="11926" y="11261"/>
                  </a:lnTo>
                  <a:lnTo>
                    <a:pt x="11987" y="10777"/>
                  </a:lnTo>
                  <a:lnTo>
                    <a:pt x="12088" y="9889"/>
                  </a:lnTo>
                  <a:lnTo>
                    <a:pt x="12169" y="9001"/>
                  </a:lnTo>
                  <a:lnTo>
                    <a:pt x="12229" y="8153"/>
                  </a:lnTo>
                  <a:lnTo>
                    <a:pt x="12330" y="7286"/>
                  </a:lnTo>
                  <a:lnTo>
                    <a:pt x="12451" y="6438"/>
                  </a:lnTo>
                  <a:lnTo>
                    <a:pt x="12532" y="6014"/>
                  </a:lnTo>
                  <a:lnTo>
                    <a:pt x="12633" y="5591"/>
                  </a:lnTo>
                  <a:lnTo>
                    <a:pt x="12814" y="5005"/>
                  </a:lnTo>
                  <a:lnTo>
                    <a:pt x="13016" y="4420"/>
                  </a:lnTo>
                  <a:lnTo>
                    <a:pt x="13258" y="3875"/>
                  </a:lnTo>
                  <a:lnTo>
                    <a:pt x="13541" y="3351"/>
                  </a:lnTo>
                  <a:lnTo>
                    <a:pt x="13844" y="2866"/>
                  </a:lnTo>
                  <a:lnTo>
                    <a:pt x="14187" y="2422"/>
                  </a:lnTo>
                  <a:lnTo>
                    <a:pt x="14550" y="1999"/>
                  </a:lnTo>
                  <a:lnTo>
                    <a:pt x="14933" y="1615"/>
                  </a:lnTo>
                  <a:lnTo>
                    <a:pt x="15135" y="1434"/>
                  </a:lnTo>
                  <a:lnTo>
                    <a:pt x="15357" y="1272"/>
                  </a:lnTo>
                  <a:lnTo>
                    <a:pt x="15801" y="949"/>
                  </a:lnTo>
                  <a:lnTo>
                    <a:pt x="16265" y="707"/>
                  </a:lnTo>
                  <a:lnTo>
                    <a:pt x="16729" y="485"/>
                  </a:lnTo>
                  <a:lnTo>
                    <a:pt x="17234" y="303"/>
                  </a:lnTo>
                  <a:lnTo>
                    <a:pt x="17738" y="182"/>
                  </a:lnTo>
                  <a:lnTo>
                    <a:pt x="17980" y="142"/>
                  </a:lnTo>
                  <a:lnTo>
                    <a:pt x="18223" y="102"/>
                  </a:lnTo>
                  <a:lnTo>
                    <a:pt x="18485" y="81"/>
                  </a:lnTo>
                  <a:close/>
                  <a:moveTo>
                    <a:pt x="18646" y="1"/>
                  </a:moveTo>
                  <a:lnTo>
                    <a:pt x="18364" y="21"/>
                  </a:lnTo>
                  <a:lnTo>
                    <a:pt x="18081" y="41"/>
                  </a:lnTo>
                  <a:lnTo>
                    <a:pt x="17799" y="81"/>
                  </a:lnTo>
                  <a:lnTo>
                    <a:pt x="17516" y="142"/>
                  </a:lnTo>
                  <a:lnTo>
                    <a:pt x="17234" y="223"/>
                  </a:lnTo>
                  <a:lnTo>
                    <a:pt x="16951" y="324"/>
                  </a:lnTo>
                  <a:lnTo>
                    <a:pt x="16669" y="425"/>
                  </a:lnTo>
                  <a:lnTo>
                    <a:pt x="16406" y="546"/>
                  </a:lnTo>
                  <a:lnTo>
                    <a:pt x="16124" y="667"/>
                  </a:lnTo>
                  <a:lnTo>
                    <a:pt x="15862" y="828"/>
                  </a:lnTo>
                  <a:lnTo>
                    <a:pt x="15599" y="990"/>
                  </a:lnTo>
                  <a:lnTo>
                    <a:pt x="15357" y="1151"/>
                  </a:lnTo>
                  <a:lnTo>
                    <a:pt x="15115" y="1353"/>
                  </a:lnTo>
                  <a:lnTo>
                    <a:pt x="14873" y="1555"/>
                  </a:lnTo>
                  <a:lnTo>
                    <a:pt x="14489" y="1938"/>
                  </a:lnTo>
                  <a:lnTo>
                    <a:pt x="14126" y="2362"/>
                  </a:lnTo>
                  <a:lnTo>
                    <a:pt x="13783" y="2826"/>
                  </a:lnTo>
                  <a:lnTo>
                    <a:pt x="13460" y="3310"/>
                  </a:lnTo>
                  <a:lnTo>
                    <a:pt x="13198" y="3835"/>
                  </a:lnTo>
                  <a:lnTo>
                    <a:pt x="12956" y="4400"/>
                  </a:lnTo>
                  <a:lnTo>
                    <a:pt x="12734" y="4965"/>
                  </a:lnTo>
                  <a:lnTo>
                    <a:pt x="12552" y="5570"/>
                  </a:lnTo>
                  <a:lnTo>
                    <a:pt x="12471" y="5994"/>
                  </a:lnTo>
                  <a:lnTo>
                    <a:pt x="12370" y="6418"/>
                  </a:lnTo>
                  <a:lnTo>
                    <a:pt x="12310" y="6842"/>
                  </a:lnTo>
                  <a:lnTo>
                    <a:pt x="12249" y="7286"/>
                  </a:lnTo>
                  <a:lnTo>
                    <a:pt x="12148" y="8133"/>
                  </a:lnTo>
                  <a:lnTo>
                    <a:pt x="12088" y="9001"/>
                  </a:lnTo>
                  <a:lnTo>
                    <a:pt x="12007" y="9889"/>
                  </a:lnTo>
                  <a:lnTo>
                    <a:pt x="11906" y="10777"/>
                  </a:lnTo>
                  <a:lnTo>
                    <a:pt x="11846" y="11261"/>
                  </a:lnTo>
                  <a:lnTo>
                    <a:pt x="11765" y="11746"/>
                  </a:lnTo>
                  <a:lnTo>
                    <a:pt x="11664" y="12230"/>
                  </a:lnTo>
                  <a:lnTo>
                    <a:pt x="11543" y="12714"/>
                  </a:lnTo>
                  <a:lnTo>
                    <a:pt x="11402" y="13198"/>
                  </a:lnTo>
                  <a:lnTo>
                    <a:pt x="11220" y="13642"/>
                  </a:lnTo>
                  <a:lnTo>
                    <a:pt x="11119" y="13844"/>
                  </a:lnTo>
                  <a:lnTo>
                    <a:pt x="10998" y="14066"/>
                  </a:lnTo>
                  <a:lnTo>
                    <a:pt x="10877" y="14248"/>
                  </a:lnTo>
                  <a:lnTo>
                    <a:pt x="10736" y="14450"/>
                  </a:lnTo>
                  <a:lnTo>
                    <a:pt x="10514" y="14692"/>
                  </a:lnTo>
                  <a:lnTo>
                    <a:pt x="10272" y="14934"/>
                  </a:lnTo>
                  <a:lnTo>
                    <a:pt x="9989" y="15136"/>
                  </a:lnTo>
                  <a:lnTo>
                    <a:pt x="9707" y="15338"/>
                  </a:lnTo>
                  <a:lnTo>
                    <a:pt x="9424" y="15519"/>
                  </a:lnTo>
                  <a:lnTo>
                    <a:pt x="9121" y="15681"/>
                  </a:lnTo>
                  <a:lnTo>
                    <a:pt x="8516" y="16004"/>
                  </a:lnTo>
                  <a:lnTo>
                    <a:pt x="8274" y="16145"/>
                  </a:lnTo>
                  <a:lnTo>
                    <a:pt x="7668" y="16447"/>
                  </a:lnTo>
                  <a:lnTo>
                    <a:pt x="7083" y="16791"/>
                  </a:lnTo>
                  <a:lnTo>
                    <a:pt x="6478" y="17134"/>
                  </a:lnTo>
                  <a:lnTo>
                    <a:pt x="5913" y="17497"/>
                  </a:lnTo>
                  <a:lnTo>
                    <a:pt x="5328" y="17860"/>
                  </a:lnTo>
                  <a:lnTo>
                    <a:pt x="4763" y="18223"/>
                  </a:lnTo>
                  <a:lnTo>
                    <a:pt x="4198" y="18607"/>
                  </a:lnTo>
                  <a:lnTo>
                    <a:pt x="3653" y="19010"/>
                  </a:lnTo>
                  <a:lnTo>
                    <a:pt x="2866" y="19596"/>
                  </a:lnTo>
                  <a:lnTo>
                    <a:pt x="2502" y="19918"/>
                  </a:lnTo>
                  <a:lnTo>
                    <a:pt x="2139" y="20241"/>
                  </a:lnTo>
                  <a:lnTo>
                    <a:pt x="1776" y="20584"/>
                  </a:lnTo>
                  <a:lnTo>
                    <a:pt x="1453" y="20948"/>
                  </a:lnTo>
                  <a:lnTo>
                    <a:pt x="1150" y="21331"/>
                  </a:lnTo>
                  <a:lnTo>
                    <a:pt x="868" y="21755"/>
                  </a:lnTo>
                  <a:lnTo>
                    <a:pt x="727" y="21997"/>
                  </a:lnTo>
                  <a:lnTo>
                    <a:pt x="585" y="22259"/>
                  </a:lnTo>
                  <a:lnTo>
                    <a:pt x="464" y="22542"/>
                  </a:lnTo>
                  <a:lnTo>
                    <a:pt x="363" y="22804"/>
                  </a:lnTo>
                  <a:lnTo>
                    <a:pt x="262" y="23087"/>
                  </a:lnTo>
                  <a:lnTo>
                    <a:pt x="182" y="23369"/>
                  </a:lnTo>
                  <a:lnTo>
                    <a:pt x="121" y="23652"/>
                  </a:lnTo>
                  <a:lnTo>
                    <a:pt x="61" y="23934"/>
                  </a:lnTo>
                  <a:lnTo>
                    <a:pt x="20" y="24217"/>
                  </a:lnTo>
                  <a:lnTo>
                    <a:pt x="0" y="24520"/>
                  </a:lnTo>
                  <a:lnTo>
                    <a:pt x="0" y="24802"/>
                  </a:lnTo>
                  <a:lnTo>
                    <a:pt x="0" y="25105"/>
                  </a:lnTo>
                  <a:lnTo>
                    <a:pt x="20" y="25387"/>
                  </a:lnTo>
                  <a:lnTo>
                    <a:pt x="61" y="25690"/>
                  </a:lnTo>
                  <a:lnTo>
                    <a:pt x="101" y="25972"/>
                  </a:lnTo>
                  <a:lnTo>
                    <a:pt x="161" y="26255"/>
                  </a:lnTo>
                  <a:lnTo>
                    <a:pt x="283" y="26699"/>
                  </a:lnTo>
                  <a:lnTo>
                    <a:pt x="444" y="27103"/>
                  </a:lnTo>
                  <a:lnTo>
                    <a:pt x="646" y="27486"/>
                  </a:lnTo>
                  <a:lnTo>
                    <a:pt x="848" y="27849"/>
                  </a:lnTo>
                  <a:lnTo>
                    <a:pt x="1110" y="28172"/>
                  </a:lnTo>
                  <a:lnTo>
                    <a:pt x="1372" y="28475"/>
                  </a:lnTo>
                  <a:lnTo>
                    <a:pt x="1675" y="28737"/>
                  </a:lnTo>
                  <a:lnTo>
                    <a:pt x="1978" y="28959"/>
                  </a:lnTo>
                  <a:lnTo>
                    <a:pt x="2220" y="29100"/>
                  </a:lnTo>
                  <a:lnTo>
                    <a:pt x="2462" y="29221"/>
                  </a:lnTo>
                  <a:lnTo>
                    <a:pt x="2704" y="29302"/>
                  </a:lnTo>
                  <a:lnTo>
                    <a:pt x="2967" y="29383"/>
                  </a:lnTo>
                  <a:lnTo>
                    <a:pt x="3209" y="29443"/>
                  </a:lnTo>
                  <a:lnTo>
                    <a:pt x="3471" y="29484"/>
                  </a:lnTo>
                  <a:lnTo>
                    <a:pt x="3733" y="29504"/>
                  </a:lnTo>
                  <a:lnTo>
                    <a:pt x="3996" y="29524"/>
                  </a:lnTo>
                  <a:lnTo>
                    <a:pt x="4460" y="29484"/>
                  </a:lnTo>
                  <a:lnTo>
                    <a:pt x="4904" y="29423"/>
                  </a:lnTo>
                  <a:lnTo>
                    <a:pt x="5368" y="29322"/>
                  </a:lnTo>
                  <a:lnTo>
                    <a:pt x="5812" y="29181"/>
                  </a:lnTo>
                  <a:lnTo>
                    <a:pt x="6236" y="29020"/>
                  </a:lnTo>
                  <a:lnTo>
                    <a:pt x="6639" y="28838"/>
                  </a:lnTo>
                  <a:lnTo>
                    <a:pt x="7003" y="28636"/>
                  </a:lnTo>
                  <a:lnTo>
                    <a:pt x="7366" y="28414"/>
                  </a:lnTo>
                  <a:lnTo>
                    <a:pt x="7729" y="28152"/>
                  </a:lnTo>
                  <a:lnTo>
                    <a:pt x="8072" y="27890"/>
                  </a:lnTo>
                  <a:lnTo>
                    <a:pt x="8415" y="27587"/>
                  </a:lnTo>
                  <a:lnTo>
                    <a:pt x="8738" y="27304"/>
                  </a:lnTo>
                  <a:lnTo>
                    <a:pt x="9384" y="26699"/>
                  </a:lnTo>
                  <a:lnTo>
                    <a:pt x="9989" y="26073"/>
                  </a:lnTo>
                  <a:lnTo>
                    <a:pt x="10756" y="25307"/>
                  </a:lnTo>
                  <a:lnTo>
                    <a:pt x="11139" y="24943"/>
                  </a:lnTo>
                  <a:lnTo>
                    <a:pt x="11543" y="24580"/>
                  </a:lnTo>
                  <a:lnTo>
                    <a:pt x="12108" y="24116"/>
                  </a:lnTo>
                  <a:lnTo>
                    <a:pt x="12693" y="23672"/>
                  </a:lnTo>
                  <a:lnTo>
                    <a:pt x="13299" y="23248"/>
                  </a:lnTo>
                  <a:lnTo>
                    <a:pt x="13985" y="22824"/>
                  </a:lnTo>
                  <a:lnTo>
                    <a:pt x="14691" y="22401"/>
                  </a:lnTo>
                  <a:lnTo>
                    <a:pt x="15458" y="21997"/>
                  </a:lnTo>
                  <a:lnTo>
                    <a:pt x="16285" y="21593"/>
                  </a:lnTo>
                  <a:lnTo>
                    <a:pt x="17173" y="21170"/>
                  </a:lnTo>
                  <a:lnTo>
                    <a:pt x="17758" y="20907"/>
                  </a:lnTo>
                  <a:lnTo>
                    <a:pt x="18505" y="20584"/>
                  </a:lnTo>
                  <a:lnTo>
                    <a:pt x="19252" y="20241"/>
                  </a:lnTo>
                  <a:lnTo>
                    <a:pt x="19958" y="19878"/>
                  </a:lnTo>
                  <a:lnTo>
                    <a:pt x="20321" y="19696"/>
                  </a:lnTo>
                  <a:lnTo>
                    <a:pt x="20664" y="19495"/>
                  </a:lnTo>
                  <a:lnTo>
                    <a:pt x="20987" y="19273"/>
                  </a:lnTo>
                  <a:lnTo>
                    <a:pt x="21330" y="19051"/>
                  </a:lnTo>
                  <a:lnTo>
                    <a:pt x="21633" y="18809"/>
                  </a:lnTo>
                  <a:lnTo>
                    <a:pt x="21936" y="18566"/>
                  </a:lnTo>
                  <a:lnTo>
                    <a:pt x="22218" y="18304"/>
                  </a:lnTo>
                  <a:lnTo>
                    <a:pt x="22501" y="18022"/>
                  </a:lnTo>
                  <a:lnTo>
                    <a:pt x="22743" y="17719"/>
                  </a:lnTo>
                  <a:lnTo>
                    <a:pt x="22985" y="17396"/>
                  </a:lnTo>
                  <a:lnTo>
                    <a:pt x="23227" y="17013"/>
                  </a:lnTo>
                  <a:lnTo>
                    <a:pt x="23449" y="16589"/>
                  </a:lnTo>
                  <a:lnTo>
                    <a:pt x="23631" y="16185"/>
                  </a:lnTo>
                  <a:lnTo>
                    <a:pt x="23792" y="15761"/>
                  </a:lnTo>
                  <a:lnTo>
                    <a:pt x="23954" y="15317"/>
                  </a:lnTo>
                  <a:lnTo>
                    <a:pt x="24075" y="14873"/>
                  </a:lnTo>
                  <a:lnTo>
                    <a:pt x="24297" y="14006"/>
                  </a:lnTo>
                  <a:lnTo>
                    <a:pt x="24478" y="13198"/>
                  </a:lnTo>
                  <a:lnTo>
                    <a:pt x="24620" y="12432"/>
                  </a:lnTo>
                  <a:lnTo>
                    <a:pt x="24741" y="11685"/>
                  </a:lnTo>
                  <a:lnTo>
                    <a:pt x="24842" y="10938"/>
                  </a:lnTo>
                  <a:lnTo>
                    <a:pt x="24902" y="10232"/>
                  </a:lnTo>
                  <a:lnTo>
                    <a:pt x="24943" y="9546"/>
                  </a:lnTo>
                  <a:lnTo>
                    <a:pt x="24963" y="8880"/>
                  </a:lnTo>
                  <a:lnTo>
                    <a:pt x="24963" y="8214"/>
                  </a:lnTo>
                  <a:lnTo>
                    <a:pt x="24922" y="7447"/>
                  </a:lnTo>
                  <a:lnTo>
                    <a:pt x="24842" y="6721"/>
                  </a:lnTo>
                  <a:lnTo>
                    <a:pt x="24741" y="6014"/>
                  </a:lnTo>
                  <a:lnTo>
                    <a:pt x="24579" y="5348"/>
                  </a:lnTo>
                  <a:lnTo>
                    <a:pt x="24398" y="4703"/>
                  </a:lnTo>
                  <a:lnTo>
                    <a:pt x="24156" y="4097"/>
                  </a:lnTo>
                  <a:lnTo>
                    <a:pt x="23893" y="3532"/>
                  </a:lnTo>
                  <a:lnTo>
                    <a:pt x="23752" y="3250"/>
                  </a:lnTo>
                  <a:lnTo>
                    <a:pt x="23591" y="2987"/>
                  </a:lnTo>
                  <a:lnTo>
                    <a:pt x="23389" y="2685"/>
                  </a:lnTo>
                  <a:lnTo>
                    <a:pt x="23187" y="2382"/>
                  </a:lnTo>
                  <a:lnTo>
                    <a:pt x="22965" y="2099"/>
                  </a:lnTo>
                  <a:lnTo>
                    <a:pt x="22723" y="1837"/>
                  </a:lnTo>
                  <a:lnTo>
                    <a:pt x="22460" y="1595"/>
                  </a:lnTo>
                  <a:lnTo>
                    <a:pt x="22218" y="1353"/>
                  </a:lnTo>
                  <a:lnTo>
                    <a:pt x="21936" y="1151"/>
                  </a:lnTo>
                  <a:lnTo>
                    <a:pt x="21653" y="949"/>
                  </a:lnTo>
                  <a:lnTo>
                    <a:pt x="21371" y="768"/>
                  </a:lnTo>
                  <a:lnTo>
                    <a:pt x="21088" y="606"/>
                  </a:lnTo>
                  <a:lnTo>
                    <a:pt x="20785" y="445"/>
                  </a:lnTo>
                  <a:lnTo>
                    <a:pt x="20483" y="324"/>
                  </a:lnTo>
                  <a:lnTo>
                    <a:pt x="20160" y="223"/>
                  </a:lnTo>
                  <a:lnTo>
                    <a:pt x="19857" y="142"/>
                  </a:lnTo>
                  <a:lnTo>
                    <a:pt x="19534" y="61"/>
                  </a:lnTo>
                  <a:lnTo>
                    <a:pt x="19211" y="21"/>
                  </a:lnTo>
                  <a:lnTo>
                    <a:pt x="18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 flipH="1">
              <a:off x="-3292388" y="-1404593"/>
              <a:ext cx="653335" cy="572101"/>
            </a:xfrm>
            <a:custGeom>
              <a:rect b="b" l="l" r="r" t="t"/>
              <a:pathLst>
                <a:path extrusionOk="0" h="10233" w="11686">
                  <a:moveTo>
                    <a:pt x="10817" y="82"/>
                  </a:moveTo>
                  <a:lnTo>
                    <a:pt x="10918" y="102"/>
                  </a:lnTo>
                  <a:lnTo>
                    <a:pt x="10979" y="142"/>
                  </a:lnTo>
                  <a:lnTo>
                    <a:pt x="11039" y="182"/>
                  </a:lnTo>
                  <a:lnTo>
                    <a:pt x="11120" y="303"/>
                  </a:lnTo>
                  <a:lnTo>
                    <a:pt x="11201" y="445"/>
                  </a:lnTo>
                  <a:lnTo>
                    <a:pt x="11241" y="586"/>
                  </a:lnTo>
                  <a:lnTo>
                    <a:pt x="11382" y="1191"/>
                  </a:lnTo>
                  <a:lnTo>
                    <a:pt x="11504" y="1797"/>
                  </a:lnTo>
                  <a:lnTo>
                    <a:pt x="11564" y="2422"/>
                  </a:lnTo>
                  <a:lnTo>
                    <a:pt x="11604" y="3028"/>
                  </a:lnTo>
                  <a:lnTo>
                    <a:pt x="11584" y="3653"/>
                  </a:lnTo>
                  <a:lnTo>
                    <a:pt x="11544" y="4259"/>
                  </a:lnTo>
                  <a:lnTo>
                    <a:pt x="11463" y="4884"/>
                  </a:lnTo>
                  <a:lnTo>
                    <a:pt x="11342" y="5490"/>
                  </a:lnTo>
                  <a:lnTo>
                    <a:pt x="11241" y="5853"/>
                  </a:lnTo>
                  <a:lnTo>
                    <a:pt x="11140" y="6176"/>
                  </a:lnTo>
                  <a:lnTo>
                    <a:pt x="11019" y="6499"/>
                  </a:lnTo>
                  <a:lnTo>
                    <a:pt x="10878" y="6781"/>
                  </a:lnTo>
                  <a:lnTo>
                    <a:pt x="10737" y="7044"/>
                  </a:lnTo>
                  <a:lnTo>
                    <a:pt x="10575" y="7286"/>
                  </a:lnTo>
                  <a:lnTo>
                    <a:pt x="10414" y="7488"/>
                  </a:lnTo>
                  <a:lnTo>
                    <a:pt x="10212" y="7669"/>
                  </a:lnTo>
                  <a:lnTo>
                    <a:pt x="10030" y="7831"/>
                  </a:lnTo>
                  <a:lnTo>
                    <a:pt x="9849" y="7972"/>
                  </a:lnTo>
                  <a:lnTo>
                    <a:pt x="9647" y="8093"/>
                  </a:lnTo>
                  <a:lnTo>
                    <a:pt x="9425" y="8194"/>
                  </a:lnTo>
                  <a:lnTo>
                    <a:pt x="9001" y="8396"/>
                  </a:lnTo>
                  <a:lnTo>
                    <a:pt x="8557" y="8557"/>
                  </a:lnTo>
                  <a:lnTo>
                    <a:pt x="7730" y="8840"/>
                  </a:lnTo>
                  <a:lnTo>
                    <a:pt x="6862" y="9142"/>
                  </a:lnTo>
                  <a:lnTo>
                    <a:pt x="5974" y="9405"/>
                  </a:lnTo>
                  <a:lnTo>
                    <a:pt x="5066" y="9647"/>
                  </a:lnTo>
                  <a:lnTo>
                    <a:pt x="4158" y="9849"/>
                  </a:lnTo>
                  <a:lnTo>
                    <a:pt x="3714" y="9950"/>
                  </a:lnTo>
                  <a:lnTo>
                    <a:pt x="3270" y="10010"/>
                  </a:lnTo>
                  <a:lnTo>
                    <a:pt x="2806" y="10071"/>
                  </a:lnTo>
                  <a:lnTo>
                    <a:pt x="2362" y="10111"/>
                  </a:lnTo>
                  <a:lnTo>
                    <a:pt x="1918" y="10151"/>
                  </a:lnTo>
                  <a:lnTo>
                    <a:pt x="1252" y="10151"/>
                  </a:lnTo>
                  <a:lnTo>
                    <a:pt x="1070" y="10131"/>
                  </a:lnTo>
                  <a:lnTo>
                    <a:pt x="889" y="10071"/>
                  </a:lnTo>
                  <a:lnTo>
                    <a:pt x="707" y="10010"/>
                  </a:lnTo>
                  <a:lnTo>
                    <a:pt x="566" y="9950"/>
                  </a:lnTo>
                  <a:lnTo>
                    <a:pt x="425" y="9849"/>
                  </a:lnTo>
                  <a:lnTo>
                    <a:pt x="324" y="9748"/>
                  </a:lnTo>
                  <a:lnTo>
                    <a:pt x="223" y="9627"/>
                  </a:lnTo>
                  <a:lnTo>
                    <a:pt x="162" y="9526"/>
                  </a:lnTo>
                  <a:lnTo>
                    <a:pt x="122" y="9405"/>
                  </a:lnTo>
                  <a:lnTo>
                    <a:pt x="102" y="9284"/>
                  </a:lnTo>
                  <a:lnTo>
                    <a:pt x="82" y="9163"/>
                  </a:lnTo>
                  <a:lnTo>
                    <a:pt x="102" y="9021"/>
                  </a:lnTo>
                  <a:lnTo>
                    <a:pt x="122" y="8880"/>
                  </a:lnTo>
                  <a:lnTo>
                    <a:pt x="162" y="8739"/>
                  </a:lnTo>
                  <a:lnTo>
                    <a:pt x="223" y="8577"/>
                  </a:lnTo>
                  <a:lnTo>
                    <a:pt x="324" y="8416"/>
                  </a:lnTo>
                  <a:lnTo>
                    <a:pt x="425" y="8234"/>
                  </a:lnTo>
                  <a:lnTo>
                    <a:pt x="546" y="8073"/>
                  </a:lnTo>
                  <a:lnTo>
                    <a:pt x="667" y="7911"/>
                  </a:lnTo>
                  <a:lnTo>
                    <a:pt x="970" y="7589"/>
                  </a:lnTo>
                  <a:lnTo>
                    <a:pt x="1292" y="7306"/>
                  </a:lnTo>
                  <a:lnTo>
                    <a:pt x="1615" y="7064"/>
                  </a:lnTo>
                  <a:lnTo>
                    <a:pt x="1979" y="6822"/>
                  </a:lnTo>
                  <a:lnTo>
                    <a:pt x="2322" y="6620"/>
                  </a:lnTo>
                  <a:lnTo>
                    <a:pt x="2645" y="6438"/>
                  </a:lnTo>
                  <a:lnTo>
                    <a:pt x="3008" y="6257"/>
                  </a:lnTo>
                  <a:lnTo>
                    <a:pt x="3391" y="6075"/>
                  </a:lnTo>
                  <a:lnTo>
                    <a:pt x="4138" y="5752"/>
                  </a:lnTo>
                  <a:lnTo>
                    <a:pt x="5107" y="5328"/>
                  </a:lnTo>
                  <a:lnTo>
                    <a:pt x="5591" y="5086"/>
                  </a:lnTo>
                  <a:lnTo>
                    <a:pt x="6055" y="4824"/>
                  </a:lnTo>
                  <a:lnTo>
                    <a:pt x="6459" y="4582"/>
                  </a:lnTo>
                  <a:lnTo>
                    <a:pt x="6822" y="4319"/>
                  </a:lnTo>
                  <a:lnTo>
                    <a:pt x="7185" y="4017"/>
                  </a:lnTo>
                  <a:lnTo>
                    <a:pt x="7528" y="3714"/>
                  </a:lnTo>
                  <a:lnTo>
                    <a:pt x="7851" y="3391"/>
                  </a:lnTo>
                  <a:lnTo>
                    <a:pt x="8174" y="3048"/>
                  </a:lnTo>
                  <a:lnTo>
                    <a:pt x="8456" y="2685"/>
                  </a:lnTo>
                  <a:lnTo>
                    <a:pt x="8719" y="2301"/>
                  </a:lnTo>
                  <a:lnTo>
                    <a:pt x="9021" y="1817"/>
                  </a:lnTo>
                  <a:lnTo>
                    <a:pt x="9324" y="1353"/>
                  </a:lnTo>
                  <a:lnTo>
                    <a:pt x="9465" y="1131"/>
                  </a:lnTo>
                  <a:lnTo>
                    <a:pt x="9647" y="909"/>
                  </a:lnTo>
                  <a:lnTo>
                    <a:pt x="9808" y="707"/>
                  </a:lnTo>
                  <a:lnTo>
                    <a:pt x="10010" y="525"/>
                  </a:lnTo>
                  <a:lnTo>
                    <a:pt x="10212" y="344"/>
                  </a:lnTo>
                  <a:lnTo>
                    <a:pt x="10434" y="203"/>
                  </a:lnTo>
                  <a:lnTo>
                    <a:pt x="10575" y="122"/>
                  </a:lnTo>
                  <a:lnTo>
                    <a:pt x="10696" y="102"/>
                  </a:lnTo>
                  <a:lnTo>
                    <a:pt x="10817" y="82"/>
                  </a:lnTo>
                  <a:close/>
                  <a:moveTo>
                    <a:pt x="10838" y="1"/>
                  </a:moveTo>
                  <a:lnTo>
                    <a:pt x="10696" y="21"/>
                  </a:lnTo>
                  <a:lnTo>
                    <a:pt x="10555" y="61"/>
                  </a:lnTo>
                  <a:lnTo>
                    <a:pt x="10394" y="122"/>
                  </a:lnTo>
                  <a:lnTo>
                    <a:pt x="10152" y="283"/>
                  </a:lnTo>
                  <a:lnTo>
                    <a:pt x="9950" y="445"/>
                  </a:lnTo>
                  <a:lnTo>
                    <a:pt x="9748" y="647"/>
                  </a:lnTo>
                  <a:lnTo>
                    <a:pt x="9586" y="848"/>
                  </a:lnTo>
                  <a:lnTo>
                    <a:pt x="9405" y="1070"/>
                  </a:lnTo>
                  <a:lnTo>
                    <a:pt x="9264" y="1312"/>
                  </a:lnTo>
                  <a:lnTo>
                    <a:pt x="8961" y="1777"/>
                  </a:lnTo>
                  <a:lnTo>
                    <a:pt x="8658" y="2261"/>
                  </a:lnTo>
                  <a:lnTo>
                    <a:pt x="8396" y="2624"/>
                  </a:lnTo>
                  <a:lnTo>
                    <a:pt x="8113" y="2987"/>
                  </a:lnTo>
                  <a:lnTo>
                    <a:pt x="7790" y="3331"/>
                  </a:lnTo>
                  <a:lnTo>
                    <a:pt x="7468" y="3653"/>
                  </a:lnTo>
                  <a:lnTo>
                    <a:pt x="7145" y="3956"/>
                  </a:lnTo>
                  <a:lnTo>
                    <a:pt x="6781" y="4239"/>
                  </a:lnTo>
                  <a:lnTo>
                    <a:pt x="6398" y="4521"/>
                  </a:lnTo>
                  <a:lnTo>
                    <a:pt x="6015" y="4763"/>
                  </a:lnTo>
                  <a:lnTo>
                    <a:pt x="5550" y="5026"/>
                  </a:lnTo>
                  <a:lnTo>
                    <a:pt x="5066" y="5248"/>
                  </a:lnTo>
                  <a:lnTo>
                    <a:pt x="4097" y="5692"/>
                  </a:lnTo>
                  <a:lnTo>
                    <a:pt x="3351" y="6014"/>
                  </a:lnTo>
                  <a:lnTo>
                    <a:pt x="2988" y="6176"/>
                  </a:lnTo>
                  <a:lnTo>
                    <a:pt x="2604" y="6358"/>
                  </a:lnTo>
                  <a:lnTo>
                    <a:pt x="2281" y="6539"/>
                  </a:lnTo>
                  <a:lnTo>
                    <a:pt x="1918" y="6761"/>
                  </a:lnTo>
                  <a:lnTo>
                    <a:pt x="1575" y="7003"/>
                  </a:lnTo>
                  <a:lnTo>
                    <a:pt x="1232" y="7266"/>
                  </a:lnTo>
                  <a:lnTo>
                    <a:pt x="909" y="7548"/>
                  </a:lnTo>
                  <a:lnTo>
                    <a:pt x="606" y="7851"/>
                  </a:lnTo>
                  <a:lnTo>
                    <a:pt x="485" y="8012"/>
                  </a:lnTo>
                  <a:lnTo>
                    <a:pt x="364" y="8194"/>
                  </a:lnTo>
                  <a:lnTo>
                    <a:pt x="243" y="8376"/>
                  </a:lnTo>
                  <a:lnTo>
                    <a:pt x="162" y="8557"/>
                  </a:lnTo>
                  <a:lnTo>
                    <a:pt x="102" y="8719"/>
                  </a:lnTo>
                  <a:lnTo>
                    <a:pt x="41" y="8860"/>
                  </a:lnTo>
                  <a:lnTo>
                    <a:pt x="21" y="9021"/>
                  </a:lnTo>
                  <a:lnTo>
                    <a:pt x="1" y="9163"/>
                  </a:lnTo>
                  <a:lnTo>
                    <a:pt x="21" y="9304"/>
                  </a:lnTo>
                  <a:lnTo>
                    <a:pt x="41" y="9425"/>
                  </a:lnTo>
                  <a:lnTo>
                    <a:pt x="102" y="9546"/>
                  </a:lnTo>
                  <a:lnTo>
                    <a:pt x="162" y="9667"/>
                  </a:lnTo>
                  <a:lnTo>
                    <a:pt x="263" y="9808"/>
                  </a:lnTo>
                  <a:lnTo>
                    <a:pt x="384" y="9909"/>
                  </a:lnTo>
                  <a:lnTo>
                    <a:pt x="526" y="10010"/>
                  </a:lnTo>
                  <a:lnTo>
                    <a:pt x="687" y="10091"/>
                  </a:lnTo>
                  <a:lnTo>
                    <a:pt x="849" y="10151"/>
                  </a:lnTo>
                  <a:lnTo>
                    <a:pt x="1050" y="10192"/>
                  </a:lnTo>
                  <a:lnTo>
                    <a:pt x="1252" y="10232"/>
                  </a:lnTo>
                  <a:lnTo>
                    <a:pt x="1918" y="10232"/>
                  </a:lnTo>
                  <a:lnTo>
                    <a:pt x="2362" y="10192"/>
                  </a:lnTo>
                  <a:lnTo>
                    <a:pt x="2826" y="10151"/>
                  </a:lnTo>
                  <a:lnTo>
                    <a:pt x="3270" y="10091"/>
                  </a:lnTo>
                  <a:lnTo>
                    <a:pt x="3734" y="10030"/>
                  </a:lnTo>
                  <a:lnTo>
                    <a:pt x="4178" y="9929"/>
                  </a:lnTo>
                  <a:lnTo>
                    <a:pt x="5086" y="9728"/>
                  </a:lnTo>
                  <a:lnTo>
                    <a:pt x="5994" y="9485"/>
                  </a:lnTo>
                  <a:lnTo>
                    <a:pt x="6882" y="9223"/>
                  </a:lnTo>
                  <a:lnTo>
                    <a:pt x="7750" y="8920"/>
                  </a:lnTo>
                  <a:lnTo>
                    <a:pt x="8577" y="8638"/>
                  </a:lnTo>
                  <a:lnTo>
                    <a:pt x="9021" y="8456"/>
                  </a:lnTo>
                  <a:lnTo>
                    <a:pt x="9465" y="8275"/>
                  </a:lnTo>
                  <a:lnTo>
                    <a:pt x="9687" y="8154"/>
                  </a:lnTo>
                  <a:lnTo>
                    <a:pt x="9889" y="8032"/>
                  </a:lnTo>
                  <a:lnTo>
                    <a:pt x="10091" y="7891"/>
                  </a:lnTo>
                  <a:lnTo>
                    <a:pt x="10273" y="7730"/>
                  </a:lnTo>
                  <a:lnTo>
                    <a:pt x="10474" y="7548"/>
                  </a:lnTo>
                  <a:lnTo>
                    <a:pt x="10636" y="7326"/>
                  </a:lnTo>
                  <a:lnTo>
                    <a:pt x="10817" y="7084"/>
                  </a:lnTo>
                  <a:lnTo>
                    <a:pt x="10959" y="6822"/>
                  </a:lnTo>
                  <a:lnTo>
                    <a:pt x="11100" y="6539"/>
                  </a:lnTo>
                  <a:lnTo>
                    <a:pt x="11221" y="6216"/>
                  </a:lnTo>
                  <a:lnTo>
                    <a:pt x="11322" y="5873"/>
                  </a:lnTo>
                  <a:lnTo>
                    <a:pt x="11423" y="5510"/>
                  </a:lnTo>
                  <a:lnTo>
                    <a:pt x="11544" y="4884"/>
                  </a:lnTo>
                  <a:lnTo>
                    <a:pt x="11625" y="4279"/>
                  </a:lnTo>
                  <a:lnTo>
                    <a:pt x="11665" y="3653"/>
                  </a:lnTo>
                  <a:lnTo>
                    <a:pt x="11685" y="3028"/>
                  </a:lnTo>
                  <a:lnTo>
                    <a:pt x="11645" y="2402"/>
                  </a:lnTo>
                  <a:lnTo>
                    <a:pt x="11584" y="1797"/>
                  </a:lnTo>
                  <a:lnTo>
                    <a:pt x="11463" y="1171"/>
                  </a:lnTo>
                  <a:lnTo>
                    <a:pt x="11322" y="566"/>
                  </a:lnTo>
                  <a:lnTo>
                    <a:pt x="11261" y="404"/>
                  </a:lnTo>
                  <a:lnTo>
                    <a:pt x="11201" y="263"/>
                  </a:lnTo>
                  <a:lnTo>
                    <a:pt x="11140" y="182"/>
                  </a:lnTo>
                  <a:lnTo>
                    <a:pt x="11100" y="122"/>
                  </a:lnTo>
                  <a:lnTo>
                    <a:pt x="11019" y="82"/>
                  </a:lnTo>
                  <a:lnTo>
                    <a:pt x="10959" y="41"/>
                  </a:lnTo>
                  <a:lnTo>
                    <a:pt x="108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 flipH="1">
              <a:off x="-979618" y="-5128741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 flipH="1">
              <a:off x="2209809" y="-3290930"/>
              <a:ext cx="560808" cy="1296383"/>
            </a:xfrm>
            <a:custGeom>
              <a:rect b="b" l="l" r="r" t="t"/>
              <a:pathLst>
                <a:path extrusionOk="0" h="23188" w="10031">
                  <a:moveTo>
                    <a:pt x="4703" y="61"/>
                  </a:moveTo>
                  <a:lnTo>
                    <a:pt x="4985" y="81"/>
                  </a:lnTo>
                  <a:lnTo>
                    <a:pt x="5268" y="122"/>
                  </a:lnTo>
                  <a:lnTo>
                    <a:pt x="5550" y="202"/>
                  </a:lnTo>
                  <a:lnTo>
                    <a:pt x="5833" y="303"/>
                  </a:lnTo>
                  <a:lnTo>
                    <a:pt x="6075" y="424"/>
                  </a:lnTo>
                  <a:lnTo>
                    <a:pt x="6297" y="566"/>
                  </a:lnTo>
                  <a:lnTo>
                    <a:pt x="6519" y="707"/>
                  </a:lnTo>
                  <a:lnTo>
                    <a:pt x="6741" y="868"/>
                  </a:lnTo>
                  <a:lnTo>
                    <a:pt x="6963" y="1070"/>
                  </a:lnTo>
                  <a:lnTo>
                    <a:pt x="7165" y="1272"/>
                  </a:lnTo>
                  <a:lnTo>
                    <a:pt x="7366" y="1494"/>
                  </a:lnTo>
                  <a:lnTo>
                    <a:pt x="7548" y="1736"/>
                  </a:lnTo>
                  <a:lnTo>
                    <a:pt x="7730" y="1999"/>
                  </a:lnTo>
                  <a:lnTo>
                    <a:pt x="7911" y="2281"/>
                  </a:lnTo>
                  <a:lnTo>
                    <a:pt x="8073" y="2584"/>
                  </a:lnTo>
                  <a:lnTo>
                    <a:pt x="8234" y="2907"/>
                  </a:lnTo>
                  <a:lnTo>
                    <a:pt x="8396" y="3230"/>
                  </a:lnTo>
                  <a:lnTo>
                    <a:pt x="8537" y="3593"/>
                  </a:lnTo>
                  <a:lnTo>
                    <a:pt x="8678" y="3976"/>
                  </a:lnTo>
                  <a:lnTo>
                    <a:pt x="8819" y="4380"/>
                  </a:lnTo>
                  <a:lnTo>
                    <a:pt x="9082" y="5207"/>
                  </a:lnTo>
                  <a:lnTo>
                    <a:pt x="9304" y="6075"/>
                  </a:lnTo>
                  <a:lnTo>
                    <a:pt x="9505" y="6922"/>
                  </a:lnTo>
                  <a:lnTo>
                    <a:pt x="9647" y="7790"/>
                  </a:lnTo>
                  <a:lnTo>
                    <a:pt x="9788" y="8678"/>
                  </a:lnTo>
                  <a:lnTo>
                    <a:pt x="9869" y="9546"/>
                  </a:lnTo>
                  <a:lnTo>
                    <a:pt x="9929" y="10434"/>
                  </a:lnTo>
                  <a:lnTo>
                    <a:pt x="9949" y="11302"/>
                  </a:lnTo>
                  <a:lnTo>
                    <a:pt x="9949" y="12189"/>
                  </a:lnTo>
                  <a:lnTo>
                    <a:pt x="9909" y="13077"/>
                  </a:lnTo>
                  <a:lnTo>
                    <a:pt x="9828" y="13945"/>
                  </a:lnTo>
                  <a:lnTo>
                    <a:pt x="9727" y="14833"/>
                  </a:lnTo>
                  <a:lnTo>
                    <a:pt x="9586" y="15701"/>
                  </a:lnTo>
                  <a:lnTo>
                    <a:pt x="9405" y="16569"/>
                  </a:lnTo>
                  <a:lnTo>
                    <a:pt x="9203" y="17416"/>
                  </a:lnTo>
                  <a:lnTo>
                    <a:pt x="8961" y="18264"/>
                  </a:lnTo>
                  <a:lnTo>
                    <a:pt x="8799" y="18768"/>
                  </a:lnTo>
                  <a:lnTo>
                    <a:pt x="8618" y="19293"/>
                  </a:lnTo>
                  <a:lnTo>
                    <a:pt x="8396" y="19838"/>
                  </a:lnTo>
                  <a:lnTo>
                    <a:pt x="8133" y="20362"/>
                  </a:lnTo>
                  <a:lnTo>
                    <a:pt x="7992" y="20625"/>
                  </a:lnTo>
                  <a:lnTo>
                    <a:pt x="7831" y="20867"/>
                  </a:lnTo>
                  <a:lnTo>
                    <a:pt x="7669" y="21129"/>
                  </a:lnTo>
                  <a:lnTo>
                    <a:pt x="7487" y="21371"/>
                  </a:lnTo>
                  <a:lnTo>
                    <a:pt x="7286" y="21593"/>
                  </a:lnTo>
                  <a:lnTo>
                    <a:pt x="7084" y="21815"/>
                  </a:lnTo>
                  <a:lnTo>
                    <a:pt x="6862" y="22037"/>
                  </a:lnTo>
                  <a:lnTo>
                    <a:pt x="6620" y="22239"/>
                  </a:lnTo>
                  <a:lnTo>
                    <a:pt x="6398" y="22401"/>
                  </a:lnTo>
                  <a:lnTo>
                    <a:pt x="6196" y="22542"/>
                  </a:lnTo>
                  <a:lnTo>
                    <a:pt x="5974" y="22663"/>
                  </a:lnTo>
                  <a:lnTo>
                    <a:pt x="5772" y="22764"/>
                  </a:lnTo>
                  <a:lnTo>
                    <a:pt x="5550" y="22865"/>
                  </a:lnTo>
                  <a:lnTo>
                    <a:pt x="5348" y="22945"/>
                  </a:lnTo>
                  <a:lnTo>
                    <a:pt x="5147" y="23006"/>
                  </a:lnTo>
                  <a:lnTo>
                    <a:pt x="4945" y="23046"/>
                  </a:lnTo>
                  <a:lnTo>
                    <a:pt x="4743" y="23087"/>
                  </a:lnTo>
                  <a:lnTo>
                    <a:pt x="4541" y="23107"/>
                  </a:lnTo>
                  <a:lnTo>
                    <a:pt x="4339" y="23107"/>
                  </a:lnTo>
                  <a:lnTo>
                    <a:pt x="4138" y="23087"/>
                  </a:lnTo>
                  <a:lnTo>
                    <a:pt x="3936" y="23046"/>
                  </a:lnTo>
                  <a:lnTo>
                    <a:pt x="3754" y="23006"/>
                  </a:lnTo>
                  <a:lnTo>
                    <a:pt x="3552" y="22925"/>
                  </a:lnTo>
                  <a:lnTo>
                    <a:pt x="3351" y="22845"/>
                  </a:lnTo>
                  <a:lnTo>
                    <a:pt x="3169" y="22764"/>
                  </a:lnTo>
                  <a:lnTo>
                    <a:pt x="2987" y="22643"/>
                  </a:lnTo>
                  <a:lnTo>
                    <a:pt x="2806" y="22522"/>
                  </a:lnTo>
                  <a:lnTo>
                    <a:pt x="2644" y="22380"/>
                  </a:lnTo>
                  <a:lnTo>
                    <a:pt x="2321" y="22078"/>
                  </a:lnTo>
                  <a:lnTo>
                    <a:pt x="1999" y="21714"/>
                  </a:lnTo>
                  <a:lnTo>
                    <a:pt x="1716" y="21331"/>
                  </a:lnTo>
                  <a:lnTo>
                    <a:pt x="1454" y="20927"/>
                  </a:lnTo>
                  <a:lnTo>
                    <a:pt x="1211" y="20483"/>
                  </a:lnTo>
                  <a:lnTo>
                    <a:pt x="990" y="20019"/>
                  </a:lnTo>
                  <a:lnTo>
                    <a:pt x="788" y="19535"/>
                  </a:lnTo>
                  <a:lnTo>
                    <a:pt x="626" y="19051"/>
                  </a:lnTo>
                  <a:lnTo>
                    <a:pt x="465" y="18566"/>
                  </a:lnTo>
                  <a:lnTo>
                    <a:pt x="344" y="18082"/>
                  </a:lnTo>
                  <a:lnTo>
                    <a:pt x="243" y="17598"/>
                  </a:lnTo>
                  <a:lnTo>
                    <a:pt x="162" y="17134"/>
                  </a:lnTo>
                  <a:lnTo>
                    <a:pt x="122" y="16690"/>
                  </a:lnTo>
                  <a:lnTo>
                    <a:pt x="102" y="16286"/>
                  </a:lnTo>
                  <a:lnTo>
                    <a:pt x="81" y="15600"/>
                  </a:lnTo>
                  <a:lnTo>
                    <a:pt x="81" y="14934"/>
                  </a:lnTo>
                  <a:lnTo>
                    <a:pt x="102" y="14268"/>
                  </a:lnTo>
                  <a:lnTo>
                    <a:pt x="142" y="13582"/>
                  </a:lnTo>
                  <a:lnTo>
                    <a:pt x="182" y="12916"/>
                  </a:lnTo>
                  <a:lnTo>
                    <a:pt x="243" y="12250"/>
                  </a:lnTo>
                  <a:lnTo>
                    <a:pt x="404" y="10918"/>
                  </a:lnTo>
                  <a:lnTo>
                    <a:pt x="586" y="9586"/>
                  </a:lnTo>
                  <a:lnTo>
                    <a:pt x="788" y="8254"/>
                  </a:lnTo>
                  <a:lnTo>
                    <a:pt x="1252" y="5631"/>
                  </a:lnTo>
                  <a:lnTo>
                    <a:pt x="1454" y="4622"/>
                  </a:lnTo>
                  <a:lnTo>
                    <a:pt x="1555" y="4117"/>
                  </a:lnTo>
                  <a:lnTo>
                    <a:pt x="1676" y="3613"/>
                  </a:lnTo>
                  <a:lnTo>
                    <a:pt x="1837" y="3108"/>
                  </a:lnTo>
                  <a:lnTo>
                    <a:pt x="1999" y="2604"/>
                  </a:lnTo>
                  <a:lnTo>
                    <a:pt x="2200" y="2140"/>
                  </a:lnTo>
                  <a:lnTo>
                    <a:pt x="2442" y="1655"/>
                  </a:lnTo>
                  <a:lnTo>
                    <a:pt x="2584" y="1393"/>
                  </a:lnTo>
                  <a:lnTo>
                    <a:pt x="2745" y="1151"/>
                  </a:lnTo>
                  <a:lnTo>
                    <a:pt x="2927" y="949"/>
                  </a:lnTo>
                  <a:lnTo>
                    <a:pt x="3108" y="747"/>
                  </a:lnTo>
                  <a:lnTo>
                    <a:pt x="3290" y="586"/>
                  </a:lnTo>
                  <a:lnTo>
                    <a:pt x="3472" y="445"/>
                  </a:lnTo>
                  <a:lnTo>
                    <a:pt x="3673" y="324"/>
                  </a:lnTo>
                  <a:lnTo>
                    <a:pt x="3875" y="223"/>
                  </a:lnTo>
                  <a:lnTo>
                    <a:pt x="4077" y="162"/>
                  </a:lnTo>
                  <a:lnTo>
                    <a:pt x="4279" y="102"/>
                  </a:lnTo>
                  <a:lnTo>
                    <a:pt x="4481" y="81"/>
                  </a:lnTo>
                  <a:lnTo>
                    <a:pt x="4703" y="61"/>
                  </a:lnTo>
                  <a:close/>
                  <a:moveTo>
                    <a:pt x="4561" y="1"/>
                  </a:moveTo>
                  <a:lnTo>
                    <a:pt x="4319" y="21"/>
                  </a:lnTo>
                  <a:lnTo>
                    <a:pt x="4077" y="61"/>
                  </a:lnTo>
                  <a:lnTo>
                    <a:pt x="3855" y="142"/>
                  </a:lnTo>
                  <a:lnTo>
                    <a:pt x="3633" y="243"/>
                  </a:lnTo>
                  <a:lnTo>
                    <a:pt x="3431" y="364"/>
                  </a:lnTo>
                  <a:lnTo>
                    <a:pt x="3229" y="525"/>
                  </a:lnTo>
                  <a:lnTo>
                    <a:pt x="3048" y="687"/>
                  </a:lnTo>
                  <a:lnTo>
                    <a:pt x="2866" y="889"/>
                  </a:lnTo>
                  <a:lnTo>
                    <a:pt x="2685" y="1111"/>
                  </a:lnTo>
                  <a:lnTo>
                    <a:pt x="2523" y="1353"/>
                  </a:lnTo>
                  <a:lnTo>
                    <a:pt x="2362" y="1615"/>
                  </a:lnTo>
                  <a:lnTo>
                    <a:pt x="2120" y="2099"/>
                  </a:lnTo>
                  <a:lnTo>
                    <a:pt x="1918" y="2584"/>
                  </a:lnTo>
                  <a:lnTo>
                    <a:pt x="1756" y="3068"/>
                  </a:lnTo>
                  <a:lnTo>
                    <a:pt x="1615" y="3573"/>
                  </a:lnTo>
                  <a:lnTo>
                    <a:pt x="1474" y="4097"/>
                  </a:lnTo>
                  <a:lnTo>
                    <a:pt x="1373" y="4602"/>
                  </a:lnTo>
                  <a:lnTo>
                    <a:pt x="1171" y="5631"/>
                  </a:lnTo>
                  <a:lnTo>
                    <a:pt x="707" y="8254"/>
                  </a:lnTo>
                  <a:lnTo>
                    <a:pt x="505" y="9566"/>
                  </a:lnTo>
                  <a:lnTo>
                    <a:pt x="324" y="10898"/>
                  </a:lnTo>
                  <a:lnTo>
                    <a:pt x="162" y="12250"/>
                  </a:lnTo>
                  <a:lnTo>
                    <a:pt x="102" y="12916"/>
                  </a:lnTo>
                  <a:lnTo>
                    <a:pt x="61" y="13582"/>
                  </a:lnTo>
                  <a:lnTo>
                    <a:pt x="21" y="14268"/>
                  </a:lnTo>
                  <a:lnTo>
                    <a:pt x="1" y="14934"/>
                  </a:lnTo>
                  <a:lnTo>
                    <a:pt x="1" y="15600"/>
                  </a:lnTo>
                  <a:lnTo>
                    <a:pt x="21" y="16286"/>
                  </a:lnTo>
                  <a:lnTo>
                    <a:pt x="41" y="16710"/>
                  </a:lnTo>
                  <a:lnTo>
                    <a:pt x="81" y="17154"/>
                  </a:lnTo>
                  <a:lnTo>
                    <a:pt x="162" y="17618"/>
                  </a:lnTo>
                  <a:lnTo>
                    <a:pt x="263" y="18102"/>
                  </a:lnTo>
                  <a:lnTo>
                    <a:pt x="404" y="18587"/>
                  </a:lnTo>
                  <a:lnTo>
                    <a:pt x="546" y="19071"/>
                  </a:lnTo>
                  <a:lnTo>
                    <a:pt x="727" y="19575"/>
                  </a:lnTo>
                  <a:lnTo>
                    <a:pt x="929" y="20060"/>
                  </a:lnTo>
                  <a:lnTo>
                    <a:pt x="1151" y="20524"/>
                  </a:lnTo>
                  <a:lnTo>
                    <a:pt x="1393" y="20968"/>
                  </a:lnTo>
                  <a:lnTo>
                    <a:pt x="1655" y="21392"/>
                  </a:lnTo>
                  <a:lnTo>
                    <a:pt x="1958" y="21775"/>
                  </a:lnTo>
                  <a:lnTo>
                    <a:pt x="2261" y="22138"/>
                  </a:lnTo>
                  <a:lnTo>
                    <a:pt x="2604" y="22461"/>
                  </a:lnTo>
                  <a:lnTo>
                    <a:pt x="2765" y="22582"/>
                  </a:lnTo>
                  <a:lnTo>
                    <a:pt x="2947" y="22723"/>
                  </a:lnTo>
                  <a:lnTo>
                    <a:pt x="3129" y="22824"/>
                  </a:lnTo>
                  <a:lnTo>
                    <a:pt x="3330" y="22925"/>
                  </a:lnTo>
                  <a:lnTo>
                    <a:pt x="3593" y="23046"/>
                  </a:lnTo>
                  <a:lnTo>
                    <a:pt x="3875" y="23127"/>
                  </a:lnTo>
                  <a:lnTo>
                    <a:pt x="4158" y="23167"/>
                  </a:lnTo>
                  <a:lnTo>
                    <a:pt x="4460" y="23188"/>
                  </a:lnTo>
                  <a:lnTo>
                    <a:pt x="4723" y="23167"/>
                  </a:lnTo>
                  <a:lnTo>
                    <a:pt x="4985" y="23127"/>
                  </a:lnTo>
                  <a:lnTo>
                    <a:pt x="5268" y="23067"/>
                  </a:lnTo>
                  <a:lnTo>
                    <a:pt x="5550" y="22966"/>
                  </a:lnTo>
                  <a:lnTo>
                    <a:pt x="5813" y="22845"/>
                  </a:lnTo>
                  <a:lnTo>
                    <a:pt x="6095" y="22683"/>
                  </a:lnTo>
                  <a:lnTo>
                    <a:pt x="6378" y="22501"/>
                  </a:lnTo>
                  <a:lnTo>
                    <a:pt x="6680" y="22300"/>
                  </a:lnTo>
                  <a:lnTo>
                    <a:pt x="6922" y="22098"/>
                  </a:lnTo>
                  <a:lnTo>
                    <a:pt x="7144" y="21876"/>
                  </a:lnTo>
                  <a:lnTo>
                    <a:pt x="7346" y="21654"/>
                  </a:lnTo>
                  <a:lnTo>
                    <a:pt x="7548" y="21412"/>
                  </a:lnTo>
                  <a:lnTo>
                    <a:pt x="7730" y="21170"/>
                  </a:lnTo>
                  <a:lnTo>
                    <a:pt x="7911" y="20927"/>
                  </a:lnTo>
                  <a:lnTo>
                    <a:pt x="8053" y="20665"/>
                  </a:lnTo>
                  <a:lnTo>
                    <a:pt x="8214" y="20403"/>
                  </a:lnTo>
                  <a:lnTo>
                    <a:pt x="8476" y="19878"/>
                  </a:lnTo>
                  <a:lnTo>
                    <a:pt x="8698" y="19333"/>
                  </a:lnTo>
                  <a:lnTo>
                    <a:pt x="8880" y="18809"/>
                  </a:lnTo>
                  <a:lnTo>
                    <a:pt x="9041" y="18284"/>
                  </a:lnTo>
                  <a:lnTo>
                    <a:pt x="9283" y="17436"/>
                  </a:lnTo>
                  <a:lnTo>
                    <a:pt x="9485" y="16589"/>
                  </a:lnTo>
                  <a:lnTo>
                    <a:pt x="9667" y="15721"/>
                  </a:lnTo>
                  <a:lnTo>
                    <a:pt x="9808" y="14833"/>
                  </a:lnTo>
                  <a:lnTo>
                    <a:pt x="9909" y="13965"/>
                  </a:lnTo>
                  <a:lnTo>
                    <a:pt x="9990" y="13077"/>
                  </a:lnTo>
                  <a:lnTo>
                    <a:pt x="10030" y="12189"/>
                  </a:lnTo>
                  <a:lnTo>
                    <a:pt x="10030" y="11302"/>
                  </a:lnTo>
                  <a:lnTo>
                    <a:pt x="10010" y="10434"/>
                  </a:lnTo>
                  <a:lnTo>
                    <a:pt x="9949" y="9546"/>
                  </a:lnTo>
                  <a:lnTo>
                    <a:pt x="9869" y="8658"/>
                  </a:lnTo>
                  <a:lnTo>
                    <a:pt x="9727" y="7790"/>
                  </a:lnTo>
                  <a:lnTo>
                    <a:pt x="9566" y="6902"/>
                  </a:lnTo>
                  <a:lnTo>
                    <a:pt x="9384" y="6055"/>
                  </a:lnTo>
                  <a:lnTo>
                    <a:pt x="9162" y="5187"/>
                  </a:lnTo>
                  <a:lnTo>
                    <a:pt x="8900" y="4339"/>
                  </a:lnTo>
                  <a:lnTo>
                    <a:pt x="8759" y="3936"/>
                  </a:lnTo>
                  <a:lnTo>
                    <a:pt x="8618" y="3552"/>
                  </a:lnTo>
                  <a:lnTo>
                    <a:pt x="8476" y="3209"/>
                  </a:lnTo>
                  <a:lnTo>
                    <a:pt x="8315" y="2866"/>
                  </a:lnTo>
                  <a:lnTo>
                    <a:pt x="8153" y="2523"/>
                  </a:lnTo>
                  <a:lnTo>
                    <a:pt x="7972" y="2220"/>
                  </a:lnTo>
                  <a:lnTo>
                    <a:pt x="7790" y="1938"/>
                  </a:lnTo>
                  <a:lnTo>
                    <a:pt x="7609" y="1676"/>
                  </a:lnTo>
                  <a:lnTo>
                    <a:pt x="7407" y="1433"/>
                  </a:lnTo>
                  <a:lnTo>
                    <a:pt x="7225" y="1211"/>
                  </a:lnTo>
                  <a:lnTo>
                    <a:pt x="7003" y="990"/>
                  </a:lnTo>
                  <a:lnTo>
                    <a:pt x="6801" y="808"/>
                  </a:lnTo>
                  <a:lnTo>
                    <a:pt x="6579" y="646"/>
                  </a:lnTo>
                  <a:lnTo>
                    <a:pt x="6337" y="485"/>
                  </a:lnTo>
                  <a:lnTo>
                    <a:pt x="6095" y="344"/>
                  </a:lnTo>
                  <a:lnTo>
                    <a:pt x="5853" y="243"/>
                  </a:lnTo>
                  <a:lnTo>
                    <a:pt x="5591" y="142"/>
                  </a:lnTo>
                  <a:lnTo>
                    <a:pt x="5328" y="61"/>
                  </a:lnTo>
                  <a:lnTo>
                    <a:pt x="5066" y="21"/>
                  </a:lnTo>
                  <a:lnTo>
                    <a:pt x="4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 flipH="1">
              <a:off x="624664" y="-5010276"/>
              <a:ext cx="2123367" cy="1193681"/>
            </a:xfrm>
            <a:custGeom>
              <a:rect b="b" l="l" r="r" t="t"/>
              <a:pathLst>
                <a:path extrusionOk="0" h="21351" w="37980">
                  <a:moveTo>
                    <a:pt x="10776" y="81"/>
                  </a:moveTo>
                  <a:lnTo>
                    <a:pt x="11341" y="101"/>
                  </a:lnTo>
                  <a:lnTo>
                    <a:pt x="11927" y="121"/>
                  </a:lnTo>
                  <a:lnTo>
                    <a:pt x="12532" y="182"/>
                  </a:lnTo>
                  <a:lnTo>
                    <a:pt x="13178" y="222"/>
                  </a:lnTo>
                  <a:lnTo>
                    <a:pt x="13824" y="303"/>
                  </a:lnTo>
                  <a:lnTo>
                    <a:pt x="14510" y="404"/>
                  </a:lnTo>
                  <a:lnTo>
                    <a:pt x="15216" y="505"/>
                  </a:lnTo>
                  <a:lnTo>
                    <a:pt x="15943" y="626"/>
                  </a:lnTo>
                  <a:lnTo>
                    <a:pt x="16709" y="767"/>
                  </a:lnTo>
                  <a:lnTo>
                    <a:pt x="17496" y="949"/>
                  </a:lnTo>
                  <a:lnTo>
                    <a:pt x="18324" y="1130"/>
                  </a:lnTo>
                  <a:lnTo>
                    <a:pt x="19171" y="1332"/>
                  </a:lnTo>
                  <a:lnTo>
                    <a:pt x="20039" y="1554"/>
                  </a:lnTo>
                  <a:lnTo>
                    <a:pt x="20947" y="1796"/>
                  </a:lnTo>
                  <a:lnTo>
                    <a:pt x="21875" y="2059"/>
                  </a:lnTo>
                  <a:lnTo>
                    <a:pt x="23571" y="2583"/>
                  </a:lnTo>
                  <a:lnTo>
                    <a:pt x="24418" y="2866"/>
                  </a:lnTo>
                  <a:lnTo>
                    <a:pt x="25286" y="3148"/>
                  </a:lnTo>
                  <a:lnTo>
                    <a:pt x="26154" y="3471"/>
                  </a:lnTo>
                  <a:lnTo>
                    <a:pt x="27021" y="3794"/>
                  </a:lnTo>
                  <a:lnTo>
                    <a:pt x="27889" y="4157"/>
                  </a:lnTo>
                  <a:lnTo>
                    <a:pt x="28757" y="4541"/>
                  </a:lnTo>
                  <a:lnTo>
                    <a:pt x="29625" y="4944"/>
                  </a:lnTo>
                  <a:lnTo>
                    <a:pt x="30472" y="5368"/>
                  </a:lnTo>
                  <a:lnTo>
                    <a:pt x="31300" y="5832"/>
                  </a:lnTo>
                  <a:lnTo>
                    <a:pt x="32127" y="6317"/>
                  </a:lnTo>
                  <a:lnTo>
                    <a:pt x="32954" y="6841"/>
                  </a:lnTo>
                  <a:lnTo>
                    <a:pt x="33741" y="7406"/>
                  </a:lnTo>
                  <a:lnTo>
                    <a:pt x="34508" y="7992"/>
                  </a:lnTo>
                  <a:lnTo>
                    <a:pt x="35255" y="8637"/>
                  </a:lnTo>
                  <a:lnTo>
                    <a:pt x="35638" y="8980"/>
                  </a:lnTo>
                  <a:lnTo>
                    <a:pt x="36001" y="9344"/>
                  </a:lnTo>
                  <a:lnTo>
                    <a:pt x="36345" y="9687"/>
                  </a:lnTo>
                  <a:lnTo>
                    <a:pt x="36627" y="10030"/>
                  </a:lnTo>
                  <a:lnTo>
                    <a:pt x="36910" y="10373"/>
                  </a:lnTo>
                  <a:lnTo>
                    <a:pt x="37132" y="10696"/>
                  </a:lnTo>
                  <a:lnTo>
                    <a:pt x="37354" y="11039"/>
                  </a:lnTo>
                  <a:lnTo>
                    <a:pt x="37535" y="11382"/>
                  </a:lnTo>
                  <a:lnTo>
                    <a:pt x="37656" y="11624"/>
                  </a:lnTo>
                  <a:lnTo>
                    <a:pt x="37737" y="11846"/>
                  </a:lnTo>
                  <a:lnTo>
                    <a:pt x="37818" y="12068"/>
                  </a:lnTo>
                  <a:lnTo>
                    <a:pt x="37858" y="12290"/>
                  </a:lnTo>
                  <a:lnTo>
                    <a:pt x="37898" y="12492"/>
                  </a:lnTo>
                  <a:lnTo>
                    <a:pt x="37898" y="12694"/>
                  </a:lnTo>
                  <a:lnTo>
                    <a:pt x="37878" y="12875"/>
                  </a:lnTo>
                  <a:lnTo>
                    <a:pt x="37838" y="13057"/>
                  </a:lnTo>
                  <a:lnTo>
                    <a:pt x="37757" y="13259"/>
                  </a:lnTo>
                  <a:lnTo>
                    <a:pt x="37636" y="13460"/>
                  </a:lnTo>
                  <a:lnTo>
                    <a:pt x="37495" y="13662"/>
                  </a:lnTo>
                  <a:lnTo>
                    <a:pt x="37313" y="13824"/>
                  </a:lnTo>
                  <a:lnTo>
                    <a:pt x="37111" y="13985"/>
                  </a:lnTo>
                  <a:lnTo>
                    <a:pt x="36869" y="14106"/>
                  </a:lnTo>
                  <a:lnTo>
                    <a:pt x="36627" y="14207"/>
                  </a:lnTo>
                  <a:lnTo>
                    <a:pt x="36365" y="14288"/>
                  </a:lnTo>
                  <a:lnTo>
                    <a:pt x="36102" y="14328"/>
                  </a:lnTo>
                  <a:lnTo>
                    <a:pt x="35860" y="14368"/>
                  </a:lnTo>
                  <a:lnTo>
                    <a:pt x="35336" y="14368"/>
                  </a:lnTo>
                  <a:lnTo>
                    <a:pt x="34831" y="14328"/>
                  </a:lnTo>
                  <a:lnTo>
                    <a:pt x="34327" y="14268"/>
                  </a:lnTo>
                  <a:lnTo>
                    <a:pt x="34306" y="14268"/>
                  </a:lnTo>
                  <a:lnTo>
                    <a:pt x="32934" y="14106"/>
                  </a:lnTo>
                  <a:lnTo>
                    <a:pt x="31501" y="13945"/>
                  </a:lnTo>
                  <a:lnTo>
                    <a:pt x="30028" y="13803"/>
                  </a:lnTo>
                  <a:lnTo>
                    <a:pt x="28535" y="13682"/>
                  </a:lnTo>
                  <a:lnTo>
                    <a:pt x="26981" y="13561"/>
                  </a:lnTo>
                  <a:lnTo>
                    <a:pt x="25387" y="13481"/>
                  </a:lnTo>
                  <a:lnTo>
                    <a:pt x="23772" y="13420"/>
                  </a:lnTo>
                  <a:lnTo>
                    <a:pt x="22138" y="13400"/>
                  </a:lnTo>
                  <a:lnTo>
                    <a:pt x="20483" y="13420"/>
                  </a:lnTo>
                  <a:lnTo>
                    <a:pt x="18788" y="13460"/>
                  </a:lnTo>
                  <a:lnTo>
                    <a:pt x="17093" y="13561"/>
                  </a:lnTo>
                  <a:lnTo>
                    <a:pt x="16245" y="13622"/>
                  </a:lnTo>
                  <a:lnTo>
                    <a:pt x="15398" y="13703"/>
                  </a:lnTo>
                  <a:lnTo>
                    <a:pt x="14530" y="13803"/>
                  </a:lnTo>
                  <a:lnTo>
                    <a:pt x="13682" y="13904"/>
                  </a:lnTo>
                  <a:lnTo>
                    <a:pt x="12815" y="14025"/>
                  </a:lnTo>
                  <a:lnTo>
                    <a:pt x="11967" y="14146"/>
                  </a:lnTo>
                  <a:lnTo>
                    <a:pt x="11099" y="14308"/>
                  </a:lnTo>
                  <a:lnTo>
                    <a:pt x="10252" y="14469"/>
                  </a:lnTo>
                  <a:lnTo>
                    <a:pt x="9384" y="14651"/>
                  </a:lnTo>
                  <a:lnTo>
                    <a:pt x="8536" y="14833"/>
                  </a:lnTo>
                  <a:lnTo>
                    <a:pt x="7992" y="14974"/>
                  </a:lnTo>
                  <a:lnTo>
                    <a:pt x="7467" y="15115"/>
                  </a:lnTo>
                  <a:lnTo>
                    <a:pt x="6922" y="15277"/>
                  </a:lnTo>
                  <a:lnTo>
                    <a:pt x="6397" y="15458"/>
                  </a:lnTo>
                  <a:lnTo>
                    <a:pt x="5873" y="15660"/>
                  </a:lnTo>
                  <a:lnTo>
                    <a:pt x="5368" y="15902"/>
                  </a:lnTo>
                  <a:lnTo>
                    <a:pt x="4864" y="16164"/>
                  </a:lnTo>
                  <a:lnTo>
                    <a:pt x="4379" y="16467"/>
                  </a:lnTo>
                  <a:lnTo>
                    <a:pt x="4137" y="16649"/>
                  </a:lnTo>
                  <a:lnTo>
                    <a:pt x="3875" y="16851"/>
                  </a:lnTo>
                  <a:lnTo>
                    <a:pt x="3613" y="17073"/>
                  </a:lnTo>
                  <a:lnTo>
                    <a:pt x="3350" y="17335"/>
                  </a:lnTo>
                  <a:lnTo>
                    <a:pt x="3108" y="17617"/>
                  </a:lnTo>
                  <a:lnTo>
                    <a:pt x="2866" y="17940"/>
                  </a:lnTo>
                  <a:lnTo>
                    <a:pt x="2644" y="18283"/>
                  </a:lnTo>
                  <a:lnTo>
                    <a:pt x="2462" y="18667"/>
                  </a:lnTo>
                  <a:lnTo>
                    <a:pt x="2382" y="18889"/>
                  </a:lnTo>
                  <a:lnTo>
                    <a:pt x="2341" y="19131"/>
                  </a:lnTo>
                  <a:lnTo>
                    <a:pt x="2260" y="19635"/>
                  </a:lnTo>
                  <a:lnTo>
                    <a:pt x="2220" y="19918"/>
                  </a:lnTo>
                  <a:lnTo>
                    <a:pt x="2180" y="20201"/>
                  </a:lnTo>
                  <a:lnTo>
                    <a:pt x="2099" y="20463"/>
                  </a:lnTo>
                  <a:lnTo>
                    <a:pt x="2059" y="20584"/>
                  </a:lnTo>
                  <a:lnTo>
                    <a:pt x="1998" y="20705"/>
                  </a:lnTo>
                  <a:lnTo>
                    <a:pt x="1897" y="20846"/>
                  </a:lnTo>
                  <a:lnTo>
                    <a:pt x="1816" y="20988"/>
                  </a:lnTo>
                  <a:lnTo>
                    <a:pt x="1716" y="21088"/>
                  </a:lnTo>
                  <a:lnTo>
                    <a:pt x="1615" y="21169"/>
                  </a:lnTo>
                  <a:lnTo>
                    <a:pt x="1514" y="21210"/>
                  </a:lnTo>
                  <a:lnTo>
                    <a:pt x="1413" y="21250"/>
                  </a:lnTo>
                  <a:lnTo>
                    <a:pt x="1312" y="21270"/>
                  </a:lnTo>
                  <a:lnTo>
                    <a:pt x="1211" y="21250"/>
                  </a:lnTo>
                  <a:lnTo>
                    <a:pt x="1110" y="21210"/>
                  </a:lnTo>
                  <a:lnTo>
                    <a:pt x="1009" y="21149"/>
                  </a:lnTo>
                  <a:lnTo>
                    <a:pt x="908" y="21068"/>
                  </a:lnTo>
                  <a:lnTo>
                    <a:pt x="807" y="20967"/>
                  </a:lnTo>
                  <a:lnTo>
                    <a:pt x="707" y="20846"/>
                  </a:lnTo>
                  <a:lnTo>
                    <a:pt x="626" y="20725"/>
                  </a:lnTo>
                  <a:lnTo>
                    <a:pt x="464" y="20422"/>
                  </a:lnTo>
                  <a:lnTo>
                    <a:pt x="323" y="20100"/>
                  </a:lnTo>
                  <a:lnTo>
                    <a:pt x="222" y="19777"/>
                  </a:lnTo>
                  <a:lnTo>
                    <a:pt x="162" y="19454"/>
                  </a:lnTo>
                  <a:lnTo>
                    <a:pt x="121" y="19151"/>
                  </a:lnTo>
                  <a:lnTo>
                    <a:pt x="101" y="18223"/>
                  </a:lnTo>
                  <a:lnTo>
                    <a:pt x="81" y="17274"/>
                  </a:lnTo>
                  <a:lnTo>
                    <a:pt x="81" y="16326"/>
                  </a:lnTo>
                  <a:lnTo>
                    <a:pt x="101" y="15377"/>
                  </a:lnTo>
                  <a:lnTo>
                    <a:pt x="142" y="14449"/>
                  </a:lnTo>
                  <a:lnTo>
                    <a:pt x="182" y="13501"/>
                  </a:lnTo>
                  <a:lnTo>
                    <a:pt x="263" y="12572"/>
                  </a:lnTo>
                  <a:lnTo>
                    <a:pt x="343" y="11624"/>
                  </a:lnTo>
                  <a:lnTo>
                    <a:pt x="444" y="10696"/>
                  </a:lnTo>
                  <a:lnTo>
                    <a:pt x="545" y="9747"/>
                  </a:lnTo>
                  <a:lnTo>
                    <a:pt x="686" y="8819"/>
                  </a:lnTo>
                  <a:lnTo>
                    <a:pt x="828" y="7891"/>
                  </a:lnTo>
                  <a:lnTo>
                    <a:pt x="989" y="6962"/>
                  </a:lnTo>
                  <a:lnTo>
                    <a:pt x="1171" y="6034"/>
                  </a:lnTo>
                  <a:lnTo>
                    <a:pt x="1373" y="5126"/>
                  </a:lnTo>
                  <a:lnTo>
                    <a:pt x="1574" y="4198"/>
                  </a:lnTo>
                  <a:lnTo>
                    <a:pt x="1736" y="3572"/>
                  </a:lnTo>
                  <a:lnTo>
                    <a:pt x="1837" y="3269"/>
                  </a:lnTo>
                  <a:lnTo>
                    <a:pt x="1958" y="2967"/>
                  </a:lnTo>
                  <a:lnTo>
                    <a:pt x="2079" y="2664"/>
                  </a:lnTo>
                  <a:lnTo>
                    <a:pt x="2220" y="2402"/>
                  </a:lnTo>
                  <a:lnTo>
                    <a:pt x="2402" y="2139"/>
                  </a:lnTo>
                  <a:lnTo>
                    <a:pt x="2604" y="1897"/>
                  </a:lnTo>
                  <a:lnTo>
                    <a:pt x="2825" y="1695"/>
                  </a:lnTo>
                  <a:lnTo>
                    <a:pt x="3068" y="1514"/>
                  </a:lnTo>
                  <a:lnTo>
                    <a:pt x="3330" y="1352"/>
                  </a:lnTo>
                  <a:lnTo>
                    <a:pt x="3592" y="1211"/>
                  </a:lnTo>
                  <a:lnTo>
                    <a:pt x="3875" y="1090"/>
                  </a:lnTo>
                  <a:lnTo>
                    <a:pt x="4157" y="989"/>
                  </a:lnTo>
                  <a:lnTo>
                    <a:pt x="4702" y="807"/>
                  </a:lnTo>
                  <a:lnTo>
                    <a:pt x="5247" y="666"/>
                  </a:lnTo>
                  <a:lnTo>
                    <a:pt x="5832" y="525"/>
                  </a:lnTo>
                  <a:lnTo>
                    <a:pt x="6458" y="404"/>
                  </a:lnTo>
                  <a:lnTo>
                    <a:pt x="7104" y="303"/>
                  </a:lnTo>
                  <a:lnTo>
                    <a:pt x="7810" y="202"/>
                  </a:lnTo>
                  <a:lnTo>
                    <a:pt x="8577" y="142"/>
                  </a:lnTo>
                  <a:lnTo>
                    <a:pt x="9384" y="81"/>
                  </a:lnTo>
                  <a:close/>
                  <a:moveTo>
                    <a:pt x="9848" y="0"/>
                  </a:moveTo>
                  <a:lnTo>
                    <a:pt x="9303" y="20"/>
                  </a:lnTo>
                  <a:lnTo>
                    <a:pt x="8758" y="41"/>
                  </a:lnTo>
                  <a:lnTo>
                    <a:pt x="8234" y="81"/>
                  </a:lnTo>
                  <a:lnTo>
                    <a:pt x="7709" y="142"/>
                  </a:lnTo>
                  <a:lnTo>
                    <a:pt x="7184" y="202"/>
                  </a:lnTo>
                  <a:lnTo>
                    <a:pt x="6680" y="283"/>
                  </a:lnTo>
                  <a:lnTo>
                    <a:pt x="6175" y="384"/>
                  </a:lnTo>
                  <a:lnTo>
                    <a:pt x="5671" y="485"/>
                  </a:lnTo>
                  <a:lnTo>
                    <a:pt x="5166" y="606"/>
                  </a:lnTo>
                  <a:lnTo>
                    <a:pt x="4682" y="727"/>
                  </a:lnTo>
                  <a:lnTo>
                    <a:pt x="4117" y="908"/>
                  </a:lnTo>
                  <a:lnTo>
                    <a:pt x="3834" y="1009"/>
                  </a:lnTo>
                  <a:lnTo>
                    <a:pt x="3552" y="1130"/>
                  </a:lnTo>
                  <a:lnTo>
                    <a:pt x="3269" y="1272"/>
                  </a:lnTo>
                  <a:lnTo>
                    <a:pt x="3007" y="1433"/>
                  </a:lnTo>
                  <a:lnTo>
                    <a:pt x="2765" y="1635"/>
                  </a:lnTo>
                  <a:lnTo>
                    <a:pt x="2543" y="1837"/>
                  </a:lnTo>
                  <a:lnTo>
                    <a:pt x="2341" y="2079"/>
                  </a:lnTo>
                  <a:lnTo>
                    <a:pt x="2160" y="2341"/>
                  </a:lnTo>
                  <a:lnTo>
                    <a:pt x="1998" y="2624"/>
                  </a:lnTo>
                  <a:lnTo>
                    <a:pt x="1877" y="2926"/>
                  </a:lnTo>
                  <a:lnTo>
                    <a:pt x="1776" y="3229"/>
                  </a:lnTo>
                  <a:lnTo>
                    <a:pt x="1675" y="3552"/>
                  </a:lnTo>
                  <a:lnTo>
                    <a:pt x="1514" y="4178"/>
                  </a:lnTo>
                  <a:lnTo>
                    <a:pt x="1292" y="5106"/>
                  </a:lnTo>
                  <a:lnTo>
                    <a:pt x="1090" y="6014"/>
                  </a:lnTo>
                  <a:lnTo>
                    <a:pt x="908" y="6942"/>
                  </a:lnTo>
                  <a:lnTo>
                    <a:pt x="747" y="7870"/>
                  </a:lnTo>
                  <a:lnTo>
                    <a:pt x="606" y="8819"/>
                  </a:lnTo>
                  <a:lnTo>
                    <a:pt x="485" y="9747"/>
                  </a:lnTo>
                  <a:lnTo>
                    <a:pt x="364" y="10676"/>
                  </a:lnTo>
                  <a:lnTo>
                    <a:pt x="263" y="11624"/>
                  </a:lnTo>
                  <a:lnTo>
                    <a:pt x="182" y="12552"/>
                  </a:lnTo>
                  <a:lnTo>
                    <a:pt x="101" y="13501"/>
                  </a:lnTo>
                  <a:lnTo>
                    <a:pt x="61" y="14449"/>
                  </a:lnTo>
                  <a:lnTo>
                    <a:pt x="20" y="15377"/>
                  </a:lnTo>
                  <a:lnTo>
                    <a:pt x="0" y="16326"/>
                  </a:lnTo>
                  <a:lnTo>
                    <a:pt x="0" y="17274"/>
                  </a:lnTo>
                  <a:lnTo>
                    <a:pt x="20" y="18223"/>
                  </a:lnTo>
                  <a:lnTo>
                    <a:pt x="41" y="19171"/>
                  </a:lnTo>
                  <a:lnTo>
                    <a:pt x="81" y="19474"/>
                  </a:lnTo>
                  <a:lnTo>
                    <a:pt x="162" y="19797"/>
                  </a:lnTo>
                  <a:lnTo>
                    <a:pt x="263" y="20140"/>
                  </a:lnTo>
                  <a:lnTo>
                    <a:pt x="404" y="20483"/>
                  </a:lnTo>
                  <a:lnTo>
                    <a:pt x="565" y="20766"/>
                  </a:lnTo>
                  <a:lnTo>
                    <a:pt x="666" y="20907"/>
                  </a:lnTo>
                  <a:lnTo>
                    <a:pt x="767" y="21028"/>
                  </a:lnTo>
                  <a:lnTo>
                    <a:pt x="868" y="21129"/>
                  </a:lnTo>
                  <a:lnTo>
                    <a:pt x="969" y="21210"/>
                  </a:lnTo>
                  <a:lnTo>
                    <a:pt x="1070" y="21290"/>
                  </a:lnTo>
                  <a:lnTo>
                    <a:pt x="1191" y="21331"/>
                  </a:lnTo>
                  <a:lnTo>
                    <a:pt x="1332" y="21351"/>
                  </a:lnTo>
                  <a:lnTo>
                    <a:pt x="1433" y="21331"/>
                  </a:lnTo>
                  <a:lnTo>
                    <a:pt x="1514" y="21310"/>
                  </a:lnTo>
                  <a:lnTo>
                    <a:pt x="1615" y="21250"/>
                  </a:lnTo>
                  <a:lnTo>
                    <a:pt x="1716" y="21189"/>
                  </a:lnTo>
                  <a:lnTo>
                    <a:pt x="1796" y="21109"/>
                  </a:lnTo>
                  <a:lnTo>
                    <a:pt x="1897" y="21008"/>
                  </a:lnTo>
                  <a:lnTo>
                    <a:pt x="2059" y="20745"/>
                  </a:lnTo>
                  <a:lnTo>
                    <a:pt x="2119" y="20624"/>
                  </a:lnTo>
                  <a:lnTo>
                    <a:pt x="2180" y="20503"/>
                  </a:lnTo>
                  <a:lnTo>
                    <a:pt x="2260" y="20221"/>
                  </a:lnTo>
                  <a:lnTo>
                    <a:pt x="2301" y="19938"/>
                  </a:lnTo>
                  <a:lnTo>
                    <a:pt x="2341" y="19635"/>
                  </a:lnTo>
                  <a:lnTo>
                    <a:pt x="2422" y="19151"/>
                  </a:lnTo>
                  <a:lnTo>
                    <a:pt x="2462" y="18909"/>
                  </a:lnTo>
                  <a:lnTo>
                    <a:pt x="2543" y="18687"/>
                  </a:lnTo>
                  <a:lnTo>
                    <a:pt x="2725" y="18324"/>
                  </a:lnTo>
                  <a:lnTo>
                    <a:pt x="2926" y="17981"/>
                  </a:lnTo>
                  <a:lnTo>
                    <a:pt x="3169" y="17678"/>
                  </a:lnTo>
                  <a:lnTo>
                    <a:pt x="3411" y="17395"/>
                  </a:lnTo>
                  <a:lnTo>
                    <a:pt x="3673" y="17133"/>
                  </a:lnTo>
                  <a:lnTo>
                    <a:pt x="3935" y="16911"/>
                  </a:lnTo>
                  <a:lnTo>
                    <a:pt x="4198" y="16709"/>
                  </a:lnTo>
                  <a:lnTo>
                    <a:pt x="4440" y="16528"/>
                  </a:lnTo>
                  <a:lnTo>
                    <a:pt x="4904" y="16245"/>
                  </a:lnTo>
                  <a:lnTo>
                    <a:pt x="5388" y="15983"/>
                  </a:lnTo>
                  <a:lnTo>
                    <a:pt x="5913" y="15741"/>
                  </a:lnTo>
                  <a:lnTo>
                    <a:pt x="6418" y="15539"/>
                  </a:lnTo>
                  <a:lnTo>
                    <a:pt x="6962" y="15357"/>
                  </a:lnTo>
                  <a:lnTo>
                    <a:pt x="7487" y="15196"/>
                  </a:lnTo>
                  <a:lnTo>
                    <a:pt x="8032" y="15055"/>
                  </a:lnTo>
                  <a:lnTo>
                    <a:pt x="8557" y="14913"/>
                  </a:lnTo>
                  <a:lnTo>
                    <a:pt x="9404" y="14732"/>
                  </a:lnTo>
                  <a:lnTo>
                    <a:pt x="10272" y="14550"/>
                  </a:lnTo>
                  <a:lnTo>
                    <a:pt x="11119" y="14389"/>
                  </a:lnTo>
                  <a:lnTo>
                    <a:pt x="11987" y="14227"/>
                  </a:lnTo>
                  <a:lnTo>
                    <a:pt x="12835" y="14106"/>
                  </a:lnTo>
                  <a:lnTo>
                    <a:pt x="13703" y="13985"/>
                  </a:lnTo>
                  <a:lnTo>
                    <a:pt x="14550" y="13884"/>
                  </a:lnTo>
                  <a:lnTo>
                    <a:pt x="15398" y="13783"/>
                  </a:lnTo>
                  <a:lnTo>
                    <a:pt x="16265" y="13703"/>
                  </a:lnTo>
                  <a:lnTo>
                    <a:pt x="17113" y="13642"/>
                  </a:lnTo>
                  <a:lnTo>
                    <a:pt x="18808" y="13541"/>
                  </a:lnTo>
                  <a:lnTo>
                    <a:pt x="20483" y="13501"/>
                  </a:lnTo>
                  <a:lnTo>
                    <a:pt x="22138" y="13481"/>
                  </a:lnTo>
                  <a:lnTo>
                    <a:pt x="23772" y="13501"/>
                  </a:lnTo>
                  <a:lnTo>
                    <a:pt x="25387" y="13561"/>
                  </a:lnTo>
                  <a:lnTo>
                    <a:pt x="26981" y="13642"/>
                  </a:lnTo>
                  <a:lnTo>
                    <a:pt x="28515" y="13763"/>
                  </a:lnTo>
                  <a:lnTo>
                    <a:pt x="30028" y="13884"/>
                  </a:lnTo>
                  <a:lnTo>
                    <a:pt x="31501" y="14025"/>
                  </a:lnTo>
                  <a:lnTo>
                    <a:pt x="32934" y="14187"/>
                  </a:lnTo>
                  <a:lnTo>
                    <a:pt x="34306" y="14348"/>
                  </a:lnTo>
                  <a:lnTo>
                    <a:pt x="34831" y="14409"/>
                  </a:lnTo>
                  <a:lnTo>
                    <a:pt x="35356" y="14449"/>
                  </a:lnTo>
                  <a:lnTo>
                    <a:pt x="35860" y="14449"/>
                  </a:lnTo>
                  <a:lnTo>
                    <a:pt x="36123" y="14409"/>
                  </a:lnTo>
                  <a:lnTo>
                    <a:pt x="36385" y="14368"/>
                  </a:lnTo>
                  <a:lnTo>
                    <a:pt x="36647" y="14288"/>
                  </a:lnTo>
                  <a:lnTo>
                    <a:pt x="36910" y="14187"/>
                  </a:lnTo>
                  <a:lnTo>
                    <a:pt x="37152" y="14046"/>
                  </a:lnTo>
                  <a:lnTo>
                    <a:pt x="37374" y="13884"/>
                  </a:lnTo>
                  <a:lnTo>
                    <a:pt x="37555" y="13703"/>
                  </a:lnTo>
                  <a:lnTo>
                    <a:pt x="37717" y="13501"/>
                  </a:lnTo>
                  <a:lnTo>
                    <a:pt x="37838" y="13299"/>
                  </a:lnTo>
                  <a:lnTo>
                    <a:pt x="37919" y="13077"/>
                  </a:lnTo>
                  <a:lnTo>
                    <a:pt x="37959" y="12895"/>
                  </a:lnTo>
                  <a:lnTo>
                    <a:pt x="37979" y="12694"/>
                  </a:lnTo>
                  <a:lnTo>
                    <a:pt x="37979" y="12492"/>
                  </a:lnTo>
                  <a:lnTo>
                    <a:pt x="37939" y="12290"/>
                  </a:lnTo>
                  <a:lnTo>
                    <a:pt x="37898" y="12068"/>
                  </a:lnTo>
                  <a:lnTo>
                    <a:pt x="37818" y="11826"/>
                  </a:lnTo>
                  <a:lnTo>
                    <a:pt x="37737" y="11604"/>
                  </a:lnTo>
                  <a:lnTo>
                    <a:pt x="37616" y="11341"/>
                  </a:lnTo>
                  <a:lnTo>
                    <a:pt x="37414" y="10998"/>
                  </a:lnTo>
                  <a:lnTo>
                    <a:pt x="37212" y="10655"/>
                  </a:lnTo>
                  <a:lnTo>
                    <a:pt x="36970" y="10312"/>
                  </a:lnTo>
                  <a:lnTo>
                    <a:pt x="36708" y="9969"/>
                  </a:lnTo>
                  <a:lnTo>
                    <a:pt x="36405" y="9626"/>
                  </a:lnTo>
                  <a:lnTo>
                    <a:pt x="36062" y="9283"/>
                  </a:lnTo>
                  <a:lnTo>
                    <a:pt x="35699" y="8920"/>
                  </a:lnTo>
                  <a:lnTo>
                    <a:pt x="35315" y="8577"/>
                  </a:lnTo>
                  <a:lnTo>
                    <a:pt x="34569" y="7931"/>
                  </a:lnTo>
                  <a:lnTo>
                    <a:pt x="33782" y="7346"/>
                  </a:lnTo>
                  <a:lnTo>
                    <a:pt x="32995" y="6781"/>
                  </a:lnTo>
                  <a:lnTo>
                    <a:pt x="32187" y="6256"/>
                  </a:lnTo>
                  <a:lnTo>
                    <a:pt x="31360" y="5772"/>
                  </a:lnTo>
                  <a:lnTo>
                    <a:pt x="30512" y="5308"/>
                  </a:lnTo>
                  <a:lnTo>
                    <a:pt x="29665" y="4864"/>
                  </a:lnTo>
                  <a:lnTo>
                    <a:pt x="28797" y="4460"/>
                  </a:lnTo>
                  <a:lnTo>
                    <a:pt x="27929" y="4077"/>
                  </a:lnTo>
                  <a:lnTo>
                    <a:pt x="27062" y="3734"/>
                  </a:lnTo>
                  <a:lnTo>
                    <a:pt x="26194" y="3390"/>
                  </a:lnTo>
                  <a:lnTo>
                    <a:pt x="25306" y="3088"/>
                  </a:lnTo>
                  <a:lnTo>
                    <a:pt x="24458" y="2785"/>
                  </a:lnTo>
                  <a:lnTo>
                    <a:pt x="23591" y="2503"/>
                  </a:lnTo>
                  <a:lnTo>
                    <a:pt x="21896" y="1998"/>
                  </a:lnTo>
                  <a:lnTo>
                    <a:pt x="20685" y="1635"/>
                  </a:lnTo>
                  <a:lnTo>
                    <a:pt x="19494" y="1332"/>
                  </a:lnTo>
                  <a:lnTo>
                    <a:pt x="18364" y="1050"/>
                  </a:lnTo>
                  <a:lnTo>
                    <a:pt x="17295" y="807"/>
                  </a:lnTo>
                  <a:lnTo>
                    <a:pt x="16245" y="585"/>
                  </a:lnTo>
                  <a:lnTo>
                    <a:pt x="15236" y="404"/>
                  </a:lnTo>
                  <a:lnTo>
                    <a:pt x="14268" y="263"/>
                  </a:lnTo>
                  <a:lnTo>
                    <a:pt x="13299" y="162"/>
                  </a:lnTo>
                  <a:lnTo>
                    <a:pt x="12128" y="61"/>
                  </a:lnTo>
                  <a:lnTo>
                    <a:pt x="10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 flipH="1">
              <a:off x="1840885" y="-3884377"/>
              <a:ext cx="415281" cy="285520"/>
            </a:xfrm>
            <a:custGeom>
              <a:rect b="b" l="l" r="r" t="t"/>
              <a:pathLst>
                <a:path extrusionOk="0" h="5107" w="7428">
                  <a:moveTo>
                    <a:pt x="7124" y="82"/>
                  </a:moveTo>
                  <a:lnTo>
                    <a:pt x="7205" y="102"/>
                  </a:lnTo>
                  <a:lnTo>
                    <a:pt x="7286" y="142"/>
                  </a:lnTo>
                  <a:lnTo>
                    <a:pt x="7326" y="223"/>
                  </a:lnTo>
                  <a:lnTo>
                    <a:pt x="7346" y="344"/>
                  </a:lnTo>
                  <a:lnTo>
                    <a:pt x="7346" y="485"/>
                  </a:lnTo>
                  <a:lnTo>
                    <a:pt x="7306" y="647"/>
                  </a:lnTo>
                  <a:lnTo>
                    <a:pt x="7225" y="808"/>
                  </a:lnTo>
                  <a:lnTo>
                    <a:pt x="7064" y="1212"/>
                  </a:lnTo>
                  <a:lnTo>
                    <a:pt x="6842" y="1615"/>
                  </a:lnTo>
                  <a:lnTo>
                    <a:pt x="6600" y="1999"/>
                  </a:lnTo>
                  <a:lnTo>
                    <a:pt x="6357" y="2362"/>
                  </a:lnTo>
                  <a:lnTo>
                    <a:pt x="6055" y="2786"/>
                  </a:lnTo>
                  <a:lnTo>
                    <a:pt x="5732" y="3149"/>
                  </a:lnTo>
                  <a:lnTo>
                    <a:pt x="5389" y="3472"/>
                  </a:lnTo>
                  <a:lnTo>
                    <a:pt x="5026" y="3775"/>
                  </a:lnTo>
                  <a:lnTo>
                    <a:pt x="4642" y="4037"/>
                  </a:lnTo>
                  <a:lnTo>
                    <a:pt x="4259" y="4279"/>
                  </a:lnTo>
                  <a:lnTo>
                    <a:pt x="3835" y="4501"/>
                  </a:lnTo>
                  <a:lnTo>
                    <a:pt x="3411" y="4683"/>
                  </a:lnTo>
                  <a:lnTo>
                    <a:pt x="2987" y="4824"/>
                  </a:lnTo>
                  <a:lnTo>
                    <a:pt x="2745" y="4905"/>
                  </a:lnTo>
                  <a:lnTo>
                    <a:pt x="2463" y="4965"/>
                  </a:lnTo>
                  <a:lnTo>
                    <a:pt x="2160" y="5006"/>
                  </a:lnTo>
                  <a:lnTo>
                    <a:pt x="1837" y="5026"/>
                  </a:lnTo>
                  <a:lnTo>
                    <a:pt x="1514" y="5006"/>
                  </a:lnTo>
                  <a:lnTo>
                    <a:pt x="1353" y="4965"/>
                  </a:lnTo>
                  <a:lnTo>
                    <a:pt x="1171" y="4945"/>
                  </a:lnTo>
                  <a:lnTo>
                    <a:pt x="1010" y="4885"/>
                  </a:lnTo>
                  <a:lnTo>
                    <a:pt x="848" y="4824"/>
                  </a:lnTo>
                  <a:lnTo>
                    <a:pt x="707" y="4743"/>
                  </a:lnTo>
                  <a:lnTo>
                    <a:pt x="546" y="4642"/>
                  </a:lnTo>
                  <a:lnTo>
                    <a:pt x="445" y="4562"/>
                  </a:lnTo>
                  <a:lnTo>
                    <a:pt x="364" y="4461"/>
                  </a:lnTo>
                  <a:lnTo>
                    <a:pt x="283" y="4380"/>
                  </a:lnTo>
                  <a:lnTo>
                    <a:pt x="203" y="4279"/>
                  </a:lnTo>
                  <a:lnTo>
                    <a:pt x="162" y="4178"/>
                  </a:lnTo>
                  <a:lnTo>
                    <a:pt x="122" y="4057"/>
                  </a:lnTo>
                  <a:lnTo>
                    <a:pt x="81" y="3956"/>
                  </a:lnTo>
                  <a:lnTo>
                    <a:pt x="81" y="3855"/>
                  </a:lnTo>
                  <a:lnTo>
                    <a:pt x="81" y="3654"/>
                  </a:lnTo>
                  <a:lnTo>
                    <a:pt x="142" y="3492"/>
                  </a:lnTo>
                  <a:lnTo>
                    <a:pt x="243" y="3331"/>
                  </a:lnTo>
                  <a:lnTo>
                    <a:pt x="364" y="3169"/>
                  </a:lnTo>
                  <a:lnTo>
                    <a:pt x="505" y="3028"/>
                  </a:lnTo>
                  <a:lnTo>
                    <a:pt x="647" y="2907"/>
                  </a:lnTo>
                  <a:lnTo>
                    <a:pt x="949" y="2685"/>
                  </a:lnTo>
                  <a:lnTo>
                    <a:pt x="1656" y="2261"/>
                  </a:lnTo>
                  <a:lnTo>
                    <a:pt x="2362" y="1858"/>
                  </a:lnTo>
                  <a:lnTo>
                    <a:pt x="3088" y="1474"/>
                  </a:lnTo>
                  <a:lnTo>
                    <a:pt x="3835" y="1131"/>
                  </a:lnTo>
                  <a:lnTo>
                    <a:pt x="4602" y="828"/>
                  </a:lnTo>
                  <a:lnTo>
                    <a:pt x="5369" y="566"/>
                  </a:lnTo>
                  <a:lnTo>
                    <a:pt x="6156" y="324"/>
                  </a:lnTo>
                  <a:lnTo>
                    <a:pt x="6943" y="122"/>
                  </a:lnTo>
                  <a:lnTo>
                    <a:pt x="7044" y="102"/>
                  </a:lnTo>
                  <a:lnTo>
                    <a:pt x="7124" y="82"/>
                  </a:lnTo>
                  <a:close/>
                  <a:moveTo>
                    <a:pt x="7145" y="1"/>
                  </a:moveTo>
                  <a:lnTo>
                    <a:pt x="7084" y="21"/>
                  </a:lnTo>
                  <a:lnTo>
                    <a:pt x="6923" y="41"/>
                  </a:lnTo>
                  <a:lnTo>
                    <a:pt x="6136" y="243"/>
                  </a:lnTo>
                  <a:lnTo>
                    <a:pt x="5348" y="485"/>
                  </a:lnTo>
                  <a:lnTo>
                    <a:pt x="4561" y="768"/>
                  </a:lnTo>
                  <a:lnTo>
                    <a:pt x="3795" y="1071"/>
                  </a:lnTo>
                  <a:lnTo>
                    <a:pt x="3048" y="1414"/>
                  </a:lnTo>
                  <a:lnTo>
                    <a:pt x="2321" y="1777"/>
                  </a:lnTo>
                  <a:lnTo>
                    <a:pt x="1595" y="2180"/>
                  </a:lnTo>
                  <a:lnTo>
                    <a:pt x="909" y="2624"/>
                  </a:lnTo>
                  <a:lnTo>
                    <a:pt x="586" y="2846"/>
                  </a:lnTo>
                  <a:lnTo>
                    <a:pt x="445" y="2988"/>
                  </a:lnTo>
                  <a:lnTo>
                    <a:pt x="283" y="3129"/>
                  </a:lnTo>
                  <a:lnTo>
                    <a:pt x="162" y="3290"/>
                  </a:lnTo>
                  <a:lnTo>
                    <a:pt x="81" y="3472"/>
                  </a:lnTo>
                  <a:lnTo>
                    <a:pt x="21" y="3654"/>
                  </a:lnTo>
                  <a:lnTo>
                    <a:pt x="1" y="3754"/>
                  </a:lnTo>
                  <a:lnTo>
                    <a:pt x="1" y="3855"/>
                  </a:lnTo>
                  <a:lnTo>
                    <a:pt x="1" y="3976"/>
                  </a:lnTo>
                  <a:lnTo>
                    <a:pt x="41" y="4077"/>
                  </a:lnTo>
                  <a:lnTo>
                    <a:pt x="81" y="4198"/>
                  </a:lnTo>
                  <a:lnTo>
                    <a:pt x="142" y="4320"/>
                  </a:lnTo>
                  <a:lnTo>
                    <a:pt x="203" y="4420"/>
                  </a:lnTo>
                  <a:lnTo>
                    <a:pt x="303" y="4521"/>
                  </a:lnTo>
                  <a:lnTo>
                    <a:pt x="384" y="4622"/>
                  </a:lnTo>
                  <a:lnTo>
                    <a:pt x="505" y="4703"/>
                  </a:lnTo>
                  <a:lnTo>
                    <a:pt x="667" y="4804"/>
                  </a:lnTo>
                  <a:lnTo>
                    <a:pt x="808" y="4885"/>
                  </a:lnTo>
                  <a:lnTo>
                    <a:pt x="990" y="4965"/>
                  </a:lnTo>
                  <a:lnTo>
                    <a:pt x="1151" y="5006"/>
                  </a:lnTo>
                  <a:lnTo>
                    <a:pt x="1312" y="5046"/>
                  </a:lnTo>
                  <a:lnTo>
                    <a:pt x="1494" y="5086"/>
                  </a:lnTo>
                  <a:lnTo>
                    <a:pt x="1837" y="5107"/>
                  </a:lnTo>
                  <a:lnTo>
                    <a:pt x="2160" y="5086"/>
                  </a:lnTo>
                  <a:lnTo>
                    <a:pt x="2483" y="5046"/>
                  </a:lnTo>
                  <a:lnTo>
                    <a:pt x="2765" y="4985"/>
                  </a:lnTo>
                  <a:lnTo>
                    <a:pt x="3008" y="4905"/>
                  </a:lnTo>
                  <a:lnTo>
                    <a:pt x="3452" y="4763"/>
                  </a:lnTo>
                  <a:lnTo>
                    <a:pt x="3875" y="4582"/>
                  </a:lnTo>
                  <a:lnTo>
                    <a:pt x="4299" y="4360"/>
                  </a:lnTo>
                  <a:lnTo>
                    <a:pt x="4703" y="4118"/>
                  </a:lnTo>
                  <a:lnTo>
                    <a:pt x="5086" y="3835"/>
                  </a:lnTo>
                  <a:lnTo>
                    <a:pt x="5449" y="3532"/>
                  </a:lnTo>
                  <a:lnTo>
                    <a:pt x="5792" y="3189"/>
                  </a:lnTo>
                  <a:lnTo>
                    <a:pt x="6115" y="2846"/>
                  </a:lnTo>
                  <a:lnTo>
                    <a:pt x="6398" y="2443"/>
                  </a:lnTo>
                  <a:lnTo>
                    <a:pt x="6640" y="2080"/>
                  </a:lnTo>
                  <a:lnTo>
                    <a:pt x="6882" y="1676"/>
                  </a:lnTo>
                  <a:lnTo>
                    <a:pt x="7124" y="1252"/>
                  </a:lnTo>
                  <a:lnTo>
                    <a:pt x="7306" y="849"/>
                  </a:lnTo>
                  <a:lnTo>
                    <a:pt x="7366" y="667"/>
                  </a:lnTo>
                  <a:lnTo>
                    <a:pt x="7407" y="485"/>
                  </a:lnTo>
                  <a:lnTo>
                    <a:pt x="7427" y="324"/>
                  </a:lnTo>
                  <a:lnTo>
                    <a:pt x="7407" y="203"/>
                  </a:lnTo>
                  <a:lnTo>
                    <a:pt x="7387" y="142"/>
                  </a:lnTo>
                  <a:lnTo>
                    <a:pt x="7346" y="82"/>
                  </a:lnTo>
                  <a:lnTo>
                    <a:pt x="7286" y="41"/>
                  </a:lnTo>
                  <a:lnTo>
                    <a:pt x="7225" y="21"/>
                  </a:lnTo>
                  <a:lnTo>
                    <a:pt x="714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 flipH="1">
              <a:off x="104606" y="-3909143"/>
              <a:ext cx="135464" cy="154584"/>
            </a:xfrm>
            <a:custGeom>
              <a:rect b="b" l="l" r="r" t="t"/>
              <a:pathLst>
                <a:path extrusionOk="0" h="2765" w="2423">
                  <a:moveTo>
                    <a:pt x="747" y="81"/>
                  </a:moveTo>
                  <a:lnTo>
                    <a:pt x="888" y="101"/>
                  </a:lnTo>
                  <a:lnTo>
                    <a:pt x="1050" y="121"/>
                  </a:lnTo>
                  <a:lnTo>
                    <a:pt x="1191" y="161"/>
                  </a:lnTo>
                  <a:lnTo>
                    <a:pt x="1332" y="202"/>
                  </a:lnTo>
                  <a:lnTo>
                    <a:pt x="1474" y="262"/>
                  </a:lnTo>
                  <a:lnTo>
                    <a:pt x="1615" y="343"/>
                  </a:lnTo>
                  <a:lnTo>
                    <a:pt x="1736" y="424"/>
                  </a:lnTo>
                  <a:lnTo>
                    <a:pt x="1837" y="505"/>
                  </a:lnTo>
                  <a:lnTo>
                    <a:pt x="1998" y="686"/>
                  </a:lnTo>
                  <a:lnTo>
                    <a:pt x="2140" y="888"/>
                  </a:lnTo>
                  <a:lnTo>
                    <a:pt x="2240" y="1130"/>
                  </a:lnTo>
                  <a:lnTo>
                    <a:pt x="2321" y="1372"/>
                  </a:lnTo>
                  <a:lnTo>
                    <a:pt x="2341" y="1635"/>
                  </a:lnTo>
                  <a:lnTo>
                    <a:pt x="2341" y="1897"/>
                  </a:lnTo>
                  <a:lnTo>
                    <a:pt x="2321" y="2018"/>
                  </a:lnTo>
                  <a:lnTo>
                    <a:pt x="2281" y="2139"/>
                  </a:lnTo>
                  <a:lnTo>
                    <a:pt x="2220" y="2260"/>
                  </a:lnTo>
                  <a:lnTo>
                    <a:pt x="2160" y="2381"/>
                  </a:lnTo>
                  <a:lnTo>
                    <a:pt x="2099" y="2442"/>
                  </a:lnTo>
                  <a:lnTo>
                    <a:pt x="2039" y="2543"/>
                  </a:lnTo>
                  <a:lnTo>
                    <a:pt x="1938" y="2603"/>
                  </a:lnTo>
                  <a:lnTo>
                    <a:pt x="1837" y="2664"/>
                  </a:lnTo>
                  <a:lnTo>
                    <a:pt x="1716" y="2684"/>
                  </a:lnTo>
                  <a:lnTo>
                    <a:pt x="1575" y="2684"/>
                  </a:lnTo>
                  <a:lnTo>
                    <a:pt x="1433" y="2623"/>
                  </a:lnTo>
                  <a:lnTo>
                    <a:pt x="1292" y="2563"/>
                  </a:lnTo>
                  <a:lnTo>
                    <a:pt x="1110" y="2422"/>
                  </a:lnTo>
                  <a:lnTo>
                    <a:pt x="929" y="2220"/>
                  </a:lnTo>
                  <a:lnTo>
                    <a:pt x="727" y="1978"/>
                  </a:lnTo>
                  <a:lnTo>
                    <a:pt x="525" y="1715"/>
                  </a:lnTo>
                  <a:lnTo>
                    <a:pt x="344" y="1433"/>
                  </a:lnTo>
                  <a:lnTo>
                    <a:pt x="202" y="1150"/>
                  </a:lnTo>
                  <a:lnTo>
                    <a:pt x="101" y="888"/>
                  </a:lnTo>
                  <a:lnTo>
                    <a:pt x="81" y="787"/>
                  </a:lnTo>
                  <a:lnTo>
                    <a:pt x="81" y="686"/>
                  </a:lnTo>
                  <a:lnTo>
                    <a:pt x="101" y="484"/>
                  </a:lnTo>
                  <a:lnTo>
                    <a:pt x="122" y="404"/>
                  </a:lnTo>
                  <a:lnTo>
                    <a:pt x="162" y="343"/>
                  </a:lnTo>
                  <a:lnTo>
                    <a:pt x="222" y="283"/>
                  </a:lnTo>
                  <a:lnTo>
                    <a:pt x="283" y="222"/>
                  </a:lnTo>
                  <a:lnTo>
                    <a:pt x="344" y="182"/>
                  </a:lnTo>
                  <a:lnTo>
                    <a:pt x="424" y="141"/>
                  </a:lnTo>
                  <a:lnTo>
                    <a:pt x="566" y="101"/>
                  </a:lnTo>
                  <a:lnTo>
                    <a:pt x="747" y="81"/>
                  </a:lnTo>
                  <a:close/>
                  <a:moveTo>
                    <a:pt x="767" y="0"/>
                  </a:moveTo>
                  <a:lnTo>
                    <a:pt x="566" y="20"/>
                  </a:lnTo>
                  <a:lnTo>
                    <a:pt x="384" y="61"/>
                  </a:lnTo>
                  <a:lnTo>
                    <a:pt x="303" y="101"/>
                  </a:lnTo>
                  <a:lnTo>
                    <a:pt x="222" y="161"/>
                  </a:lnTo>
                  <a:lnTo>
                    <a:pt x="162" y="222"/>
                  </a:lnTo>
                  <a:lnTo>
                    <a:pt x="101" y="303"/>
                  </a:lnTo>
                  <a:lnTo>
                    <a:pt x="61" y="383"/>
                  </a:lnTo>
                  <a:lnTo>
                    <a:pt x="21" y="464"/>
                  </a:lnTo>
                  <a:lnTo>
                    <a:pt x="1" y="565"/>
                  </a:lnTo>
                  <a:lnTo>
                    <a:pt x="1" y="666"/>
                  </a:lnTo>
                  <a:lnTo>
                    <a:pt x="1" y="787"/>
                  </a:lnTo>
                  <a:lnTo>
                    <a:pt x="21" y="908"/>
                  </a:lnTo>
                  <a:lnTo>
                    <a:pt x="61" y="1029"/>
                  </a:lnTo>
                  <a:lnTo>
                    <a:pt x="122" y="1170"/>
                  </a:lnTo>
                  <a:lnTo>
                    <a:pt x="263" y="1453"/>
                  </a:lnTo>
                  <a:lnTo>
                    <a:pt x="444" y="1756"/>
                  </a:lnTo>
                  <a:lnTo>
                    <a:pt x="646" y="2018"/>
                  </a:lnTo>
                  <a:lnTo>
                    <a:pt x="868" y="2280"/>
                  </a:lnTo>
                  <a:lnTo>
                    <a:pt x="1070" y="2482"/>
                  </a:lnTo>
                  <a:lnTo>
                    <a:pt x="1231" y="2623"/>
                  </a:lnTo>
                  <a:lnTo>
                    <a:pt x="1353" y="2684"/>
                  </a:lnTo>
                  <a:lnTo>
                    <a:pt x="1453" y="2724"/>
                  </a:lnTo>
                  <a:lnTo>
                    <a:pt x="1575" y="2765"/>
                  </a:lnTo>
                  <a:lnTo>
                    <a:pt x="1776" y="2765"/>
                  </a:lnTo>
                  <a:lnTo>
                    <a:pt x="1857" y="2744"/>
                  </a:lnTo>
                  <a:lnTo>
                    <a:pt x="1958" y="2684"/>
                  </a:lnTo>
                  <a:lnTo>
                    <a:pt x="2059" y="2623"/>
                  </a:lnTo>
                  <a:lnTo>
                    <a:pt x="2160" y="2523"/>
                  </a:lnTo>
                  <a:lnTo>
                    <a:pt x="2240" y="2422"/>
                  </a:lnTo>
                  <a:lnTo>
                    <a:pt x="2301" y="2301"/>
                  </a:lnTo>
                  <a:lnTo>
                    <a:pt x="2362" y="2159"/>
                  </a:lnTo>
                  <a:lnTo>
                    <a:pt x="2402" y="2038"/>
                  </a:lnTo>
                  <a:lnTo>
                    <a:pt x="2422" y="1897"/>
                  </a:lnTo>
                  <a:lnTo>
                    <a:pt x="2422" y="1776"/>
                  </a:lnTo>
                  <a:lnTo>
                    <a:pt x="2422" y="1635"/>
                  </a:lnTo>
                  <a:lnTo>
                    <a:pt x="2402" y="1372"/>
                  </a:lnTo>
                  <a:lnTo>
                    <a:pt x="2321" y="1110"/>
                  </a:lnTo>
                  <a:lnTo>
                    <a:pt x="2200" y="868"/>
                  </a:lnTo>
                  <a:lnTo>
                    <a:pt x="2059" y="626"/>
                  </a:lnTo>
                  <a:lnTo>
                    <a:pt x="1877" y="444"/>
                  </a:lnTo>
                  <a:lnTo>
                    <a:pt x="1736" y="323"/>
                  </a:lnTo>
                  <a:lnTo>
                    <a:pt x="1575" y="222"/>
                  </a:lnTo>
                  <a:lnTo>
                    <a:pt x="1393" y="141"/>
                  </a:lnTo>
                  <a:lnTo>
                    <a:pt x="1171" y="61"/>
                  </a:lnTo>
                  <a:lnTo>
                    <a:pt x="969" y="20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 flipH="1">
              <a:off x="-2832066" y="-2489904"/>
              <a:ext cx="1193681" cy="1427263"/>
            </a:xfrm>
            <a:custGeom>
              <a:rect b="b" l="l" r="r" t="t"/>
              <a:pathLst>
                <a:path extrusionOk="0" h="25529" w="21351">
                  <a:moveTo>
                    <a:pt x="16709" y="81"/>
                  </a:moveTo>
                  <a:lnTo>
                    <a:pt x="17052" y="122"/>
                  </a:lnTo>
                  <a:lnTo>
                    <a:pt x="17416" y="202"/>
                  </a:lnTo>
                  <a:lnTo>
                    <a:pt x="17759" y="303"/>
                  </a:lnTo>
                  <a:lnTo>
                    <a:pt x="18102" y="424"/>
                  </a:lnTo>
                  <a:lnTo>
                    <a:pt x="18445" y="586"/>
                  </a:lnTo>
                  <a:lnTo>
                    <a:pt x="18788" y="788"/>
                  </a:lnTo>
                  <a:lnTo>
                    <a:pt x="19111" y="1010"/>
                  </a:lnTo>
                  <a:lnTo>
                    <a:pt x="19434" y="1272"/>
                  </a:lnTo>
                  <a:lnTo>
                    <a:pt x="19736" y="1575"/>
                  </a:lnTo>
                  <a:lnTo>
                    <a:pt x="19999" y="1897"/>
                  </a:lnTo>
                  <a:lnTo>
                    <a:pt x="20261" y="2261"/>
                  </a:lnTo>
                  <a:lnTo>
                    <a:pt x="20483" y="2644"/>
                  </a:lnTo>
                  <a:lnTo>
                    <a:pt x="20644" y="2947"/>
                  </a:lnTo>
                  <a:lnTo>
                    <a:pt x="20766" y="3250"/>
                  </a:lnTo>
                  <a:lnTo>
                    <a:pt x="20887" y="3572"/>
                  </a:lnTo>
                  <a:lnTo>
                    <a:pt x="20987" y="3895"/>
                  </a:lnTo>
                  <a:lnTo>
                    <a:pt x="21068" y="4238"/>
                  </a:lnTo>
                  <a:lnTo>
                    <a:pt x="21149" y="4581"/>
                  </a:lnTo>
                  <a:lnTo>
                    <a:pt x="21209" y="4945"/>
                  </a:lnTo>
                  <a:lnTo>
                    <a:pt x="21250" y="5308"/>
                  </a:lnTo>
                  <a:lnTo>
                    <a:pt x="21270" y="5691"/>
                  </a:lnTo>
                  <a:lnTo>
                    <a:pt x="21270" y="6075"/>
                  </a:lnTo>
                  <a:lnTo>
                    <a:pt x="21270" y="6478"/>
                  </a:lnTo>
                  <a:lnTo>
                    <a:pt x="21250" y="6882"/>
                  </a:lnTo>
                  <a:lnTo>
                    <a:pt x="21230" y="7306"/>
                  </a:lnTo>
                  <a:lnTo>
                    <a:pt x="21169" y="7750"/>
                  </a:lnTo>
                  <a:lnTo>
                    <a:pt x="21109" y="8194"/>
                  </a:lnTo>
                  <a:lnTo>
                    <a:pt x="21028" y="8658"/>
                  </a:lnTo>
                  <a:lnTo>
                    <a:pt x="20947" y="9122"/>
                  </a:lnTo>
                  <a:lnTo>
                    <a:pt x="20846" y="9586"/>
                  </a:lnTo>
                  <a:lnTo>
                    <a:pt x="20725" y="10010"/>
                  </a:lnTo>
                  <a:lnTo>
                    <a:pt x="20604" y="10434"/>
                  </a:lnTo>
                  <a:lnTo>
                    <a:pt x="20483" y="10857"/>
                  </a:lnTo>
                  <a:lnTo>
                    <a:pt x="20342" y="11261"/>
                  </a:lnTo>
                  <a:lnTo>
                    <a:pt x="20180" y="11644"/>
                  </a:lnTo>
                  <a:lnTo>
                    <a:pt x="20019" y="12008"/>
                  </a:lnTo>
                  <a:lnTo>
                    <a:pt x="19857" y="12371"/>
                  </a:lnTo>
                  <a:lnTo>
                    <a:pt x="19676" y="12714"/>
                  </a:lnTo>
                  <a:lnTo>
                    <a:pt x="19474" y="13037"/>
                  </a:lnTo>
                  <a:lnTo>
                    <a:pt x="19272" y="13340"/>
                  </a:lnTo>
                  <a:lnTo>
                    <a:pt x="19070" y="13642"/>
                  </a:lnTo>
                  <a:lnTo>
                    <a:pt x="18848" y="13945"/>
                  </a:lnTo>
                  <a:lnTo>
                    <a:pt x="18606" y="14207"/>
                  </a:lnTo>
                  <a:lnTo>
                    <a:pt x="18364" y="14470"/>
                  </a:lnTo>
                  <a:lnTo>
                    <a:pt x="18142" y="14692"/>
                  </a:lnTo>
                  <a:lnTo>
                    <a:pt x="17920" y="14893"/>
                  </a:lnTo>
                  <a:lnTo>
                    <a:pt x="17436" y="15297"/>
                  </a:lnTo>
                  <a:lnTo>
                    <a:pt x="16931" y="15640"/>
                  </a:lnTo>
                  <a:lnTo>
                    <a:pt x="16386" y="15983"/>
                  </a:lnTo>
                  <a:lnTo>
                    <a:pt x="15842" y="16306"/>
                  </a:lnTo>
                  <a:lnTo>
                    <a:pt x="15297" y="16589"/>
                  </a:lnTo>
                  <a:lnTo>
                    <a:pt x="14187" y="17154"/>
                  </a:lnTo>
                  <a:lnTo>
                    <a:pt x="13481" y="17497"/>
                  </a:lnTo>
                  <a:lnTo>
                    <a:pt x="12774" y="17860"/>
                  </a:lnTo>
                  <a:lnTo>
                    <a:pt x="12088" y="18264"/>
                  </a:lnTo>
                  <a:lnTo>
                    <a:pt x="11422" y="18667"/>
                  </a:lnTo>
                  <a:lnTo>
                    <a:pt x="10958" y="18990"/>
                  </a:lnTo>
                  <a:lnTo>
                    <a:pt x="10494" y="19333"/>
                  </a:lnTo>
                  <a:lnTo>
                    <a:pt x="10070" y="19696"/>
                  </a:lnTo>
                  <a:lnTo>
                    <a:pt x="9646" y="20060"/>
                  </a:lnTo>
                  <a:lnTo>
                    <a:pt x="8799" y="20847"/>
                  </a:lnTo>
                  <a:lnTo>
                    <a:pt x="7992" y="21613"/>
                  </a:lnTo>
                  <a:lnTo>
                    <a:pt x="7205" y="22400"/>
                  </a:lnTo>
                  <a:lnTo>
                    <a:pt x="6377" y="23167"/>
                  </a:lnTo>
                  <a:lnTo>
                    <a:pt x="5953" y="23531"/>
                  </a:lnTo>
                  <a:lnTo>
                    <a:pt x="5509" y="23894"/>
                  </a:lnTo>
                  <a:lnTo>
                    <a:pt x="5065" y="24237"/>
                  </a:lnTo>
                  <a:lnTo>
                    <a:pt x="4601" y="24560"/>
                  </a:lnTo>
                  <a:lnTo>
                    <a:pt x="4178" y="24822"/>
                  </a:lnTo>
                  <a:lnTo>
                    <a:pt x="3935" y="24963"/>
                  </a:lnTo>
                  <a:lnTo>
                    <a:pt x="3673" y="25084"/>
                  </a:lnTo>
                  <a:lnTo>
                    <a:pt x="3411" y="25205"/>
                  </a:lnTo>
                  <a:lnTo>
                    <a:pt x="3148" y="25306"/>
                  </a:lnTo>
                  <a:lnTo>
                    <a:pt x="2866" y="25367"/>
                  </a:lnTo>
                  <a:lnTo>
                    <a:pt x="2563" y="25427"/>
                  </a:lnTo>
                  <a:lnTo>
                    <a:pt x="2260" y="25448"/>
                  </a:lnTo>
                  <a:lnTo>
                    <a:pt x="1978" y="25427"/>
                  </a:lnTo>
                  <a:lnTo>
                    <a:pt x="1695" y="25367"/>
                  </a:lnTo>
                  <a:lnTo>
                    <a:pt x="1433" y="25286"/>
                  </a:lnTo>
                  <a:lnTo>
                    <a:pt x="1171" y="25185"/>
                  </a:lnTo>
                  <a:lnTo>
                    <a:pt x="949" y="25044"/>
                  </a:lnTo>
                  <a:lnTo>
                    <a:pt x="747" y="24883"/>
                  </a:lnTo>
                  <a:lnTo>
                    <a:pt x="585" y="24701"/>
                  </a:lnTo>
                  <a:lnTo>
                    <a:pt x="424" y="24459"/>
                  </a:lnTo>
                  <a:lnTo>
                    <a:pt x="303" y="24196"/>
                  </a:lnTo>
                  <a:lnTo>
                    <a:pt x="222" y="23894"/>
                  </a:lnTo>
                  <a:lnTo>
                    <a:pt x="142" y="23551"/>
                  </a:lnTo>
                  <a:lnTo>
                    <a:pt x="101" y="23167"/>
                  </a:lnTo>
                  <a:lnTo>
                    <a:pt x="81" y="22784"/>
                  </a:lnTo>
                  <a:lnTo>
                    <a:pt x="101" y="22421"/>
                  </a:lnTo>
                  <a:lnTo>
                    <a:pt x="142" y="22037"/>
                  </a:lnTo>
                  <a:lnTo>
                    <a:pt x="202" y="21654"/>
                  </a:lnTo>
                  <a:lnTo>
                    <a:pt x="303" y="21291"/>
                  </a:lnTo>
                  <a:lnTo>
                    <a:pt x="424" y="20947"/>
                  </a:lnTo>
                  <a:lnTo>
                    <a:pt x="585" y="20584"/>
                  </a:lnTo>
                  <a:lnTo>
                    <a:pt x="727" y="20342"/>
                  </a:lnTo>
                  <a:lnTo>
                    <a:pt x="868" y="20080"/>
                  </a:lnTo>
                  <a:lnTo>
                    <a:pt x="1029" y="19838"/>
                  </a:lnTo>
                  <a:lnTo>
                    <a:pt x="1211" y="19616"/>
                  </a:lnTo>
                  <a:lnTo>
                    <a:pt x="1393" y="19373"/>
                  </a:lnTo>
                  <a:lnTo>
                    <a:pt x="1574" y="19172"/>
                  </a:lnTo>
                  <a:lnTo>
                    <a:pt x="1978" y="18768"/>
                  </a:lnTo>
                  <a:lnTo>
                    <a:pt x="2402" y="18385"/>
                  </a:lnTo>
                  <a:lnTo>
                    <a:pt x="2825" y="18042"/>
                  </a:lnTo>
                  <a:lnTo>
                    <a:pt x="3249" y="17739"/>
                  </a:lnTo>
                  <a:lnTo>
                    <a:pt x="3673" y="17456"/>
                  </a:lnTo>
                  <a:lnTo>
                    <a:pt x="4561" y="16871"/>
                  </a:lnTo>
                  <a:lnTo>
                    <a:pt x="5489" y="16306"/>
                  </a:lnTo>
                  <a:lnTo>
                    <a:pt x="6438" y="15761"/>
                  </a:lnTo>
                  <a:lnTo>
                    <a:pt x="7366" y="15257"/>
                  </a:lnTo>
                  <a:lnTo>
                    <a:pt x="7568" y="15136"/>
                  </a:lnTo>
                  <a:lnTo>
                    <a:pt x="8153" y="14793"/>
                  </a:lnTo>
                  <a:lnTo>
                    <a:pt x="8758" y="14429"/>
                  </a:lnTo>
                  <a:lnTo>
                    <a:pt x="9041" y="14228"/>
                  </a:lnTo>
                  <a:lnTo>
                    <a:pt x="9323" y="14026"/>
                  </a:lnTo>
                  <a:lnTo>
                    <a:pt x="9606" y="13804"/>
                  </a:lnTo>
                  <a:lnTo>
                    <a:pt x="9868" y="13541"/>
                  </a:lnTo>
                  <a:lnTo>
                    <a:pt x="10070" y="13340"/>
                  </a:lnTo>
                  <a:lnTo>
                    <a:pt x="10232" y="13138"/>
                  </a:lnTo>
                  <a:lnTo>
                    <a:pt x="10393" y="12916"/>
                  </a:lnTo>
                  <a:lnTo>
                    <a:pt x="10534" y="12694"/>
                  </a:lnTo>
                  <a:lnTo>
                    <a:pt x="10675" y="12452"/>
                  </a:lnTo>
                  <a:lnTo>
                    <a:pt x="10797" y="12210"/>
                  </a:lnTo>
                  <a:lnTo>
                    <a:pt x="10897" y="11967"/>
                  </a:lnTo>
                  <a:lnTo>
                    <a:pt x="10978" y="11725"/>
                  </a:lnTo>
                  <a:lnTo>
                    <a:pt x="11140" y="11221"/>
                  </a:lnTo>
                  <a:lnTo>
                    <a:pt x="11261" y="10716"/>
                  </a:lnTo>
                  <a:lnTo>
                    <a:pt x="11362" y="10191"/>
                  </a:lnTo>
                  <a:lnTo>
                    <a:pt x="11463" y="9647"/>
                  </a:lnTo>
                  <a:lnTo>
                    <a:pt x="11563" y="8839"/>
                  </a:lnTo>
                  <a:lnTo>
                    <a:pt x="11664" y="8012"/>
                  </a:lnTo>
                  <a:lnTo>
                    <a:pt x="11846" y="6599"/>
                  </a:lnTo>
                  <a:lnTo>
                    <a:pt x="11947" y="5893"/>
                  </a:lnTo>
                  <a:lnTo>
                    <a:pt x="12088" y="5187"/>
                  </a:lnTo>
                  <a:lnTo>
                    <a:pt x="12209" y="4682"/>
                  </a:lnTo>
                  <a:lnTo>
                    <a:pt x="12330" y="4218"/>
                  </a:lnTo>
                  <a:lnTo>
                    <a:pt x="12472" y="3754"/>
                  </a:lnTo>
                  <a:lnTo>
                    <a:pt x="12633" y="3330"/>
                  </a:lnTo>
                  <a:lnTo>
                    <a:pt x="12794" y="2947"/>
                  </a:lnTo>
                  <a:lnTo>
                    <a:pt x="12976" y="2563"/>
                  </a:lnTo>
                  <a:lnTo>
                    <a:pt x="13158" y="2220"/>
                  </a:lnTo>
                  <a:lnTo>
                    <a:pt x="13359" y="1897"/>
                  </a:lnTo>
                  <a:lnTo>
                    <a:pt x="13561" y="1615"/>
                  </a:lnTo>
                  <a:lnTo>
                    <a:pt x="13803" y="1332"/>
                  </a:lnTo>
                  <a:lnTo>
                    <a:pt x="14025" y="1090"/>
                  </a:lnTo>
                  <a:lnTo>
                    <a:pt x="14288" y="868"/>
                  </a:lnTo>
                  <a:lnTo>
                    <a:pt x="14550" y="687"/>
                  </a:lnTo>
                  <a:lnTo>
                    <a:pt x="14812" y="525"/>
                  </a:lnTo>
                  <a:lnTo>
                    <a:pt x="15115" y="364"/>
                  </a:lnTo>
                  <a:lnTo>
                    <a:pt x="15418" y="263"/>
                  </a:lnTo>
                  <a:lnTo>
                    <a:pt x="15721" y="162"/>
                  </a:lnTo>
                  <a:lnTo>
                    <a:pt x="16043" y="101"/>
                  </a:lnTo>
                  <a:lnTo>
                    <a:pt x="16366" y="81"/>
                  </a:lnTo>
                  <a:close/>
                  <a:moveTo>
                    <a:pt x="16467" y="1"/>
                  </a:moveTo>
                  <a:lnTo>
                    <a:pt x="16104" y="21"/>
                  </a:lnTo>
                  <a:lnTo>
                    <a:pt x="15741" y="81"/>
                  </a:lnTo>
                  <a:lnTo>
                    <a:pt x="15377" y="182"/>
                  </a:lnTo>
                  <a:lnTo>
                    <a:pt x="15075" y="303"/>
                  </a:lnTo>
                  <a:lnTo>
                    <a:pt x="14792" y="445"/>
                  </a:lnTo>
                  <a:lnTo>
                    <a:pt x="14510" y="606"/>
                  </a:lnTo>
                  <a:lnTo>
                    <a:pt x="14227" y="808"/>
                  </a:lnTo>
                  <a:lnTo>
                    <a:pt x="13985" y="1030"/>
                  </a:lnTo>
                  <a:lnTo>
                    <a:pt x="13743" y="1272"/>
                  </a:lnTo>
                  <a:lnTo>
                    <a:pt x="13501" y="1554"/>
                  </a:lnTo>
                  <a:lnTo>
                    <a:pt x="13299" y="1857"/>
                  </a:lnTo>
                  <a:lnTo>
                    <a:pt x="13097" y="2180"/>
                  </a:lnTo>
                  <a:lnTo>
                    <a:pt x="12895" y="2523"/>
                  </a:lnTo>
                  <a:lnTo>
                    <a:pt x="12714" y="2906"/>
                  </a:lnTo>
                  <a:lnTo>
                    <a:pt x="12552" y="3310"/>
                  </a:lnTo>
                  <a:lnTo>
                    <a:pt x="12391" y="3734"/>
                  </a:lnTo>
                  <a:lnTo>
                    <a:pt x="12250" y="4178"/>
                  </a:lnTo>
                  <a:lnTo>
                    <a:pt x="12128" y="4662"/>
                  </a:lnTo>
                  <a:lnTo>
                    <a:pt x="12007" y="5187"/>
                  </a:lnTo>
                  <a:lnTo>
                    <a:pt x="11886" y="5873"/>
                  </a:lnTo>
                  <a:lnTo>
                    <a:pt x="11765" y="6599"/>
                  </a:lnTo>
                  <a:lnTo>
                    <a:pt x="11584" y="7992"/>
                  </a:lnTo>
                  <a:lnTo>
                    <a:pt x="11483" y="8819"/>
                  </a:lnTo>
                  <a:lnTo>
                    <a:pt x="11382" y="9647"/>
                  </a:lnTo>
                  <a:lnTo>
                    <a:pt x="11281" y="10171"/>
                  </a:lnTo>
                  <a:lnTo>
                    <a:pt x="11180" y="10696"/>
                  </a:lnTo>
                  <a:lnTo>
                    <a:pt x="11059" y="11200"/>
                  </a:lnTo>
                  <a:lnTo>
                    <a:pt x="10918" y="11705"/>
                  </a:lnTo>
                  <a:lnTo>
                    <a:pt x="10817" y="11947"/>
                  </a:lnTo>
                  <a:lnTo>
                    <a:pt x="10716" y="12169"/>
                  </a:lnTo>
                  <a:lnTo>
                    <a:pt x="10595" y="12411"/>
                  </a:lnTo>
                  <a:lnTo>
                    <a:pt x="10474" y="12633"/>
                  </a:lnTo>
                  <a:lnTo>
                    <a:pt x="10332" y="12855"/>
                  </a:lnTo>
                  <a:lnTo>
                    <a:pt x="10171" y="13077"/>
                  </a:lnTo>
                  <a:lnTo>
                    <a:pt x="10010" y="13279"/>
                  </a:lnTo>
                  <a:lnTo>
                    <a:pt x="9808" y="13501"/>
                  </a:lnTo>
                  <a:lnTo>
                    <a:pt x="9545" y="13743"/>
                  </a:lnTo>
                  <a:lnTo>
                    <a:pt x="9283" y="13965"/>
                  </a:lnTo>
                  <a:lnTo>
                    <a:pt x="9001" y="14167"/>
                  </a:lnTo>
                  <a:lnTo>
                    <a:pt x="8718" y="14369"/>
                  </a:lnTo>
                  <a:lnTo>
                    <a:pt x="8113" y="14732"/>
                  </a:lnTo>
                  <a:lnTo>
                    <a:pt x="7527" y="15055"/>
                  </a:lnTo>
                  <a:lnTo>
                    <a:pt x="7326" y="15176"/>
                  </a:lnTo>
                  <a:lnTo>
                    <a:pt x="6397" y="15701"/>
                  </a:lnTo>
                  <a:lnTo>
                    <a:pt x="5449" y="16246"/>
                  </a:lnTo>
                  <a:lnTo>
                    <a:pt x="4521" y="16790"/>
                  </a:lnTo>
                  <a:lnTo>
                    <a:pt x="3612" y="17376"/>
                  </a:lnTo>
                  <a:lnTo>
                    <a:pt x="3209" y="17658"/>
                  </a:lnTo>
                  <a:lnTo>
                    <a:pt x="2765" y="17981"/>
                  </a:lnTo>
                  <a:lnTo>
                    <a:pt x="2341" y="18324"/>
                  </a:lnTo>
                  <a:lnTo>
                    <a:pt x="1917" y="18707"/>
                  </a:lnTo>
                  <a:lnTo>
                    <a:pt x="1514" y="19111"/>
                  </a:lnTo>
                  <a:lnTo>
                    <a:pt x="1312" y="19333"/>
                  </a:lnTo>
                  <a:lnTo>
                    <a:pt x="1130" y="19555"/>
                  </a:lnTo>
                  <a:lnTo>
                    <a:pt x="969" y="19797"/>
                  </a:lnTo>
                  <a:lnTo>
                    <a:pt x="807" y="20039"/>
                  </a:lnTo>
                  <a:lnTo>
                    <a:pt x="646" y="20302"/>
                  </a:lnTo>
                  <a:lnTo>
                    <a:pt x="505" y="20564"/>
                  </a:lnTo>
                  <a:lnTo>
                    <a:pt x="364" y="20907"/>
                  </a:lnTo>
                  <a:lnTo>
                    <a:pt x="222" y="21270"/>
                  </a:lnTo>
                  <a:lnTo>
                    <a:pt x="142" y="21654"/>
                  </a:lnTo>
                  <a:lnTo>
                    <a:pt x="61" y="22017"/>
                  </a:lnTo>
                  <a:lnTo>
                    <a:pt x="20" y="22400"/>
                  </a:lnTo>
                  <a:lnTo>
                    <a:pt x="0" y="22784"/>
                  </a:lnTo>
                  <a:lnTo>
                    <a:pt x="20" y="23167"/>
                  </a:lnTo>
                  <a:lnTo>
                    <a:pt x="61" y="23551"/>
                  </a:lnTo>
                  <a:lnTo>
                    <a:pt x="142" y="23914"/>
                  </a:lnTo>
                  <a:lnTo>
                    <a:pt x="242" y="24237"/>
                  </a:lnTo>
                  <a:lnTo>
                    <a:pt x="364" y="24499"/>
                  </a:lnTo>
                  <a:lnTo>
                    <a:pt x="505" y="24741"/>
                  </a:lnTo>
                  <a:lnTo>
                    <a:pt x="666" y="24923"/>
                  </a:lnTo>
                  <a:lnTo>
                    <a:pt x="848" y="25064"/>
                  </a:lnTo>
                  <a:lnTo>
                    <a:pt x="1050" y="25205"/>
                  </a:lnTo>
                  <a:lnTo>
                    <a:pt x="1251" y="25327"/>
                  </a:lnTo>
                  <a:lnTo>
                    <a:pt x="1494" y="25407"/>
                  </a:lnTo>
                  <a:lnTo>
                    <a:pt x="1736" y="25468"/>
                  </a:lnTo>
                  <a:lnTo>
                    <a:pt x="1978" y="25508"/>
                  </a:lnTo>
                  <a:lnTo>
                    <a:pt x="2260" y="25528"/>
                  </a:lnTo>
                  <a:lnTo>
                    <a:pt x="2563" y="25508"/>
                  </a:lnTo>
                  <a:lnTo>
                    <a:pt x="2866" y="25448"/>
                  </a:lnTo>
                  <a:lnTo>
                    <a:pt x="3169" y="25367"/>
                  </a:lnTo>
                  <a:lnTo>
                    <a:pt x="3451" y="25286"/>
                  </a:lnTo>
                  <a:lnTo>
                    <a:pt x="3713" y="25165"/>
                  </a:lnTo>
                  <a:lnTo>
                    <a:pt x="3976" y="25044"/>
                  </a:lnTo>
                  <a:lnTo>
                    <a:pt x="4218" y="24903"/>
                  </a:lnTo>
                  <a:lnTo>
                    <a:pt x="4642" y="24620"/>
                  </a:lnTo>
                  <a:lnTo>
                    <a:pt x="5106" y="24297"/>
                  </a:lnTo>
                  <a:lnTo>
                    <a:pt x="5550" y="23954"/>
                  </a:lnTo>
                  <a:lnTo>
                    <a:pt x="5994" y="23611"/>
                  </a:lnTo>
                  <a:lnTo>
                    <a:pt x="6418" y="23228"/>
                  </a:lnTo>
                  <a:lnTo>
                    <a:pt x="7245" y="22461"/>
                  </a:lnTo>
                  <a:lnTo>
                    <a:pt x="8052" y="21674"/>
                  </a:lnTo>
                  <a:lnTo>
                    <a:pt x="8859" y="20907"/>
                  </a:lnTo>
                  <a:lnTo>
                    <a:pt x="9687" y="20140"/>
                  </a:lnTo>
                  <a:lnTo>
                    <a:pt x="10110" y="19757"/>
                  </a:lnTo>
                  <a:lnTo>
                    <a:pt x="10554" y="19394"/>
                  </a:lnTo>
                  <a:lnTo>
                    <a:pt x="10998" y="19051"/>
                  </a:lnTo>
                  <a:lnTo>
                    <a:pt x="11463" y="18728"/>
                  </a:lnTo>
                  <a:lnTo>
                    <a:pt x="12128" y="18324"/>
                  </a:lnTo>
                  <a:lnTo>
                    <a:pt x="12815" y="17941"/>
                  </a:lnTo>
                  <a:lnTo>
                    <a:pt x="13521" y="17577"/>
                  </a:lnTo>
                  <a:lnTo>
                    <a:pt x="14207" y="17234"/>
                  </a:lnTo>
                  <a:lnTo>
                    <a:pt x="15337" y="16669"/>
                  </a:lnTo>
                  <a:lnTo>
                    <a:pt x="15902" y="16367"/>
                  </a:lnTo>
                  <a:lnTo>
                    <a:pt x="16447" y="16044"/>
                  </a:lnTo>
                  <a:lnTo>
                    <a:pt x="16972" y="15721"/>
                  </a:lnTo>
                  <a:lnTo>
                    <a:pt x="17476" y="15358"/>
                  </a:lnTo>
                  <a:lnTo>
                    <a:pt x="17981" y="14954"/>
                  </a:lnTo>
                  <a:lnTo>
                    <a:pt x="18203" y="14752"/>
                  </a:lnTo>
                  <a:lnTo>
                    <a:pt x="18425" y="14530"/>
                  </a:lnTo>
                  <a:lnTo>
                    <a:pt x="18667" y="14268"/>
                  </a:lnTo>
                  <a:lnTo>
                    <a:pt x="18909" y="13985"/>
                  </a:lnTo>
                  <a:lnTo>
                    <a:pt x="19131" y="13703"/>
                  </a:lnTo>
                  <a:lnTo>
                    <a:pt x="19333" y="13400"/>
                  </a:lnTo>
                  <a:lnTo>
                    <a:pt x="19535" y="13077"/>
                  </a:lnTo>
                  <a:lnTo>
                    <a:pt x="19736" y="12754"/>
                  </a:lnTo>
                  <a:lnTo>
                    <a:pt x="19918" y="12411"/>
                  </a:lnTo>
                  <a:lnTo>
                    <a:pt x="20100" y="12048"/>
                  </a:lnTo>
                  <a:lnTo>
                    <a:pt x="20261" y="11665"/>
                  </a:lnTo>
                  <a:lnTo>
                    <a:pt x="20402" y="11281"/>
                  </a:lnTo>
                  <a:lnTo>
                    <a:pt x="20544" y="10878"/>
                  </a:lnTo>
                  <a:lnTo>
                    <a:pt x="20685" y="10474"/>
                  </a:lnTo>
                  <a:lnTo>
                    <a:pt x="20806" y="10050"/>
                  </a:lnTo>
                  <a:lnTo>
                    <a:pt x="20927" y="9606"/>
                  </a:lnTo>
                  <a:lnTo>
                    <a:pt x="21028" y="9142"/>
                  </a:lnTo>
                  <a:lnTo>
                    <a:pt x="21109" y="8678"/>
                  </a:lnTo>
                  <a:lnTo>
                    <a:pt x="21189" y="8214"/>
                  </a:lnTo>
                  <a:lnTo>
                    <a:pt x="21250" y="7750"/>
                  </a:lnTo>
                  <a:lnTo>
                    <a:pt x="21310" y="7326"/>
                  </a:lnTo>
                  <a:lnTo>
                    <a:pt x="21331" y="6882"/>
                  </a:lnTo>
                  <a:lnTo>
                    <a:pt x="21351" y="6478"/>
                  </a:lnTo>
                  <a:lnTo>
                    <a:pt x="21351" y="6075"/>
                  </a:lnTo>
                  <a:lnTo>
                    <a:pt x="21351" y="5671"/>
                  </a:lnTo>
                  <a:lnTo>
                    <a:pt x="21331" y="5288"/>
                  </a:lnTo>
                  <a:lnTo>
                    <a:pt x="21270" y="4924"/>
                  </a:lnTo>
                  <a:lnTo>
                    <a:pt x="21230" y="4561"/>
                  </a:lnTo>
                  <a:lnTo>
                    <a:pt x="21149" y="4218"/>
                  </a:lnTo>
                  <a:lnTo>
                    <a:pt x="21068" y="3875"/>
                  </a:lnTo>
                  <a:lnTo>
                    <a:pt x="20967" y="3532"/>
                  </a:lnTo>
                  <a:lnTo>
                    <a:pt x="20846" y="3229"/>
                  </a:lnTo>
                  <a:lnTo>
                    <a:pt x="20705" y="2906"/>
                  </a:lnTo>
                  <a:lnTo>
                    <a:pt x="20564" y="2624"/>
                  </a:lnTo>
                  <a:lnTo>
                    <a:pt x="20362" y="2281"/>
                  </a:lnTo>
                  <a:lnTo>
                    <a:pt x="20140" y="1958"/>
                  </a:lnTo>
                  <a:lnTo>
                    <a:pt x="19898" y="1655"/>
                  </a:lnTo>
                  <a:lnTo>
                    <a:pt x="19615" y="1373"/>
                  </a:lnTo>
                  <a:lnTo>
                    <a:pt x="19333" y="1110"/>
                  </a:lnTo>
                  <a:lnTo>
                    <a:pt x="19010" y="868"/>
                  </a:lnTo>
                  <a:lnTo>
                    <a:pt x="18687" y="646"/>
                  </a:lnTo>
                  <a:lnTo>
                    <a:pt x="18344" y="465"/>
                  </a:lnTo>
                  <a:lnTo>
                    <a:pt x="17981" y="283"/>
                  </a:lnTo>
                  <a:lnTo>
                    <a:pt x="17597" y="162"/>
                  </a:lnTo>
                  <a:lnTo>
                    <a:pt x="17214" y="61"/>
                  </a:lnTo>
                  <a:lnTo>
                    <a:pt x="16851" y="21"/>
                  </a:lnTo>
                  <a:lnTo>
                    <a:pt x="1646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 flipH="1">
              <a:off x="749899" y="-4949394"/>
              <a:ext cx="1884195" cy="733450"/>
            </a:xfrm>
            <a:custGeom>
              <a:rect b="b" l="l" r="r" t="t"/>
              <a:pathLst>
                <a:path extrusionOk="0" h="13119" w="33702">
                  <a:moveTo>
                    <a:pt x="8436" y="82"/>
                  </a:moveTo>
                  <a:lnTo>
                    <a:pt x="9041" y="102"/>
                  </a:lnTo>
                  <a:lnTo>
                    <a:pt x="9667" y="142"/>
                  </a:lnTo>
                  <a:lnTo>
                    <a:pt x="10312" y="183"/>
                  </a:lnTo>
                  <a:lnTo>
                    <a:pt x="10978" y="263"/>
                  </a:lnTo>
                  <a:lnTo>
                    <a:pt x="12532" y="465"/>
                  </a:lnTo>
                  <a:lnTo>
                    <a:pt x="14005" y="707"/>
                  </a:lnTo>
                  <a:lnTo>
                    <a:pt x="15398" y="949"/>
                  </a:lnTo>
                  <a:lnTo>
                    <a:pt x="16689" y="1192"/>
                  </a:lnTo>
                  <a:lnTo>
                    <a:pt x="17900" y="1454"/>
                  </a:lnTo>
                  <a:lnTo>
                    <a:pt x="19030" y="1716"/>
                  </a:lnTo>
                  <a:lnTo>
                    <a:pt x="20080" y="1979"/>
                  </a:lnTo>
                  <a:lnTo>
                    <a:pt x="21048" y="2241"/>
                  </a:lnTo>
                  <a:lnTo>
                    <a:pt x="21956" y="2523"/>
                  </a:lnTo>
                  <a:lnTo>
                    <a:pt x="22804" y="2786"/>
                  </a:lnTo>
                  <a:lnTo>
                    <a:pt x="23571" y="3068"/>
                  </a:lnTo>
                  <a:lnTo>
                    <a:pt x="24277" y="3331"/>
                  </a:lnTo>
                  <a:lnTo>
                    <a:pt x="24943" y="3593"/>
                  </a:lnTo>
                  <a:lnTo>
                    <a:pt x="25548" y="3835"/>
                  </a:lnTo>
                  <a:lnTo>
                    <a:pt x="26598" y="4320"/>
                  </a:lnTo>
                  <a:lnTo>
                    <a:pt x="27607" y="4824"/>
                  </a:lnTo>
                  <a:lnTo>
                    <a:pt x="28071" y="5066"/>
                  </a:lnTo>
                  <a:lnTo>
                    <a:pt x="28535" y="5329"/>
                  </a:lnTo>
                  <a:lnTo>
                    <a:pt x="28999" y="5611"/>
                  </a:lnTo>
                  <a:lnTo>
                    <a:pt x="29423" y="5894"/>
                  </a:lnTo>
                  <a:lnTo>
                    <a:pt x="29847" y="6176"/>
                  </a:lnTo>
                  <a:lnTo>
                    <a:pt x="30271" y="6459"/>
                  </a:lnTo>
                  <a:lnTo>
                    <a:pt x="30654" y="6761"/>
                  </a:lnTo>
                  <a:lnTo>
                    <a:pt x="31058" y="7064"/>
                  </a:lnTo>
                  <a:lnTo>
                    <a:pt x="31421" y="7367"/>
                  </a:lnTo>
                  <a:lnTo>
                    <a:pt x="31784" y="7690"/>
                  </a:lnTo>
                  <a:lnTo>
                    <a:pt x="32127" y="8012"/>
                  </a:lnTo>
                  <a:lnTo>
                    <a:pt x="32450" y="8335"/>
                  </a:lnTo>
                  <a:lnTo>
                    <a:pt x="32773" y="8678"/>
                  </a:lnTo>
                  <a:lnTo>
                    <a:pt x="33076" y="9021"/>
                  </a:lnTo>
                  <a:lnTo>
                    <a:pt x="33237" y="9223"/>
                  </a:lnTo>
                  <a:lnTo>
                    <a:pt x="33378" y="9425"/>
                  </a:lnTo>
                  <a:lnTo>
                    <a:pt x="33520" y="9667"/>
                  </a:lnTo>
                  <a:lnTo>
                    <a:pt x="33560" y="9788"/>
                  </a:lnTo>
                  <a:lnTo>
                    <a:pt x="33600" y="9909"/>
                  </a:lnTo>
                  <a:lnTo>
                    <a:pt x="33620" y="10030"/>
                  </a:lnTo>
                  <a:lnTo>
                    <a:pt x="33620" y="10172"/>
                  </a:lnTo>
                  <a:lnTo>
                    <a:pt x="33600" y="10293"/>
                  </a:lnTo>
                  <a:lnTo>
                    <a:pt x="33580" y="10414"/>
                  </a:lnTo>
                  <a:lnTo>
                    <a:pt x="33520" y="10535"/>
                  </a:lnTo>
                  <a:lnTo>
                    <a:pt x="33459" y="10636"/>
                  </a:lnTo>
                  <a:lnTo>
                    <a:pt x="33378" y="10737"/>
                  </a:lnTo>
                  <a:lnTo>
                    <a:pt x="33257" y="10797"/>
                  </a:lnTo>
                  <a:lnTo>
                    <a:pt x="33176" y="10838"/>
                  </a:lnTo>
                  <a:lnTo>
                    <a:pt x="33096" y="10858"/>
                  </a:lnTo>
                  <a:lnTo>
                    <a:pt x="32894" y="10878"/>
                  </a:lnTo>
                  <a:lnTo>
                    <a:pt x="32692" y="10858"/>
                  </a:lnTo>
                  <a:lnTo>
                    <a:pt x="32470" y="10817"/>
                  </a:lnTo>
                  <a:lnTo>
                    <a:pt x="29019" y="10152"/>
                  </a:lnTo>
                  <a:lnTo>
                    <a:pt x="26840" y="9748"/>
                  </a:lnTo>
                  <a:lnTo>
                    <a:pt x="25750" y="9566"/>
                  </a:lnTo>
                  <a:lnTo>
                    <a:pt x="24640" y="9385"/>
                  </a:lnTo>
                  <a:lnTo>
                    <a:pt x="23551" y="9223"/>
                  </a:lnTo>
                  <a:lnTo>
                    <a:pt x="22420" y="9102"/>
                  </a:lnTo>
                  <a:lnTo>
                    <a:pt x="21311" y="9021"/>
                  </a:lnTo>
                  <a:lnTo>
                    <a:pt x="20201" y="8981"/>
                  </a:lnTo>
                  <a:lnTo>
                    <a:pt x="19071" y="8961"/>
                  </a:lnTo>
                  <a:lnTo>
                    <a:pt x="17941" y="9021"/>
                  </a:lnTo>
                  <a:lnTo>
                    <a:pt x="16831" y="9102"/>
                  </a:lnTo>
                  <a:lnTo>
                    <a:pt x="15721" y="9223"/>
                  </a:lnTo>
                  <a:lnTo>
                    <a:pt x="14591" y="9385"/>
                  </a:lnTo>
                  <a:lnTo>
                    <a:pt x="13501" y="9566"/>
                  </a:lnTo>
                  <a:lnTo>
                    <a:pt x="12391" y="9788"/>
                  </a:lnTo>
                  <a:lnTo>
                    <a:pt x="11281" y="10051"/>
                  </a:lnTo>
                  <a:lnTo>
                    <a:pt x="10191" y="10313"/>
                  </a:lnTo>
                  <a:lnTo>
                    <a:pt x="9081" y="10596"/>
                  </a:lnTo>
                  <a:lnTo>
                    <a:pt x="7992" y="10918"/>
                  </a:lnTo>
                  <a:lnTo>
                    <a:pt x="6922" y="11241"/>
                  </a:lnTo>
                  <a:lnTo>
                    <a:pt x="4763" y="11907"/>
                  </a:lnTo>
                  <a:lnTo>
                    <a:pt x="2604" y="12593"/>
                  </a:lnTo>
                  <a:lnTo>
                    <a:pt x="1595" y="12936"/>
                  </a:lnTo>
                  <a:lnTo>
                    <a:pt x="1433" y="12977"/>
                  </a:lnTo>
                  <a:lnTo>
                    <a:pt x="1231" y="13017"/>
                  </a:lnTo>
                  <a:lnTo>
                    <a:pt x="1050" y="13037"/>
                  </a:lnTo>
                  <a:lnTo>
                    <a:pt x="949" y="13037"/>
                  </a:lnTo>
                  <a:lnTo>
                    <a:pt x="868" y="13017"/>
                  </a:lnTo>
                  <a:lnTo>
                    <a:pt x="767" y="12997"/>
                  </a:lnTo>
                  <a:lnTo>
                    <a:pt x="687" y="12957"/>
                  </a:lnTo>
                  <a:lnTo>
                    <a:pt x="606" y="12896"/>
                  </a:lnTo>
                  <a:lnTo>
                    <a:pt x="525" y="12835"/>
                  </a:lnTo>
                  <a:lnTo>
                    <a:pt x="404" y="12674"/>
                  </a:lnTo>
                  <a:lnTo>
                    <a:pt x="323" y="12492"/>
                  </a:lnTo>
                  <a:lnTo>
                    <a:pt x="243" y="12291"/>
                  </a:lnTo>
                  <a:lnTo>
                    <a:pt x="202" y="12089"/>
                  </a:lnTo>
                  <a:lnTo>
                    <a:pt x="162" y="11867"/>
                  </a:lnTo>
                  <a:lnTo>
                    <a:pt x="142" y="11665"/>
                  </a:lnTo>
                  <a:lnTo>
                    <a:pt x="101" y="10838"/>
                  </a:lnTo>
                  <a:lnTo>
                    <a:pt x="81" y="9990"/>
                  </a:lnTo>
                  <a:lnTo>
                    <a:pt x="101" y="9163"/>
                  </a:lnTo>
                  <a:lnTo>
                    <a:pt x="142" y="8315"/>
                  </a:lnTo>
                  <a:lnTo>
                    <a:pt x="202" y="7488"/>
                  </a:lnTo>
                  <a:lnTo>
                    <a:pt x="283" y="6660"/>
                  </a:lnTo>
                  <a:lnTo>
                    <a:pt x="404" y="5833"/>
                  </a:lnTo>
                  <a:lnTo>
                    <a:pt x="545" y="5006"/>
                  </a:lnTo>
                  <a:lnTo>
                    <a:pt x="666" y="4441"/>
                  </a:lnTo>
                  <a:lnTo>
                    <a:pt x="808" y="3896"/>
                  </a:lnTo>
                  <a:lnTo>
                    <a:pt x="909" y="3654"/>
                  </a:lnTo>
                  <a:lnTo>
                    <a:pt x="989" y="3411"/>
                  </a:lnTo>
                  <a:lnTo>
                    <a:pt x="1110" y="3189"/>
                  </a:lnTo>
                  <a:lnTo>
                    <a:pt x="1231" y="2967"/>
                  </a:lnTo>
                  <a:lnTo>
                    <a:pt x="1413" y="2685"/>
                  </a:lnTo>
                  <a:lnTo>
                    <a:pt x="1635" y="2402"/>
                  </a:lnTo>
                  <a:lnTo>
                    <a:pt x="1877" y="2140"/>
                  </a:lnTo>
                  <a:lnTo>
                    <a:pt x="2160" y="1898"/>
                  </a:lnTo>
                  <a:lnTo>
                    <a:pt x="2462" y="1656"/>
                  </a:lnTo>
                  <a:lnTo>
                    <a:pt x="2805" y="1434"/>
                  </a:lnTo>
                  <a:lnTo>
                    <a:pt x="3189" y="1232"/>
                  </a:lnTo>
                  <a:lnTo>
                    <a:pt x="3572" y="1030"/>
                  </a:lnTo>
                  <a:lnTo>
                    <a:pt x="4117" y="808"/>
                  </a:lnTo>
                  <a:lnTo>
                    <a:pt x="4662" y="627"/>
                  </a:lnTo>
                  <a:lnTo>
                    <a:pt x="5227" y="465"/>
                  </a:lnTo>
                  <a:lnTo>
                    <a:pt x="5832" y="324"/>
                  </a:lnTo>
                  <a:lnTo>
                    <a:pt x="6438" y="223"/>
                  </a:lnTo>
                  <a:lnTo>
                    <a:pt x="7084" y="142"/>
                  </a:lnTo>
                  <a:lnTo>
                    <a:pt x="7750" y="102"/>
                  </a:lnTo>
                  <a:lnTo>
                    <a:pt x="8436" y="82"/>
                  </a:lnTo>
                  <a:close/>
                  <a:moveTo>
                    <a:pt x="8335" y="1"/>
                  </a:moveTo>
                  <a:lnTo>
                    <a:pt x="7830" y="21"/>
                  </a:lnTo>
                  <a:lnTo>
                    <a:pt x="7346" y="41"/>
                  </a:lnTo>
                  <a:lnTo>
                    <a:pt x="6882" y="82"/>
                  </a:lnTo>
                  <a:lnTo>
                    <a:pt x="6438" y="142"/>
                  </a:lnTo>
                  <a:lnTo>
                    <a:pt x="5974" y="223"/>
                  </a:lnTo>
                  <a:lnTo>
                    <a:pt x="5550" y="304"/>
                  </a:lnTo>
                  <a:lnTo>
                    <a:pt x="5126" y="405"/>
                  </a:lnTo>
                  <a:lnTo>
                    <a:pt x="4723" y="526"/>
                  </a:lnTo>
                  <a:lnTo>
                    <a:pt x="4319" y="647"/>
                  </a:lnTo>
                  <a:lnTo>
                    <a:pt x="3915" y="808"/>
                  </a:lnTo>
                  <a:lnTo>
                    <a:pt x="3552" y="970"/>
                  </a:lnTo>
                  <a:lnTo>
                    <a:pt x="3149" y="1151"/>
                  </a:lnTo>
                  <a:lnTo>
                    <a:pt x="2765" y="1373"/>
                  </a:lnTo>
                  <a:lnTo>
                    <a:pt x="2422" y="1595"/>
                  </a:lnTo>
                  <a:lnTo>
                    <a:pt x="2099" y="1837"/>
                  </a:lnTo>
                  <a:lnTo>
                    <a:pt x="1817" y="2080"/>
                  </a:lnTo>
                  <a:lnTo>
                    <a:pt x="1575" y="2362"/>
                  </a:lnTo>
                  <a:lnTo>
                    <a:pt x="1353" y="2624"/>
                  </a:lnTo>
                  <a:lnTo>
                    <a:pt x="1151" y="2927"/>
                  </a:lnTo>
                  <a:lnTo>
                    <a:pt x="1030" y="3169"/>
                  </a:lnTo>
                  <a:lnTo>
                    <a:pt x="909" y="3432"/>
                  </a:lnTo>
                  <a:lnTo>
                    <a:pt x="808" y="3694"/>
                  </a:lnTo>
                  <a:lnTo>
                    <a:pt x="707" y="3956"/>
                  </a:lnTo>
                  <a:lnTo>
                    <a:pt x="586" y="4481"/>
                  </a:lnTo>
                  <a:lnTo>
                    <a:pt x="465" y="4985"/>
                  </a:lnTo>
                  <a:lnTo>
                    <a:pt x="323" y="5813"/>
                  </a:lnTo>
                  <a:lnTo>
                    <a:pt x="222" y="6660"/>
                  </a:lnTo>
                  <a:lnTo>
                    <a:pt x="122" y="7488"/>
                  </a:lnTo>
                  <a:lnTo>
                    <a:pt x="61" y="8315"/>
                  </a:lnTo>
                  <a:lnTo>
                    <a:pt x="21" y="9163"/>
                  </a:lnTo>
                  <a:lnTo>
                    <a:pt x="0" y="9990"/>
                  </a:lnTo>
                  <a:lnTo>
                    <a:pt x="21" y="10838"/>
                  </a:lnTo>
                  <a:lnTo>
                    <a:pt x="61" y="11665"/>
                  </a:lnTo>
                  <a:lnTo>
                    <a:pt x="101" y="11968"/>
                  </a:lnTo>
                  <a:lnTo>
                    <a:pt x="142" y="12230"/>
                  </a:lnTo>
                  <a:lnTo>
                    <a:pt x="222" y="12452"/>
                  </a:lnTo>
                  <a:lnTo>
                    <a:pt x="303" y="12654"/>
                  </a:lnTo>
                  <a:lnTo>
                    <a:pt x="404" y="12815"/>
                  </a:lnTo>
                  <a:lnTo>
                    <a:pt x="545" y="12936"/>
                  </a:lnTo>
                  <a:lnTo>
                    <a:pt x="687" y="13037"/>
                  </a:lnTo>
                  <a:lnTo>
                    <a:pt x="848" y="13098"/>
                  </a:lnTo>
                  <a:lnTo>
                    <a:pt x="949" y="13118"/>
                  </a:lnTo>
                  <a:lnTo>
                    <a:pt x="1191" y="13118"/>
                  </a:lnTo>
                  <a:lnTo>
                    <a:pt x="1353" y="13078"/>
                  </a:lnTo>
                  <a:lnTo>
                    <a:pt x="1615" y="12997"/>
                  </a:lnTo>
                  <a:lnTo>
                    <a:pt x="2644" y="12674"/>
                  </a:lnTo>
                  <a:lnTo>
                    <a:pt x="4783" y="11988"/>
                  </a:lnTo>
                  <a:lnTo>
                    <a:pt x="6942" y="11302"/>
                  </a:lnTo>
                  <a:lnTo>
                    <a:pt x="8012" y="10999"/>
                  </a:lnTo>
                  <a:lnTo>
                    <a:pt x="9102" y="10676"/>
                  </a:lnTo>
                  <a:lnTo>
                    <a:pt x="10191" y="10394"/>
                  </a:lnTo>
                  <a:lnTo>
                    <a:pt x="11301" y="10131"/>
                  </a:lnTo>
                  <a:lnTo>
                    <a:pt x="12391" y="9869"/>
                  </a:lnTo>
                  <a:lnTo>
                    <a:pt x="13501" y="9647"/>
                  </a:lnTo>
                  <a:lnTo>
                    <a:pt x="14611" y="9465"/>
                  </a:lnTo>
                  <a:lnTo>
                    <a:pt x="15721" y="9304"/>
                  </a:lnTo>
                  <a:lnTo>
                    <a:pt x="16831" y="9183"/>
                  </a:lnTo>
                  <a:lnTo>
                    <a:pt x="17961" y="9102"/>
                  </a:lnTo>
                  <a:lnTo>
                    <a:pt x="19071" y="9042"/>
                  </a:lnTo>
                  <a:lnTo>
                    <a:pt x="20201" y="9062"/>
                  </a:lnTo>
                  <a:lnTo>
                    <a:pt x="21311" y="9102"/>
                  </a:lnTo>
                  <a:lnTo>
                    <a:pt x="22420" y="9183"/>
                  </a:lnTo>
                  <a:lnTo>
                    <a:pt x="23530" y="9304"/>
                  </a:lnTo>
                  <a:lnTo>
                    <a:pt x="24640" y="9465"/>
                  </a:lnTo>
                  <a:lnTo>
                    <a:pt x="25750" y="9647"/>
                  </a:lnTo>
                  <a:lnTo>
                    <a:pt x="26840" y="9829"/>
                  </a:lnTo>
                  <a:lnTo>
                    <a:pt x="28999" y="10232"/>
                  </a:lnTo>
                  <a:lnTo>
                    <a:pt x="32470" y="10898"/>
                  </a:lnTo>
                  <a:lnTo>
                    <a:pt x="32692" y="10939"/>
                  </a:lnTo>
                  <a:lnTo>
                    <a:pt x="32894" y="10959"/>
                  </a:lnTo>
                  <a:lnTo>
                    <a:pt x="33116" y="10939"/>
                  </a:lnTo>
                  <a:lnTo>
                    <a:pt x="33197" y="10918"/>
                  </a:lnTo>
                  <a:lnTo>
                    <a:pt x="33298" y="10878"/>
                  </a:lnTo>
                  <a:lnTo>
                    <a:pt x="33419" y="10797"/>
                  </a:lnTo>
                  <a:lnTo>
                    <a:pt x="33520" y="10696"/>
                  </a:lnTo>
                  <a:lnTo>
                    <a:pt x="33600" y="10575"/>
                  </a:lnTo>
                  <a:lnTo>
                    <a:pt x="33661" y="10454"/>
                  </a:lnTo>
                  <a:lnTo>
                    <a:pt x="33681" y="10313"/>
                  </a:lnTo>
                  <a:lnTo>
                    <a:pt x="33701" y="10172"/>
                  </a:lnTo>
                  <a:lnTo>
                    <a:pt x="33701" y="10030"/>
                  </a:lnTo>
                  <a:lnTo>
                    <a:pt x="33681" y="9889"/>
                  </a:lnTo>
                  <a:lnTo>
                    <a:pt x="33641" y="9768"/>
                  </a:lnTo>
                  <a:lnTo>
                    <a:pt x="33600" y="9627"/>
                  </a:lnTo>
                  <a:lnTo>
                    <a:pt x="33459" y="9385"/>
                  </a:lnTo>
                  <a:lnTo>
                    <a:pt x="33298" y="9163"/>
                  </a:lnTo>
                  <a:lnTo>
                    <a:pt x="33136" y="8961"/>
                  </a:lnTo>
                  <a:lnTo>
                    <a:pt x="32833" y="8618"/>
                  </a:lnTo>
                  <a:lnTo>
                    <a:pt x="32511" y="8275"/>
                  </a:lnTo>
                  <a:lnTo>
                    <a:pt x="32188" y="7952"/>
                  </a:lnTo>
                  <a:lnTo>
                    <a:pt x="31824" y="7629"/>
                  </a:lnTo>
                  <a:lnTo>
                    <a:pt x="31481" y="7306"/>
                  </a:lnTo>
                  <a:lnTo>
                    <a:pt x="31098" y="7003"/>
                  </a:lnTo>
                  <a:lnTo>
                    <a:pt x="30714" y="6701"/>
                  </a:lnTo>
                  <a:lnTo>
                    <a:pt x="30311" y="6398"/>
                  </a:lnTo>
                  <a:lnTo>
                    <a:pt x="29907" y="6095"/>
                  </a:lnTo>
                  <a:lnTo>
                    <a:pt x="29483" y="5813"/>
                  </a:lnTo>
                  <a:lnTo>
                    <a:pt x="29040" y="5530"/>
                  </a:lnTo>
                  <a:lnTo>
                    <a:pt x="28575" y="5268"/>
                  </a:lnTo>
                  <a:lnTo>
                    <a:pt x="28111" y="5006"/>
                  </a:lnTo>
                  <a:lnTo>
                    <a:pt x="27627" y="4743"/>
                  </a:lnTo>
                  <a:lnTo>
                    <a:pt x="26638" y="4259"/>
                  </a:lnTo>
                  <a:lnTo>
                    <a:pt x="25569" y="3775"/>
                  </a:lnTo>
                  <a:lnTo>
                    <a:pt x="24963" y="3512"/>
                  </a:lnTo>
                  <a:lnTo>
                    <a:pt x="24317" y="3250"/>
                  </a:lnTo>
                  <a:lnTo>
                    <a:pt x="23591" y="2988"/>
                  </a:lnTo>
                  <a:lnTo>
                    <a:pt x="22824" y="2725"/>
                  </a:lnTo>
                  <a:lnTo>
                    <a:pt x="21977" y="2443"/>
                  </a:lnTo>
                  <a:lnTo>
                    <a:pt x="21068" y="2180"/>
                  </a:lnTo>
                  <a:lnTo>
                    <a:pt x="20100" y="1898"/>
                  </a:lnTo>
                  <a:lnTo>
                    <a:pt x="19050" y="1636"/>
                  </a:lnTo>
                  <a:lnTo>
                    <a:pt x="17920" y="1373"/>
                  </a:lnTo>
                  <a:lnTo>
                    <a:pt x="16710" y="1111"/>
                  </a:lnTo>
                  <a:lnTo>
                    <a:pt x="15398" y="869"/>
                  </a:lnTo>
                  <a:lnTo>
                    <a:pt x="14026" y="627"/>
                  </a:lnTo>
                  <a:lnTo>
                    <a:pt x="12552" y="405"/>
                  </a:lnTo>
                  <a:lnTo>
                    <a:pt x="10978" y="183"/>
                  </a:lnTo>
                  <a:lnTo>
                    <a:pt x="10413" y="122"/>
                  </a:lnTo>
                  <a:lnTo>
                    <a:pt x="9889" y="62"/>
                  </a:lnTo>
                  <a:lnTo>
                    <a:pt x="9344" y="41"/>
                  </a:lnTo>
                  <a:lnTo>
                    <a:pt x="8839" y="21"/>
                  </a:lnTo>
                  <a:lnTo>
                    <a:pt x="83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 flipH="1">
              <a:off x="1985352" y="-3774912"/>
              <a:ext cx="166996" cy="99348"/>
            </a:xfrm>
            <a:custGeom>
              <a:rect b="b" l="l" r="r" t="t"/>
              <a:pathLst>
                <a:path extrusionOk="0" h="1777" w="2987">
                  <a:moveTo>
                    <a:pt x="2240" y="81"/>
                  </a:moveTo>
                  <a:lnTo>
                    <a:pt x="2442" y="101"/>
                  </a:lnTo>
                  <a:lnTo>
                    <a:pt x="2644" y="122"/>
                  </a:lnTo>
                  <a:lnTo>
                    <a:pt x="2745" y="162"/>
                  </a:lnTo>
                  <a:lnTo>
                    <a:pt x="2805" y="182"/>
                  </a:lnTo>
                  <a:lnTo>
                    <a:pt x="2866" y="243"/>
                  </a:lnTo>
                  <a:lnTo>
                    <a:pt x="2906" y="283"/>
                  </a:lnTo>
                  <a:lnTo>
                    <a:pt x="2906" y="364"/>
                  </a:lnTo>
                  <a:lnTo>
                    <a:pt x="2906" y="444"/>
                  </a:lnTo>
                  <a:lnTo>
                    <a:pt x="2846" y="525"/>
                  </a:lnTo>
                  <a:lnTo>
                    <a:pt x="2765" y="626"/>
                  </a:lnTo>
                  <a:lnTo>
                    <a:pt x="2543" y="868"/>
                  </a:lnTo>
                  <a:lnTo>
                    <a:pt x="2281" y="1070"/>
                  </a:lnTo>
                  <a:lnTo>
                    <a:pt x="1998" y="1252"/>
                  </a:lnTo>
                  <a:lnTo>
                    <a:pt x="1716" y="1413"/>
                  </a:lnTo>
                  <a:lnTo>
                    <a:pt x="1393" y="1534"/>
                  </a:lnTo>
                  <a:lnTo>
                    <a:pt x="1090" y="1615"/>
                  </a:lnTo>
                  <a:lnTo>
                    <a:pt x="747" y="1675"/>
                  </a:lnTo>
                  <a:lnTo>
                    <a:pt x="424" y="1696"/>
                  </a:lnTo>
                  <a:lnTo>
                    <a:pt x="263" y="1696"/>
                  </a:lnTo>
                  <a:lnTo>
                    <a:pt x="182" y="1655"/>
                  </a:lnTo>
                  <a:lnTo>
                    <a:pt x="121" y="1615"/>
                  </a:lnTo>
                  <a:lnTo>
                    <a:pt x="81" y="1554"/>
                  </a:lnTo>
                  <a:lnTo>
                    <a:pt x="81" y="1494"/>
                  </a:lnTo>
                  <a:lnTo>
                    <a:pt x="81" y="1433"/>
                  </a:lnTo>
                  <a:lnTo>
                    <a:pt x="101" y="1373"/>
                  </a:lnTo>
                  <a:lnTo>
                    <a:pt x="182" y="1252"/>
                  </a:lnTo>
                  <a:lnTo>
                    <a:pt x="263" y="1151"/>
                  </a:lnTo>
                  <a:lnTo>
                    <a:pt x="485" y="949"/>
                  </a:lnTo>
                  <a:lnTo>
                    <a:pt x="686" y="747"/>
                  </a:lnTo>
                  <a:lnTo>
                    <a:pt x="929" y="586"/>
                  </a:lnTo>
                  <a:lnTo>
                    <a:pt x="1171" y="424"/>
                  </a:lnTo>
                  <a:lnTo>
                    <a:pt x="1413" y="283"/>
                  </a:lnTo>
                  <a:lnTo>
                    <a:pt x="1675" y="182"/>
                  </a:lnTo>
                  <a:lnTo>
                    <a:pt x="1958" y="101"/>
                  </a:lnTo>
                  <a:lnTo>
                    <a:pt x="2240" y="81"/>
                  </a:lnTo>
                  <a:close/>
                  <a:moveTo>
                    <a:pt x="2119" y="0"/>
                  </a:moveTo>
                  <a:lnTo>
                    <a:pt x="1938" y="21"/>
                  </a:lnTo>
                  <a:lnTo>
                    <a:pt x="1776" y="61"/>
                  </a:lnTo>
                  <a:lnTo>
                    <a:pt x="1615" y="122"/>
                  </a:lnTo>
                  <a:lnTo>
                    <a:pt x="1453" y="182"/>
                  </a:lnTo>
                  <a:lnTo>
                    <a:pt x="1292" y="243"/>
                  </a:lnTo>
                  <a:lnTo>
                    <a:pt x="1009" y="424"/>
                  </a:lnTo>
                  <a:lnTo>
                    <a:pt x="727" y="626"/>
                  </a:lnTo>
                  <a:lnTo>
                    <a:pt x="464" y="848"/>
                  </a:lnTo>
                  <a:lnTo>
                    <a:pt x="222" y="1090"/>
                  </a:lnTo>
                  <a:lnTo>
                    <a:pt x="101" y="1211"/>
                  </a:lnTo>
                  <a:lnTo>
                    <a:pt x="21" y="1332"/>
                  </a:lnTo>
                  <a:lnTo>
                    <a:pt x="0" y="1433"/>
                  </a:lnTo>
                  <a:lnTo>
                    <a:pt x="0" y="1514"/>
                  </a:lnTo>
                  <a:lnTo>
                    <a:pt x="21" y="1595"/>
                  </a:lnTo>
                  <a:lnTo>
                    <a:pt x="61" y="1655"/>
                  </a:lnTo>
                  <a:lnTo>
                    <a:pt x="121" y="1716"/>
                  </a:lnTo>
                  <a:lnTo>
                    <a:pt x="222" y="1756"/>
                  </a:lnTo>
                  <a:lnTo>
                    <a:pt x="303" y="1776"/>
                  </a:lnTo>
                  <a:lnTo>
                    <a:pt x="424" y="1776"/>
                  </a:lnTo>
                  <a:lnTo>
                    <a:pt x="767" y="1756"/>
                  </a:lnTo>
                  <a:lnTo>
                    <a:pt x="1110" y="1696"/>
                  </a:lnTo>
                  <a:lnTo>
                    <a:pt x="1433" y="1615"/>
                  </a:lnTo>
                  <a:lnTo>
                    <a:pt x="1736" y="1474"/>
                  </a:lnTo>
                  <a:lnTo>
                    <a:pt x="2039" y="1332"/>
                  </a:lnTo>
                  <a:lnTo>
                    <a:pt x="2321" y="1131"/>
                  </a:lnTo>
                  <a:lnTo>
                    <a:pt x="2604" y="929"/>
                  </a:lnTo>
                  <a:lnTo>
                    <a:pt x="2826" y="687"/>
                  </a:lnTo>
                  <a:lnTo>
                    <a:pt x="2926" y="565"/>
                  </a:lnTo>
                  <a:lnTo>
                    <a:pt x="2987" y="465"/>
                  </a:lnTo>
                  <a:lnTo>
                    <a:pt x="2987" y="343"/>
                  </a:lnTo>
                  <a:lnTo>
                    <a:pt x="2967" y="263"/>
                  </a:lnTo>
                  <a:lnTo>
                    <a:pt x="2926" y="182"/>
                  </a:lnTo>
                  <a:lnTo>
                    <a:pt x="2866" y="122"/>
                  </a:lnTo>
                  <a:lnTo>
                    <a:pt x="2765" y="81"/>
                  </a:lnTo>
                  <a:lnTo>
                    <a:pt x="2664" y="41"/>
                  </a:lnTo>
                  <a:lnTo>
                    <a:pt x="2462" y="21"/>
                  </a:lnTo>
                  <a:lnTo>
                    <a:pt x="22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 flipH="1">
              <a:off x="-2673006" y="-2347734"/>
              <a:ext cx="901508" cy="1104564"/>
            </a:xfrm>
            <a:custGeom>
              <a:rect b="b" l="l" r="r" t="t"/>
              <a:pathLst>
                <a:path extrusionOk="0" h="19757" w="16125">
                  <a:moveTo>
                    <a:pt x="13945" y="81"/>
                  </a:moveTo>
                  <a:lnTo>
                    <a:pt x="14187" y="142"/>
                  </a:lnTo>
                  <a:lnTo>
                    <a:pt x="14449" y="222"/>
                  </a:lnTo>
                  <a:lnTo>
                    <a:pt x="14671" y="323"/>
                  </a:lnTo>
                  <a:lnTo>
                    <a:pt x="14893" y="464"/>
                  </a:lnTo>
                  <a:lnTo>
                    <a:pt x="15095" y="626"/>
                  </a:lnTo>
                  <a:lnTo>
                    <a:pt x="15277" y="807"/>
                  </a:lnTo>
                  <a:lnTo>
                    <a:pt x="15438" y="1009"/>
                  </a:lnTo>
                  <a:lnTo>
                    <a:pt x="15620" y="1332"/>
                  </a:lnTo>
                  <a:lnTo>
                    <a:pt x="15761" y="1655"/>
                  </a:lnTo>
                  <a:lnTo>
                    <a:pt x="15862" y="1998"/>
                  </a:lnTo>
                  <a:lnTo>
                    <a:pt x="15943" y="2341"/>
                  </a:lnTo>
                  <a:lnTo>
                    <a:pt x="16003" y="2704"/>
                  </a:lnTo>
                  <a:lnTo>
                    <a:pt x="16023" y="3068"/>
                  </a:lnTo>
                  <a:lnTo>
                    <a:pt x="16044" y="3431"/>
                  </a:lnTo>
                  <a:lnTo>
                    <a:pt x="16044" y="3814"/>
                  </a:lnTo>
                  <a:lnTo>
                    <a:pt x="16023" y="4319"/>
                  </a:lnTo>
                  <a:lnTo>
                    <a:pt x="16003" y="4803"/>
                  </a:lnTo>
                  <a:lnTo>
                    <a:pt x="15963" y="5287"/>
                  </a:lnTo>
                  <a:lnTo>
                    <a:pt x="15923" y="5731"/>
                  </a:lnTo>
                  <a:lnTo>
                    <a:pt x="15862" y="6175"/>
                  </a:lnTo>
                  <a:lnTo>
                    <a:pt x="15781" y="6599"/>
                  </a:lnTo>
                  <a:lnTo>
                    <a:pt x="15701" y="7003"/>
                  </a:lnTo>
                  <a:lnTo>
                    <a:pt x="15600" y="7386"/>
                  </a:lnTo>
                  <a:lnTo>
                    <a:pt x="15479" y="7749"/>
                  </a:lnTo>
                  <a:lnTo>
                    <a:pt x="15337" y="8113"/>
                  </a:lnTo>
                  <a:lnTo>
                    <a:pt x="15196" y="8436"/>
                  </a:lnTo>
                  <a:lnTo>
                    <a:pt x="15055" y="8758"/>
                  </a:lnTo>
                  <a:lnTo>
                    <a:pt x="14873" y="9081"/>
                  </a:lnTo>
                  <a:lnTo>
                    <a:pt x="14692" y="9364"/>
                  </a:lnTo>
                  <a:lnTo>
                    <a:pt x="14490" y="9646"/>
                  </a:lnTo>
                  <a:lnTo>
                    <a:pt x="14268" y="9909"/>
                  </a:lnTo>
                  <a:lnTo>
                    <a:pt x="14086" y="10131"/>
                  </a:lnTo>
                  <a:lnTo>
                    <a:pt x="13884" y="10332"/>
                  </a:lnTo>
                  <a:lnTo>
                    <a:pt x="13683" y="10514"/>
                  </a:lnTo>
                  <a:lnTo>
                    <a:pt x="13461" y="10716"/>
                  </a:lnTo>
                  <a:lnTo>
                    <a:pt x="13017" y="11059"/>
                  </a:lnTo>
                  <a:lnTo>
                    <a:pt x="12532" y="11362"/>
                  </a:lnTo>
                  <a:lnTo>
                    <a:pt x="12048" y="11664"/>
                  </a:lnTo>
                  <a:lnTo>
                    <a:pt x="11543" y="11947"/>
                  </a:lnTo>
                  <a:lnTo>
                    <a:pt x="10514" y="12451"/>
                  </a:lnTo>
                  <a:lnTo>
                    <a:pt x="9586" y="12915"/>
                  </a:lnTo>
                  <a:lnTo>
                    <a:pt x="9122" y="13178"/>
                  </a:lnTo>
                  <a:lnTo>
                    <a:pt x="8678" y="13420"/>
                  </a:lnTo>
                  <a:lnTo>
                    <a:pt x="8032" y="13844"/>
                  </a:lnTo>
                  <a:lnTo>
                    <a:pt x="7427" y="14288"/>
                  </a:lnTo>
                  <a:lnTo>
                    <a:pt x="6821" y="14752"/>
                  </a:lnTo>
                  <a:lnTo>
                    <a:pt x="6236" y="15236"/>
                  </a:lnTo>
                  <a:lnTo>
                    <a:pt x="5671" y="15761"/>
                  </a:lnTo>
                  <a:lnTo>
                    <a:pt x="5106" y="16265"/>
                  </a:lnTo>
                  <a:lnTo>
                    <a:pt x="4037" y="17335"/>
                  </a:lnTo>
                  <a:lnTo>
                    <a:pt x="3350" y="18001"/>
                  </a:lnTo>
                  <a:lnTo>
                    <a:pt x="2644" y="18667"/>
                  </a:lnTo>
                  <a:lnTo>
                    <a:pt x="2281" y="18990"/>
                  </a:lnTo>
                  <a:lnTo>
                    <a:pt x="2099" y="19151"/>
                  </a:lnTo>
                  <a:lnTo>
                    <a:pt x="1897" y="19292"/>
                  </a:lnTo>
                  <a:lnTo>
                    <a:pt x="1696" y="19413"/>
                  </a:lnTo>
                  <a:lnTo>
                    <a:pt x="1474" y="19514"/>
                  </a:lnTo>
                  <a:lnTo>
                    <a:pt x="1272" y="19595"/>
                  </a:lnTo>
                  <a:lnTo>
                    <a:pt x="1030" y="19656"/>
                  </a:lnTo>
                  <a:lnTo>
                    <a:pt x="808" y="19676"/>
                  </a:lnTo>
                  <a:lnTo>
                    <a:pt x="687" y="19656"/>
                  </a:lnTo>
                  <a:lnTo>
                    <a:pt x="566" y="19635"/>
                  </a:lnTo>
                  <a:lnTo>
                    <a:pt x="444" y="19595"/>
                  </a:lnTo>
                  <a:lnTo>
                    <a:pt x="344" y="19555"/>
                  </a:lnTo>
                  <a:lnTo>
                    <a:pt x="243" y="19474"/>
                  </a:lnTo>
                  <a:lnTo>
                    <a:pt x="162" y="19373"/>
                  </a:lnTo>
                  <a:lnTo>
                    <a:pt x="101" y="19232"/>
                  </a:lnTo>
                  <a:lnTo>
                    <a:pt x="81" y="19091"/>
                  </a:lnTo>
                  <a:lnTo>
                    <a:pt x="81" y="18929"/>
                  </a:lnTo>
                  <a:lnTo>
                    <a:pt x="122" y="18788"/>
                  </a:lnTo>
                  <a:lnTo>
                    <a:pt x="162" y="18667"/>
                  </a:lnTo>
                  <a:lnTo>
                    <a:pt x="222" y="18546"/>
                  </a:lnTo>
                  <a:lnTo>
                    <a:pt x="323" y="18364"/>
                  </a:lnTo>
                  <a:lnTo>
                    <a:pt x="444" y="18203"/>
                  </a:lnTo>
                  <a:lnTo>
                    <a:pt x="566" y="18021"/>
                  </a:lnTo>
                  <a:lnTo>
                    <a:pt x="868" y="17718"/>
                  </a:lnTo>
                  <a:lnTo>
                    <a:pt x="1171" y="17436"/>
                  </a:lnTo>
                  <a:lnTo>
                    <a:pt x="1494" y="17173"/>
                  </a:lnTo>
                  <a:lnTo>
                    <a:pt x="2220" y="16588"/>
                  </a:lnTo>
                  <a:lnTo>
                    <a:pt x="2987" y="16043"/>
                  </a:lnTo>
                  <a:lnTo>
                    <a:pt x="3754" y="15499"/>
                  </a:lnTo>
                  <a:lnTo>
                    <a:pt x="4521" y="14974"/>
                  </a:lnTo>
                  <a:lnTo>
                    <a:pt x="5308" y="14429"/>
                  </a:lnTo>
                  <a:lnTo>
                    <a:pt x="6075" y="13884"/>
                  </a:lnTo>
                  <a:lnTo>
                    <a:pt x="6862" y="13319"/>
                  </a:lnTo>
                  <a:lnTo>
                    <a:pt x="7608" y="12734"/>
                  </a:lnTo>
                  <a:lnTo>
                    <a:pt x="8153" y="12270"/>
                  </a:lnTo>
                  <a:lnTo>
                    <a:pt x="8436" y="12007"/>
                  </a:lnTo>
                  <a:lnTo>
                    <a:pt x="8718" y="11725"/>
                  </a:lnTo>
                  <a:lnTo>
                    <a:pt x="9001" y="11422"/>
                  </a:lnTo>
                  <a:lnTo>
                    <a:pt x="9283" y="11119"/>
                  </a:lnTo>
                  <a:lnTo>
                    <a:pt x="9546" y="10776"/>
                  </a:lnTo>
                  <a:lnTo>
                    <a:pt x="9788" y="10413"/>
                  </a:lnTo>
                  <a:lnTo>
                    <a:pt x="9949" y="10131"/>
                  </a:lnTo>
                  <a:lnTo>
                    <a:pt x="10111" y="9828"/>
                  </a:lnTo>
                  <a:lnTo>
                    <a:pt x="10252" y="9525"/>
                  </a:lnTo>
                  <a:lnTo>
                    <a:pt x="10393" y="9202"/>
                  </a:lnTo>
                  <a:lnTo>
                    <a:pt x="10494" y="8879"/>
                  </a:lnTo>
                  <a:lnTo>
                    <a:pt x="10615" y="8557"/>
                  </a:lnTo>
                  <a:lnTo>
                    <a:pt x="10777" y="7911"/>
                  </a:lnTo>
                  <a:lnTo>
                    <a:pt x="10938" y="7245"/>
                  </a:lnTo>
                  <a:lnTo>
                    <a:pt x="11039" y="6559"/>
                  </a:lnTo>
                  <a:lnTo>
                    <a:pt x="11241" y="5207"/>
                  </a:lnTo>
                  <a:lnTo>
                    <a:pt x="11342" y="4399"/>
                  </a:lnTo>
                  <a:lnTo>
                    <a:pt x="11463" y="3612"/>
                  </a:lnTo>
                  <a:lnTo>
                    <a:pt x="11604" y="2825"/>
                  </a:lnTo>
                  <a:lnTo>
                    <a:pt x="11685" y="2422"/>
                  </a:lnTo>
                  <a:lnTo>
                    <a:pt x="11786" y="2038"/>
                  </a:lnTo>
                  <a:lnTo>
                    <a:pt x="11866" y="1756"/>
                  </a:lnTo>
                  <a:lnTo>
                    <a:pt x="11987" y="1473"/>
                  </a:lnTo>
                  <a:lnTo>
                    <a:pt x="12109" y="1171"/>
                  </a:lnTo>
                  <a:lnTo>
                    <a:pt x="12250" y="888"/>
                  </a:lnTo>
                  <a:lnTo>
                    <a:pt x="12452" y="626"/>
                  </a:lnTo>
                  <a:lnTo>
                    <a:pt x="12552" y="525"/>
                  </a:lnTo>
                  <a:lnTo>
                    <a:pt x="12674" y="404"/>
                  </a:lnTo>
                  <a:lnTo>
                    <a:pt x="12795" y="323"/>
                  </a:lnTo>
                  <a:lnTo>
                    <a:pt x="12916" y="242"/>
                  </a:lnTo>
                  <a:lnTo>
                    <a:pt x="13077" y="182"/>
                  </a:lnTo>
                  <a:lnTo>
                    <a:pt x="13218" y="121"/>
                  </a:lnTo>
                  <a:lnTo>
                    <a:pt x="13461" y="81"/>
                  </a:lnTo>
                  <a:close/>
                  <a:moveTo>
                    <a:pt x="13541" y="0"/>
                  </a:moveTo>
                  <a:lnTo>
                    <a:pt x="13380" y="20"/>
                  </a:lnTo>
                  <a:lnTo>
                    <a:pt x="13218" y="41"/>
                  </a:lnTo>
                  <a:lnTo>
                    <a:pt x="13037" y="101"/>
                  </a:lnTo>
                  <a:lnTo>
                    <a:pt x="12896" y="162"/>
                  </a:lnTo>
                  <a:lnTo>
                    <a:pt x="12754" y="242"/>
                  </a:lnTo>
                  <a:lnTo>
                    <a:pt x="12613" y="343"/>
                  </a:lnTo>
                  <a:lnTo>
                    <a:pt x="12492" y="464"/>
                  </a:lnTo>
                  <a:lnTo>
                    <a:pt x="12391" y="565"/>
                  </a:lnTo>
                  <a:lnTo>
                    <a:pt x="12189" y="848"/>
                  </a:lnTo>
                  <a:lnTo>
                    <a:pt x="12028" y="1130"/>
                  </a:lnTo>
                  <a:lnTo>
                    <a:pt x="11907" y="1433"/>
                  </a:lnTo>
                  <a:lnTo>
                    <a:pt x="11806" y="1736"/>
                  </a:lnTo>
                  <a:lnTo>
                    <a:pt x="11705" y="2018"/>
                  </a:lnTo>
                  <a:lnTo>
                    <a:pt x="11604" y="2402"/>
                  </a:lnTo>
                  <a:lnTo>
                    <a:pt x="11523" y="2805"/>
                  </a:lnTo>
                  <a:lnTo>
                    <a:pt x="11382" y="3592"/>
                  </a:lnTo>
                  <a:lnTo>
                    <a:pt x="11261" y="4399"/>
                  </a:lnTo>
                  <a:lnTo>
                    <a:pt x="11160" y="5187"/>
                  </a:lnTo>
                  <a:lnTo>
                    <a:pt x="10958" y="6539"/>
                  </a:lnTo>
                  <a:lnTo>
                    <a:pt x="10857" y="7225"/>
                  </a:lnTo>
                  <a:lnTo>
                    <a:pt x="10716" y="7870"/>
                  </a:lnTo>
                  <a:lnTo>
                    <a:pt x="10534" y="8536"/>
                  </a:lnTo>
                  <a:lnTo>
                    <a:pt x="10434" y="8859"/>
                  </a:lnTo>
                  <a:lnTo>
                    <a:pt x="10313" y="9162"/>
                  </a:lnTo>
                  <a:lnTo>
                    <a:pt x="10191" y="9485"/>
                  </a:lnTo>
                  <a:lnTo>
                    <a:pt x="10050" y="9788"/>
                  </a:lnTo>
                  <a:lnTo>
                    <a:pt x="9889" y="10090"/>
                  </a:lnTo>
                  <a:lnTo>
                    <a:pt x="9707" y="10373"/>
                  </a:lnTo>
                  <a:lnTo>
                    <a:pt x="9465" y="10736"/>
                  </a:lnTo>
                  <a:lnTo>
                    <a:pt x="9223" y="11059"/>
                  </a:lnTo>
                  <a:lnTo>
                    <a:pt x="8940" y="11382"/>
                  </a:lnTo>
                  <a:lnTo>
                    <a:pt x="8658" y="11664"/>
                  </a:lnTo>
                  <a:lnTo>
                    <a:pt x="8375" y="11947"/>
                  </a:lnTo>
                  <a:lnTo>
                    <a:pt x="8093" y="12209"/>
                  </a:lnTo>
                  <a:lnTo>
                    <a:pt x="7568" y="12653"/>
                  </a:lnTo>
                  <a:lnTo>
                    <a:pt x="6801" y="13259"/>
                  </a:lnTo>
                  <a:lnTo>
                    <a:pt x="6034" y="13824"/>
                  </a:lnTo>
                  <a:lnTo>
                    <a:pt x="5247" y="14368"/>
                  </a:lnTo>
                  <a:lnTo>
                    <a:pt x="4480" y="14913"/>
                  </a:lnTo>
                  <a:lnTo>
                    <a:pt x="3714" y="15438"/>
                  </a:lnTo>
                  <a:lnTo>
                    <a:pt x="2927" y="15983"/>
                  </a:lnTo>
                  <a:lnTo>
                    <a:pt x="2180" y="16528"/>
                  </a:lnTo>
                  <a:lnTo>
                    <a:pt x="1433" y="17113"/>
                  </a:lnTo>
                  <a:lnTo>
                    <a:pt x="1131" y="17375"/>
                  </a:lnTo>
                  <a:lnTo>
                    <a:pt x="808" y="17658"/>
                  </a:lnTo>
                  <a:lnTo>
                    <a:pt x="505" y="17981"/>
                  </a:lnTo>
                  <a:lnTo>
                    <a:pt x="384" y="18142"/>
                  </a:lnTo>
                  <a:lnTo>
                    <a:pt x="243" y="18324"/>
                  </a:lnTo>
                  <a:lnTo>
                    <a:pt x="142" y="18526"/>
                  </a:lnTo>
                  <a:lnTo>
                    <a:pt x="81" y="18667"/>
                  </a:lnTo>
                  <a:lnTo>
                    <a:pt x="21" y="18808"/>
                  </a:lnTo>
                  <a:lnTo>
                    <a:pt x="1" y="18949"/>
                  </a:lnTo>
                  <a:lnTo>
                    <a:pt x="1" y="19111"/>
                  </a:lnTo>
                  <a:lnTo>
                    <a:pt x="21" y="19272"/>
                  </a:lnTo>
                  <a:lnTo>
                    <a:pt x="101" y="19434"/>
                  </a:lnTo>
                  <a:lnTo>
                    <a:pt x="162" y="19514"/>
                  </a:lnTo>
                  <a:lnTo>
                    <a:pt x="243" y="19575"/>
                  </a:lnTo>
                  <a:lnTo>
                    <a:pt x="323" y="19635"/>
                  </a:lnTo>
                  <a:lnTo>
                    <a:pt x="424" y="19676"/>
                  </a:lnTo>
                  <a:lnTo>
                    <a:pt x="626" y="19736"/>
                  </a:lnTo>
                  <a:lnTo>
                    <a:pt x="828" y="19757"/>
                  </a:lnTo>
                  <a:lnTo>
                    <a:pt x="1050" y="19736"/>
                  </a:lnTo>
                  <a:lnTo>
                    <a:pt x="1292" y="19676"/>
                  </a:lnTo>
                  <a:lnTo>
                    <a:pt x="1514" y="19595"/>
                  </a:lnTo>
                  <a:lnTo>
                    <a:pt x="1736" y="19494"/>
                  </a:lnTo>
                  <a:lnTo>
                    <a:pt x="1938" y="19353"/>
                  </a:lnTo>
                  <a:lnTo>
                    <a:pt x="2140" y="19212"/>
                  </a:lnTo>
                  <a:lnTo>
                    <a:pt x="2341" y="19050"/>
                  </a:lnTo>
                  <a:lnTo>
                    <a:pt x="2705" y="18727"/>
                  </a:lnTo>
                  <a:lnTo>
                    <a:pt x="3411" y="18061"/>
                  </a:lnTo>
                  <a:lnTo>
                    <a:pt x="4077" y="17395"/>
                  </a:lnTo>
                  <a:lnTo>
                    <a:pt x="5167" y="16326"/>
                  </a:lnTo>
                  <a:lnTo>
                    <a:pt x="5732" y="15821"/>
                  </a:lnTo>
                  <a:lnTo>
                    <a:pt x="6297" y="15297"/>
                  </a:lnTo>
                  <a:lnTo>
                    <a:pt x="6862" y="14812"/>
                  </a:lnTo>
                  <a:lnTo>
                    <a:pt x="7467" y="14348"/>
                  </a:lnTo>
                  <a:lnTo>
                    <a:pt x="8093" y="13904"/>
                  </a:lnTo>
                  <a:lnTo>
                    <a:pt x="8718" y="13501"/>
                  </a:lnTo>
                  <a:lnTo>
                    <a:pt x="9162" y="13238"/>
                  </a:lnTo>
                  <a:lnTo>
                    <a:pt x="9626" y="12996"/>
                  </a:lnTo>
                  <a:lnTo>
                    <a:pt x="10555" y="12532"/>
                  </a:lnTo>
                  <a:lnTo>
                    <a:pt x="11584" y="12007"/>
                  </a:lnTo>
                  <a:lnTo>
                    <a:pt x="12088" y="11725"/>
                  </a:lnTo>
                  <a:lnTo>
                    <a:pt x="12573" y="11442"/>
                  </a:lnTo>
                  <a:lnTo>
                    <a:pt x="13057" y="11119"/>
                  </a:lnTo>
                  <a:lnTo>
                    <a:pt x="13521" y="10776"/>
                  </a:lnTo>
                  <a:lnTo>
                    <a:pt x="13743" y="10575"/>
                  </a:lnTo>
                  <a:lnTo>
                    <a:pt x="13945" y="10393"/>
                  </a:lnTo>
                  <a:lnTo>
                    <a:pt x="14147" y="10171"/>
                  </a:lnTo>
                  <a:lnTo>
                    <a:pt x="14328" y="9969"/>
                  </a:lnTo>
                  <a:lnTo>
                    <a:pt x="14550" y="9687"/>
                  </a:lnTo>
                  <a:lnTo>
                    <a:pt x="14752" y="9404"/>
                  </a:lnTo>
                  <a:lnTo>
                    <a:pt x="14934" y="9122"/>
                  </a:lnTo>
                  <a:lnTo>
                    <a:pt x="15115" y="8799"/>
                  </a:lnTo>
                  <a:lnTo>
                    <a:pt x="15277" y="8476"/>
                  </a:lnTo>
                  <a:lnTo>
                    <a:pt x="15418" y="8133"/>
                  </a:lnTo>
                  <a:lnTo>
                    <a:pt x="15559" y="7790"/>
                  </a:lnTo>
                  <a:lnTo>
                    <a:pt x="15660" y="7406"/>
                  </a:lnTo>
                  <a:lnTo>
                    <a:pt x="15761" y="7023"/>
                  </a:lnTo>
                  <a:lnTo>
                    <a:pt x="15862" y="6619"/>
                  </a:lnTo>
                  <a:lnTo>
                    <a:pt x="15943" y="6196"/>
                  </a:lnTo>
                  <a:lnTo>
                    <a:pt x="16003" y="5752"/>
                  </a:lnTo>
                  <a:lnTo>
                    <a:pt x="16044" y="5287"/>
                  </a:lnTo>
                  <a:lnTo>
                    <a:pt x="16084" y="4823"/>
                  </a:lnTo>
                  <a:lnTo>
                    <a:pt x="16104" y="4319"/>
                  </a:lnTo>
                  <a:lnTo>
                    <a:pt x="16124" y="3814"/>
                  </a:lnTo>
                  <a:lnTo>
                    <a:pt x="16124" y="3431"/>
                  </a:lnTo>
                  <a:lnTo>
                    <a:pt x="16104" y="3068"/>
                  </a:lnTo>
                  <a:lnTo>
                    <a:pt x="16084" y="2684"/>
                  </a:lnTo>
                  <a:lnTo>
                    <a:pt x="16023" y="2321"/>
                  </a:lnTo>
                  <a:lnTo>
                    <a:pt x="15943" y="1958"/>
                  </a:lnTo>
                  <a:lnTo>
                    <a:pt x="15842" y="1615"/>
                  </a:lnTo>
                  <a:lnTo>
                    <a:pt x="15701" y="1292"/>
                  </a:lnTo>
                  <a:lnTo>
                    <a:pt x="15519" y="969"/>
                  </a:lnTo>
                  <a:lnTo>
                    <a:pt x="15418" y="828"/>
                  </a:lnTo>
                  <a:lnTo>
                    <a:pt x="15297" y="707"/>
                  </a:lnTo>
                  <a:lnTo>
                    <a:pt x="15196" y="585"/>
                  </a:lnTo>
                  <a:lnTo>
                    <a:pt x="15055" y="485"/>
                  </a:lnTo>
                  <a:lnTo>
                    <a:pt x="14934" y="384"/>
                  </a:lnTo>
                  <a:lnTo>
                    <a:pt x="14792" y="303"/>
                  </a:lnTo>
                  <a:lnTo>
                    <a:pt x="14490" y="142"/>
                  </a:lnTo>
                  <a:lnTo>
                    <a:pt x="14187" y="61"/>
                  </a:lnTo>
                  <a:lnTo>
                    <a:pt x="14026" y="20"/>
                  </a:lnTo>
                  <a:lnTo>
                    <a:pt x="13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 flipH="1">
              <a:off x="-3379293" y="-5020451"/>
              <a:ext cx="1990251" cy="2226013"/>
            </a:xfrm>
            <a:custGeom>
              <a:rect b="b" l="l" r="r" t="t"/>
              <a:pathLst>
                <a:path extrusionOk="0" h="39816" w="35599">
                  <a:moveTo>
                    <a:pt x="16346" y="81"/>
                  </a:moveTo>
                  <a:lnTo>
                    <a:pt x="18606" y="102"/>
                  </a:lnTo>
                  <a:lnTo>
                    <a:pt x="19737" y="122"/>
                  </a:lnTo>
                  <a:lnTo>
                    <a:pt x="20867" y="162"/>
                  </a:lnTo>
                  <a:lnTo>
                    <a:pt x="22017" y="223"/>
                  </a:lnTo>
                  <a:lnTo>
                    <a:pt x="23147" y="283"/>
                  </a:lnTo>
                  <a:lnTo>
                    <a:pt x="24277" y="364"/>
                  </a:lnTo>
                  <a:lnTo>
                    <a:pt x="25407" y="465"/>
                  </a:lnTo>
                  <a:lnTo>
                    <a:pt x="26537" y="586"/>
                  </a:lnTo>
                  <a:lnTo>
                    <a:pt x="27667" y="747"/>
                  </a:lnTo>
                  <a:lnTo>
                    <a:pt x="28555" y="868"/>
                  </a:lnTo>
                  <a:lnTo>
                    <a:pt x="29443" y="1050"/>
                  </a:lnTo>
                  <a:lnTo>
                    <a:pt x="29887" y="1151"/>
                  </a:lnTo>
                  <a:lnTo>
                    <a:pt x="30311" y="1272"/>
                  </a:lnTo>
                  <a:lnTo>
                    <a:pt x="30755" y="1413"/>
                  </a:lnTo>
                  <a:lnTo>
                    <a:pt x="31179" y="1554"/>
                  </a:lnTo>
                  <a:lnTo>
                    <a:pt x="31582" y="1736"/>
                  </a:lnTo>
                  <a:lnTo>
                    <a:pt x="31986" y="1918"/>
                  </a:lnTo>
                  <a:lnTo>
                    <a:pt x="32369" y="2140"/>
                  </a:lnTo>
                  <a:lnTo>
                    <a:pt x="32732" y="2382"/>
                  </a:lnTo>
                  <a:lnTo>
                    <a:pt x="33076" y="2644"/>
                  </a:lnTo>
                  <a:lnTo>
                    <a:pt x="33419" y="2927"/>
                  </a:lnTo>
                  <a:lnTo>
                    <a:pt x="33721" y="3250"/>
                  </a:lnTo>
                  <a:lnTo>
                    <a:pt x="34004" y="3593"/>
                  </a:lnTo>
                  <a:lnTo>
                    <a:pt x="34165" y="3815"/>
                  </a:lnTo>
                  <a:lnTo>
                    <a:pt x="34307" y="4057"/>
                  </a:lnTo>
                  <a:lnTo>
                    <a:pt x="34448" y="4299"/>
                  </a:lnTo>
                  <a:lnTo>
                    <a:pt x="34569" y="4561"/>
                  </a:lnTo>
                  <a:lnTo>
                    <a:pt x="34771" y="5066"/>
                  </a:lnTo>
                  <a:lnTo>
                    <a:pt x="34932" y="5611"/>
                  </a:lnTo>
                  <a:lnTo>
                    <a:pt x="35073" y="6135"/>
                  </a:lnTo>
                  <a:lnTo>
                    <a:pt x="35174" y="6680"/>
                  </a:lnTo>
                  <a:lnTo>
                    <a:pt x="35255" y="7205"/>
                  </a:lnTo>
                  <a:lnTo>
                    <a:pt x="35316" y="7730"/>
                  </a:lnTo>
                  <a:lnTo>
                    <a:pt x="35416" y="8577"/>
                  </a:lnTo>
                  <a:lnTo>
                    <a:pt x="35477" y="9445"/>
                  </a:lnTo>
                  <a:lnTo>
                    <a:pt x="35517" y="10333"/>
                  </a:lnTo>
                  <a:lnTo>
                    <a:pt x="35517" y="11261"/>
                  </a:lnTo>
                  <a:lnTo>
                    <a:pt x="35517" y="12230"/>
                  </a:lnTo>
                  <a:lnTo>
                    <a:pt x="35497" y="13219"/>
                  </a:lnTo>
                  <a:lnTo>
                    <a:pt x="35457" y="14248"/>
                  </a:lnTo>
                  <a:lnTo>
                    <a:pt x="35376" y="15337"/>
                  </a:lnTo>
                  <a:lnTo>
                    <a:pt x="35316" y="16165"/>
                  </a:lnTo>
                  <a:lnTo>
                    <a:pt x="35235" y="17033"/>
                  </a:lnTo>
                  <a:lnTo>
                    <a:pt x="35134" y="17921"/>
                  </a:lnTo>
                  <a:lnTo>
                    <a:pt x="34993" y="18808"/>
                  </a:lnTo>
                  <a:lnTo>
                    <a:pt x="34831" y="19717"/>
                  </a:lnTo>
                  <a:lnTo>
                    <a:pt x="34629" y="20625"/>
                  </a:lnTo>
                  <a:lnTo>
                    <a:pt x="34508" y="21089"/>
                  </a:lnTo>
                  <a:lnTo>
                    <a:pt x="34367" y="21533"/>
                  </a:lnTo>
                  <a:lnTo>
                    <a:pt x="34226" y="21997"/>
                  </a:lnTo>
                  <a:lnTo>
                    <a:pt x="34064" y="22441"/>
                  </a:lnTo>
                  <a:lnTo>
                    <a:pt x="33943" y="22784"/>
                  </a:lnTo>
                  <a:lnTo>
                    <a:pt x="33782" y="23127"/>
                  </a:lnTo>
                  <a:lnTo>
                    <a:pt x="33620" y="23490"/>
                  </a:lnTo>
                  <a:lnTo>
                    <a:pt x="33419" y="23833"/>
                  </a:lnTo>
                  <a:lnTo>
                    <a:pt x="33197" y="24176"/>
                  </a:lnTo>
                  <a:lnTo>
                    <a:pt x="32934" y="24479"/>
                  </a:lnTo>
                  <a:lnTo>
                    <a:pt x="32793" y="24641"/>
                  </a:lnTo>
                  <a:lnTo>
                    <a:pt x="32632" y="24782"/>
                  </a:lnTo>
                  <a:lnTo>
                    <a:pt x="32470" y="24903"/>
                  </a:lnTo>
                  <a:lnTo>
                    <a:pt x="32309" y="25024"/>
                  </a:lnTo>
                  <a:lnTo>
                    <a:pt x="32107" y="25145"/>
                  </a:lnTo>
                  <a:lnTo>
                    <a:pt x="31925" y="25226"/>
                  </a:lnTo>
                  <a:lnTo>
                    <a:pt x="31723" y="25327"/>
                  </a:lnTo>
                  <a:lnTo>
                    <a:pt x="31522" y="25387"/>
                  </a:lnTo>
                  <a:lnTo>
                    <a:pt x="31118" y="25508"/>
                  </a:lnTo>
                  <a:lnTo>
                    <a:pt x="30694" y="25569"/>
                  </a:lnTo>
                  <a:lnTo>
                    <a:pt x="30250" y="25609"/>
                  </a:lnTo>
                  <a:lnTo>
                    <a:pt x="29403" y="25609"/>
                  </a:lnTo>
                  <a:lnTo>
                    <a:pt x="28979" y="25589"/>
                  </a:lnTo>
                  <a:lnTo>
                    <a:pt x="27809" y="25488"/>
                  </a:lnTo>
                  <a:lnTo>
                    <a:pt x="26658" y="25347"/>
                  </a:lnTo>
                  <a:lnTo>
                    <a:pt x="25508" y="25185"/>
                  </a:lnTo>
                  <a:lnTo>
                    <a:pt x="24358" y="25004"/>
                  </a:lnTo>
                  <a:lnTo>
                    <a:pt x="23248" y="24842"/>
                  </a:lnTo>
                  <a:lnTo>
                    <a:pt x="22118" y="24681"/>
                  </a:lnTo>
                  <a:lnTo>
                    <a:pt x="20988" y="24540"/>
                  </a:lnTo>
                  <a:lnTo>
                    <a:pt x="19837" y="24439"/>
                  </a:lnTo>
                  <a:lnTo>
                    <a:pt x="19272" y="24398"/>
                  </a:lnTo>
                  <a:lnTo>
                    <a:pt x="18707" y="24378"/>
                  </a:lnTo>
                  <a:lnTo>
                    <a:pt x="17577" y="24378"/>
                  </a:lnTo>
                  <a:lnTo>
                    <a:pt x="17012" y="24419"/>
                  </a:lnTo>
                  <a:lnTo>
                    <a:pt x="16447" y="24459"/>
                  </a:lnTo>
                  <a:lnTo>
                    <a:pt x="15882" y="24540"/>
                  </a:lnTo>
                  <a:lnTo>
                    <a:pt x="15317" y="24620"/>
                  </a:lnTo>
                  <a:lnTo>
                    <a:pt x="14631" y="24762"/>
                  </a:lnTo>
                  <a:lnTo>
                    <a:pt x="13965" y="24943"/>
                  </a:lnTo>
                  <a:lnTo>
                    <a:pt x="13319" y="25165"/>
                  </a:lnTo>
                  <a:lnTo>
                    <a:pt x="12674" y="25407"/>
                  </a:lnTo>
                  <a:lnTo>
                    <a:pt x="12048" y="25690"/>
                  </a:lnTo>
                  <a:lnTo>
                    <a:pt x="11422" y="25993"/>
                  </a:lnTo>
                  <a:lnTo>
                    <a:pt x="10817" y="26336"/>
                  </a:lnTo>
                  <a:lnTo>
                    <a:pt x="10232" y="26699"/>
                  </a:lnTo>
                  <a:lnTo>
                    <a:pt x="9667" y="27102"/>
                  </a:lnTo>
                  <a:lnTo>
                    <a:pt x="9122" y="27526"/>
                  </a:lnTo>
                  <a:lnTo>
                    <a:pt x="8597" y="27990"/>
                  </a:lnTo>
                  <a:lnTo>
                    <a:pt x="8093" y="28455"/>
                  </a:lnTo>
                  <a:lnTo>
                    <a:pt x="7608" y="28959"/>
                  </a:lnTo>
                  <a:lnTo>
                    <a:pt x="7164" y="29484"/>
                  </a:lnTo>
                  <a:lnTo>
                    <a:pt x="6741" y="30029"/>
                  </a:lnTo>
                  <a:lnTo>
                    <a:pt x="6357" y="30594"/>
                  </a:lnTo>
                  <a:lnTo>
                    <a:pt x="6014" y="31159"/>
                  </a:lnTo>
                  <a:lnTo>
                    <a:pt x="5691" y="31744"/>
                  </a:lnTo>
                  <a:lnTo>
                    <a:pt x="5389" y="32329"/>
                  </a:lnTo>
                  <a:lnTo>
                    <a:pt x="5106" y="32914"/>
                  </a:lnTo>
                  <a:lnTo>
                    <a:pt x="4844" y="33520"/>
                  </a:lnTo>
                  <a:lnTo>
                    <a:pt x="4581" y="34125"/>
                  </a:lnTo>
                  <a:lnTo>
                    <a:pt x="4097" y="35336"/>
                  </a:lnTo>
                  <a:lnTo>
                    <a:pt x="3714" y="36264"/>
                  </a:lnTo>
                  <a:lnTo>
                    <a:pt x="3330" y="37172"/>
                  </a:lnTo>
                  <a:lnTo>
                    <a:pt x="2927" y="38080"/>
                  </a:lnTo>
                  <a:lnTo>
                    <a:pt x="2705" y="38524"/>
                  </a:lnTo>
                  <a:lnTo>
                    <a:pt x="2483" y="38948"/>
                  </a:lnTo>
                  <a:lnTo>
                    <a:pt x="2402" y="39089"/>
                  </a:lnTo>
                  <a:lnTo>
                    <a:pt x="2321" y="39211"/>
                  </a:lnTo>
                  <a:lnTo>
                    <a:pt x="2220" y="39332"/>
                  </a:lnTo>
                  <a:lnTo>
                    <a:pt x="2099" y="39453"/>
                  </a:lnTo>
                  <a:lnTo>
                    <a:pt x="1978" y="39554"/>
                  </a:lnTo>
                  <a:lnTo>
                    <a:pt x="1857" y="39634"/>
                  </a:lnTo>
                  <a:lnTo>
                    <a:pt x="1736" y="39695"/>
                  </a:lnTo>
                  <a:lnTo>
                    <a:pt x="1615" y="39715"/>
                  </a:lnTo>
                  <a:lnTo>
                    <a:pt x="1413" y="39715"/>
                  </a:lnTo>
                  <a:lnTo>
                    <a:pt x="1312" y="39654"/>
                  </a:lnTo>
                  <a:lnTo>
                    <a:pt x="1231" y="39594"/>
                  </a:lnTo>
                  <a:lnTo>
                    <a:pt x="1191" y="39513"/>
                  </a:lnTo>
                  <a:lnTo>
                    <a:pt x="1131" y="39433"/>
                  </a:lnTo>
                  <a:lnTo>
                    <a:pt x="1110" y="39352"/>
                  </a:lnTo>
                  <a:lnTo>
                    <a:pt x="1090" y="39251"/>
                  </a:lnTo>
                  <a:lnTo>
                    <a:pt x="1090" y="39049"/>
                  </a:lnTo>
                  <a:lnTo>
                    <a:pt x="1110" y="38847"/>
                  </a:lnTo>
                  <a:lnTo>
                    <a:pt x="1252" y="38040"/>
                  </a:lnTo>
                  <a:lnTo>
                    <a:pt x="1393" y="37253"/>
                  </a:lnTo>
                  <a:lnTo>
                    <a:pt x="1575" y="36466"/>
                  </a:lnTo>
                  <a:lnTo>
                    <a:pt x="1776" y="35699"/>
                  </a:lnTo>
                  <a:lnTo>
                    <a:pt x="2018" y="34630"/>
                  </a:lnTo>
                  <a:lnTo>
                    <a:pt x="2261" y="33560"/>
                  </a:lnTo>
                  <a:lnTo>
                    <a:pt x="2422" y="32551"/>
                  </a:lnTo>
                  <a:lnTo>
                    <a:pt x="2563" y="31562"/>
                  </a:lnTo>
                  <a:lnTo>
                    <a:pt x="2664" y="30533"/>
                  </a:lnTo>
                  <a:lnTo>
                    <a:pt x="2705" y="29524"/>
                  </a:lnTo>
                  <a:lnTo>
                    <a:pt x="2745" y="28515"/>
                  </a:lnTo>
                  <a:lnTo>
                    <a:pt x="2745" y="27506"/>
                  </a:lnTo>
                  <a:lnTo>
                    <a:pt x="2705" y="26477"/>
                  </a:lnTo>
                  <a:lnTo>
                    <a:pt x="2644" y="25468"/>
                  </a:lnTo>
                  <a:lnTo>
                    <a:pt x="2563" y="24439"/>
                  </a:lnTo>
                  <a:lnTo>
                    <a:pt x="2462" y="23430"/>
                  </a:lnTo>
                  <a:lnTo>
                    <a:pt x="2362" y="22401"/>
                  </a:lnTo>
                  <a:lnTo>
                    <a:pt x="2240" y="21392"/>
                  </a:lnTo>
                  <a:lnTo>
                    <a:pt x="1958" y="19374"/>
                  </a:lnTo>
                  <a:lnTo>
                    <a:pt x="1655" y="17355"/>
                  </a:lnTo>
                  <a:lnTo>
                    <a:pt x="1595" y="16972"/>
                  </a:lnTo>
                  <a:lnTo>
                    <a:pt x="1030" y="13219"/>
                  </a:lnTo>
                  <a:lnTo>
                    <a:pt x="485" y="9465"/>
                  </a:lnTo>
                  <a:lnTo>
                    <a:pt x="323" y="8234"/>
                  </a:lnTo>
                  <a:lnTo>
                    <a:pt x="182" y="7043"/>
                  </a:lnTo>
                  <a:lnTo>
                    <a:pt x="142" y="6458"/>
                  </a:lnTo>
                  <a:lnTo>
                    <a:pt x="101" y="5873"/>
                  </a:lnTo>
                  <a:lnTo>
                    <a:pt x="81" y="5308"/>
                  </a:lnTo>
                  <a:lnTo>
                    <a:pt x="81" y="4723"/>
                  </a:lnTo>
                  <a:lnTo>
                    <a:pt x="81" y="4521"/>
                  </a:lnTo>
                  <a:lnTo>
                    <a:pt x="101" y="3633"/>
                  </a:lnTo>
                  <a:lnTo>
                    <a:pt x="142" y="3129"/>
                  </a:lnTo>
                  <a:lnTo>
                    <a:pt x="202" y="2604"/>
                  </a:lnTo>
                  <a:lnTo>
                    <a:pt x="283" y="2099"/>
                  </a:lnTo>
                  <a:lnTo>
                    <a:pt x="323" y="1857"/>
                  </a:lnTo>
                  <a:lnTo>
                    <a:pt x="404" y="1635"/>
                  </a:lnTo>
                  <a:lnTo>
                    <a:pt x="465" y="1413"/>
                  </a:lnTo>
                  <a:lnTo>
                    <a:pt x="566" y="1211"/>
                  </a:lnTo>
                  <a:lnTo>
                    <a:pt x="666" y="1010"/>
                  </a:lnTo>
                  <a:lnTo>
                    <a:pt x="767" y="848"/>
                  </a:lnTo>
                  <a:lnTo>
                    <a:pt x="848" y="747"/>
                  </a:lnTo>
                  <a:lnTo>
                    <a:pt x="929" y="687"/>
                  </a:lnTo>
                  <a:lnTo>
                    <a:pt x="1110" y="545"/>
                  </a:lnTo>
                  <a:lnTo>
                    <a:pt x="1332" y="445"/>
                  </a:lnTo>
                  <a:lnTo>
                    <a:pt x="1575" y="364"/>
                  </a:lnTo>
                  <a:lnTo>
                    <a:pt x="1837" y="303"/>
                  </a:lnTo>
                  <a:lnTo>
                    <a:pt x="2099" y="283"/>
                  </a:lnTo>
                  <a:lnTo>
                    <a:pt x="2382" y="263"/>
                  </a:lnTo>
                  <a:lnTo>
                    <a:pt x="2684" y="243"/>
                  </a:lnTo>
                  <a:lnTo>
                    <a:pt x="3169" y="263"/>
                  </a:lnTo>
                  <a:lnTo>
                    <a:pt x="3633" y="283"/>
                  </a:lnTo>
                  <a:lnTo>
                    <a:pt x="4057" y="303"/>
                  </a:lnTo>
                  <a:lnTo>
                    <a:pt x="4440" y="303"/>
                  </a:lnTo>
                  <a:lnTo>
                    <a:pt x="9586" y="202"/>
                  </a:lnTo>
                  <a:lnTo>
                    <a:pt x="11826" y="142"/>
                  </a:lnTo>
                  <a:lnTo>
                    <a:pt x="14066" y="102"/>
                  </a:lnTo>
                  <a:lnTo>
                    <a:pt x="16346" y="81"/>
                  </a:lnTo>
                  <a:close/>
                  <a:moveTo>
                    <a:pt x="16346" y="1"/>
                  </a:moveTo>
                  <a:lnTo>
                    <a:pt x="14066" y="21"/>
                  </a:lnTo>
                  <a:lnTo>
                    <a:pt x="11826" y="61"/>
                  </a:lnTo>
                  <a:lnTo>
                    <a:pt x="9586" y="122"/>
                  </a:lnTo>
                  <a:lnTo>
                    <a:pt x="4420" y="223"/>
                  </a:lnTo>
                  <a:lnTo>
                    <a:pt x="4057" y="223"/>
                  </a:lnTo>
                  <a:lnTo>
                    <a:pt x="3633" y="202"/>
                  </a:lnTo>
                  <a:lnTo>
                    <a:pt x="2805" y="162"/>
                  </a:lnTo>
                  <a:lnTo>
                    <a:pt x="2382" y="182"/>
                  </a:lnTo>
                  <a:lnTo>
                    <a:pt x="1978" y="202"/>
                  </a:lnTo>
                  <a:lnTo>
                    <a:pt x="1595" y="283"/>
                  </a:lnTo>
                  <a:lnTo>
                    <a:pt x="1413" y="324"/>
                  </a:lnTo>
                  <a:lnTo>
                    <a:pt x="1252" y="384"/>
                  </a:lnTo>
                  <a:lnTo>
                    <a:pt x="1090" y="465"/>
                  </a:lnTo>
                  <a:lnTo>
                    <a:pt x="949" y="566"/>
                  </a:lnTo>
                  <a:lnTo>
                    <a:pt x="828" y="667"/>
                  </a:lnTo>
                  <a:lnTo>
                    <a:pt x="707" y="788"/>
                  </a:lnTo>
                  <a:lnTo>
                    <a:pt x="586" y="969"/>
                  </a:lnTo>
                  <a:lnTo>
                    <a:pt x="485" y="1151"/>
                  </a:lnTo>
                  <a:lnTo>
                    <a:pt x="404" y="1373"/>
                  </a:lnTo>
                  <a:lnTo>
                    <a:pt x="323" y="1575"/>
                  </a:lnTo>
                  <a:lnTo>
                    <a:pt x="263" y="1817"/>
                  </a:lnTo>
                  <a:lnTo>
                    <a:pt x="202" y="2059"/>
                  </a:lnTo>
                  <a:lnTo>
                    <a:pt x="122" y="2563"/>
                  </a:lnTo>
                  <a:lnTo>
                    <a:pt x="61" y="3068"/>
                  </a:lnTo>
                  <a:lnTo>
                    <a:pt x="21" y="3593"/>
                  </a:lnTo>
                  <a:lnTo>
                    <a:pt x="0" y="4521"/>
                  </a:lnTo>
                  <a:lnTo>
                    <a:pt x="0" y="4723"/>
                  </a:lnTo>
                  <a:lnTo>
                    <a:pt x="0" y="5308"/>
                  </a:lnTo>
                  <a:lnTo>
                    <a:pt x="21" y="5873"/>
                  </a:lnTo>
                  <a:lnTo>
                    <a:pt x="61" y="6458"/>
                  </a:lnTo>
                  <a:lnTo>
                    <a:pt x="101" y="7043"/>
                  </a:lnTo>
                  <a:lnTo>
                    <a:pt x="243" y="8234"/>
                  </a:lnTo>
                  <a:lnTo>
                    <a:pt x="404" y="9465"/>
                  </a:lnTo>
                  <a:lnTo>
                    <a:pt x="949" y="13219"/>
                  </a:lnTo>
                  <a:lnTo>
                    <a:pt x="1514" y="16992"/>
                  </a:lnTo>
                  <a:lnTo>
                    <a:pt x="1575" y="17376"/>
                  </a:lnTo>
                  <a:lnTo>
                    <a:pt x="1877" y="19374"/>
                  </a:lnTo>
                  <a:lnTo>
                    <a:pt x="2160" y="21392"/>
                  </a:lnTo>
                  <a:lnTo>
                    <a:pt x="2281" y="22421"/>
                  </a:lnTo>
                  <a:lnTo>
                    <a:pt x="2382" y="23430"/>
                  </a:lnTo>
                  <a:lnTo>
                    <a:pt x="2483" y="24439"/>
                  </a:lnTo>
                  <a:lnTo>
                    <a:pt x="2563" y="25468"/>
                  </a:lnTo>
                  <a:lnTo>
                    <a:pt x="2624" y="26477"/>
                  </a:lnTo>
                  <a:lnTo>
                    <a:pt x="2664" y="27486"/>
                  </a:lnTo>
                  <a:lnTo>
                    <a:pt x="2664" y="28515"/>
                  </a:lnTo>
                  <a:lnTo>
                    <a:pt x="2644" y="29524"/>
                  </a:lnTo>
                  <a:lnTo>
                    <a:pt x="2584" y="30533"/>
                  </a:lnTo>
                  <a:lnTo>
                    <a:pt x="2483" y="31542"/>
                  </a:lnTo>
                  <a:lnTo>
                    <a:pt x="2341" y="32551"/>
                  </a:lnTo>
                  <a:lnTo>
                    <a:pt x="2180" y="33540"/>
                  </a:lnTo>
                  <a:lnTo>
                    <a:pt x="1938" y="34630"/>
                  </a:lnTo>
                  <a:lnTo>
                    <a:pt x="1696" y="35679"/>
                  </a:lnTo>
                  <a:lnTo>
                    <a:pt x="1494" y="36466"/>
                  </a:lnTo>
                  <a:lnTo>
                    <a:pt x="1332" y="37233"/>
                  </a:lnTo>
                  <a:lnTo>
                    <a:pt x="1171" y="38040"/>
                  </a:lnTo>
                  <a:lnTo>
                    <a:pt x="1030" y="38827"/>
                  </a:lnTo>
                  <a:lnTo>
                    <a:pt x="1009" y="39049"/>
                  </a:lnTo>
                  <a:lnTo>
                    <a:pt x="1009" y="39271"/>
                  </a:lnTo>
                  <a:lnTo>
                    <a:pt x="1030" y="39372"/>
                  </a:lnTo>
                  <a:lnTo>
                    <a:pt x="1070" y="39473"/>
                  </a:lnTo>
                  <a:lnTo>
                    <a:pt x="1110" y="39574"/>
                  </a:lnTo>
                  <a:lnTo>
                    <a:pt x="1191" y="39654"/>
                  </a:lnTo>
                  <a:lnTo>
                    <a:pt x="1252" y="39715"/>
                  </a:lnTo>
                  <a:lnTo>
                    <a:pt x="1353" y="39776"/>
                  </a:lnTo>
                  <a:lnTo>
                    <a:pt x="1433" y="39796"/>
                  </a:lnTo>
                  <a:lnTo>
                    <a:pt x="1534" y="39816"/>
                  </a:lnTo>
                  <a:lnTo>
                    <a:pt x="1615" y="39796"/>
                  </a:lnTo>
                  <a:lnTo>
                    <a:pt x="1756" y="39776"/>
                  </a:lnTo>
                  <a:lnTo>
                    <a:pt x="1897" y="39695"/>
                  </a:lnTo>
                  <a:lnTo>
                    <a:pt x="2018" y="39614"/>
                  </a:lnTo>
                  <a:lnTo>
                    <a:pt x="2160" y="39513"/>
                  </a:lnTo>
                  <a:lnTo>
                    <a:pt x="2281" y="39392"/>
                  </a:lnTo>
                  <a:lnTo>
                    <a:pt x="2382" y="39271"/>
                  </a:lnTo>
                  <a:lnTo>
                    <a:pt x="2483" y="39130"/>
                  </a:lnTo>
                  <a:lnTo>
                    <a:pt x="2563" y="38989"/>
                  </a:lnTo>
                  <a:lnTo>
                    <a:pt x="2785" y="38565"/>
                  </a:lnTo>
                  <a:lnTo>
                    <a:pt x="3007" y="38101"/>
                  </a:lnTo>
                  <a:lnTo>
                    <a:pt x="3411" y="37193"/>
                  </a:lnTo>
                  <a:lnTo>
                    <a:pt x="3794" y="36284"/>
                  </a:lnTo>
                  <a:lnTo>
                    <a:pt x="4158" y="35376"/>
                  </a:lnTo>
                  <a:lnTo>
                    <a:pt x="4662" y="34166"/>
                  </a:lnTo>
                  <a:lnTo>
                    <a:pt x="4904" y="33560"/>
                  </a:lnTo>
                  <a:lnTo>
                    <a:pt x="5187" y="32955"/>
                  </a:lnTo>
                  <a:lnTo>
                    <a:pt x="5469" y="32369"/>
                  </a:lnTo>
                  <a:lnTo>
                    <a:pt x="5752" y="31784"/>
                  </a:lnTo>
                  <a:lnTo>
                    <a:pt x="6075" y="31199"/>
                  </a:lnTo>
                  <a:lnTo>
                    <a:pt x="6418" y="30654"/>
                  </a:lnTo>
                  <a:lnTo>
                    <a:pt x="6821" y="30089"/>
                  </a:lnTo>
                  <a:lnTo>
                    <a:pt x="7225" y="29544"/>
                  </a:lnTo>
                  <a:lnTo>
                    <a:pt x="7669" y="29020"/>
                  </a:lnTo>
                  <a:lnTo>
                    <a:pt x="8153" y="28515"/>
                  </a:lnTo>
                  <a:lnTo>
                    <a:pt x="8638" y="28051"/>
                  </a:lnTo>
                  <a:lnTo>
                    <a:pt x="9162" y="27587"/>
                  </a:lnTo>
                  <a:lnTo>
                    <a:pt x="9707" y="27163"/>
                  </a:lnTo>
                  <a:lnTo>
                    <a:pt x="10272" y="26780"/>
                  </a:lnTo>
                  <a:lnTo>
                    <a:pt x="10857" y="26396"/>
                  </a:lnTo>
                  <a:lnTo>
                    <a:pt x="11463" y="26073"/>
                  </a:lnTo>
                  <a:lnTo>
                    <a:pt x="12068" y="25750"/>
                  </a:lnTo>
                  <a:lnTo>
                    <a:pt x="12694" y="25468"/>
                  </a:lnTo>
                  <a:lnTo>
                    <a:pt x="13339" y="25226"/>
                  </a:lnTo>
                  <a:lnTo>
                    <a:pt x="14005" y="25024"/>
                  </a:lnTo>
                  <a:lnTo>
                    <a:pt x="14651" y="24842"/>
                  </a:lnTo>
                  <a:lnTo>
                    <a:pt x="15337" y="24701"/>
                  </a:lnTo>
                  <a:lnTo>
                    <a:pt x="15882" y="24600"/>
                  </a:lnTo>
                  <a:lnTo>
                    <a:pt x="16447" y="24540"/>
                  </a:lnTo>
                  <a:lnTo>
                    <a:pt x="17012" y="24499"/>
                  </a:lnTo>
                  <a:lnTo>
                    <a:pt x="17577" y="24459"/>
                  </a:lnTo>
                  <a:lnTo>
                    <a:pt x="18707" y="24459"/>
                  </a:lnTo>
                  <a:lnTo>
                    <a:pt x="19272" y="24479"/>
                  </a:lnTo>
                  <a:lnTo>
                    <a:pt x="19837" y="24519"/>
                  </a:lnTo>
                  <a:lnTo>
                    <a:pt x="20968" y="24620"/>
                  </a:lnTo>
                  <a:lnTo>
                    <a:pt x="22098" y="24762"/>
                  </a:lnTo>
                  <a:lnTo>
                    <a:pt x="23228" y="24923"/>
                  </a:lnTo>
                  <a:lnTo>
                    <a:pt x="24338" y="25084"/>
                  </a:lnTo>
                  <a:lnTo>
                    <a:pt x="25488" y="25266"/>
                  </a:lnTo>
                  <a:lnTo>
                    <a:pt x="26638" y="25428"/>
                  </a:lnTo>
                  <a:lnTo>
                    <a:pt x="27809" y="25569"/>
                  </a:lnTo>
                  <a:lnTo>
                    <a:pt x="28979" y="25670"/>
                  </a:lnTo>
                  <a:lnTo>
                    <a:pt x="29403" y="25690"/>
                  </a:lnTo>
                  <a:lnTo>
                    <a:pt x="30271" y="25690"/>
                  </a:lnTo>
                  <a:lnTo>
                    <a:pt x="30714" y="25650"/>
                  </a:lnTo>
                  <a:lnTo>
                    <a:pt x="31138" y="25569"/>
                  </a:lnTo>
                  <a:lnTo>
                    <a:pt x="31562" y="25468"/>
                  </a:lnTo>
                  <a:lnTo>
                    <a:pt x="31764" y="25387"/>
                  </a:lnTo>
                  <a:lnTo>
                    <a:pt x="31966" y="25306"/>
                  </a:lnTo>
                  <a:lnTo>
                    <a:pt x="32147" y="25206"/>
                  </a:lnTo>
                  <a:lnTo>
                    <a:pt x="32349" y="25084"/>
                  </a:lnTo>
                  <a:lnTo>
                    <a:pt x="32511" y="24963"/>
                  </a:lnTo>
                  <a:lnTo>
                    <a:pt x="32692" y="24842"/>
                  </a:lnTo>
                  <a:lnTo>
                    <a:pt x="32833" y="24701"/>
                  </a:lnTo>
                  <a:lnTo>
                    <a:pt x="32995" y="24540"/>
                  </a:lnTo>
                  <a:lnTo>
                    <a:pt x="33257" y="24217"/>
                  </a:lnTo>
                  <a:lnTo>
                    <a:pt x="33479" y="23874"/>
                  </a:lnTo>
                  <a:lnTo>
                    <a:pt x="33681" y="23531"/>
                  </a:lnTo>
                  <a:lnTo>
                    <a:pt x="33863" y="23167"/>
                  </a:lnTo>
                  <a:lnTo>
                    <a:pt x="34004" y="22804"/>
                  </a:lnTo>
                  <a:lnTo>
                    <a:pt x="34145" y="22461"/>
                  </a:lnTo>
                  <a:lnTo>
                    <a:pt x="34307" y="22017"/>
                  </a:lnTo>
                  <a:lnTo>
                    <a:pt x="34448" y="21573"/>
                  </a:lnTo>
                  <a:lnTo>
                    <a:pt x="34569" y="21109"/>
                  </a:lnTo>
                  <a:lnTo>
                    <a:pt x="34690" y="20645"/>
                  </a:lnTo>
                  <a:lnTo>
                    <a:pt x="34912" y="19737"/>
                  </a:lnTo>
                  <a:lnTo>
                    <a:pt x="35073" y="18829"/>
                  </a:lnTo>
                  <a:lnTo>
                    <a:pt x="35215" y="17921"/>
                  </a:lnTo>
                  <a:lnTo>
                    <a:pt x="35316" y="17033"/>
                  </a:lnTo>
                  <a:lnTo>
                    <a:pt x="35396" y="16185"/>
                  </a:lnTo>
                  <a:lnTo>
                    <a:pt x="35457" y="15337"/>
                  </a:lnTo>
                  <a:lnTo>
                    <a:pt x="35538" y="14248"/>
                  </a:lnTo>
                  <a:lnTo>
                    <a:pt x="35578" y="13219"/>
                  </a:lnTo>
                  <a:lnTo>
                    <a:pt x="35598" y="12230"/>
                  </a:lnTo>
                  <a:lnTo>
                    <a:pt x="35598" y="11261"/>
                  </a:lnTo>
                  <a:lnTo>
                    <a:pt x="35598" y="10333"/>
                  </a:lnTo>
                  <a:lnTo>
                    <a:pt x="35558" y="9445"/>
                  </a:lnTo>
                  <a:lnTo>
                    <a:pt x="35497" y="8557"/>
                  </a:lnTo>
                  <a:lnTo>
                    <a:pt x="35396" y="7709"/>
                  </a:lnTo>
                  <a:lnTo>
                    <a:pt x="35336" y="7185"/>
                  </a:lnTo>
                  <a:lnTo>
                    <a:pt x="35255" y="6660"/>
                  </a:lnTo>
                  <a:lnTo>
                    <a:pt x="35154" y="6115"/>
                  </a:lnTo>
                  <a:lnTo>
                    <a:pt x="35013" y="5570"/>
                  </a:lnTo>
                  <a:lnTo>
                    <a:pt x="34851" y="5046"/>
                  </a:lnTo>
                  <a:lnTo>
                    <a:pt x="34629" y="4521"/>
                  </a:lnTo>
                  <a:lnTo>
                    <a:pt x="34508" y="4259"/>
                  </a:lnTo>
                  <a:lnTo>
                    <a:pt x="34387" y="4016"/>
                  </a:lnTo>
                  <a:lnTo>
                    <a:pt x="34226" y="3774"/>
                  </a:lnTo>
                  <a:lnTo>
                    <a:pt x="34064" y="3552"/>
                  </a:lnTo>
                  <a:lnTo>
                    <a:pt x="33782" y="3189"/>
                  </a:lnTo>
                  <a:lnTo>
                    <a:pt x="33479" y="2866"/>
                  </a:lnTo>
                  <a:lnTo>
                    <a:pt x="33136" y="2584"/>
                  </a:lnTo>
                  <a:lnTo>
                    <a:pt x="32793" y="2301"/>
                  </a:lnTo>
                  <a:lnTo>
                    <a:pt x="32410" y="2079"/>
                  </a:lnTo>
                  <a:lnTo>
                    <a:pt x="32026" y="1857"/>
                  </a:lnTo>
                  <a:lnTo>
                    <a:pt x="31623" y="1655"/>
                  </a:lnTo>
                  <a:lnTo>
                    <a:pt x="31199" y="1494"/>
                  </a:lnTo>
                  <a:lnTo>
                    <a:pt x="30775" y="1333"/>
                  </a:lnTo>
                  <a:lnTo>
                    <a:pt x="30351" y="1191"/>
                  </a:lnTo>
                  <a:lnTo>
                    <a:pt x="29907" y="1070"/>
                  </a:lnTo>
                  <a:lnTo>
                    <a:pt x="29463" y="969"/>
                  </a:lnTo>
                  <a:lnTo>
                    <a:pt x="28555" y="788"/>
                  </a:lnTo>
                  <a:lnTo>
                    <a:pt x="27667" y="667"/>
                  </a:lnTo>
                  <a:lnTo>
                    <a:pt x="26557" y="525"/>
                  </a:lnTo>
                  <a:lnTo>
                    <a:pt x="25427" y="384"/>
                  </a:lnTo>
                  <a:lnTo>
                    <a:pt x="24277" y="283"/>
                  </a:lnTo>
                  <a:lnTo>
                    <a:pt x="23147" y="202"/>
                  </a:lnTo>
                  <a:lnTo>
                    <a:pt x="22017" y="142"/>
                  </a:lnTo>
                  <a:lnTo>
                    <a:pt x="20887" y="81"/>
                  </a:lnTo>
                  <a:lnTo>
                    <a:pt x="19737" y="41"/>
                  </a:lnTo>
                  <a:lnTo>
                    <a:pt x="18606" y="21"/>
                  </a:lnTo>
                  <a:lnTo>
                    <a:pt x="163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 flipH="1">
              <a:off x="-1455741" y="-3455631"/>
              <a:ext cx="2960526" cy="1551321"/>
            </a:xfrm>
            <a:custGeom>
              <a:rect b="b" l="l" r="r" t="t"/>
              <a:pathLst>
                <a:path extrusionOk="0" h="27748" w="52954">
                  <a:moveTo>
                    <a:pt x="8698" y="81"/>
                  </a:moveTo>
                  <a:lnTo>
                    <a:pt x="9162" y="121"/>
                  </a:lnTo>
                  <a:lnTo>
                    <a:pt x="9647" y="162"/>
                  </a:lnTo>
                  <a:lnTo>
                    <a:pt x="10111" y="243"/>
                  </a:lnTo>
                  <a:lnTo>
                    <a:pt x="10555" y="343"/>
                  </a:lnTo>
                  <a:lnTo>
                    <a:pt x="10999" y="444"/>
                  </a:lnTo>
                  <a:lnTo>
                    <a:pt x="11443" y="565"/>
                  </a:lnTo>
                  <a:lnTo>
                    <a:pt x="11887" y="707"/>
                  </a:lnTo>
                  <a:lnTo>
                    <a:pt x="12311" y="848"/>
                  </a:lnTo>
                  <a:lnTo>
                    <a:pt x="12734" y="1009"/>
                  </a:lnTo>
                  <a:lnTo>
                    <a:pt x="13582" y="1373"/>
                  </a:lnTo>
                  <a:lnTo>
                    <a:pt x="14389" y="1756"/>
                  </a:lnTo>
                  <a:lnTo>
                    <a:pt x="15176" y="2160"/>
                  </a:lnTo>
                  <a:lnTo>
                    <a:pt x="15943" y="2563"/>
                  </a:lnTo>
                  <a:lnTo>
                    <a:pt x="16669" y="2987"/>
                  </a:lnTo>
                  <a:lnTo>
                    <a:pt x="18021" y="3754"/>
                  </a:lnTo>
                  <a:lnTo>
                    <a:pt x="19353" y="4561"/>
                  </a:lnTo>
                  <a:lnTo>
                    <a:pt x="22017" y="6176"/>
                  </a:lnTo>
                  <a:lnTo>
                    <a:pt x="24439" y="7649"/>
                  </a:lnTo>
                  <a:lnTo>
                    <a:pt x="25670" y="8395"/>
                  </a:lnTo>
                  <a:lnTo>
                    <a:pt x="26901" y="9102"/>
                  </a:lnTo>
                  <a:lnTo>
                    <a:pt x="28152" y="9808"/>
                  </a:lnTo>
                  <a:lnTo>
                    <a:pt x="29403" y="10494"/>
                  </a:lnTo>
                  <a:lnTo>
                    <a:pt x="30654" y="11160"/>
                  </a:lnTo>
                  <a:lnTo>
                    <a:pt x="31925" y="11806"/>
                  </a:lnTo>
                  <a:lnTo>
                    <a:pt x="33217" y="12391"/>
                  </a:lnTo>
                  <a:lnTo>
                    <a:pt x="34509" y="12956"/>
                  </a:lnTo>
                  <a:lnTo>
                    <a:pt x="35820" y="13481"/>
                  </a:lnTo>
                  <a:lnTo>
                    <a:pt x="36486" y="13743"/>
                  </a:lnTo>
                  <a:lnTo>
                    <a:pt x="37152" y="13965"/>
                  </a:lnTo>
                  <a:lnTo>
                    <a:pt x="37818" y="14187"/>
                  </a:lnTo>
                  <a:lnTo>
                    <a:pt x="38484" y="14389"/>
                  </a:lnTo>
                  <a:lnTo>
                    <a:pt x="39170" y="14591"/>
                  </a:lnTo>
                  <a:lnTo>
                    <a:pt x="39856" y="14772"/>
                  </a:lnTo>
                  <a:lnTo>
                    <a:pt x="40542" y="14934"/>
                  </a:lnTo>
                  <a:lnTo>
                    <a:pt x="41228" y="15075"/>
                  </a:lnTo>
                  <a:lnTo>
                    <a:pt x="41935" y="15216"/>
                  </a:lnTo>
                  <a:lnTo>
                    <a:pt x="42621" y="15317"/>
                  </a:lnTo>
                  <a:lnTo>
                    <a:pt x="43246" y="15418"/>
                  </a:lnTo>
                  <a:lnTo>
                    <a:pt x="43852" y="15479"/>
                  </a:lnTo>
                  <a:lnTo>
                    <a:pt x="44437" y="15519"/>
                  </a:lnTo>
                  <a:lnTo>
                    <a:pt x="45002" y="15539"/>
                  </a:lnTo>
                  <a:lnTo>
                    <a:pt x="45567" y="15539"/>
                  </a:lnTo>
                  <a:lnTo>
                    <a:pt x="46092" y="15519"/>
                  </a:lnTo>
                  <a:lnTo>
                    <a:pt x="46596" y="15479"/>
                  </a:lnTo>
                  <a:lnTo>
                    <a:pt x="47081" y="15398"/>
                  </a:lnTo>
                  <a:lnTo>
                    <a:pt x="47565" y="15317"/>
                  </a:lnTo>
                  <a:lnTo>
                    <a:pt x="48009" y="15216"/>
                  </a:lnTo>
                  <a:lnTo>
                    <a:pt x="48453" y="15075"/>
                  </a:lnTo>
                  <a:lnTo>
                    <a:pt x="48877" y="14934"/>
                  </a:lnTo>
                  <a:lnTo>
                    <a:pt x="49280" y="14752"/>
                  </a:lnTo>
                  <a:lnTo>
                    <a:pt x="49664" y="14550"/>
                  </a:lnTo>
                  <a:lnTo>
                    <a:pt x="50027" y="14348"/>
                  </a:lnTo>
                  <a:lnTo>
                    <a:pt x="50390" y="14106"/>
                  </a:lnTo>
                  <a:lnTo>
                    <a:pt x="50612" y="13925"/>
                  </a:lnTo>
                  <a:lnTo>
                    <a:pt x="50814" y="13763"/>
                  </a:lnTo>
                  <a:lnTo>
                    <a:pt x="51036" y="13622"/>
                  </a:lnTo>
                  <a:lnTo>
                    <a:pt x="51258" y="13481"/>
                  </a:lnTo>
                  <a:lnTo>
                    <a:pt x="51500" y="13380"/>
                  </a:lnTo>
                  <a:lnTo>
                    <a:pt x="51662" y="13339"/>
                  </a:lnTo>
                  <a:lnTo>
                    <a:pt x="51823" y="13299"/>
                  </a:lnTo>
                  <a:lnTo>
                    <a:pt x="51984" y="13299"/>
                  </a:lnTo>
                  <a:lnTo>
                    <a:pt x="52146" y="13319"/>
                  </a:lnTo>
                  <a:lnTo>
                    <a:pt x="52307" y="13360"/>
                  </a:lnTo>
                  <a:lnTo>
                    <a:pt x="52449" y="13420"/>
                  </a:lnTo>
                  <a:lnTo>
                    <a:pt x="52570" y="13521"/>
                  </a:lnTo>
                  <a:lnTo>
                    <a:pt x="52691" y="13642"/>
                  </a:lnTo>
                  <a:lnTo>
                    <a:pt x="52771" y="13804"/>
                  </a:lnTo>
                  <a:lnTo>
                    <a:pt x="52832" y="13985"/>
                  </a:lnTo>
                  <a:lnTo>
                    <a:pt x="52852" y="14167"/>
                  </a:lnTo>
                  <a:lnTo>
                    <a:pt x="52872" y="14348"/>
                  </a:lnTo>
                  <a:lnTo>
                    <a:pt x="52872" y="14893"/>
                  </a:lnTo>
                  <a:lnTo>
                    <a:pt x="52832" y="15398"/>
                  </a:lnTo>
                  <a:lnTo>
                    <a:pt x="52751" y="15902"/>
                  </a:lnTo>
                  <a:lnTo>
                    <a:pt x="52630" y="16366"/>
                  </a:lnTo>
                  <a:lnTo>
                    <a:pt x="52489" y="16831"/>
                  </a:lnTo>
                  <a:lnTo>
                    <a:pt x="52307" y="17254"/>
                  </a:lnTo>
                  <a:lnTo>
                    <a:pt x="52085" y="17658"/>
                  </a:lnTo>
                  <a:lnTo>
                    <a:pt x="51823" y="18041"/>
                  </a:lnTo>
                  <a:lnTo>
                    <a:pt x="51540" y="18405"/>
                  </a:lnTo>
                  <a:lnTo>
                    <a:pt x="51238" y="18728"/>
                  </a:lnTo>
                  <a:lnTo>
                    <a:pt x="50895" y="19030"/>
                  </a:lnTo>
                  <a:lnTo>
                    <a:pt x="50511" y="19293"/>
                  </a:lnTo>
                  <a:lnTo>
                    <a:pt x="50128" y="19535"/>
                  </a:lnTo>
                  <a:lnTo>
                    <a:pt x="49684" y="19737"/>
                  </a:lnTo>
                  <a:lnTo>
                    <a:pt x="49240" y="19898"/>
                  </a:lnTo>
                  <a:lnTo>
                    <a:pt x="48756" y="20039"/>
                  </a:lnTo>
                  <a:lnTo>
                    <a:pt x="48211" y="20140"/>
                  </a:lnTo>
                  <a:lnTo>
                    <a:pt x="47666" y="20221"/>
                  </a:lnTo>
                  <a:lnTo>
                    <a:pt x="47121" y="20261"/>
                  </a:lnTo>
                  <a:lnTo>
                    <a:pt x="46031" y="20261"/>
                  </a:lnTo>
                  <a:lnTo>
                    <a:pt x="45507" y="20241"/>
                  </a:lnTo>
                  <a:lnTo>
                    <a:pt x="44437" y="20160"/>
                  </a:lnTo>
                  <a:lnTo>
                    <a:pt x="42924" y="20019"/>
                  </a:lnTo>
                  <a:lnTo>
                    <a:pt x="41410" y="19858"/>
                  </a:lnTo>
                  <a:lnTo>
                    <a:pt x="38403" y="19494"/>
                  </a:lnTo>
                  <a:lnTo>
                    <a:pt x="36183" y="19212"/>
                  </a:lnTo>
                  <a:lnTo>
                    <a:pt x="33964" y="18970"/>
                  </a:lnTo>
                  <a:lnTo>
                    <a:pt x="32834" y="18849"/>
                  </a:lnTo>
                  <a:lnTo>
                    <a:pt x="31724" y="18768"/>
                  </a:lnTo>
                  <a:lnTo>
                    <a:pt x="30614" y="18687"/>
                  </a:lnTo>
                  <a:lnTo>
                    <a:pt x="29484" y="18627"/>
                  </a:lnTo>
                  <a:lnTo>
                    <a:pt x="28374" y="18606"/>
                  </a:lnTo>
                  <a:lnTo>
                    <a:pt x="27264" y="18606"/>
                  </a:lnTo>
                  <a:lnTo>
                    <a:pt x="26134" y="18627"/>
                  </a:lnTo>
                  <a:lnTo>
                    <a:pt x="25024" y="18687"/>
                  </a:lnTo>
                  <a:lnTo>
                    <a:pt x="23914" y="18788"/>
                  </a:lnTo>
                  <a:lnTo>
                    <a:pt x="22824" y="18909"/>
                  </a:lnTo>
                  <a:lnTo>
                    <a:pt x="21714" y="19091"/>
                  </a:lnTo>
                  <a:lnTo>
                    <a:pt x="20625" y="19313"/>
                  </a:lnTo>
                  <a:lnTo>
                    <a:pt x="19555" y="19595"/>
                  </a:lnTo>
                  <a:lnTo>
                    <a:pt x="18486" y="19898"/>
                  </a:lnTo>
                  <a:lnTo>
                    <a:pt x="17456" y="20241"/>
                  </a:lnTo>
                  <a:lnTo>
                    <a:pt x="16407" y="20645"/>
                  </a:lnTo>
                  <a:lnTo>
                    <a:pt x="15398" y="21048"/>
                  </a:lnTo>
                  <a:lnTo>
                    <a:pt x="14389" y="21512"/>
                  </a:lnTo>
                  <a:lnTo>
                    <a:pt x="13400" y="21977"/>
                  </a:lnTo>
                  <a:lnTo>
                    <a:pt x="12411" y="22481"/>
                  </a:lnTo>
                  <a:lnTo>
                    <a:pt x="11423" y="23006"/>
                  </a:lnTo>
                  <a:lnTo>
                    <a:pt x="10454" y="23551"/>
                  </a:lnTo>
                  <a:lnTo>
                    <a:pt x="9505" y="24116"/>
                  </a:lnTo>
                  <a:lnTo>
                    <a:pt x="8537" y="24681"/>
                  </a:lnTo>
                  <a:lnTo>
                    <a:pt x="6660" y="25851"/>
                  </a:lnTo>
                  <a:lnTo>
                    <a:pt x="4783" y="27022"/>
                  </a:lnTo>
                  <a:lnTo>
                    <a:pt x="4703" y="27082"/>
                  </a:lnTo>
                  <a:lnTo>
                    <a:pt x="4339" y="27304"/>
                  </a:lnTo>
                  <a:lnTo>
                    <a:pt x="4017" y="27465"/>
                  </a:lnTo>
                  <a:lnTo>
                    <a:pt x="3694" y="27587"/>
                  </a:lnTo>
                  <a:lnTo>
                    <a:pt x="3411" y="27647"/>
                  </a:lnTo>
                  <a:lnTo>
                    <a:pt x="3149" y="27667"/>
                  </a:lnTo>
                  <a:lnTo>
                    <a:pt x="3028" y="27667"/>
                  </a:lnTo>
                  <a:lnTo>
                    <a:pt x="2907" y="27647"/>
                  </a:lnTo>
                  <a:lnTo>
                    <a:pt x="2806" y="27607"/>
                  </a:lnTo>
                  <a:lnTo>
                    <a:pt x="2685" y="27566"/>
                  </a:lnTo>
                  <a:lnTo>
                    <a:pt x="2584" y="27506"/>
                  </a:lnTo>
                  <a:lnTo>
                    <a:pt x="2503" y="27445"/>
                  </a:lnTo>
                  <a:lnTo>
                    <a:pt x="2382" y="27344"/>
                  </a:lnTo>
                  <a:lnTo>
                    <a:pt x="2301" y="27223"/>
                  </a:lnTo>
                  <a:lnTo>
                    <a:pt x="2220" y="27082"/>
                  </a:lnTo>
                  <a:lnTo>
                    <a:pt x="2140" y="26941"/>
                  </a:lnTo>
                  <a:lnTo>
                    <a:pt x="2039" y="26638"/>
                  </a:lnTo>
                  <a:lnTo>
                    <a:pt x="1958" y="26295"/>
                  </a:lnTo>
                  <a:lnTo>
                    <a:pt x="1716" y="25064"/>
                  </a:lnTo>
                  <a:lnTo>
                    <a:pt x="1474" y="23813"/>
                  </a:lnTo>
                  <a:lnTo>
                    <a:pt x="1232" y="22562"/>
                  </a:lnTo>
                  <a:lnTo>
                    <a:pt x="1030" y="21311"/>
                  </a:lnTo>
                  <a:lnTo>
                    <a:pt x="828" y="20059"/>
                  </a:lnTo>
                  <a:lnTo>
                    <a:pt x="667" y="18808"/>
                  </a:lnTo>
                  <a:lnTo>
                    <a:pt x="505" y="17537"/>
                  </a:lnTo>
                  <a:lnTo>
                    <a:pt x="364" y="16286"/>
                  </a:lnTo>
                  <a:lnTo>
                    <a:pt x="283" y="15378"/>
                  </a:lnTo>
                  <a:lnTo>
                    <a:pt x="202" y="14550"/>
                  </a:lnTo>
                  <a:lnTo>
                    <a:pt x="162" y="13743"/>
                  </a:lnTo>
                  <a:lnTo>
                    <a:pt x="122" y="13017"/>
                  </a:lnTo>
                  <a:lnTo>
                    <a:pt x="102" y="12310"/>
                  </a:lnTo>
                  <a:lnTo>
                    <a:pt x="81" y="11664"/>
                  </a:lnTo>
                  <a:lnTo>
                    <a:pt x="102" y="11059"/>
                  </a:lnTo>
                  <a:lnTo>
                    <a:pt x="102" y="10494"/>
                  </a:lnTo>
                  <a:lnTo>
                    <a:pt x="162" y="9485"/>
                  </a:lnTo>
                  <a:lnTo>
                    <a:pt x="263" y="8597"/>
                  </a:lnTo>
                  <a:lnTo>
                    <a:pt x="364" y="7810"/>
                  </a:lnTo>
                  <a:lnTo>
                    <a:pt x="505" y="7124"/>
                  </a:lnTo>
                  <a:lnTo>
                    <a:pt x="606" y="6680"/>
                  </a:lnTo>
                  <a:lnTo>
                    <a:pt x="707" y="6236"/>
                  </a:lnTo>
                  <a:lnTo>
                    <a:pt x="828" y="5812"/>
                  </a:lnTo>
                  <a:lnTo>
                    <a:pt x="969" y="5409"/>
                  </a:lnTo>
                  <a:lnTo>
                    <a:pt x="1111" y="5005"/>
                  </a:lnTo>
                  <a:lnTo>
                    <a:pt x="1252" y="4642"/>
                  </a:lnTo>
                  <a:lnTo>
                    <a:pt x="1413" y="4279"/>
                  </a:lnTo>
                  <a:lnTo>
                    <a:pt x="1595" y="3915"/>
                  </a:lnTo>
                  <a:lnTo>
                    <a:pt x="1777" y="3592"/>
                  </a:lnTo>
                  <a:lnTo>
                    <a:pt x="1978" y="3270"/>
                  </a:lnTo>
                  <a:lnTo>
                    <a:pt x="2180" y="2967"/>
                  </a:lnTo>
                  <a:lnTo>
                    <a:pt x="2402" y="2684"/>
                  </a:lnTo>
                  <a:lnTo>
                    <a:pt x="2624" y="2402"/>
                  </a:lnTo>
                  <a:lnTo>
                    <a:pt x="2866" y="2160"/>
                  </a:lnTo>
                  <a:lnTo>
                    <a:pt x="3108" y="1918"/>
                  </a:lnTo>
                  <a:lnTo>
                    <a:pt x="3371" y="1675"/>
                  </a:lnTo>
                  <a:lnTo>
                    <a:pt x="3613" y="1494"/>
                  </a:lnTo>
                  <a:lnTo>
                    <a:pt x="3855" y="1312"/>
                  </a:lnTo>
                  <a:lnTo>
                    <a:pt x="4117" y="1151"/>
                  </a:lnTo>
                  <a:lnTo>
                    <a:pt x="4400" y="989"/>
                  </a:lnTo>
                  <a:lnTo>
                    <a:pt x="4682" y="848"/>
                  </a:lnTo>
                  <a:lnTo>
                    <a:pt x="4965" y="707"/>
                  </a:lnTo>
                  <a:lnTo>
                    <a:pt x="5268" y="586"/>
                  </a:lnTo>
                  <a:lnTo>
                    <a:pt x="5570" y="485"/>
                  </a:lnTo>
                  <a:lnTo>
                    <a:pt x="5893" y="384"/>
                  </a:lnTo>
                  <a:lnTo>
                    <a:pt x="6196" y="303"/>
                  </a:lnTo>
                  <a:lnTo>
                    <a:pt x="6539" y="243"/>
                  </a:lnTo>
                  <a:lnTo>
                    <a:pt x="6862" y="182"/>
                  </a:lnTo>
                  <a:lnTo>
                    <a:pt x="7205" y="121"/>
                  </a:lnTo>
                  <a:lnTo>
                    <a:pt x="7548" y="101"/>
                  </a:lnTo>
                  <a:lnTo>
                    <a:pt x="7891" y="81"/>
                  </a:lnTo>
                  <a:close/>
                  <a:moveTo>
                    <a:pt x="7730" y="0"/>
                  </a:moveTo>
                  <a:lnTo>
                    <a:pt x="7265" y="41"/>
                  </a:lnTo>
                  <a:lnTo>
                    <a:pt x="6801" y="101"/>
                  </a:lnTo>
                  <a:lnTo>
                    <a:pt x="6378" y="182"/>
                  </a:lnTo>
                  <a:lnTo>
                    <a:pt x="5934" y="283"/>
                  </a:lnTo>
                  <a:lnTo>
                    <a:pt x="5530" y="424"/>
                  </a:lnTo>
                  <a:lnTo>
                    <a:pt x="5106" y="565"/>
                  </a:lnTo>
                  <a:lnTo>
                    <a:pt x="4723" y="727"/>
                  </a:lnTo>
                  <a:lnTo>
                    <a:pt x="4339" y="929"/>
                  </a:lnTo>
                  <a:lnTo>
                    <a:pt x="3976" y="1130"/>
                  </a:lnTo>
                  <a:lnTo>
                    <a:pt x="3633" y="1373"/>
                  </a:lnTo>
                  <a:lnTo>
                    <a:pt x="3310" y="1615"/>
                  </a:lnTo>
                  <a:lnTo>
                    <a:pt x="3048" y="1857"/>
                  </a:lnTo>
                  <a:lnTo>
                    <a:pt x="2806" y="2099"/>
                  </a:lnTo>
                  <a:lnTo>
                    <a:pt x="2564" y="2361"/>
                  </a:lnTo>
                  <a:lnTo>
                    <a:pt x="2342" y="2624"/>
                  </a:lnTo>
                  <a:lnTo>
                    <a:pt x="2120" y="2927"/>
                  </a:lnTo>
                  <a:lnTo>
                    <a:pt x="1918" y="3229"/>
                  </a:lnTo>
                  <a:lnTo>
                    <a:pt x="1716" y="3552"/>
                  </a:lnTo>
                  <a:lnTo>
                    <a:pt x="1534" y="3875"/>
                  </a:lnTo>
                  <a:lnTo>
                    <a:pt x="1353" y="4238"/>
                  </a:lnTo>
                  <a:lnTo>
                    <a:pt x="1191" y="4601"/>
                  </a:lnTo>
                  <a:lnTo>
                    <a:pt x="1030" y="4985"/>
                  </a:lnTo>
                  <a:lnTo>
                    <a:pt x="889" y="5388"/>
                  </a:lnTo>
                  <a:lnTo>
                    <a:pt x="747" y="5792"/>
                  </a:lnTo>
                  <a:lnTo>
                    <a:pt x="626" y="6216"/>
                  </a:lnTo>
                  <a:lnTo>
                    <a:pt x="525" y="6660"/>
                  </a:lnTo>
                  <a:lnTo>
                    <a:pt x="424" y="7104"/>
                  </a:lnTo>
                  <a:lnTo>
                    <a:pt x="283" y="7810"/>
                  </a:lnTo>
                  <a:lnTo>
                    <a:pt x="182" y="8577"/>
                  </a:lnTo>
                  <a:lnTo>
                    <a:pt x="81" y="9485"/>
                  </a:lnTo>
                  <a:lnTo>
                    <a:pt x="21" y="10494"/>
                  </a:lnTo>
                  <a:lnTo>
                    <a:pt x="21" y="11059"/>
                  </a:lnTo>
                  <a:lnTo>
                    <a:pt x="1" y="11664"/>
                  </a:lnTo>
                  <a:lnTo>
                    <a:pt x="21" y="12310"/>
                  </a:lnTo>
                  <a:lnTo>
                    <a:pt x="41" y="13017"/>
                  </a:lnTo>
                  <a:lnTo>
                    <a:pt x="81" y="13743"/>
                  </a:lnTo>
                  <a:lnTo>
                    <a:pt x="122" y="14550"/>
                  </a:lnTo>
                  <a:lnTo>
                    <a:pt x="202" y="15398"/>
                  </a:lnTo>
                  <a:lnTo>
                    <a:pt x="283" y="16306"/>
                  </a:lnTo>
                  <a:lnTo>
                    <a:pt x="424" y="17557"/>
                  </a:lnTo>
                  <a:lnTo>
                    <a:pt x="586" y="18808"/>
                  </a:lnTo>
                  <a:lnTo>
                    <a:pt x="768" y="20080"/>
                  </a:lnTo>
                  <a:lnTo>
                    <a:pt x="949" y="21331"/>
                  </a:lnTo>
                  <a:lnTo>
                    <a:pt x="1151" y="22582"/>
                  </a:lnTo>
                  <a:lnTo>
                    <a:pt x="1393" y="23833"/>
                  </a:lnTo>
                  <a:lnTo>
                    <a:pt x="1635" y="25084"/>
                  </a:lnTo>
                  <a:lnTo>
                    <a:pt x="1877" y="26315"/>
                  </a:lnTo>
                  <a:lnTo>
                    <a:pt x="1978" y="26658"/>
                  </a:lnTo>
                  <a:lnTo>
                    <a:pt x="2079" y="26981"/>
                  </a:lnTo>
                  <a:lnTo>
                    <a:pt x="2140" y="27143"/>
                  </a:lnTo>
                  <a:lnTo>
                    <a:pt x="2241" y="27264"/>
                  </a:lnTo>
                  <a:lnTo>
                    <a:pt x="2342" y="27405"/>
                  </a:lnTo>
                  <a:lnTo>
                    <a:pt x="2442" y="27506"/>
                  </a:lnTo>
                  <a:lnTo>
                    <a:pt x="2604" y="27607"/>
                  </a:lnTo>
                  <a:lnTo>
                    <a:pt x="2786" y="27687"/>
                  </a:lnTo>
                  <a:lnTo>
                    <a:pt x="2967" y="27728"/>
                  </a:lnTo>
                  <a:lnTo>
                    <a:pt x="3169" y="27748"/>
                  </a:lnTo>
                  <a:lnTo>
                    <a:pt x="3330" y="27748"/>
                  </a:lnTo>
                  <a:lnTo>
                    <a:pt x="3512" y="27708"/>
                  </a:lnTo>
                  <a:lnTo>
                    <a:pt x="3694" y="27667"/>
                  </a:lnTo>
                  <a:lnTo>
                    <a:pt x="3875" y="27607"/>
                  </a:lnTo>
                  <a:lnTo>
                    <a:pt x="4077" y="27526"/>
                  </a:lnTo>
                  <a:lnTo>
                    <a:pt x="4299" y="27425"/>
                  </a:lnTo>
                  <a:lnTo>
                    <a:pt x="4743" y="27163"/>
                  </a:lnTo>
                  <a:lnTo>
                    <a:pt x="4844" y="27102"/>
                  </a:lnTo>
                  <a:lnTo>
                    <a:pt x="6700" y="25912"/>
                  </a:lnTo>
                  <a:lnTo>
                    <a:pt x="8577" y="24761"/>
                  </a:lnTo>
                  <a:lnTo>
                    <a:pt x="9546" y="24176"/>
                  </a:lnTo>
                  <a:lnTo>
                    <a:pt x="10494" y="23631"/>
                  </a:lnTo>
                  <a:lnTo>
                    <a:pt x="11463" y="23086"/>
                  </a:lnTo>
                  <a:lnTo>
                    <a:pt x="12432" y="22562"/>
                  </a:lnTo>
                  <a:lnTo>
                    <a:pt x="13420" y="22057"/>
                  </a:lnTo>
                  <a:lnTo>
                    <a:pt x="14429" y="21573"/>
                  </a:lnTo>
                  <a:lnTo>
                    <a:pt x="15418" y="21129"/>
                  </a:lnTo>
                  <a:lnTo>
                    <a:pt x="16447" y="20705"/>
                  </a:lnTo>
                  <a:lnTo>
                    <a:pt x="17477" y="20322"/>
                  </a:lnTo>
                  <a:lnTo>
                    <a:pt x="18506" y="19979"/>
                  </a:lnTo>
                  <a:lnTo>
                    <a:pt x="19575" y="19676"/>
                  </a:lnTo>
                  <a:lnTo>
                    <a:pt x="20645" y="19393"/>
                  </a:lnTo>
                  <a:lnTo>
                    <a:pt x="21735" y="19171"/>
                  </a:lnTo>
                  <a:lnTo>
                    <a:pt x="22824" y="18990"/>
                  </a:lnTo>
                  <a:lnTo>
                    <a:pt x="23934" y="18869"/>
                  </a:lnTo>
                  <a:lnTo>
                    <a:pt x="25044" y="18768"/>
                  </a:lnTo>
                  <a:lnTo>
                    <a:pt x="26154" y="18707"/>
                  </a:lnTo>
                  <a:lnTo>
                    <a:pt x="27264" y="18687"/>
                  </a:lnTo>
                  <a:lnTo>
                    <a:pt x="28374" y="18687"/>
                  </a:lnTo>
                  <a:lnTo>
                    <a:pt x="29484" y="18707"/>
                  </a:lnTo>
                  <a:lnTo>
                    <a:pt x="30614" y="18768"/>
                  </a:lnTo>
                  <a:lnTo>
                    <a:pt x="31724" y="18849"/>
                  </a:lnTo>
                  <a:lnTo>
                    <a:pt x="32834" y="18929"/>
                  </a:lnTo>
                  <a:lnTo>
                    <a:pt x="33944" y="19050"/>
                  </a:lnTo>
                  <a:lnTo>
                    <a:pt x="36183" y="19293"/>
                  </a:lnTo>
                  <a:lnTo>
                    <a:pt x="38383" y="19575"/>
                  </a:lnTo>
                  <a:lnTo>
                    <a:pt x="41390" y="19938"/>
                  </a:lnTo>
                  <a:lnTo>
                    <a:pt x="42924" y="20100"/>
                  </a:lnTo>
                  <a:lnTo>
                    <a:pt x="44437" y="20241"/>
                  </a:lnTo>
                  <a:lnTo>
                    <a:pt x="45507" y="20322"/>
                  </a:lnTo>
                  <a:lnTo>
                    <a:pt x="46031" y="20342"/>
                  </a:lnTo>
                  <a:lnTo>
                    <a:pt x="47141" y="20342"/>
                  </a:lnTo>
                  <a:lnTo>
                    <a:pt x="47686" y="20302"/>
                  </a:lnTo>
                  <a:lnTo>
                    <a:pt x="48231" y="20221"/>
                  </a:lnTo>
                  <a:lnTo>
                    <a:pt x="48776" y="20120"/>
                  </a:lnTo>
                  <a:lnTo>
                    <a:pt x="49260" y="19979"/>
                  </a:lnTo>
                  <a:lnTo>
                    <a:pt x="49724" y="19797"/>
                  </a:lnTo>
                  <a:lnTo>
                    <a:pt x="50168" y="19595"/>
                  </a:lnTo>
                  <a:lnTo>
                    <a:pt x="50572" y="19353"/>
                  </a:lnTo>
                  <a:lnTo>
                    <a:pt x="50955" y="19071"/>
                  </a:lnTo>
                  <a:lnTo>
                    <a:pt x="51319" y="18748"/>
                  </a:lnTo>
                  <a:lnTo>
                    <a:pt x="51641" y="18405"/>
                  </a:lnTo>
                  <a:lnTo>
                    <a:pt x="51924" y="18041"/>
                  </a:lnTo>
                  <a:lnTo>
                    <a:pt x="52186" y="17638"/>
                  </a:lnTo>
                  <a:lnTo>
                    <a:pt x="52388" y="17234"/>
                  </a:lnTo>
                  <a:lnTo>
                    <a:pt x="52570" y="16790"/>
                  </a:lnTo>
                  <a:lnTo>
                    <a:pt x="52731" y="16346"/>
                  </a:lnTo>
                  <a:lnTo>
                    <a:pt x="52832" y="15862"/>
                  </a:lnTo>
                  <a:lnTo>
                    <a:pt x="52913" y="15378"/>
                  </a:lnTo>
                  <a:lnTo>
                    <a:pt x="52953" y="14873"/>
                  </a:lnTo>
                  <a:lnTo>
                    <a:pt x="52953" y="14348"/>
                  </a:lnTo>
                  <a:lnTo>
                    <a:pt x="52933" y="14147"/>
                  </a:lnTo>
                  <a:lnTo>
                    <a:pt x="52913" y="13965"/>
                  </a:lnTo>
                  <a:lnTo>
                    <a:pt x="52852" y="13763"/>
                  </a:lnTo>
                  <a:lnTo>
                    <a:pt x="52812" y="13662"/>
                  </a:lnTo>
                  <a:lnTo>
                    <a:pt x="52751" y="13582"/>
                  </a:lnTo>
                  <a:lnTo>
                    <a:pt x="52630" y="13461"/>
                  </a:lnTo>
                  <a:lnTo>
                    <a:pt x="52489" y="13360"/>
                  </a:lnTo>
                  <a:lnTo>
                    <a:pt x="52348" y="13279"/>
                  </a:lnTo>
                  <a:lnTo>
                    <a:pt x="52166" y="13239"/>
                  </a:lnTo>
                  <a:lnTo>
                    <a:pt x="51984" y="13218"/>
                  </a:lnTo>
                  <a:lnTo>
                    <a:pt x="51823" y="13218"/>
                  </a:lnTo>
                  <a:lnTo>
                    <a:pt x="51641" y="13259"/>
                  </a:lnTo>
                  <a:lnTo>
                    <a:pt x="51480" y="13299"/>
                  </a:lnTo>
                  <a:lnTo>
                    <a:pt x="51238" y="13400"/>
                  </a:lnTo>
                  <a:lnTo>
                    <a:pt x="50996" y="13541"/>
                  </a:lnTo>
                  <a:lnTo>
                    <a:pt x="50774" y="13703"/>
                  </a:lnTo>
                  <a:lnTo>
                    <a:pt x="50572" y="13864"/>
                  </a:lnTo>
                  <a:lnTo>
                    <a:pt x="50330" y="14026"/>
                  </a:lnTo>
                  <a:lnTo>
                    <a:pt x="49987" y="14268"/>
                  </a:lnTo>
                  <a:lnTo>
                    <a:pt x="49623" y="14490"/>
                  </a:lnTo>
                  <a:lnTo>
                    <a:pt x="49240" y="14691"/>
                  </a:lnTo>
                  <a:lnTo>
                    <a:pt x="48836" y="14853"/>
                  </a:lnTo>
                  <a:lnTo>
                    <a:pt x="48433" y="15014"/>
                  </a:lnTo>
                  <a:lnTo>
                    <a:pt x="47989" y="15135"/>
                  </a:lnTo>
                  <a:lnTo>
                    <a:pt x="47545" y="15236"/>
                  </a:lnTo>
                  <a:lnTo>
                    <a:pt x="47061" y="15337"/>
                  </a:lnTo>
                  <a:lnTo>
                    <a:pt x="46576" y="15398"/>
                  </a:lnTo>
                  <a:lnTo>
                    <a:pt x="46072" y="15438"/>
                  </a:lnTo>
                  <a:lnTo>
                    <a:pt x="45547" y="15458"/>
                  </a:lnTo>
                  <a:lnTo>
                    <a:pt x="45002" y="15458"/>
                  </a:lnTo>
                  <a:lnTo>
                    <a:pt x="44437" y="15438"/>
                  </a:lnTo>
                  <a:lnTo>
                    <a:pt x="43872" y="15398"/>
                  </a:lnTo>
                  <a:lnTo>
                    <a:pt x="43267" y="15337"/>
                  </a:lnTo>
                  <a:lnTo>
                    <a:pt x="42641" y="15236"/>
                  </a:lnTo>
                  <a:lnTo>
                    <a:pt x="41935" y="15135"/>
                  </a:lnTo>
                  <a:lnTo>
                    <a:pt x="41249" y="14994"/>
                  </a:lnTo>
                  <a:lnTo>
                    <a:pt x="40563" y="14853"/>
                  </a:lnTo>
                  <a:lnTo>
                    <a:pt x="39876" y="14691"/>
                  </a:lnTo>
                  <a:lnTo>
                    <a:pt x="39190" y="14510"/>
                  </a:lnTo>
                  <a:lnTo>
                    <a:pt x="38504" y="14308"/>
                  </a:lnTo>
                  <a:lnTo>
                    <a:pt x="37838" y="14106"/>
                  </a:lnTo>
                  <a:lnTo>
                    <a:pt x="37172" y="13884"/>
                  </a:lnTo>
                  <a:lnTo>
                    <a:pt x="36506" y="13662"/>
                  </a:lnTo>
                  <a:lnTo>
                    <a:pt x="35840" y="13420"/>
                  </a:lnTo>
                  <a:lnTo>
                    <a:pt x="34529" y="12895"/>
                  </a:lnTo>
                  <a:lnTo>
                    <a:pt x="33237" y="12330"/>
                  </a:lnTo>
                  <a:lnTo>
                    <a:pt x="31966" y="11725"/>
                  </a:lnTo>
                  <a:lnTo>
                    <a:pt x="30695" y="11079"/>
                  </a:lnTo>
                  <a:lnTo>
                    <a:pt x="29423" y="10434"/>
                  </a:lnTo>
                  <a:lnTo>
                    <a:pt x="28172" y="9747"/>
                  </a:lnTo>
                  <a:lnTo>
                    <a:pt x="26941" y="9041"/>
                  </a:lnTo>
                  <a:lnTo>
                    <a:pt x="25710" y="8315"/>
                  </a:lnTo>
                  <a:lnTo>
                    <a:pt x="24479" y="7588"/>
                  </a:lnTo>
                  <a:lnTo>
                    <a:pt x="22057" y="6115"/>
                  </a:lnTo>
                  <a:lnTo>
                    <a:pt x="19394" y="4501"/>
                  </a:lnTo>
                  <a:lnTo>
                    <a:pt x="18062" y="3693"/>
                  </a:lnTo>
                  <a:lnTo>
                    <a:pt x="16710" y="2906"/>
                  </a:lnTo>
                  <a:lnTo>
                    <a:pt x="15983" y="2503"/>
                  </a:lnTo>
                  <a:lnTo>
                    <a:pt x="15216" y="2079"/>
                  </a:lnTo>
                  <a:lnTo>
                    <a:pt x="14429" y="1675"/>
                  </a:lnTo>
                  <a:lnTo>
                    <a:pt x="13602" y="1292"/>
                  </a:lnTo>
                  <a:lnTo>
                    <a:pt x="12775" y="949"/>
                  </a:lnTo>
                  <a:lnTo>
                    <a:pt x="12331" y="787"/>
                  </a:lnTo>
                  <a:lnTo>
                    <a:pt x="11907" y="626"/>
                  </a:lnTo>
                  <a:lnTo>
                    <a:pt x="11463" y="485"/>
                  </a:lnTo>
                  <a:lnTo>
                    <a:pt x="11019" y="364"/>
                  </a:lnTo>
                  <a:lnTo>
                    <a:pt x="10575" y="263"/>
                  </a:lnTo>
                  <a:lnTo>
                    <a:pt x="10131" y="162"/>
                  </a:lnTo>
                  <a:lnTo>
                    <a:pt x="9627" y="81"/>
                  </a:lnTo>
                  <a:lnTo>
                    <a:pt x="9142" y="41"/>
                  </a:lnTo>
                  <a:lnTo>
                    <a:pt x="86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 flipH="1">
              <a:off x="1864587" y="-1494826"/>
              <a:ext cx="530339" cy="361051"/>
            </a:xfrm>
            <a:custGeom>
              <a:rect b="b" l="l" r="r" t="t"/>
              <a:pathLst>
                <a:path extrusionOk="0" h="6458" w="9486">
                  <a:moveTo>
                    <a:pt x="8880" y="81"/>
                  </a:moveTo>
                  <a:lnTo>
                    <a:pt x="9021" y="101"/>
                  </a:lnTo>
                  <a:lnTo>
                    <a:pt x="9142" y="142"/>
                  </a:lnTo>
                  <a:lnTo>
                    <a:pt x="9203" y="182"/>
                  </a:lnTo>
                  <a:lnTo>
                    <a:pt x="9263" y="243"/>
                  </a:lnTo>
                  <a:lnTo>
                    <a:pt x="9324" y="364"/>
                  </a:lnTo>
                  <a:lnTo>
                    <a:pt x="9364" y="505"/>
                  </a:lnTo>
                  <a:lnTo>
                    <a:pt x="9384" y="646"/>
                  </a:lnTo>
                  <a:lnTo>
                    <a:pt x="9405" y="868"/>
                  </a:lnTo>
                  <a:lnTo>
                    <a:pt x="9384" y="1070"/>
                  </a:lnTo>
                  <a:lnTo>
                    <a:pt x="9364" y="1272"/>
                  </a:lnTo>
                  <a:lnTo>
                    <a:pt x="9324" y="1474"/>
                  </a:lnTo>
                  <a:lnTo>
                    <a:pt x="9263" y="1675"/>
                  </a:lnTo>
                  <a:lnTo>
                    <a:pt x="9183" y="1877"/>
                  </a:lnTo>
                  <a:lnTo>
                    <a:pt x="9001" y="2261"/>
                  </a:lnTo>
                  <a:lnTo>
                    <a:pt x="8779" y="2624"/>
                  </a:lnTo>
                  <a:lnTo>
                    <a:pt x="8537" y="2967"/>
                  </a:lnTo>
                  <a:lnTo>
                    <a:pt x="8274" y="3290"/>
                  </a:lnTo>
                  <a:lnTo>
                    <a:pt x="8012" y="3592"/>
                  </a:lnTo>
                  <a:lnTo>
                    <a:pt x="7689" y="3936"/>
                  </a:lnTo>
                  <a:lnTo>
                    <a:pt x="7346" y="4299"/>
                  </a:lnTo>
                  <a:lnTo>
                    <a:pt x="6983" y="4662"/>
                  </a:lnTo>
                  <a:lnTo>
                    <a:pt x="6579" y="5005"/>
                  </a:lnTo>
                  <a:lnTo>
                    <a:pt x="6135" y="5348"/>
                  </a:lnTo>
                  <a:lnTo>
                    <a:pt x="5691" y="5651"/>
                  </a:lnTo>
                  <a:lnTo>
                    <a:pt x="5449" y="5772"/>
                  </a:lnTo>
                  <a:lnTo>
                    <a:pt x="5207" y="5913"/>
                  </a:lnTo>
                  <a:lnTo>
                    <a:pt x="4945" y="6014"/>
                  </a:lnTo>
                  <a:lnTo>
                    <a:pt x="4682" y="6115"/>
                  </a:lnTo>
                  <a:lnTo>
                    <a:pt x="4460" y="6196"/>
                  </a:lnTo>
                  <a:lnTo>
                    <a:pt x="4218" y="6256"/>
                  </a:lnTo>
                  <a:lnTo>
                    <a:pt x="3956" y="6317"/>
                  </a:lnTo>
                  <a:lnTo>
                    <a:pt x="3714" y="6357"/>
                  </a:lnTo>
                  <a:lnTo>
                    <a:pt x="3451" y="6377"/>
                  </a:lnTo>
                  <a:lnTo>
                    <a:pt x="2927" y="6377"/>
                  </a:lnTo>
                  <a:lnTo>
                    <a:pt x="2664" y="6337"/>
                  </a:lnTo>
                  <a:lnTo>
                    <a:pt x="2402" y="6297"/>
                  </a:lnTo>
                  <a:lnTo>
                    <a:pt x="2140" y="6236"/>
                  </a:lnTo>
                  <a:lnTo>
                    <a:pt x="1898" y="6155"/>
                  </a:lnTo>
                  <a:lnTo>
                    <a:pt x="1655" y="6054"/>
                  </a:lnTo>
                  <a:lnTo>
                    <a:pt x="1413" y="5933"/>
                  </a:lnTo>
                  <a:lnTo>
                    <a:pt x="1191" y="5792"/>
                  </a:lnTo>
                  <a:lnTo>
                    <a:pt x="969" y="5631"/>
                  </a:lnTo>
                  <a:lnTo>
                    <a:pt x="767" y="5429"/>
                  </a:lnTo>
                  <a:lnTo>
                    <a:pt x="586" y="5227"/>
                  </a:lnTo>
                  <a:lnTo>
                    <a:pt x="424" y="4985"/>
                  </a:lnTo>
                  <a:lnTo>
                    <a:pt x="303" y="4743"/>
                  </a:lnTo>
                  <a:lnTo>
                    <a:pt x="202" y="4501"/>
                  </a:lnTo>
                  <a:lnTo>
                    <a:pt x="122" y="4258"/>
                  </a:lnTo>
                  <a:lnTo>
                    <a:pt x="81" y="4016"/>
                  </a:lnTo>
                  <a:lnTo>
                    <a:pt x="81" y="3774"/>
                  </a:lnTo>
                  <a:lnTo>
                    <a:pt x="122" y="3532"/>
                  </a:lnTo>
                  <a:lnTo>
                    <a:pt x="182" y="3370"/>
                  </a:lnTo>
                  <a:lnTo>
                    <a:pt x="243" y="3189"/>
                  </a:lnTo>
                  <a:lnTo>
                    <a:pt x="344" y="3048"/>
                  </a:lnTo>
                  <a:lnTo>
                    <a:pt x="445" y="2906"/>
                  </a:lnTo>
                  <a:lnTo>
                    <a:pt x="586" y="2785"/>
                  </a:lnTo>
                  <a:lnTo>
                    <a:pt x="747" y="2664"/>
                  </a:lnTo>
                  <a:lnTo>
                    <a:pt x="909" y="2563"/>
                  </a:lnTo>
                  <a:lnTo>
                    <a:pt x="1111" y="2483"/>
                  </a:lnTo>
                  <a:lnTo>
                    <a:pt x="3310" y="1655"/>
                  </a:lnTo>
                  <a:lnTo>
                    <a:pt x="5530" y="868"/>
                  </a:lnTo>
                  <a:lnTo>
                    <a:pt x="6357" y="606"/>
                  </a:lnTo>
                  <a:lnTo>
                    <a:pt x="7165" y="364"/>
                  </a:lnTo>
                  <a:lnTo>
                    <a:pt x="7568" y="263"/>
                  </a:lnTo>
                  <a:lnTo>
                    <a:pt x="7972" y="182"/>
                  </a:lnTo>
                  <a:lnTo>
                    <a:pt x="8375" y="121"/>
                  </a:lnTo>
                  <a:lnTo>
                    <a:pt x="8779" y="81"/>
                  </a:lnTo>
                  <a:close/>
                  <a:moveTo>
                    <a:pt x="8759" y="0"/>
                  </a:moveTo>
                  <a:lnTo>
                    <a:pt x="8355" y="41"/>
                  </a:lnTo>
                  <a:lnTo>
                    <a:pt x="7952" y="101"/>
                  </a:lnTo>
                  <a:lnTo>
                    <a:pt x="7548" y="182"/>
                  </a:lnTo>
                  <a:lnTo>
                    <a:pt x="7144" y="283"/>
                  </a:lnTo>
                  <a:lnTo>
                    <a:pt x="6337" y="525"/>
                  </a:lnTo>
                  <a:lnTo>
                    <a:pt x="5510" y="787"/>
                  </a:lnTo>
                  <a:lnTo>
                    <a:pt x="3290" y="1574"/>
                  </a:lnTo>
                  <a:lnTo>
                    <a:pt x="1070" y="2402"/>
                  </a:lnTo>
                  <a:lnTo>
                    <a:pt x="868" y="2503"/>
                  </a:lnTo>
                  <a:lnTo>
                    <a:pt x="687" y="2604"/>
                  </a:lnTo>
                  <a:lnTo>
                    <a:pt x="525" y="2725"/>
                  </a:lnTo>
                  <a:lnTo>
                    <a:pt x="384" y="2846"/>
                  </a:lnTo>
                  <a:lnTo>
                    <a:pt x="263" y="3007"/>
                  </a:lnTo>
                  <a:lnTo>
                    <a:pt x="182" y="3169"/>
                  </a:lnTo>
                  <a:lnTo>
                    <a:pt x="102" y="3330"/>
                  </a:lnTo>
                  <a:lnTo>
                    <a:pt x="41" y="3512"/>
                  </a:lnTo>
                  <a:lnTo>
                    <a:pt x="1" y="3754"/>
                  </a:lnTo>
                  <a:lnTo>
                    <a:pt x="1" y="4016"/>
                  </a:lnTo>
                  <a:lnTo>
                    <a:pt x="41" y="4279"/>
                  </a:lnTo>
                  <a:lnTo>
                    <a:pt x="122" y="4521"/>
                  </a:lnTo>
                  <a:lnTo>
                    <a:pt x="223" y="4783"/>
                  </a:lnTo>
                  <a:lnTo>
                    <a:pt x="364" y="5025"/>
                  </a:lnTo>
                  <a:lnTo>
                    <a:pt x="525" y="5267"/>
                  </a:lnTo>
                  <a:lnTo>
                    <a:pt x="707" y="5489"/>
                  </a:lnTo>
                  <a:lnTo>
                    <a:pt x="969" y="5732"/>
                  </a:lnTo>
                  <a:lnTo>
                    <a:pt x="1252" y="5933"/>
                  </a:lnTo>
                  <a:lnTo>
                    <a:pt x="1554" y="6095"/>
                  </a:lnTo>
                  <a:lnTo>
                    <a:pt x="1877" y="6236"/>
                  </a:lnTo>
                  <a:lnTo>
                    <a:pt x="2200" y="6337"/>
                  </a:lnTo>
                  <a:lnTo>
                    <a:pt x="2523" y="6397"/>
                  </a:lnTo>
                  <a:lnTo>
                    <a:pt x="2866" y="6438"/>
                  </a:lnTo>
                  <a:lnTo>
                    <a:pt x="3189" y="6458"/>
                  </a:lnTo>
                  <a:lnTo>
                    <a:pt x="3593" y="6438"/>
                  </a:lnTo>
                  <a:lnTo>
                    <a:pt x="3976" y="6397"/>
                  </a:lnTo>
                  <a:lnTo>
                    <a:pt x="4360" y="6317"/>
                  </a:lnTo>
                  <a:lnTo>
                    <a:pt x="4723" y="6196"/>
                  </a:lnTo>
                  <a:lnTo>
                    <a:pt x="4985" y="6095"/>
                  </a:lnTo>
                  <a:lnTo>
                    <a:pt x="5227" y="5974"/>
                  </a:lnTo>
                  <a:lnTo>
                    <a:pt x="5490" y="5853"/>
                  </a:lnTo>
                  <a:lnTo>
                    <a:pt x="5712" y="5711"/>
                  </a:lnTo>
                  <a:lnTo>
                    <a:pt x="6176" y="5409"/>
                  </a:lnTo>
                  <a:lnTo>
                    <a:pt x="6620" y="5066"/>
                  </a:lnTo>
                  <a:lnTo>
                    <a:pt x="7023" y="4723"/>
                  </a:lnTo>
                  <a:lnTo>
                    <a:pt x="7407" y="4359"/>
                  </a:lnTo>
                  <a:lnTo>
                    <a:pt x="7750" y="3996"/>
                  </a:lnTo>
                  <a:lnTo>
                    <a:pt x="8073" y="3653"/>
                  </a:lnTo>
                  <a:lnTo>
                    <a:pt x="8335" y="3330"/>
                  </a:lnTo>
                  <a:lnTo>
                    <a:pt x="8597" y="3007"/>
                  </a:lnTo>
                  <a:lnTo>
                    <a:pt x="8860" y="2664"/>
                  </a:lnTo>
                  <a:lnTo>
                    <a:pt x="9082" y="2281"/>
                  </a:lnTo>
                  <a:lnTo>
                    <a:pt x="9263" y="1897"/>
                  </a:lnTo>
                  <a:lnTo>
                    <a:pt x="9324" y="1696"/>
                  </a:lnTo>
                  <a:lnTo>
                    <a:pt x="9405" y="1494"/>
                  </a:lnTo>
                  <a:lnTo>
                    <a:pt x="9445" y="1292"/>
                  </a:lnTo>
                  <a:lnTo>
                    <a:pt x="9465" y="1070"/>
                  </a:lnTo>
                  <a:lnTo>
                    <a:pt x="9485" y="868"/>
                  </a:lnTo>
                  <a:lnTo>
                    <a:pt x="9465" y="646"/>
                  </a:lnTo>
                  <a:lnTo>
                    <a:pt x="9445" y="444"/>
                  </a:lnTo>
                  <a:lnTo>
                    <a:pt x="9384" y="283"/>
                  </a:lnTo>
                  <a:lnTo>
                    <a:pt x="9304" y="162"/>
                  </a:lnTo>
                  <a:lnTo>
                    <a:pt x="9183" y="61"/>
                  </a:lnTo>
                  <a:lnTo>
                    <a:pt x="9082" y="21"/>
                  </a:lnTo>
                  <a:lnTo>
                    <a:pt x="89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 flipH="1">
              <a:off x="-756203" y="-5057684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 flipH="1">
              <a:off x="-2591759" y="-2237207"/>
              <a:ext cx="130935" cy="390458"/>
            </a:xfrm>
            <a:custGeom>
              <a:rect b="b" l="l" r="r" t="t"/>
              <a:pathLst>
                <a:path extrusionOk="0" h="6984" w="2342">
                  <a:moveTo>
                    <a:pt x="1494" y="82"/>
                  </a:moveTo>
                  <a:lnTo>
                    <a:pt x="1615" y="122"/>
                  </a:lnTo>
                  <a:lnTo>
                    <a:pt x="1716" y="162"/>
                  </a:lnTo>
                  <a:lnTo>
                    <a:pt x="1817" y="223"/>
                  </a:lnTo>
                  <a:lnTo>
                    <a:pt x="1897" y="304"/>
                  </a:lnTo>
                  <a:lnTo>
                    <a:pt x="1978" y="404"/>
                  </a:lnTo>
                  <a:lnTo>
                    <a:pt x="2039" y="485"/>
                  </a:lnTo>
                  <a:lnTo>
                    <a:pt x="2099" y="586"/>
                  </a:lnTo>
                  <a:lnTo>
                    <a:pt x="2160" y="707"/>
                  </a:lnTo>
                  <a:lnTo>
                    <a:pt x="2200" y="828"/>
                  </a:lnTo>
                  <a:lnTo>
                    <a:pt x="2240" y="1070"/>
                  </a:lnTo>
                  <a:lnTo>
                    <a:pt x="2261" y="1333"/>
                  </a:lnTo>
                  <a:lnTo>
                    <a:pt x="2261" y="1595"/>
                  </a:lnTo>
                  <a:lnTo>
                    <a:pt x="2240" y="2281"/>
                  </a:lnTo>
                  <a:lnTo>
                    <a:pt x="2180" y="2967"/>
                  </a:lnTo>
                  <a:lnTo>
                    <a:pt x="2059" y="3694"/>
                  </a:lnTo>
                  <a:lnTo>
                    <a:pt x="1897" y="4521"/>
                  </a:lnTo>
                  <a:lnTo>
                    <a:pt x="1837" y="4763"/>
                  </a:lnTo>
                  <a:lnTo>
                    <a:pt x="1776" y="5026"/>
                  </a:lnTo>
                  <a:lnTo>
                    <a:pt x="1675" y="5308"/>
                  </a:lnTo>
                  <a:lnTo>
                    <a:pt x="1554" y="5591"/>
                  </a:lnTo>
                  <a:lnTo>
                    <a:pt x="1413" y="5893"/>
                  </a:lnTo>
                  <a:lnTo>
                    <a:pt x="1231" y="6176"/>
                  </a:lnTo>
                  <a:lnTo>
                    <a:pt x="1030" y="6459"/>
                  </a:lnTo>
                  <a:lnTo>
                    <a:pt x="808" y="6741"/>
                  </a:lnTo>
                  <a:lnTo>
                    <a:pt x="707" y="6822"/>
                  </a:lnTo>
                  <a:lnTo>
                    <a:pt x="626" y="6862"/>
                  </a:lnTo>
                  <a:lnTo>
                    <a:pt x="566" y="6902"/>
                  </a:lnTo>
                  <a:lnTo>
                    <a:pt x="485" y="6882"/>
                  </a:lnTo>
                  <a:lnTo>
                    <a:pt x="444" y="6862"/>
                  </a:lnTo>
                  <a:lnTo>
                    <a:pt x="384" y="6822"/>
                  </a:lnTo>
                  <a:lnTo>
                    <a:pt x="303" y="6701"/>
                  </a:lnTo>
                  <a:lnTo>
                    <a:pt x="243" y="6539"/>
                  </a:lnTo>
                  <a:lnTo>
                    <a:pt x="182" y="6317"/>
                  </a:lnTo>
                  <a:lnTo>
                    <a:pt x="142" y="6055"/>
                  </a:lnTo>
                  <a:lnTo>
                    <a:pt x="101" y="5752"/>
                  </a:lnTo>
                  <a:lnTo>
                    <a:pt x="81" y="5086"/>
                  </a:lnTo>
                  <a:lnTo>
                    <a:pt x="81" y="4602"/>
                  </a:lnTo>
                  <a:lnTo>
                    <a:pt x="81" y="4097"/>
                  </a:lnTo>
                  <a:lnTo>
                    <a:pt x="101" y="3976"/>
                  </a:lnTo>
                  <a:lnTo>
                    <a:pt x="122" y="3310"/>
                  </a:lnTo>
                  <a:lnTo>
                    <a:pt x="162" y="2685"/>
                  </a:lnTo>
                  <a:lnTo>
                    <a:pt x="222" y="2100"/>
                  </a:lnTo>
                  <a:lnTo>
                    <a:pt x="283" y="1535"/>
                  </a:lnTo>
                  <a:lnTo>
                    <a:pt x="323" y="1353"/>
                  </a:lnTo>
                  <a:lnTo>
                    <a:pt x="384" y="1131"/>
                  </a:lnTo>
                  <a:lnTo>
                    <a:pt x="444" y="909"/>
                  </a:lnTo>
                  <a:lnTo>
                    <a:pt x="545" y="667"/>
                  </a:lnTo>
                  <a:lnTo>
                    <a:pt x="687" y="465"/>
                  </a:lnTo>
                  <a:lnTo>
                    <a:pt x="767" y="364"/>
                  </a:lnTo>
                  <a:lnTo>
                    <a:pt x="848" y="263"/>
                  </a:lnTo>
                  <a:lnTo>
                    <a:pt x="949" y="203"/>
                  </a:lnTo>
                  <a:lnTo>
                    <a:pt x="1070" y="142"/>
                  </a:lnTo>
                  <a:lnTo>
                    <a:pt x="1191" y="102"/>
                  </a:lnTo>
                  <a:lnTo>
                    <a:pt x="1312" y="82"/>
                  </a:lnTo>
                  <a:close/>
                  <a:moveTo>
                    <a:pt x="1312" y="1"/>
                  </a:moveTo>
                  <a:lnTo>
                    <a:pt x="1171" y="21"/>
                  </a:lnTo>
                  <a:lnTo>
                    <a:pt x="1030" y="61"/>
                  </a:lnTo>
                  <a:lnTo>
                    <a:pt x="868" y="162"/>
                  </a:lnTo>
                  <a:lnTo>
                    <a:pt x="707" y="304"/>
                  </a:lnTo>
                  <a:lnTo>
                    <a:pt x="566" y="485"/>
                  </a:lnTo>
                  <a:lnTo>
                    <a:pt x="485" y="606"/>
                  </a:lnTo>
                  <a:lnTo>
                    <a:pt x="424" y="748"/>
                  </a:lnTo>
                  <a:lnTo>
                    <a:pt x="364" y="909"/>
                  </a:lnTo>
                  <a:lnTo>
                    <a:pt x="303" y="1091"/>
                  </a:lnTo>
                  <a:lnTo>
                    <a:pt x="263" y="1292"/>
                  </a:lnTo>
                  <a:lnTo>
                    <a:pt x="222" y="1514"/>
                  </a:lnTo>
                  <a:lnTo>
                    <a:pt x="142" y="2079"/>
                  </a:lnTo>
                  <a:lnTo>
                    <a:pt x="81" y="2685"/>
                  </a:lnTo>
                  <a:lnTo>
                    <a:pt x="41" y="3310"/>
                  </a:lnTo>
                  <a:lnTo>
                    <a:pt x="21" y="3976"/>
                  </a:lnTo>
                  <a:lnTo>
                    <a:pt x="1" y="4097"/>
                  </a:lnTo>
                  <a:lnTo>
                    <a:pt x="1" y="4602"/>
                  </a:lnTo>
                  <a:lnTo>
                    <a:pt x="1" y="5106"/>
                  </a:lnTo>
                  <a:lnTo>
                    <a:pt x="21" y="5752"/>
                  </a:lnTo>
                  <a:lnTo>
                    <a:pt x="61" y="6055"/>
                  </a:lnTo>
                  <a:lnTo>
                    <a:pt x="101" y="6337"/>
                  </a:lnTo>
                  <a:lnTo>
                    <a:pt x="142" y="6499"/>
                  </a:lnTo>
                  <a:lnTo>
                    <a:pt x="202" y="6680"/>
                  </a:lnTo>
                  <a:lnTo>
                    <a:pt x="263" y="6781"/>
                  </a:lnTo>
                  <a:lnTo>
                    <a:pt x="303" y="6862"/>
                  </a:lnTo>
                  <a:lnTo>
                    <a:pt x="384" y="6923"/>
                  </a:lnTo>
                  <a:lnTo>
                    <a:pt x="465" y="6963"/>
                  </a:lnTo>
                  <a:lnTo>
                    <a:pt x="525" y="6983"/>
                  </a:lnTo>
                  <a:lnTo>
                    <a:pt x="606" y="6963"/>
                  </a:lnTo>
                  <a:lnTo>
                    <a:pt x="687" y="6923"/>
                  </a:lnTo>
                  <a:lnTo>
                    <a:pt x="767" y="6882"/>
                  </a:lnTo>
                  <a:lnTo>
                    <a:pt x="868" y="6802"/>
                  </a:lnTo>
                  <a:lnTo>
                    <a:pt x="1090" y="6519"/>
                  </a:lnTo>
                  <a:lnTo>
                    <a:pt x="1292" y="6237"/>
                  </a:lnTo>
                  <a:lnTo>
                    <a:pt x="1474" y="5934"/>
                  </a:lnTo>
                  <a:lnTo>
                    <a:pt x="1615" y="5631"/>
                  </a:lnTo>
                  <a:lnTo>
                    <a:pt x="1736" y="5349"/>
                  </a:lnTo>
                  <a:lnTo>
                    <a:pt x="1837" y="5046"/>
                  </a:lnTo>
                  <a:lnTo>
                    <a:pt x="1918" y="4784"/>
                  </a:lnTo>
                  <a:lnTo>
                    <a:pt x="1978" y="4521"/>
                  </a:lnTo>
                  <a:lnTo>
                    <a:pt x="2140" y="3714"/>
                  </a:lnTo>
                  <a:lnTo>
                    <a:pt x="2261" y="2967"/>
                  </a:lnTo>
                  <a:lnTo>
                    <a:pt x="2321" y="2281"/>
                  </a:lnTo>
                  <a:lnTo>
                    <a:pt x="2341" y="1595"/>
                  </a:lnTo>
                  <a:lnTo>
                    <a:pt x="2341" y="1333"/>
                  </a:lnTo>
                  <a:lnTo>
                    <a:pt x="2321" y="1050"/>
                  </a:lnTo>
                  <a:lnTo>
                    <a:pt x="2261" y="788"/>
                  </a:lnTo>
                  <a:lnTo>
                    <a:pt x="2220" y="667"/>
                  </a:lnTo>
                  <a:lnTo>
                    <a:pt x="2180" y="546"/>
                  </a:lnTo>
                  <a:lnTo>
                    <a:pt x="2119" y="445"/>
                  </a:lnTo>
                  <a:lnTo>
                    <a:pt x="2039" y="324"/>
                  </a:lnTo>
                  <a:lnTo>
                    <a:pt x="1938" y="243"/>
                  </a:lnTo>
                  <a:lnTo>
                    <a:pt x="1837" y="142"/>
                  </a:lnTo>
                  <a:lnTo>
                    <a:pt x="1716" y="82"/>
                  </a:lnTo>
                  <a:lnTo>
                    <a:pt x="1595" y="21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 flipH="1">
              <a:off x="-3345409" y="-5067803"/>
              <a:ext cx="1707024" cy="174879"/>
            </a:xfrm>
            <a:custGeom>
              <a:rect b="b" l="l" r="r" t="t"/>
              <a:pathLst>
                <a:path extrusionOk="0" h="3128" w="30533">
                  <a:moveTo>
                    <a:pt x="17960" y="0"/>
                  </a:moveTo>
                  <a:lnTo>
                    <a:pt x="16750" y="20"/>
                  </a:lnTo>
                  <a:lnTo>
                    <a:pt x="16326" y="20"/>
                  </a:lnTo>
                  <a:lnTo>
                    <a:pt x="13057" y="61"/>
                  </a:lnTo>
                  <a:lnTo>
                    <a:pt x="11422" y="101"/>
                  </a:lnTo>
                  <a:lnTo>
                    <a:pt x="9767" y="182"/>
                  </a:lnTo>
                  <a:lnTo>
                    <a:pt x="8133" y="262"/>
                  </a:lnTo>
                  <a:lnTo>
                    <a:pt x="6478" y="404"/>
                  </a:lnTo>
                  <a:lnTo>
                    <a:pt x="5671" y="484"/>
                  </a:lnTo>
                  <a:lnTo>
                    <a:pt x="4843" y="585"/>
                  </a:lnTo>
                  <a:lnTo>
                    <a:pt x="4036" y="686"/>
                  </a:lnTo>
                  <a:lnTo>
                    <a:pt x="3209" y="807"/>
                  </a:lnTo>
                  <a:lnTo>
                    <a:pt x="2785" y="868"/>
                  </a:lnTo>
                  <a:lnTo>
                    <a:pt x="2361" y="969"/>
                  </a:lnTo>
                  <a:lnTo>
                    <a:pt x="1917" y="1070"/>
                  </a:lnTo>
                  <a:lnTo>
                    <a:pt x="1494" y="1211"/>
                  </a:lnTo>
                  <a:lnTo>
                    <a:pt x="1090" y="1372"/>
                  </a:lnTo>
                  <a:lnTo>
                    <a:pt x="888" y="1473"/>
                  </a:lnTo>
                  <a:lnTo>
                    <a:pt x="686" y="1574"/>
                  </a:lnTo>
                  <a:lnTo>
                    <a:pt x="505" y="1695"/>
                  </a:lnTo>
                  <a:lnTo>
                    <a:pt x="323" y="1836"/>
                  </a:lnTo>
                  <a:lnTo>
                    <a:pt x="162" y="1978"/>
                  </a:lnTo>
                  <a:lnTo>
                    <a:pt x="0" y="2139"/>
                  </a:lnTo>
                  <a:lnTo>
                    <a:pt x="61" y="2200"/>
                  </a:lnTo>
                  <a:lnTo>
                    <a:pt x="222" y="2038"/>
                  </a:lnTo>
                  <a:lnTo>
                    <a:pt x="384" y="1897"/>
                  </a:lnTo>
                  <a:lnTo>
                    <a:pt x="565" y="1756"/>
                  </a:lnTo>
                  <a:lnTo>
                    <a:pt x="747" y="1655"/>
                  </a:lnTo>
                  <a:lnTo>
                    <a:pt x="929" y="1534"/>
                  </a:lnTo>
                  <a:lnTo>
                    <a:pt x="1130" y="1433"/>
                  </a:lnTo>
                  <a:lnTo>
                    <a:pt x="1534" y="1271"/>
                  </a:lnTo>
                  <a:lnTo>
                    <a:pt x="1958" y="1150"/>
                  </a:lnTo>
                  <a:lnTo>
                    <a:pt x="2382" y="1049"/>
                  </a:lnTo>
                  <a:lnTo>
                    <a:pt x="2805" y="949"/>
                  </a:lnTo>
                  <a:lnTo>
                    <a:pt x="3229" y="888"/>
                  </a:lnTo>
                  <a:lnTo>
                    <a:pt x="4036" y="767"/>
                  </a:lnTo>
                  <a:lnTo>
                    <a:pt x="4864" y="666"/>
                  </a:lnTo>
                  <a:lnTo>
                    <a:pt x="5671" y="565"/>
                  </a:lnTo>
                  <a:lnTo>
                    <a:pt x="6498" y="484"/>
                  </a:lnTo>
                  <a:lnTo>
                    <a:pt x="8133" y="343"/>
                  </a:lnTo>
                  <a:lnTo>
                    <a:pt x="9788" y="262"/>
                  </a:lnTo>
                  <a:lnTo>
                    <a:pt x="11422" y="182"/>
                  </a:lnTo>
                  <a:lnTo>
                    <a:pt x="13057" y="141"/>
                  </a:lnTo>
                  <a:lnTo>
                    <a:pt x="16326" y="101"/>
                  </a:lnTo>
                  <a:lnTo>
                    <a:pt x="16750" y="101"/>
                  </a:lnTo>
                  <a:lnTo>
                    <a:pt x="17960" y="81"/>
                  </a:lnTo>
                  <a:lnTo>
                    <a:pt x="19191" y="81"/>
                  </a:lnTo>
                  <a:lnTo>
                    <a:pt x="20402" y="101"/>
                  </a:lnTo>
                  <a:lnTo>
                    <a:pt x="21613" y="161"/>
                  </a:lnTo>
                  <a:lnTo>
                    <a:pt x="22239" y="202"/>
                  </a:lnTo>
                  <a:lnTo>
                    <a:pt x="22844" y="242"/>
                  </a:lnTo>
                  <a:lnTo>
                    <a:pt x="23449" y="303"/>
                  </a:lnTo>
                  <a:lnTo>
                    <a:pt x="24055" y="383"/>
                  </a:lnTo>
                  <a:lnTo>
                    <a:pt x="24640" y="484"/>
                  </a:lnTo>
                  <a:lnTo>
                    <a:pt x="25245" y="585"/>
                  </a:lnTo>
                  <a:lnTo>
                    <a:pt x="25831" y="727"/>
                  </a:lnTo>
                  <a:lnTo>
                    <a:pt x="26436" y="868"/>
                  </a:lnTo>
                  <a:lnTo>
                    <a:pt x="27102" y="1070"/>
                  </a:lnTo>
                  <a:lnTo>
                    <a:pt x="27707" y="1292"/>
                  </a:lnTo>
                  <a:lnTo>
                    <a:pt x="28293" y="1534"/>
                  </a:lnTo>
                  <a:lnTo>
                    <a:pt x="28817" y="1816"/>
                  </a:lnTo>
                  <a:lnTo>
                    <a:pt x="29281" y="2099"/>
                  </a:lnTo>
                  <a:lnTo>
                    <a:pt x="29725" y="2422"/>
                  </a:lnTo>
                  <a:lnTo>
                    <a:pt x="30109" y="2745"/>
                  </a:lnTo>
                  <a:lnTo>
                    <a:pt x="30290" y="2926"/>
                  </a:lnTo>
                  <a:lnTo>
                    <a:pt x="30472" y="3128"/>
                  </a:lnTo>
                  <a:lnTo>
                    <a:pt x="30533" y="3067"/>
                  </a:lnTo>
                  <a:lnTo>
                    <a:pt x="30351" y="2886"/>
                  </a:lnTo>
                  <a:lnTo>
                    <a:pt x="30169" y="2704"/>
                  </a:lnTo>
                  <a:lnTo>
                    <a:pt x="29786" y="2361"/>
                  </a:lnTo>
                  <a:lnTo>
                    <a:pt x="29342" y="2038"/>
                  </a:lnTo>
                  <a:lnTo>
                    <a:pt x="28858" y="1736"/>
                  </a:lnTo>
                  <a:lnTo>
                    <a:pt x="28333" y="1473"/>
                  </a:lnTo>
                  <a:lnTo>
                    <a:pt x="27748" y="1231"/>
                  </a:lnTo>
                  <a:lnTo>
                    <a:pt x="27122" y="989"/>
                  </a:lnTo>
                  <a:lnTo>
                    <a:pt x="26456" y="787"/>
                  </a:lnTo>
                  <a:lnTo>
                    <a:pt x="25851" y="646"/>
                  </a:lnTo>
                  <a:lnTo>
                    <a:pt x="25266" y="525"/>
                  </a:lnTo>
                  <a:lnTo>
                    <a:pt x="24660" y="404"/>
                  </a:lnTo>
                  <a:lnTo>
                    <a:pt x="24055" y="303"/>
                  </a:lnTo>
                  <a:lnTo>
                    <a:pt x="23449" y="222"/>
                  </a:lnTo>
                  <a:lnTo>
                    <a:pt x="22844" y="161"/>
                  </a:lnTo>
                  <a:lnTo>
                    <a:pt x="22239" y="121"/>
                  </a:lnTo>
                  <a:lnTo>
                    <a:pt x="21633" y="81"/>
                  </a:lnTo>
                  <a:lnTo>
                    <a:pt x="20402" y="20"/>
                  </a:lnTo>
                  <a:lnTo>
                    <a:pt x="19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 flipH="1">
              <a:off x="-3431139" y="-4896338"/>
              <a:ext cx="206522" cy="1040271"/>
            </a:xfrm>
            <a:custGeom>
              <a:rect b="b" l="l" r="r" t="t"/>
              <a:pathLst>
                <a:path extrusionOk="0" h="18607" w="3694">
                  <a:moveTo>
                    <a:pt x="2160" y="0"/>
                  </a:moveTo>
                  <a:lnTo>
                    <a:pt x="2099" y="61"/>
                  </a:lnTo>
                  <a:lnTo>
                    <a:pt x="2281" y="283"/>
                  </a:lnTo>
                  <a:lnTo>
                    <a:pt x="2462" y="545"/>
                  </a:lnTo>
                  <a:lnTo>
                    <a:pt x="2624" y="787"/>
                  </a:lnTo>
                  <a:lnTo>
                    <a:pt x="2765" y="1050"/>
                  </a:lnTo>
                  <a:lnTo>
                    <a:pt x="2886" y="1292"/>
                  </a:lnTo>
                  <a:lnTo>
                    <a:pt x="3007" y="1554"/>
                  </a:lnTo>
                  <a:lnTo>
                    <a:pt x="3209" y="2079"/>
                  </a:lnTo>
                  <a:lnTo>
                    <a:pt x="3350" y="2604"/>
                  </a:lnTo>
                  <a:lnTo>
                    <a:pt x="3471" y="3108"/>
                  </a:lnTo>
                  <a:lnTo>
                    <a:pt x="3532" y="3592"/>
                  </a:lnTo>
                  <a:lnTo>
                    <a:pt x="3572" y="4036"/>
                  </a:lnTo>
                  <a:lnTo>
                    <a:pt x="3613" y="4581"/>
                  </a:lnTo>
                  <a:lnTo>
                    <a:pt x="3613" y="5126"/>
                  </a:lnTo>
                  <a:lnTo>
                    <a:pt x="3592" y="5671"/>
                  </a:lnTo>
                  <a:lnTo>
                    <a:pt x="3552" y="6216"/>
                  </a:lnTo>
                  <a:lnTo>
                    <a:pt x="3431" y="7285"/>
                  </a:lnTo>
                  <a:lnTo>
                    <a:pt x="3290" y="8355"/>
                  </a:lnTo>
                  <a:lnTo>
                    <a:pt x="2684" y="12734"/>
                  </a:lnTo>
                  <a:lnTo>
                    <a:pt x="2604" y="13360"/>
                  </a:lnTo>
                  <a:lnTo>
                    <a:pt x="2503" y="14026"/>
                  </a:lnTo>
                  <a:lnTo>
                    <a:pt x="2361" y="14712"/>
                  </a:lnTo>
                  <a:lnTo>
                    <a:pt x="2281" y="15055"/>
                  </a:lnTo>
                  <a:lnTo>
                    <a:pt x="2180" y="15398"/>
                  </a:lnTo>
                  <a:lnTo>
                    <a:pt x="2059" y="15741"/>
                  </a:lnTo>
                  <a:lnTo>
                    <a:pt x="1938" y="16084"/>
                  </a:lnTo>
                  <a:lnTo>
                    <a:pt x="1796" y="16407"/>
                  </a:lnTo>
                  <a:lnTo>
                    <a:pt x="1635" y="16730"/>
                  </a:lnTo>
                  <a:lnTo>
                    <a:pt x="1453" y="17053"/>
                  </a:lnTo>
                  <a:lnTo>
                    <a:pt x="1252" y="17355"/>
                  </a:lnTo>
                  <a:lnTo>
                    <a:pt x="1030" y="17638"/>
                  </a:lnTo>
                  <a:lnTo>
                    <a:pt x="787" y="17900"/>
                  </a:lnTo>
                  <a:lnTo>
                    <a:pt x="606" y="18082"/>
                  </a:lnTo>
                  <a:lnTo>
                    <a:pt x="404" y="18243"/>
                  </a:lnTo>
                  <a:lnTo>
                    <a:pt x="202" y="18384"/>
                  </a:lnTo>
                  <a:lnTo>
                    <a:pt x="0" y="18526"/>
                  </a:lnTo>
                  <a:lnTo>
                    <a:pt x="41" y="18606"/>
                  </a:lnTo>
                  <a:lnTo>
                    <a:pt x="263" y="18465"/>
                  </a:lnTo>
                  <a:lnTo>
                    <a:pt x="465" y="18304"/>
                  </a:lnTo>
                  <a:lnTo>
                    <a:pt x="666" y="18142"/>
                  </a:lnTo>
                  <a:lnTo>
                    <a:pt x="848" y="17961"/>
                  </a:lnTo>
                  <a:lnTo>
                    <a:pt x="1090" y="17678"/>
                  </a:lnTo>
                  <a:lnTo>
                    <a:pt x="1332" y="17396"/>
                  </a:lnTo>
                  <a:lnTo>
                    <a:pt x="1534" y="17093"/>
                  </a:lnTo>
                  <a:lnTo>
                    <a:pt x="1716" y="16790"/>
                  </a:lnTo>
                  <a:lnTo>
                    <a:pt x="1877" y="16447"/>
                  </a:lnTo>
                  <a:lnTo>
                    <a:pt x="2018" y="16124"/>
                  </a:lnTo>
                  <a:lnTo>
                    <a:pt x="2139" y="15781"/>
                  </a:lnTo>
                  <a:lnTo>
                    <a:pt x="2240" y="15438"/>
                  </a:lnTo>
                  <a:lnTo>
                    <a:pt x="2341" y="15075"/>
                  </a:lnTo>
                  <a:lnTo>
                    <a:pt x="2442" y="14732"/>
                  </a:lnTo>
                  <a:lnTo>
                    <a:pt x="2563" y="14046"/>
                  </a:lnTo>
                  <a:lnTo>
                    <a:pt x="2684" y="13380"/>
                  </a:lnTo>
                  <a:lnTo>
                    <a:pt x="2765" y="12734"/>
                  </a:lnTo>
                  <a:lnTo>
                    <a:pt x="3370" y="8375"/>
                  </a:lnTo>
                  <a:lnTo>
                    <a:pt x="3512" y="7306"/>
                  </a:lnTo>
                  <a:lnTo>
                    <a:pt x="3633" y="6216"/>
                  </a:lnTo>
                  <a:lnTo>
                    <a:pt x="3673" y="5671"/>
                  </a:lnTo>
                  <a:lnTo>
                    <a:pt x="3693" y="5126"/>
                  </a:lnTo>
                  <a:lnTo>
                    <a:pt x="3693" y="4581"/>
                  </a:lnTo>
                  <a:lnTo>
                    <a:pt x="3653" y="4036"/>
                  </a:lnTo>
                  <a:lnTo>
                    <a:pt x="3613" y="3572"/>
                  </a:lnTo>
                  <a:lnTo>
                    <a:pt x="3532" y="3088"/>
                  </a:lnTo>
                  <a:lnTo>
                    <a:pt x="3431" y="2583"/>
                  </a:lnTo>
                  <a:lnTo>
                    <a:pt x="3290" y="2059"/>
                  </a:lnTo>
                  <a:lnTo>
                    <a:pt x="3088" y="1534"/>
                  </a:lnTo>
                  <a:lnTo>
                    <a:pt x="2967" y="1272"/>
                  </a:lnTo>
                  <a:lnTo>
                    <a:pt x="2826" y="1009"/>
                  </a:lnTo>
                  <a:lnTo>
                    <a:pt x="2684" y="747"/>
                  </a:lnTo>
                  <a:lnTo>
                    <a:pt x="2523" y="485"/>
                  </a:lnTo>
                  <a:lnTo>
                    <a:pt x="2341" y="243"/>
                  </a:lnTo>
                  <a:lnTo>
                    <a:pt x="2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 flipH="1">
              <a:off x="-3448112" y="-5027215"/>
              <a:ext cx="1867255" cy="1352794"/>
            </a:xfrm>
            <a:custGeom>
              <a:rect b="b" l="l" r="r" t="t"/>
              <a:pathLst>
                <a:path extrusionOk="0" h="24197" w="33399">
                  <a:moveTo>
                    <a:pt x="13521" y="1"/>
                  </a:moveTo>
                  <a:lnTo>
                    <a:pt x="12391" y="21"/>
                  </a:lnTo>
                  <a:lnTo>
                    <a:pt x="11200" y="61"/>
                  </a:lnTo>
                  <a:lnTo>
                    <a:pt x="10009" y="101"/>
                  </a:lnTo>
                  <a:lnTo>
                    <a:pt x="8012" y="223"/>
                  </a:lnTo>
                  <a:lnTo>
                    <a:pt x="5832" y="364"/>
                  </a:lnTo>
                  <a:lnTo>
                    <a:pt x="5287" y="404"/>
                  </a:lnTo>
                  <a:lnTo>
                    <a:pt x="4702" y="424"/>
                  </a:lnTo>
                  <a:lnTo>
                    <a:pt x="3996" y="445"/>
                  </a:lnTo>
                  <a:lnTo>
                    <a:pt x="3289" y="485"/>
                  </a:lnTo>
                  <a:lnTo>
                    <a:pt x="2926" y="525"/>
                  </a:lnTo>
                  <a:lnTo>
                    <a:pt x="2603" y="586"/>
                  </a:lnTo>
                  <a:lnTo>
                    <a:pt x="2260" y="646"/>
                  </a:lnTo>
                  <a:lnTo>
                    <a:pt x="1958" y="747"/>
                  </a:lnTo>
                  <a:lnTo>
                    <a:pt x="1796" y="808"/>
                  </a:lnTo>
                  <a:lnTo>
                    <a:pt x="1655" y="868"/>
                  </a:lnTo>
                  <a:lnTo>
                    <a:pt x="1514" y="949"/>
                  </a:lnTo>
                  <a:lnTo>
                    <a:pt x="1372" y="1050"/>
                  </a:lnTo>
                  <a:lnTo>
                    <a:pt x="1251" y="1151"/>
                  </a:lnTo>
                  <a:lnTo>
                    <a:pt x="1130" y="1272"/>
                  </a:lnTo>
                  <a:lnTo>
                    <a:pt x="1009" y="1413"/>
                  </a:lnTo>
                  <a:lnTo>
                    <a:pt x="888" y="1554"/>
                  </a:lnTo>
                  <a:lnTo>
                    <a:pt x="686" y="1877"/>
                  </a:lnTo>
                  <a:lnTo>
                    <a:pt x="505" y="2241"/>
                  </a:lnTo>
                  <a:lnTo>
                    <a:pt x="343" y="2664"/>
                  </a:lnTo>
                  <a:lnTo>
                    <a:pt x="222" y="3128"/>
                  </a:lnTo>
                  <a:lnTo>
                    <a:pt x="141" y="3532"/>
                  </a:lnTo>
                  <a:lnTo>
                    <a:pt x="81" y="3956"/>
                  </a:lnTo>
                  <a:lnTo>
                    <a:pt x="40" y="4380"/>
                  </a:lnTo>
                  <a:lnTo>
                    <a:pt x="0" y="4783"/>
                  </a:lnTo>
                  <a:lnTo>
                    <a:pt x="0" y="5187"/>
                  </a:lnTo>
                  <a:lnTo>
                    <a:pt x="20" y="5550"/>
                  </a:lnTo>
                  <a:lnTo>
                    <a:pt x="40" y="5893"/>
                  </a:lnTo>
                  <a:lnTo>
                    <a:pt x="61" y="6216"/>
                  </a:lnTo>
                  <a:lnTo>
                    <a:pt x="121" y="6680"/>
                  </a:lnTo>
                  <a:lnTo>
                    <a:pt x="222" y="7144"/>
                  </a:lnTo>
                  <a:lnTo>
                    <a:pt x="323" y="7608"/>
                  </a:lnTo>
                  <a:lnTo>
                    <a:pt x="424" y="8052"/>
                  </a:lnTo>
                  <a:lnTo>
                    <a:pt x="686" y="8960"/>
                  </a:lnTo>
                  <a:lnTo>
                    <a:pt x="969" y="9848"/>
                  </a:lnTo>
                  <a:lnTo>
                    <a:pt x="1191" y="10595"/>
                  </a:lnTo>
                  <a:lnTo>
                    <a:pt x="1413" y="11362"/>
                  </a:lnTo>
                  <a:lnTo>
                    <a:pt x="1635" y="12230"/>
                  </a:lnTo>
                  <a:lnTo>
                    <a:pt x="1836" y="13118"/>
                  </a:lnTo>
                  <a:lnTo>
                    <a:pt x="1998" y="14026"/>
                  </a:lnTo>
                  <a:lnTo>
                    <a:pt x="2119" y="14914"/>
                  </a:lnTo>
                  <a:lnTo>
                    <a:pt x="2220" y="15822"/>
                  </a:lnTo>
                  <a:lnTo>
                    <a:pt x="2280" y="16730"/>
                  </a:lnTo>
                  <a:lnTo>
                    <a:pt x="2321" y="17638"/>
                  </a:lnTo>
                  <a:lnTo>
                    <a:pt x="2321" y="18546"/>
                  </a:lnTo>
                  <a:lnTo>
                    <a:pt x="2280" y="19656"/>
                  </a:lnTo>
                  <a:lnTo>
                    <a:pt x="2260" y="20403"/>
                  </a:lnTo>
                  <a:lnTo>
                    <a:pt x="2240" y="21169"/>
                  </a:lnTo>
                  <a:lnTo>
                    <a:pt x="2260" y="21936"/>
                  </a:lnTo>
                  <a:lnTo>
                    <a:pt x="2301" y="22320"/>
                  </a:lnTo>
                  <a:lnTo>
                    <a:pt x="2341" y="22703"/>
                  </a:lnTo>
                  <a:lnTo>
                    <a:pt x="2381" y="23046"/>
                  </a:lnTo>
                  <a:lnTo>
                    <a:pt x="2442" y="23248"/>
                  </a:lnTo>
                  <a:lnTo>
                    <a:pt x="2502" y="23430"/>
                  </a:lnTo>
                  <a:lnTo>
                    <a:pt x="2583" y="23611"/>
                  </a:lnTo>
                  <a:lnTo>
                    <a:pt x="2684" y="23773"/>
                  </a:lnTo>
                  <a:lnTo>
                    <a:pt x="2825" y="23914"/>
                  </a:lnTo>
                  <a:lnTo>
                    <a:pt x="2987" y="24055"/>
                  </a:lnTo>
                  <a:lnTo>
                    <a:pt x="3128" y="24116"/>
                  </a:lnTo>
                  <a:lnTo>
                    <a:pt x="3249" y="24156"/>
                  </a:lnTo>
                  <a:lnTo>
                    <a:pt x="3390" y="24196"/>
                  </a:lnTo>
                  <a:lnTo>
                    <a:pt x="3532" y="24196"/>
                  </a:lnTo>
                  <a:lnTo>
                    <a:pt x="3733" y="24176"/>
                  </a:lnTo>
                  <a:lnTo>
                    <a:pt x="3955" y="24136"/>
                  </a:lnTo>
                  <a:lnTo>
                    <a:pt x="4177" y="24055"/>
                  </a:lnTo>
                  <a:lnTo>
                    <a:pt x="4379" y="23934"/>
                  </a:lnTo>
                  <a:lnTo>
                    <a:pt x="4601" y="23813"/>
                  </a:lnTo>
                  <a:lnTo>
                    <a:pt x="4823" y="23652"/>
                  </a:lnTo>
                  <a:lnTo>
                    <a:pt x="5247" y="23329"/>
                  </a:lnTo>
                  <a:lnTo>
                    <a:pt x="5630" y="23026"/>
                  </a:lnTo>
                  <a:lnTo>
                    <a:pt x="6014" y="22743"/>
                  </a:lnTo>
                  <a:lnTo>
                    <a:pt x="6417" y="22481"/>
                  </a:lnTo>
                  <a:lnTo>
                    <a:pt x="6821" y="22239"/>
                  </a:lnTo>
                  <a:lnTo>
                    <a:pt x="7245" y="21997"/>
                  </a:lnTo>
                  <a:lnTo>
                    <a:pt x="7689" y="21775"/>
                  </a:lnTo>
                  <a:lnTo>
                    <a:pt x="8133" y="21553"/>
                  </a:lnTo>
                  <a:lnTo>
                    <a:pt x="8577" y="21371"/>
                  </a:lnTo>
                  <a:lnTo>
                    <a:pt x="9041" y="21169"/>
                  </a:lnTo>
                  <a:lnTo>
                    <a:pt x="9525" y="21008"/>
                  </a:lnTo>
                  <a:lnTo>
                    <a:pt x="10009" y="20867"/>
                  </a:lnTo>
                  <a:lnTo>
                    <a:pt x="10494" y="20725"/>
                  </a:lnTo>
                  <a:lnTo>
                    <a:pt x="10998" y="20604"/>
                  </a:lnTo>
                  <a:lnTo>
                    <a:pt x="11503" y="20483"/>
                  </a:lnTo>
                  <a:lnTo>
                    <a:pt x="12027" y="20403"/>
                  </a:lnTo>
                  <a:lnTo>
                    <a:pt x="12552" y="20322"/>
                  </a:lnTo>
                  <a:lnTo>
                    <a:pt x="13460" y="20221"/>
                  </a:lnTo>
                  <a:lnTo>
                    <a:pt x="14409" y="20160"/>
                  </a:lnTo>
                  <a:lnTo>
                    <a:pt x="15377" y="20160"/>
                  </a:lnTo>
                  <a:lnTo>
                    <a:pt x="16366" y="20201"/>
                  </a:lnTo>
                  <a:lnTo>
                    <a:pt x="17355" y="20302"/>
                  </a:lnTo>
                  <a:lnTo>
                    <a:pt x="18384" y="20423"/>
                  </a:lnTo>
                  <a:lnTo>
                    <a:pt x="19433" y="20604"/>
                  </a:lnTo>
                  <a:lnTo>
                    <a:pt x="20503" y="20826"/>
                  </a:lnTo>
                  <a:lnTo>
                    <a:pt x="21714" y="21129"/>
                  </a:lnTo>
                  <a:lnTo>
                    <a:pt x="22642" y="21351"/>
                  </a:lnTo>
                  <a:lnTo>
                    <a:pt x="23591" y="21553"/>
                  </a:lnTo>
                  <a:lnTo>
                    <a:pt x="24055" y="21654"/>
                  </a:lnTo>
                  <a:lnTo>
                    <a:pt x="24539" y="21714"/>
                  </a:lnTo>
                  <a:lnTo>
                    <a:pt x="25023" y="21775"/>
                  </a:lnTo>
                  <a:lnTo>
                    <a:pt x="25508" y="21815"/>
                  </a:lnTo>
                  <a:lnTo>
                    <a:pt x="26053" y="21835"/>
                  </a:lnTo>
                  <a:lnTo>
                    <a:pt x="26597" y="21815"/>
                  </a:lnTo>
                  <a:lnTo>
                    <a:pt x="27122" y="21755"/>
                  </a:lnTo>
                  <a:lnTo>
                    <a:pt x="27647" y="21654"/>
                  </a:lnTo>
                  <a:lnTo>
                    <a:pt x="28131" y="21533"/>
                  </a:lnTo>
                  <a:lnTo>
                    <a:pt x="28595" y="21371"/>
                  </a:lnTo>
                  <a:lnTo>
                    <a:pt x="29039" y="21169"/>
                  </a:lnTo>
                  <a:lnTo>
                    <a:pt x="29443" y="20947"/>
                  </a:lnTo>
                  <a:lnTo>
                    <a:pt x="29402" y="20867"/>
                  </a:lnTo>
                  <a:lnTo>
                    <a:pt x="28999" y="21089"/>
                  </a:lnTo>
                  <a:lnTo>
                    <a:pt x="28555" y="21291"/>
                  </a:lnTo>
                  <a:lnTo>
                    <a:pt x="28111" y="21452"/>
                  </a:lnTo>
                  <a:lnTo>
                    <a:pt x="27627" y="21573"/>
                  </a:lnTo>
                  <a:lnTo>
                    <a:pt x="27122" y="21674"/>
                  </a:lnTo>
                  <a:lnTo>
                    <a:pt x="26597" y="21734"/>
                  </a:lnTo>
                  <a:lnTo>
                    <a:pt x="26053" y="21755"/>
                  </a:lnTo>
                  <a:lnTo>
                    <a:pt x="25508" y="21734"/>
                  </a:lnTo>
                  <a:lnTo>
                    <a:pt x="25023" y="21694"/>
                  </a:lnTo>
                  <a:lnTo>
                    <a:pt x="24539" y="21634"/>
                  </a:lnTo>
                  <a:lnTo>
                    <a:pt x="24075" y="21573"/>
                  </a:lnTo>
                  <a:lnTo>
                    <a:pt x="23591" y="21472"/>
                  </a:lnTo>
                  <a:lnTo>
                    <a:pt x="22662" y="21270"/>
                  </a:lnTo>
                  <a:lnTo>
                    <a:pt x="21734" y="21048"/>
                  </a:lnTo>
                  <a:lnTo>
                    <a:pt x="20503" y="20746"/>
                  </a:lnTo>
                  <a:lnTo>
                    <a:pt x="19454" y="20524"/>
                  </a:lnTo>
                  <a:lnTo>
                    <a:pt x="18404" y="20342"/>
                  </a:lnTo>
                  <a:lnTo>
                    <a:pt x="17375" y="20221"/>
                  </a:lnTo>
                  <a:lnTo>
                    <a:pt x="16366" y="20120"/>
                  </a:lnTo>
                  <a:lnTo>
                    <a:pt x="15377" y="20080"/>
                  </a:lnTo>
                  <a:lnTo>
                    <a:pt x="14409" y="20080"/>
                  </a:lnTo>
                  <a:lnTo>
                    <a:pt x="13460" y="20140"/>
                  </a:lnTo>
                  <a:lnTo>
                    <a:pt x="12532" y="20241"/>
                  </a:lnTo>
                  <a:lnTo>
                    <a:pt x="12007" y="20322"/>
                  </a:lnTo>
                  <a:lnTo>
                    <a:pt x="11503" y="20403"/>
                  </a:lnTo>
                  <a:lnTo>
                    <a:pt x="10978" y="20524"/>
                  </a:lnTo>
                  <a:lnTo>
                    <a:pt x="10474" y="20645"/>
                  </a:lnTo>
                  <a:lnTo>
                    <a:pt x="9989" y="20786"/>
                  </a:lnTo>
                  <a:lnTo>
                    <a:pt x="9505" y="20927"/>
                  </a:lnTo>
                  <a:lnTo>
                    <a:pt x="9021" y="21109"/>
                  </a:lnTo>
                  <a:lnTo>
                    <a:pt x="8556" y="21291"/>
                  </a:lnTo>
                  <a:lnTo>
                    <a:pt x="8092" y="21492"/>
                  </a:lnTo>
                  <a:lnTo>
                    <a:pt x="7648" y="21694"/>
                  </a:lnTo>
                  <a:lnTo>
                    <a:pt x="7204" y="21916"/>
                  </a:lnTo>
                  <a:lnTo>
                    <a:pt x="6781" y="22158"/>
                  </a:lnTo>
                  <a:lnTo>
                    <a:pt x="6377" y="22421"/>
                  </a:lnTo>
                  <a:lnTo>
                    <a:pt x="5973" y="22683"/>
                  </a:lnTo>
                  <a:lnTo>
                    <a:pt x="5590" y="22965"/>
                  </a:lnTo>
                  <a:lnTo>
                    <a:pt x="5207" y="23268"/>
                  </a:lnTo>
                  <a:lnTo>
                    <a:pt x="4924" y="23490"/>
                  </a:lnTo>
                  <a:lnTo>
                    <a:pt x="4641" y="23692"/>
                  </a:lnTo>
                  <a:lnTo>
                    <a:pt x="4359" y="23853"/>
                  </a:lnTo>
                  <a:lnTo>
                    <a:pt x="4076" y="23995"/>
                  </a:lnTo>
                  <a:lnTo>
                    <a:pt x="3935" y="24055"/>
                  </a:lnTo>
                  <a:lnTo>
                    <a:pt x="3814" y="24096"/>
                  </a:lnTo>
                  <a:lnTo>
                    <a:pt x="3673" y="24116"/>
                  </a:lnTo>
                  <a:lnTo>
                    <a:pt x="3411" y="24116"/>
                  </a:lnTo>
                  <a:lnTo>
                    <a:pt x="3269" y="24096"/>
                  </a:lnTo>
                  <a:lnTo>
                    <a:pt x="3148" y="24035"/>
                  </a:lnTo>
                  <a:lnTo>
                    <a:pt x="3027" y="23974"/>
                  </a:lnTo>
                  <a:lnTo>
                    <a:pt x="2886" y="23853"/>
                  </a:lnTo>
                  <a:lnTo>
                    <a:pt x="2745" y="23712"/>
                  </a:lnTo>
                  <a:lnTo>
                    <a:pt x="2644" y="23551"/>
                  </a:lnTo>
                  <a:lnTo>
                    <a:pt x="2583" y="23389"/>
                  </a:lnTo>
                  <a:lnTo>
                    <a:pt x="2523" y="23208"/>
                  </a:lnTo>
                  <a:lnTo>
                    <a:pt x="2462" y="23026"/>
                  </a:lnTo>
                  <a:lnTo>
                    <a:pt x="2422" y="22683"/>
                  </a:lnTo>
                  <a:lnTo>
                    <a:pt x="2381" y="22300"/>
                  </a:lnTo>
                  <a:lnTo>
                    <a:pt x="2341" y="21936"/>
                  </a:lnTo>
                  <a:lnTo>
                    <a:pt x="2321" y="21169"/>
                  </a:lnTo>
                  <a:lnTo>
                    <a:pt x="2341" y="20403"/>
                  </a:lnTo>
                  <a:lnTo>
                    <a:pt x="2361" y="19656"/>
                  </a:lnTo>
                  <a:lnTo>
                    <a:pt x="2402" y="18546"/>
                  </a:lnTo>
                  <a:lnTo>
                    <a:pt x="2402" y="17638"/>
                  </a:lnTo>
                  <a:lnTo>
                    <a:pt x="2361" y="16710"/>
                  </a:lnTo>
                  <a:lnTo>
                    <a:pt x="2301" y="15802"/>
                  </a:lnTo>
                  <a:lnTo>
                    <a:pt x="2200" y="14914"/>
                  </a:lnTo>
                  <a:lnTo>
                    <a:pt x="2079" y="14006"/>
                  </a:lnTo>
                  <a:lnTo>
                    <a:pt x="1917" y="13118"/>
                  </a:lnTo>
                  <a:lnTo>
                    <a:pt x="1715" y="12230"/>
                  </a:lnTo>
                  <a:lnTo>
                    <a:pt x="1493" y="11342"/>
                  </a:lnTo>
                  <a:lnTo>
                    <a:pt x="1271" y="10575"/>
                  </a:lnTo>
                  <a:lnTo>
                    <a:pt x="1029" y="9828"/>
                  </a:lnTo>
                  <a:lnTo>
                    <a:pt x="767" y="8940"/>
                  </a:lnTo>
                  <a:lnTo>
                    <a:pt x="505" y="8032"/>
                  </a:lnTo>
                  <a:lnTo>
                    <a:pt x="404" y="7588"/>
                  </a:lnTo>
                  <a:lnTo>
                    <a:pt x="303" y="7124"/>
                  </a:lnTo>
                  <a:lnTo>
                    <a:pt x="202" y="6660"/>
                  </a:lnTo>
                  <a:lnTo>
                    <a:pt x="141" y="6196"/>
                  </a:lnTo>
                  <a:lnTo>
                    <a:pt x="101" y="5853"/>
                  </a:lnTo>
                  <a:lnTo>
                    <a:pt x="81" y="5469"/>
                  </a:lnTo>
                  <a:lnTo>
                    <a:pt x="81" y="5086"/>
                  </a:lnTo>
                  <a:lnTo>
                    <a:pt x="101" y="4682"/>
                  </a:lnTo>
                  <a:lnTo>
                    <a:pt x="121" y="4279"/>
                  </a:lnTo>
                  <a:lnTo>
                    <a:pt x="162" y="3855"/>
                  </a:lnTo>
                  <a:lnTo>
                    <a:pt x="242" y="3451"/>
                  </a:lnTo>
                  <a:lnTo>
                    <a:pt x="323" y="3048"/>
                  </a:lnTo>
                  <a:lnTo>
                    <a:pt x="424" y="2664"/>
                  </a:lnTo>
                  <a:lnTo>
                    <a:pt x="565" y="2301"/>
                  </a:lnTo>
                  <a:lnTo>
                    <a:pt x="727" y="1958"/>
                  </a:lnTo>
                  <a:lnTo>
                    <a:pt x="928" y="1655"/>
                  </a:lnTo>
                  <a:lnTo>
                    <a:pt x="1130" y="1373"/>
                  </a:lnTo>
                  <a:lnTo>
                    <a:pt x="1251" y="1252"/>
                  </a:lnTo>
                  <a:lnTo>
                    <a:pt x="1393" y="1151"/>
                  </a:lnTo>
                  <a:lnTo>
                    <a:pt x="1514" y="1050"/>
                  </a:lnTo>
                  <a:lnTo>
                    <a:pt x="1655" y="949"/>
                  </a:lnTo>
                  <a:lnTo>
                    <a:pt x="1816" y="888"/>
                  </a:lnTo>
                  <a:lnTo>
                    <a:pt x="1978" y="828"/>
                  </a:lnTo>
                  <a:lnTo>
                    <a:pt x="2280" y="727"/>
                  </a:lnTo>
                  <a:lnTo>
                    <a:pt x="2603" y="666"/>
                  </a:lnTo>
                  <a:lnTo>
                    <a:pt x="2946" y="606"/>
                  </a:lnTo>
                  <a:lnTo>
                    <a:pt x="3289" y="566"/>
                  </a:lnTo>
                  <a:lnTo>
                    <a:pt x="3996" y="525"/>
                  </a:lnTo>
                  <a:lnTo>
                    <a:pt x="4702" y="505"/>
                  </a:lnTo>
                  <a:lnTo>
                    <a:pt x="5287" y="485"/>
                  </a:lnTo>
                  <a:lnTo>
                    <a:pt x="5852" y="445"/>
                  </a:lnTo>
                  <a:lnTo>
                    <a:pt x="8012" y="303"/>
                  </a:lnTo>
                  <a:lnTo>
                    <a:pt x="10009" y="182"/>
                  </a:lnTo>
                  <a:lnTo>
                    <a:pt x="11200" y="142"/>
                  </a:lnTo>
                  <a:lnTo>
                    <a:pt x="12391" y="101"/>
                  </a:lnTo>
                  <a:lnTo>
                    <a:pt x="13521" y="81"/>
                  </a:lnTo>
                  <a:lnTo>
                    <a:pt x="14651" y="81"/>
                  </a:lnTo>
                  <a:lnTo>
                    <a:pt x="15741" y="101"/>
                  </a:lnTo>
                  <a:lnTo>
                    <a:pt x="16790" y="122"/>
                  </a:lnTo>
                  <a:lnTo>
                    <a:pt x="17839" y="182"/>
                  </a:lnTo>
                  <a:lnTo>
                    <a:pt x="18868" y="243"/>
                  </a:lnTo>
                  <a:lnTo>
                    <a:pt x="19857" y="323"/>
                  </a:lnTo>
                  <a:lnTo>
                    <a:pt x="20826" y="404"/>
                  </a:lnTo>
                  <a:lnTo>
                    <a:pt x="21795" y="525"/>
                  </a:lnTo>
                  <a:lnTo>
                    <a:pt x="22723" y="666"/>
                  </a:lnTo>
                  <a:lnTo>
                    <a:pt x="23651" y="808"/>
                  </a:lnTo>
                  <a:lnTo>
                    <a:pt x="24559" y="969"/>
                  </a:lnTo>
                  <a:lnTo>
                    <a:pt x="25447" y="1151"/>
                  </a:lnTo>
                  <a:lnTo>
                    <a:pt x="26335" y="1353"/>
                  </a:lnTo>
                  <a:lnTo>
                    <a:pt x="27082" y="1534"/>
                  </a:lnTo>
                  <a:lnTo>
                    <a:pt x="27828" y="1756"/>
                  </a:lnTo>
                  <a:lnTo>
                    <a:pt x="28575" y="2019"/>
                  </a:lnTo>
                  <a:lnTo>
                    <a:pt x="28958" y="2160"/>
                  </a:lnTo>
                  <a:lnTo>
                    <a:pt x="29322" y="2321"/>
                  </a:lnTo>
                  <a:lnTo>
                    <a:pt x="29665" y="2503"/>
                  </a:lnTo>
                  <a:lnTo>
                    <a:pt x="30028" y="2684"/>
                  </a:lnTo>
                  <a:lnTo>
                    <a:pt x="30371" y="2886"/>
                  </a:lnTo>
                  <a:lnTo>
                    <a:pt x="30694" y="3108"/>
                  </a:lnTo>
                  <a:lnTo>
                    <a:pt x="30997" y="3350"/>
                  </a:lnTo>
                  <a:lnTo>
                    <a:pt x="31299" y="3613"/>
                  </a:lnTo>
                  <a:lnTo>
                    <a:pt x="31582" y="3895"/>
                  </a:lnTo>
                  <a:lnTo>
                    <a:pt x="31844" y="4198"/>
                  </a:lnTo>
                  <a:lnTo>
                    <a:pt x="32086" y="4521"/>
                  </a:lnTo>
                  <a:lnTo>
                    <a:pt x="32288" y="4844"/>
                  </a:lnTo>
                  <a:lnTo>
                    <a:pt x="32470" y="5167"/>
                  </a:lnTo>
                  <a:lnTo>
                    <a:pt x="32631" y="5490"/>
                  </a:lnTo>
                  <a:lnTo>
                    <a:pt x="32772" y="5833"/>
                  </a:lnTo>
                  <a:lnTo>
                    <a:pt x="32894" y="6176"/>
                  </a:lnTo>
                  <a:lnTo>
                    <a:pt x="33015" y="6519"/>
                  </a:lnTo>
                  <a:lnTo>
                    <a:pt x="33095" y="6862"/>
                  </a:lnTo>
                  <a:lnTo>
                    <a:pt x="33156" y="7205"/>
                  </a:lnTo>
                  <a:lnTo>
                    <a:pt x="33216" y="7548"/>
                  </a:lnTo>
                  <a:lnTo>
                    <a:pt x="33277" y="8214"/>
                  </a:lnTo>
                  <a:lnTo>
                    <a:pt x="33317" y="8860"/>
                  </a:lnTo>
                  <a:lnTo>
                    <a:pt x="33297" y="9445"/>
                  </a:lnTo>
                  <a:lnTo>
                    <a:pt x="33277" y="9949"/>
                  </a:lnTo>
                  <a:lnTo>
                    <a:pt x="33216" y="10454"/>
                  </a:lnTo>
                  <a:lnTo>
                    <a:pt x="33156" y="10938"/>
                  </a:lnTo>
                  <a:lnTo>
                    <a:pt x="33095" y="11443"/>
                  </a:lnTo>
                  <a:lnTo>
                    <a:pt x="32914" y="12431"/>
                  </a:lnTo>
                  <a:lnTo>
                    <a:pt x="32732" y="13420"/>
                  </a:lnTo>
                  <a:lnTo>
                    <a:pt x="32450" y="14954"/>
                  </a:lnTo>
                  <a:lnTo>
                    <a:pt x="32288" y="15923"/>
                  </a:lnTo>
                  <a:lnTo>
                    <a:pt x="32167" y="16710"/>
                  </a:lnTo>
                  <a:lnTo>
                    <a:pt x="32026" y="17497"/>
                  </a:lnTo>
                  <a:lnTo>
                    <a:pt x="31844" y="18284"/>
                  </a:lnTo>
                  <a:lnTo>
                    <a:pt x="31743" y="18667"/>
                  </a:lnTo>
                  <a:lnTo>
                    <a:pt x="31622" y="19051"/>
                  </a:lnTo>
                  <a:lnTo>
                    <a:pt x="31481" y="19454"/>
                  </a:lnTo>
                  <a:lnTo>
                    <a:pt x="31319" y="19898"/>
                  </a:lnTo>
                  <a:lnTo>
                    <a:pt x="31098" y="20342"/>
                  </a:lnTo>
                  <a:lnTo>
                    <a:pt x="30835" y="20806"/>
                  </a:lnTo>
                  <a:lnTo>
                    <a:pt x="30553" y="21250"/>
                  </a:lnTo>
                  <a:lnTo>
                    <a:pt x="30371" y="21472"/>
                  </a:lnTo>
                  <a:lnTo>
                    <a:pt x="30210" y="21674"/>
                  </a:lnTo>
                  <a:lnTo>
                    <a:pt x="30008" y="21876"/>
                  </a:lnTo>
                  <a:lnTo>
                    <a:pt x="29806" y="22078"/>
                  </a:lnTo>
                  <a:lnTo>
                    <a:pt x="29584" y="22259"/>
                  </a:lnTo>
                  <a:lnTo>
                    <a:pt x="29362" y="22441"/>
                  </a:lnTo>
                  <a:lnTo>
                    <a:pt x="29402" y="22501"/>
                  </a:lnTo>
                  <a:lnTo>
                    <a:pt x="29766" y="22219"/>
                  </a:lnTo>
                  <a:lnTo>
                    <a:pt x="30129" y="21876"/>
                  </a:lnTo>
                  <a:lnTo>
                    <a:pt x="30452" y="21513"/>
                  </a:lnTo>
                  <a:lnTo>
                    <a:pt x="30754" y="21089"/>
                  </a:lnTo>
                  <a:lnTo>
                    <a:pt x="31037" y="20645"/>
                  </a:lnTo>
                  <a:lnTo>
                    <a:pt x="31279" y="20160"/>
                  </a:lnTo>
                  <a:lnTo>
                    <a:pt x="31501" y="19636"/>
                  </a:lnTo>
                  <a:lnTo>
                    <a:pt x="31703" y="19071"/>
                  </a:lnTo>
                  <a:lnTo>
                    <a:pt x="31824" y="18687"/>
                  </a:lnTo>
                  <a:lnTo>
                    <a:pt x="31925" y="18304"/>
                  </a:lnTo>
                  <a:lnTo>
                    <a:pt x="32086" y="17517"/>
                  </a:lnTo>
                  <a:lnTo>
                    <a:pt x="32248" y="16730"/>
                  </a:lnTo>
                  <a:lnTo>
                    <a:pt x="32369" y="15943"/>
                  </a:lnTo>
                  <a:lnTo>
                    <a:pt x="32530" y="14954"/>
                  </a:lnTo>
                  <a:lnTo>
                    <a:pt x="32813" y="13440"/>
                  </a:lnTo>
                  <a:lnTo>
                    <a:pt x="32994" y="12452"/>
                  </a:lnTo>
                  <a:lnTo>
                    <a:pt x="33176" y="11463"/>
                  </a:lnTo>
                  <a:lnTo>
                    <a:pt x="33237" y="10958"/>
                  </a:lnTo>
                  <a:lnTo>
                    <a:pt x="33297" y="10454"/>
                  </a:lnTo>
                  <a:lnTo>
                    <a:pt x="33358" y="9949"/>
                  </a:lnTo>
                  <a:lnTo>
                    <a:pt x="33378" y="9445"/>
                  </a:lnTo>
                  <a:lnTo>
                    <a:pt x="33398" y="8860"/>
                  </a:lnTo>
                  <a:lnTo>
                    <a:pt x="33358" y="8214"/>
                  </a:lnTo>
                  <a:lnTo>
                    <a:pt x="33337" y="7871"/>
                  </a:lnTo>
                  <a:lnTo>
                    <a:pt x="33297" y="7548"/>
                  </a:lnTo>
                  <a:lnTo>
                    <a:pt x="33237" y="7205"/>
                  </a:lnTo>
                  <a:lnTo>
                    <a:pt x="33176" y="6842"/>
                  </a:lnTo>
                  <a:lnTo>
                    <a:pt x="33075" y="6499"/>
                  </a:lnTo>
                  <a:lnTo>
                    <a:pt x="32974" y="6155"/>
                  </a:lnTo>
                  <a:lnTo>
                    <a:pt x="32853" y="5812"/>
                  </a:lnTo>
                  <a:lnTo>
                    <a:pt x="32712" y="5469"/>
                  </a:lnTo>
                  <a:lnTo>
                    <a:pt x="32550" y="5126"/>
                  </a:lnTo>
                  <a:lnTo>
                    <a:pt x="32369" y="4783"/>
                  </a:lnTo>
                  <a:lnTo>
                    <a:pt x="32147" y="4460"/>
                  </a:lnTo>
                  <a:lnTo>
                    <a:pt x="31925" y="4158"/>
                  </a:lnTo>
                  <a:lnTo>
                    <a:pt x="31642" y="3855"/>
                  </a:lnTo>
                  <a:lnTo>
                    <a:pt x="31360" y="3552"/>
                  </a:lnTo>
                  <a:lnTo>
                    <a:pt x="31057" y="3290"/>
                  </a:lnTo>
                  <a:lnTo>
                    <a:pt x="30734" y="3048"/>
                  </a:lnTo>
                  <a:lnTo>
                    <a:pt x="30411" y="2826"/>
                  </a:lnTo>
                  <a:lnTo>
                    <a:pt x="30068" y="2624"/>
                  </a:lnTo>
                  <a:lnTo>
                    <a:pt x="29725" y="2422"/>
                  </a:lnTo>
                  <a:lnTo>
                    <a:pt x="29362" y="2241"/>
                  </a:lnTo>
                  <a:lnTo>
                    <a:pt x="28979" y="2079"/>
                  </a:lnTo>
                  <a:lnTo>
                    <a:pt x="28615" y="1938"/>
                  </a:lnTo>
                  <a:lnTo>
                    <a:pt x="27849" y="1675"/>
                  </a:lnTo>
                  <a:lnTo>
                    <a:pt x="27102" y="1454"/>
                  </a:lnTo>
                  <a:lnTo>
                    <a:pt x="26355" y="1272"/>
                  </a:lnTo>
                  <a:lnTo>
                    <a:pt x="25467" y="1070"/>
                  </a:lnTo>
                  <a:lnTo>
                    <a:pt x="24579" y="888"/>
                  </a:lnTo>
                  <a:lnTo>
                    <a:pt x="23671" y="727"/>
                  </a:lnTo>
                  <a:lnTo>
                    <a:pt x="22743" y="586"/>
                  </a:lnTo>
                  <a:lnTo>
                    <a:pt x="21795" y="445"/>
                  </a:lnTo>
                  <a:lnTo>
                    <a:pt x="20846" y="344"/>
                  </a:lnTo>
                  <a:lnTo>
                    <a:pt x="19857" y="243"/>
                  </a:lnTo>
                  <a:lnTo>
                    <a:pt x="18868" y="162"/>
                  </a:lnTo>
                  <a:lnTo>
                    <a:pt x="17839" y="101"/>
                  </a:lnTo>
                  <a:lnTo>
                    <a:pt x="16810" y="41"/>
                  </a:lnTo>
                  <a:lnTo>
                    <a:pt x="15741" y="21"/>
                  </a:lnTo>
                  <a:lnTo>
                    <a:pt x="146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 flipH="1">
              <a:off x="-3224708" y="-4984335"/>
              <a:ext cx="1754433" cy="1582965"/>
            </a:xfrm>
            <a:custGeom>
              <a:rect b="b" l="l" r="r" t="t"/>
              <a:pathLst>
                <a:path extrusionOk="0" h="28314" w="31381">
                  <a:moveTo>
                    <a:pt x="3310" y="0"/>
                  </a:moveTo>
                  <a:lnTo>
                    <a:pt x="1938" y="121"/>
                  </a:lnTo>
                  <a:lnTo>
                    <a:pt x="1554" y="162"/>
                  </a:lnTo>
                  <a:lnTo>
                    <a:pt x="1231" y="222"/>
                  </a:lnTo>
                  <a:lnTo>
                    <a:pt x="989" y="303"/>
                  </a:lnTo>
                  <a:lnTo>
                    <a:pt x="868" y="343"/>
                  </a:lnTo>
                  <a:lnTo>
                    <a:pt x="787" y="404"/>
                  </a:lnTo>
                  <a:lnTo>
                    <a:pt x="687" y="485"/>
                  </a:lnTo>
                  <a:lnTo>
                    <a:pt x="626" y="565"/>
                  </a:lnTo>
                  <a:lnTo>
                    <a:pt x="545" y="666"/>
                  </a:lnTo>
                  <a:lnTo>
                    <a:pt x="485" y="787"/>
                  </a:lnTo>
                  <a:lnTo>
                    <a:pt x="384" y="1070"/>
                  </a:lnTo>
                  <a:lnTo>
                    <a:pt x="283" y="1453"/>
                  </a:lnTo>
                  <a:lnTo>
                    <a:pt x="162" y="2180"/>
                  </a:lnTo>
                  <a:lnTo>
                    <a:pt x="61" y="2926"/>
                  </a:lnTo>
                  <a:lnTo>
                    <a:pt x="21" y="3693"/>
                  </a:lnTo>
                  <a:lnTo>
                    <a:pt x="0" y="4501"/>
                  </a:lnTo>
                  <a:lnTo>
                    <a:pt x="21" y="5247"/>
                  </a:lnTo>
                  <a:lnTo>
                    <a:pt x="61" y="5974"/>
                  </a:lnTo>
                  <a:lnTo>
                    <a:pt x="122" y="6700"/>
                  </a:lnTo>
                  <a:lnTo>
                    <a:pt x="202" y="7447"/>
                  </a:lnTo>
                  <a:lnTo>
                    <a:pt x="303" y="8193"/>
                  </a:lnTo>
                  <a:lnTo>
                    <a:pt x="424" y="8940"/>
                  </a:lnTo>
                  <a:lnTo>
                    <a:pt x="666" y="10514"/>
                  </a:lnTo>
                  <a:lnTo>
                    <a:pt x="909" y="11826"/>
                  </a:lnTo>
                  <a:lnTo>
                    <a:pt x="1534" y="15559"/>
                  </a:lnTo>
                  <a:lnTo>
                    <a:pt x="1837" y="17436"/>
                  </a:lnTo>
                  <a:lnTo>
                    <a:pt x="2099" y="19333"/>
                  </a:lnTo>
                  <a:lnTo>
                    <a:pt x="2341" y="21230"/>
                  </a:lnTo>
                  <a:lnTo>
                    <a:pt x="2442" y="22198"/>
                  </a:lnTo>
                  <a:lnTo>
                    <a:pt x="2543" y="23147"/>
                  </a:lnTo>
                  <a:lnTo>
                    <a:pt x="2604" y="24095"/>
                  </a:lnTo>
                  <a:lnTo>
                    <a:pt x="2684" y="25044"/>
                  </a:lnTo>
                  <a:lnTo>
                    <a:pt x="2725" y="26013"/>
                  </a:lnTo>
                  <a:lnTo>
                    <a:pt x="2745" y="26961"/>
                  </a:lnTo>
                  <a:lnTo>
                    <a:pt x="2765" y="27143"/>
                  </a:lnTo>
                  <a:lnTo>
                    <a:pt x="2785" y="27304"/>
                  </a:lnTo>
                  <a:lnTo>
                    <a:pt x="2826" y="27486"/>
                  </a:lnTo>
                  <a:lnTo>
                    <a:pt x="2866" y="27667"/>
                  </a:lnTo>
                  <a:lnTo>
                    <a:pt x="2927" y="27829"/>
                  </a:lnTo>
                  <a:lnTo>
                    <a:pt x="3007" y="27970"/>
                  </a:lnTo>
                  <a:lnTo>
                    <a:pt x="3108" y="28091"/>
                  </a:lnTo>
                  <a:lnTo>
                    <a:pt x="3209" y="28192"/>
                  </a:lnTo>
                  <a:lnTo>
                    <a:pt x="3290" y="28253"/>
                  </a:lnTo>
                  <a:lnTo>
                    <a:pt x="3371" y="28273"/>
                  </a:lnTo>
                  <a:lnTo>
                    <a:pt x="3451" y="28313"/>
                  </a:lnTo>
                  <a:lnTo>
                    <a:pt x="3532" y="28313"/>
                  </a:lnTo>
                  <a:lnTo>
                    <a:pt x="3673" y="28293"/>
                  </a:lnTo>
                  <a:lnTo>
                    <a:pt x="3754" y="28273"/>
                  </a:lnTo>
                  <a:lnTo>
                    <a:pt x="3835" y="28232"/>
                  </a:lnTo>
                  <a:lnTo>
                    <a:pt x="3956" y="28131"/>
                  </a:lnTo>
                  <a:lnTo>
                    <a:pt x="4077" y="28031"/>
                  </a:lnTo>
                  <a:lnTo>
                    <a:pt x="4178" y="27909"/>
                  </a:lnTo>
                  <a:lnTo>
                    <a:pt x="4380" y="27667"/>
                  </a:lnTo>
                  <a:lnTo>
                    <a:pt x="5126" y="26820"/>
                  </a:lnTo>
                  <a:lnTo>
                    <a:pt x="5510" y="26396"/>
                  </a:lnTo>
                  <a:lnTo>
                    <a:pt x="5893" y="25992"/>
                  </a:lnTo>
                  <a:lnTo>
                    <a:pt x="6297" y="25589"/>
                  </a:lnTo>
                  <a:lnTo>
                    <a:pt x="6700" y="25205"/>
                  </a:lnTo>
                  <a:lnTo>
                    <a:pt x="7124" y="24842"/>
                  </a:lnTo>
                  <a:lnTo>
                    <a:pt x="7588" y="24499"/>
                  </a:lnTo>
                  <a:lnTo>
                    <a:pt x="8012" y="24196"/>
                  </a:lnTo>
                  <a:lnTo>
                    <a:pt x="8476" y="23914"/>
                  </a:lnTo>
                  <a:lnTo>
                    <a:pt x="8940" y="23651"/>
                  </a:lnTo>
                  <a:lnTo>
                    <a:pt x="9445" y="23409"/>
                  </a:lnTo>
                  <a:lnTo>
                    <a:pt x="9949" y="23187"/>
                  </a:lnTo>
                  <a:lnTo>
                    <a:pt x="10474" y="22985"/>
                  </a:lnTo>
                  <a:lnTo>
                    <a:pt x="11039" y="22804"/>
                  </a:lnTo>
                  <a:lnTo>
                    <a:pt x="11604" y="22642"/>
                  </a:lnTo>
                  <a:lnTo>
                    <a:pt x="12209" y="22501"/>
                  </a:lnTo>
                  <a:lnTo>
                    <a:pt x="12815" y="22380"/>
                  </a:lnTo>
                  <a:lnTo>
                    <a:pt x="13440" y="22279"/>
                  </a:lnTo>
                  <a:lnTo>
                    <a:pt x="14086" y="22219"/>
                  </a:lnTo>
                  <a:lnTo>
                    <a:pt x="14752" y="22158"/>
                  </a:lnTo>
                  <a:lnTo>
                    <a:pt x="15438" y="22118"/>
                  </a:lnTo>
                  <a:lnTo>
                    <a:pt x="16144" y="22098"/>
                  </a:lnTo>
                  <a:lnTo>
                    <a:pt x="16871" y="22098"/>
                  </a:lnTo>
                  <a:lnTo>
                    <a:pt x="18082" y="22138"/>
                  </a:lnTo>
                  <a:lnTo>
                    <a:pt x="19293" y="22219"/>
                  </a:lnTo>
                  <a:lnTo>
                    <a:pt x="20503" y="22320"/>
                  </a:lnTo>
                  <a:lnTo>
                    <a:pt x="21694" y="22441"/>
                  </a:lnTo>
                  <a:lnTo>
                    <a:pt x="22905" y="22562"/>
                  </a:lnTo>
                  <a:lnTo>
                    <a:pt x="24156" y="22663"/>
                  </a:lnTo>
                  <a:lnTo>
                    <a:pt x="25387" y="22743"/>
                  </a:lnTo>
                  <a:lnTo>
                    <a:pt x="26638" y="22784"/>
                  </a:lnTo>
                  <a:lnTo>
                    <a:pt x="27788" y="22784"/>
                  </a:lnTo>
                  <a:lnTo>
                    <a:pt x="28414" y="22723"/>
                  </a:lnTo>
                  <a:lnTo>
                    <a:pt x="29019" y="22642"/>
                  </a:lnTo>
                  <a:lnTo>
                    <a:pt x="29342" y="22582"/>
                  </a:lnTo>
                  <a:lnTo>
                    <a:pt x="29645" y="22501"/>
                  </a:lnTo>
                  <a:lnTo>
                    <a:pt x="29948" y="22420"/>
                  </a:lnTo>
                  <a:lnTo>
                    <a:pt x="30250" y="22320"/>
                  </a:lnTo>
                  <a:lnTo>
                    <a:pt x="30533" y="22198"/>
                  </a:lnTo>
                  <a:lnTo>
                    <a:pt x="30836" y="22057"/>
                  </a:lnTo>
                  <a:lnTo>
                    <a:pt x="31118" y="21896"/>
                  </a:lnTo>
                  <a:lnTo>
                    <a:pt x="31380" y="21734"/>
                  </a:lnTo>
                  <a:lnTo>
                    <a:pt x="31340" y="21674"/>
                  </a:lnTo>
                  <a:lnTo>
                    <a:pt x="31037" y="21855"/>
                  </a:lnTo>
                  <a:lnTo>
                    <a:pt x="30674" y="22057"/>
                  </a:lnTo>
                  <a:lnTo>
                    <a:pt x="30250" y="22239"/>
                  </a:lnTo>
                  <a:lnTo>
                    <a:pt x="30008" y="22320"/>
                  </a:lnTo>
                  <a:lnTo>
                    <a:pt x="29746" y="22400"/>
                  </a:lnTo>
                  <a:lnTo>
                    <a:pt x="29463" y="22461"/>
                  </a:lnTo>
                  <a:lnTo>
                    <a:pt x="29140" y="22542"/>
                  </a:lnTo>
                  <a:lnTo>
                    <a:pt x="28797" y="22582"/>
                  </a:lnTo>
                  <a:lnTo>
                    <a:pt x="28434" y="22642"/>
                  </a:lnTo>
                  <a:lnTo>
                    <a:pt x="28031" y="22683"/>
                  </a:lnTo>
                  <a:lnTo>
                    <a:pt x="27607" y="22703"/>
                  </a:lnTo>
                  <a:lnTo>
                    <a:pt x="26638" y="22703"/>
                  </a:lnTo>
                  <a:lnTo>
                    <a:pt x="25387" y="22663"/>
                  </a:lnTo>
                  <a:lnTo>
                    <a:pt x="24156" y="22582"/>
                  </a:lnTo>
                  <a:lnTo>
                    <a:pt x="22925" y="22481"/>
                  </a:lnTo>
                  <a:lnTo>
                    <a:pt x="21694" y="22360"/>
                  </a:lnTo>
                  <a:lnTo>
                    <a:pt x="20503" y="22259"/>
                  </a:lnTo>
                  <a:lnTo>
                    <a:pt x="19293" y="22138"/>
                  </a:lnTo>
                  <a:lnTo>
                    <a:pt x="18082" y="22057"/>
                  </a:lnTo>
                  <a:lnTo>
                    <a:pt x="16871" y="22017"/>
                  </a:lnTo>
                  <a:lnTo>
                    <a:pt x="16144" y="22017"/>
                  </a:lnTo>
                  <a:lnTo>
                    <a:pt x="15438" y="22037"/>
                  </a:lnTo>
                  <a:lnTo>
                    <a:pt x="14752" y="22077"/>
                  </a:lnTo>
                  <a:lnTo>
                    <a:pt x="14086" y="22138"/>
                  </a:lnTo>
                  <a:lnTo>
                    <a:pt x="13420" y="22219"/>
                  </a:lnTo>
                  <a:lnTo>
                    <a:pt x="12795" y="22299"/>
                  </a:lnTo>
                  <a:lnTo>
                    <a:pt x="12189" y="22420"/>
                  </a:lnTo>
                  <a:lnTo>
                    <a:pt x="11584" y="22562"/>
                  </a:lnTo>
                  <a:lnTo>
                    <a:pt x="11019" y="22723"/>
                  </a:lnTo>
                  <a:lnTo>
                    <a:pt x="10454" y="22905"/>
                  </a:lnTo>
                  <a:lnTo>
                    <a:pt x="9909" y="23107"/>
                  </a:lnTo>
                  <a:lnTo>
                    <a:pt x="9404" y="23329"/>
                  </a:lnTo>
                  <a:lnTo>
                    <a:pt x="8900" y="23571"/>
                  </a:lnTo>
                  <a:lnTo>
                    <a:pt x="8416" y="23833"/>
                  </a:lnTo>
                  <a:lnTo>
                    <a:pt x="7972" y="24116"/>
                  </a:lnTo>
                  <a:lnTo>
                    <a:pt x="7528" y="24418"/>
                  </a:lnTo>
                  <a:lnTo>
                    <a:pt x="7084" y="24782"/>
                  </a:lnTo>
                  <a:lnTo>
                    <a:pt x="6660" y="25145"/>
                  </a:lnTo>
                  <a:lnTo>
                    <a:pt x="6236" y="25528"/>
                  </a:lnTo>
                  <a:lnTo>
                    <a:pt x="5832" y="25932"/>
                  </a:lnTo>
                  <a:lnTo>
                    <a:pt x="5449" y="26356"/>
                  </a:lnTo>
                  <a:lnTo>
                    <a:pt x="5066" y="26759"/>
                  </a:lnTo>
                  <a:lnTo>
                    <a:pt x="4319" y="27607"/>
                  </a:lnTo>
                  <a:lnTo>
                    <a:pt x="4117" y="27869"/>
                  </a:lnTo>
                  <a:lnTo>
                    <a:pt x="3996" y="27990"/>
                  </a:lnTo>
                  <a:lnTo>
                    <a:pt x="3895" y="28091"/>
                  </a:lnTo>
                  <a:lnTo>
                    <a:pt x="3774" y="28172"/>
                  </a:lnTo>
                  <a:lnTo>
                    <a:pt x="3653" y="28212"/>
                  </a:lnTo>
                  <a:lnTo>
                    <a:pt x="3552" y="28232"/>
                  </a:lnTo>
                  <a:lnTo>
                    <a:pt x="3451" y="28212"/>
                  </a:lnTo>
                  <a:lnTo>
                    <a:pt x="3350" y="28192"/>
                  </a:lnTo>
                  <a:lnTo>
                    <a:pt x="3270" y="28131"/>
                  </a:lnTo>
                  <a:lnTo>
                    <a:pt x="3169" y="28031"/>
                  </a:lnTo>
                  <a:lnTo>
                    <a:pt x="3068" y="27909"/>
                  </a:lnTo>
                  <a:lnTo>
                    <a:pt x="3007" y="27768"/>
                  </a:lnTo>
                  <a:lnTo>
                    <a:pt x="2947" y="27627"/>
                  </a:lnTo>
                  <a:lnTo>
                    <a:pt x="2906" y="27465"/>
                  </a:lnTo>
                  <a:lnTo>
                    <a:pt x="2866" y="27284"/>
                  </a:lnTo>
                  <a:lnTo>
                    <a:pt x="2826" y="26961"/>
                  </a:lnTo>
                  <a:lnTo>
                    <a:pt x="2805" y="26013"/>
                  </a:lnTo>
                  <a:lnTo>
                    <a:pt x="2765" y="25044"/>
                  </a:lnTo>
                  <a:lnTo>
                    <a:pt x="2684" y="24095"/>
                  </a:lnTo>
                  <a:lnTo>
                    <a:pt x="2624" y="23147"/>
                  </a:lnTo>
                  <a:lnTo>
                    <a:pt x="2523" y="22178"/>
                  </a:lnTo>
                  <a:lnTo>
                    <a:pt x="2422" y="21230"/>
                  </a:lnTo>
                  <a:lnTo>
                    <a:pt x="2180" y="19333"/>
                  </a:lnTo>
                  <a:lnTo>
                    <a:pt x="1918" y="17436"/>
                  </a:lnTo>
                  <a:lnTo>
                    <a:pt x="1615" y="15539"/>
                  </a:lnTo>
                  <a:lnTo>
                    <a:pt x="989" y="11806"/>
                  </a:lnTo>
                  <a:lnTo>
                    <a:pt x="747" y="10494"/>
                  </a:lnTo>
                  <a:lnTo>
                    <a:pt x="505" y="8940"/>
                  </a:lnTo>
                  <a:lnTo>
                    <a:pt x="384" y="8173"/>
                  </a:lnTo>
                  <a:lnTo>
                    <a:pt x="283" y="7447"/>
                  </a:lnTo>
                  <a:lnTo>
                    <a:pt x="202" y="6700"/>
                  </a:lnTo>
                  <a:lnTo>
                    <a:pt x="142" y="5974"/>
                  </a:lnTo>
                  <a:lnTo>
                    <a:pt x="101" y="5247"/>
                  </a:lnTo>
                  <a:lnTo>
                    <a:pt x="81" y="4501"/>
                  </a:lnTo>
                  <a:lnTo>
                    <a:pt x="101" y="3693"/>
                  </a:lnTo>
                  <a:lnTo>
                    <a:pt x="142" y="2926"/>
                  </a:lnTo>
                  <a:lnTo>
                    <a:pt x="243" y="2180"/>
                  </a:lnTo>
                  <a:lnTo>
                    <a:pt x="364" y="1474"/>
                  </a:lnTo>
                  <a:lnTo>
                    <a:pt x="444" y="1110"/>
                  </a:lnTo>
                  <a:lnTo>
                    <a:pt x="545" y="828"/>
                  </a:lnTo>
                  <a:lnTo>
                    <a:pt x="606" y="707"/>
                  </a:lnTo>
                  <a:lnTo>
                    <a:pt x="666" y="626"/>
                  </a:lnTo>
                  <a:lnTo>
                    <a:pt x="747" y="545"/>
                  </a:lnTo>
                  <a:lnTo>
                    <a:pt x="828" y="465"/>
                  </a:lnTo>
                  <a:lnTo>
                    <a:pt x="909" y="404"/>
                  </a:lnTo>
                  <a:lnTo>
                    <a:pt x="1009" y="364"/>
                  </a:lnTo>
                  <a:lnTo>
                    <a:pt x="1252" y="303"/>
                  </a:lnTo>
                  <a:lnTo>
                    <a:pt x="1574" y="243"/>
                  </a:lnTo>
                  <a:lnTo>
                    <a:pt x="1958" y="202"/>
                  </a:lnTo>
                  <a:lnTo>
                    <a:pt x="3310" y="81"/>
                  </a:lnTo>
                  <a:lnTo>
                    <a:pt x="33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 flipH="1">
              <a:off x="-3298053" y="-5040745"/>
              <a:ext cx="1571672" cy="1149682"/>
            </a:xfrm>
            <a:custGeom>
              <a:rect b="b" l="l" r="r" t="t"/>
              <a:pathLst>
                <a:path extrusionOk="0" h="20564" w="28112">
                  <a:moveTo>
                    <a:pt x="7083" y="81"/>
                  </a:moveTo>
                  <a:lnTo>
                    <a:pt x="8436" y="142"/>
                  </a:lnTo>
                  <a:lnTo>
                    <a:pt x="9767" y="202"/>
                  </a:lnTo>
                  <a:lnTo>
                    <a:pt x="12956" y="384"/>
                  </a:lnTo>
                  <a:lnTo>
                    <a:pt x="14550" y="485"/>
                  </a:lnTo>
                  <a:lnTo>
                    <a:pt x="16165" y="586"/>
                  </a:lnTo>
                  <a:lnTo>
                    <a:pt x="17779" y="727"/>
                  </a:lnTo>
                  <a:lnTo>
                    <a:pt x="19393" y="868"/>
                  </a:lnTo>
                  <a:lnTo>
                    <a:pt x="21008" y="1030"/>
                  </a:lnTo>
                  <a:lnTo>
                    <a:pt x="22602" y="1211"/>
                  </a:lnTo>
                  <a:lnTo>
                    <a:pt x="23248" y="1312"/>
                  </a:lnTo>
                  <a:lnTo>
                    <a:pt x="23873" y="1433"/>
                  </a:lnTo>
                  <a:lnTo>
                    <a:pt x="24499" y="1574"/>
                  </a:lnTo>
                  <a:lnTo>
                    <a:pt x="24781" y="1675"/>
                  </a:lnTo>
                  <a:lnTo>
                    <a:pt x="25084" y="1776"/>
                  </a:lnTo>
                  <a:lnTo>
                    <a:pt x="25346" y="1877"/>
                  </a:lnTo>
                  <a:lnTo>
                    <a:pt x="25629" y="2018"/>
                  </a:lnTo>
                  <a:lnTo>
                    <a:pt x="25871" y="2160"/>
                  </a:lnTo>
                  <a:lnTo>
                    <a:pt x="26113" y="2301"/>
                  </a:lnTo>
                  <a:lnTo>
                    <a:pt x="26355" y="2483"/>
                  </a:lnTo>
                  <a:lnTo>
                    <a:pt x="26557" y="2684"/>
                  </a:lnTo>
                  <a:lnTo>
                    <a:pt x="26759" y="2886"/>
                  </a:lnTo>
                  <a:lnTo>
                    <a:pt x="26941" y="3128"/>
                  </a:lnTo>
                  <a:lnTo>
                    <a:pt x="27082" y="3370"/>
                  </a:lnTo>
                  <a:lnTo>
                    <a:pt x="27203" y="3613"/>
                  </a:lnTo>
                  <a:lnTo>
                    <a:pt x="27304" y="3855"/>
                  </a:lnTo>
                  <a:lnTo>
                    <a:pt x="27405" y="4137"/>
                  </a:lnTo>
                  <a:lnTo>
                    <a:pt x="27486" y="4400"/>
                  </a:lnTo>
                  <a:lnTo>
                    <a:pt x="27546" y="4662"/>
                  </a:lnTo>
                  <a:lnTo>
                    <a:pt x="27667" y="5207"/>
                  </a:lnTo>
                  <a:lnTo>
                    <a:pt x="27748" y="5772"/>
                  </a:lnTo>
                  <a:lnTo>
                    <a:pt x="27829" y="6337"/>
                  </a:lnTo>
                  <a:lnTo>
                    <a:pt x="27909" y="6922"/>
                  </a:lnTo>
                  <a:lnTo>
                    <a:pt x="27950" y="7487"/>
                  </a:lnTo>
                  <a:lnTo>
                    <a:pt x="27990" y="8072"/>
                  </a:lnTo>
                  <a:lnTo>
                    <a:pt x="28030" y="8678"/>
                  </a:lnTo>
                  <a:lnTo>
                    <a:pt x="28030" y="9283"/>
                  </a:lnTo>
                  <a:lnTo>
                    <a:pt x="28030" y="9889"/>
                  </a:lnTo>
                  <a:lnTo>
                    <a:pt x="28010" y="10494"/>
                  </a:lnTo>
                  <a:lnTo>
                    <a:pt x="27990" y="11120"/>
                  </a:lnTo>
                  <a:lnTo>
                    <a:pt x="27950" y="11765"/>
                  </a:lnTo>
                  <a:lnTo>
                    <a:pt x="27889" y="12411"/>
                  </a:lnTo>
                  <a:lnTo>
                    <a:pt x="27829" y="13057"/>
                  </a:lnTo>
                  <a:lnTo>
                    <a:pt x="27748" y="13723"/>
                  </a:lnTo>
                  <a:lnTo>
                    <a:pt x="27526" y="15075"/>
                  </a:lnTo>
                  <a:lnTo>
                    <a:pt x="27405" y="15700"/>
                  </a:lnTo>
                  <a:lnTo>
                    <a:pt x="27344" y="16003"/>
                  </a:lnTo>
                  <a:lnTo>
                    <a:pt x="27264" y="16306"/>
                  </a:lnTo>
                  <a:lnTo>
                    <a:pt x="27142" y="16609"/>
                  </a:lnTo>
                  <a:lnTo>
                    <a:pt x="27021" y="16891"/>
                  </a:lnTo>
                  <a:lnTo>
                    <a:pt x="26880" y="17174"/>
                  </a:lnTo>
                  <a:lnTo>
                    <a:pt x="26698" y="17436"/>
                  </a:lnTo>
                  <a:lnTo>
                    <a:pt x="26577" y="17597"/>
                  </a:lnTo>
                  <a:lnTo>
                    <a:pt x="26436" y="17739"/>
                  </a:lnTo>
                  <a:lnTo>
                    <a:pt x="26275" y="17900"/>
                  </a:lnTo>
                  <a:lnTo>
                    <a:pt x="26113" y="18021"/>
                  </a:lnTo>
                  <a:lnTo>
                    <a:pt x="25932" y="18162"/>
                  </a:lnTo>
                  <a:lnTo>
                    <a:pt x="25750" y="18284"/>
                  </a:lnTo>
                  <a:lnTo>
                    <a:pt x="25548" y="18384"/>
                  </a:lnTo>
                  <a:lnTo>
                    <a:pt x="25326" y="18485"/>
                  </a:lnTo>
                  <a:lnTo>
                    <a:pt x="25104" y="18586"/>
                  </a:lnTo>
                  <a:lnTo>
                    <a:pt x="24862" y="18667"/>
                  </a:lnTo>
                  <a:lnTo>
                    <a:pt x="24337" y="18828"/>
                  </a:lnTo>
                  <a:lnTo>
                    <a:pt x="23772" y="18949"/>
                  </a:lnTo>
                  <a:lnTo>
                    <a:pt x="23147" y="19030"/>
                  </a:lnTo>
                  <a:lnTo>
                    <a:pt x="22299" y="19091"/>
                  </a:lnTo>
                  <a:lnTo>
                    <a:pt x="21452" y="19111"/>
                  </a:lnTo>
                  <a:lnTo>
                    <a:pt x="20604" y="19091"/>
                  </a:lnTo>
                  <a:lnTo>
                    <a:pt x="19757" y="19050"/>
                  </a:lnTo>
                  <a:lnTo>
                    <a:pt x="18909" y="18990"/>
                  </a:lnTo>
                  <a:lnTo>
                    <a:pt x="18061" y="18909"/>
                  </a:lnTo>
                  <a:lnTo>
                    <a:pt x="16386" y="18727"/>
                  </a:lnTo>
                  <a:lnTo>
                    <a:pt x="15277" y="18606"/>
                  </a:lnTo>
                  <a:lnTo>
                    <a:pt x="14187" y="18485"/>
                  </a:lnTo>
                  <a:lnTo>
                    <a:pt x="13077" y="18405"/>
                  </a:lnTo>
                  <a:lnTo>
                    <a:pt x="11987" y="18344"/>
                  </a:lnTo>
                  <a:lnTo>
                    <a:pt x="10877" y="18344"/>
                  </a:lnTo>
                  <a:lnTo>
                    <a:pt x="10332" y="18384"/>
                  </a:lnTo>
                  <a:lnTo>
                    <a:pt x="9788" y="18425"/>
                  </a:lnTo>
                  <a:lnTo>
                    <a:pt x="9243" y="18485"/>
                  </a:lnTo>
                  <a:lnTo>
                    <a:pt x="8698" y="18566"/>
                  </a:lnTo>
                  <a:lnTo>
                    <a:pt x="8153" y="18667"/>
                  </a:lnTo>
                  <a:lnTo>
                    <a:pt x="7608" y="18808"/>
                  </a:lnTo>
                  <a:lnTo>
                    <a:pt x="7184" y="18929"/>
                  </a:lnTo>
                  <a:lnTo>
                    <a:pt x="6761" y="19071"/>
                  </a:lnTo>
                  <a:lnTo>
                    <a:pt x="5933" y="19373"/>
                  </a:lnTo>
                  <a:lnTo>
                    <a:pt x="5126" y="19716"/>
                  </a:lnTo>
                  <a:lnTo>
                    <a:pt x="4319" y="20059"/>
                  </a:lnTo>
                  <a:lnTo>
                    <a:pt x="4117" y="20140"/>
                  </a:lnTo>
                  <a:lnTo>
                    <a:pt x="3693" y="20322"/>
                  </a:lnTo>
                  <a:lnTo>
                    <a:pt x="3491" y="20382"/>
                  </a:lnTo>
                  <a:lnTo>
                    <a:pt x="3269" y="20443"/>
                  </a:lnTo>
                  <a:lnTo>
                    <a:pt x="3068" y="20463"/>
                  </a:lnTo>
                  <a:lnTo>
                    <a:pt x="2866" y="20483"/>
                  </a:lnTo>
                  <a:lnTo>
                    <a:pt x="2664" y="20443"/>
                  </a:lnTo>
                  <a:lnTo>
                    <a:pt x="2462" y="20382"/>
                  </a:lnTo>
                  <a:lnTo>
                    <a:pt x="2301" y="20302"/>
                  </a:lnTo>
                  <a:lnTo>
                    <a:pt x="2139" y="20180"/>
                  </a:lnTo>
                  <a:lnTo>
                    <a:pt x="2018" y="20059"/>
                  </a:lnTo>
                  <a:lnTo>
                    <a:pt x="1917" y="19898"/>
                  </a:lnTo>
                  <a:lnTo>
                    <a:pt x="1817" y="19737"/>
                  </a:lnTo>
                  <a:lnTo>
                    <a:pt x="1756" y="19575"/>
                  </a:lnTo>
                  <a:lnTo>
                    <a:pt x="1695" y="19414"/>
                  </a:lnTo>
                  <a:lnTo>
                    <a:pt x="1655" y="19252"/>
                  </a:lnTo>
                  <a:lnTo>
                    <a:pt x="1635" y="18909"/>
                  </a:lnTo>
                  <a:lnTo>
                    <a:pt x="1635" y="18586"/>
                  </a:lnTo>
                  <a:lnTo>
                    <a:pt x="1655" y="18243"/>
                  </a:lnTo>
                  <a:lnTo>
                    <a:pt x="1695" y="17920"/>
                  </a:lnTo>
                  <a:lnTo>
                    <a:pt x="1716" y="17759"/>
                  </a:lnTo>
                  <a:lnTo>
                    <a:pt x="1796" y="16851"/>
                  </a:lnTo>
                  <a:lnTo>
                    <a:pt x="1857" y="15922"/>
                  </a:lnTo>
                  <a:lnTo>
                    <a:pt x="1857" y="15014"/>
                  </a:lnTo>
                  <a:lnTo>
                    <a:pt x="1817" y="14106"/>
                  </a:lnTo>
                  <a:lnTo>
                    <a:pt x="1736" y="13198"/>
                  </a:lnTo>
                  <a:lnTo>
                    <a:pt x="1615" y="12290"/>
                  </a:lnTo>
                  <a:lnTo>
                    <a:pt x="1453" y="11382"/>
                  </a:lnTo>
                  <a:lnTo>
                    <a:pt x="1251" y="10474"/>
                  </a:lnTo>
                  <a:lnTo>
                    <a:pt x="1050" y="9747"/>
                  </a:lnTo>
                  <a:lnTo>
                    <a:pt x="848" y="9021"/>
                  </a:lnTo>
                  <a:lnTo>
                    <a:pt x="626" y="8234"/>
                  </a:lnTo>
                  <a:lnTo>
                    <a:pt x="424" y="7447"/>
                  </a:lnTo>
                  <a:lnTo>
                    <a:pt x="323" y="7043"/>
                  </a:lnTo>
                  <a:lnTo>
                    <a:pt x="242" y="6640"/>
                  </a:lnTo>
                  <a:lnTo>
                    <a:pt x="182" y="6236"/>
                  </a:lnTo>
                  <a:lnTo>
                    <a:pt x="121" y="5812"/>
                  </a:lnTo>
                  <a:lnTo>
                    <a:pt x="101" y="5510"/>
                  </a:lnTo>
                  <a:lnTo>
                    <a:pt x="81" y="5227"/>
                  </a:lnTo>
                  <a:lnTo>
                    <a:pt x="81" y="4924"/>
                  </a:lnTo>
                  <a:lnTo>
                    <a:pt x="101" y="4642"/>
                  </a:lnTo>
                  <a:lnTo>
                    <a:pt x="121" y="4339"/>
                  </a:lnTo>
                  <a:lnTo>
                    <a:pt x="162" y="4077"/>
                  </a:lnTo>
                  <a:lnTo>
                    <a:pt x="222" y="3794"/>
                  </a:lnTo>
                  <a:lnTo>
                    <a:pt x="283" y="3532"/>
                  </a:lnTo>
                  <a:lnTo>
                    <a:pt x="343" y="3270"/>
                  </a:lnTo>
                  <a:lnTo>
                    <a:pt x="444" y="3027"/>
                  </a:lnTo>
                  <a:lnTo>
                    <a:pt x="545" y="2765"/>
                  </a:lnTo>
                  <a:lnTo>
                    <a:pt x="646" y="2543"/>
                  </a:lnTo>
                  <a:lnTo>
                    <a:pt x="767" y="2301"/>
                  </a:lnTo>
                  <a:lnTo>
                    <a:pt x="908" y="2099"/>
                  </a:lnTo>
                  <a:lnTo>
                    <a:pt x="1050" y="1877"/>
                  </a:lnTo>
                  <a:lnTo>
                    <a:pt x="1211" y="1675"/>
                  </a:lnTo>
                  <a:lnTo>
                    <a:pt x="1494" y="1352"/>
                  </a:lnTo>
                  <a:lnTo>
                    <a:pt x="1837" y="1070"/>
                  </a:lnTo>
                  <a:lnTo>
                    <a:pt x="2200" y="828"/>
                  </a:lnTo>
                  <a:lnTo>
                    <a:pt x="2583" y="606"/>
                  </a:lnTo>
                  <a:lnTo>
                    <a:pt x="2987" y="444"/>
                  </a:lnTo>
                  <a:lnTo>
                    <a:pt x="3431" y="303"/>
                  </a:lnTo>
                  <a:lnTo>
                    <a:pt x="3895" y="202"/>
                  </a:lnTo>
                  <a:lnTo>
                    <a:pt x="4379" y="142"/>
                  </a:lnTo>
                  <a:lnTo>
                    <a:pt x="5045" y="101"/>
                  </a:lnTo>
                  <a:lnTo>
                    <a:pt x="5731" y="81"/>
                  </a:lnTo>
                  <a:close/>
                  <a:moveTo>
                    <a:pt x="5731" y="0"/>
                  </a:moveTo>
                  <a:lnTo>
                    <a:pt x="5045" y="21"/>
                  </a:lnTo>
                  <a:lnTo>
                    <a:pt x="4359" y="61"/>
                  </a:lnTo>
                  <a:lnTo>
                    <a:pt x="3875" y="121"/>
                  </a:lnTo>
                  <a:lnTo>
                    <a:pt x="3411" y="222"/>
                  </a:lnTo>
                  <a:lnTo>
                    <a:pt x="2967" y="364"/>
                  </a:lnTo>
                  <a:lnTo>
                    <a:pt x="2543" y="545"/>
                  </a:lnTo>
                  <a:lnTo>
                    <a:pt x="2139" y="767"/>
                  </a:lnTo>
                  <a:lnTo>
                    <a:pt x="1776" y="1009"/>
                  </a:lnTo>
                  <a:lnTo>
                    <a:pt x="1453" y="1312"/>
                  </a:lnTo>
                  <a:lnTo>
                    <a:pt x="1151" y="1635"/>
                  </a:lnTo>
                  <a:lnTo>
                    <a:pt x="989" y="1837"/>
                  </a:lnTo>
                  <a:lnTo>
                    <a:pt x="828" y="2039"/>
                  </a:lnTo>
                  <a:lnTo>
                    <a:pt x="707" y="2261"/>
                  </a:lnTo>
                  <a:lnTo>
                    <a:pt x="565" y="2503"/>
                  </a:lnTo>
                  <a:lnTo>
                    <a:pt x="464" y="2745"/>
                  </a:lnTo>
                  <a:lnTo>
                    <a:pt x="364" y="2987"/>
                  </a:lnTo>
                  <a:lnTo>
                    <a:pt x="283" y="3249"/>
                  </a:lnTo>
                  <a:lnTo>
                    <a:pt x="202" y="3512"/>
                  </a:lnTo>
                  <a:lnTo>
                    <a:pt x="142" y="3774"/>
                  </a:lnTo>
                  <a:lnTo>
                    <a:pt x="81" y="4057"/>
                  </a:lnTo>
                  <a:lnTo>
                    <a:pt x="41" y="4339"/>
                  </a:lnTo>
                  <a:lnTo>
                    <a:pt x="20" y="4622"/>
                  </a:lnTo>
                  <a:lnTo>
                    <a:pt x="0" y="4924"/>
                  </a:lnTo>
                  <a:lnTo>
                    <a:pt x="0" y="5227"/>
                  </a:lnTo>
                  <a:lnTo>
                    <a:pt x="20" y="5530"/>
                  </a:lnTo>
                  <a:lnTo>
                    <a:pt x="41" y="5832"/>
                  </a:lnTo>
                  <a:lnTo>
                    <a:pt x="101" y="6236"/>
                  </a:lnTo>
                  <a:lnTo>
                    <a:pt x="162" y="6660"/>
                  </a:lnTo>
                  <a:lnTo>
                    <a:pt x="242" y="7063"/>
                  </a:lnTo>
                  <a:lnTo>
                    <a:pt x="343" y="7467"/>
                  </a:lnTo>
                  <a:lnTo>
                    <a:pt x="545" y="8254"/>
                  </a:lnTo>
                  <a:lnTo>
                    <a:pt x="767" y="9041"/>
                  </a:lnTo>
                  <a:lnTo>
                    <a:pt x="969" y="9768"/>
                  </a:lnTo>
                  <a:lnTo>
                    <a:pt x="1171" y="10494"/>
                  </a:lnTo>
                  <a:lnTo>
                    <a:pt x="1373" y="11402"/>
                  </a:lnTo>
                  <a:lnTo>
                    <a:pt x="1534" y="12290"/>
                  </a:lnTo>
                  <a:lnTo>
                    <a:pt x="1655" y="13198"/>
                  </a:lnTo>
                  <a:lnTo>
                    <a:pt x="1736" y="14106"/>
                  </a:lnTo>
                  <a:lnTo>
                    <a:pt x="1776" y="15014"/>
                  </a:lnTo>
                  <a:lnTo>
                    <a:pt x="1776" y="15922"/>
                  </a:lnTo>
                  <a:lnTo>
                    <a:pt x="1716" y="16851"/>
                  </a:lnTo>
                  <a:lnTo>
                    <a:pt x="1635" y="17759"/>
                  </a:lnTo>
                  <a:lnTo>
                    <a:pt x="1615" y="17900"/>
                  </a:lnTo>
                  <a:lnTo>
                    <a:pt x="1574" y="18243"/>
                  </a:lnTo>
                  <a:lnTo>
                    <a:pt x="1554" y="18586"/>
                  </a:lnTo>
                  <a:lnTo>
                    <a:pt x="1554" y="18929"/>
                  </a:lnTo>
                  <a:lnTo>
                    <a:pt x="1595" y="19252"/>
                  </a:lnTo>
                  <a:lnTo>
                    <a:pt x="1615" y="19434"/>
                  </a:lnTo>
                  <a:lnTo>
                    <a:pt x="1675" y="19595"/>
                  </a:lnTo>
                  <a:lnTo>
                    <a:pt x="1756" y="19777"/>
                  </a:lnTo>
                  <a:lnTo>
                    <a:pt x="1837" y="19938"/>
                  </a:lnTo>
                  <a:lnTo>
                    <a:pt x="1958" y="20100"/>
                  </a:lnTo>
                  <a:lnTo>
                    <a:pt x="2099" y="20241"/>
                  </a:lnTo>
                  <a:lnTo>
                    <a:pt x="2260" y="20362"/>
                  </a:lnTo>
                  <a:lnTo>
                    <a:pt x="2422" y="20463"/>
                  </a:lnTo>
                  <a:lnTo>
                    <a:pt x="2563" y="20503"/>
                  </a:lnTo>
                  <a:lnTo>
                    <a:pt x="2684" y="20544"/>
                  </a:lnTo>
                  <a:lnTo>
                    <a:pt x="2926" y="20564"/>
                  </a:lnTo>
                  <a:lnTo>
                    <a:pt x="3088" y="20544"/>
                  </a:lnTo>
                  <a:lnTo>
                    <a:pt x="3229" y="20524"/>
                  </a:lnTo>
                  <a:lnTo>
                    <a:pt x="3532" y="20463"/>
                  </a:lnTo>
                  <a:lnTo>
                    <a:pt x="3855" y="20342"/>
                  </a:lnTo>
                  <a:lnTo>
                    <a:pt x="4157" y="20221"/>
                  </a:lnTo>
                  <a:lnTo>
                    <a:pt x="4339" y="20140"/>
                  </a:lnTo>
                  <a:lnTo>
                    <a:pt x="5146" y="19777"/>
                  </a:lnTo>
                  <a:lnTo>
                    <a:pt x="5974" y="19454"/>
                  </a:lnTo>
                  <a:lnTo>
                    <a:pt x="6801" y="19131"/>
                  </a:lnTo>
                  <a:lnTo>
                    <a:pt x="7205" y="19010"/>
                  </a:lnTo>
                  <a:lnTo>
                    <a:pt x="7628" y="18889"/>
                  </a:lnTo>
                  <a:lnTo>
                    <a:pt x="8173" y="18748"/>
                  </a:lnTo>
                  <a:lnTo>
                    <a:pt x="8718" y="18647"/>
                  </a:lnTo>
                  <a:lnTo>
                    <a:pt x="9243" y="18566"/>
                  </a:lnTo>
                  <a:lnTo>
                    <a:pt x="9788" y="18506"/>
                  </a:lnTo>
                  <a:lnTo>
                    <a:pt x="10332" y="18465"/>
                  </a:lnTo>
                  <a:lnTo>
                    <a:pt x="10877" y="18425"/>
                  </a:lnTo>
                  <a:lnTo>
                    <a:pt x="11987" y="18425"/>
                  </a:lnTo>
                  <a:lnTo>
                    <a:pt x="13077" y="18485"/>
                  </a:lnTo>
                  <a:lnTo>
                    <a:pt x="14187" y="18566"/>
                  </a:lnTo>
                  <a:lnTo>
                    <a:pt x="15277" y="18687"/>
                  </a:lnTo>
                  <a:lnTo>
                    <a:pt x="16366" y="18808"/>
                  </a:lnTo>
                  <a:lnTo>
                    <a:pt x="18061" y="18990"/>
                  </a:lnTo>
                  <a:lnTo>
                    <a:pt x="18909" y="19071"/>
                  </a:lnTo>
                  <a:lnTo>
                    <a:pt x="19757" y="19131"/>
                  </a:lnTo>
                  <a:lnTo>
                    <a:pt x="20604" y="19171"/>
                  </a:lnTo>
                  <a:lnTo>
                    <a:pt x="21472" y="19192"/>
                  </a:lnTo>
                  <a:lnTo>
                    <a:pt x="22319" y="19171"/>
                  </a:lnTo>
                  <a:lnTo>
                    <a:pt x="23167" y="19111"/>
                  </a:lnTo>
                  <a:lnTo>
                    <a:pt x="23793" y="19010"/>
                  </a:lnTo>
                  <a:lnTo>
                    <a:pt x="24358" y="18909"/>
                  </a:lnTo>
                  <a:lnTo>
                    <a:pt x="24902" y="18748"/>
                  </a:lnTo>
                  <a:lnTo>
                    <a:pt x="25145" y="18667"/>
                  </a:lnTo>
                  <a:lnTo>
                    <a:pt x="25367" y="18566"/>
                  </a:lnTo>
                  <a:lnTo>
                    <a:pt x="25589" y="18465"/>
                  </a:lnTo>
                  <a:lnTo>
                    <a:pt x="25790" y="18344"/>
                  </a:lnTo>
                  <a:lnTo>
                    <a:pt x="25992" y="18223"/>
                  </a:lnTo>
                  <a:lnTo>
                    <a:pt x="26174" y="18082"/>
                  </a:lnTo>
                  <a:lnTo>
                    <a:pt x="26335" y="17961"/>
                  </a:lnTo>
                  <a:lnTo>
                    <a:pt x="26497" y="17799"/>
                  </a:lnTo>
                  <a:lnTo>
                    <a:pt x="26638" y="17638"/>
                  </a:lnTo>
                  <a:lnTo>
                    <a:pt x="26779" y="17476"/>
                  </a:lnTo>
                  <a:lnTo>
                    <a:pt x="26941" y="17214"/>
                  </a:lnTo>
                  <a:lnTo>
                    <a:pt x="27102" y="16931"/>
                  </a:lnTo>
                  <a:lnTo>
                    <a:pt x="27223" y="16629"/>
                  </a:lnTo>
                  <a:lnTo>
                    <a:pt x="27324" y="16326"/>
                  </a:lnTo>
                  <a:lnTo>
                    <a:pt x="27425" y="16023"/>
                  </a:lnTo>
                  <a:lnTo>
                    <a:pt x="27486" y="15721"/>
                  </a:lnTo>
                  <a:lnTo>
                    <a:pt x="27607" y="15095"/>
                  </a:lnTo>
                  <a:lnTo>
                    <a:pt x="27728" y="14409"/>
                  </a:lnTo>
                  <a:lnTo>
                    <a:pt x="27829" y="13723"/>
                  </a:lnTo>
                  <a:lnTo>
                    <a:pt x="27909" y="13057"/>
                  </a:lnTo>
                  <a:lnTo>
                    <a:pt x="27970" y="12411"/>
                  </a:lnTo>
                  <a:lnTo>
                    <a:pt x="28030" y="11765"/>
                  </a:lnTo>
                  <a:lnTo>
                    <a:pt x="28071" y="11140"/>
                  </a:lnTo>
                  <a:lnTo>
                    <a:pt x="28091" y="10494"/>
                  </a:lnTo>
                  <a:lnTo>
                    <a:pt x="28111" y="9889"/>
                  </a:lnTo>
                  <a:lnTo>
                    <a:pt x="28111" y="9263"/>
                  </a:lnTo>
                  <a:lnTo>
                    <a:pt x="28111" y="8678"/>
                  </a:lnTo>
                  <a:lnTo>
                    <a:pt x="28071" y="8072"/>
                  </a:lnTo>
                  <a:lnTo>
                    <a:pt x="28030" y="7487"/>
                  </a:lnTo>
                  <a:lnTo>
                    <a:pt x="27990" y="6902"/>
                  </a:lnTo>
                  <a:lnTo>
                    <a:pt x="27909" y="6337"/>
                  </a:lnTo>
                  <a:lnTo>
                    <a:pt x="27829" y="5752"/>
                  </a:lnTo>
                  <a:lnTo>
                    <a:pt x="27748" y="5207"/>
                  </a:lnTo>
                  <a:lnTo>
                    <a:pt x="27627" y="4642"/>
                  </a:lnTo>
                  <a:lnTo>
                    <a:pt x="27566" y="4379"/>
                  </a:lnTo>
                  <a:lnTo>
                    <a:pt x="27486" y="4097"/>
                  </a:lnTo>
                  <a:lnTo>
                    <a:pt x="27385" y="3835"/>
                  </a:lnTo>
                  <a:lnTo>
                    <a:pt x="27284" y="3572"/>
                  </a:lnTo>
                  <a:lnTo>
                    <a:pt x="27142" y="3330"/>
                  </a:lnTo>
                  <a:lnTo>
                    <a:pt x="27001" y="3088"/>
                  </a:lnTo>
                  <a:lnTo>
                    <a:pt x="26820" y="2846"/>
                  </a:lnTo>
                  <a:lnTo>
                    <a:pt x="26618" y="2624"/>
                  </a:lnTo>
                  <a:lnTo>
                    <a:pt x="26396" y="2422"/>
                  </a:lnTo>
                  <a:lnTo>
                    <a:pt x="26174" y="2240"/>
                  </a:lnTo>
                  <a:lnTo>
                    <a:pt x="25932" y="2079"/>
                  </a:lnTo>
                  <a:lnTo>
                    <a:pt x="25669" y="1938"/>
                  </a:lnTo>
                  <a:lnTo>
                    <a:pt x="25407" y="1817"/>
                  </a:lnTo>
                  <a:lnTo>
                    <a:pt x="25124" y="1696"/>
                  </a:lnTo>
                  <a:lnTo>
                    <a:pt x="24822" y="1595"/>
                  </a:lnTo>
                  <a:lnTo>
                    <a:pt x="24519" y="1494"/>
                  </a:lnTo>
                  <a:lnTo>
                    <a:pt x="23914" y="1352"/>
                  </a:lnTo>
                  <a:lnTo>
                    <a:pt x="23268" y="1231"/>
                  </a:lnTo>
                  <a:lnTo>
                    <a:pt x="22622" y="1130"/>
                  </a:lnTo>
                  <a:lnTo>
                    <a:pt x="21008" y="949"/>
                  </a:lnTo>
                  <a:lnTo>
                    <a:pt x="19413" y="787"/>
                  </a:lnTo>
                  <a:lnTo>
                    <a:pt x="17799" y="646"/>
                  </a:lnTo>
                  <a:lnTo>
                    <a:pt x="16185" y="505"/>
                  </a:lnTo>
                  <a:lnTo>
                    <a:pt x="14570" y="404"/>
                  </a:lnTo>
                  <a:lnTo>
                    <a:pt x="12956" y="303"/>
                  </a:lnTo>
                  <a:lnTo>
                    <a:pt x="9767" y="121"/>
                  </a:lnTo>
                  <a:lnTo>
                    <a:pt x="8436" y="61"/>
                  </a:lnTo>
                  <a:lnTo>
                    <a:pt x="70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 flipH="1">
              <a:off x="-3275464" y="-5033980"/>
              <a:ext cx="1393383" cy="700689"/>
            </a:xfrm>
            <a:custGeom>
              <a:rect b="b" l="l" r="r" t="t"/>
              <a:pathLst>
                <a:path extrusionOk="0" h="12533" w="24923">
                  <a:moveTo>
                    <a:pt x="9525" y="0"/>
                  </a:moveTo>
                  <a:lnTo>
                    <a:pt x="8536" y="21"/>
                  </a:lnTo>
                  <a:lnTo>
                    <a:pt x="7547" y="41"/>
                  </a:lnTo>
                  <a:lnTo>
                    <a:pt x="6579" y="61"/>
                  </a:lnTo>
                  <a:lnTo>
                    <a:pt x="5630" y="122"/>
                  </a:lnTo>
                  <a:lnTo>
                    <a:pt x="4682" y="182"/>
                  </a:lnTo>
                  <a:lnTo>
                    <a:pt x="3754" y="263"/>
                  </a:lnTo>
                  <a:lnTo>
                    <a:pt x="3269" y="303"/>
                  </a:lnTo>
                  <a:lnTo>
                    <a:pt x="2785" y="384"/>
                  </a:lnTo>
                  <a:lnTo>
                    <a:pt x="2301" y="485"/>
                  </a:lnTo>
                  <a:lnTo>
                    <a:pt x="2079" y="545"/>
                  </a:lnTo>
                  <a:lnTo>
                    <a:pt x="1857" y="626"/>
                  </a:lnTo>
                  <a:lnTo>
                    <a:pt x="1635" y="727"/>
                  </a:lnTo>
                  <a:lnTo>
                    <a:pt x="1433" y="828"/>
                  </a:lnTo>
                  <a:lnTo>
                    <a:pt x="1231" y="949"/>
                  </a:lnTo>
                  <a:lnTo>
                    <a:pt x="1029" y="1090"/>
                  </a:lnTo>
                  <a:lnTo>
                    <a:pt x="868" y="1252"/>
                  </a:lnTo>
                  <a:lnTo>
                    <a:pt x="686" y="1413"/>
                  </a:lnTo>
                  <a:lnTo>
                    <a:pt x="545" y="1615"/>
                  </a:lnTo>
                  <a:lnTo>
                    <a:pt x="404" y="1817"/>
                  </a:lnTo>
                  <a:lnTo>
                    <a:pt x="283" y="2059"/>
                  </a:lnTo>
                  <a:lnTo>
                    <a:pt x="182" y="2301"/>
                  </a:lnTo>
                  <a:lnTo>
                    <a:pt x="81" y="2543"/>
                  </a:lnTo>
                  <a:lnTo>
                    <a:pt x="0" y="2805"/>
                  </a:lnTo>
                  <a:lnTo>
                    <a:pt x="61" y="2826"/>
                  </a:lnTo>
                  <a:lnTo>
                    <a:pt x="162" y="2584"/>
                  </a:lnTo>
                  <a:lnTo>
                    <a:pt x="242" y="2321"/>
                  </a:lnTo>
                  <a:lnTo>
                    <a:pt x="363" y="2079"/>
                  </a:lnTo>
                  <a:lnTo>
                    <a:pt x="484" y="1857"/>
                  </a:lnTo>
                  <a:lnTo>
                    <a:pt x="606" y="1655"/>
                  </a:lnTo>
                  <a:lnTo>
                    <a:pt x="767" y="1474"/>
                  </a:lnTo>
                  <a:lnTo>
                    <a:pt x="908" y="1292"/>
                  </a:lnTo>
                  <a:lnTo>
                    <a:pt x="1090" y="1151"/>
                  </a:lnTo>
                  <a:lnTo>
                    <a:pt x="1271" y="1009"/>
                  </a:lnTo>
                  <a:lnTo>
                    <a:pt x="1473" y="909"/>
                  </a:lnTo>
                  <a:lnTo>
                    <a:pt x="1675" y="787"/>
                  </a:lnTo>
                  <a:lnTo>
                    <a:pt x="1897" y="707"/>
                  </a:lnTo>
                  <a:lnTo>
                    <a:pt x="2119" y="626"/>
                  </a:lnTo>
                  <a:lnTo>
                    <a:pt x="2341" y="566"/>
                  </a:lnTo>
                  <a:lnTo>
                    <a:pt x="2805" y="465"/>
                  </a:lnTo>
                  <a:lnTo>
                    <a:pt x="3269" y="384"/>
                  </a:lnTo>
                  <a:lnTo>
                    <a:pt x="3754" y="344"/>
                  </a:lnTo>
                  <a:lnTo>
                    <a:pt x="4682" y="263"/>
                  </a:lnTo>
                  <a:lnTo>
                    <a:pt x="5630" y="202"/>
                  </a:lnTo>
                  <a:lnTo>
                    <a:pt x="6579" y="142"/>
                  </a:lnTo>
                  <a:lnTo>
                    <a:pt x="7547" y="122"/>
                  </a:lnTo>
                  <a:lnTo>
                    <a:pt x="8536" y="101"/>
                  </a:lnTo>
                  <a:lnTo>
                    <a:pt x="9525" y="81"/>
                  </a:lnTo>
                  <a:lnTo>
                    <a:pt x="10514" y="81"/>
                  </a:lnTo>
                  <a:lnTo>
                    <a:pt x="11523" y="101"/>
                  </a:lnTo>
                  <a:lnTo>
                    <a:pt x="12552" y="142"/>
                  </a:lnTo>
                  <a:lnTo>
                    <a:pt x="13601" y="182"/>
                  </a:lnTo>
                  <a:lnTo>
                    <a:pt x="14651" y="243"/>
                  </a:lnTo>
                  <a:lnTo>
                    <a:pt x="15720" y="323"/>
                  </a:lnTo>
                  <a:lnTo>
                    <a:pt x="17900" y="505"/>
                  </a:lnTo>
                  <a:lnTo>
                    <a:pt x="20140" y="727"/>
                  </a:lnTo>
                  <a:lnTo>
                    <a:pt x="20927" y="848"/>
                  </a:lnTo>
                  <a:lnTo>
                    <a:pt x="21330" y="909"/>
                  </a:lnTo>
                  <a:lnTo>
                    <a:pt x="21694" y="989"/>
                  </a:lnTo>
                  <a:lnTo>
                    <a:pt x="22057" y="1110"/>
                  </a:lnTo>
                  <a:lnTo>
                    <a:pt x="22400" y="1231"/>
                  </a:lnTo>
                  <a:lnTo>
                    <a:pt x="22723" y="1413"/>
                  </a:lnTo>
                  <a:lnTo>
                    <a:pt x="23046" y="1615"/>
                  </a:lnTo>
                  <a:lnTo>
                    <a:pt x="23248" y="1796"/>
                  </a:lnTo>
                  <a:lnTo>
                    <a:pt x="23449" y="1978"/>
                  </a:lnTo>
                  <a:lnTo>
                    <a:pt x="23631" y="2200"/>
                  </a:lnTo>
                  <a:lnTo>
                    <a:pt x="23792" y="2422"/>
                  </a:lnTo>
                  <a:lnTo>
                    <a:pt x="23954" y="2664"/>
                  </a:lnTo>
                  <a:lnTo>
                    <a:pt x="24075" y="2906"/>
                  </a:lnTo>
                  <a:lnTo>
                    <a:pt x="24196" y="3149"/>
                  </a:lnTo>
                  <a:lnTo>
                    <a:pt x="24297" y="3411"/>
                  </a:lnTo>
                  <a:lnTo>
                    <a:pt x="24378" y="3673"/>
                  </a:lnTo>
                  <a:lnTo>
                    <a:pt x="24458" y="3915"/>
                  </a:lnTo>
                  <a:lnTo>
                    <a:pt x="24579" y="4440"/>
                  </a:lnTo>
                  <a:lnTo>
                    <a:pt x="24660" y="4945"/>
                  </a:lnTo>
                  <a:lnTo>
                    <a:pt x="24721" y="5409"/>
                  </a:lnTo>
                  <a:lnTo>
                    <a:pt x="24781" y="6095"/>
                  </a:lnTo>
                  <a:lnTo>
                    <a:pt x="24822" y="6781"/>
                  </a:lnTo>
                  <a:lnTo>
                    <a:pt x="24842" y="7487"/>
                  </a:lnTo>
                  <a:lnTo>
                    <a:pt x="24822" y="8173"/>
                  </a:lnTo>
                  <a:lnTo>
                    <a:pt x="24801" y="8860"/>
                  </a:lnTo>
                  <a:lnTo>
                    <a:pt x="24741" y="9566"/>
                  </a:lnTo>
                  <a:lnTo>
                    <a:pt x="24660" y="10252"/>
                  </a:lnTo>
                  <a:lnTo>
                    <a:pt x="24559" y="10938"/>
                  </a:lnTo>
                  <a:lnTo>
                    <a:pt x="24479" y="11362"/>
                  </a:lnTo>
                  <a:lnTo>
                    <a:pt x="24398" y="11765"/>
                  </a:lnTo>
                  <a:lnTo>
                    <a:pt x="24297" y="12149"/>
                  </a:lnTo>
                  <a:lnTo>
                    <a:pt x="24196" y="12512"/>
                  </a:lnTo>
                  <a:lnTo>
                    <a:pt x="24257" y="12532"/>
                  </a:lnTo>
                  <a:lnTo>
                    <a:pt x="24378" y="12169"/>
                  </a:lnTo>
                  <a:lnTo>
                    <a:pt x="24479" y="11765"/>
                  </a:lnTo>
                  <a:lnTo>
                    <a:pt x="24559" y="11362"/>
                  </a:lnTo>
                  <a:lnTo>
                    <a:pt x="24640" y="10938"/>
                  </a:lnTo>
                  <a:lnTo>
                    <a:pt x="24741" y="10252"/>
                  </a:lnTo>
                  <a:lnTo>
                    <a:pt x="24822" y="9566"/>
                  </a:lnTo>
                  <a:lnTo>
                    <a:pt x="24882" y="8880"/>
                  </a:lnTo>
                  <a:lnTo>
                    <a:pt x="24902" y="8173"/>
                  </a:lnTo>
                  <a:lnTo>
                    <a:pt x="24922" y="7487"/>
                  </a:lnTo>
                  <a:lnTo>
                    <a:pt x="24902" y="6781"/>
                  </a:lnTo>
                  <a:lnTo>
                    <a:pt x="24862" y="6095"/>
                  </a:lnTo>
                  <a:lnTo>
                    <a:pt x="24801" y="5409"/>
                  </a:lnTo>
                  <a:lnTo>
                    <a:pt x="24741" y="4924"/>
                  </a:lnTo>
                  <a:lnTo>
                    <a:pt x="24660" y="4420"/>
                  </a:lnTo>
                  <a:lnTo>
                    <a:pt x="24539" y="3895"/>
                  </a:lnTo>
                  <a:lnTo>
                    <a:pt x="24458" y="3633"/>
                  </a:lnTo>
                  <a:lnTo>
                    <a:pt x="24357" y="3371"/>
                  </a:lnTo>
                  <a:lnTo>
                    <a:pt x="24257" y="3108"/>
                  </a:lnTo>
                  <a:lnTo>
                    <a:pt x="24156" y="2866"/>
                  </a:lnTo>
                  <a:lnTo>
                    <a:pt x="24014" y="2604"/>
                  </a:lnTo>
                  <a:lnTo>
                    <a:pt x="23873" y="2362"/>
                  </a:lnTo>
                  <a:lnTo>
                    <a:pt x="23692" y="2140"/>
                  </a:lnTo>
                  <a:lnTo>
                    <a:pt x="23510" y="1918"/>
                  </a:lnTo>
                  <a:lnTo>
                    <a:pt x="23308" y="1736"/>
                  </a:lnTo>
                  <a:lnTo>
                    <a:pt x="23086" y="1534"/>
                  </a:lnTo>
                  <a:lnTo>
                    <a:pt x="22763" y="1332"/>
                  </a:lnTo>
                  <a:lnTo>
                    <a:pt x="22440" y="1171"/>
                  </a:lnTo>
                  <a:lnTo>
                    <a:pt x="22077" y="1030"/>
                  </a:lnTo>
                  <a:lnTo>
                    <a:pt x="21714" y="929"/>
                  </a:lnTo>
                  <a:lnTo>
                    <a:pt x="21351" y="828"/>
                  </a:lnTo>
                  <a:lnTo>
                    <a:pt x="20947" y="767"/>
                  </a:lnTo>
                  <a:lnTo>
                    <a:pt x="20160" y="646"/>
                  </a:lnTo>
                  <a:lnTo>
                    <a:pt x="17900" y="424"/>
                  </a:lnTo>
                  <a:lnTo>
                    <a:pt x="15720" y="243"/>
                  </a:lnTo>
                  <a:lnTo>
                    <a:pt x="14651" y="162"/>
                  </a:lnTo>
                  <a:lnTo>
                    <a:pt x="13601" y="101"/>
                  </a:lnTo>
                  <a:lnTo>
                    <a:pt x="12552" y="61"/>
                  </a:lnTo>
                  <a:lnTo>
                    <a:pt x="11543" y="21"/>
                  </a:lnTo>
                  <a:lnTo>
                    <a:pt x="105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 flipH="1">
              <a:off x="-3238229" y="-4877163"/>
              <a:ext cx="1371970" cy="810100"/>
            </a:xfrm>
            <a:custGeom>
              <a:rect b="b" l="l" r="r" t="t"/>
              <a:pathLst>
                <a:path extrusionOk="0" h="14490" w="24540">
                  <a:moveTo>
                    <a:pt x="283" y="0"/>
                  </a:moveTo>
                  <a:lnTo>
                    <a:pt x="182" y="364"/>
                  </a:lnTo>
                  <a:lnTo>
                    <a:pt x="102" y="747"/>
                  </a:lnTo>
                  <a:lnTo>
                    <a:pt x="41" y="1131"/>
                  </a:lnTo>
                  <a:lnTo>
                    <a:pt x="21" y="1534"/>
                  </a:lnTo>
                  <a:lnTo>
                    <a:pt x="1" y="1938"/>
                  </a:lnTo>
                  <a:lnTo>
                    <a:pt x="21" y="2341"/>
                  </a:lnTo>
                  <a:lnTo>
                    <a:pt x="61" y="2765"/>
                  </a:lnTo>
                  <a:lnTo>
                    <a:pt x="122" y="3189"/>
                  </a:lnTo>
                  <a:lnTo>
                    <a:pt x="223" y="3633"/>
                  </a:lnTo>
                  <a:lnTo>
                    <a:pt x="324" y="4097"/>
                  </a:lnTo>
                  <a:lnTo>
                    <a:pt x="566" y="4985"/>
                  </a:lnTo>
                  <a:lnTo>
                    <a:pt x="848" y="6055"/>
                  </a:lnTo>
                  <a:lnTo>
                    <a:pt x="969" y="6599"/>
                  </a:lnTo>
                  <a:lnTo>
                    <a:pt x="1050" y="7144"/>
                  </a:lnTo>
                  <a:lnTo>
                    <a:pt x="1111" y="7649"/>
                  </a:lnTo>
                  <a:lnTo>
                    <a:pt x="1151" y="8173"/>
                  </a:lnTo>
                  <a:lnTo>
                    <a:pt x="1151" y="8718"/>
                  </a:lnTo>
                  <a:lnTo>
                    <a:pt x="1151" y="9243"/>
                  </a:lnTo>
                  <a:lnTo>
                    <a:pt x="1131" y="9768"/>
                  </a:lnTo>
                  <a:lnTo>
                    <a:pt x="1090" y="10292"/>
                  </a:lnTo>
                  <a:lnTo>
                    <a:pt x="989" y="11342"/>
                  </a:lnTo>
                  <a:lnTo>
                    <a:pt x="929" y="12088"/>
                  </a:lnTo>
                  <a:lnTo>
                    <a:pt x="868" y="12855"/>
                  </a:lnTo>
                  <a:lnTo>
                    <a:pt x="848" y="13218"/>
                  </a:lnTo>
                  <a:lnTo>
                    <a:pt x="868" y="13400"/>
                  </a:lnTo>
                  <a:lnTo>
                    <a:pt x="889" y="13582"/>
                  </a:lnTo>
                  <a:lnTo>
                    <a:pt x="929" y="13743"/>
                  </a:lnTo>
                  <a:lnTo>
                    <a:pt x="989" y="13905"/>
                  </a:lnTo>
                  <a:lnTo>
                    <a:pt x="1070" y="14046"/>
                  </a:lnTo>
                  <a:lnTo>
                    <a:pt x="1171" y="14187"/>
                  </a:lnTo>
                  <a:lnTo>
                    <a:pt x="1252" y="14268"/>
                  </a:lnTo>
                  <a:lnTo>
                    <a:pt x="1353" y="14328"/>
                  </a:lnTo>
                  <a:lnTo>
                    <a:pt x="1433" y="14369"/>
                  </a:lnTo>
                  <a:lnTo>
                    <a:pt x="1534" y="14409"/>
                  </a:lnTo>
                  <a:lnTo>
                    <a:pt x="1756" y="14470"/>
                  </a:lnTo>
                  <a:lnTo>
                    <a:pt x="1958" y="14490"/>
                  </a:lnTo>
                  <a:lnTo>
                    <a:pt x="2180" y="14470"/>
                  </a:lnTo>
                  <a:lnTo>
                    <a:pt x="2402" y="14429"/>
                  </a:lnTo>
                  <a:lnTo>
                    <a:pt x="2644" y="14349"/>
                  </a:lnTo>
                  <a:lnTo>
                    <a:pt x="2886" y="14227"/>
                  </a:lnTo>
                  <a:lnTo>
                    <a:pt x="3330" y="13965"/>
                  </a:lnTo>
                  <a:lnTo>
                    <a:pt x="3532" y="13844"/>
                  </a:lnTo>
                  <a:lnTo>
                    <a:pt x="3895" y="13642"/>
                  </a:lnTo>
                  <a:lnTo>
                    <a:pt x="4259" y="13461"/>
                  </a:lnTo>
                  <a:lnTo>
                    <a:pt x="4642" y="13299"/>
                  </a:lnTo>
                  <a:lnTo>
                    <a:pt x="5046" y="13138"/>
                  </a:lnTo>
                  <a:lnTo>
                    <a:pt x="5449" y="12996"/>
                  </a:lnTo>
                  <a:lnTo>
                    <a:pt x="5873" y="12875"/>
                  </a:lnTo>
                  <a:lnTo>
                    <a:pt x="6317" y="12754"/>
                  </a:lnTo>
                  <a:lnTo>
                    <a:pt x="6761" y="12653"/>
                  </a:lnTo>
                  <a:lnTo>
                    <a:pt x="7225" y="12573"/>
                  </a:lnTo>
                  <a:lnTo>
                    <a:pt x="7689" y="12512"/>
                  </a:lnTo>
                  <a:lnTo>
                    <a:pt x="8174" y="12472"/>
                  </a:lnTo>
                  <a:lnTo>
                    <a:pt x="8678" y="12431"/>
                  </a:lnTo>
                  <a:lnTo>
                    <a:pt x="9183" y="12411"/>
                  </a:lnTo>
                  <a:lnTo>
                    <a:pt x="10232" y="12411"/>
                  </a:lnTo>
                  <a:lnTo>
                    <a:pt x="10777" y="12431"/>
                  </a:lnTo>
                  <a:lnTo>
                    <a:pt x="11887" y="12532"/>
                  </a:lnTo>
                  <a:lnTo>
                    <a:pt x="12976" y="12653"/>
                  </a:lnTo>
                  <a:lnTo>
                    <a:pt x="14066" y="12815"/>
                  </a:lnTo>
                  <a:lnTo>
                    <a:pt x="15156" y="12976"/>
                  </a:lnTo>
                  <a:lnTo>
                    <a:pt x="16690" y="13198"/>
                  </a:lnTo>
                  <a:lnTo>
                    <a:pt x="17477" y="13299"/>
                  </a:lnTo>
                  <a:lnTo>
                    <a:pt x="18243" y="13400"/>
                  </a:lnTo>
                  <a:lnTo>
                    <a:pt x="18768" y="13440"/>
                  </a:lnTo>
                  <a:lnTo>
                    <a:pt x="19273" y="13481"/>
                  </a:lnTo>
                  <a:lnTo>
                    <a:pt x="19797" y="13481"/>
                  </a:lnTo>
                  <a:lnTo>
                    <a:pt x="20302" y="13461"/>
                  </a:lnTo>
                  <a:lnTo>
                    <a:pt x="20806" y="13400"/>
                  </a:lnTo>
                  <a:lnTo>
                    <a:pt x="21048" y="13360"/>
                  </a:lnTo>
                  <a:lnTo>
                    <a:pt x="21291" y="13299"/>
                  </a:lnTo>
                  <a:lnTo>
                    <a:pt x="21533" y="13218"/>
                  </a:lnTo>
                  <a:lnTo>
                    <a:pt x="21775" y="13138"/>
                  </a:lnTo>
                  <a:lnTo>
                    <a:pt x="21997" y="13037"/>
                  </a:lnTo>
                  <a:lnTo>
                    <a:pt x="22219" y="12936"/>
                  </a:lnTo>
                  <a:lnTo>
                    <a:pt x="22421" y="12815"/>
                  </a:lnTo>
                  <a:lnTo>
                    <a:pt x="22602" y="12694"/>
                  </a:lnTo>
                  <a:lnTo>
                    <a:pt x="22784" y="12553"/>
                  </a:lnTo>
                  <a:lnTo>
                    <a:pt x="22966" y="12411"/>
                  </a:lnTo>
                  <a:lnTo>
                    <a:pt x="23127" y="12250"/>
                  </a:lnTo>
                  <a:lnTo>
                    <a:pt x="23288" y="12068"/>
                  </a:lnTo>
                  <a:lnTo>
                    <a:pt x="23450" y="11887"/>
                  </a:lnTo>
                  <a:lnTo>
                    <a:pt x="23591" y="11685"/>
                  </a:lnTo>
                  <a:lnTo>
                    <a:pt x="23874" y="11261"/>
                  </a:lnTo>
                  <a:lnTo>
                    <a:pt x="24116" y="10797"/>
                  </a:lnTo>
                  <a:lnTo>
                    <a:pt x="24358" y="10292"/>
                  </a:lnTo>
                  <a:lnTo>
                    <a:pt x="24540" y="9727"/>
                  </a:lnTo>
                  <a:lnTo>
                    <a:pt x="24479" y="9707"/>
                  </a:lnTo>
                  <a:lnTo>
                    <a:pt x="24277" y="10252"/>
                  </a:lnTo>
                  <a:lnTo>
                    <a:pt x="24055" y="10756"/>
                  </a:lnTo>
                  <a:lnTo>
                    <a:pt x="23813" y="11221"/>
                  </a:lnTo>
                  <a:lnTo>
                    <a:pt x="23531" y="11644"/>
                  </a:lnTo>
                  <a:lnTo>
                    <a:pt x="23228" y="12008"/>
                  </a:lnTo>
                  <a:lnTo>
                    <a:pt x="23066" y="12189"/>
                  </a:lnTo>
                  <a:lnTo>
                    <a:pt x="22905" y="12351"/>
                  </a:lnTo>
                  <a:lnTo>
                    <a:pt x="22744" y="12492"/>
                  </a:lnTo>
                  <a:lnTo>
                    <a:pt x="22562" y="12613"/>
                  </a:lnTo>
                  <a:lnTo>
                    <a:pt x="22380" y="12754"/>
                  </a:lnTo>
                  <a:lnTo>
                    <a:pt x="22178" y="12855"/>
                  </a:lnTo>
                  <a:lnTo>
                    <a:pt x="21957" y="12976"/>
                  </a:lnTo>
                  <a:lnTo>
                    <a:pt x="21735" y="13077"/>
                  </a:lnTo>
                  <a:lnTo>
                    <a:pt x="21492" y="13158"/>
                  </a:lnTo>
                  <a:lnTo>
                    <a:pt x="21270" y="13218"/>
                  </a:lnTo>
                  <a:lnTo>
                    <a:pt x="21028" y="13279"/>
                  </a:lnTo>
                  <a:lnTo>
                    <a:pt x="20786" y="13319"/>
                  </a:lnTo>
                  <a:lnTo>
                    <a:pt x="20282" y="13380"/>
                  </a:lnTo>
                  <a:lnTo>
                    <a:pt x="19777" y="13400"/>
                  </a:lnTo>
                  <a:lnTo>
                    <a:pt x="19273" y="13400"/>
                  </a:lnTo>
                  <a:lnTo>
                    <a:pt x="18768" y="13360"/>
                  </a:lnTo>
                  <a:lnTo>
                    <a:pt x="18264" y="13319"/>
                  </a:lnTo>
                  <a:lnTo>
                    <a:pt x="17477" y="13218"/>
                  </a:lnTo>
                  <a:lnTo>
                    <a:pt x="16710" y="13118"/>
                  </a:lnTo>
                  <a:lnTo>
                    <a:pt x="15156" y="12896"/>
                  </a:lnTo>
                  <a:lnTo>
                    <a:pt x="14086" y="12734"/>
                  </a:lnTo>
                  <a:lnTo>
                    <a:pt x="12997" y="12573"/>
                  </a:lnTo>
                  <a:lnTo>
                    <a:pt x="11887" y="12452"/>
                  </a:lnTo>
                  <a:lnTo>
                    <a:pt x="10797" y="12351"/>
                  </a:lnTo>
                  <a:lnTo>
                    <a:pt x="10252" y="12331"/>
                  </a:lnTo>
                  <a:lnTo>
                    <a:pt x="9183" y="12331"/>
                  </a:lnTo>
                  <a:lnTo>
                    <a:pt x="8658" y="12351"/>
                  </a:lnTo>
                  <a:lnTo>
                    <a:pt x="8174" y="12391"/>
                  </a:lnTo>
                  <a:lnTo>
                    <a:pt x="7669" y="12431"/>
                  </a:lnTo>
                  <a:lnTo>
                    <a:pt x="7205" y="12492"/>
                  </a:lnTo>
                  <a:lnTo>
                    <a:pt x="6741" y="12573"/>
                  </a:lnTo>
                  <a:lnTo>
                    <a:pt x="6277" y="12674"/>
                  </a:lnTo>
                  <a:lnTo>
                    <a:pt x="5853" y="12795"/>
                  </a:lnTo>
                  <a:lnTo>
                    <a:pt x="5429" y="12916"/>
                  </a:lnTo>
                  <a:lnTo>
                    <a:pt x="5005" y="13057"/>
                  </a:lnTo>
                  <a:lnTo>
                    <a:pt x="4602" y="13218"/>
                  </a:lnTo>
                  <a:lnTo>
                    <a:pt x="4218" y="13380"/>
                  </a:lnTo>
                  <a:lnTo>
                    <a:pt x="3855" y="13582"/>
                  </a:lnTo>
                  <a:lnTo>
                    <a:pt x="3492" y="13783"/>
                  </a:lnTo>
                  <a:lnTo>
                    <a:pt x="3290" y="13905"/>
                  </a:lnTo>
                  <a:lnTo>
                    <a:pt x="2846" y="14147"/>
                  </a:lnTo>
                  <a:lnTo>
                    <a:pt x="2624" y="14268"/>
                  </a:lnTo>
                  <a:lnTo>
                    <a:pt x="2382" y="14349"/>
                  </a:lnTo>
                  <a:lnTo>
                    <a:pt x="2241" y="14389"/>
                  </a:lnTo>
                  <a:lnTo>
                    <a:pt x="2079" y="14409"/>
                  </a:lnTo>
                  <a:lnTo>
                    <a:pt x="1938" y="14409"/>
                  </a:lnTo>
                  <a:lnTo>
                    <a:pt x="1776" y="14389"/>
                  </a:lnTo>
                  <a:lnTo>
                    <a:pt x="1635" y="14369"/>
                  </a:lnTo>
                  <a:lnTo>
                    <a:pt x="1494" y="14308"/>
                  </a:lnTo>
                  <a:lnTo>
                    <a:pt x="1353" y="14227"/>
                  </a:lnTo>
                  <a:lnTo>
                    <a:pt x="1232" y="14127"/>
                  </a:lnTo>
                  <a:lnTo>
                    <a:pt x="1131" y="14005"/>
                  </a:lnTo>
                  <a:lnTo>
                    <a:pt x="1050" y="13864"/>
                  </a:lnTo>
                  <a:lnTo>
                    <a:pt x="1010" y="13723"/>
                  </a:lnTo>
                  <a:lnTo>
                    <a:pt x="969" y="13562"/>
                  </a:lnTo>
                  <a:lnTo>
                    <a:pt x="949" y="13380"/>
                  </a:lnTo>
                  <a:lnTo>
                    <a:pt x="929" y="13218"/>
                  </a:lnTo>
                  <a:lnTo>
                    <a:pt x="949" y="12855"/>
                  </a:lnTo>
                  <a:lnTo>
                    <a:pt x="1010" y="12109"/>
                  </a:lnTo>
                  <a:lnTo>
                    <a:pt x="1070" y="11342"/>
                  </a:lnTo>
                  <a:lnTo>
                    <a:pt x="1171" y="10292"/>
                  </a:lnTo>
                  <a:lnTo>
                    <a:pt x="1211" y="9768"/>
                  </a:lnTo>
                  <a:lnTo>
                    <a:pt x="1232" y="9243"/>
                  </a:lnTo>
                  <a:lnTo>
                    <a:pt x="1232" y="8698"/>
                  </a:lnTo>
                  <a:lnTo>
                    <a:pt x="1232" y="8173"/>
                  </a:lnTo>
                  <a:lnTo>
                    <a:pt x="1191" y="7649"/>
                  </a:lnTo>
                  <a:lnTo>
                    <a:pt x="1131" y="7124"/>
                  </a:lnTo>
                  <a:lnTo>
                    <a:pt x="1050" y="6579"/>
                  </a:lnTo>
                  <a:lnTo>
                    <a:pt x="929" y="6034"/>
                  </a:lnTo>
                  <a:lnTo>
                    <a:pt x="646" y="4965"/>
                  </a:lnTo>
                  <a:lnTo>
                    <a:pt x="404" y="4077"/>
                  </a:lnTo>
                  <a:lnTo>
                    <a:pt x="303" y="3633"/>
                  </a:lnTo>
                  <a:lnTo>
                    <a:pt x="202" y="3169"/>
                  </a:lnTo>
                  <a:lnTo>
                    <a:pt x="142" y="2765"/>
                  </a:lnTo>
                  <a:lnTo>
                    <a:pt x="102" y="2341"/>
                  </a:lnTo>
                  <a:lnTo>
                    <a:pt x="81" y="1938"/>
                  </a:lnTo>
                  <a:lnTo>
                    <a:pt x="102" y="1534"/>
                  </a:lnTo>
                  <a:lnTo>
                    <a:pt x="122" y="1151"/>
                  </a:lnTo>
                  <a:lnTo>
                    <a:pt x="182" y="767"/>
                  </a:lnTo>
                  <a:lnTo>
                    <a:pt x="243" y="384"/>
                  </a:lnTo>
                  <a:lnTo>
                    <a:pt x="344" y="21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 flipH="1">
              <a:off x="-3249516" y="-5106211"/>
              <a:ext cx="1060565" cy="526984"/>
            </a:xfrm>
            <a:custGeom>
              <a:rect b="b" l="l" r="r" t="t"/>
              <a:pathLst>
                <a:path extrusionOk="0" h="9426" w="18970">
                  <a:moveTo>
                    <a:pt x="7103" y="1"/>
                  </a:moveTo>
                  <a:lnTo>
                    <a:pt x="5812" y="41"/>
                  </a:lnTo>
                  <a:lnTo>
                    <a:pt x="4480" y="142"/>
                  </a:lnTo>
                  <a:lnTo>
                    <a:pt x="3976" y="183"/>
                  </a:lnTo>
                  <a:lnTo>
                    <a:pt x="3552" y="223"/>
                  </a:lnTo>
                  <a:lnTo>
                    <a:pt x="3168" y="263"/>
                  </a:lnTo>
                  <a:lnTo>
                    <a:pt x="2805" y="324"/>
                  </a:lnTo>
                  <a:lnTo>
                    <a:pt x="2462" y="425"/>
                  </a:lnTo>
                  <a:lnTo>
                    <a:pt x="2301" y="505"/>
                  </a:lnTo>
                  <a:lnTo>
                    <a:pt x="2139" y="586"/>
                  </a:lnTo>
                  <a:lnTo>
                    <a:pt x="1958" y="667"/>
                  </a:lnTo>
                  <a:lnTo>
                    <a:pt x="1796" y="788"/>
                  </a:lnTo>
                  <a:lnTo>
                    <a:pt x="1635" y="909"/>
                  </a:lnTo>
                  <a:lnTo>
                    <a:pt x="1453" y="1070"/>
                  </a:lnTo>
                  <a:lnTo>
                    <a:pt x="1090" y="1434"/>
                  </a:lnTo>
                  <a:lnTo>
                    <a:pt x="827" y="1736"/>
                  </a:lnTo>
                  <a:lnTo>
                    <a:pt x="585" y="2059"/>
                  </a:lnTo>
                  <a:lnTo>
                    <a:pt x="404" y="2362"/>
                  </a:lnTo>
                  <a:lnTo>
                    <a:pt x="242" y="2665"/>
                  </a:lnTo>
                  <a:lnTo>
                    <a:pt x="121" y="2988"/>
                  </a:lnTo>
                  <a:lnTo>
                    <a:pt x="40" y="3290"/>
                  </a:lnTo>
                  <a:lnTo>
                    <a:pt x="0" y="3593"/>
                  </a:lnTo>
                  <a:lnTo>
                    <a:pt x="0" y="3896"/>
                  </a:lnTo>
                  <a:lnTo>
                    <a:pt x="81" y="3896"/>
                  </a:lnTo>
                  <a:lnTo>
                    <a:pt x="81" y="3593"/>
                  </a:lnTo>
                  <a:lnTo>
                    <a:pt x="121" y="3290"/>
                  </a:lnTo>
                  <a:lnTo>
                    <a:pt x="202" y="3008"/>
                  </a:lnTo>
                  <a:lnTo>
                    <a:pt x="323" y="2705"/>
                  </a:lnTo>
                  <a:lnTo>
                    <a:pt x="464" y="2402"/>
                  </a:lnTo>
                  <a:lnTo>
                    <a:pt x="666" y="2100"/>
                  </a:lnTo>
                  <a:lnTo>
                    <a:pt x="888" y="1797"/>
                  </a:lnTo>
                  <a:lnTo>
                    <a:pt x="1150" y="1474"/>
                  </a:lnTo>
                  <a:lnTo>
                    <a:pt x="1514" y="1131"/>
                  </a:lnTo>
                  <a:lnTo>
                    <a:pt x="1675" y="970"/>
                  </a:lnTo>
                  <a:lnTo>
                    <a:pt x="1837" y="848"/>
                  </a:lnTo>
                  <a:lnTo>
                    <a:pt x="2018" y="748"/>
                  </a:lnTo>
                  <a:lnTo>
                    <a:pt x="2180" y="647"/>
                  </a:lnTo>
                  <a:lnTo>
                    <a:pt x="2341" y="566"/>
                  </a:lnTo>
                  <a:lnTo>
                    <a:pt x="2502" y="505"/>
                  </a:lnTo>
                  <a:lnTo>
                    <a:pt x="2825" y="405"/>
                  </a:lnTo>
                  <a:lnTo>
                    <a:pt x="3189" y="344"/>
                  </a:lnTo>
                  <a:lnTo>
                    <a:pt x="3572" y="304"/>
                  </a:lnTo>
                  <a:lnTo>
                    <a:pt x="3996" y="263"/>
                  </a:lnTo>
                  <a:lnTo>
                    <a:pt x="4500" y="223"/>
                  </a:lnTo>
                  <a:lnTo>
                    <a:pt x="5812" y="122"/>
                  </a:lnTo>
                  <a:lnTo>
                    <a:pt x="7103" y="82"/>
                  </a:lnTo>
                  <a:lnTo>
                    <a:pt x="8355" y="82"/>
                  </a:lnTo>
                  <a:lnTo>
                    <a:pt x="9586" y="102"/>
                  </a:lnTo>
                  <a:lnTo>
                    <a:pt x="10574" y="162"/>
                  </a:lnTo>
                  <a:lnTo>
                    <a:pt x="11099" y="223"/>
                  </a:lnTo>
                  <a:lnTo>
                    <a:pt x="11664" y="283"/>
                  </a:lnTo>
                  <a:lnTo>
                    <a:pt x="12209" y="384"/>
                  </a:lnTo>
                  <a:lnTo>
                    <a:pt x="12794" y="505"/>
                  </a:lnTo>
                  <a:lnTo>
                    <a:pt x="13359" y="647"/>
                  </a:lnTo>
                  <a:lnTo>
                    <a:pt x="13945" y="828"/>
                  </a:lnTo>
                  <a:lnTo>
                    <a:pt x="14348" y="990"/>
                  </a:lnTo>
                  <a:lnTo>
                    <a:pt x="14812" y="1171"/>
                  </a:lnTo>
                  <a:lnTo>
                    <a:pt x="15276" y="1414"/>
                  </a:lnTo>
                  <a:lnTo>
                    <a:pt x="15741" y="1696"/>
                  </a:lnTo>
                  <a:lnTo>
                    <a:pt x="16205" y="2019"/>
                  </a:lnTo>
                  <a:lnTo>
                    <a:pt x="16447" y="2201"/>
                  </a:lnTo>
                  <a:lnTo>
                    <a:pt x="16669" y="2382"/>
                  </a:lnTo>
                  <a:lnTo>
                    <a:pt x="16891" y="2604"/>
                  </a:lnTo>
                  <a:lnTo>
                    <a:pt x="17113" y="2826"/>
                  </a:lnTo>
                  <a:lnTo>
                    <a:pt x="17315" y="3068"/>
                  </a:lnTo>
                  <a:lnTo>
                    <a:pt x="17516" y="3310"/>
                  </a:lnTo>
                  <a:lnTo>
                    <a:pt x="17698" y="3593"/>
                  </a:lnTo>
                  <a:lnTo>
                    <a:pt x="17880" y="3876"/>
                  </a:lnTo>
                  <a:lnTo>
                    <a:pt x="18041" y="4178"/>
                  </a:lnTo>
                  <a:lnTo>
                    <a:pt x="18182" y="4501"/>
                  </a:lnTo>
                  <a:lnTo>
                    <a:pt x="18324" y="4824"/>
                  </a:lnTo>
                  <a:lnTo>
                    <a:pt x="18445" y="5187"/>
                  </a:lnTo>
                  <a:lnTo>
                    <a:pt x="18546" y="5530"/>
                  </a:lnTo>
                  <a:lnTo>
                    <a:pt x="18646" y="5914"/>
                  </a:lnTo>
                  <a:lnTo>
                    <a:pt x="18727" y="6297"/>
                  </a:lnTo>
                  <a:lnTo>
                    <a:pt x="18788" y="6701"/>
                  </a:lnTo>
                  <a:lnTo>
                    <a:pt x="18828" y="7125"/>
                  </a:lnTo>
                  <a:lnTo>
                    <a:pt x="18868" y="7548"/>
                  </a:lnTo>
                  <a:lnTo>
                    <a:pt x="18889" y="7992"/>
                  </a:lnTo>
                  <a:lnTo>
                    <a:pt x="18889" y="8456"/>
                  </a:lnTo>
                  <a:lnTo>
                    <a:pt x="18889" y="8941"/>
                  </a:lnTo>
                  <a:lnTo>
                    <a:pt x="18868" y="9425"/>
                  </a:lnTo>
                  <a:lnTo>
                    <a:pt x="18949" y="9425"/>
                  </a:lnTo>
                  <a:lnTo>
                    <a:pt x="18969" y="8941"/>
                  </a:lnTo>
                  <a:lnTo>
                    <a:pt x="18969" y="8456"/>
                  </a:lnTo>
                  <a:lnTo>
                    <a:pt x="18969" y="7992"/>
                  </a:lnTo>
                  <a:lnTo>
                    <a:pt x="18949" y="7528"/>
                  </a:lnTo>
                  <a:lnTo>
                    <a:pt x="18909" y="7104"/>
                  </a:lnTo>
                  <a:lnTo>
                    <a:pt x="18868" y="6681"/>
                  </a:lnTo>
                  <a:lnTo>
                    <a:pt x="18788" y="6277"/>
                  </a:lnTo>
                  <a:lnTo>
                    <a:pt x="18727" y="5894"/>
                  </a:lnTo>
                  <a:lnTo>
                    <a:pt x="18626" y="5510"/>
                  </a:lnTo>
                  <a:lnTo>
                    <a:pt x="18525" y="5147"/>
                  </a:lnTo>
                  <a:lnTo>
                    <a:pt x="18404" y="4804"/>
                  </a:lnTo>
                  <a:lnTo>
                    <a:pt x="18263" y="4461"/>
                  </a:lnTo>
                  <a:lnTo>
                    <a:pt x="18102" y="4138"/>
                  </a:lnTo>
                  <a:lnTo>
                    <a:pt x="17940" y="3835"/>
                  </a:lnTo>
                  <a:lnTo>
                    <a:pt x="17759" y="3553"/>
                  </a:lnTo>
                  <a:lnTo>
                    <a:pt x="17577" y="3270"/>
                  </a:lnTo>
                  <a:lnTo>
                    <a:pt x="17375" y="3008"/>
                  </a:lnTo>
                  <a:lnTo>
                    <a:pt x="17173" y="2766"/>
                  </a:lnTo>
                  <a:lnTo>
                    <a:pt x="16951" y="2544"/>
                  </a:lnTo>
                  <a:lnTo>
                    <a:pt x="16729" y="2322"/>
                  </a:lnTo>
                  <a:lnTo>
                    <a:pt x="16507" y="2140"/>
                  </a:lnTo>
                  <a:lnTo>
                    <a:pt x="16265" y="1958"/>
                  </a:lnTo>
                  <a:lnTo>
                    <a:pt x="15781" y="1615"/>
                  </a:lnTo>
                  <a:lnTo>
                    <a:pt x="15317" y="1333"/>
                  </a:lnTo>
                  <a:lnTo>
                    <a:pt x="14832" y="1111"/>
                  </a:lnTo>
                  <a:lnTo>
                    <a:pt x="14388" y="909"/>
                  </a:lnTo>
                  <a:lnTo>
                    <a:pt x="13965" y="748"/>
                  </a:lnTo>
                  <a:lnTo>
                    <a:pt x="13400" y="566"/>
                  </a:lnTo>
                  <a:lnTo>
                    <a:pt x="12814" y="425"/>
                  </a:lnTo>
                  <a:lnTo>
                    <a:pt x="12229" y="304"/>
                  </a:lnTo>
                  <a:lnTo>
                    <a:pt x="11664" y="223"/>
                  </a:lnTo>
                  <a:lnTo>
                    <a:pt x="11119" y="142"/>
                  </a:lnTo>
                  <a:lnTo>
                    <a:pt x="10574" y="82"/>
                  </a:lnTo>
                  <a:lnTo>
                    <a:pt x="9586" y="21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 flipH="1">
              <a:off x="-3364577" y="-5090390"/>
              <a:ext cx="1339208" cy="816864"/>
            </a:xfrm>
            <a:custGeom>
              <a:rect b="b" l="l" r="r" t="t"/>
              <a:pathLst>
                <a:path extrusionOk="0" h="14611" w="23954">
                  <a:moveTo>
                    <a:pt x="8637" y="0"/>
                  </a:moveTo>
                  <a:lnTo>
                    <a:pt x="7870" y="41"/>
                  </a:lnTo>
                  <a:lnTo>
                    <a:pt x="7083" y="81"/>
                  </a:lnTo>
                  <a:lnTo>
                    <a:pt x="6296" y="162"/>
                  </a:lnTo>
                  <a:lnTo>
                    <a:pt x="5509" y="243"/>
                  </a:lnTo>
                  <a:lnTo>
                    <a:pt x="5065" y="303"/>
                  </a:lnTo>
                  <a:lnTo>
                    <a:pt x="4601" y="384"/>
                  </a:lnTo>
                  <a:lnTo>
                    <a:pt x="4097" y="485"/>
                  </a:lnTo>
                  <a:lnTo>
                    <a:pt x="3592" y="626"/>
                  </a:lnTo>
                  <a:lnTo>
                    <a:pt x="3067" y="787"/>
                  </a:lnTo>
                  <a:lnTo>
                    <a:pt x="2563" y="1009"/>
                  </a:lnTo>
                  <a:lnTo>
                    <a:pt x="2321" y="1131"/>
                  </a:lnTo>
                  <a:lnTo>
                    <a:pt x="2079" y="1252"/>
                  </a:lnTo>
                  <a:lnTo>
                    <a:pt x="1836" y="1393"/>
                  </a:lnTo>
                  <a:lnTo>
                    <a:pt x="1614" y="1554"/>
                  </a:lnTo>
                  <a:lnTo>
                    <a:pt x="1392" y="1716"/>
                  </a:lnTo>
                  <a:lnTo>
                    <a:pt x="1191" y="1897"/>
                  </a:lnTo>
                  <a:lnTo>
                    <a:pt x="1009" y="2079"/>
                  </a:lnTo>
                  <a:lnTo>
                    <a:pt x="827" y="2261"/>
                  </a:lnTo>
                  <a:lnTo>
                    <a:pt x="686" y="2462"/>
                  </a:lnTo>
                  <a:lnTo>
                    <a:pt x="545" y="2664"/>
                  </a:lnTo>
                  <a:lnTo>
                    <a:pt x="404" y="2866"/>
                  </a:lnTo>
                  <a:lnTo>
                    <a:pt x="303" y="3088"/>
                  </a:lnTo>
                  <a:lnTo>
                    <a:pt x="222" y="3330"/>
                  </a:lnTo>
                  <a:lnTo>
                    <a:pt x="141" y="3552"/>
                  </a:lnTo>
                  <a:lnTo>
                    <a:pt x="81" y="3814"/>
                  </a:lnTo>
                  <a:lnTo>
                    <a:pt x="40" y="4057"/>
                  </a:lnTo>
                  <a:lnTo>
                    <a:pt x="0" y="4319"/>
                  </a:lnTo>
                  <a:lnTo>
                    <a:pt x="0" y="4581"/>
                  </a:lnTo>
                  <a:lnTo>
                    <a:pt x="0" y="4864"/>
                  </a:lnTo>
                  <a:lnTo>
                    <a:pt x="20" y="5146"/>
                  </a:lnTo>
                  <a:lnTo>
                    <a:pt x="81" y="5611"/>
                  </a:lnTo>
                  <a:lnTo>
                    <a:pt x="182" y="6095"/>
                  </a:lnTo>
                  <a:lnTo>
                    <a:pt x="303" y="6559"/>
                  </a:lnTo>
                  <a:lnTo>
                    <a:pt x="424" y="7023"/>
                  </a:lnTo>
                  <a:lnTo>
                    <a:pt x="565" y="7588"/>
                  </a:lnTo>
                  <a:lnTo>
                    <a:pt x="706" y="8173"/>
                  </a:lnTo>
                  <a:lnTo>
                    <a:pt x="767" y="8537"/>
                  </a:lnTo>
                  <a:lnTo>
                    <a:pt x="827" y="8920"/>
                  </a:lnTo>
                  <a:lnTo>
                    <a:pt x="868" y="9324"/>
                  </a:lnTo>
                  <a:lnTo>
                    <a:pt x="888" y="9707"/>
                  </a:lnTo>
                  <a:lnTo>
                    <a:pt x="908" y="10090"/>
                  </a:lnTo>
                  <a:lnTo>
                    <a:pt x="888" y="10474"/>
                  </a:lnTo>
                  <a:lnTo>
                    <a:pt x="868" y="10857"/>
                  </a:lnTo>
                  <a:lnTo>
                    <a:pt x="827" y="11241"/>
                  </a:lnTo>
                  <a:lnTo>
                    <a:pt x="807" y="11483"/>
                  </a:lnTo>
                  <a:lnTo>
                    <a:pt x="767" y="11765"/>
                  </a:lnTo>
                  <a:lnTo>
                    <a:pt x="747" y="12068"/>
                  </a:lnTo>
                  <a:lnTo>
                    <a:pt x="747" y="12351"/>
                  </a:lnTo>
                  <a:lnTo>
                    <a:pt x="767" y="12653"/>
                  </a:lnTo>
                  <a:lnTo>
                    <a:pt x="807" y="12815"/>
                  </a:lnTo>
                  <a:lnTo>
                    <a:pt x="848" y="12976"/>
                  </a:lnTo>
                  <a:lnTo>
                    <a:pt x="928" y="13138"/>
                  </a:lnTo>
                  <a:lnTo>
                    <a:pt x="1029" y="13299"/>
                  </a:lnTo>
                  <a:lnTo>
                    <a:pt x="1130" y="13440"/>
                  </a:lnTo>
                  <a:lnTo>
                    <a:pt x="1271" y="13561"/>
                  </a:lnTo>
                  <a:lnTo>
                    <a:pt x="1433" y="13662"/>
                  </a:lnTo>
                  <a:lnTo>
                    <a:pt x="1614" y="13723"/>
                  </a:lnTo>
                  <a:lnTo>
                    <a:pt x="1715" y="13763"/>
                  </a:lnTo>
                  <a:lnTo>
                    <a:pt x="2058" y="13763"/>
                  </a:lnTo>
                  <a:lnTo>
                    <a:pt x="2280" y="13723"/>
                  </a:lnTo>
                  <a:lnTo>
                    <a:pt x="2502" y="13683"/>
                  </a:lnTo>
                  <a:lnTo>
                    <a:pt x="3794" y="13420"/>
                  </a:lnTo>
                  <a:lnTo>
                    <a:pt x="4419" y="13299"/>
                  </a:lnTo>
                  <a:lnTo>
                    <a:pt x="5065" y="13198"/>
                  </a:lnTo>
                  <a:lnTo>
                    <a:pt x="5691" y="13118"/>
                  </a:lnTo>
                  <a:lnTo>
                    <a:pt x="6337" y="13057"/>
                  </a:lnTo>
                  <a:lnTo>
                    <a:pt x="6962" y="13037"/>
                  </a:lnTo>
                  <a:lnTo>
                    <a:pt x="7588" y="13037"/>
                  </a:lnTo>
                  <a:lnTo>
                    <a:pt x="8133" y="13077"/>
                  </a:lnTo>
                  <a:lnTo>
                    <a:pt x="8657" y="13138"/>
                  </a:lnTo>
                  <a:lnTo>
                    <a:pt x="9202" y="13218"/>
                  </a:lnTo>
                  <a:lnTo>
                    <a:pt x="9747" y="13319"/>
                  </a:lnTo>
                  <a:lnTo>
                    <a:pt x="10796" y="13561"/>
                  </a:lnTo>
                  <a:lnTo>
                    <a:pt x="11846" y="13824"/>
                  </a:lnTo>
                  <a:lnTo>
                    <a:pt x="13218" y="14167"/>
                  </a:lnTo>
                  <a:lnTo>
                    <a:pt x="13924" y="14328"/>
                  </a:lnTo>
                  <a:lnTo>
                    <a:pt x="14610" y="14449"/>
                  </a:lnTo>
                  <a:lnTo>
                    <a:pt x="15095" y="14530"/>
                  </a:lnTo>
                  <a:lnTo>
                    <a:pt x="15559" y="14570"/>
                  </a:lnTo>
                  <a:lnTo>
                    <a:pt x="16023" y="14611"/>
                  </a:lnTo>
                  <a:lnTo>
                    <a:pt x="16871" y="14611"/>
                  </a:lnTo>
                  <a:lnTo>
                    <a:pt x="17274" y="14570"/>
                  </a:lnTo>
                  <a:lnTo>
                    <a:pt x="17658" y="14530"/>
                  </a:lnTo>
                  <a:lnTo>
                    <a:pt x="18021" y="14449"/>
                  </a:lnTo>
                  <a:lnTo>
                    <a:pt x="18485" y="14328"/>
                  </a:lnTo>
                  <a:lnTo>
                    <a:pt x="18909" y="14187"/>
                  </a:lnTo>
                  <a:lnTo>
                    <a:pt x="19312" y="14005"/>
                  </a:lnTo>
                  <a:lnTo>
                    <a:pt x="19676" y="13783"/>
                  </a:lnTo>
                  <a:lnTo>
                    <a:pt x="20039" y="13541"/>
                  </a:lnTo>
                  <a:lnTo>
                    <a:pt x="20341" y="13279"/>
                  </a:lnTo>
                  <a:lnTo>
                    <a:pt x="20644" y="12976"/>
                  </a:lnTo>
                  <a:lnTo>
                    <a:pt x="20886" y="12674"/>
                  </a:lnTo>
                  <a:lnTo>
                    <a:pt x="21028" y="12472"/>
                  </a:lnTo>
                  <a:lnTo>
                    <a:pt x="21149" y="12270"/>
                  </a:lnTo>
                  <a:lnTo>
                    <a:pt x="21250" y="12048"/>
                  </a:lnTo>
                  <a:lnTo>
                    <a:pt x="21350" y="11846"/>
                  </a:lnTo>
                  <a:lnTo>
                    <a:pt x="21512" y="11402"/>
                  </a:lnTo>
                  <a:lnTo>
                    <a:pt x="21633" y="10958"/>
                  </a:lnTo>
                  <a:lnTo>
                    <a:pt x="21734" y="10494"/>
                  </a:lnTo>
                  <a:lnTo>
                    <a:pt x="21794" y="10030"/>
                  </a:lnTo>
                  <a:lnTo>
                    <a:pt x="21835" y="9586"/>
                  </a:lnTo>
                  <a:lnTo>
                    <a:pt x="21875" y="9142"/>
                  </a:lnTo>
                  <a:lnTo>
                    <a:pt x="21794" y="9142"/>
                  </a:lnTo>
                  <a:lnTo>
                    <a:pt x="21754" y="9586"/>
                  </a:lnTo>
                  <a:lnTo>
                    <a:pt x="21714" y="10030"/>
                  </a:lnTo>
                  <a:lnTo>
                    <a:pt x="21653" y="10474"/>
                  </a:lnTo>
                  <a:lnTo>
                    <a:pt x="21552" y="10918"/>
                  </a:lnTo>
                  <a:lnTo>
                    <a:pt x="21431" y="11362"/>
                  </a:lnTo>
                  <a:lnTo>
                    <a:pt x="21270" y="11806"/>
                  </a:lnTo>
                  <a:lnTo>
                    <a:pt x="21189" y="12008"/>
                  </a:lnTo>
                  <a:lnTo>
                    <a:pt x="21068" y="12230"/>
                  </a:lnTo>
                  <a:lnTo>
                    <a:pt x="20947" y="12431"/>
                  </a:lnTo>
                  <a:lnTo>
                    <a:pt x="20826" y="12613"/>
                  </a:lnTo>
                  <a:lnTo>
                    <a:pt x="20584" y="12936"/>
                  </a:lnTo>
                  <a:lnTo>
                    <a:pt x="20301" y="13218"/>
                  </a:lnTo>
                  <a:lnTo>
                    <a:pt x="19978" y="13481"/>
                  </a:lnTo>
                  <a:lnTo>
                    <a:pt x="19635" y="13723"/>
                  </a:lnTo>
                  <a:lnTo>
                    <a:pt x="19272" y="13925"/>
                  </a:lnTo>
                  <a:lnTo>
                    <a:pt x="18868" y="14106"/>
                  </a:lnTo>
                  <a:lnTo>
                    <a:pt x="18445" y="14248"/>
                  </a:lnTo>
                  <a:lnTo>
                    <a:pt x="18001" y="14369"/>
                  </a:lnTo>
                  <a:lnTo>
                    <a:pt x="17637" y="14449"/>
                  </a:lnTo>
                  <a:lnTo>
                    <a:pt x="17254" y="14490"/>
                  </a:lnTo>
                  <a:lnTo>
                    <a:pt x="16871" y="14530"/>
                  </a:lnTo>
                  <a:lnTo>
                    <a:pt x="16023" y="14530"/>
                  </a:lnTo>
                  <a:lnTo>
                    <a:pt x="15579" y="14490"/>
                  </a:lnTo>
                  <a:lnTo>
                    <a:pt x="15115" y="14449"/>
                  </a:lnTo>
                  <a:lnTo>
                    <a:pt x="14631" y="14369"/>
                  </a:lnTo>
                  <a:lnTo>
                    <a:pt x="13924" y="14248"/>
                  </a:lnTo>
                  <a:lnTo>
                    <a:pt x="13238" y="14086"/>
                  </a:lnTo>
                  <a:lnTo>
                    <a:pt x="11866" y="13743"/>
                  </a:lnTo>
                  <a:lnTo>
                    <a:pt x="10817" y="13481"/>
                  </a:lnTo>
                  <a:lnTo>
                    <a:pt x="9747" y="13239"/>
                  </a:lnTo>
                  <a:lnTo>
                    <a:pt x="9222" y="13138"/>
                  </a:lnTo>
                  <a:lnTo>
                    <a:pt x="8677" y="13057"/>
                  </a:lnTo>
                  <a:lnTo>
                    <a:pt x="8133" y="12996"/>
                  </a:lnTo>
                  <a:lnTo>
                    <a:pt x="7588" y="12956"/>
                  </a:lnTo>
                  <a:lnTo>
                    <a:pt x="6962" y="12956"/>
                  </a:lnTo>
                  <a:lnTo>
                    <a:pt x="6316" y="12976"/>
                  </a:lnTo>
                  <a:lnTo>
                    <a:pt x="5691" y="13037"/>
                  </a:lnTo>
                  <a:lnTo>
                    <a:pt x="5065" y="13118"/>
                  </a:lnTo>
                  <a:lnTo>
                    <a:pt x="4419" y="13218"/>
                  </a:lnTo>
                  <a:lnTo>
                    <a:pt x="3774" y="13339"/>
                  </a:lnTo>
                  <a:lnTo>
                    <a:pt x="2482" y="13602"/>
                  </a:lnTo>
                  <a:lnTo>
                    <a:pt x="2280" y="13642"/>
                  </a:lnTo>
                  <a:lnTo>
                    <a:pt x="2058" y="13683"/>
                  </a:lnTo>
                  <a:lnTo>
                    <a:pt x="1735" y="13683"/>
                  </a:lnTo>
                  <a:lnTo>
                    <a:pt x="1635" y="13662"/>
                  </a:lnTo>
                  <a:lnTo>
                    <a:pt x="1453" y="13582"/>
                  </a:lnTo>
                  <a:lnTo>
                    <a:pt x="1312" y="13501"/>
                  </a:lnTo>
                  <a:lnTo>
                    <a:pt x="1191" y="13380"/>
                  </a:lnTo>
                  <a:lnTo>
                    <a:pt x="1090" y="13239"/>
                  </a:lnTo>
                  <a:lnTo>
                    <a:pt x="989" y="13097"/>
                  </a:lnTo>
                  <a:lnTo>
                    <a:pt x="928" y="12936"/>
                  </a:lnTo>
                  <a:lnTo>
                    <a:pt x="888" y="12795"/>
                  </a:lnTo>
                  <a:lnTo>
                    <a:pt x="848" y="12633"/>
                  </a:lnTo>
                  <a:lnTo>
                    <a:pt x="827" y="12351"/>
                  </a:lnTo>
                  <a:lnTo>
                    <a:pt x="827" y="12068"/>
                  </a:lnTo>
                  <a:lnTo>
                    <a:pt x="848" y="11765"/>
                  </a:lnTo>
                  <a:lnTo>
                    <a:pt x="888" y="11483"/>
                  </a:lnTo>
                  <a:lnTo>
                    <a:pt x="908" y="11261"/>
                  </a:lnTo>
                  <a:lnTo>
                    <a:pt x="948" y="10857"/>
                  </a:lnTo>
                  <a:lnTo>
                    <a:pt x="969" y="10474"/>
                  </a:lnTo>
                  <a:lnTo>
                    <a:pt x="989" y="10090"/>
                  </a:lnTo>
                  <a:lnTo>
                    <a:pt x="969" y="9707"/>
                  </a:lnTo>
                  <a:lnTo>
                    <a:pt x="948" y="9303"/>
                  </a:lnTo>
                  <a:lnTo>
                    <a:pt x="908" y="8920"/>
                  </a:lnTo>
                  <a:lnTo>
                    <a:pt x="848" y="8537"/>
                  </a:lnTo>
                  <a:lnTo>
                    <a:pt x="787" y="8153"/>
                  </a:lnTo>
                  <a:lnTo>
                    <a:pt x="646" y="7568"/>
                  </a:lnTo>
                  <a:lnTo>
                    <a:pt x="505" y="7003"/>
                  </a:lnTo>
                  <a:lnTo>
                    <a:pt x="383" y="6539"/>
                  </a:lnTo>
                  <a:lnTo>
                    <a:pt x="262" y="6075"/>
                  </a:lnTo>
                  <a:lnTo>
                    <a:pt x="161" y="5611"/>
                  </a:lnTo>
                  <a:lnTo>
                    <a:pt x="101" y="5126"/>
                  </a:lnTo>
                  <a:lnTo>
                    <a:pt x="81" y="4844"/>
                  </a:lnTo>
                  <a:lnTo>
                    <a:pt x="81" y="4581"/>
                  </a:lnTo>
                  <a:lnTo>
                    <a:pt x="81" y="4319"/>
                  </a:lnTo>
                  <a:lnTo>
                    <a:pt x="121" y="4077"/>
                  </a:lnTo>
                  <a:lnTo>
                    <a:pt x="161" y="3835"/>
                  </a:lnTo>
                  <a:lnTo>
                    <a:pt x="222" y="3593"/>
                  </a:lnTo>
                  <a:lnTo>
                    <a:pt x="283" y="3350"/>
                  </a:lnTo>
                  <a:lnTo>
                    <a:pt x="383" y="3128"/>
                  </a:lnTo>
                  <a:lnTo>
                    <a:pt x="484" y="2906"/>
                  </a:lnTo>
                  <a:lnTo>
                    <a:pt x="605" y="2705"/>
                  </a:lnTo>
                  <a:lnTo>
                    <a:pt x="747" y="2503"/>
                  </a:lnTo>
                  <a:lnTo>
                    <a:pt x="888" y="2301"/>
                  </a:lnTo>
                  <a:lnTo>
                    <a:pt x="1070" y="2119"/>
                  </a:lnTo>
                  <a:lnTo>
                    <a:pt x="1251" y="1938"/>
                  </a:lnTo>
                  <a:lnTo>
                    <a:pt x="1453" y="1776"/>
                  </a:lnTo>
                  <a:lnTo>
                    <a:pt x="1655" y="1615"/>
                  </a:lnTo>
                  <a:lnTo>
                    <a:pt x="1897" y="1453"/>
                  </a:lnTo>
                  <a:lnTo>
                    <a:pt x="2119" y="1332"/>
                  </a:lnTo>
                  <a:lnTo>
                    <a:pt x="2361" y="1191"/>
                  </a:lnTo>
                  <a:lnTo>
                    <a:pt x="2603" y="1070"/>
                  </a:lnTo>
                  <a:lnTo>
                    <a:pt x="3108" y="868"/>
                  </a:lnTo>
                  <a:lnTo>
                    <a:pt x="3612" y="707"/>
                  </a:lnTo>
                  <a:lnTo>
                    <a:pt x="4117" y="565"/>
                  </a:lnTo>
                  <a:lnTo>
                    <a:pt x="4621" y="465"/>
                  </a:lnTo>
                  <a:lnTo>
                    <a:pt x="5085" y="384"/>
                  </a:lnTo>
                  <a:lnTo>
                    <a:pt x="5529" y="323"/>
                  </a:lnTo>
                  <a:lnTo>
                    <a:pt x="6316" y="243"/>
                  </a:lnTo>
                  <a:lnTo>
                    <a:pt x="7083" y="162"/>
                  </a:lnTo>
                  <a:lnTo>
                    <a:pt x="7870" y="122"/>
                  </a:lnTo>
                  <a:lnTo>
                    <a:pt x="8637" y="81"/>
                  </a:lnTo>
                  <a:lnTo>
                    <a:pt x="10171" y="81"/>
                  </a:lnTo>
                  <a:lnTo>
                    <a:pt x="10938" y="101"/>
                  </a:lnTo>
                  <a:lnTo>
                    <a:pt x="11704" y="142"/>
                  </a:lnTo>
                  <a:lnTo>
                    <a:pt x="12451" y="202"/>
                  </a:lnTo>
                  <a:lnTo>
                    <a:pt x="13218" y="283"/>
                  </a:lnTo>
                  <a:lnTo>
                    <a:pt x="13965" y="364"/>
                  </a:lnTo>
                  <a:lnTo>
                    <a:pt x="14711" y="485"/>
                  </a:lnTo>
                  <a:lnTo>
                    <a:pt x="15458" y="606"/>
                  </a:lnTo>
                  <a:lnTo>
                    <a:pt x="16225" y="767"/>
                  </a:lnTo>
                  <a:lnTo>
                    <a:pt x="16971" y="929"/>
                  </a:lnTo>
                  <a:lnTo>
                    <a:pt x="17718" y="1110"/>
                  </a:lnTo>
                  <a:lnTo>
                    <a:pt x="18445" y="1312"/>
                  </a:lnTo>
                  <a:lnTo>
                    <a:pt x="19191" y="1554"/>
                  </a:lnTo>
                  <a:lnTo>
                    <a:pt x="19554" y="1675"/>
                  </a:lnTo>
                  <a:lnTo>
                    <a:pt x="19938" y="1817"/>
                  </a:lnTo>
                  <a:lnTo>
                    <a:pt x="20301" y="1978"/>
                  </a:lnTo>
                  <a:lnTo>
                    <a:pt x="20644" y="2140"/>
                  </a:lnTo>
                  <a:lnTo>
                    <a:pt x="20987" y="2321"/>
                  </a:lnTo>
                  <a:lnTo>
                    <a:pt x="21330" y="2523"/>
                  </a:lnTo>
                  <a:lnTo>
                    <a:pt x="21653" y="2745"/>
                  </a:lnTo>
                  <a:lnTo>
                    <a:pt x="21956" y="2967"/>
                  </a:lnTo>
                  <a:lnTo>
                    <a:pt x="22259" y="3229"/>
                  </a:lnTo>
                  <a:lnTo>
                    <a:pt x="22541" y="3492"/>
                  </a:lnTo>
                  <a:lnTo>
                    <a:pt x="22783" y="3794"/>
                  </a:lnTo>
                  <a:lnTo>
                    <a:pt x="23025" y="4097"/>
                  </a:lnTo>
                  <a:lnTo>
                    <a:pt x="23207" y="4380"/>
                  </a:lnTo>
                  <a:lnTo>
                    <a:pt x="23368" y="4682"/>
                  </a:lnTo>
                  <a:lnTo>
                    <a:pt x="23510" y="4965"/>
                  </a:lnTo>
                  <a:lnTo>
                    <a:pt x="23611" y="5288"/>
                  </a:lnTo>
                  <a:lnTo>
                    <a:pt x="23712" y="5611"/>
                  </a:lnTo>
                  <a:lnTo>
                    <a:pt x="23792" y="5933"/>
                  </a:lnTo>
                  <a:lnTo>
                    <a:pt x="23833" y="6256"/>
                  </a:lnTo>
                  <a:lnTo>
                    <a:pt x="23873" y="6579"/>
                  </a:lnTo>
                  <a:lnTo>
                    <a:pt x="23873" y="6922"/>
                  </a:lnTo>
                  <a:lnTo>
                    <a:pt x="23873" y="7245"/>
                  </a:lnTo>
                  <a:lnTo>
                    <a:pt x="23833" y="7588"/>
                  </a:lnTo>
                  <a:lnTo>
                    <a:pt x="23772" y="7911"/>
                  </a:lnTo>
                  <a:lnTo>
                    <a:pt x="23712" y="8234"/>
                  </a:lnTo>
                  <a:lnTo>
                    <a:pt x="23611" y="8537"/>
                  </a:lnTo>
                  <a:lnTo>
                    <a:pt x="23490" y="8860"/>
                  </a:lnTo>
                  <a:lnTo>
                    <a:pt x="23328" y="9162"/>
                  </a:lnTo>
                  <a:lnTo>
                    <a:pt x="23409" y="9182"/>
                  </a:lnTo>
                  <a:lnTo>
                    <a:pt x="23550" y="8880"/>
                  </a:lnTo>
                  <a:lnTo>
                    <a:pt x="23671" y="8577"/>
                  </a:lnTo>
                  <a:lnTo>
                    <a:pt x="23772" y="8254"/>
                  </a:lnTo>
                  <a:lnTo>
                    <a:pt x="23853" y="7931"/>
                  </a:lnTo>
                  <a:lnTo>
                    <a:pt x="23913" y="7588"/>
                  </a:lnTo>
                  <a:lnTo>
                    <a:pt x="23954" y="7265"/>
                  </a:lnTo>
                  <a:lnTo>
                    <a:pt x="23954" y="6922"/>
                  </a:lnTo>
                  <a:lnTo>
                    <a:pt x="23954" y="6579"/>
                  </a:lnTo>
                  <a:lnTo>
                    <a:pt x="23913" y="6236"/>
                  </a:lnTo>
                  <a:lnTo>
                    <a:pt x="23873" y="5913"/>
                  </a:lnTo>
                  <a:lnTo>
                    <a:pt x="23792" y="5590"/>
                  </a:lnTo>
                  <a:lnTo>
                    <a:pt x="23691" y="5267"/>
                  </a:lnTo>
                  <a:lnTo>
                    <a:pt x="23570" y="4945"/>
                  </a:lnTo>
                  <a:lnTo>
                    <a:pt x="23429" y="4642"/>
                  </a:lnTo>
                  <a:lnTo>
                    <a:pt x="23268" y="4339"/>
                  </a:lnTo>
                  <a:lnTo>
                    <a:pt x="23086" y="4057"/>
                  </a:lnTo>
                  <a:lnTo>
                    <a:pt x="22844" y="3734"/>
                  </a:lnTo>
                  <a:lnTo>
                    <a:pt x="22602" y="3451"/>
                  </a:lnTo>
                  <a:lnTo>
                    <a:pt x="22319" y="3169"/>
                  </a:lnTo>
                  <a:lnTo>
                    <a:pt x="22016" y="2906"/>
                  </a:lnTo>
                  <a:lnTo>
                    <a:pt x="21694" y="2684"/>
                  </a:lnTo>
                  <a:lnTo>
                    <a:pt x="21371" y="2462"/>
                  </a:lnTo>
                  <a:lnTo>
                    <a:pt x="21048" y="2261"/>
                  </a:lnTo>
                  <a:lnTo>
                    <a:pt x="20685" y="2079"/>
                  </a:lnTo>
                  <a:lnTo>
                    <a:pt x="20341" y="1897"/>
                  </a:lnTo>
                  <a:lnTo>
                    <a:pt x="19978" y="1756"/>
                  </a:lnTo>
                  <a:lnTo>
                    <a:pt x="19595" y="1595"/>
                  </a:lnTo>
                  <a:lnTo>
                    <a:pt x="19232" y="1474"/>
                  </a:lnTo>
                  <a:lnTo>
                    <a:pt x="18465" y="1231"/>
                  </a:lnTo>
                  <a:lnTo>
                    <a:pt x="17738" y="1030"/>
                  </a:lnTo>
                  <a:lnTo>
                    <a:pt x="16971" y="848"/>
                  </a:lnTo>
                  <a:lnTo>
                    <a:pt x="16225" y="687"/>
                  </a:lnTo>
                  <a:lnTo>
                    <a:pt x="15478" y="545"/>
                  </a:lnTo>
                  <a:lnTo>
                    <a:pt x="14731" y="404"/>
                  </a:lnTo>
                  <a:lnTo>
                    <a:pt x="13985" y="283"/>
                  </a:lnTo>
                  <a:lnTo>
                    <a:pt x="13218" y="202"/>
                  </a:lnTo>
                  <a:lnTo>
                    <a:pt x="12471" y="122"/>
                  </a:lnTo>
                  <a:lnTo>
                    <a:pt x="11704" y="61"/>
                  </a:lnTo>
                  <a:lnTo>
                    <a:pt x="10938" y="21"/>
                  </a:lnTo>
                  <a:lnTo>
                    <a:pt x="10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 flipH="1">
              <a:off x="-3334104" y="-4888456"/>
              <a:ext cx="1145153" cy="459224"/>
            </a:xfrm>
            <a:custGeom>
              <a:rect b="b" l="l" r="r" t="t"/>
              <a:pathLst>
                <a:path extrusionOk="0" h="8214" w="20483">
                  <a:moveTo>
                    <a:pt x="0" y="1"/>
                  </a:moveTo>
                  <a:lnTo>
                    <a:pt x="20" y="182"/>
                  </a:lnTo>
                  <a:lnTo>
                    <a:pt x="40" y="384"/>
                  </a:lnTo>
                  <a:lnTo>
                    <a:pt x="141" y="768"/>
                  </a:lnTo>
                  <a:lnTo>
                    <a:pt x="283" y="1131"/>
                  </a:lnTo>
                  <a:lnTo>
                    <a:pt x="424" y="1494"/>
                  </a:lnTo>
                  <a:lnTo>
                    <a:pt x="585" y="1877"/>
                  </a:lnTo>
                  <a:lnTo>
                    <a:pt x="727" y="2261"/>
                  </a:lnTo>
                  <a:lnTo>
                    <a:pt x="787" y="2463"/>
                  </a:lnTo>
                  <a:lnTo>
                    <a:pt x="827" y="2664"/>
                  </a:lnTo>
                  <a:lnTo>
                    <a:pt x="848" y="2886"/>
                  </a:lnTo>
                  <a:lnTo>
                    <a:pt x="868" y="3088"/>
                  </a:lnTo>
                  <a:lnTo>
                    <a:pt x="848" y="3330"/>
                  </a:lnTo>
                  <a:lnTo>
                    <a:pt x="807" y="3573"/>
                  </a:lnTo>
                  <a:lnTo>
                    <a:pt x="686" y="4057"/>
                  </a:lnTo>
                  <a:lnTo>
                    <a:pt x="585" y="4460"/>
                  </a:lnTo>
                  <a:lnTo>
                    <a:pt x="545" y="4662"/>
                  </a:lnTo>
                  <a:lnTo>
                    <a:pt x="525" y="4864"/>
                  </a:lnTo>
                  <a:lnTo>
                    <a:pt x="525" y="5066"/>
                  </a:lnTo>
                  <a:lnTo>
                    <a:pt x="525" y="5248"/>
                  </a:lnTo>
                  <a:lnTo>
                    <a:pt x="565" y="5449"/>
                  </a:lnTo>
                  <a:lnTo>
                    <a:pt x="646" y="5631"/>
                  </a:lnTo>
                  <a:lnTo>
                    <a:pt x="706" y="5752"/>
                  </a:lnTo>
                  <a:lnTo>
                    <a:pt x="767" y="5873"/>
                  </a:lnTo>
                  <a:lnTo>
                    <a:pt x="848" y="5974"/>
                  </a:lnTo>
                  <a:lnTo>
                    <a:pt x="949" y="6075"/>
                  </a:lnTo>
                  <a:lnTo>
                    <a:pt x="1049" y="6156"/>
                  </a:lnTo>
                  <a:lnTo>
                    <a:pt x="1171" y="6236"/>
                  </a:lnTo>
                  <a:lnTo>
                    <a:pt x="1453" y="6378"/>
                  </a:lnTo>
                  <a:lnTo>
                    <a:pt x="1756" y="6478"/>
                  </a:lnTo>
                  <a:lnTo>
                    <a:pt x="2139" y="6559"/>
                  </a:lnTo>
                  <a:lnTo>
                    <a:pt x="2543" y="6600"/>
                  </a:lnTo>
                  <a:lnTo>
                    <a:pt x="3007" y="6620"/>
                  </a:lnTo>
                  <a:lnTo>
                    <a:pt x="4682" y="6600"/>
                  </a:lnTo>
                  <a:lnTo>
                    <a:pt x="7426" y="6600"/>
                  </a:lnTo>
                  <a:lnTo>
                    <a:pt x="8334" y="6640"/>
                  </a:lnTo>
                  <a:lnTo>
                    <a:pt x="9243" y="6721"/>
                  </a:lnTo>
                  <a:lnTo>
                    <a:pt x="10151" y="6822"/>
                  </a:lnTo>
                  <a:lnTo>
                    <a:pt x="10595" y="6902"/>
                  </a:lnTo>
                  <a:lnTo>
                    <a:pt x="11059" y="6983"/>
                  </a:lnTo>
                  <a:lnTo>
                    <a:pt x="11503" y="7084"/>
                  </a:lnTo>
                  <a:lnTo>
                    <a:pt x="11927" y="7205"/>
                  </a:lnTo>
                  <a:lnTo>
                    <a:pt x="12512" y="7387"/>
                  </a:lnTo>
                  <a:lnTo>
                    <a:pt x="13077" y="7568"/>
                  </a:lnTo>
                  <a:lnTo>
                    <a:pt x="13803" y="7790"/>
                  </a:lnTo>
                  <a:lnTo>
                    <a:pt x="14167" y="7911"/>
                  </a:lnTo>
                  <a:lnTo>
                    <a:pt x="14550" y="8012"/>
                  </a:lnTo>
                  <a:lnTo>
                    <a:pt x="14913" y="8093"/>
                  </a:lnTo>
                  <a:lnTo>
                    <a:pt x="15297" y="8153"/>
                  </a:lnTo>
                  <a:lnTo>
                    <a:pt x="15680" y="8194"/>
                  </a:lnTo>
                  <a:lnTo>
                    <a:pt x="16063" y="8214"/>
                  </a:lnTo>
                  <a:lnTo>
                    <a:pt x="16427" y="8214"/>
                  </a:lnTo>
                  <a:lnTo>
                    <a:pt x="16770" y="8174"/>
                  </a:lnTo>
                  <a:lnTo>
                    <a:pt x="17093" y="8113"/>
                  </a:lnTo>
                  <a:lnTo>
                    <a:pt x="17415" y="8032"/>
                  </a:lnTo>
                  <a:lnTo>
                    <a:pt x="17738" y="7931"/>
                  </a:lnTo>
                  <a:lnTo>
                    <a:pt x="18061" y="7810"/>
                  </a:lnTo>
                  <a:lnTo>
                    <a:pt x="18364" y="7649"/>
                  </a:lnTo>
                  <a:lnTo>
                    <a:pt x="18646" y="7488"/>
                  </a:lnTo>
                  <a:lnTo>
                    <a:pt x="18929" y="7306"/>
                  </a:lnTo>
                  <a:lnTo>
                    <a:pt x="19191" y="7104"/>
                  </a:lnTo>
                  <a:lnTo>
                    <a:pt x="19454" y="6902"/>
                  </a:lnTo>
                  <a:lnTo>
                    <a:pt x="19696" y="6660"/>
                  </a:lnTo>
                  <a:lnTo>
                    <a:pt x="19918" y="6418"/>
                  </a:lnTo>
                  <a:lnTo>
                    <a:pt x="20120" y="6156"/>
                  </a:lnTo>
                  <a:lnTo>
                    <a:pt x="20321" y="5873"/>
                  </a:lnTo>
                  <a:lnTo>
                    <a:pt x="20483" y="5570"/>
                  </a:lnTo>
                  <a:lnTo>
                    <a:pt x="20402" y="5550"/>
                  </a:lnTo>
                  <a:lnTo>
                    <a:pt x="20241" y="5833"/>
                  </a:lnTo>
                  <a:lnTo>
                    <a:pt x="20059" y="6095"/>
                  </a:lnTo>
                  <a:lnTo>
                    <a:pt x="19857" y="6357"/>
                  </a:lnTo>
                  <a:lnTo>
                    <a:pt x="19635" y="6600"/>
                  </a:lnTo>
                  <a:lnTo>
                    <a:pt x="19393" y="6842"/>
                  </a:lnTo>
                  <a:lnTo>
                    <a:pt x="19151" y="7044"/>
                  </a:lnTo>
                  <a:lnTo>
                    <a:pt x="18889" y="7245"/>
                  </a:lnTo>
                  <a:lnTo>
                    <a:pt x="18606" y="7427"/>
                  </a:lnTo>
                  <a:lnTo>
                    <a:pt x="18324" y="7588"/>
                  </a:lnTo>
                  <a:lnTo>
                    <a:pt x="18021" y="7730"/>
                  </a:lnTo>
                  <a:lnTo>
                    <a:pt x="17718" y="7851"/>
                  </a:lnTo>
                  <a:lnTo>
                    <a:pt x="17395" y="7952"/>
                  </a:lnTo>
                  <a:lnTo>
                    <a:pt x="17072" y="8032"/>
                  </a:lnTo>
                  <a:lnTo>
                    <a:pt x="16750" y="8093"/>
                  </a:lnTo>
                  <a:lnTo>
                    <a:pt x="16427" y="8133"/>
                  </a:lnTo>
                  <a:lnTo>
                    <a:pt x="16063" y="8133"/>
                  </a:lnTo>
                  <a:lnTo>
                    <a:pt x="15680" y="8113"/>
                  </a:lnTo>
                  <a:lnTo>
                    <a:pt x="15317" y="8073"/>
                  </a:lnTo>
                  <a:lnTo>
                    <a:pt x="14933" y="8012"/>
                  </a:lnTo>
                  <a:lnTo>
                    <a:pt x="14550" y="7931"/>
                  </a:lnTo>
                  <a:lnTo>
                    <a:pt x="14187" y="7831"/>
                  </a:lnTo>
                  <a:lnTo>
                    <a:pt x="13823" y="7730"/>
                  </a:lnTo>
                  <a:lnTo>
                    <a:pt x="13097" y="7488"/>
                  </a:lnTo>
                  <a:lnTo>
                    <a:pt x="12532" y="7306"/>
                  </a:lnTo>
                  <a:lnTo>
                    <a:pt x="11947" y="7124"/>
                  </a:lnTo>
                  <a:lnTo>
                    <a:pt x="11523" y="7003"/>
                  </a:lnTo>
                  <a:lnTo>
                    <a:pt x="11059" y="6902"/>
                  </a:lnTo>
                  <a:lnTo>
                    <a:pt x="10615" y="6822"/>
                  </a:lnTo>
                  <a:lnTo>
                    <a:pt x="10171" y="6741"/>
                  </a:lnTo>
                  <a:lnTo>
                    <a:pt x="9263" y="6640"/>
                  </a:lnTo>
                  <a:lnTo>
                    <a:pt x="8355" y="6559"/>
                  </a:lnTo>
                  <a:lnTo>
                    <a:pt x="7426" y="6519"/>
                  </a:lnTo>
                  <a:lnTo>
                    <a:pt x="4682" y="6519"/>
                  </a:lnTo>
                  <a:lnTo>
                    <a:pt x="3007" y="6539"/>
                  </a:lnTo>
                  <a:lnTo>
                    <a:pt x="2563" y="6519"/>
                  </a:lnTo>
                  <a:lnTo>
                    <a:pt x="2159" y="6478"/>
                  </a:lnTo>
                  <a:lnTo>
                    <a:pt x="1796" y="6398"/>
                  </a:lnTo>
                  <a:lnTo>
                    <a:pt x="1493" y="6297"/>
                  </a:lnTo>
                  <a:lnTo>
                    <a:pt x="1231" y="6176"/>
                  </a:lnTo>
                  <a:lnTo>
                    <a:pt x="1110" y="6095"/>
                  </a:lnTo>
                  <a:lnTo>
                    <a:pt x="1009" y="6014"/>
                  </a:lnTo>
                  <a:lnTo>
                    <a:pt x="928" y="5913"/>
                  </a:lnTo>
                  <a:lnTo>
                    <a:pt x="848" y="5833"/>
                  </a:lnTo>
                  <a:lnTo>
                    <a:pt x="767" y="5712"/>
                  </a:lnTo>
                  <a:lnTo>
                    <a:pt x="706" y="5611"/>
                  </a:lnTo>
                  <a:lnTo>
                    <a:pt x="646" y="5429"/>
                  </a:lnTo>
                  <a:lnTo>
                    <a:pt x="606" y="5248"/>
                  </a:lnTo>
                  <a:lnTo>
                    <a:pt x="606" y="5046"/>
                  </a:lnTo>
                  <a:lnTo>
                    <a:pt x="606" y="4864"/>
                  </a:lnTo>
                  <a:lnTo>
                    <a:pt x="626" y="4662"/>
                  </a:lnTo>
                  <a:lnTo>
                    <a:pt x="666" y="4481"/>
                  </a:lnTo>
                  <a:lnTo>
                    <a:pt x="767" y="4077"/>
                  </a:lnTo>
                  <a:lnTo>
                    <a:pt x="888" y="3593"/>
                  </a:lnTo>
                  <a:lnTo>
                    <a:pt x="928" y="3330"/>
                  </a:lnTo>
                  <a:lnTo>
                    <a:pt x="949" y="3088"/>
                  </a:lnTo>
                  <a:lnTo>
                    <a:pt x="928" y="2866"/>
                  </a:lnTo>
                  <a:lnTo>
                    <a:pt x="908" y="2664"/>
                  </a:lnTo>
                  <a:lnTo>
                    <a:pt x="868" y="2463"/>
                  </a:lnTo>
                  <a:lnTo>
                    <a:pt x="807" y="2261"/>
                  </a:lnTo>
                  <a:lnTo>
                    <a:pt x="666" y="1857"/>
                  </a:lnTo>
                  <a:lnTo>
                    <a:pt x="505" y="1454"/>
                  </a:lnTo>
                  <a:lnTo>
                    <a:pt x="363" y="1090"/>
                  </a:lnTo>
                  <a:lnTo>
                    <a:pt x="222" y="727"/>
                  </a:lnTo>
                  <a:lnTo>
                    <a:pt x="121" y="364"/>
                  </a:lnTo>
                  <a:lnTo>
                    <a:pt x="101" y="182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 flipH="1">
              <a:off x="-3310451" y="-5112976"/>
              <a:ext cx="886861" cy="530339"/>
            </a:xfrm>
            <a:custGeom>
              <a:rect b="b" l="l" r="r" t="t"/>
              <a:pathLst>
                <a:path extrusionOk="0" h="9486" w="15863">
                  <a:moveTo>
                    <a:pt x="4117" y="82"/>
                  </a:moveTo>
                  <a:lnTo>
                    <a:pt x="4581" y="122"/>
                  </a:lnTo>
                  <a:lnTo>
                    <a:pt x="5025" y="162"/>
                  </a:lnTo>
                  <a:lnTo>
                    <a:pt x="5429" y="223"/>
                  </a:lnTo>
                  <a:lnTo>
                    <a:pt x="6176" y="344"/>
                  </a:lnTo>
                  <a:lnTo>
                    <a:pt x="6741" y="465"/>
                  </a:lnTo>
                  <a:lnTo>
                    <a:pt x="7427" y="626"/>
                  </a:lnTo>
                  <a:lnTo>
                    <a:pt x="8113" y="788"/>
                  </a:lnTo>
                  <a:lnTo>
                    <a:pt x="8799" y="990"/>
                  </a:lnTo>
                  <a:lnTo>
                    <a:pt x="9485" y="1171"/>
                  </a:lnTo>
                  <a:lnTo>
                    <a:pt x="10171" y="1393"/>
                  </a:lnTo>
                  <a:lnTo>
                    <a:pt x="10837" y="1615"/>
                  </a:lnTo>
                  <a:lnTo>
                    <a:pt x="11503" y="1857"/>
                  </a:lnTo>
                  <a:lnTo>
                    <a:pt x="12169" y="2100"/>
                  </a:lnTo>
                  <a:lnTo>
                    <a:pt x="12815" y="2382"/>
                  </a:lnTo>
                  <a:lnTo>
                    <a:pt x="13158" y="2523"/>
                  </a:lnTo>
                  <a:lnTo>
                    <a:pt x="13481" y="2705"/>
                  </a:lnTo>
                  <a:lnTo>
                    <a:pt x="13824" y="2887"/>
                  </a:lnTo>
                  <a:lnTo>
                    <a:pt x="14127" y="3109"/>
                  </a:lnTo>
                  <a:lnTo>
                    <a:pt x="14429" y="3331"/>
                  </a:lnTo>
                  <a:lnTo>
                    <a:pt x="14712" y="3593"/>
                  </a:lnTo>
                  <a:lnTo>
                    <a:pt x="14954" y="3875"/>
                  </a:lnTo>
                  <a:lnTo>
                    <a:pt x="15176" y="4158"/>
                  </a:lnTo>
                  <a:lnTo>
                    <a:pt x="15358" y="4481"/>
                  </a:lnTo>
                  <a:lnTo>
                    <a:pt x="15519" y="4804"/>
                  </a:lnTo>
                  <a:lnTo>
                    <a:pt x="15620" y="5127"/>
                  </a:lnTo>
                  <a:lnTo>
                    <a:pt x="15721" y="5490"/>
                  </a:lnTo>
                  <a:lnTo>
                    <a:pt x="15761" y="5833"/>
                  </a:lnTo>
                  <a:lnTo>
                    <a:pt x="15781" y="6176"/>
                  </a:lnTo>
                  <a:lnTo>
                    <a:pt x="15741" y="6539"/>
                  </a:lnTo>
                  <a:lnTo>
                    <a:pt x="15680" y="6902"/>
                  </a:lnTo>
                  <a:lnTo>
                    <a:pt x="15580" y="7246"/>
                  </a:lnTo>
                  <a:lnTo>
                    <a:pt x="15438" y="7589"/>
                  </a:lnTo>
                  <a:lnTo>
                    <a:pt x="15257" y="7891"/>
                  </a:lnTo>
                  <a:lnTo>
                    <a:pt x="15055" y="8174"/>
                  </a:lnTo>
                  <a:lnTo>
                    <a:pt x="14813" y="8436"/>
                  </a:lnTo>
                  <a:lnTo>
                    <a:pt x="14550" y="8678"/>
                  </a:lnTo>
                  <a:lnTo>
                    <a:pt x="14389" y="8799"/>
                  </a:lnTo>
                  <a:lnTo>
                    <a:pt x="14207" y="8900"/>
                  </a:lnTo>
                  <a:lnTo>
                    <a:pt x="14026" y="8981"/>
                  </a:lnTo>
                  <a:lnTo>
                    <a:pt x="13844" y="9082"/>
                  </a:lnTo>
                  <a:lnTo>
                    <a:pt x="13481" y="9203"/>
                  </a:lnTo>
                  <a:lnTo>
                    <a:pt x="13097" y="9304"/>
                  </a:lnTo>
                  <a:lnTo>
                    <a:pt x="12734" y="9364"/>
                  </a:lnTo>
                  <a:lnTo>
                    <a:pt x="12371" y="9385"/>
                  </a:lnTo>
                  <a:lnTo>
                    <a:pt x="12028" y="9405"/>
                  </a:lnTo>
                  <a:lnTo>
                    <a:pt x="11725" y="9385"/>
                  </a:lnTo>
                  <a:lnTo>
                    <a:pt x="11362" y="9364"/>
                  </a:lnTo>
                  <a:lnTo>
                    <a:pt x="10999" y="9324"/>
                  </a:lnTo>
                  <a:lnTo>
                    <a:pt x="10615" y="9264"/>
                  </a:lnTo>
                  <a:lnTo>
                    <a:pt x="10272" y="9183"/>
                  </a:lnTo>
                  <a:lnTo>
                    <a:pt x="9546" y="9021"/>
                  </a:lnTo>
                  <a:lnTo>
                    <a:pt x="8839" y="8840"/>
                  </a:lnTo>
                  <a:lnTo>
                    <a:pt x="7810" y="8577"/>
                  </a:lnTo>
                  <a:lnTo>
                    <a:pt x="7306" y="8476"/>
                  </a:lnTo>
                  <a:lnTo>
                    <a:pt x="6781" y="8376"/>
                  </a:lnTo>
                  <a:lnTo>
                    <a:pt x="6055" y="8295"/>
                  </a:lnTo>
                  <a:lnTo>
                    <a:pt x="5328" y="8234"/>
                  </a:lnTo>
                  <a:lnTo>
                    <a:pt x="4622" y="8214"/>
                  </a:lnTo>
                  <a:lnTo>
                    <a:pt x="3895" y="8214"/>
                  </a:lnTo>
                  <a:lnTo>
                    <a:pt x="2866" y="8194"/>
                  </a:lnTo>
                  <a:lnTo>
                    <a:pt x="2341" y="8174"/>
                  </a:lnTo>
                  <a:lnTo>
                    <a:pt x="1837" y="8133"/>
                  </a:lnTo>
                  <a:lnTo>
                    <a:pt x="1393" y="8073"/>
                  </a:lnTo>
                  <a:lnTo>
                    <a:pt x="1171" y="8033"/>
                  </a:lnTo>
                  <a:lnTo>
                    <a:pt x="969" y="7972"/>
                  </a:lnTo>
                  <a:lnTo>
                    <a:pt x="767" y="7871"/>
                  </a:lnTo>
                  <a:lnTo>
                    <a:pt x="586" y="7770"/>
                  </a:lnTo>
                  <a:lnTo>
                    <a:pt x="404" y="7629"/>
                  </a:lnTo>
                  <a:lnTo>
                    <a:pt x="283" y="7467"/>
                  </a:lnTo>
                  <a:lnTo>
                    <a:pt x="223" y="7367"/>
                  </a:lnTo>
                  <a:lnTo>
                    <a:pt x="162" y="7246"/>
                  </a:lnTo>
                  <a:lnTo>
                    <a:pt x="101" y="7024"/>
                  </a:lnTo>
                  <a:lnTo>
                    <a:pt x="81" y="6802"/>
                  </a:lnTo>
                  <a:lnTo>
                    <a:pt x="101" y="6580"/>
                  </a:lnTo>
                  <a:lnTo>
                    <a:pt x="142" y="6337"/>
                  </a:lnTo>
                  <a:lnTo>
                    <a:pt x="182" y="6095"/>
                  </a:lnTo>
                  <a:lnTo>
                    <a:pt x="323" y="5611"/>
                  </a:lnTo>
                  <a:lnTo>
                    <a:pt x="445" y="5248"/>
                  </a:lnTo>
                  <a:lnTo>
                    <a:pt x="525" y="4905"/>
                  </a:lnTo>
                  <a:lnTo>
                    <a:pt x="545" y="4723"/>
                  </a:lnTo>
                  <a:lnTo>
                    <a:pt x="566" y="4562"/>
                  </a:lnTo>
                  <a:lnTo>
                    <a:pt x="586" y="4380"/>
                  </a:lnTo>
                  <a:lnTo>
                    <a:pt x="566" y="4218"/>
                  </a:lnTo>
                  <a:lnTo>
                    <a:pt x="485" y="3795"/>
                  </a:lnTo>
                  <a:lnTo>
                    <a:pt x="384" y="3391"/>
                  </a:lnTo>
                  <a:lnTo>
                    <a:pt x="263" y="2887"/>
                  </a:lnTo>
                  <a:lnTo>
                    <a:pt x="223" y="2644"/>
                  </a:lnTo>
                  <a:lnTo>
                    <a:pt x="182" y="2382"/>
                  </a:lnTo>
                  <a:lnTo>
                    <a:pt x="202" y="2140"/>
                  </a:lnTo>
                  <a:lnTo>
                    <a:pt x="243" y="1898"/>
                  </a:lnTo>
                  <a:lnTo>
                    <a:pt x="323" y="1656"/>
                  </a:lnTo>
                  <a:lnTo>
                    <a:pt x="445" y="1393"/>
                  </a:lnTo>
                  <a:lnTo>
                    <a:pt x="566" y="1212"/>
                  </a:lnTo>
                  <a:lnTo>
                    <a:pt x="707" y="1050"/>
                  </a:lnTo>
                  <a:lnTo>
                    <a:pt x="868" y="889"/>
                  </a:lnTo>
                  <a:lnTo>
                    <a:pt x="1030" y="748"/>
                  </a:lnTo>
                  <a:lnTo>
                    <a:pt x="1211" y="626"/>
                  </a:lnTo>
                  <a:lnTo>
                    <a:pt x="1393" y="526"/>
                  </a:lnTo>
                  <a:lnTo>
                    <a:pt x="1595" y="425"/>
                  </a:lnTo>
                  <a:lnTo>
                    <a:pt x="1797" y="344"/>
                  </a:lnTo>
                  <a:lnTo>
                    <a:pt x="2019" y="283"/>
                  </a:lnTo>
                  <a:lnTo>
                    <a:pt x="2241" y="223"/>
                  </a:lnTo>
                  <a:lnTo>
                    <a:pt x="2705" y="142"/>
                  </a:lnTo>
                  <a:lnTo>
                    <a:pt x="3189" y="82"/>
                  </a:lnTo>
                  <a:close/>
                  <a:moveTo>
                    <a:pt x="3552" y="1"/>
                  </a:moveTo>
                  <a:lnTo>
                    <a:pt x="3088" y="21"/>
                  </a:lnTo>
                  <a:lnTo>
                    <a:pt x="2604" y="61"/>
                  </a:lnTo>
                  <a:lnTo>
                    <a:pt x="2160" y="162"/>
                  </a:lnTo>
                  <a:lnTo>
                    <a:pt x="1938" y="223"/>
                  </a:lnTo>
                  <a:lnTo>
                    <a:pt x="1716" y="283"/>
                  </a:lnTo>
                  <a:lnTo>
                    <a:pt x="1514" y="384"/>
                  </a:lnTo>
                  <a:lnTo>
                    <a:pt x="1312" y="465"/>
                  </a:lnTo>
                  <a:lnTo>
                    <a:pt x="1131" y="586"/>
                  </a:lnTo>
                  <a:lnTo>
                    <a:pt x="949" y="707"/>
                  </a:lnTo>
                  <a:lnTo>
                    <a:pt x="788" y="848"/>
                  </a:lnTo>
                  <a:lnTo>
                    <a:pt x="646" y="990"/>
                  </a:lnTo>
                  <a:lnTo>
                    <a:pt x="505" y="1171"/>
                  </a:lnTo>
                  <a:lnTo>
                    <a:pt x="384" y="1353"/>
                  </a:lnTo>
                  <a:lnTo>
                    <a:pt x="243" y="1615"/>
                  </a:lnTo>
                  <a:lnTo>
                    <a:pt x="162" y="1878"/>
                  </a:lnTo>
                  <a:lnTo>
                    <a:pt x="122" y="2140"/>
                  </a:lnTo>
                  <a:lnTo>
                    <a:pt x="101" y="2382"/>
                  </a:lnTo>
                  <a:lnTo>
                    <a:pt x="142" y="2644"/>
                  </a:lnTo>
                  <a:lnTo>
                    <a:pt x="182" y="2887"/>
                  </a:lnTo>
                  <a:lnTo>
                    <a:pt x="303" y="3411"/>
                  </a:lnTo>
                  <a:lnTo>
                    <a:pt x="404" y="3815"/>
                  </a:lnTo>
                  <a:lnTo>
                    <a:pt x="485" y="4218"/>
                  </a:lnTo>
                  <a:lnTo>
                    <a:pt x="505" y="4380"/>
                  </a:lnTo>
                  <a:lnTo>
                    <a:pt x="485" y="4541"/>
                  </a:lnTo>
                  <a:lnTo>
                    <a:pt x="445" y="4884"/>
                  </a:lnTo>
                  <a:lnTo>
                    <a:pt x="364" y="5227"/>
                  </a:lnTo>
                  <a:lnTo>
                    <a:pt x="263" y="5591"/>
                  </a:lnTo>
                  <a:lnTo>
                    <a:pt x="101" y="6075"/>
                  </a:lnTo>
                  <a:lnTo>
                    <a:pt x="61" y="6337"/>
                  </a:lnTo>
                  <a:lnTo>
                    <a:pt x="21" y="6580"/>
                  </a:lnTo>
                  <a:lnTo>
                    <a:pt x="1" y="6822"/>
                  </a:lnTo>
                  <a:lnTo>
                    <a:pt x="41" y="7064"/>
                  </a:lnTo>
                  <a:lnTo>
                    <a:pt x="101" y="7286"/>
                  </a:lnTo>
                  <a:lnTo>
                    <a:pt x="142" y="7387"/>
                  </a:lnTo>
                  <a:lnTo>
                    <a:pt x="202" y="7508"/>
                  </a:lnTo>
                  <a:lnTo>
                    <a:pt x="344" y="7689"/>
                  </a:lnTo>
                  <a:lnTo>
                    <a:pt x="525" y="7831"/>
                  </a:lnTo>
                  <a:lnTo>
                    <a:pt x="727" y="7952"/>
                  </a:lnTo>
                  <a:lnTo>
                    <a:pt x="929" y="8033"/>
                  </a:lnTo>
                  <a:lnTo>
                    <a:pt x="1151" y="8113"/>
                  </a:lnTo>
                  <a:lnTo>
                    <a:pt x="1373" y="8154"/>
                  </a:lnTo>
                  <a:lnTo>
                    <a:pt x="1817" y="8214"/>
                  </a:lnTo>
                  <a:lnTo>
                    <a:pt x="2341" y="8255"/>
                  </a:lnTo>
                  <a:lnTo>
                    <a:pt x="2866" y="8275"/>
                  </a:lnTo>
                  <a:lnTo>
                    <a:pt x="3895" y="8295"/>
                  </a:lnTo>
                  <a:lnTo>
                    <a:pt x="4602" y="8295"/>
                  </a:lnTo>
                  <a:lnTo>
                    <a:pt x="5328" y="8315"/>
                  </a:lnTo>
                  <a:lnTo>
                    <a:pt x="6055" y="8376"/>
                  </a:lnTo>
                  <a:lnTo>
                    <a:pt x="6761" y="8456"/>
                  </a:lnTo>
                  <a:lnTo>
                    <a:pt x="7286" y="8557"/>
                  </a:lnTo>
                  <a:lnTo>
                    <a:pt x="7790" y="8658"/>
                  </a:lnTo>
                  <a:lnTo>
                    <a:pt x="8819" y="8920"/>
                  </a:lnTo>
                  <a:lnTo>
                    <a:pt x="9526" y="9102"/>
                  </a:lnTo>
                  <a:lnTo>
                    <a:pt x="10252" y="9264"/>
                  </a:lnTo>
                  <a:lnTo>
                    <a:pt x="10615" y="9344"/>
                  </a:lnTo>
                  <a:lnTo>
                    <a:pt x="10979" y="9385"/>
                  </a:lnTo>
                  <a:lnTo>
                    <a:pt x="11342" y="9445"/>
                  </a:lnTo>
                  <a:lnTo>
                    <a:pt x="11725" y="9465"/>
                  </a:lnTo>
                  <a:lnTo>
                    <a:pt x="12048" y="9485"/>
                  </a:lnTo>
                  <a:lnTo>
                    <a:pt x="12351" y="9465"/>
                  </a:lnTo>
                  <a:lnTo>
                    <a:pt x="12674" y="9445"/>
                  </a:lnTo>
                  <a:lnTo>
                    <a:pt x="12997" y="9405"/>
                  </a:lnTo>
                  <a:lnTo>
                    <a:pt x="13319" y="9324"/>
                  </a:lnTo>
                  <a:lnTo>
                    <a:pt x="13662" y="9223"/>
                  </a:lnTo>
                  <a:lnTo>
                    <a:pt x="13985" y="9102"/>
                  </a:lnTo>
                  <a:lnTo>
                    <a:pt x="14288" y="8941"/>
                  </a:lnTo>
                  <a:lnTo>
                    <a:pt x="14591" y="8739"/>
                  </a:lnTo>
                  <a:lnTo>
                    <a:pt x="14873" y="8497"/>
                  </a:lnTo>
                  <a:lnTo>
                    <a:pt x="15115" y="8234"/>
                  </a:lnTo>
                  <a:lnTo>
                    <a:pt x="15337" y="7932"/>
                  </a:lnTo>
                  <a:lnTo>
                    <a:pt x="15499" y="7609"/>
                  </a:lnTo>
                  <a:lnTo>
                    <a:pt x="15660" y="7286"/>
                  </a:lnTo>
                  <a:lnTo>
                    <a:pt x="15761" y="6923"/>
                  </a:lnTo>
                  <a:lnTo>
                    <a:pt x="15822" y="6559"/>
                  </a:lnTo>
                  <a:lnTo>
                    <a:pt x="15862" y="6176"/>
                  </a:lnTo>
                  <a:lnTo>
                    <a:pt x="15842" y="5833"/>
                  </a:lnTo>
                  <a:lnTo>
                    <a:pt x="15802" y="5470"/>
                  </a:lnTo>
                  <a:lnTo>
                    <a:pt x="15701" y="5106"/>
                  </a:lnTo>
                  <a:lnTo>
                    <a:pt x="15580" y="4763"/>
                  </a:lnTo>
                  <a:lnTo>
                    <a:pt x="15418" y="4440"/>
                  </a:lnTo>
                  <a:lnTo>
                    <a:pt x="15236" y="4118"/>
                  </a:lnTo>
                  <a:lnTo>
                    <a:pt x="15015" y="3815"/>
                  </a:lnTo>
                  <a:lnTo>
                    <a:pt x="14772" y="3532"/>
                  </a:lnTo>
                  <a:lnTo>
                    <a:pt x="14490" y="3270"/>
                  </a:lnTo>
                  <a:lnTo>
                    <a:pt x="14187" y="3028"/>
                  </a:lnTo>
                  <a:lnTo>
                    <a:pt x="13864" y="2826"/>
                  </a:lnTo>
                  <a:lnTo>
                    <a:pt x="13541" y="2624"/>
                  </a:lnTo>
                  <a:lnTo>
                    <a:pt x="13198" y="2463"/>
                  </a:lnTo>
                  <a:lnTo>
                    <a:pt x="12855" y="2301"/>
                  </a:lnTo>
                  <a:lnTo>
                    <a:pt x="12189" y="2039"/>
                  </a:lnTo>
                  <a:lnTo>
                    <a:pt x="11523" y="1777"/>
                  </a:lnTo>
                  <a:lnTo>
                    <a:pt x="10857" y="1535"/>
                  </a:lnTo>
                  <a:lnTo>
                    <a:pt x="10191" y="1313"/>
                  </a:lnTo>
                  <a:lnTo>
                    <a:pt x="9505" y="1111"/>
                  </a:lnTo>
                  <a:lnTo>
                    <a:pt x="8819" y="909"/>
                  </a:lnTo>
                  <a:lnTo>
                    <a:pt x="8133" y="707"/>
                  </a:lnTo>
                  <a:lnTo>
                    <a:pt x="7447" y="546"/>
                  </a:lnTo>
                  <a:lnTo>
                    <a:pt x="6761" y="384"/>
                  </a:lnTo>
                  <a:lnTo>
                    <a:pt x="6176" y="263"/>
                  </a:lnTo>
                  <a:lnTo>
                    <a:pt x="5389" y="142"/>
                  </a:lnTo>
                  <a:lnTo>
                    <a:pt x="4965" y="82"/>
                  </a:lnTo>
                  <a:lnTo>
                    <a:pt x="4501" y="21"/>
                  </a:lnTo>
                  <a:lnTo>
                    <a:pt x="40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 flipH="1">
              <a:off x="-3290097" y="-5084743"/>
              <a:ext cx="669045" cy="364461"/>
            </a:xfrm>
            <a:custGeom>
              <a:rect b="b" l="l" r="r" t="t"/>
              <a:pathLst>
                <a:path extrusionOk="0" h="6519" w="11967">
                  <a:moveTo>
                    <a:pt x="6216" y="81"/>
                  </a:moveTo>
                  <a:lnTo>
                    <a:pt x="6720" y="121"/>
                  </a:lnTo>
                  <a:lnTo>
                    <a:pt x="7204" y="202"/>
                  </a:lnTo>
                  <a:lnTo>
                    <a:pt x="7709" y="283"/>
                  </a:lnTo>
                  <a:lnTo>
                    <a:pt x="8173" y="404"/>
                  </a:lnTo>
                  <a:lnTo>
                    <a:pt x="8657" y="565"/>
                  </a:lnTo>
                  <a:lnTo>
                    <a:pt x="9121" y="727"/>
                  </a:lnTo>
                  <a:lnTo>
                    <a:pt x="9565" y="929"/>
                  </a:lnTo>
                  <a:lnTo>
                    <a:pt x="9868" y="1090"/>
                  </a:lnTo>
                  <a:lnTo>
                    <a:pt x="10171" y="1272"/>
                  </a:lnTo>
                  <a:lnTo>
                    <a:pt x="10433" y="1433"/>
                  </a:lnTo>
                  <a:lnTo>
                    <a:pt x="10675" y="1615"/>
                  </a:lnTo>
                  <a:lnTo>
                    <a:pt x="10897" y="1796"/>
                  </a:lnTo>
                  <a:lnTo>
                    <a:pt x="11099" y="1998"/>
                  </a:lnTo>
                  <a:lnTo>
                    <a:pt x="11261" y="2200"/>
                  </a:lnTo>
                  <a:lnTo>
                    <a:pt x="11422" y="2402"/>
                  </a:lnTo>
                  <a:lnTo>
                    <a:pt x="11583" y="2684"/>
                  </a:lnTo>
                  <a:lnTo>
                    <a:pt x="11725" y="2967"/>
                  </a:lnTo>
                  <a:lnTo>
                    <a:pt x="11805" y="3270"/>
                  </a:lnTo>
                  <a:lnTo>
                    <a:pt x="11866" y="3552"/>
                  </a:lnTo>
                  <a:lnTo>
                    <a:pt x="11886" y="3855"/>
                  </a:lnTo>
                  <a:lnTo>
                    <a:pt x="11866" y="4137"/>
                  </a:lnTo>
                  <a:lnTo>
                    <a:pt x="11805" y="4420"/>
                  </a:lnTo>
                  <a:lnTo>
                    <a:pt x="11725" y="4662"/>
                  </a:lnTo>
                  <a:lnTo>
                    <a:pt x="11644" y="4823"/>
                  </a:lnTo>
                  <a:lnTo>
                    <a:pt x="11543" y="4965"/>
                  </a:lnTo>
                  <a:lnTo>
                    <a:pt x="11442" y="5106"/>
                  </a:lnTo>
                  <a:lnTo>
                    <a:pt x="11321" y="5247"/>
                  </a:lnTo>
                  <a:lnTo>
                    <a:pt x="11180" y="5388"/>
                  </a:lnTo>
                  <a:lnTo>
                    <a:pt x="11039" y="5510"/>
                  </a:lnTo>
                  <a:lnTo>
                    <a:pt x="10877" y="5631"/>
                  </a:lnTo>
                  <a:lnTo>
                    <a:pt x="10695" y="5752"/>
                  </a:lnTo>
                  <a:lnTo>
                    <a:pt x="10494" y="5853"/>
                  </a:lnTo>
                  <a:lnTo>
                    <a:pt x="10292" y="5953"/>
                  </a:lnTo>
                  <a:lnTo>
                    <a:pt x="10070" y="6054"/>
                  </a:lnTo>
                  <a:lnTo>
                    <a:pt x="9848" y="6135"/>
                  </a:lnTo>
                  <a:lnTo>
                    <a:pt x="9606" y="6216"/>
                  </a:lnTo>
                  <a:lnTo>
                    <a:pt x="9364" y="6276"/>
                  </a:lnTo>
                  <a:lnTo>
                    <a:pt x="8859" y="6377"/>
                  </a:lnTo>
                  <a:lnTo>
                    <a:pt x="8314" y="6438"/>
                  </a:lnTo>
                  <a:lnTo>
                    <a:pt x="7729" y="6438"/>
                  </a:lnTo>
                  <a:lnTo>
                    <a:pt x="7103" y="6418"/>
                  </a:lnTo>
                  <a:lnTo>
                    <a:pt x="6438" y="6357"/>
                  </a:lnTo>
                  <a:lnTo>
                    <a:pt x="5731" y="6256"/>
                  </a:lnTo>
                  <a:lnTo>
                    <a:pt x="5025" y="6115"/>
                  </a:lnTo>
                  <a:lnTo>
                    <a:pt x="4339" y="5953"/>
                  </a:lnTo>
                  <a:lnTo>
                    <a:pt x="3653" y="5772"/>
                  </a:lnTo>
                  <a:lnTo>
                    <a:pt x="2987" y="5550"/>
                  </a:lnTo>
                  <a:lnTo>
                    <a:pt x="2321" y="5308"/>
                  </a:lnTo>
                  <a:lnTo>
                    <a:pt x="1655" y="5025"/>
                  </a:lnTo>
                  <a:lnTo>
                    <a:pt x="1009" y="4722"/>
                  </a:lnTo>
                  <a:lnTo>
                    <a:pt x="787" y="4581"/>
                  </a:lnTo>
                  <a:lnTo>
                    <a:pt x="585" y="4460"/>
                  </a:lnTo>
                  <a:lnTo>
                    <a:pt x="424" y="4299"/>
                  </a:lnTo>
                  <a:lnTo>
                    <a:pt x="283" y="4137"/>
                  </a:lnTo>
                  <a:lnTo>
                    <a:pt x="182" y="3956"/>
                  </a:lnTo>
                  <a:lnTo>
                    <a:pt x="121" y="3754"/>
                  </a:lnTo>
                  <a:lnTo>
                    <a:pt x="81" y="3552"/>
                  </a:lnTo>
                  <a:lnTo>
                    <a:pt x="81" y="3350"/>
                  </a:lnTo>
                  <a:lnTo>
                    <a:pt x="101" y="3148"/>
                  </a:lnTo>
                  <a:lnTo>
                    <a:pt x="141" y="2947"/>
                  </a:lnTo>
                  <a:lnTo>
                    <a:pt x="222" y="2745"/>
                  </a:lnTo>
                  <a:lnTo>
                    <a:pt x="303" y="2543"/>
                  </a:lnTo>
                  <a:lnTo>
                    <a:pt x="424" y="2341"/>
                  </a:lnTo>
                  <a:lnTo>
                    <a:pt x="545" y="2139"/>
                  </a:lnTo>
                  <a:lnTo>
                    <a:pt x="686" y="1958"/>
                  </a:lnTo>
                  <a:lnTo>
                    <a:pt x="827" y="1776"/>
                  </a:lnTo>
                  <a:lnTo>
                    <a:pt x="989" y="1595"/>
                  </a:lnTo>
                  <a:lnTo>
                    <a:pt x="1171" y="1433"/>
                  </a:lnTo>
                  <a:lnTo>
                    <a:pt x="1352" y="1272"/>
                  </a:lnTo>
                  <a:lnTo>
                    <a:pt x="1534" y="1130"/>
                  </a:lnTo>
                  <a:lnTo>
                    <a:pt x="1715" y="1009"/>
                  </a:lnTo>
                  <a:lnTo>
                    <a:pt x="1917" y="888"/>
                  </a:lnTo>
                  <a:lnTo>
                    <a:pt x="2099" y="787"/>
                  </a:lnTo>
                  <a:lnTo>
                    <a:pt x="2301" y="707"/>
                  </a:lnTo>
                  <a:lnTo>
                    <a:pt x="2724" y="565"/>
                  </a:lnTo>
                  <a:lnTo>
                    <a:pt x="3148" y="424"/>
                  </a:lnTo>
                  <a:lnTo>
                    <a:pt x="3572" y="323"/>
                  </a:lnTo>
                  <a:lnTo>
                    <a:pt x="3996" y="222"/>
                  </a:lnTo>
                  <a:lnTo>
                    <a:pt x="4419" y="162"/>
                  </a:lnTo>
                  <a:lnTo>
                    <a:pt x="4863" y="121"/>
                  </a:lnTo>
                  <a:lnTo>
                    <a:pt x="5287" y="81"/>
                  </a:lnTo>
                  <a:close/>
                  <a:moveTo>
                    <a:pt x="5550" y="0"/>
                  </a:moveTo>
                  <a:lnTo>
                    <a:pt x="5085" y="21"/>
                  </a:lnTo>
                  <a:lnTo>
                    <a:pt x="4601" y="61"/>
                  </a:lnTo>
                  <a:lnTo>
                    <a:pt x="4137" y="121"/>
                  </a:lnTo>
                  <a:lnTo>
                    <a:pt x="3653" y="222"/>
                  </a:lnTo>
                  <a:lnTo>
                    <a:pt x="3189" y="323"/>
                  </a:lnTo>
                  <a:lnTo>
                    <a:pt x="2724" y="464"/>
                  </a:lnTo>
                  <a:lnTo>
                    <a:pt x="2260" y="626"/>
                  </a:lnTo>
                  <a:lnTo>
                    <a:pt x="2079" y="707"/>
                  </a:lnTo>
                  <a:lnTo>
                    <a:pt x="1877" y="808"/>
                  </a:lnTo>
                  <a:lnTo>
                    <a:pt x="1675" y="929"/>
                  </a:lnTo>
                  <a:lnTo>
                    <a:pt x="1493" y="1070"/>
                  </a:lnTo>
                  <a:lnTo>
                    <a:pt x="1292" y="1211"/>
                  </a:lnTo>
                  <a:lnTo>
                    <a:pt x="1110" y="1373"/>
                  </a:lnTo>
                  <a:lnTo>
                    <a:pt x="928" y="1554"/>
                  </a:lnTo>
                  <a:lnTo>
                    <a:pt x="767" y="1716"/>
                  </a:lnTo>
                  <a:lnTo>
                    <a:pt x="605" y="1917"/>
                  </a:lnTo>
                  <a:lnTo>
                    <a:pt x="464" y="2119"/>
                  </a:lnTo>
                  <a:lnTo>
                    <a:pt x="343" y="2301"/>
                  </a:lnTo>
                  <a:lnTo>
                    <a:pt x="242" y="2523"/>
                  </a:lnTo>
                  <a:lnTo>
                    <a:pt x="141" y="2725"/>
                  </a:lnTo>
                  <a:lnTo>
                    <a:pt x="81" y="2926"/>
                  </a:lnTo>
                  <a:lnTo>
                    <a:pt x="20" y="3128"/>
                  </a:lnTo>
                  <a:lnTo>
                    <a:pt x="0" y="3330"/>
                  </a:lnTo>
                  <a:lnTo>
                    <a:pt x="0" y="3572"/>
                  </a:lnTo>
                  <a:lnTo>
                    <a:pt x="40" y="3774"/>
                  </a:lnTo>
                  <a:lnTo>
                    <a:pt x="121" y="3976"/>
                  </a:lnTo>
                  <a:lnTo>
                    <a:pt x="222" y="4178"/>
                  </a:lnTo>
                  <a:lnTo>
                    <a:pt x="363" y="4339"/>
                  </a:lnTo>
                  <a:lnTo>
                    <a:pt x="525" y="4501"/>
                  </a:lnTo>
                  <a:lnTo>
                    <a:pt x="747" y="4662"/>
                  </a:lnTo>
                  <a:lnTo>
                    <a:pt x="969" y="4783"/>
                  </a:lnTo>
                  <a:lnTo>
                    <a:pt x="1614" y="5106"/>
                  </a:lnTo>
                  <a:lnTo>
                    <a:pt x="2280" y="5368"/>
                  </a:lnTo>
                  <a:lnTo>
                    <a:pt x="2946" y="5631"/>
                  </a:lnTo>
                  <a:lnTo>
                    <a:pt x="3632" y="5853"/>
                  </a:lnTo>
                  <a:lnTo>
                    <a:pt x="4319" y="6034"/>
                  </a:lnTo>
                  <a:lnTo>
                    <a:pt x="5025" y="6196"/>
                  </a:lnTo>
                  <a:lnTo>
                    <a:pt x="5731" y="6337"/>
                  </a:lnTo>
                  <a:lnTo>
                    <a:pt x="6438" y="6438"/>
                  </a:lnTo>
                  <a:lnTo>
                    <a:pt x="7144" y="6498"/>
                  </a:lnTo>
                  <a:lnTo>
                    <a:pt x="7790" y="6519"/>
                  </a:lnTo>
                  <a:lnTo>
                    <a:pt x="8234" y="6519"/>
                  </a:lnTo>
                  <a:lnTo>
                    <a:pt x="8637" y="6478"/>
                  </a:lnTo>
                  <a:lnTo>
                    <a:pt x="9041" y="6418"/>
                  </a:lnTo>
                  <a:lnTo>
                    <a:pt x="9424" y="6357"/>
                  </a:lnTo>
                  <a:lnTo>
                    <a:pt x="9767" y="6256"/>
                  </a:lnTo>
                  <a:lnTo>
                    <a:pt x="10110" y="6135"/>
                  </a:lnTo>
                  <a:lnTo>
                    <a:pt x="10433" y="5974"/>
                  </a:lnTo>
                  <a:lnTo>
                    <a:pt x="10736" y="5812"/>
                  </a:lnTo>
                  <a:lnTo>
                    <a:pt x="10917" y="5691"/>
                  </a:lnTo>
                  <a:lnTo>
                    <a:pt x="11079" y="5570"/>
                  </a:lnTo>
                  <a:lnTo>
                    <a:pt x="11240" y="5429"/>
                  </a:lnTo>
                  <a:lnTo>
                    <a:pt x="11382" y="5308"/>
                  </a:lnTo>
                  <a:lnTo>
                    <a:pt x="11503" y="5166"/>
                  </a:lnTo>
                  <a:lnTo>
                    <a:pt x="11604" y="5005"/>
                  </a:lnTo>
                  <a:lnTo>
                    <a:pt x="11704" y="4864"/>
                  </a:lnTo>
                  <a:lnTo>
                    <a:pt x="11785" y="4702"/>
                  </a:lnTo>
                  <a:lnTo>
                    <a:pt x="11886" y="4440"/>
                  </a:lnTo>
                  <a:lnTo>
                    <a:pt x="11947" y="4137"/>
                  </a:lnTo>
                  <a:lnTo>
                    <a:pt x="11967" y="3855"/>
                  </a:lnTo>
                  <a:lnTo>
                    <a:pt x="11947" y="3552"/>
                  </a:lnTo>
                  <a:lnTo>
                    <a:pt x="11886" y="3249"/>
                  </a:lnTo>
                  <a:lnTo>
                    <a:pt x="11805" y="2947"/>
                  </a:lnTo>
                  <a:lnTo>
                    <a:pt x="11664" y="2644"/>
                  </a:lnTo>
                  <a:lnTo>
                    <a:pt x="11483" y="2361"/>
                  </a:lnTo>
                  <a:lnTo>
                    <a:pt x="11341" y="2160"/>
                  </a:lnTo>
                  <a:lnTo>
                    <a:pt x="11160" y="1938"/>
                  </a:lnTo>
                  <a:lnTo>
                    <a:pt x="10958" y="1736"/>
                  </a:lnTo>
                  <a:lnTo>
                    <a:pt x="10716" y="1554"/>
                  </a:lnTo>
                  <a:lnTo>
                    <a:pt x="10474" y="1373"/>
                  </a:lnTo>
                  <a:lnTo>
                    <a:pt x="10211" y="1191"/>
                  </a:lnTo>
                  <a:lnTo>
                    <a:pt x="9908" y="1030"/>
                  </a:lnTo>
                  <a:lnTo>
                    <a:pt x="9606" y="868"/>
                  </a:lnTo>
                  <a:lnTo>
                    <a:pt x="9182" y="666"/>
                  </a:lnTo>
                  <a:lnTo>
                    <a:pt x="8758" y="505"/>
                  </a:lnTo>
                  <a:lnTo>
                    <a:pt x="8314" y="364"/>
                  </a:lnTo>
                  <a:lnTo>
                    <a:pt x="7870" y="243"/>
                  </a:lnTo>
                  <a:lnTo>
                    <a:pt x="7406" y="142"/>
                  </a:lnTo>
                  <a:lnTo>
                    <a:pt x="6942" y="81"/>
                  </a:lnTo>
                  <a:lnTo>
                    <a:pt x="6478" y="21"/>
                  </a:lnTo>
                  <a:lnTo>
                    <a:pt x="60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 flipH="1">
              <a:off x="-246264" y="-1063843"/>
              <a:ext cx="235874" cy="188464"/>
            </a:xfrm>
            <a:custGeom>
              <a:rect b="b" l="l" r="r" t="t"/>
              <a:pathLst>
                <a:path extrusionOk="0" h="3371" w="4219">
                  <a:moveTo>
                    <a:pt x="3875" y="81"/>
                  </a:moveTo>
                  <a:lnTo>
                    <a:pt x="3976" y="101"/>
                  </a:lnTo>
                  <a:lnTo>
                    <a:pt x="4057" y="182"/>
                  </a:lnTo>
                  <a:lnTo>
                    <a:pt x="4097" y="263"/>
                  </a:lnTo>
                  <a:lnTo>
                    <a:pt x="4137" y="363"/>
                  </a:lnTo>
                  <a:lnTo>
                    <a:pt x="4137" y="464"/>
                  </a:lnTo>
                  <a:lnTo>
                    <a:pt x="4137" y="585"/>
                  </a:lnTo>
                  <a:lnTo>
                    <a:pt x="4077" y="807"/>
                  </a:lnTo>
                  <a:lnTo>
                    <a:pt x="3936" y="1130"/>
                  </a:lnTo>
                  <a:lnTo>
                    <a:pt x="3794" y="1433"/>
                  </a:lnTo>
                  <a:lnTo>
                    <a:pt x="3613" y="1715"/>
                  </a:lnTo>
                  <a:lnTo>
                    <a:pt x="3411" y="1998"/>
                  </a:lnTo>
                  <a:lnTo>
                    <a:pt x="3189" y="2240"/>
                  </a:lnTo>
                  <a:lnTo>
                    <a:pt x="2947" y="2482"/>
                  </a:lnTo>
                  <a:lnTo>
                    <a:pt x="2684" y="2684"/>
                  </a:lnTo>
                  <a:lnTo>
                    <a:pt x="2422" y="2866"/>
                  </a:lnTo>
                  <a:lnTo>
                    <a:pt x="2180" y="2967"/>
                  </a:lnTo>
                  <a:lnTo>
                    <a:pt x="1897" y="3088"/>
                  </a:lnTo>
                  <a:lnTo>
                    <a:pt x="1575" y="3189"/>
                  </a:lnTo>
                  <a:lnTo>
                    <a:pt x="1252" y="3249"/>
                  </a:lnTo>
                  <a:lnTo>
                    <a:pt x="929" y="3290"/>
                  </a:lnTo>
                  <a:lnTo>
                    <a:pt x="626" y="3290"/>
                  </a:lnTo>
                  <a:lnTo>
                    <a:pt x="505" y="3269"/>
                  </a:lnTo>
                  <a:lnTo>
                    <a:pt x="384" y="3249"/>
                  </a:lnTo>
                  <a:lnTo>
                    <a:pt x="283" y="3209"/>
                  </a:lnTo>
                  <a:lnTo>
                    <a:pt x="202" y="3148"/>
                  </a:lnTo>
                  <a:lnTo>
                    <a:pt x="142" y="3088"/>
                  </a:lnTo>
                  <a:lnTo>
                    <a:pt x="122" y="3007"/>
                  </a:lnTo>
                  <a:lnTo>
                    <a:pt x="101" y="2926"/>
                  </a:lnTo>
                  <a:lnTo>
                    <a:pt x="81" y="2846"/>
                  </a:lnTo>
                  <a:lnTo>
                    <a:pt x="101" y="2745"/>
                  </a:lnTo>
                  <a:lnTo>
                    <a:pt x="122" y="2624"/>
                  </a:lnTo>
                  <a:lnTo>
                    <a:pt x="222" y="2381"/>
                  </a:lnTo>
                  <a:lnTo>
                    <a:pt x="344" y="2159"/>
                  </a:lnTo>
                  <a:lnTo>
                    <a:pt x="485" y="1958"/>
                  </a:lnTo>
                  <a:lnTo>
                    <a:pt x="666" y="1756"/>
                  </a:lnTo>
                  <a:lnTo>
                    <a:pt x="848" y="1574"/>
                  </a:lnTo>
                  <a:lnTo>
                    <a:pt x="1070" y="1393"/>
                  </a:lnTo>
                  <a:lnTo>
                    <a:pt x="1292" y="1231"/>
                  </a:lnTo>
                  <a:lnTo>
                    <a:pt x="1534" y="1070"/>
                  </a:lnTo>
                  <a:lnTo>
                    <a:pt x="1776" y="928"/>
                  </a:lnTo>
                  <a:lnTo>
                    <a:pt x="2261" y="666"/>
                  </a:lnTo>
                  <a:lnTo>
                    <a:pt x="2765" y="444"/>
                  </a:lnTo>
                  <a:lnTo>
                    <a:pt x="3229" y="263"/>
                  </a:lnTo>
                  <a:lnTo>
                    <a:pt x="3653" y="101"/>
                  </a:lnTo>
                  <a:lnTo>
                    <a:pt x="3774" y="81"/>
                  </a:lnTo>
                  <a:close/>
                  <a:moveTo>
                    <a:pt x="3754" y="0"/>
                  </a:moveTo>
                  <a:lnTo>
                    <a:pt x="3633" y="41"/>
                  </a:lnTo>
                  <a:lnTo>
                    <a:pt x="3209" y="182"/>
                  </a:lnTo>
                  <a:lnTo>
                    <a:pt x="2725" y="363"/>
                  </a:lnTo>
                  <a:lnTo>
                    <a:pt x="2220" y="606"/>
                  </a:lnTo>
                  <a:lnTo>
                    <a:pt x="1716" y="868"/>
                  </a:lnTo>
                  <a:lnTo>
                    <a:pt x="1474" y="1009"/>
                  </a:lnTo>
                  <a:lnTo>
                    <a:pt x="1231" y="1171"/>
                  </a:lnTo>
                  <a:lnTo>
                    <a:pt x="1009" y="1352"/>
                  </a:lnTo>
                  <a:lnTo>
                    <a:pt x="787" y="1514"/>
                  </a:lnTo>
                  <a:lnTo>
                    <a:pt x="606" y="1715"/>
                  </a:lnTo>
                  <a:lnTo>
                    <a:pt x="424" y="1917"/>
                  </a:lnTo>
                  <a:lnTo>
                    <a:pt x="283" y="2119"/>
                  </a:lnTo>
                  <a:lnTo>
                    <a:pt x="142" y="2341"/>
                  </a:lnTo>
                  <a:lnTo>
                    <a:pt x="81" y="2482"/>
                  </a:lnTo>
                  <a:lnTo>
                    <a:pt x="41" y="2624"/>
                  </a:lnTo>
                  <a:lnTo>
                    <a:pt x="21" y="2745"/>
                  </a:lnTo>
                  <a:lnTo>
                    <a:pt x="0" y="2866"/>
                  </a:lnTo>
                  <a:lnTo>
                    <a:pt x="21" y="2967"/>
                  </a:lnTo>
                  <a:lnTo>
                    <a:pt x="41" y="3047"/>
                  </a:lnTo>
                  <a:lnTo>
                    <a:pt x="81" y="3128"/>
                  </a:lnTo>
                  <a:lnTo>
                    <a:pt x="142" y="3209"/>
                  </a:lnTo>
                  <a:lnTo>
                    <a:pt x="263" y="3290"/>
                  </a:lnTo>
                  <a:lnTo>
                    <a:pt x="404" y="3330"/>
                  </a:lnTo>
                  <a:lnTo>
                    <a:pt x="586" y="3370"/>
                  </a:lnTo>
                  <a:lnTo>
                    <a:pt x="989" y="3370"/>
                  </a:lnTo>
                  <a:lnTo>
                    <a:pt x="1211" y="3350"/>
                  </a:lnTo>
                  <a:lnTo>
                    <a:pt x="1453" y="3290"/>
                  </a:lnTo>
                  <a:lnTo>
                    <a:pt x="1675" y="3229"/>
                  </a:lnTo>
                  <a:lnTo>
                    <a:pt x="2119" y="3088"/>
                  </a:lnTo>
                  <a:lnTo>
                    <a:pt x="2301" y="3007"/>
                  </a:lnTo>
                  <a:lnTo>
                    <a:pt x="2462" y="2926"/>
                  </a:lnTo>
                  <a:lnTo>
                    <a:pt x="2745" y="2745"/>
                  </a:lnTo>
                  <a:lnTo>
                    <a:pt x="3007" y="2543"/>
                  </a:lnTo>
                  <a:lnTo>
                    <a:pt x="3249" y="2301"/>
                  </a:lnTo>
                  <a:lnTo>
                    <a:pt x="3471" y="2038"/>
                  </a:lnTo>
                  <a:lnTo>
                    <a:pt x="3673" y="1776"/>
                  </a:lnTo>
                  <a:lnTo>
                    <a:pt x="3855" y="1473"/>
                  </a:lnTo>
                  <a:lnTo>
                    <a:pt x="4016" y="1150"/>
                  </a:lnTo>
                  <a:lnTo>
                    <a:pt x="4137" y="828"/>
                  </a:lnTo>
                  <a:lnTo>
                    <a:pt x="4218" y="585"/>
                  </a:lnTo>
                  <a:lnTo>
                    <a:pt x="4218" y="464"/>
                  </a:lnTo>
                  <a:lnTo>
                    <a:pt x="4218" y="343"/>
                  </a:lnTo>
                  <a:lnTo>
                    <a:pt x="4178" y="222"/>
                  </a:lnTo>
                  <a:lnTo>
                    <a:pt x="4097" y="121"/>
                  </a:lnTo>
                  <a:lnTo>
                    <a:pt x="3996" y="41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 flipH="1">
              <a:off x="-486582" y="-3332637"/>
              <a:ext cx="1826666" cy="1093271"/>
            </a:xfrm>
            <a:custGeom>
              <a:rect b="b" l="l" r="r" t="t"/>
              <a:pathLst>
                <a:path extrusionOk="0" h="19555" w="32673">
                  <a:moveTo>
                    <a:pt x="4340" y="81"/>
                  </a:moveTo>
                  <a:lnTo>
                    <a:pt x="4622" y="101"/>
                  </a:lnTo>
                  <a:lnTo>
                    <a:pt x="4885" y="121"/>
                  </a:lnTo>
                  <a:lnTo>
                    <a:pt x="5167" y="161"/>
                  </a:lnTo>
                  <a:lnTo>
                    <a:pt x="5450" y="222"/>
                  </a:lnTo>
                  <a:lnTo>
                    <a:pt x="5712" y="283"/>
                  </a:lnTo>
                  <a:lnTo>
                    <a:pt x="6216" y="444"/>
                  </a:lnTo>
                  <a:lnTo>
                    <a:pt x="6640" y="626"/>
                  </a:lnTo>
                  <a:lnTo>
                    <a:pt x="7003" y="787"/>
                  </a:lnTo>
                  <a:lnTo>
                    <a:pt x="7266" y="928"/>
                  </a:lnTo>
                  <a:lnTo>
                    <a:pt x="7629" y="1130"/>
                  </a:lnTo>
                  <a:lnTo>
                    <a:pt x="7972" y="1352"/>
                  </a:lnTo>
                  <a:lnTo>
                    <a:pt x="8315" y="1594"/>
                  </a:lnTo>
                  <a:lnTo>
                    <a:pt x="8658" y="1836"/>
                  </a:lnTo>
                  <a:lnTo>
                    <a:pt x="9324" y="2341"/>
                  </a:lnTo>
                  <a:lnTo>
                    <a:pt x="9950" y="2866"/>
                  </a:lnTo>
                  <a:lnTo>
                    <a:pt x="10918" y="3632"/>
                  </a:lnTo>
                  <a:lnTo>
                    <a:pt x="11746" y="4258"/>
                  </a:lnTo>
                  <a:lnTo>
                    <a:pt x="12613" y="4843"/>
                  </a:lnTo>
                  <a:lnTo>
                    <a:pt x="13481" y="5388"/>
                  </a:lnTo>
                  <a:lnTo>
                    <a:pt x="14369" y="5913"/>
                  </a:lnTo>
                  <a:lnTo>
                    <a:pt x="15297" y="6397"/>
                  </a:lnTo>
                  <a:lnTo>
                    <a:pt x="16226" y="6861"/>
                  </a:lnTo>
                  <a:lnTo>
                    <a:pt x="17174" y="7285"/>
                  </a:lnTo>
                  <a:lnTo>
                    <a:pt x="18143" y="7709"/>
                  </a:lnTo>
                  <a:lnTo>
                    <a:pt x="19132" y="8092"/>
                  </a:lnTo>
                  <a:lnTo>
                    <a:pt x="20120" y="8476"/>
                  </a:lnTo>
                  <a:lnTo>
                    <a:pt x="21129" y="8839"/>
                  </a:lnTo>
                  <a:lnTo>
                    <a:pt x="22138" y="9182"/>
                  </a:lnTo>
                  <a:lnTo>
                    <a:pt x="23168" y="9505"/>
                  </a:lnTo>
                  <a:lnTo>
                    <a:pt x="24217" y="9848"/>
                  </a:lnTo>
                  <a:lnTo>
                    <a:pt x="26316" y="10473"/>
                  </a:lnTo>
                  <a:lnTo>
                    <a:pt x="26376" y="10494"/>
                  </a:lnTo>
                  <a:lnTo>
                    <a:pt x="27627" y="10877"/>
                  </a:lnTo>
                  <a:lnTo>
                    <a:pt x="28253" y="11079"/>
                  </a:lnTo>
                  <a:lnTo>
                    <a:pt x="28879" y="11301"/>
                  </a:lnTo>
                  <a:lnTo>
                    <a:pt x="29484" y="11523"/>
                  </a:lnTo>
                  <a:lnTo>
                    <a:pt x="30089" y="11805"/>
                  </a:lnTo>
                  <a:lnTo>
                    <a:pt x="30675" y="12088"/>
                  </a:lnTo>
                  <a:lnTo>
                    <a:pt x="31240" y="12411"/>
                  </a:lnTo>
                  <a:lnTo>
                    <a:pt x="31583" y="12633"/>
                  </a:lnTo>
                  <a:lnTo>
                    <a:pt x="31744" y="12754"/>
                  </a:lnTo>
                  <a:lnTo>
                    <a:pt x="31906" y="12895"/>
                  </a:lnTo>
                  <a:lnTo>
                    <a:pt x="32067" y="13036"/>
                  </a:lnTo>
                  <a:lnTo>
                    <a:pt x="32208" y="13198"/>
                  </a:lnTo>
                  <a:lnTo>
                    <a:pt x="32329" y="13379"/>
                  </a:lnTo>
                  <a:lnTo>
                    <a:pt x="32450" y="13581"/>
                  </a:lnTo>
                  <a:lnTo>
                    <a:pt x="32511" y="13763"/>
                  </a:lnTo>
                  <a:lnTo>
                    <a:pt x="32572" y="13965"/>
                  </a:lnTo>
                  <a:lnTo>
                    <a:pt x="32592" y="14166"/>
                  </a:lnTo>
                  <a:lnTo>
                    <a:pt x="32592" y="14368"/>
                  </a:lnTo>
                  <a:lnTo>
                    <a:pt x="32551" y="14570"/>
                  </a:lnTo>
                  <a:lnTo>
                    <a:pt x="32471" y="14772"/>
                  </a:lnTo>
                  <a:lnTo>
                    <a:pt x="32370" y="14953"/>
                  </a:lnTo>
                  <a:lnTo>
                    <a:pt x="32289" y="15034"/>
                  </a:lnTo>
                  <a:lnTo>
                    <a:pt x="32208" y="15095"/>
                  </a:lnTo>
                  <a:lnTo>
                    <a:pt x="32067" y="15196"/>
                  </a:lnTo>
                  <a:lnTo>
                    <a:pt x="31926" y="15256"/>
                  </a:lnTo>
                  <a:lnTo>
                    <a:pt x="31764" y="15317"/>
                  </a:lnTo>
                  <a:lnTo>
                    <a:pt x="31603" y="15337"/>
                  </a:lnTo>
                  <a:lnTo>
                    <a:pt x="31421" y="15357"/>
                  </a:lnTo>
                  <a:lnTo>
                    <a:pt x="31240" y="15377"/>
                  </a:lnTo>
                  <a:lnTo>
                    <a:pt x="30876" y="15357"/>
                  </a:lnTo>
                  <a:lnTo>
                    <a:pt x="29625" y="15276"/>
                  </a:lnTo>
                  <a:lnTo>
                    <a:pt x="28354" y="15196"/>
                  </a:lnTo>
                  <a:lnTo>
                    <a:pt x="25872" y="14974"/>
                  </a:lnTo>
                  <a:lnTo>
                    <a:pt x="24116" y="14832"/>
                  </a:lnTo>
                  <a:lnTo>
                    <a:pt x="22360" y="14691"/>
                  </a:lnTo>
                  <a:lnTo>
                    <a:pt x="20585" y="14590"/>
                  </a:lnTo>
                  <a:lnTo>
                    <a:pt x="19697" y="14550"/>
                  </a:lnTo>
                  <a:lnTo>
                    <a:pt x="18809" y="14530"/>
                  </a:lnTo>
                  <a:lnTo>
                    <a:pt x="17073" y="14530"/>
                  </a:lnTo>
                  <a:lnTo>
                    <a:pt x="16226" y="14570"/>
                  </a:lnTo>
                  <a:lnTo>
                    <a:pt x="15398" y="14631"/>
                  </a:lnTo>
                  <a:lnTo>
                    <a:pt x="14591" y="14691"/>
                  </a:lnTo>
                  <a:lnTo>
                    <a:pt x="13824" y="14792"/>
                  </a:lnTo>
                  <a:lnTo>
                    <a:pt x="13057" y="14893"/>
                  </a:lnTo>
                  <a:lnTo>
                    <a:pt x="12311" y="15034"/>
                  </a:lnTo>
                  <a:lnTo>
                    <a:pt x="11584" y="15175"/>
                  </a:lnTo>
                  <a:lnTo>
                    <a:pt x="10878" y="15337"/>
                  </a:lnTo>
                  <a:lnTo>
                    <a:pt x="10192" y="15539"/>
                  </a:lnTo>
                  <a:lnTo>
                    <a:pt x="9526" y="15740"/>
                  </a:lnTo>
                  <a:lnTo>
                    <a:pt x="8880" y="15962"/>
                  </a:lnTo>
                  <a:lnTo>
                    <a:pt x="8255" y="16205"/>
                  </a:lnTo>
                  <a:lnTo>
                    <a:pt x="7629" y="16487"/>
                  </a:lnTo>
                  <a:lnTo>
                    <a:pt x="7024" y="16770"/>
                  </a:lnTo>
                  <a:lnTo>
                    <a:pt x="6539" y="17012"/>
                  </a:lnTo>
                  <a:lnTo>
                    <a:pt x="6055" y="17294"/>
                  </a:lnTo>
                  <a:lnTo>
                    <a:pt x="5086" y="17839"/>
                  </a:lnTo>
                  <a:lnTo>
                    <a:pt x="4441" y="18202"/>
                  </a:lnTo>
                  <a:lnTo>
                    <a:pt x="3775" y="18586"/>
                  </a:lnTo>
                  <a:lnTo>
                    <a:pt x="3089" y="18929"/>
                  </a:lnTo>
                  <a:lnTo>
                    <a:pt x="2382" y="19252"/>
                  </a:lnTo>
                  <a:lnTo>
                    <a:pt x="2160" y="19353"/>
                  </a:lnTo>
                  <a:lnTo>
                    <a:pt x="1918" y="19413"/>
                  </a:lnTo>
                  <a:lnTo>
                    <a:pt x="1676" y="19454"/>
                  </a:lnTo>
                  <a:lnTo>
                    <a:pt x="1434" y="19454"/>
                  </a:lnTo>
                  <a:lnTo>
                    <a:pt x="1333" y="19413"/>
                  </a:lnTo>
                  <a:lnTo>
                    <a:pt x="1212" y="19373"/>
                  </a:lnTo>
                  <a:lnTo>
                    <a:pt x="1030" y="19272"/>
                  </a:lnTo>
                  <a:lnTo>
                    <a:pt x="869" y="19111"/>
                  </a:lnTo>
                  <a:lnTo>
                    <a:pt x="748" y="18949"/>
                  </a:lnTo>
                  <a:lnTo>
                    <a:pt x="627" y="18788"/>
                  </a:lnTo>
                  <a:lnTo>
                    <a:pt x="546" y="18606"/>
                  </a:lnTo>
                  <a:lnTo>
                    <a:pt x="425" y="18324"/>
                  </a:lnTo>
                  <a:lnTo>
                    <a:pt x="324" y="18001"/>
                  </a:lnTo>
                  <a:lnTo>
                    <a:pt x="263" y="17678"/>
                  </a:lnTo>
                  <a:lnTo>
                    <a:pt x="203" y="17335"/>
                  </a:lnTo>
                  <a:lnTo>
                    <a:pt x="162" y="16992"/>
                  </a:lnTo>
                  <a:lnTo>
                    <a:pt x="122" y="16326"/>
                  </a:lnTo>
                  <a:lnTo>
                    <a:pt x="102" y="15660"/>
                  </a:lnTo>
                  <a:lnTo>
                    <a:pt x="102" y="14368"/>
                  </a:lnTo>
                  <a:lnTo>
                    <a:pt x="82" y="13137"/>
                  </a:lnTo>
                  <a:lnTo>
                    <a:pt x="102" y="11947"/>
                  </a:lnTo>
                  <a:lnTo>
                    <a:pt x="122" y="10756"/>
                  </a:lnTo>
                  <a:lnTo>
                    <a:pt x="203" y="9485"/>
                  </a:lnTo>
                  <a:lnTo>
                    <a:pt x="324" y="8274"/>
                  </a:lnTo>
                  <a:lnTo>
                    <a:pt x="405" y="7689"/>
                  </a:lnTo>
                  <a:lnTo>
                    <a:pt x="485" y="7124"/>
                  </a:lnTo>
                  <a:lnTo>
                    <a:pt x="586" y="6579"/>
                  </a:lnTo>
                  <a:lnTo>
                    <a:pt x="687" y="6054"/>
                  </a:lnTo>
                  <a:lnTo>
                    <a:pt x="808" y="5529"/>
                  </a:lnTo>
                  <a:lnTo>
                    <a:pt x="929" y="5025"/>
                  </a:lnTo>
                  <a:lnTo>
                    <a:pt x="1071" y="4541"/>
                  </a:lnTo>
                  <a:lnTo>
                    <a:pt x="1232" y="4056"/>
                  </a:lnTo>
                  <a:lnTo>
                    <a:pt x="1393" y="3592"/>
                  </a:lnTo>
                  <a:lnTo>
                    <a:pt x="1555" y="3128"/>
                  </a:lnTo>
                  <a:lnTo>
                    <a:pt x="1736" y="2684"/>
                  </a:lnTo>
                  <a:lnTo>
                    <a:pt x="1938" y="2260"/>
                  </a:lnTo>
                  <a:lnTo>
                    <a:pt x="2039" y="2038"/>
                  </a:lnTo>
                  <a:lnTo>
                    <a:pt x="2301" y="1493"/>
                  </a:lnTo>
                  <a:lnTo>
                    <a:pt x="2463" y="1231"/>
                  </a:lnTo>
                  <a:lnTo>
                    <a:pt x="2624" y="969"/>
                  </a:lnTo>
                  <a:lnTo>
                    <a:pt x="2806" y="727"/>
                  </a:lnTo>
                  <a:lnTo>
                    <a:pt x="3008" y="525"/>
                  </a:lnTo>
                  <a:lnTo>
                    <a:pt x="3129" y="444"/>
                  </a:lnTo>
                  <a:lnTo>
                    <a:pt x="3250" y="363"/>
                  </a:lnTo>
                  <a:lnTo>
                    <a:pt x="3391" y="283"/>
                  </a:lnTo>
                  <a:lnTo>
                    <a:pt x="3532" y="222"/>
                  </a:lnTo>
                  <a:lnTo>
                    <a:pt x="3795" y="161"/>
                  </a:lnTo>
                  <a:lnTo>
                    <a:pt x="4057" y="101"/>
                  </a:lnTo>
                  <a:lnTo>
                    <a:pt x="4340" y="81"/>
                  </a:lnTo>
                  <a:close/>
                  <a:moveTo>
                    <a:pt x="4360" y="0"/>
                  </a:moveTo>
                  <a:lnTo>
                    <a:pt x="3997" y="40"/>
                  </a:lnTo>
                  <a:lnTo>
                    <a:pt x="3714" y="81"/>
                  </a:lnTo>
                  <a:lnTo>
                    <a:pt x="3492" y="161"/>
                  </a:lnTo>
                  <a:lnTo>
                    <a:pt x="3351" y="222"/>
                  </a:lnTo>
                  <a:lnTo>
                    <a:pt x="3210" y="283"/>
                  </a:lnTo>
                  <a:lnTo>
                    <a:pt x="3089" y="363"/>
                  </a:lnTo>
                  <a:lnTo>
                    <a:pt x="2967" y="464"/>
                  </a:lnTo>
                  <a:lnTo>
                    <a:pt x="2745" y="666"/>
                  </a:lnTo>
                  <a:lnTo>
                    <a:pt x="2564" y="908"/>
                  </a:lnTo>
                  <a:lnTo>
                    <a:pt x="2382" y="1170"/>
                  </a:lnTo>
                  <a:lnTo>
                    <a:pt x="2241" y="1453"/>
                  </a:lnTo>
                  <a:lnTo>
                    <a:pt x="1958" y="2018"/>
                  </a:lnTo>
                  <a:lnTo>
                    <a:pt x="1878" y="2220"/>
                  </a:lnTo>
                  <a:lnTo>
                    <a:pt x="1676" y="2664"/>
                  </a:lnTo>
                  <a:lnTo>
                    <a:pt x="1494" y="3108"/>
                  </a:lnTo>
                  <a:lnTo>
                    <a:pt x="1313" y="3552"/>
                  </a:lnTo>
                  <a:lnTo>
                    <a:pt x="1151" y="4036"/>
                  </a:lnTo>
                  <a:lnTo>
                    <a:pt x="990" y="4500"/>
                  </a:lnTo>
                  <a:lnTo>
                    <a:pt x="849" y="5005"/>
                  </a:lnTo>
                  <a:lnTo>
                    <a:pt x="727" y="5509"/>
                  </a:lnTo>
                  <a:lnTo>
                    <a:pt x="606" y="6034"/>
                  </a:lnTo>
                  <a:lnTo>
                    <a:pt x="505" y="6559"/>
                  </a:lnTo>
                  <a:lnTo>
                    <a:pt x="405" y="7103"/>
                  </a:lnTo>
                  <a:lnTo>
                    <a:pt x="324" y="7668"/>
                  </a:lnTo>
                  <a:lnTo>
                    <a:pt x="243" y="8254"/>
                  </a:lnTo>
                  <a:lnTo>
                    <a:pt x="122" y="9464"/>
                  </a:lnTo>
                  <a:lnTo>
                    <a:pt x="41" y="10756"/>
                  </a:lnTo>
                  <a:lnTo>
                    <a:pt x="21" y="11947"/>
                  </a:lnTo>
                  <a:lnTo>
                    <a:pt x="1" y="13137"/>
                  </a:lnTo>
                  <a:lnTo>
                    <a:pt x="21" y="14368"/>
                  </a:lnTo>
                  <a:lnTo>
                    <a:pt x="21" y="15660"/>
                  </a:lnTo>
                  <a:lnTo>
                    <a:pt x="41" y="16326"/>
                  </a:lnTo>
                  <a:lnTo>
                    <a:pt x="82" y="17012"/>
                  </a:lnTo>
                  <a:lnTo>
                    <a:pt x="122" y="17355"/>
                  </a:lnTo>
                  <a:lnTo>
                    <a:pt x="183" y="17678"/>
                  </a:lnTo>
                  <a:lnTo>
                    <a:pt x="263" y="18021"/>
                  </a:lnTo>
                  <a:lnTo>
                    <a:pt x="344" y="18344"/>
                  </a:lnTo>
                  <a:lnTo>
                    <a:pt x="405" y="18505"/>
                  </a:lnTo>
                  <a:lnTo>
                    <a:pt x="485" y="18687"/>
                  </a:lnTo>
                  <a:lnTo>
                    <a:pt x="586" y="18868"/>
                  </a:lnTo>
                  <a:lnTo>
                    <a:pt x="707" y="19030"/>
                  </a:lnTo>
                  <a:lnTo>
                    <a:pt x="849" y="19211"/>
                  </a:lnTo>
                  <a:lnTo>
                    <a:pt x="1010" y="19353"/>
                  </a:lnTo>
                  <a:lnTo>
                    <a:pt x="1192" y="19454"/>
                  </a:lnTo>
                  <a:lnTo>
                    <a:pt x="1313" y="19494"/>
                  </a:lnTo>
                  <a:lnTo>
                    <a:pt x="1414" y="19534"/>
                  </a:lnTo>
                  <a:lnTo>
                    <a:pt x="1615" y="19555"/>
                  </a:lnTo>
                  <a:lnTo>
                    <a:pt x="1817" y="19534"/>
                  </a:lnTo>
                  <a:lnTo>
                    <a:pt x="2039" y="19474"/>
                  </a:lnTo>
                  <a:lnTo>
                    <a:pt x="2241" y="19413"/>
                  </a:lnTo>
                  <a:lnTo>
                    <a:pt x="2423" y="19333"/>
                  </a:lnTo>
                  <a:lnTo>
                    <a:pt x="3129" y="19010"/>
                  </a:lnTo>
                  <a:lnTo>
                    <a:pt x="3795" y="18646"/>
                  </a:lnTo>
                  <a:lnTo>
                    <a:pt x="4481" y="18283"/>
                  </a:lnTo>
                  <a:lnTo>
                    <a:pt x="5127" y="17900"/>
                  </a:lnTo>
                  <a:lnTo>
                    <a:pt x="6095" y="17355"/>
                  </a:lnTo>
                  <a:lnTo>
                    <a:pt x="6580" y="17093"/>
                  </a:lnTo>
                  <a:lnTo>
                    <a:pt x="7064" y="16830"/>
                  </a:lnTo>
                  <a:lnTo>
                    <a:pt x="7669" y="16548"/>
                  </a:lnTo>
                  <a:lnTo>
                    <a:pt x="8275" y="16285"/>
                  </a:lnTo>
                  <a:lnTo>
                    <a:pt x="8900" y="16043"/>
                  </a:lnTo>
                  <a:lnTo>
                    <a:pt x="9566" y="15821"/>
                  </a:lnTo>
                  <a:lnTo>
                    <a:pt x="10232" y="15619"/>
                  </a:lnTo>
                  <a:lnTo>
                    <a:pt x="10898" y="15418"/>
                  </a:lnTo>
                  <a:lnTo>
                    <a:pt x="11604" y="15256"/>
                  </a:lnTo>
                  <a:lnTo>
                    <a:pt x="12331" y="15115"/>
                  </a:lnTo>
                  <a:lnTo>
                    <a:pt x="13078" y="14974"/>
                  </a:lnTo>
                  <a:lnTo>
                    <a:pt x="13824" y="14873"/>
                  </a:lnTo>
                  <a:lnTo>
                    <a:pt x="14611" y="14772"/>
                  </a:lnTo>
                  <a:lnTo>
                    <a:pt x="15419" y="14711"/>
                  </a:lnTo>
                  <a:lnTo>
                    <a:pt x="16226" y="14651"/>
                  </a:lnTo>
                  <a:lnTo>
                    <a:pt x="17073" y="14610"/>
                  </a:lnTo>
                  <a:lnTo>
                    <a:pt x="18809" y="14610"/>
                  </a:lnTo>
                  <a:lnTo>
                    <a:pt x="19697" y="14631"/>
                  </a:lnTo>
                  <a:lnTo>
                    <a:pt x="20585" y="14671"/>
                  </a:lnTo>
                  <a:lnTo>
                    <a:pt x="22360" y="14772"/>
                  </a:lnTo>
                  <a:lnTo>
                    <a:pt x="24116" y="14913"/>
                  </a:lnTo>
                  <a:lnTo>
                    <a:pt x="25852" y="15054"/>
                  </a:lnTo>
                  <a:lnTo>
                    <a:pt x="28354" y="15276"/>
                  </a:lnTo>
                  <a:lnTo>
                    <a:pt x="29605" y="15357"/>
                  </a:lnTo>
                  <a:lnTo>
                    <a:pt x="30876" y="15438"/>
                  </a:lnTo>
                  <a:lnTo>
                    <a:pt x="31240" y="15458"/>
                  </a:lnTo>
                  <a:lnTo>
                    <a:pt x="31441" y="15438"/>
                  </a:lnTo>
                  <a:lnTo>
                    <a:pt x="31623" y="15418"/>
                  </a:lnTo>
                  <a:lnTo>
                    <a:pt x="31785" y="15397"/>
                  </a:lnTo>
                  <a:lnTo>
                    <a:pt x="31966" y="15337"/>
                  </a:lnTo>
                  <a:lnTo>
                    <a:pt x="32128" y="15256"/>
                  </a:lnTo>
                  <a:lnTo>
                    <a:pt x="32269" y="15155"/>
                  </a:lnTo>
                  <a:lnTo>
                    <a:pt x="32350" y="15075"/>
                  </a:lnTo>
                  <a:lnTo>
                    <a:pt x="32430" y="14994"/>
                  </a:lnTo>
                  <a:lnTo>
                    <a:pt x="32551" y="14812"/>
                  </a:lnTo>
                  <a:lnTo>
                    <a:pt x="32612" y="14610"/>
                  </a:lnTo>
                  <a:lnTo>
                    <a:pt x="32672" y="14388"/>
                  </a:lnTo>
                  <a:lnTo>
                    <a:pt x="32672" y="14166"/>
                  </a:lnTo>
                  <a:lnTo>
                    <a:pt x="32652" y="13944"/>
                  </a:lnTo>
                  <a:lnTo>
                    <a:pt x="32592" y="13743"/>
                  </a:lnTo>
                  <a:lnTo>
                    <a:pt x="32511" y="13541"/>
                  </a:lnTo>
                  <a:lnTo>
                    <a:pt x="32410" y="13339"/>
                  </a:lnTo>
                  <a:lnTo>
                    <a:pt x="32269" y="13157"/>
                  </a:lnTo>
                  <a:lnTo>
                    <a:pt x="32128" y="12996"/>
                  </a:lnTo>
                  <a:lnTo>
                    <a:pt x="31966" y="12835"/>
                  </a:lnTo>
                  <a:lnTo>
                    <a:pt x="31805" y="12693"/>
                  </a:lnTo>
                  <a:lnTo>
                    <a:pt x="31623" y="12572"/>
                  </a:lnTo>
                  <a:lnTo>
                    <a:pt x="31280" y="12350"/>
                  </a:lnTo>
                  <a:lnTo>
                    <a:pt x="30715" y="12027"/>
                  </a:lnTo>
                  <a:lnTo>
                    <a:pt x="30130" y="11725"/>
                  </a:lnTo>
                  <a:lnTo>
                    <a:pt x="29524" y="11462"/>
                  </a:lnTo>
                  <a:lnTo>
                    <a:pt x="28919" y="11220"/>
                  </a:lnTo>
                  <a:lnTo>
                    <a:pt x="28293" y="10998"/>
                  </a:lnTo>
                  <a:lnTo>
                    <a:pt x="27648" y="10796"/>
                  </a:lnTo>
                  <a:lnTo>
                    <a:pt x="26396" y="10413"/>
                  </a:lnTo>
                  <a:lnTo>
                    <a:pt x="26336" y="10393"/>
                  </a:lnTo>
                  <a:lnTo>
                    <a:pt x="24237" y="9767"/>
                  </a:lnTo>
                  <a:lnTo>
                    <a:pt x="23208" y="9444"/>
                  </a:lnTo>
                  <a:lnTo>
                    <a:pt x="22179" y="9101"/>
                  </a:lnTo>
                  <a:lnTo>
                    <a:pt x="21170" y="8758"/>
                  </a:lnTo>
                  <a:lnTo>
                    <a:pt x="20161" y="8395"/>
                  </a:lnTo>
                  <a:lnTo>
                    <a:pt x="19152" y="8032"/>
                  </a:lnTo>
                  <a:lnTo>
                    <a:pt x="18183" y="7628"/>
                  </a:lnTo>
                  <a:lnTo>
                    <a:pt x="17215" y="7224"/>
                  </a:lnTo>
                  <a:lnTo>
                    <a:pt x="16266" y="6781"/>
                  </a:lnTo>
                  <a:lnTo>
                    <a:pt x="15338" y="6316"/>
                  </a:lnTo>
                  <a:lnTo>
                    <a:pt x="14410" y="5832"/>
                  </a:lnTo>
                  <a:lnTo>
                    <a:pt x="13522" y="5328"/>
                  </a:lnTo>
                  <a:lnTo>
                    <a:pt x="12654" y="4783"/>
                  </a:lnTo>
                  <a:lnTo>
                    <a:pt x="11806" y="4197"/>
                  </a:lnTo>
                  <a:lnTo>
                    <a:pt x="10979" y="3572"/>
                  </a:lnTo>
                  <a:lnTo>
                    <a:pt x="10010" y="2805"/>
                  </a:lnTo>
                  <a:lnTo>
                    <a:pt x="9365" y="2280"/>
                  </a:lnTo>
                  <a:lnTo>
                    <a:pt x="8699" y="1776"/>
                  </a:lnTo>
                  <a:lnTo>
                    <a:pt x="8356" y="1514"/>
                  </a:lnTo>
                  <a:lnTo>
                    <a:pt x="8012" y="1292"/>
                  </a:lnTo>
                  <a:lnTo>
                    <a:pt x="7669" y="1070"/>
                  </a:lnTo>
                  <a:lnTo>
                    <a:pt x="7306" y="848"/>
                  </a:lnTo>
                  <a:lnTo>
                    <a:pt x="6923" y="666"/>
                  </a:lnTo>
                  <a:lnTo>
                    <a:pt x="6559" y="505"/>
                  </a:lnTo>
                  <a:lnTo>
                    <a:pt x="6216" y="363"/>
                  </a:lnTo>
                  <a:lnTo>
                    <a:pt x="5894" y="242"/>
                  </a:lnTo>
                  <a:lnTo>
                    <a:pt x="5591" y="161"/>
                  </a:lnTo>
                  <a:lnTo>
                    <a:pt x="5308" y="101"/>
                  </a:lnTo>
                  <a:lnTo>
                    <a:pt x="5046" y="61"/>
                  </a:lnTo>
                  <a:lnTo>
                    <a:pt x="4804" y="20"/>
                  </a:lnTo>
                  <a:lnTo>
                    <a:pt x="456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 flipH="1">
              <a:off x="396816" y="-3077703"/>
              <a:ext cx="794334" cy="541632"/>
            </a:xfrm>
            <a:custGeom>
              <a:rect b="b" l="l" r="r" t="t"/>
              <a:pathLst>
                <a:path extrusionOk="0" h="9688" w="14208">
                  <a:moveTo>
                    <a:pt x="2765" y="81"/>
                  </a:moveTo>
                  <a:lnTo>
                    <a:pt x="2967" y="142"/>
                  </a:lnTo>
                  <a:lnTo>
                    <a:pt x="3189" y="223"/>
                  </a:lnTo>
                  <a:lnTo>
                    <a:pt x="3431" y="324"/>
                  </a:lnTo>
                  <a:lnTo>
                    <a:pt x="3694" y="465"/>
                  </a:lnTo>
                  <a:lnTo>
                    <a:pt x="3956" y="626"/>
                  </a:lnTo>
                  <a:lnTo>
                    <a:pt x="4218" y="828"/>
                  </a:lnTo>
                  <a:lnTo>
                    <a:pt x="4501" y="1070"/>
                  </a:lnTo>
                  <a:lnTo>
                    <a:pt x="5005" y="1474"/>
                  </a:lnTo>
                  <a:lnTo>
                    <a:pt x="5510" y="1837"/>
                  </a:lnTo>
                  <a:lnTo>
                    <a:pt x="6055" y="2200"/>
                  </a:lnTo>
                  <a:lnTo>
                    <a:pt x="6600" y="2523"/>
                  </a:lnTo>
                  <a:lnTo>
                    <a:pt x="7165" y="2826"/>
                  </a:lnTo>
                  <a:lnTo>
                    <a:pt x="7750" y="3088"/>
                  </a:lnTo>
                  <a:lnTo>
                    <a:pt x="8335" y="3330"/>
                  </a:lnTo>
                  <a:lnTo>
                    <a:pt x="8940" y="3532"/>
                  </a:lnTo>
                  <a:lnTo>
                    <a:pt x="9566" y="3714"/>
                  </a:lnTo>
                  <a:lnTo>
                    <a:pt x="10171" y="3895"/>
                  </a:lnTo>
                  <a:lnTo>
                    <a:pt x="11140" y="4158"/>
                  </a:lnTo>
                  <a:lnTo>
                    <a:pt x="11624" y="4319"/>
                  </a:lnTo>
                  <a:lnTo>
                    <a:pt x="12089" y="4481"/>
                  </a:lnTo>
                  <a:lnTo>
                    <a:pt x="12533" y="4683"/>
                  </a:lnTo>
                  <a:lnTo>
                    <a:pt x="12956" y="4904"/>
                  </a:lnTo>
                  <a:lnTo>
                    <a:pt x="13178" y="5046"/>
                  </a:lnTo>
                  <a:lnTo>
                    <a:pt x="13380" y="5167"/>
                  </a:lnTo>
                  <a:lnTo>
                    <a:pt x="13562" y="5328"/>
                  </a:lnTo>
                  <a:lnTo>
                    <a:pt x="13764" y="5490"/>
                  </a:lnTo>
                  <a:lnTo>
                    <a:pt x="13945" y="5671"/>
                  </a:lnTo>
                  <a:lnTo>
                    <a:pt x="14066" y="5853"/>
                  </a:lnTo>
                  <a:lnTo>
                    <a:pt x="14086" y="5934"/>
                  </a:lnTo>
                  <a:lnTo>
                    <a:pt x="14127" y="6014"/>
                  </a:lnTo>
                  <a:lnTo>
                    <a:pt x="14127" y="6095"/>
                  </a:lnTo>
                  <a:lnTo>
                    <a:pt x="14127" y="6176"/>
                  </a:lnTo>
                  <a:lnTo>
                    <a:pt x="14086" y="6317"/>
                  </a:lnTo>
                  <a:lnTo>
                    <a:pt x="14006" y="6458"/>
                  </a:lnTo>
                  <a:lnTo>
                    <a:pt x="13864" y="6579"/>
                  </a:lnTo>
                  <a:lnTo>
                    <a:pt x="13683" y="6721"/>
                  </a:lnTo>
                  <a:lnTo>
                    <a:pt x="13461" y="6842"/>
                  </a:lnTo>
                  <a:lnTo>
                    <a:pt x="13239" y="6963"/>
                  </a:lnTo>
                  <a:lnTo>
                    <a:pt x="12997" y="7064"/>
                  </a:lnTo>
                  <a:lnTo>
                    <a:pt x="12755" y="7165"/>
                  </a:lnTo>
                  <a:lnTo>
                    <a:pt x="12512" y="7225"/>
                  </a:lnTo>
                  <a:lnTo>
                    <a:pt x="12270" y="7286"/>
                  </a:lnTo>
                  <a:lnTo>
                    <a:pt x="11766" y="7387"/>
                  </a:lnTo>
                  <a:lnTo>
                    <a:pt x="11261" y="7447"/>
                  </a:lnTo>
                  <a:lnTo>
                    <a:pt x="10716" y="7467"/>
                  </a:lnTo>
                  <a:lnTo>
                    <a:pt x="9647" y="7488"/>
                  </a:lnTo>
                  <a:lnTo>
                    <a:pt x="8940" y="7508"/>
                  </a:lnTo>
                  <a:lnTo>
                    <a:pt x="8234" y="7528"/>
                  </a:lnTo>
                  <a:lnTo>
                    <a:pt x="7891" y="7548"/>
                  </a:lnTo>
                  <a:lnTo>
                    <a:pt x="7548" y="7588"/>
                  </a:lnTo>
                  <a:lnTo>
                    <a:pt x="7205" y="7649"/>
                  </a:lnTo>
                  <a:lnTo>
                    <a:pt x="6862" y="7710"/>
                  </a:lnTo>
                  <a:lnTo>
                    <a:pt x="6559" y="7790"/>
                  </a:lnTo>
                  <a:lnTo>
                    <a:pt x="6236" y="7891"/>
                  </a:lnTo>
                  <a:lnTo>
                    <a:pt x="5651" y="8113"/>
                  </a:lnTo>
                  <a:lnTo>
                    <a:pt x="5066" y="8375"/>
                  </a:lnTo>
                  <a:lnTo>
                    <a:pt x="4501" y="8658"/>
                  </a:lnTo>
                  <a:lnTo>
                    <a:pt x="3653" y="9041"/>
                  </a:lnTo>
                  <a:lnTo>
                    <a:pt x="3209" y="9223"/>
                  </a:lnTo>
                  <a:lnTo>
                    <a:pt x="2786" y="9384"/>
                  </a:lnTo>
                  <a:lnTo>
                    <a:pt x="2483" y="9485"/>
                  </a:lnTo>
                  <a:lnTo>
                    <a:pt x="2221" y="9546"/>
                  </a:lnTo>
                  <a:lnTo>
                    <a:pt x="1978" y="9586"/>
                  </a:lnTo>
                  <a:lnTo>
                    <a:pt x="1756" y="9606"/>
                  </a:lnTo>
                  <a:lnTo>
                    <a:pt x="1555" y="9606"/>
                  </a:lnTo>
                  <a:lnTo>
                    <a:pt x="1373" y="9586"/>
                  </a:lnTo>
                  <a:lnTo>
                    <a:pt x="1212" y="9566"/>
                  </a:lnTo>
                  <a:lnTo>
                    <a:pt x="1070" y="9526"/>
                  </a:lnTo>
                  <a:lnTo>
                    <a:pt x="929" y="9465"/>
                  </a:lnTo>
                  <a:lnTo>
                    <a:pt x="808" y="9405"/>
                  </a:lnTo>
                  <a:lnTo>
                    <a:pt x="626" y="9284"/>
                  </a:lnTo>
                  <a:lnTo>
                    <a:pt x="485" y="9162"/>
                  </a:lnTo>
                  <a:lnTo>
                    <a:pt x="404" y="9082"/>
                  </a:lnTo>
                  <a:lnTo>
                    <a:pt x="303" y="8920"/>
                  </a:lnTo>
                  <a:lnTo>
                    <a:pt x="243" y="8759"/>
                  </a:lnTo>
                  <a:lnTo>
                    <a:pt x="182" y="8597"/>
                  </a:lnTo>
                  <a:lnTo>
                    <a:pt x="142" y="8436"/>
                  </a:lnTo>
                  <a:lnTo>
                    <a:pt x="102" y="8073"/>
                  </a:lnTo>
                  <a:lnTo>
                    <a:pt x="81" y="7730"/>
                  </a:lnTo>
                  <a:lnTo>
                    <a:pt x="102" y="6983"/>
                  </a:lnTo>
                  <a:lnTo>
                    <a:pt x="142" y="6236"/>
                  </a:lnTo>
                  <a:lnTo>
                    <a:pt x="243" y="5470"/>
                  </a:lnTo>
                  <a:lnTo>
                    <a:pt x="364" y="4703"/>
                  </a:lnTo>
                  <a:lnTo>
                    <a:pt x="525" y="3895"/>
                  </a:lnTo>
                  <a:lnTo>
                    <a:pt x="727" y="3068"/>
                  </a:lnTo>
                  <a:lnTo>
                    <a:pt x="990" y="2200"/>
                  </a:lnTo>
                  <a:lnTo>
                    <a:pt x="1272" y="1292"/>
                  </a:lnTo>
                  <a:lnTo>
                    <a:pt x="1373" y="1050"/>
                  </a:lnTo>
                  <a:lnTo>
                    <a:pt x="1454" y="848"/>
                  </a:lnTo>
                  <a:lnTo>
                    <a:pt x="1575" y="667"/>
                  </a:lnTo>
                  <a:lnTo>
                    <a:pt x="1696" y="505"/>
                  </a:lnTo>
                  <a:lnTo>
                    <a:pt x="1817" y="364"/>
                  </a:lnTo>
                  <a:lnTo>
                    <a:pt x="1958" y="263"/>
                  </a:lnTo>
                  <a:lnTo>
                    <a:pt x="2099" y="162"/>
                  </a:lnTo>
                  <a:lnTo>
                    <a:pt x="2261" y="122"/>
                  </a:lnTo>
                  <a:lnTo>
                    <a:pt x="2402" y="81"/>
                  </a:lnTo>
                  <a:close/>
                  <a:moveTo>
                    <a:pt x="2463" y="1"/>
                  </a:moveTo>
                  <a:lnTo>
                    <a:pt x="2241" y="41"/>
                  </a:lnTo>
                  <a:lnTo>
                    <a:pt x="2079" y="102"/>
                  </a:lnTo>
                  <a:lnTo>
                    <a:pt x="1918" y="182"/>
                  </a:lnTo>
                  <a:lnTo>
                    <a:pt x="1777" y="303"/>
                  </a:lnTo>
                  <a:lnTo>
                    <a:pt x="1635" y="445"/>
                  </a:lnTo>
                  <a:lnTo>
                    <a:pt x="1514" y="606"/>
                  </a:lnTo>
                  <a:lnTo>
                    <a:pt x="1393" y="808"/>
                  </a:lnTo>
                  <a:lnTo>
                    <a:pt x="1292" y="1030"/>
                  </a:lnTo>
                  <a:lnTo>
                    <a:pt x="1191" y="1272"/>
                  </a:lnTo>
                  <a:lnTo>
                    <a:pt x="909" y="2180"/>
                  </a:lnTo>
                  <a:lnTo>
                    <a:pt x="646" y="3048"/>
                  </a:lnTo>
                  <a:lnTo>
                    <a:pt x="445" y="3875"/>
                  </a:lnTo>
                  <a:lnTo>
                    <a:pt x="283" y="4683"/>
                  </a:lnTo>
                  <a:lnTo>
                    <a:pt x="162" y="5470"/>
                  </a:lnTo>
                  <a:lnTo>
                    <a:pt x="61" y="6236"/>
                  </a:lnTo>
                  <a:lnTo>
                    <a:pt x="21" y="6983"/>
                  </a:lnTo>
                  <a:lnTo>
                    <a:pt x="1" y="7730"/>
                  </a:lnTo>
                  <a:lnTo>
                    <a:pt x="21" y="8093"/>
                  </a:lnTo>
                  <a:lnTo>
                    <a:pt x="41" y="8275"/>
                  </a:lnTo>
                  <a:lnTo>
                    <a:pt x="61" y="8456"/>
                  </a:lnTo>
                  <a:lnTo>
                    <a:pt x="102" y="8638"/>
                  </a:lnTo>
                  <a:lnTo>
                    <a:pt x="162" y="8799"/>
                  </a:lnTo>
                  <a:lnTo>
                    <a:pt x="243" y="8961"/>
                  </a:lnTo>
                  <a:lnTo>
                    <a:pt x="344" y="9122"/>
                  </a:lnTo>
                  <a:lnTo>
                    <a:pt x="465" y="9263"/>
                  </a:lnTo>
                  <a:lnTo>
                    <a:pt x="606" y="9384"/>
                  </a:lnTo>
                  <a:lnTo>
                    <a:pt x="768" y="9485"/>
                  </a:lnTo>
                  <a:lnTo>
                    <a:pt x="929" y="9566"/>
                  </a:lnTo>
                  <a:lnTo>
                    <a:pt x="1111" y="9627"/>
                  </a:lnTo>
                  <a:lnTo>
                    <a:pt x="1272" y="9647"/>
                  </a:lnTo>
                  <a:lnTo>
                    <a:pt x="1454" y="9667"/>
                  </a:lnTo>
                  <a:lnTo>
                    <a:pt x="1635" y="9687"/>
                  </a:lnTo>
                  <a:lnTo>
                    <a:pt x="1999" y="9667"/>
                  </a:lnTo>
                  <a:lnTo>
                    <a:pt x="2321" y="9606"/>
                  </a:lnTo>
                  <a:lnTo>
                    <a:pt x="2604" y="9526"/>
                  </a:lnTo>
                  <a:lnTo>
                    <a:pt x="2806" y="9465"/>
                  </a:lnTo>
                  <a:lnTo>
                    <a:pt x="3250" y="9304"/>
                  </a:lnTo>
                  <a:lnTo>
                    <a:pt x="3673" y="9122"/>
                  </a:lnTo>
                  <a:lnTo>
                    <a:pt x="4521" y="8719"/>
                  </a:lnTo>
                  <a:lnTo>
                    <a:pt x="5106" y="8456"/>
                  </a:lnTo>
                  <a:lnTo>
                    <a:pt x="5671" y="8194"/>
                  </a:lnTo>
                  <a:lnTo>
                    <a:pt x="6277" y="7972"/>
                  </a:lnTo>
                  <a:lnTo>
                    <a:pt x="6579" y="7871"/>
                  </a:lnTo>
                  <a:lnTo>
                    <a:pt x="6882" y="7790"/>
                  </a:lnTo>
                  <a:lnTo>
                    <a:pt x="7205" y="7730"/>
                  </a:lnTo>
                  <a:lnTo>
                    <a:pt x="7548" y="7669"/>
                  </a:lnTo>
                  <a:lnTo>
                    <a:pt x="7891" y="7629"/>
                  </a:lnTo>
                  <a:lnTo>
                    <a:pt x="8254" y="7609"/>
                  </a:lnTo>
                  <a:lnTo>
                    <a:pt x="8940" y="7588"/>
                  </a:lnTo>
                  <a:lnTo>
                    <a:pt x="9647" y="7568"/>
                  </a:lnTo>
                  <a:lnTo>
                    <a:pt x="10716" y="7548"/>
                  </a:lnTo>
                  <a:lnTo>
                    <a:pt x="11241" y="7528"/>
                  </a:lnTo>
                  <a:lnTo>
                    <a:pt x="11766" y="7467"/>
                  </a:lnTo>
                  <a:lnTo>
                    <a:pt x="12290" y="7366"/>
                  </a:lnTo>
                  <a:lnTo>
                    <a:pt x="12533" y="7306"/>
                  </a:lnTo>
                  <a:lnTo>
                    <a:pt x="12775" y="7225"/>
                  </a:lnTo>
                  <a:lnTo>
                    <a:pt x="13037" y="7144"/>
                  </a:lnTo>
                  <a:lnTo>
                    <a:pt x="13259" y="7044"/>
                  </a:lnTo>
                  <a:lnTo>
                    <a:pt x="13501" y="6922"/>
                  </a:lnTo>
                  <a:lnTo>
                    <a:pt x="13723" y="6781"/>
                  </a:lnTo>
                  <a:lnTo>
                    <a:pt x="13885" y="6680"/>
                  </a:lnTo>
                  <a:lnTo>
                    <a:pt x="14026" y="6559"/>
                  </a:lnTo>
                  <a:lnTo>
                    <a:pt x="14086" y="6479"/>
                  </a:lnTo>
                  <a:lnTo>
                    <a:pt x="14147" y="6398"/>
                  </a:lnTo>
                  <a:lnTo>
                    <a:pt x="14187" y="6297"/>
                  </a:lnTo>
                  <a:lnTo>
                    <a:pt x="14207" y="6196"/>
                  </a:lnTo>
                  <a:lnTo>
                    <a:pt x="14207" y="6095"/>
                  </a:lnTo>
                  <a:lnTo>
                    <a:pt x="14207" y="6014"/>
                  </a:lnTo>
                  <a:lnTo>
                    <a:pt x="14167" y="5913"/>
                  </a:lnTo>
                  <a:lnTo>
                    <a:pt x="14127" y="5813"/>
                  </a:lnTo>
                  <a:lnTo>
                    <a:pt x="14086" y="5712"/>
                  </a:lnTo>
                  <a:lnTo>
                    <a:pt x="14006" y="5631"/>
                  </a:lnTo>
                  <a:lnTo>
                    <a:pt x="13804" y="5429"/>
                  </a:lnTo>
                  <a:lnTo>
                    <a:pt x="13622" y="5268"/>
                  </a:lnTo>
                  <a:lnTo>
                    <a:pt x="13420" y="5106"/>
                  </a:lnTo>
                  <a:lnTo>
                    <a:pt x="13219" y="4965"/>
                  </a:lnTo>
                  <a:lnTo>
                    <a:pt x="13017" y="4844"/>
                  </a:lnTo>
                  <a:lnTo>
                    <a:pt x="12573" y="4602"/>
                  </a:lnTo>
                  <a:lnTo>
                    <a:pt x="12109" y="4420"/>
                  </a:lnTo>
                  <a:lnTo>
                    <a:pt x="11645" y="4239"/>
                  </a:lnTo>
                  <a:lnTo>
                    <a:pt x="11160" y="4077"/>
                  </a:lnTo>
                  <a:lnTo>
                    <a:pt x="10192" y="3815"/>
                  </a:lnTo>
                  <a:lnTo>
                    <a:pt x="9586" y="3653"/>
                  </a:lnTo>
                  <a:lnTo>
                    <a:pt x="8961" y="3452"/>
                  </a:lnTo>
                  <a:lnTo>
                    <a:pt x="8375" y="3250"/>
                  </a:lnTo>
                  <a:lnTo>
                    <a:pt x="7770" y="3008"/>
                  </a:lnTo>
                  <a:lnTo>
                    <a:pt x="7205" y="2745"/>
                  </a:lnTo>
                  <a:lnTo>
                    <a:pt x="6640" y="2443"/>
                  </a:lnTo>
                  <a:lnTo>
                    <a:pt x="6095" y="2120"/>
                  </a:lnTo>
                  <a:lnTo>
                    <a:pt x="5570" y="1777"/>
                  </a:lnTo>
                  <a:lnTo>
                    <a:pt x="5046" y="1413"/>
                  </a:lnTo>
                  <a:lnTo>
                    <a:pt x="4561" y="1010"/>
                  </a:lnTo>
                  <a:lnTo>
                    <a:pt x="4218" y="727"/>
                  </a:lnTo>
                  <a:lnTo>
                    <a:pt x="3875" y="485"/>
                  </a:lnTo>
                  <a:lnTo>
                    <a:pt x="3573" y="303"/>
                  </a:lnTo>
                  <a:lnTo>
                    <a:pt x="3270" y="162"/>
                  </a:lnTo>
                  <a:lnTo>
                    <a:pt x="2987" y="61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 flipH="1">
              <a:off x="2086879" y="-1327833"/>
              <a:ext cx="152348" cy="92527"/>
            </a:xfrm>
            <a:custGeom>
              <a:rect b="b" l="l" r="r" t="t"/>
              <a:pathLst>
                <a:path extrusionOk="0" h="1655" w="2725">
                  <a:moveTo>
                    <a:pt x="2099" y="81"/>
                  </a:moveTo>
                  <a:lnTo>
                    <a:pt x="2240" y="101"/>
                  </a:lnTo>
                  <a:lnTo>
                    <a:pt x="2382" y="121"/>
                  </a:lnTo>
                  <a:lnTo>
                    <a:pt x="2483" y="182"/>
                  </a:lnTo>
                  <a:lnTo>
                    <a:pt x="2563" y="262"/>
                  </a:lnTo>
                  <a:lnTo>
                    <a:pt x="2624" y="363"/>
                  </a:lnTo>
                  <a:lnTo>
                    <a:pt x="2644" y="424"/>
                  </a:lnTo>
                  <a:lnTo>
                    <a:pt x="2644" y="484"/>
                  </a:lnTo>
                  <a:lnTo>
                    <a:pt x="2644" y="565"/>
                  </a:lnTo>
                  <a:lnTo>
                    <a:pt x="2604" y="626"/>
                  </a:lnTo>
                  <a:lnTo>
                    <a:pt x="2503" y="767"/>
                  </a:lnTo>
                  <a:lnTo>
                    <a:pt x="2321" y="969"/>
                  </a:lnTo>
                  <a:lnTo>
                    <a:pt x="2099" y="1150"/>
                  </a:lnTo>
                  <a:lnTo>
                    <a:pt x="1857" y="1312"/>
                  </a:lnTo>
                  <a:lnTo>
                    <a:pt x="1595" y="1433"/>
                  </a:lnTo>
                  <a:lnTo>
                    <a:pt x="1332" y="1534"/>
                  </a:lnTo>
                  <a:lnTo>
                    <a:pt x="1191" y="1554"/>
                  </a:lnTo>
                  <a:lnTo>
                    <a:pt x="1050" y="1574"/>
                  </a:lnTo>
                  <a:lnTo>
                    <a:pt x="909" y="1574"/>
                  </a:lnTo>
                  <a:lnTo>
                    <a:pt x="767" y="1554"/>
                  </a:lnTo>
                  <a:lnTo>
                    <a:pt x="646" y="1514"/>
                  </a:lnTo>
                  <a:lnTo>
                    <a:pt x="505" y="1473"/>
                  </a:lnTo>
                  <a:lnTo>
                    <a:pt x="364" y="1392"/>
                  </a:lnTo>
                  <a:lnTo>
                    <a:pt x="263" y="1312"/>
                  </a:lnTo>
                  <a:lnTo>
                    <a:pt x="182" y="1231"/>
                  </a:lnTo>
                  <a:lnTo>
                    <a:pt x="122" y="1110"/>
                  </a:lnTo>
                  <a:lnTo>
                    <a:pt x="81" y="1009"/>
                  </a:lnTo>
                  <a:lnTo>
                    <a:pt x="101" y="868"/>
                  </a:lnTo>
                  <a:lnTo>
                    <a:pt x="142" y="747"/>
                  </a:lnTo>
                  <a:lnTo>
                    <a:pt x="222" y="646"/>
                  </a:lnTo>
                  <a:lnTo>
                    <a:pt x="364" y="505"/>
                  </a:lnTo>
                  <a:lnTo>
                    <a:pt x="566" y="404"/>
                  </a:lnTo>
                  <a:lnTo>
                    <a:pt x="787" y="303"/>
                  </a:lnTo>
                  <a:lnTo>
                    <a:pt x="1030" y="242"/>
                  </a:lnTo>
                  <a:lnTo>
                    <a:pt x="1252" y="182"/>
                  </a:lnTo>
                  <a:lnTo>
                    <a:pt x="1474" y="161"/>
                  </a:lnTo>
                  <a:lnTo>
                    <a:pt x="1655" y="121"/>
                  </a:lnTo>
                  <a:lnTo>
                    <a:pt x="1877" y="101"/>
                  </a:lnTo>
                  <a:lnTo>
                    <a:pt x="2099" y="81"/>
                  </a:lnTo>
                  <a:close/>
                  <a:moveTo>
                    <a:pt x="2018" y="0"/>
                  </a:moveTo>
                  <a:lnTo>
                    <a:pt x="1837" y="20"/>
                  </a:lnTo>
                  <a:lnTo>
                    <a:pt x="1635" y="40"/>
                  </a:lnTo>
                  <a:lnTo>
                    <a:pt x="1474" y="81"/>
                  </a:lnTo>
                  <a:lnTo>
                    <a:pt x="1231" y="101"/>
                  </a:lnTo>
                  <a:lnTo>
                    <a:pt x="989" y="161"/>
                  </a:lnTo>
                  <a:lnTo>
                    <a:pt x="767" y="222"/>
                  </a:lnTo>
                  <a:lnTo>
                    <a:pt x="525" y="323"/>
                  </a:lnTo>
                  <a:lnTo>
                    <a:pt x="323" y="444"/>
                  </a:lnTo>
                  <a:lnTo>
                    <a:pt x="162" y="585"/>
                  </a:lnTo>
                  <a:lnTo>
                    <a:pt x="61" y="727"/>
                  </a:lnTo>
                  <a:lnTo>
                    <a:pt x="21" y="868"/>
                  </a:lnTo>
                  <a:lnTo>
                    <a:pt x="0" y="1009"/>
                  </a:lnTo>
                  <a:lnTo>
                    <a:pt x="41" y="1150"/>
                  </a:lnTo>
                  <a:lnTo>
                    <a:pt x="101" y="1271"/>
                  </a:lnTo>
                  <a:lnTo>
                    <a:pt x="202" y="1372"/>
                  </a:lnTo>
                  <a:lnTo>
                    <a:pt x="323" y="1473"/>
                  </a:lnTo>
                  <a:lnTo>
                    <a:pt x="465" y="1554"/>
                  </a:lnTo>
                  <a:lnTo>
                    <a:pt x="606" y="1594"/>
                  </a:lnTo>
                  <a:lnTo>
                    <a:pt x="727" y="1635"/>
                  </a:lnTo>
                  <a:lnTo>
                    <a:pt x="868" y="1635"/>
                  </a:lnTo>
                  <a:lnTo>
                    <a:pt x="989" y="1655"/>
                  </a:lnTo>
                  <a:lnTo>
                    <a:pt x="1211" y="1635"/>
                  </a:lnTo>
                  <a:lnTo>
                    <a:pt x="1433" y="1574"/>
                  </a:lnTo>
                  <a:lnTo>
                    <a:pt x="1655" y="1514"/>
                  </a:lnTo>
                  <a:lnTo>
                    <a:pt x="1857" y="1392"/>
                  </a:lnTo>
                  <a:lnTo>
                    <a:pt x="2059" y="1271"/>
                  </a:lnTo>
                  <a:lnTo>
                    <a:pt x="2240" y="1130"/>
                  </a:lnTo>
                  <a:lnTo>
                    <a:pt x="2422" y="969"/>
                  </a:lnTo>
                  <a:lnTo>
                    <a:pt x="2563" y="807"/>
                  </a:lnTo>
                  <a:lnTo>
                    <a:pt x="2684" y="666"/>
                  </a:lnTo>
                  <a:lnTo>
                    <a:pt x="2705" y="585"/>
                  </a:lnTo>
                  <a:lnTo>
                    <a:pt x="2725" y="484"/>
                  </a:lnTo>
                  <a:lnTo>
                    <a:pt x="2725" y="424"/>
                  </a:lnTo>
                  <a:lnTo>
                    <a:pt x="2705" y="343"/>
                  </a:lnTo>
                  <a:lnTo>
                    <a:pt x="2684" y="283"/>
                  </a:lnTo>
                  <a:lnTo>
                    <a:pt x="2644" y="222"/>
                  </a:lnTo>
                  <a:lnTo>
                    <a:pt x="2523" y="121"/>
                  </a:lnTo>
                  <a:lnTo>
                    <a:pt x="2402" y="40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 flipH="1">
              <a:off x="-459496" y="-4947101"/>
              <a:ext cx="453633" cy="455870"/>
            </a:xfrm>
            <a:custGeom>
              <a:rect b="b" l="l" r="r" t="t"/>
              <a:pathLst>
                <a:path extrusionOk="0" h="8154" w="8114">
                  <a:moveTo>
                    <a:pt x="1010" y="81"/>
                  </a:moveTo>
                  <a:lnTo>
                    <a:pt x="1151" y="101"/>
                  </a:lnTo>
                  <a:lnTo>
                    <a:pt x="1413" y="162"/>
                  </a:lnTo>
                  <a:lnTo>
                    <a:pt x="1696" y="263"/>
                  </a:lnTo>
                  <a:lnTo>
                    <a:pt x="1938" y="384"/>
                  </a:lnTo>
                  <a:lnTo>
                    <a:pt x="2200" y="545"/>
                  </a:lnTo>
                  <a:lnTo>
                    <a:pt x="2422" y="707"/>
                  </a:lnTo>
                  <a:lnTo>
                    <a:pt x="2644" y="888"/>
                  </a:lnTo>
                  <a:lnTo>
                    <a:pt x="3108" y="1251"/>
                  </a:lnTo>
                  <a:lnTo>
                    <a:pt x="3552" y="1635"/>
                  </a:lnTo>
                  <a:lnTo>
                    <a:pt x="3976" y="2039"/>
                  </a:lnTo>
                  <a:lnTo>
                    <a:pt x="4400" y="2422"/>
                  </a:lnTo>
                  <a:lnTo>
                    <a:pt x="4783" y="2826"/>
                  </a:lnTo>
                  <a:lnTo>
                    <a:pt x="5167" y="3229"/>
                  </a:lnTo>
                  <a:lnTo>
                    <a:pt x="5530" y="3653"/>
                  </a:lnTo>
                  <a:lnTo>
                    <a:pt x="5873" y="4077"/>
                  </a:lnTo>
                  <a:lnTo>
                    <a:pt x="6196" y="4500"/>
                  </a:lnTo>
                  <a:lnTo>
                    <a:pt x="6499" y="4924"/>
                  </a:lnTo>
                  <a:lnTo>
                    <a:pt x="6781" y="5348"/>
                  </a:lnTo>
                  <a:lnTo>
                    <a:pt x="7064" y="5792"/>
                  </a:lnTo>
                  <a:lnTo>
                    <a:pt x="7306" y="6236"/>
                  </a:lnTo>
                  <a:lnTo>
                    <a:pt x="7548" y="6680"/>
                  </a:lnTo>
                  <a:lnTo>
                    <a:pt x="7770" y="7144"/>
                  </a:lnTo>
                  <a:lnTo>
                    <a:pt x="7972" y="7588"/>
                  </a:lnTo>
                  <a:lnTo>
                    <a:pt x="8012" y="7729"/>
                  </a:lnTo>
                  <a:lnTo>
                    <a:pt x="8032" y="7871"/>
                  </a:lnTo>
                  <a:lnTo>
                    <a:pt x="8032" y="7931"/>
                  </a:lnTo>
                  <a:lnTo>
                    <a:pt x="8012" y="7992"/>
                  </a:lnTo>
                  <a:lnTo>
                    <a:pt x="7972" y="8032"/>
                  </a:lnTo>
                  <a:lnTo>
                    <a:pt x="7932" y="8052"/>
                  </a:lnTo>
                  <a:lnTo>
                    <a:pt x="7851" y="8072"/>
                  </a:lnTo>
                  <a:lnTo>
                    <a:pt x="7790" y="8072"/>
                  </a:lnTo>
                  <a:lnTo>
                    <a:pt x="7649" y="8012"/>
                  </a:lnTo>
                  <a:lnTo>
                    <a:pt x="7346" y="7830"/>
                  </a:lnTo>
                  <a:lnTo>
                    <a:pt x="7084" y="7628"/>
                  </a:lnTo>
                  <a:lnTo>
                    <a:pt x="6822" y="7386"/>
                  </a:lnTo>
                  <a:lnTo>
                    <a:pt x="6559" y="7164"/>
                  </a:lnTo>
                  <a:lnTo>
                    <a:pt x="2523" y="3310"/>
                  </a:lnTo>
                  <a:lnTo>
                    <a:pt x="2180" y="3007"/>
                  </a:lnTo>
                  <a:lnTo>
                    <a:pt x="1514" y="2462"/>
                  </a:lnTo>
                  <a:lnTo>
                    <a:pt x="1151" y="2119"/>
                  </a:lnTo>
                  <a:lnTo>
                    <a:pt x="808" y="1776"/>
                  </a:lnTo>
                  <a:lnTo>
                    <a:pt x="485" y="1413"/>
                  </a:lnTo>
                  <a:lnTo>
                    <a:pt x="364" y="1251"/>
                  </a:lnTo>
                  <a:lnTo>
                    <a:pt x="243" y="1070"/>
                  </a:lnTo>
                  <a:lnTo>
                    <a:pt x="162" y="908"/>
                  </a:lnTo>
                  <a:lnTo>
                    <a:pt x="102" y="767"/>
                  </a:lnTo>
                  <a:lnTo>
                    <a:pt x="81" y="626"/>
                  </a:lnTo>
                  <a:lnTo>
                    <a:pt x="81" y="485"/>
                  </a:lnTo>
                  <a:lnTo>
                    <a:pt x="122" y="424"/>
                  </a:lnTo>
                  <a:lnTo>
                    <a:pt x="142" y="364"/>
                  </a:lnTo>
                  <a:lnTo>
                    <a:pt x="243" y="263"/>
                  </a:lnTo>
                  <a:lnTo>
                    <a:pt x="404" y="182"/>
                  </a:lnTo>
                  <a:lnTo>
                    <a:pt x="606" y="101"/>
                  </a:lnTo>
                  <a:lnTo>
                    <a:pt x="747" y="81"/>
                  </a:lnTo>
                  <a:close/>
                  <a:moveTo>
                    <a:pt x="727" y="0"/>
                  </a:moveTo>
                  <a:lnTo>
                    <a:pt x="586" y="41"/>
                  </a:lnTo>
                  <a:lnTo>
                    <a:pt x="364" y="101"/>
                  </a:lnTo>
                  <a:lnTo>
                    <a:pt x="203" y="202"/>
                  </a:lnTo>
                  <a:lnTo>
                    <a:pt x="122" y="263"/>
                  </a:lnTo>
                  <a:lnTo>
                    <a:pt x="81" y="323"/>
                  </a:lnTo>
                  <a:lnTo>
                    <a:pt x="41" y="384"/>
                  </a:lnTo>
                  <a:lnTo>
                    <a:pt x="21" y="464"/>
                  </a:lnTo>
                  <a:lnTo>
                    <a:pt x="1" y="606"/>
                  </a:lnTo>
                  <a:lnTo>
                    <a:pt x="21" y="767"/>
                  </a:lnTo>
                  <a:lnTo>
                    <a:pt x="81" y="908"/>
                  </a:lnTo>
                  <a:lnTo>
                    <a:pt x="162" y="1090"/>
                  </a:lnTo>
                  <a:lnTo>
                    <a:pt x="263" y="1251"/>
                  </a:lnTo>
                  <a:lnTo>
                    <a:pt x="404" y="1433"/>
                  </a:lnTo>
                  <a:lnTo>
                    <a:pt x="707" y="1796"/>
                  </a:lnTo>
                  <a:lnTo>
                    <a:pt x="1070" y="2139"/>
                  </a:lnTo>
                  <a:lnTo>
                    <a:pt x="1434" y="2482"/>
                  </a:lnTo>
                  <a:lnTo>
                    <a:pt x="2120" y="3088"/>
                  </a:lnTo>
                  <a:lnTo>
                    <a:pt x="2463" y="3370"/>
                  </a:lnTo>
                  <a:lnTo>
                    <a:pt x="6499" y="7225"/>
                  </a:lnTo>
                  <a:lnTo>
                    <a:pt x="6761" y="7467"/>
                  </a:lnTo>
                  <a:lnTo>
                    <a:pt x="7023" y="7689"/>
                  </a:lnTo>
                  <a:lnTo>
                    <a:pt x="7306" y="7911"/>
                  </a:lnTo>
                  <a:lnTo>
                    <a:pt x="7609" y="8093"/>
                  </a:lnTo>
                  <a:lnTo>
                    <a:pt x="7730" y="8133"/>
                  </a:lnTo>
                  <a:lnTo>
                    <a:pt x="7851" y="8153"/>
                  </a:lnTo>
                  <a:lnTo>
                    <a:pt x="7911" y="8153"/>
                  </a:lnTo>
                  <a:lnTo>
                    <a:pt x="7972" y="8133"/>
                  </a:lnTo>
                  <a:lnTo>
                    <a:pt x="8032" y="8093"/>
                  </a:lnTo>
                  <a:lnTo>
                    <a:pt x="8073" y="8032"/>
                  </a:lnTo>
                  <a:lnTo>
                    <a:pt x="8093" y="7971"/>
                  </a:lnTo>
                  <a:lnTo>
                    <a:pt x="8113" y="7891"/>
                  </a:lnTo>
                  <a:lnTo>
                    <a:pt x="8093" y="7729"/>
                  </a:lnTo>
                  <a:lnTo>
                    <a:pt x="8032" y="7568"/>
                  </a:lnTo>
                  <a:lnTo>
                    <a:pt x="7831" y="7104"/>
                  </a:lnTo>
                  <a:lnTo>
                    <a:pt x="7629" y="6640"/>
                  </a:lnTo>
                  <a:lnTo>
                    <a:pt x="7387" y="6196"/>
                  </a:lnTo>
                  <a:lnTo>
                    <a:pt x="7124" y="5752"/>
                  </a:lnTo>
                  <a:lnTo>
                    <a:pt x="6862" y="5308"/>
                  </a:lnTo>
                  <a:lnTo>
                    <a:pt x="6559" y="4884"/>
                  </a:lnTo>
                  <a:lnTo>
                    <a:pt x="6257" y="4440"/>
                  </a:lnTo>
                  <a:lnTo>
                    <a:pt x="5934" y="4016"/>
                  </a:lnTo>
                  <a:lnTo>
                    <a:pt x="5591" y="3592"/>
                  </a:lnTo>
                  <a:lnTo>
                    <a:pt x="5227" y="3189"/>
                  </a:lnTo>
                  <a:lnTo>
                    <a:pt x="4844" y="2785"/>
                  </a:lnTo>
                  <a:lnTo>
                    <a:pt x="4461" y="2382"/>
                  </a:lnTo>
                  <a:lnTo>
                    <a:pt x="4037" y="1978"/>
                  </a:lnTo>
                  <a:lnTo>
                    <a:pt x="3613" y="1574"/>
                  </a:lnTo>
                  <a:lnTo>
                    <a:pt x="3169" y="1191"/>
                  </a:lnTo>
                  <a:lnTo>
                    <a:pt x="2705" y="808"/>
                  </a:lnTo>
                  <a:lnTo>
                    <a:pt x="2463" y="646"/>
                  </a:lnTo>
                  <a:lnTo>
                    <a:pt x="2221" y="464"/>
                  </a:lnTo>
                  <a:lnTo>
                    <a:pt x="1978" y="323"/>
                  </a:lnTo>
                  <a:lnTo>
                    <a:pt x="1716" y="182"/>
                  </a:lnTo>
                  <a:lnTo>
                    <a:pt x="1434" y="81"/>
                  </a:lnTo>
                  <a:lnTo>
                    <a:pt x="1151" y="21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 flipH="1">
              <a:off x="2120703" y="-1885164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8" y="0"/>
                  </a:moveTo>
                  <a:lnTo>
                    <a:pt x="727" y="20"/>
                  </a:lnTo>
                  <a:lnTo>
                    <a:pt x="545" y="61"/>
                  </a:lnTo>
                  <a:lnTo>
                    <a:pt x="404" y="162"/>
                  </a:lnTo>
                  <a:lnTo>
                    <a:pt x="263" y="262"/>
                  </a:lnTo>
                  <a:lnTo>
                    <a:pt x="162" y="404"/>
                  </a:lnTo>
                  <a:lnTo>
                    <a:pt x="81" y="545"/>
                  </a:lnTo>
                  <a:lnTo>
                    <a:pt x="21" y="727"/>
                  </a:lnTo>
                  <a:lnTo>
                    <a:pt x="0" y="908"/>
                  </a:lnTo>
                  <a:lnTo>
                    <a:pt x="21" y="1090"/>
                  </a:lnTo>
                  <a:lnTo>
                    <a:pt x="81" y="1251"/>
                  </a:lnTo>
                  <a:lnTo>
                    <a:pt x="162" y="141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5" y="1736"/>
                  </a:lnTo>
                  <a:lnTo>
                    <a:pt x="727" y="1776"/>
                  </a:lnTo>
                  <a:lnTo>
                    <a:pt x="908" y="1796"/>
                  </a:lnTo>
                  <a:lnTo>
                    <a:pt x="1090" y="1776"/>
                  </a:lnTo>
                  <a:lnTo>
                    <a:pt x="1252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413"/>
                  </a:lnTo>
                  <a:lnTo>
                    <a:pt x="1736" y="1251"/>
                  </a:lnTo>
                  <a:lnTo>
                    <a:pt x="1776" y="1090"/>
                  </a:lnTo>
                  <a:lnTo>
                    <a:pt x="1796" y="908"/>
                  </a:lnTo>
                  <a:lnTo>
                    <a:pt x="1776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2"/>
                  </a:lnTo>
                  <a:lnTo>
                    <a:pt x="1413" y="162"/>
                  </a:lnTo>
                  <a:lnTo>
                    <a:pt x="1252" y="61"/>
                  </a:lnTo>
                  <a:lnTo>
                    <a:pt x="1090" y="2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 flipH="1">
              <a:off x="2118467" y="-1887456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1"/>
                  </a:moveTo>
                  <a:lnTo>
                    <a:pt x="1111" y="102"/>
                  </a:lnTo>
                  <a:lnTo>
                    <a:pt x="1272" y="142"/>
                  </a:lnTo>
                  <a:lnTo>
                    <a:pt x="1414" y="223"/>
                  </a:lnTo>
                  <a:lnTo>
                    <a:pt x="1555" y="32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77" y="768"/>
                  </a:lnTo>
                  <a:lnTo>
                    <a:pt x="1797" y="949"/>
                  </a:lnTo>
                  <a:lnTo>
                    <a:pt x="1777" y="1111"/>
                  </a:lnTo>
                  <a:lnTo>
                    <a:pt x="1736" y="1272"/>
                  </a:lnTo>
                  <a:lnTo>
                    <a:pt x="1656" y="1413"/>
                  </a:lnTo>
                  <a:lnTo>
                    <a:pt x="1555" y="1555"/>
                  </a:lnTo>
                  <a:lnTo>
                    <a:pt x="1414" y="1655"/>
                  </a:lnTo>
                  <a:lnTo>
                    <a:pt x="1272" y="1736"/>
                  </a:lnTo>
                  <a:lnTo>
                    <a:pt x="1111" y="1777"/>
                  </a:lnTo>
                  <a:lnTo>
                    <a:pt x="949" y="1797"/>
                  </a:lnTo>
                  <a:lnTo>
                    <a:pt x="768" y="177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44" y="1555"/>
                  </a:lnTo>
                  <a:lnTo>
                    <a:pt x="223" y="1413"/>
                  </a:lnTo>
                  <a:lnTo>
                    <a:pt x="142" y="1272"/>
                  </a:lnTo>
                  <a:lnTo>
                    <a:pt x="102" y="1111"/>
                  </a:lnTo>
                  <a:lnTo>
                    <a:pt x="82" y="949"/>
                  </a:lnTo>
                  <a:lnTo>
                    <a:pt x="102" y="768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44" y="324"/>
                  </a:lnTo>
                  <a:lnTo>
                    <a:pt x="465" y="223"/>
                  </a:lnTo>
                  <a:lnTo>
                    <a:pt x="606" y="142"/>
                  </a:lnTo>
                  <a:lnTo>
                    <a:pt x="768" y="102"/>
                  </a:lnTo>
                  <a:lnTo>
                    <a:pt x="949" y="81"/>
                  </a:lnTo>
                  <a:close/>
                  <a:moveTo>
                    <a:pt x="949" y="1"/>
                  </a:moveTo>
                  <a:lnTo>
                    <a:pt x="748" y="21"/>
                  </a:lnTo>
                  <a:lnTo>
                    <a:pt x="586" y="81"/>
                  </a:lnTo>
                  <a:lnTo>
                    <a:pt x="425" y="162"/>
                  </a:lnTo>
                  <a:lnTo>
                    <a:pt x="284" y="283"/>
                  </a:lnTo>
                  <a:lnTo>
                    <a:pt x="162" y="404"/>
                  </a:lnTo>
                  <a:lnTo>
                    <a:pt x="82" y="566"/>
                  </a:lnTo>
                  <a:lnTo>
                    <a:pt x="21" y="74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2" y="1312"/>
                  </a:lnTo>
                  <a:lnTo>
                    <a:pt x="162" y="1474"/>
                  </a:lnTo>
                  <a:lnTo>
                    <a:pt x="284" y="1615"/>
                  </a:lnTo>
                  <a:lnTo>
                    <a:pt x="425" y="1716"/>
                  </a:lnTo>
                  <a:lnTo>
                    <a:pt x="586" y="1817"/>
                  </a:lnTo>
                  <a:lnTo>
                    <a:pt x="748" y="1857"/>
                  </a:lnTo>
                  <a:lnTo>
                    <a:pt x="949" y="1877"/>
                  </a:lnTo>
                  <a:lnTo>
                    <a:pt x="1131" y="1857"/>
                  </a:lnTo>
                  <a:lnTo>
                    <a:pt x="1313" y="1817"/>
                  </a:lnTo>
                  <a:lnTo>
                    <a:pt x="1474" y="1716"/>
                  </a:lnTo>
                  <a:lnTo>
                    <a:pt x="1615" y="1615"/>
                  </a:lnTo>
                  <a:lnTo>
                    <a:pt x="1716" y="1474"/>
                  </a:lnTo>
                  <a:lnTo>
                    <a:pt x="1817" y="1312"/>
                  </a:lnTo>
                  <a:lnTo>
                    <a:pt x="1858" y="1131"/>
                  </a:lnTo>
                  <a:lnTo>
                    <a:pt x="1878" y="949"/>
                  </a:lnTo>
                  <a:lnTo>
                    <a:pt x="1858" y="747"/>
                  </a:lnTo>
                  <a:lnTo>
                    <a:pt x="1817" y="566"/>
                  </a:lnTo>
                  <a:lnTo>
                    <a:pt x="1716" y="40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3" y="81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 flipH="1">
              <a:off x="1892829" y="-3305578"/>
              <a:ext cx="100466" cy="101584"/>
            </a:xfrm>
            <a:custGeom>
              <a:rect b="b" l="l" r="r" t="t"/>
              <a:pathLst>
                <a:path extrusionOk="0" h="1817" w="1797">
                  <a:moveTo>
                    <a:pt x="889" y="0"/>
                  </a:moveTo>
                  <a:lnTo>
                    <a:pt x="707" y="21"/>
                  </a:lnTo>
                  <a:lnTo>
                    <a:pt x="546" y="81"/>
                  </a:lnTo>
                  <a:lnTo>
                    <a:pt x="384" y="162"/>
                  </a:lnTo>
                  <a:lnTo>
                    <a:pt x="263" y="263"/>
                  </a:lnTo>
                  <a:lnTo>
                    <a:pt x="142" y="404"/>
                  </a:lnTo>
                  <a:lnTo>
                    <a:pt x="61" y="565"/>
                  </a:lnTo>
                  <a:lnTo>
                    <a:pt x="21" y="727"/>
                  </a:lnTo>
                  <a:lnTo>
                    <a:pt x="1" y="908"/>
                  </a:lnTo>
                  <a:lnTo>
                    <a:pt x="21" y="1090"/>
                  </a:lnTo>
                  <a:lnTo>
                    <a:pt x="61" y="1252"/>
                  </a:lnTo>
                  <a:lnTo>
                    <a:pt x="142" y="1413"/>
                  </a:lnTo>
                  <a:lnTo>
                    <a:pt x="263" y="1554"/>
                  </a:lnTo>
                  <a:lnTo>
                    <a:pt x="384" y="1655"/>
                  </a:lnTo>
                  <a:lnTo>
                    <a:pt x="546" y="1736"/>
                  </a:lnTo>
                  <a:lnTo>
                    <a:pt x="707" y="1796"/>
                  </a:lnTo>
                  <a:lnTo>
                    <a:pt x="889" y="1817"/>
                  </a:lnTo>
                  <a:lnTo>
                    <a:pt x="1070" y="1796"/>
                  </a:lnTo>
                  <a:lnTo>
                    <a:pt x="1252" y="1736"/>
                  </a:lnTo>
                  <a:lnTo>
                    <a:pt x="1393" y="1655"/>
                  </a:lnTo>
                  <a:lnTo>
                    <a:pt x="1534" y="1554"/>
                  </a:lnTo>
                  <a:lnTo>
                    <a:pt x="1635" y="1413"/>
                  </a:lnTo>
                  <a:lnTo>
                    <a:pt x="1736" y="1252"/>
                  </a:lnTo>
                  <a:lnTo>
                    <a:pt x="1777" y="1090"/>
                  </a:lnTo>
                  <a:lnTo>
                    <a:pt x="1797" y="908"/>
                  </a:lnTo>
                  <a:lnTo>
                    <a:pt x="1777" y="727"/>
                  </a:lnTo>
                  <a:lnTo>
                    <a:pt x="1736" y="565"/>
                  </a:lnTo>
                  <a:lnTo>
                    <a:pt x="1635" y="404"/>
                  </a:lnTo>
                  <a:lnTo>
                    <a:pt x="1534" y="263"/>
                  </a:lnTo>
                  <a:lnTo>
                    <a:pt x="1393" y="162"/>
                  </a:lnTo>
                  <a:lnTo>
                    <a:pt x="1252" y="81"/>
                  </a:lnTo>
                  <a:lnTo>
                    <a:pt x="1070" y="21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 flipH="1">
              <a:off x="1890536" y="-3307870"/>
              <a:ext cx="104994" cy="106112"/>
            </a:xfrm>
            <a:custGeom>
              <a:rect b="b" l="l" r="r" t="t"/>
              <a:pathLst>
                <a:path extrusionOk="0" h="1898" w="1878">
                  <a:moveTo>
                    <a:pt x="929" y="82"/>
                  </a:moveTo>
                  <a:lnTo>
                    <a:pt x="1110" y="102"/>
                  </a:lnTo>
                  <a:lnTo>
                    <a:pt x="1272" y="162"/>
                  </a:lnTo>
                  <a:lnTo>
                    <a:pt x="1413" y="243"/>
                  </a:lnTo>
                  <a:lnTo>
                    <a:pt x="1554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6" y="768"/>
                  </a:lnTo>
                  <a:lnTo>
                    <a:pt x="1796" y="949"/>
                  </a:lnTo>
                  <a:lnTo>
                    <a:pt x="1776" y="1131"/>
                  </a:lnTo>
                  <a:lnTo>
                    <a:pt x="1736" y="1293"/>
                  </a:lnTo>
                  <a:lnTo>
                    <a:pt x="1655" y="1434"/>
                  </a:lnTo>
                  <a:lnTo>
                    <a:pt x="1554" y="1555"/>
                  </a:lnTo>
                  <a:lnTo>
                    <a:pt x="1413" y="1656"/>
                  </a:lnTo>
                  <a:lnTo>
                    <a:pt x="1272" y="1736"/>
                  </a:lnTo>
                  <a:lnTo>
                    <a:pt x="1110" y="1797"/>
                  </a:lnTo>
                  <a:lnTo>
                    <a:pt x="929" y="1817"/>
                  </a:lnTo>
                  <a:lnTo>
                    <a:pt x="767" y="1797"/>
                  </a:lnTo>
                  <a:lnTo>
                    <a:pt x="606" y="1736"/>
                  </a:lnTo>
                  <a:lnTo>
                    <a:pt x="465" y="1656"/>
                  </a:lnTo>
                  <a:lnTo>
                    <a:pt x="323" y="1555"/>
                  </a:lnTo>
                  <a:lnTo>
                    <a:pt x="222" y="1434"/>
                  </a:lnTo>
                  <a:lnTo>
                    <a:pt x="142" y="1293"/>
                  </a:lnTo>
                  <a:lnTo>
                    <a:pt x="101" y="1131"/>
                  </a:lnTo>
                  <a:lnTo>
                    <a:pt x="81" y="949"/>
                  </a:lnTo>
                  <a:lnTo>
                    <a:pt x="101" y="768"/>
                  </a:lnTo>
                  <a:lnTo>
                    <a:pt x="142" y="606"/>
                  </a:lnTo>
                  <a:lnTo>
                    <a:pt x="222" y="465"/>
                  </a:lnTo>
                  <a:lnTo>
                    <a:pt x="323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7" y="102"/>
                  </a:lnTo>
                  <a:lnTo>
                    <a:pt x="929" y="82"/>
                  </a:lnTo>
                  <a:close/>
                  <a:moveTo>
                    <a:pt x="929" y="1"/>
                  </a:moveTo>
                  <a:lnTo>
                    <a:pt x="747" y="21"/>
                  </a:lnTo>
                  <a:lnTo>
                    <a:pt x="565" y="82"/>
                  </a:lnTo>
                  <a:lnTo>
                    <a:pt x="404" y="162"/>
                  </a:lnTo>
                  <a:lnTo>
                    <a:pt x="263" y="284"/>
                  </a:lnTo>
                  <a:lnTo>
                    <a:pt x="162" y="425"/>
                  </a:lnTo>
                  <a:lnTo>
                    <a:pt x="61" y="586"/>
                  </a:lnTo>
                  <a:lnTo>
                    <a:pt x="21" y="768"/>
                  </a:lnTo>
                  <a:lnTo>
                    <a:pt x="0" y="949"/>
                  </a:lnTo>
                  <a:lnTo>
                    <a:pt x="21" y="1131"/>
                  </a:lnTo>
                  <a:lnTo>
                    <a:pt x="61" y="1313"/>
                  </a:lnTo>
                  <a:lnTo>
                    <a:pt x="162" y="1474"/>
                  </a:lnTo>
                  <a:lnTo>
                    <a:pt x="263" y="1615"/>
                  </a:lnTo>
                  <a:lnTo>
                    <a:pt x="404" y="1736"/>
                  </a:lnTo>
                  <a:lnTo>
                    <a:pt x="565" y="1817"/>
                  </a:lnTo>
                  <a:lnTo>
                    <a:pt x="747" y="1878"/>
                  </a:lnTo>
                  <a:lnTo>
                    <a:pt x="929" y="1898"/>
                  </a:lnTo>
                  <a:lnTo>
                    <a:pt x="1130" y="1878"/>
                  </a:lnTo>
                  <a:lnTo>
                    <a:pt x="1312" y="1817"/>
                  </a:lnTo>
                  <a:lnTo>
                    <a:pt x="1453" y="1736"/>
                  </a:lnTo>
                  <a:lnTo>
                    <a:pt x="1595" y="1615"/>
                  </a:lnTo>
                  <a:lnTo>
                    <a:pt x="1716" y="1474"/>
                  </a:lnTo>
                  <a:lnTo>
                    <a:pt x="1796" y="1313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68"/>
                  </a:lnTo>
                  <a:lnTo>
                    <a:pt x="1796" y="586"/>
                  </a:lnTo>
                  <a:lnTo>
                    <a:pt x="1716" y="425"/>
                  </a:lnTo>
                  <a:lnTo>
                    <a:pt x="1595" y="284"/>
                  </a:lnTo>
                  <a:lnTo>
                    <a:pt x="1453" y="162"/>
                  </a:lnTo>
                  <a:lnTo>
                    <a:pt x="1312" y="82"/>
                  </a:lnTo>
                  <a:lnTo>
                    <a:pt x="1130" y="21"/>
                  </a:lnTo>
                  <a:lnTo>
                    <a:pt x="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 flipH="1">
              <a:off x="511885" y="-3871966"/>
              <a:ext cx="100466" cy="101640"/>
            </a:xfrm>
            <a:custGeom>
              <a:rect b="b" l="l" r="r" t="t"/>
              <a:pathLst>
                <a:path extrusionOk="0" h="1818" w="1797">
                  <a:moveTo>
                    <a:pt x="908" y="1"/>
                  </a:moveTo>
                  <a:lnTo>
                    <a:pt x="727" y="21"/>
                  </a:lnTo>
                  <a:lnTo>
                    <a:pt x="545" y="82"/>
                  </a:lnTo>
                  <a:lnTo>
                    <a:pt x="404" y="162"/>
                  </a:lnTo>
                  <a:lnTo>
                    <a:pt x="262" y="263"/>
                  </a:lnTo>
                  <a:lnTo>
                    <a:pt x="162" y="405"/>
                  </a:lnTo>
                  <a:lnTo>
                    <a:pt x="61" y="566"/>
                  </a:lnTo>
                  <a:lnTo>
                    <a:pt x="20" y="727"/>
                  </a:lnTo>
                  <a:lnTo>
                    <a:pt x="0" y="909"/>
                  </a:lnTo>
                  <a:lnTo>
                    <a:pt x="20" y="1091"/>
                  </a:lnTo>
                  <a:lnTo>
                    <a:pt x="61" y="1252"/>
                  </a:lnTo>
                  <a:lnTo>
                    <a:pt x="162" y="1414"/>
                  </a:lnTo>
                  <a:lnTo>
                    <a:pt x="262" y="1535"/>
                  </a:lnTo>
                  <a:lnTo>
                    <a:pt x="404" y="1656"/>
                  </a:lnTo>
                  <a:lnTo>
                    <a:pt x="545" y="1736"/>
                  </a:lnTo>
                  <a:lnTo>
                    <a:pt x="727" y="1797"/>
                  </a:lnTo>
                  <a:lnTo>
                    <a:pt x="908" y="1817"/>
                  </a:lnTo>
                  <a:lnTo>
                    <a:pt x="1090" y="1797"/>
                  </a:lnTo>
                  <a:lnTo>
                    <a:pt x="1251" y="1736"/>
                  </a:lnTo>
                  <a:lnTo>
                    <a:pt x="1413" y="1656"/>
                  </a:lnTo>
                  <a:lnTo>
                    <a:pt x="1534" y="1535"/>
                  </a:lnTo>
                  <a:lnTo>
                    <a:pt x="1655" y="1414"/>
                  </a:lnTo>
                  <a:lnTo>
                    <a:pt x="1736" y="1252"/>
                  </a:lnTo>
                  <a:lnTo>
                    <a:pt x="1776" y="1091"/>
                  </a:lnTo>
                  <a:lnTo>
                    <a:pt x="1796" y="909"/>
                  </a:lnTo>
                  <a:lnTo>
                    <a:pt x="1776" y="727"/>
                  </a:lnTo>
                  <a:lnTo>
                    <a:pt x="1736" y="566"/>
                  </a:lnTo>
                  <a:lnTo>
                    <a:pt x="1655" y="405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82"/>
                  </a:lnTo>
                  <a:lnTo>
                    <a:pt x="1090" y="21"/>
                  </a:lnTo>
                  <a:lnTo>
                    <a:pt x="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 flipH="1">
              <a:off x="509648" y="-3874202"/>
              <a:ext cx="104994" cy="106112"/>
            </a:xfrm>
            <a:custGeom>
              <a:rect b="b" l="l" r="r" t="t"/>
              <a:pathLst>
                <a:path extrusionOk="0" h="1898" w="1878">
                  <a:moveTo>
                    <a:pt x="949" y="81"/>
                  </a:moveTo>
                  <a:lnTo>
                    <a:pt x="1111" y="101"/>
                  </a:lnTo>
                  <a:lnTo>
                    <a:pt x="1272" y="162"/>
                  </a:lnTo>
                  <a:lnTo>
                    <a:pt x="1413" y="243"/>
                  </a:lnTo>
                  <a:lnTo>
                    <a:pt x="1555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7" y="767"/>
                  </a:lnTo>
                  <a:lnTo>
                    <a:pt x="1797" y="949"/>
                  </a:lnTo>
                  <a:lnTo>
                    <a:pt x="1777" y="1110"/>
                  </a:lnTo>
                  <a:lnTo>
                    <a:pt x="1736" y="1272"/>
                  </a:lnTo>
                  <a:lnTo>
                    <a:pt x="1655" y="1433"/>
                  </a:lnTo>
                  <a:lnTo>
                    <a:pt x="1555" y="1554"/>
                  </a:lnTo>
                  <a:lnTo>
                    <a:pt x="1413" y="1655"/>
                  </a:lnTo>
                  <a:lnTo>
                    <a:pt x="1272" y="1736"/>
                  </a:lnTo>
                  <a:lnTo>
                    <a:pt x="1111" y="1797"/>
                  </a:lnTo>
                  <a:lnTo>
                    <a:pt x="949" y="181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24" y="1554"/>
                  </a:lnTo>
                  <a:lnTo>
                    <a:pt x="223" y="1433"/>
                  </a:lnTo>
                  <a:lnTo>
                    <a:pt x="142" y="1272"/>
                  </a:lnTo>
                  <a:lnTo>
                    <a:pt x="102" y="1110"/>
                  </a:lnTo>
                  <a:lnTo>
                    <a:pt x="81" y="949"/>
                  </a:lnTo>
                  <a:lnTo>
                    <a:pt x="102" y="767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24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8" y="101"/>
                  </a:lnTo>
                  <a:lnTo>
                    <a:pt x="949" y="81"/>
                  </a:lnTo>
                  <a:close/>
                  <a:moveTo>
                    <a:pt x="949" y="1"/>
                  </a:moveTo>
                  <a:lnTo>
                    <a:pt x="747" y="21"/>
                  </a:lnTo>
                  <a:lnTo>
                    <a:pt x="566" y="81"/>
                  </a:lnTo>
                  <a:lnTo>
                    <a:pt x="425" y="162"/>
                  </a:lnTo>
                  <a:lnTo>
                    <a:pt x="283" y="283"/>
                  </a:lnTo>
                  <a:lnTo>
                    <a:pt x="162" y="424"/>
                  </a:lnTo>
                  <a:lnTo>
                    <a:pt x="81" y="586"/>
                  </a:lnTo>
                  <a:lnTo>
                    <a:pt x="21" y="76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1" y="1312"/>
                  </a:lnTo>
                  <a:lnTo>
                    <a:pt x="162" y="1474"/>
                  </a:lnTo>
                  <a:lnTo>
                    <a:pt x="283" y="1615"/>
                  </a:lnTo>
                  <a:lnTo>
                    <a:pt x="425" y="1736"/>
                  </a:lnTo>
                  <a:lnTo>
                    <a:pt x="566" y="1817"/>
                  </a:lnTo>
                  <a:lnTo>
                    <a:pt x="747" y="1877"/>
                  </a:lnTo>
                  <a:lnTo>
                    <a:pt x="949" y="1898"/>
                  </a:lnTo>
                  <a:lnTo>
                    <a:pt x="1131" y="1877"/>
                  </a:lnTo>
                  <a:lnTo>
                    <a:pt x="1312" y="1817"/>
                  </a:lnTo>
                  <a:lnTo>
                    <a:pt x="1474" y="1736"/>
                  </a:lnTo>
                  <a:lnTo>
                    <a:pt x="1615" y="1615"/>
                  </a:lnTo>
                  <a:lnTo>
                    <a:pt x="1716" y="1474"/>
                  </a:lnTo>
                  <a:lnTo>
                    <a:pt x="1817" y="1312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67"/>
                  </a:lnTo>
                  <a:lnTo>
                    <a:pt x="1817" y="586"/>
                  </a:lnTo>
                  <a:lnTo>
                    <a:pt x="1716" y="42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2" y="81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 flipH="1">
              <a:off x="-1037114" y="-3361987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8" y="0"/>
                  </a:moveTo>
                  <a:lnTo>
                    <a:pt x="727" y="21"/>
                  </a:lnTo>
                  <a:lnTo>
                    <a:pt x="545" y="61"/>
                  </a:lnTo>
                  <a:lnTo>
                    <a:pt x="404" y="162"/>
                  </a:lnTo>
                  <a:lnTo>
                    <a:pt x="263" y="263"/>
                  </a:lnTo>
                  <a:lnTo>
                    <a:pt x="162" y="404"/>
                  </a:lnTo>
                  <a:lnTo>
                    <a:pt x="81" y="545"/>
                  </a:lnTo>
                  <a:lnTo>
                    <a:pt x="20" y="727"/>
                  </a:lnTo>
                  <a:lnTo>
                    <a:pt x="0" y="908"/>
                  </a:lnTo>
                  <a:lnTo>
                    <a:pt x="20" y="1090"/>
                  </a:lnTo>
                  <a:lnTo>
                    <a:pt x="81" y="1252"/>
                  </a:lnTo>
                  <a:lnTo>
                    <a:pt x="162" y="139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5" y="1736"/>
                  </a:lnTo>
                  <a:lnTo>
                    <a:pt x="727" y="1776"/>
                  </a:lnTo>
                  <a:lnTo>
                    <a:pt x="908" y="1796"/>
                  </a:lnTo>
                  <a:lnTo>
                    <a:pt x="1090" y="1776"/>
                  </a:lnTo>
                  <a:lnTo>
                    <a:pt x="1251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393"/>
                  </a:lnTo>
                  <a:lnTo>
                    <a:pt x="1736" y="1252"/>
                  </a:lnTo>
                  <a:lnTo>
                    <a:pt x="1796" y="1090"/>
                  </a:lnTo>
                  <a:lnTo>
                    <a:pt x="1796" y="908"/>
                  </a:lnTo>
                  <a:lnTo>
                    <a:pt x="1796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61"/>
                  </a:lnTo>
                  <a:lnTo>
                    <a:pt x="1090" y="21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 flipH="1">
              <a:off x="-1039350" y="-3364280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2"/>
                  </a:moveTo>
                  <a:lnTo>
                    <a:pt x="1111" y="102"/>
                  </a:lnTo>
                  <a:lnTo>
                    <a:pt x="1272" y="142"/>
                  </a:lnTo>
                  <a:lnTo>
                    <a:pt x="1434" y="223"/>
                  </a:lnTo>
                  <a:lnTo>
                    <a:pt x="1555" y="32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97" y="768"/>
                  </a:lnTo>
                  <a:lnTo>
                    <a:pt x="1797" y="949"/>
                  </a:lnTo>
                  <a:lnTo>
                    <a:pt x="1797" y="1111"/>
                  </a:lnTo>
                  <a:lnTo>
                    <a:pt x="1736" y="1272"/>
                  </a:lnTo>
                  <a:lnTo>
                    <a:pt x="1656" y="1414"/>
                  </a:lnTo>
                  <a:lnTo>
                    <a:pt x="1555" y="1555"/>
                  </a:lnTo>
                  <a:lnTo>
                    <a:pt x="1434" y="1656"/>
                  </a:lnTo>
                  <a:lnTo>
                    <a:pt x="1272" y="1736"/>
                  </a:lnTo>
                  <a:lnTo>
                    <a:pt x="1111" y="1777"/>
                  </a:lnTo>
                  <a:lnTo>
                    <a:pt x="949" y="1797"/>
                  </a:lnTo>
                  <a:lnTo>
                    <a:pt x="768" y="1777"/>
                  </a:lnTo>
                  <a:lnTo>
                    <a:pt x="606" y="1736"/>
                  </a:lnTo>
                  <a:lnTo>
                    <a:pt x="465" y="1656"/>
                  </a:lnTo>
                  <a:lnTo>
                    <a:pt x="344" y="1555"/>
                  </a:lnTo>
                  <a:lnTo>
                    <a:pt x="223" y="1414"/>
                  </a:lnTo>
                  <a:lnTo>
                    <a:pt x="162" y="1272"/>
                  </a:lnTo>
                  <a:lnTo>
                    <a:pt x="102" y="1111"/>
                  </a:lnTo>
                  <a:lnTo>
                    <a:pt x="82" y="949"/>
                  </a:lnTo>
                  <a:lnTo>
                    <a:pt x="102" y="768"/>
                  </a:lnTo>
                  <a:lnTo>
                    <a:pt x="162" y="606"/>
                  </a:lnTo>
                  <a:lnTo>
                    <a:pt x="223" y="465"/>
                  </a:lnTo>
                  <a:lnTo>
                    <a:pt x="344" y="324"/>
                  </a:lnTo>
                  <a:lnTo>
                    <a:pt x="465" y="223"/>
                  </a:lnTo>
                  <a:lnTo>
                    <a:pt x="606" y="142"/>
                  </a:lnTo>
                  <a:lnTo>
                    <a:pt x="768" y="102"/>
                  </a:lnTo>
                  <a:lnTo>
                    <a:pt x="949" y="82"/>
                  </a:lnTo>
                  <a:close/>
                  <a:moveTo>
                    <a:pt x="949" y="1"/>
                  </a:moveTo>
                  <a:lnTo>
                    <a:pt x="748" y="21"/>
                  </a:lnTo>
                  <a:lnTo>
                    <a:pt x="586" y="82"/>
                  </a:lnTo>
                  <a:lnTo>
                    <a:pt x="425" y="162"/>
                  </a:lnTo>
                  <a:lnTo>
                    <a:pt x="283" y="284"/>
                  </a:lnTo>
                  <a:lnTo>
                    <a:pt x="162" y="405"/>
                  </a:lnTo>
                  <a:lnTo>
                    <a:pt x="82" y="566"/>
                  </a:lnTo>
                  <a:lnTo>
                    <a:pt x="21" y="748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2" y="1313"/>
                  </a:lnTo>
                  <a:lnTo>
                    <a:pt x="162" y="1474"/>
                  </a:lnTo>
                  <a:lnTo>
                    <a:pt x="283" y="1595"/>
                  </a:lnTo>
                  <a:lnTo>
                    <a:pt x="425" y="1716"/>
                  </a:lnTo>
                  <a:lnTo>
                    <a:pt x="586" y="1817"/>
                  </a:lnTo>
                  <a:lnTo>
                    <a:pt x="748" y="1858"/>
                  </a:lnTo>
                  <a:lnTo>
                    <a:pt x="949" y="1878"/>
                  </a:lnTo>
                  <a:lnTo>
                    <a:pt x="1131" y="1858"/>
                  </a:lnTo>
                  <a:lnTo>
                    <a:pt x="1313" y="1817"/>
                  </a:lnTo>
                  <a:lnTo>
                    <a:pt x="1474" y="1716"/>
                  </a:lnTo>
                  <a:lnTo>
                    <a:pt x="1615" y="1595"/>
                  </a:lnTo>
                  <a:lnTo>
                    <a:pt x="1716" y="1474"/>
                  </a:lnTo>
                  <a:lnTo>
                    <a:pt x="1817" y="1313"/>
                  </a:lnTo>
                  <a:lnTo>
                    <a:pt x="1878" y="1131"/>
                  </a:lnTo>
                  <a:lnTo>
                    <a:pt x="1878" y="949"/>
                  </a:lnTo>
                  <a:lnTo>
                    <a:pt x="1878" y="748"/>
                  </a:lnTo>
                  <a:lnTo>
                    <a:pt x="1817" y="566"/>
                  </a:lnTo>
                  <a:lnTo>
                    <a:pt x="1716" y="405"/>
                  </a:lnTo>
                  <a:lnTo>
                    <a:pt x="1615" y="284"/>
                  </a:lnTo>
                  <a:lnTo>
                    <a:pt x="1474" y="162"/>
                  </a:lnTo>
                  <a:lnTo>
                    <a:pt x="1313" y="82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 flipH="1">
              <a:off x="1080509" y="-1366241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888" y="1"/>
                  </a:moveTo>
                  <a:lnTo>
                    <a:pt x="707" y="21"/>
                  </a:lnTo>
                  <a:lnTo>
                    <a:pt x="545" y="82"/>
                  </a:lnTo>
                  <a:lnTo>
                    <a:pt x="384" y="162"/>
                  </a:lnTo>
                  <a:lnTo>
                    <a:pt x="263" y="263"/>
                  </a:lnTo>
                  <a:lnTo>
                    <a:pt x="142" y="405"/>
                  </a:lnTo>
                  <a:lnTo>
                    <a:pt x="61" y="546"/>
                  </a:lnTo>
                  <a:lnTo>
                    <a:pt x="21" y="727"/>
                  </a:lnTo>
                  <a:lnTo>
                    <a:pt x="0" y="909"/>
                  </a:lnTo>
                  <a:lnTo>
                    <a:pt x="21" y="1091"/>
                  </a:lnTo>
                  <a:lnTo>
                    <a:pt x="61" y="1252"/>
                  </a:lnTo>
                  <a:lnTo>
                    <a:pt x="142" y="1414"/>
                  </a:lnTo>
                  <a:lnTo>
                    <a:pt x="263" y="1535"/>
                  </a:lnTo>
                  <a:lnTo>
                    <a:pt x="384" y="1656"/>
                  </a:lnTo>
                  <a:lnTo>
                    <a:pt x="545" y="1736"/>
                  </a:lnTo>
                  <a:lnTo>
                    <a:pt x="707" y="1797"/>
                  </a:lnTo>
                  <a:lnTo>
                    <a:pt x="1070" y="1797"/>
                  </a:lnTo>
                  <a:lnTo>
                    <a:pt x="1252" y="1736"/>
                  </a:lnTo>
                  <a:lnTo>
                    <a:pt x="1393" y="1656"/>
                  </a:lnTo>
                  <a:lnTo>
                    <a:pt x="1534" y="1535"/>
                  </a:lnTo>
                  <a:lnTo>
                    <a:pt x="1635" y="1414"/>
                  </a:lnTo>
                  <a:lnTo>
                    <a:pt x="1716" y="1252"/>
                  </a:lnTo>
                  <a:lnTo>
                    <a:pt x="1776" y="1091"/>
                  </a:lnTo>
                  <a:lnTo>
                    <a:pt x="1796" y="909"/>
                  </a:lnTo>
                  <a:lnTo>
                    <a:pt x="1776" y="727"/>
                  </a:lnTo>
                  <a:lnTo>
                    <a:pt x="1716" y="546"/>
                  </a:lnTo>
                  <a:lnTo>
                    <a:pt x="1635" y="405"/>
                  </a:lnTo>
                  <a:lnTo>
                    <a:pt x="1534" y="263"/>
                  </a:lnTo>
                  <a:lnTo>
                    <a:pt x="1393" y="162"/>
                  </a:lnTo>
                  <a:lnTo>
                    <a:pt x="1252" y="82"/>
                  </a:lnTo>
                  <a:lnTo>
                    <a:pt x="1070" y="21"/>
                  </a:lnTo>
                  <a:lnTo>
                    <a:pt x="8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 flipH="1">
              <a:off x="1078272" y="-1368477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29" y="81"/>
                  </a:moveTo>
                  <a:lnTo>
                    <a:pt x="1111" y="101"/>
                  </a:lnTo>
                  <a:lnTo>
                    <a:pt x="1272" y="142"/>
                  </a:lnTo>
                  <a:lnTo>
                    <a:pt x="1414" y="223"/>
                  </a:lnTo>
                  <a:lnTo>
                    <a:pt x="1535" y="34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77" y="767"/>
                  </a:lnTo>
                  <a:lnTo>
                    <a:pt x="1797" y="949"/>
                  </a:lnTo>
                  <a:lnTo>
                    <a:pt x="1777" y="1110"/>
                  </a:lnTo>
                  <a:lnTo>
                    <a:pt x="1736" y="1272"/>
                  </a:lnTo>
                  <a:lnTo>
                    <a:pt x="1656" y="1433"/>
                  </a:lnTo>
                  <a:lnTo>
                    <a:pt x="1535" y="1554"/>
                  </a:lnTo>
                  <a:lnTo>
                    <a:pt x="1414" y="1655"/>
                  </a:lnTo>
                  <a:lnTo>
                    <a:pt x="1272" y="1736"/>
                  </a:lnTo>
                  <a:lnTo>
                    <a:pt x="1111" y="179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45" y="1655"/>
                  </a:lnTo>
                  <a:lnTo>
                    <a:pt x="324" y="1554"/>
                  </a:lnTo>
                  <a:lnTo>
                    <a:pt x="223" y="1433"/>
                  </a:lnTo>
                  <a:lnTo>
                    <a:pt x="142" y="1272"/>
                  </a:lnTo>
                  <a:lnTo>
                    <a:pt x="82" y="1110"/>
                  </a:lnTo>
                  <a:lnTo>
                    <a:pt x="82" y="949"/>
                  </a:lnTo>
                  <a:lnTo>
                    <a:pt x="82" y="767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24" y="344"/>
                  </a:lnTo>
                  <a:lnTo>
                    <a:pt x="445" y="223"/>
                  </a:lnTo>
                  <a:lnTo>
                    <a:pt x="606" y="142"/>
                  </a:lnTo>
                  <a:lnTo>
                    <a:pt x="768" y="101"/>
                  </a:lnTo>
                  <a:lnTo>
                    <a:pt x="929" y="81"/>
                  </a:lnTo>
                  <a:close/>
                  <a:moveTo>
                    <a:pt x="929" y="1"/>
                  </a:moveTo>
                  <a:lnTo>
                    <a:pt x="748" y="21"/>
                  </a:lnTo>
                  <a:lnTo>
                    <a:pt x="566" y="81"/>
                  </a:lnTo>
                  <a:lnTo>
                    <a:pt x="405" y="162"/>
                  </a:lnTo>
                  <a:lnTo>
                    <a:pt x="263" y="283"/>
                  </a:lnTo>
                  <a:lnTo>
                    <a:pt x="162" y="424"/>
                  </a:lnTo>
                  <a:lnTo>
                    <a:pt x="62" y="586"/>
                  </a:lnTo>
                  <a:lnTo>
                    <a:pt x="21" y="74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62" y="1312"/>
                  </a:lnTo>
                  <a:lnTo>
                    <a:pt x="162" y="1474"/>
                  </a:lnTo>
                  <a:lnTo>
                    <a:pt x="263" y="1615"/>
                  </a:lnTo>
                  <a:lnTo>
                    <a:pt x="405" y="1716"/>
                  </a:lnTo>
                  <a:lnTo>
                    <a:pt x="566" y="1817"/>
                  </a:lnTo>
                  <a:lnTo>
                    <a:pt x="748" y="1857"/>
                  </a:lnTo>
                  <a:lnTo>
                    <a:pt x="929" y="1877"/>
                  </a:lnTo>
                  <a:lnTo>
                    <a:pt x="1131" y="1857"/>
                  </a:lnTo>
                  <a:lnTo>
                    <a:pt x="1293" y="1817"/>
                  </a:lnTo>
                  <a:lnTo>
                    <a:pt x="1454" y="1716"/>
                  </a:lnTo>
                  <a:lnTo>
                    <a:pt x="1595" y="1615"/>
                  </a:lnTo>
                  <a:lnTo>
                    <a:pt x="1716" y="1474"/>
                  </a:lnTo>
                  <a:lnTo>
                    <a:pt x="1797" y="1312"/>
                  </a:lnTo>
                  <a:lnTo>
                    <a:pt x="1858" y="1131"/>
                  </a:lnTo>
                  <a:lnTo>
                    <a:pt x="1878" y="949"/>
                  </a:lnTo>
                  <a:lnTo>
                    <a:pt x="1858" y="747"/>
                  </a:lnTo>
                  <a:lnTo>
                    <a:pt x="1797" y="586"/>
                  </a:lnTo>
                  <a:lnTo>
                    <a:pt x="1716" y="424"/>
                  </a:lnTo>
                  <a:lnTo>
                    <a:pt x="1595" y="283"/>
                  </a:lnTo>
                  <a:lnTo>
                    <a:pt x="1454" y="162"/>
                  </a:lnTo>
                  <a:lnTo>
                    <a:pt x="1293" y="81"/>
                  </a:lnTo>
                  <a:lnTo>
                    <a:pt x="1131" y="21"/>
                  </a:lnTo>
                  <a:lnTo>
                    <a:pt x="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 flipH="1">
              <a:off x="-1522213" y="-1840048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9" y="0"/>
                  </a:moveTo>
                  <a:lnTo>
                    <a:pt x="727" y="20"/>
                  </a:lnTo>
                  <a:lnTo>
                    <a:pt x="546" y="61"/>
                  </a:lnTo>
                  <a:lnTo>
                    <a:pt x="404" y="162"/>
                  </a:lnTo>
                  <a:lnTo>
                    <a:pt x="263" y="263"/>
                  </a:lnTo>
                  <a:lnTo>
                    <a:pt x="162" y="404"/>
                  </a:lnTo>
                  <a:lnTo>
                    <a:pt x="61" y="545"/>
                  </a:lnTo>
                  <a:lnTo>
                    <a:pt x="21" y="727"/>
                  </a:lnTo>
                  <a:lnTo>
                    <a:pt x="1" y="908"/>
                  </a:lnTo>
                  <a:lnTo>
                    <a:pt x="21" y="1090"/>
                  </a:lnTo>
                  <a:lnTo>
                    <a:pt x="61" y="1251"/>
                  </a:lnTo>
                  <a:lnTo>
                    <a:pt x="162" y="139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6" y="1736"/>
                  </a:lnTo>
                  <a:lnTo>
                    <a:pt x="727" y="1776"/>
                  </a:lnTo>
                  <a:lnTo>
                    <a:pt x="909" y="1796"/>
                  </a:lnTo>
                  <a:lnTo>
                    <a:pt x="1090" y="1776"/>
                  </a:lnTo>
                  <a:lnTo>
                    <a:pt x="1252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393"/>
                  </a:lnTo>
                  <a:lnTo>
                    <a:pt x="1736" y="1251"/>
                  </a:lnTo>
                  <a:lnTo>
                    <a:pt x="1777" y="1090"/>
                  </a:lnTo>
                  <a:lnTo>
                    <a:pt x="1797" y="908"/>
                  </a:lnTo>
                  <a:lnTo>
                    <a:pt x="1777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2" y="61"/>
                  </a:lnTo>
                  <a:lnTo>
                    <a:pt x="1090" y="20"/>
                  </a:lnTo>
                  <a:lnTo>
                    <a:pt x="9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 flipH="1">
              <a:off x="-1524506" y="-1842340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2"/>
                  </a:moveTo>
                  <a:lnTo>
                    <a:pt x="1110" y="102"/>
                  </a:lnTo>
                  <a:lnTo>
                    <a:pt x="1272" y="142"/>
                  </a:lnTo>
                  <a:lnTo>
                    <a:pt x="1413" y="223"/>
                  </a:lnTo>
                  <a:lnTo>
                    <a:pt x="1554" y="32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6" y="768"/>
                  </a:lnTo>
                  <a:lnTo>
                    <a:pt x="1796" y="949"/>
                  </a:lnTo>
                  <a:lnTo>
                    <a:pt x="1776" y="1111"/>
                  </a:lnTo>
                  <a:lnTo>
                    <a:pt x="1736" y="1272"/>
                  </a:lnTo>
                  <a:lnTo>
                    <a:pt x="1655" y="1414"/>
                  </a:lnTo>
                  <a:lnTo>
                    <a:pt x="1554" y="1555"/>
                  </a:lnTo>
                  <a:lnTo>
                    <a:pt x="1413" y="1656"/>
                  </a:lnTo>
                  <a:lnTo>
                    <a:pt x="1272" y="1736"/>
                  </a:lnTo>
                  <a:lnTo>
                    <a:pt x="1110" y="1777"/>
                  </a:lnTo>
                  <a:lnTo>
                    <a:pt x="949" y="1797"/>
                  </a:lnTo>
                  <a:lnTo>
                    <a:pt x="767" y="1777"/>
                  </a:lnTo>
                  <a:lnTo>
                    <a:pt x="606" y="1736"/>
                  </a:lnTo>
                  <a:lnTo>
                    <a:pt x="464" y="1656"/>
                  </a:lnTo>
                  <a:lnTo>
                    <a:pt x="323" y="1555"/>
                  </a:lnTo>
                  <a:lnTo>
                    <a:pt x="222" y="1414"/>
                  </a:lnTo>
                  <a:lnTo>
                    <a:pt x="142" y="1272"/>
                  </a:lnTo>
                  <a:lnTo>
                    <a:pt x="101" y="1111"/>
                  </a:lnTo>
                  <a:lnTo>
                    <a:pt x="81" y="949"/>
                  </a:lnTo>
                  <a:lnTo>
                    <a:pt x="101" y="768"/>
                  </a:lnTo>
                  <a:lnTo>
                    <a:pt x="142" y="606"/>
                  </a:lnTo>
                  <a:lnTo>
                    <a:pt x="222" y="465"/>
                  </a:lnTo>
                  <a:lnTo>
                    <a:pt x="323" y="324"/>
                  </a:lnTo>
                  <a:lnTo>
                    <a:pt x="464" y="223"/>
                  </a:lnTo>
                  <a:lnTo>
                    <a:pt x="606" y="142"/>
                  </a:lnTo>
                  <a:lnTo>
                    <a:pt x="767" y="102"/>
                  </a:lnTo>
                  <a:lnTo>
                    <a:pt x="949" y="82"/>
                  </a:lnTo>
                  <a:close/>
                  <a:moveTo>
                    <a:pt x="949" y="1"/>
                  </a:moveTo>
                  <a:lnTo>
                    <a:pt x="747" y="21"/>
                  </a:lnTo>
                  <a:lnTo>
                    <a:pt x="565" y="82"/>
                  </a:lnTo>
                  <a:lnTo>
                    <a:pt x="424" y="162"/>
                  </a:lnTo>
                  <a:lnTo>
                    <a:pt x="283" y="283"/>
                  </a:lnTo>
                  <a:lnTo>
                    <a:pt x="162" y="405"/>
                  </a:lnTo>
                  <a:lnTo>
                    <a:pt x="81" y="566"/>
                  </a:lnTo>
                  <a:lnTo>
                    <a:pt x="21" y="748"/>
                  </a:lnTo>
                  <a:lnTo>
                    <a:pt x="0" y="949"/>
                  </a:lnTo>
                  <a:lnTo>
                    <a:pt x="21" y="1131"/>
                  </a:lnTo>
                  <a:lnTo>
                    <a:pt x="81" y="1313"/>
                  </a:lnTo>
                  <a:lnTo>
                    <a:pt x="162" y="1474"/>
                  </a:lnTo>
                  <a:lnTo>
                    <a:pt x="283" y="1595"/>
                  </a:lnTo>
                  <a:lnTo>
                    <a:pt x="424" y="1716"/>
                  </a:lnTo>
                  <a:lnTo>
                    <a:pt x="565" y="1797"/>
                  </a:lnTo>
                  <a:lnTo>
                    <a:pt x="747" y="1857"/>
                  </a:lnTo>
                  <a:lnTo>
                    <a:pt x="949" y="1878"/>
                  </a:lnTo>
                  <a:lnTo>
                    <a:pt x="1130" y="1857"/>
                  </a:lnTo>
                  <a:lnTo>
                    <a:pt x="1312" y="1797"/>
                  </a:lnTo>
                  <a:lnTo>
                    <a:pt x="1473" y="1716"/>
                  </a:lnTo>
                  <a:lnTo>
                    <a:pt x="1615" y="1595"/>
                  </a:lnTo>
                  <a:lnTo>
                    <a:pt x="1716" y="1474"/>
                  </a:lnTo>
                  <a:lnTo>
                    <a:pt x="1817" y="1313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48"/>
                  </a:lnTo>
                  <a:lnTo>
                    <a:pt x="1817" y="566"/>
                  </a:lnTo>
                  <a:lnTo>
                    <a:pt x="1716" y="405"/>
                  </a:lnTo>
                  <a:lnTo>
                    <a:pt x="1615" y="283"/>
                  </a:lnTo>
                  <a:lnTo>
                    <a:pt x="1473" y="162"/>
                  </a:lnTo>
                  <a:lnTo>
                    <a:pt x="1312" y="82"/>
                  </a:lnTo>
                  <a:lnTo>
                    <a:pt x="1130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 flipH="1">
              <a:off x="-3230321" y="-2914121"/>
              <a:ext cx="101584" cy="101640"/>
            </a:xfrm>
            <a:custGeom>
              <a:rect b="b" l="l" r="r" t="t"/>
              <a:pathLst>
                <a:path extrusionOk="0" h="1818" w="1817">
                  <a:moveTo>
                    <a:pt x="908" y="1"/>
                  </a:moveTo>
                  <a:lnTo>
                    <a:pt x="727" y="21"/>
                  </a:lnTo>
                  <a:lnTo>
                    <a:pt x="565" y="82"/>
                  </a:lnTo>
                  <a:lnTo>
                    <a:pt x="404" y="162"/>
                  </a:lnTo>
                  <a:lnTo>
                    <a:pt x="262" y="263"/>
                  </a:lnTo>
                  <a:lnTo>
                    <a:pt x="162" y="404"/>
                  </a:lnTo>
                  <a:lnTo>
                    <a:pt x="81" y="566"/>
                  </a:lnTo>
                  <a:lnTo>
                    <a:pt x="20" y="727"/>
                  </a:lnTo>
                  <a:lnTo>
                    <a:pt x="0" y="909"/>
                  </a:lnTo>
                  <a:lnTo>
                    <a:pt x="20" y="1091"/>
                  </a:lnTo>
                  <a:lnTo>
                    <a:pt x="81" y="1252"/>
                  </a:lnTo>
                  <a:lnTo>
                    <a:pt x="162" y="1413"/>
                  </a:lnTo>
                  <a:lnTo>
                    <a:pt x="262" y="1555"/>
                  </a:lnTo>
                  <a:lnTo>
                    <a:pt x="404" y="1656"/>
                  </a:lnTo>
                  <a:lnTo>
                    <a:pt x="565" y="1736"/>
                  </a:lnTo>
                  <a:lnTo>
                    <a:pt x="727" y="1797"/>
                  </a:lnTo>
                  <a:lnTo>
                    <a:pt x="908" y="1817"/>
                  </a:lnTo>
                  <a:lnTo>
                    <a:pt x="1090" y="1797"/>
                  </a:lnTo>
                  <a:lnTo>
                    <a:pt x="1251" y="1736"/>
                  </a:lnTo>
                  <a:lnTo>
                    <a:pt x="1413" y="1656"/>
                  </a:lnTo>
                  <a:lnTo>
                    <a:pt x="1534" y="1555"/>
                  </a:lnTo>
                  <a:lnTo>
                    <a:pt x="1655" y="1413"/>
                  </a:lnTo>
                  <a:lnTo>
                    <a:pt x="1736" y="1252"/>
                  </a:lnTo>
                  <a:lnTo>
                    <a:pt x="1796" y="1091"/>
                  </a:lnTo>
                  <a:lnTo>
                    <a:pt x="1816" y="909"/>
                  </a:lnTo>
                  <a:lnTo>
                    <a:pt x="1796" y="727"/>
                  </a:lnTo>
                  <a:lnTo>
                    <a:pt x="1736" y="566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82"/>
                  </a:lnTo>
                  <a:lnTo>
                    <a:pt x="1090" y="21"/>
                  </a:lnTo>
                  <a:lnTo>
                    <a:pt x="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 flipH="1">
              <a:off x="-3232558" y="-2916358"/>
              <a:ext cx="106112" cy="106112"/>
            </a:xfrm>
            <a:custGeom>
              <a:rect b="b" l="l" r="r" t="t"/>
              <a:pathLst>
                <a:path extrusionOk="0" h="1898" w="1898">
                  <a:moveTo>
                    <a:pt x="949" y="81"/>
                  </a:moveTo>
                  <a:lnTo>
                    <a:pt x="1131" y="101"/>
                  </a:lnTo>
                  <a:lnTo>
                    <a:pt x="1292" y="162"/>
                  </a:lnTo>
                  <a:lnTo>
                    <a:pt x="1434" y="243"/>
                  </a:lnTo>
                  <a:lnTo>
                    <a:pt x="1555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97" y="767"/>
                  </a:lnTo>
                  <a:lnTo>
                    <a:pt x="1817" y="949"/>
                  </a:lnTo>
                  <a:lnTo>
                    <a:pt x="1797" y="1131"/>
                  </a:lnTo>
                  <a:lnTo>
                    <a:pt x="1736" y="1292"/>
                  </a:lnTo>
                  <a:lnTo>
                    <a:pt x="1655" y="1433"/>
                  </a:lnTo>
                  <a:lnTo>
                    <a:pt x="1555" y="1554"/>
                  </a:lnTo>
                  <a:lnTo>
                    <a:pt x="1434" y="1655"/>
                  </a:lnTo>
                  <a:lnTo>
                    <a:pt x="1292" y="1736"/>
                  </a:lnTo>
                  <a:lnTo>
                    <a:pt x="1131" y="1797"/>
                  </a:lnTo>
                  <a:lnTo>
                    <a:pt x="949" y="181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44" y="1554"/>
                  </a:lnTo>
                  <a:lnTo>
                    <a:pt x="243" y="1433"/>
                  </a:lnTo>
                  <a:lnTo>
                    <a:pt x="162" y="1292"/>
                  </a:lnTo>
                  <a:lnTo>
                    <a:pt x="102" y="1131"/>
                  </a:lnTo>
                  <a:lnTo>
                    <a:pt x="81" y="949"/>
                  </a:lnTo>
                  <a:lnTo>
                    <a:pt x="102" y="767"/>
                  </a:lnTo>
                  <a:lnTo>
                    <a:pt x="162" y="606"/>
                  </a:lnTo>
                  <a:lnTo>
                    <a:pt x="243" y="465"/>
                  </a:lnTo>
                  <a:lnTo>
                    <a:pt x="344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8" y="101"/>
                  </a:lnTo>
                  <a:lnTo>
                    <a:pt x="949" y="81"/>
                  </a:lnTo>
                  <a:close/>
                  <a:moveTo>
                    <a:pt x="949" y="0"/>
                  </a:moveTo>
                  <a:lnTo>
                    <a:pt x="768" y="21"/>
                  </a:lnTo>
                  <a:lnTo>
                    <a:pt x="586" y="81"/>
                  </a:lnTo>
                  <a:lnTo>
                    <a:pt x="425" y="162"/>
                  </a:lnTo>
                  <a:lnTo>
                    <a:pt x="283" y="283"/>
                  </a:lnTo>
                  <a:lnTo>
                    <a:pt x="162" y="424"/>
                  </a:lnTo>
                  <a:lnTo>
                    <a:pt x="81" y="586"/>
                  </a:lnTo>
                  <a:lnTo>
                    <a:pt x="21" y="76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1" y="1312"/>
                  </a:lnTo>
                  <a:lnTo>
                    <a:pt x="162" y="1474"/>
                  </a:lnTo>
                  <a:lnTo>
                    <a:pt x="283" y="1615"/>
                  </a:lnTo>
                  <a:lnTo>
                    <a:pt x="425" y="1736"/>
                  </a:lnTo>
                  <a:lnTo>
                    <a:pt x="586" y="1817"/>
                  </a:lnTo>
                  <a:lnTo>
                    <a:pt x="768" y="1877"/>
                  </a:lnTo>
                  <a:lnTo>
                    <a:pt x="949" y="1897"/>
                  </a:lnTo>
                  <a:lnTo>
                    <a:pt x="1131" y="1877"/>
                  </a:lnTo>
                  <a:lnTo>
                    <a:pt x="1312" y="1817"/>
                  </a:lnTo>
                  <a:lnTo>
                    <a:pt x="1474" y="1736"/>
                  </a:lnTo>
                  <a:lnTo>
                    <a:pt x="1615" y="1615"/>
                  </a:lnTo>
                  <a:lnTo>
                    <a:pt x="1736" y="1474"/>
                  </a:lnTo>
                  <a:lnTo>
                    <a:pt x="1817" y="1312"/>
                  </a:lnTo>
                  <a:lnTo>
                    <a:pt x="1877" y="1131"/>
                  </a:lnTo>
                  <a:lnTo>
                    <a:pt x="1898" y="949"/>
                  </a:lnTo>
                  <a:lnTo>
                    <a:pt x="1877" y="767"/>
                  </a:lnTo>
                  <a:lnTo>
                    <a:pt x="1817" y="586"/>
                  </a:lnTo>
                  <a:lnTo>
                    <a:pt x="1736" y="42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2" y="81"/>
                  </a:lnTo>
                  <a:lnTo>
                    <a:pt x="1131" y="21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 flipH="1">
              <a:off x="-1102524" y="-4869280"/>
              <a:ext cx="101584" cy="100466"/>
            </a:xfrm>
            <a:custGeom>
              <a:rect b="b" l="l" r="r" t="t"/>
              <a:pathLst>
                <a:path extrusionOk="0" h="1797" w="1817">
                  <a:moveTo>
                    <a:pt x="909" y="1"/>
                  </a:moveTo>
                  <a:lnTo>
                    <a:pt x="727" y="21"/>
                  </a:lnTo>
                  <a:lnTo>
                    <a:pt x="566" y="61"/>
                  </a:lnTo>
                  <a:lnTo>
                    <a:pt x="404" y="142"/>
                  </a:lnTo>
                  <a:lnTo>
                    <a:pt x="283" y="263"/>
                  </a:lnTo>
                  <a:lnTo>
                    <a:pt x="162" y="384"/>
                  </a:lnTo>
                  <a:lnTo>
                    <a:pt x="81" y="546"/>
                  </a:lnTo>
                  <a:lnTo>
                    <a:pt x="21" y="707"/>
                  </a:lnTo>
                  <a:lnTo>
                    <a:pt x="1" y="889"/>
                  </a:lnTo>
                  <a:lnTo>
                    <a:pt x="21" y="1070"/>
                  </a:lnTo>
                  <a:lnTo>
                    <a:pt x="81" y="1252"/>
                  </a:lnTo>
                  <a:lnTo>
                    <a:pt x="162" y="1393"/>
                  </a:lnTo>
                  <a:lnTo>
                    <a:pt x="283" y="1534"/>
                  </a:lnTo>
                  <a:lnTo>
                    <a:pt x="404" y="1635"/>
                  </a:lnTo>
                  <a:lnTo>
                    <a:pt x="566" y="1716"/>
                  </a:lnTo>
                  <a:lnTo>
                    <a:pt x="727" y="1777"/>
                  </a:lnTo>
                  <a:lnTo>
                    <a:pt x="909" y="1797"/>
                  </a:lnTo>
                  <a:lnTo>
                    <a:pt x="1090" y="1777"/>
                  </a:lnTo>
                  <a:lnTo>
                    <a:pt x="1272" y="1716"/>
                  </a:lnTo>
                  <a:lnTo>
                    <a:pt x="1413" y="1635"/>
                  </a:lnTo>
                  <a:lnTo>
                    <a:pt x="1554" y="1534"/>
                  </a:lnTo>
                  <a:lnTo>
                    <a:pt x="1655" y="1393"/>
                  </a:lnTo>
                  <a:lnTo>
                    <a:pt x="1736" y="1252"/>
                  </a:lnTo>
                  <a:lnTo>
                    <a:pt x="1797" y="1070"/>
                  </a:lnTo>
                  <a:lnTo>
                    <a:pt x="1817" y="889"/>
                  </a:lnTo>
                  <a:lnTo>
                    <a:pt x="1797" y="707"/>
                  </a:lnTo>
                  <a:lnTo>
                    <a:pt x="1736" y="546"/>
                  </a:lnTo>
                  <a:lnTo>
                    <a:pt x="1655" y="384"/>
                  </a:lnTo>
                  <a:lnTo>
                    <a:pt x="1554" y="263"/>
                  </a:lnTo>
                  <a:lnTo>
                    <a:pt x="1413" y="142"/>
                  </a:lnTo>
                  <a:lnTo>
                    <a:pt x="1272" y="61"/>
                  </a:lnTo>
                  <a:lnTo>
                    <a:pt x="1090" y="21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 flipH="1">
              <a:off x="-1104816" y="-4871516"/>
              <a:ext cx="106112" cy="104994"/>
            </a:xfrm>
            <a:custGeom>
              <a:rect b="b" l="l" r="r" t="t"/>
              <a:pathLst>
                <a:path extrusionOk="0" h="1878" w="1898">
                  <a:moveTo>
                    <a:pt x="949" y="81"/>
                  </a:moveTo>
                  <a:lnTo>
                    <a:pt x="1130" y="101"/>
                  </a:lnTo>
                  <a:lnTo>
                    <a:pt x="1292" y="142"/>
                  </a:lnTo>
                  <a:lnTo>
                    <a:pt x="1433" y="222"/>
                  </a:lnTo>
                  <a:lnTo>
                    <a:pt x="1554" y="323"/>
                  </a:lnTo>
                  <a:lnTo>
                    <a:pt x="1655" y="444"/>
                  </a:lnTo>
                  <a:lnTo>
                    <a:pt x="1736" y="606"/>
                  </a:lnTo>
                  <a:lnTo>
                    <a:pt x="1796" y="767"/>
                  </a:lnTo>
                  <a:lnTo>
                    <a:pt x="1816" y="929"/>
                  </a:lnTo>
                  <a:lnTo>
                    <a:pt x="1796" y="1110"/>
                  </a:lnTo>
                  <a:lnTo>
                    <a:pt x="1736" y="1272"/>
                  </a:lnTo>
                  <a:lnTo>
                    <a:pt x="1655" y="1413"/>
                  </a:lnTo>
                  <a:lnTo>
                    <a:pt x="1554" y="1534"/>
                  </a:lnTo>
                  <a:lnTo>
                    <a:pt x="1433" y="1655"/>
                  </a:lnTo>
                  <a:lnTo>
                    <a:pt x="1292" y="1736"/>
                  </a:lnTo>
                  <a:lnTo>
                    <a:pt x="1130" y="1776"/>
                  </a:lnTo>
                  <a:lnTo>
                    <a:pt x="949" y="1796"/>
                  </a:lnTo>
                  <a:lnTo>
                    <a:pt x="787" y="1776"/>
                  </a:lnTo>
                  <a:lnTo>
                    <a:pt x="626" y="1736"/>
                  </a:lnTo>
                  <a:lnTo>
                    <a:pt x="464" y="1655"/>
                  </a:lnTo>
                  <a:lnTo>
                    <a:pt x="343" y="1534"/>
                  </a:lnTo>
                  <a:lnTo>
                    <a:pt x="242" y="1413"/>
                  </a:lnTo>
                  <a:lnTo>
                    <a:pt x="162" y="1272"/>
                  </a:lnTo>
                  <a:lnTo>
                    <a:pt x="101" y="1110"/>
                  </a:lnTo>
                  <a:lnTo>
                    <a:pt x="81" y="929"/>
                  </a:lnTo>
                  <a:lnTo>
                    <a:pt x="101" y="767"/>
                  </a:lnTo>
                  <a:lnTo>
                    <a:pt x="162" y="606"/>
                  </a:lnTo>
                  <a:lnTo>
                    <a:pt x="242" y="444"/>
                  </a:lnTo>
                  <a:lnTo>
                    <a:pt x="343" y="323"/>
                  </a:lnTo>
                  <a:lnTo>
                    <a:pt x="464" y="222"/>
                  </a:lnTo>
                  <a:lnTo>
                    <a:pt x="626" y="142"/>
                  </a:lnTo>
                  <a:lnTo>
                    <a:pt x="787" y="101"/>
                  </a:lnTo>
                  <a:lnTo>
                    <a:pt x="949" y="81"/>
                  </a:lnTo>
                  <a:close/>
                  <a:moveTo>
                    <a:pt x="949" y="0"/>
                  </a:moveTo>
                  <a:lnTo>
                    <a:pt x="767" y="21"/>
                  </a:lnTo>
                  <a:lnTo>
                    <a:pt x="585" y="61"/>
                  </a:lnTo>
                  <a:lnTo>
                    <a:pt x="424" y="162"/>
                  </a:lnTo>
                  <a:lnTo>
                    <a:pt x="283" y="263"/>
                  </a:lnTo>
                  <a:lnTo>
                    <a:pt x="162" y="404"/>
                  </a:lnTo>
                  <a:lnTo>
                    <a:pt x="81" y="565"/>
                  </a:lnTo>
                  <a:lnTo>
                    <a:pt x="20" y="747"/>
                  </a:lnTo>
                  <a:lnTo>
                    <a:pt x="0" y="929"/>
                  </a:lnTo>
                  <a:lnTo>
                    <a:pt x="20" y="1130"/>
                  </a:lnTo>
                  <a:lnTo>
                    <a:pt x="81" y="1292"/>
                  </a:lnTo>
                  <a:lnTo>
                    <a:pt x="162" y="1453"/>
                  </a:lnTo>
                  <a:lnTo>
                    <a:pt x="283" y="1595"/>
                  </a:lnTo>
                  <a:lnTo>
                    <a:pt x="424" y="1716"/>
                  </a:lnTo>
                  <a:lnTo>
                    <a:pt x="585" y="1796"/>
                  </a:lnTo>
                  <a:lnTo>
                    <a:pt x="767" y="1857"/>
                  </a:lnTo>
                  <a:lnTo>
                    <a:pt x="949" y="1877"/>
                  </a:lnTo>
                  <a:lnTo>
                    <a:pt x="1150" y="1857"/>
                  </a:lnTo>
                  <a:lnTo>
                    <a:pt x="1312" y="1796"/>
                  </a:lnTo>
                  <a:lnTo>
                    <a:pt x="1473" y="1716"/>
                  </a:lnTo>
                  <a:lnTo>
                    <a:pt x="1615" y="1595"/>
                  </a:lnTo>
                  <a:lnTo>
                    <a:pt x="1736" y="1453"/>
                  </a:lnTo>
                  <a:lnTo>
                    <a:pt x="1816" y="1292"/>
                  </a:lnTo>
                  <a:lnTo>
                    <a:pt x="1877" y="1130"/>
                  </a:lnTo>
                  <a:lnTo>
                    <a:pt x="1897" y="929"/>
                  </a:lnTo>
                  <a:lnTo>
                    <a:pt x="1877" y="747"/>
                  </a:lnTo>
                  <a:lnTo>
                    <a:pt x="1816" y="565"/>
                  </a:lnTo>
                  <a:lnTo>
                    <a:pt x="1736" y="404"/>
                  </a:lnTo>
                  <a:lnTo>
                    <a:pt x="1615" y="263"/>
                  </a:lnTo>
                  <a:lnTo>
                    <a:pt x="1473" y="162"/>
                  </a:lnTo>
                  <a:lnTo>
                    <a:pt x="1312" y="61"/>
                  </a:lnTo>
                  <a:lnTo>
                    <a:pt x="1150" y="21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 flipH="1">
              <a:off x="915810" y="-2826125"/>
              <a:ext cx="4584" cy="51994"/>
            </a:xfrm>
            <a:custGeom>
              <a:rect b="b" l="l" r="r" t="t"/>
              <a:pathLst>
                <a:path extrusionOk="0" h="930" w="82">
                  <a:moveTo>
                    <a:pt x="1" y="1"/>
                  </a:moveTo>
                  <a:lnTo>
                    <a:pt x="1" y="929"/>
                  </a:lnTo>
                  <a:lnTo>
                    <a:pt x="82" y="929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 flipH="1">
              <a:off x="892105" y="-2802420"/>
              <a:ext cx="51938" cy="4584"/>
            </a:xfrm>
            <a:custGeom>
              <a:rect b="b" l="l" r="r" t="t"/>
              <a:pathLst>
                <a:path extrusionOk="0" h="82" w="929">
                  <a:moveTo>
                    <a:pt x="0" y="1"/>
                  </a:moveTo>
                  <a:lnTo>
                    <a:pt x="0" y="81"/>
                  </a:lnTo>
                  <a:lnTo>
                    <a:pt x="928" y="81"/>
                  </a:lnTo>
                  <a:lnTo>
                    <a:pt x="92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 flipH="1">
              <a:off x="161018" y="-3857262"/>
              <a:ext cx="4584" cy="55348"/>
            </a:xfrm>
            <a:custGeom>
              <a:rect b="b" l="l" r="r" t="t"/>
              <a:pathLst>
                <a:path extrusionOk="0" h="990" w="82">
                  <a:moveTo>
                    <a:pt x="0" y="0"/>
                  </a:moveTo>
                  <a:lnTo>
                    <a:pt x="0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 flipH="1">
              <a:off x="136195" y="-3832440"/>
              <a:ext cx="55348" cy="4529"/>
            </a:xfrm>
            <a:custGeom>
              <a:rect b="b" l="l" r="r" t="t"/>
              <a:pathLst>
                <a:path extrusionOk="0" h="81" w="990">
                  <a:moveTo>
                    <a:pt x="0" y="0"/>
                  </a:moveTo>
                  <a:lnTo>
                    <a:pt x="0" y="81"/>
                  </a:lnTo>
                  <a:lnTo>
                    <a:pt x="989" y="81"/>
                  </a:lnTo>
                  <a:lnTo>
                    <a:pt x="9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 flipH="1">
              <a:off x="-2522936" y="-2096155"/>
              <a:ext cx="4584" cy="55348"/>
            </a:xfrm>
            <a:custGeom>
              <a:rect b="b" l="l" r="r" t="t"/>
              <a:pathLst>
                <a:path extrusionOk="0" h="990" w="82">
                  <a:moveTo>
                    <a:pt x="1" y="0"/>
                  </a:moveTo>
                  <a:lnTo>
                    <a:pt x="1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 flipH="1">
              <a:off x="-2548878" y="-2071332"/>
              <a:ext cx="55348" cy="4584"/>
            </a:xfrm>
            <a:custGeom>
              <a:rect b="b" l="l" r="r" t="t"/>
              <a:pathLst>
                <a:path extrusionOk="0" h="82" w="990">
                  <a:moveTo>
                    <a:pt x="1" y="0"/>
                  </a:moveTo>
                  <a:lnTo>
                    <a:pt x="1" y="81"/>
                  </a:lnTo>
                  <a:lnTo>
                    <a:pt x="990" y="81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" name="Google Shape;84;p2"/>
          <p:cNvSpPr/>
          <p:nvPr/>
        </p:nvSpPr>
        <p:spPr>
          <a:xfrm flipH="1">
            <a:off x="3923500" y="0"/>
            <a:ext cx="454800" cy="5143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" name="Google Shape;85;p2"/>
          <p:cNvGrpSpPr/>
          <p:nvPr/>
        </p:nvGrpSpPr>
        <p:grpSpPr>
          <a:xfrm>
            <a:off x="8720580" y="1912541"/>
            <a:ext cx="1209708" cy="1147945"/>
            <a:chOff x="5235125" y="2636100"/>
            <a:chExt cx="796175" cy="755525"/>
          </a:xfrm>
        </p:grpSpPr>
        <p:sp>
          <p:nvSpPr>
            <p:cNvPr id="86" name="Google Shape;86;p2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" name="Google Shape;150;p2"/>
          <p:cNvSpPr/>
          <p:nvPr/>
        </p:nvSpPr>
        <p:spPr>
          <a:xfrm>
            <a:off x="1733088" y="9325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2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2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" name="Google Shape;153;p2"/>
          <p:cNvGrpSpPr/>
          <p:nvPr/>
        </p:nvGrpSpPr>
        <p:grpSpPr>
          <a:xfrm>
            <a:off x="3539540" y="4393300"/>
            <a:ext cx="754524" cy="750237"/>
            <a:chOff x="8523754" y="10"/>
            <a:chExt cx="516408" cy="513439"/>
          </a:xfrm>
        </p:grpSpPr>
        <p:sp>
          <p:nvSpPr>
            <p:cNvPr id="154" name="Google Shape;154;p2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" name="Google Shape;156;p2"/>
          <p:cNvSpPr txBox="1"/>
          <p:nvPr>
            <p:ph type="ctrTitle"/>
          </p:nvPr>
        </p:nvSpPr>
        <p:spPr>
          <a:xfrm>
            <a:off x="4304753" y="1484801"/>
            <a:ext cx="4114800" cy="137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5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57" name="Google Shape;157;p2"/>
          <p:cNvSpPr txBox="1"/>
          <p:nvPr>
            <p:ph idx="1" type="subTitle"/>
          </p:nvPr>
        </p:nvSpPr>
        <p:spPr>
          <a:xfrm>
            <a:off x="4304753" y="3109999"/>
            <a:ext cx="34422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Dosis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3"/>
          <p:cNvSpPr/>
          <p:nvPr/>
        </p:nvSpPr>
        <p:spPr>
          <a:xfrm>
            <a:off x="2530200" y="0"/>
            <a:ext cx="4083600" cy="51435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3"/>
          <p:cNvSpPr txBox="1"/>
          <p:nvPr>
            <p:ph type="title"/>
          </p:nvPr>
        </p:nvSpPr>
        <p:spPr>
          <a:xfrm>
            <a:off x="3014400" y="2680488"/>
            <a:ext cx="31152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61" name="Google Shape;161;p3"/>
          <p:cNvSpPr txBox="1"/>
          <p:nvPr>
            <p:ph idx="1" type="subTitle"/>
          </p:nvPr>
        </p:nvSpPr>
        <p:spPr>
          <a:xfrm>
            <a:off x="3037200" y="3290867"/>
            <a:ext cx="3069600" cy="3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2" name="Google Shape;162;p3"/>
          <p:cNvSpPr txBox="1"/>
          <p:nvPr>
            <p:ph hasCustomPrompt="1" idx="2" type="title"/>
          </p:nvPr>
        </p:nvSpPr>
        <p:spPr>
          <a:xfrm>
            <a:off x="4027950" y="1693480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3" name="Google Shape;163;p3"/>
          <p:cNvSpPr/>
          <p:nvPr/>
        </p:nvSpPr>
        <p:spPr>
          <a:xfrm>
            <a:off x="8133850" y="18219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3"/>
          <p:cNvSpPr/>
          <p:nvPr/>
        </p:nvSpPr>
        <p:spPr>
          <a:xfrm rot="5400000">
            <a:off x="8133850" y="7872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3"/>
          <p:cNvSpPr/>
          <p:nvPr/>
        </p:nvSpPr>
        <p:spPr>
          <a:xfrm rot="3449335">
            <a:off x="1473204" y="-1086091"/>
            <a:ext cx="1596402" cy="180291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3"/>
          <p:cNvSpPr/>
          <p:nvPr/>
        </p:nvSpPr>
        <p:spPr>
          <a:xfrm>
            <a:off x="7290020" y="98147"/>
            <a:ext cx="6754688" cy="4497143"/>
          </a:xfrm>
          <a:custGeom>
            <a:rect b="b" l="l" r="r" t="t"/>
            <a:pathLst>
              <a:path extrusionOk="0" h="80439" w="120819">
                <a:moveTo>
                  <a:pt x="94887" y="81"/>
                </a:moveTo>
                <a:lnTo>
                  <a:pt x="96400" y="122"/>
                </a:lnTo>
                <a:lnTo>
                  <a:pt x="97914" y="182"/>
                </a:lnTo>
                <a:lnTo>
                  <a:pt x="99427" y="283"/>
                </a:lnTo>
                <a:lnTo>
                  <a:pt x="100941" y="424"/>
                </a:lnTo>
                <a:lnTo>
                  <a:pt x="102454" y="586"/>
                </a:lnTo>
                <a:lnTo>
                  <a:pt x="103968" y="788"/>
                </a:lnTo>
                <a:lnTo>
                  <a:pt x="105481" y="1030"/>
                </a:lnTo>
                <a:lnTo>
                  <a:pt x="106894" y="1272"/>
                </a:lnTo>
                <a:lnTo>
                  <a:pt x="107620" y="1413"/>
                </a:lnTo>
                <a:lnTo>
                  <a:pt x="108367" y="1595"/>
                </a:lnTo>
                <a:lnTo>
                  <a:pt x="109114" y="1777"/>
                </a:lnTo>
                <a:lnTo>
                  <a:pt x="109860" y="1998"/>
                </a:lnTo>
                <a:lnTo>
                  <a:pt x="110607" y="2241"/>
                </a:lnTo>
                <a:lnTo>
                  <a:pt x="111354" y="2503"/>
                </a:lnTo>
                <a:lnTo>
                  <a:pt x="112100" y="2806"/>
                </a:lnTo>
                <a:lnTo>
                  <a:pt x="112827" y="3129"/>
                </a:lnTo>
                <a:lnTo>
                  <a:pt x="113533" y="3492"/>
                </a:lnTo>
                <a:lnTo>
                  <a:pt x="114219" y="3895"/>
                </a:lnTo>
                <a:lnTo>
                  <a:pt x="114562" y="4117"/>
                </a:lnTo>
                <a:lnTo>
                  <a:pt x="114885" y="4339"/>
                </a:lnTo>
                <a:lnTo>
                  <a:pt x="115208" y="4582"/>
                </a:lnTo>
                <a:lnTo>
                  <a:pt x="115531" y="4824"/>
                </a:lnTo>
                <a:lnTo>
                  <a:pt x="115834" y="5086"/>
                </a:lnTo>
                <a:lnTo>
                  <a:pt x="116136" y="5369"/>
                </a:lnTo>
                <a:lnTo>
                  <a:pt x="116419" y="5651"/>
                </a:lnTo>
                <a:lnTo>
                  <a:pt x="116701" y="5934"/>
                </a:lnTo>
                <a:lnTo>
                  <a:pt x="117044" y="6317"/>
                </a:lnTo>
                <a:lnTo>
                  <a:pt x="117367" y="6721"/>
                </a:lnTo>
                <a:lnTo>
                  <a:pt x="117690" y="7165"/>
                </a:lnTo>
                <a:lnTo>
                  <a:pt x="118033" y="7669"/>
                </a:lnTo>
                <a:lnTo>
                  <a:pt x="118336" y="8194"/>
                </a:lnTo>
                <a:lnTo>
                  <a:pt x="118659" y="8799"/>
                </a:lnTo>
                <a:lnTo>
                  <a:pt x="118941" y="9445"/>
                </a:lnTo>
                <a:lnTo>
                  <a:pt x="119224" y="10171"/>
                </a:lnTo>
                <a:lnTo>
                  <a:pt x="119486" y="10958"/>
                </a:lnTo>
                <a:lnTo>
                  <a:pt x="119728" y="11826"/>
                </a:lnTo>
                <a:lnTo>
                  <a:pt x="119950" y="12795"/>
                </a:lnTo>
                <a:lnTo>
                  <a:pt x="120152" y="13824"/>
                </a:lnTo>
                <a:lnTo>
                  <a:pt x="120334" y="14974"/>
                </a:lnTo>
                <a:lnTo>
                  <a:pt x="120475" y="16205"/>
                </a:lnTo>
                <a:lnTo>
                  <a:pt x="120576" y="17557"/>
                </a:lnTo>
                <a:lnTo>
                  <a:pt x="120657" y="19010"/>
                </a:lnTo>
                <a:lnTo>
                  <a:pt x="120697" y="20241"/>
                </a:lnTo>
                <a:lnTo>
                  <a:pt x="120717" y="21472"/>
                </a:lnTo>
                <a:lnTo>
                  <a:pt x="120737" y="22683"/>
                </a:lnTo>
                <a:lnTo>
                  <a:pt x="120737" y="23914"/>
                </a:lnTo>
                <a:lnTo>
                  <a:pt x="120717" y="25145"/>
                </a:lnTo>
                <a:lnTo>
                  <a:pt x="120697" y="26376"/>
                </a:lnTo>
                <a:lnTo>
                  <a:pt x="120657" y="27607"/>
                </a:lnTo>
                <a:lnTo>
                  <a:pt x="120616" y="28838"/>
                </a:lnTo>
                <a:lnTo>
                  <a:pt x="120536" y="30049"/>
                </a:lnTo>
                <a:lnTo>
                  <a:pt x="120455" y="31280"/>
                </a:lnTo>
                <a:lnTo>
                  <a:pt x="120374" y="32511"/>
                </a:lnTo>
                <a:lnTo>
                  <a:pt x="120253" y="33722"/>
                </a:lnTo>
                <a:lnTo>
                  <a:pt x="120152" y="34953"/>
                </a:lnTo>
                <a:lnTo>
                  <a:pt x="120011" y="36163"/>
                </a:lnTo>
                <a:lnTo>
                  <a:pt x="119870" y="37394"/>
                </a:lnTo>
                <a:lnTo>
                  <a:pt x="119708" y="38605"/>
                </a:lnTo>
                <a:lnTo>
                  <a:pt x="119567" y="39533"/>
                </a:lnTo>
                <a:lnTo>
                  <a:pt x="119405" y="40462"/>
                </a:lnTo>
                <a:lnTo>
                  <a:pt x="119224" y="41390"/>
                </a:lnTo>
                <a:lnTo>
                  <a:pt x="119103" y="41834"/>
                </a:lnTo>
                <a:lnTo>
                  <a:pt x="118982" y="42278"/>
                </a:lnTo>
                <a:lnTo>
                  <a:pt x="118820" y="42722"/>
                </a:lnTo>
                <a:lnTo>
                  <a:pt x="118659" y="43166"/>
                </a:lnTo>
                <a:lnTo>
                  <a:pt x="118497" y="43590"/>
                </a:lnTo>
                <a:lnTo>
                  <a:pt x="118296" y="43993"/>
                </a:lnTo>
                <a:lnTo>
                  <a:pt x="118074" y="44397"/>
                </a:lnTo>
                <a:lnTo>
                  <a:pt x="117831" y="44800"/>
                </a:lnTo>
                <a:lnTo>
                  <a:pt x="117549" y="45164"/>
                </a:lnTo>
                <a:lnTo>
                  <a:pt x="117266" y="45527"/>
                </a:lnTo>
                <a:lnTo>
                  <a:pt x="117105" y="45709"/>
                </a:lnTo>
                <a:lnTo>
                  <a:pt x="116943" y="45870"/>
                </a:lnTo>
                <a:lnTo>
                  <a:pt x="116782" y="45991"/>
                </a:lnTo>
                <a:lnTo>
                  <a:pt x="116621" y="46112"/>
                </a:lnTo>
                <a:lnTo>
                  <a:pt x="116459" y="46193"/>
                </a:lnTo>
                <a:lnTo>
                  <a:pt x="116298" y="46253"/>
                </a:lnTo>
                <a:lnTo>
                  <a:pt x="116136" y="46294"/>
                </a:lnTo>
                <a:lnTo>
                  <a:pt x="115975" y="46314"/>
                </a:lnTo>
                <a:lnTo>
                  <a:pt x="115813" y="46314"/>
                </a:lnTo>
                <a:lnTo>
                  <a:pt x="115632" y="46294"/>
                </a:lnTo>
                <a:lnTo>
                  <a:pt x="115490" y="46253"/>
                </a:lnTo>
                <a:lnTo>
                  <a:pt x="115349" y="46193"/>
                </a:lnTo>
                <a:lnTo>
                  <a:pt x="115228" y="46092"/>
                </a:lnTo>
                <a:lnTo>
                  <a:pt x="115107" y="45991"/>
                </a:lnTo>
                <a:lnTo>
                  <a:pt x="115006" y="45890"/>
                </a:lnTo>
                <a:lnTo>
                  <a:pt x="114905" y="45749"/>
                </a:lnTo>
                <a:lnTo>
                  <a:pt x="114724" y="45446"/>
                </a:lnTo>
                <a:lnTo>
                  <a:pt x="114562" y="45103"/>
                </a:lnTo>
                <a:lnTo>
                  <a:pt x="114441" y="44740"/>
                </a:lnTo>
                <a:lnTo>
                  <a:pt x="114300" y="44336"/>
                </a:lnTo>
                <a:lnTo>
                  <a:pt x="114360" y="44316"/>
                </a:lnTo>
                <a:lnTo>
                  <a:pt x="114199" y="43751"/>
                </a:lnTo>
                <a:lnTo>
                  <a:pt x="114017" y="43186"/>
                </a:lnTo>
                <a:lnTo>
                  <a:pt x="113816" y="42641"/>
                </a:lnTo>
                <a:lnTo>
                  <a:pt x="113594" y="42096"/>
                </a:lnTo>
                <a:lnTo>
                  <a:pt x="113331" y="41551"/>
                </a:lnTo>
                <a:lnTo>
                  <a:pt x="113049" y="41027"/>
                </a:lnTo>
                <a:lnTo>
                  <a:pt x="112746" y="40522"/>
                </a:lnTo>
                <a:lnTo>
                  <a:pt x="112403" y="40018"/>
                </a:lnTo>
                <a:lnTo>
                  <a:pt x="112040" y="39533"/>
                </a:lnTo>
                <a:lnTo>
                  <a:pt x="111656" y="39049"/>
                </a:lnTo>
                <a:lnTo>
                  <a:pt x="111253" y="38605"/>
                </a:lnTo>
                <a:lnTo>
                  <a:pt x="110829" y="38161"/>
                </a:lnTo>
                <a:lnTo>
                  <a:pt x="110365" y="37717"/>
                </a:lnTo>
                <a:lnTo>
                  <a:pt x="109901" y="37314"/>
                </a:lnTo>
                <a:lnTo>
                  <a:pt x="109396" y="36910"/>
                </a:lnTo>
                <a:lnTo>
                  <a:pt x="108892" y="36547"/>
                </a:lnTo>
                <a:lnTo>
                  <a:pt x="108367" y="36184"/>
                </a:lnTo>
                <a:lnTo>
                  <a:pt x="107822" y="35861"/>
                </a:lnTo>
                <a:lnTo>
                  <a:pt x="107277" y="35558"/>
                </a:lnTo>
                <a:lnTo>
                  <a:pt x="106712" y="35275"/>
                </a:lnTo>
                <a:lnTo>
                  <a:pt x="106147" y="35033"/>
                </a:lnTo>
                <a:lnTo>
                  <a:pt x="105582" y="34811"/>
                </a:lnTo>
                <a:lnTo>
                  <a:pt x="104997" y="34610"/>
                </a:lnTo>
                <a:lnTo>
                  <a:pt x="104412" y="34428"/>
                </a:lnTo>
                <a:lnTo>
                  <a:pt x="103826" y="34287"/>
                </a:lnTo>
                <a:lnTo>
                  <a:pt x="103241" y="34166"/>
                </a:lnTo>
                <a:lnTo>
                  <a:pt x="102636" y="34065"/>
                </a:lnTo>
                <a:lnTo>
                  <a:pt x="102051" y="34004"/>
                </a:lnTo>
                <a:lnTo>
                  <a:pt x="101445" y="33964"/>
                </a:lnTo>
                <a:lnTo>
                  <a:pt x="100860" y="33944"/>
                </a:lnTo>
                <a:lnTo>
                  <a:pt x="100255" y="33964"/>
                </a:lnTo>
                <a:lnTo>
                  <a:pt x="99669" y="34004"/>
                </a:lnTo>
                <a:lnTo>
                  <a:pt x="99084" y="34085"/>
                </a:lnTo>
                <a:lnTo>
                  <a:pt x="98499" y="34166"/>
                </a:lnTo>
                <a:lnTo>
                  <a:pt x="97914" y="34307"/>
                </a:lnTo>
                <a:lnTo>
                  <a:pt x="97349" y="34448"/>
                </a:lnTo>
                <a:lnTo>
                  <a:pt x="96763" y="34630"/>
                </a:lnTo>
                <a:lnTo>
                  <a:pt x="96198" y="34831"/>
                </a:lnTo>
                <a:lnTo>
                  <a:pt x="95654" y="35053"/>
                </a:lnTo>
                <a:lnTo>
                  <a:pt x="95109" y="35296"/>
                </a:lnTo>
                <a:lnTo>
                  <a:pt x="94564" y="35578"/>
                </a:lnTo>
                <a:lnTo>
                  <a:pt x="94019" y="35861"/>
                </a:lnTo>
                <a:lnTo>
                  <a:pt x="93494" y="36184"/>
                </a:lnTo>
                <a:lnTo>
                  <a:pt x="92990" y="36527"/>
                </a:lnTo>
                <a:lnTo>
                  <a:pt x="92485" y="36910"/>
                </a:lnTo>
                <a:lnTo>
                  <a:pt x="92001" y="37293"/>
                </a:lnTo>
                <a:lnTo>
                  <a:pt x="91517" y="37697"/>
                </a:lnTo>
                <a:lnTo>
                  <a:pt x="91052" y="38141"/>
                </a:lnTo>
                <a:lnTo>
                  <a:pt x="90609" y="38585"/>
                </a:lnTo>
                <a:lnTo>
                  <a:pt x="90185" y="39049"/>
                </a:lnTo>
                <a:lnTo>
                  <a:pt x="89781" y="39513"/>
                </a:lnTo>
                <a:lnTo>
                  <a:pt x="89398" y="40018"/>
                </a:lnTo>
                <a:lnTo>
                  <a:pt x="89055" y="40502"/>
                </a:lnTo>
                <a:lnTo>
                  <a:pt x="88712" y="41027"/>
                </a:lnTo>
                <a:lnTo>
                  <a:pt x="88389" y="41551"/>
                </a:lnTo>
                <a:lnTo>
                  <a:pt x="88086" y="42076"/>
                </a:lnTo>
                <a:lnTo>
                  <a:pt x="87824" y="42621"/>
                </a:lnTo>
                <a:lnTo>
                  <a:pt x="87561" y="43186"/>
                </a:lnTo>
                <a:lnTo>
                  <a:pt x="87339" y="43751"/>
                </a:lnTo>
                <a:lnTo>
                  <a:pt x="87138" y="44316"/>
                </a:lnTo>
                <a:lnTo>
                  <a:pt x="86956" y="44881"/>
                </a:lnTo>
                <a:lnTo>
                  <a:pt x="86815" y="45466"/>
                </a:lnTo>
                <a:lnTo>
                  <a:pt x="86673" y="46052"/>
                </a:lnTo>
                <a:lnTo>
                  <a:pt x="86573" y="46637"/>
                </a:lnTo>
                <a:lnTo>
                  <a:pt x="86492" y="47283"/>
                </a:lnTo>
                <a:lnTo>
                  <a:pt x="86411" y="47928"/>
                </a:lnTo>
                <a:lnTo>
                  <a:pt x="86290" y="49240"/>
                </a:lnTo>
                <a:lnTo>
                  <a:pt x="86209" y="50330"/>
                </a:lnTo>
                <a:lnTo>
                  <a:pt x="86088" y="51399"/>
                </a:lnTo>
                <a:lnTo>
                  <a:pt x="86007" y="51924"/>
                </a:lnTo>
                <a:lnTo>
                  <a:pt x="85927" y="52449"/>
                </a:lnTo>
                <a:lnTo>
                  <a:pt x="85806" y="52973"/>
                </a:lnTo>
                <a:lnTo>
                  <a:pt x="85685" y="53458"/>
                </a:lnTo>
                <a:lnTo>
                  <a:pt x="85543" y="53962"/>
                </a:lnTo>
                <a:lnTo>
                  <a:pt x="85362" y="54426"/>
                </a:lnTo>
                <a:lnTo>
                  <a:pt x="85160" y="54870"/>
                </a:lnTo>
                <a:lnTo>
                  <a:pt x="84918" y="55314"/>
                </a:lnTo>
                <a:lnTo>
                  <a:pt x="84655" y="55718"/>
                </a:lnTo>
                <a:lnTo>
                  <a:pt x="84353" y="56101"/>
                </a:lnTo>
                <a:lnTo>
                  <a:pt x="84171" y="56303"/>
                </a:lnTo>
                <a:lnTo>
                  <a:pt x="84010" y="56465"/>
                </a:lnTo>
                <a:lnTo>
                  <a:pt x="83808" y="56646"/>
                </a:lnTo>
                <a:lnTo>
                  <a:pt x="83606" y="56808"/>
                </a:lnTo>
                <a:lnTo>
                  <a:pt x="83344" y="56989"/>
                </a:lnTo>
                <a:lnTo>
                  <a:pt x="83041" y="57191"/>
                </a:lnTo>
                <a:lnTo>
                  <a:pt x="82658" y="57393"/>
                </a:lnTo>
                <a:lnTo>
                  <a:pt x="82173" y="57595"/>
                </a:lnTo>
                <a:lnTo>
                  <a:pt x="81628" y="57776"/>
                </a:lnTo>
                <a:lnTo>
                  <a:pt x="81326" y="57877"/>
                </a:lnTo>
                <a:lnTo>
                  <a:pt x="80983" y="57958"/>
                </a:lnTo>
                <a:lnTo>
                  <a:pt x="80599" y="58018"/>
                </a:lnTo>
                <a:lnTo>
                  <a:pt x="80216" y="58099"/>
                </a:lnTo>
                <a:lnTo>
                  <a:pt x="79792" y="58160"/>
                </a:lnTo>
                <a:lnTo>
                  <a:pt x="79328" y="58200"/>
                </a:lnTo>
                <a:lnTo>
                  <a:pt x="78642" y="58261"/>
                </a:lnTo>
                <a:lnTo>
                  <a:pt x="77935" y="58281"/>
                </a:lnTo>
                <a:lnTo>
                  <a:pt x="77249" y="58301"/>
                </a:lnTo>
                <a:lnTo>
                  <a:pt x="76543" y="58301"/>
                </a:lnTo>
                <a:lnTo>
                  <a:pt x="75837" y="58281"/>
                </a:lnTo>
                <a:lnTo>
                  <a:pt x="75151" y="58240"/>
                </a:lnTo>
                <a:lnTo>
                  <a:pt x="74444" y="58180"/>
                </a:lnTo>
                <a:lnTo>
                  <a:pt x="73758" y="58119"/>
                </a:lnTo>
                <a:lnTo>
                  <a:pt x="72366" y="57958"/>
                </a:lnTo>
                <a:lnTo>
                  <a:pt x="70994" y="57776"/>
                </a:lnTo>
                <a:lnTo>
                  <a:pt x="69601" y="57574"/>
                </a:lnTo>
                <a:lnTo>
                  <a:pt x="68249" y="57352"/>
                </a:lnTo>
                <a:lnTo>
                  <a:pt x="66937" y="57151"/>
                </a:lnTo>
                <a:lnTo>
                  <a:pt x="65605" y="56949"/>
                </a:lnTo>
                <a:lnTo>
                  <a:pt x="64294" y="56767"/>
                </a:lnTo>
                <a:lnTo>
                  <a:pt x="62962" y="56606"/>
                </a:lnTo>
                <a:lnTo>
                  <a:pt x="61771" y="56505"/>
                </a:lnTo>
                <a:lnTo>
                  <a:pt x="60581" y="56424"/>
                </a:lnTo>
                <a:lnTo>
                  <a:pt x="59390" y="56384"/>
                </a:lnTo>
                <a:lnTo>
                  <a:pt x="58179" y="56364"/>
                </a:lnTo>
                <a:lnTo>
                  <a:pt x="56968" y="56384"/>
                </a:lnTo>
                <a:lnTo>
                  <a:pt x="55778" y="56444"/>
                </a:lnTo>
                <a:lnTo>
                  <a:pt x="54567" y="56525"/>
                </a:lnTo>
                <a:lnTo>
                  <a:pt x="53356" y="56646"/>
                </a:lnTo>
                <a:lnTo>
                  <a:pt x="52145" y="56787"/>
                </a:lnTo>
                <a:lnTo>
                  <a:pt x="50935" y="56949"/>
                </a:lnTo>
                <a:lnTo>
                  <a:pt x="49744" y="57151"/>
                </a:lnTo>
                <a:lnTo>
                  <a:pt x="48553" y="57393"/>
                </a:lnTo>
                <a:lnTo>
                  <a:pt x="47343" y="57655"/>
                </a:lnTo>
                <a:lnTo>
                  <a:pt x="46172" y="57958"/>
                </a:lnTo>
                <a:lnTo>
                  <a:pt x="44981" y="58281"/>
                </a:lnTo>
                <a:lnTo>
                  <a:pt x="43811" y="58644"/>
                </a:lnTo>
                <a:lnTo>
                  <a:pt x="42661" y="59027"/>
                </a:lnTo>
                <a:lnTo>
                  <a:pt x="41510" y="59451"/>
                </a:lnTo>
                <a:lnTo>
                  <a:pt x="40380" y="59895"/>
                </a:lnTo>
                <a:lnTo>
                  <a:pt x="39250" y="60359"/>
                </a:lnTo>
                <a:lnTo>
                  <a:pt x="38140" y="60864"/>
                </a:lnTo>
                <a:lnTo>
                  <a:pt x="37031" y="61409"/>
                </a:lnTo>
                <a:lnTo>
                  <a:pt x="35961" y="61954"/>
                </a:lnTo>
                <a:lnTo>
                  <a:pt x="34891" y="62539"/>
                </a:lnTo>
                <a:lnTo>
                  <a:pt x="33842" y="63144"/>
                </a:lnTo>
                <a:lnTo>
                  <a:pt x="32813" y="63790"/>
                </a:lnTo>
                <a:lnTo>
                  <a:pt x="31784" y="64436"/>
                </a:lnTo>
                <a:lnTo>
                  <a:pt x="30795" y="65122"/>
                </a:lnTo>
                <a:lnTo>
                  <a:pt x="29826" y="65828"/>
                </a:lnTo>
                <a:lnTo>
                  <a:pt x="28878" y="66555"/>
                </a:lnTo>
                <a:lnTo>
                  <a:pt x="27950" y="67321"/>
                </a:lnTo>
                <a:lnTo>
                  <a:pt x="27041" y="68088"/>
                </a:lnTo>
                <a:lnTo>
                  <a:pt x="26113" y="68916"/>
                </a:lnTo>
                <a:lnTo>
                  <a:pt x="25205" y="69763"/>
                </a:lnTo>
                <a:lnTo>
                  <a:pt x="23429" y="71499"/>
                </a:lnTo>
                <a:lnTo>
                  <a:pt x="22279" y="72609"/>
                </a:lnTo>
                <a:lnTo>
                  <a:pt x="21129" y="73719"/>
                </a:lnTo>
                <a:lnTo>
                  <a:pt x="19938" y="74788"/>
                </a:lnTo>
                <a:lnTo>
                  <a:pt x="19333" y="75313"/>
                </a:lnTo>
                <a:lnTo>
                  <a:pt x="18707" y="75837"/>
                </a:lnTo>
                <a:lnTo>
                  <a:pt x="18081" y="76342"/>
                </a:lnTo>
                <a:lnTo>
                  <a:pt x="17456" y="76826"/>
                </a:lnTo>
                <a:lnTo>
                  <a:pt x="16810" y="77290"/>
                </a:lnTo>
                <a:lnTo>
                  <a:pt x="16144" y="77734"/>
                </a:lnTo>
                <a:lnTo>
                  <a:pt x="15458" y="78158"/>
                </a:lnTo>
                <a:lnTo>
                  <a:pt x="14772" y="78542"/>
                </a:lnTo>
                <a:lnTo>
                  <a:pt x="14066" y="78925"/>
                </a:lnTo>
                <a:lnTo>
                  <a:pt x="13339" y="79268"/>
                </a:lnTo>
                <a:lnTo>
                  <a:pt x="12915" y="79450"/>
                </a:lnTo>
                <a:lnTo>
                  <a:pt x="12492" y="79611"/>
                </a:lnTo>
                <a:lnTo>
                  <a:pt x="12048" y="79752"/>
                </a:lnTo>
                <a:lnTo>
                  <a:pt x="11604" y="79894"/>
                </a:lnTo>
                <a:lnTo>
                  <a:pt x="11160" y="79995"/>
                </a:lnTo>
                <a:lnTo>
                  <a:pt x="10716" y="80095"/>
                </a:lnTo>
                <a:lnTo>
                  <a:pt x="10252" y="80196"/>
                </a:lnTo>
                <a:lnTo>
                  <a:pt x="9787" y="80257"/>
                </a:lnTo>
                <a:lnTo>
                  <a:pt x="9344" y="80297"/>
                </a:lnTo>
                <a:lnTo>
                  <a:pt x="8879" y="80338"/>
                </a:lnTo>
                <a:lnTo>
                  <a:pt x="8415" y="80358"/>
                </a:lnTo>
                <a:lnTo>
                  <a:pt x="7951" y="80358"/>
                </a:lnTo>
                <a:lnTo>
                  <a:pt x="7507" y="80338"/>
                </a:lnTo>
                <a:lnTo>
                  <a:pt x="7063" y="80317"/>
                </a:lnTo>
                <a:lnTo>
                  <a:pt x="6619" y="80257"/>
                </a:lnTo>
                <a:lnTo>
                  <a:pt x="6175" y="80196"/>
                </a:lnTo>
                <a:lnTo>
                  <a:pt x="5691" y="80095"/>
                </a:lnTo>
                <a:lnTo>
                  <a:pt x="5247" y="79974"/>
                </a:lnTo>
                <a:lnTo>
                  <a:pt x="4803" y="79853"/>
                </a:lnTo>
                <a:lnTo>
                  <a:pt x="4379" y="79692"/>
                </a:lnTo>
                <a:lnTo>
                  <a:pt x="3955" y="79510"/>
                </a:lnTo>
                <a:lnTo>
                  <a:pt x="3572" y="79329"/>
                </a:lnTo>
                <a:lnTo>
                  <a:pt x="3189" y="79107"/>
                </a:lnTo>
                <a:lnTo>
                  <a:pt x="2846" y="78885"/>
                </a:lnTo>
                <a:lnTo>
                  <a:pt x="2502" y="78642"/>
                </a:lnTo>
                <a:lnTo>
                  <a:pt x="2180" y="78380"/>
                </a:lnTo>
                <a:lnTo>
                  <a:pt x="1897" y="78098"/>
                </a:lnTo>
                <a:lnTo>
                  <a:pt x="1615" y="77795"/>
                </a:lnTo>
                <a:lnTo>
                  <a:pt x="1352" y="77472"/>
                </a:lnTo>
                <a:lnTo>
                  <a:pt x="1130" y="77149"/>
                </a:lnTo>
                <a:lnTo>
                  <a:pt x="908" y="76806"/>
                </a:lnTo>
                <a:lnTo>
                  <a:pt x="727" y="76443"/>
                </a:lnTo>
                <a:lnTo>
                  <a:pt x="585" y="76180"/>
                </a:lnTo>
                <a:lnTo>
                  <a:pt x="484" y="75898"/>
                </a:lnTo>
                <a:lnTo>
                  <a:pt x="384" y="75636"/>
                </a:lnTo>
                <a:lnTo>
                  <a:pt x="303" y="75353"/>
                </a:lnTo>
                <a:lnTo>
                  <a:pt x="242" y="75050"/>
                </a:lnTo>
                <a:lnTo>
                  <a:pt x="182" y="74768"/>
                </a:lnTo>
                <a:lnTo>
                  <a:pt x="141" y="74465"/>
                </a:lnTo>
                <a:lnTo>
                  <a:pt x="101" y="74162"/>
                </a:lnTo>
                <a:lnTo>
                  <a:pt x="81" y="73860"/>
                </a:lnTo>
                <a:lnTo>
                  <a:pt x="81" y="73557"/>
                </a:lnTo>
                <a:lnTo>
                  <a:pt x="101" y="73254"/>
                </a:lnTo>
                <a:lnTo>
                  <a:pt x="121" y="72952"/>
                </a:lnTo>
                <a:lnTo>
                  <a:pt x="162" y="72629"/>
                </a:lnTo>
                <a:lnTo>
                  <a:pt x="202" y="72306"/>
                </a:lnTo>
                <a:lnTo>
                  <a:pt x="262" y="71983"/>
                </a:lnTo>
                <a:lnTo>
                  <a:pt x="343" y="71680"/>
                </a:lnTo>
                <a:lnTo>
                  <a:pt x="525" y="71075"/>
                </a:lnTo>
                <a:lnTo>
                  <a:pt x="727" y="70490"/>
                </a:lnTo>
                <a:lnTo>
                  <a:pt x="989" y="69925"/>
                </a:lnTo>
                <a:lnTo>
                  <a:pt x="1292" y="69380"/>
                </a:lnTo>
                <a:lnTo>
                  <a:pt x="1615" y="68835"/>
                </a:lnTo>
                <a:lnTo>
                  <a:pt x="1998" y="68330"/>
                </a:lnTo>
                <a:lnTo>
                  <a:pt x="2381" y="67846"/>
                </a:lnTo>
                <a:lnTo>
                  <a:pt x="2825" y="67382"/>
                </a:lnTo>
                <a:lnTo>
                  <a:pt x="3209" y="67019"/>
                </a:lnTo>
                <a:lnTo>
                  <a:pt x="3612" y="66676"/>
                </a:lnTo>
                <a:lnTo>
                  <a:pt x="4036" y="66353"/>
                </a:lnTo>
                <a:lnTo>
                  <a:pt x="4500" y="66030"/>
                </a:lnTo>
                <a:lnTo>
                  <a:pt x="4964" y="65727"/>
                </a:lnTo>
                <a:lnTo>
                  <a:pt x="5449" y="65445"/>
                </a:lnTo>
                <a:lnTo>
                  <a:pt x="5973" y="65162"/>
                </a:lnTo>
                <a:lnTo>
                  <a:pt x="6518" y="64900"/>
                </a:lnTo>
                <a:lnTo>
                  <a:pt x="7063" y="64658"/>
                </a:lnTo>
                <a:lnTo>
                  <a:pt x="7669" y="64415"/>
                </a:lnTo>
                <a:lnTo>
                  <a:pt x="8274" y="64194"/>
                </a:lnTo>
                <a:lnTo>
                  <a:pt x="8920" y="63992"/>
                </a:lnTo>
                <a:lnTo>
                  <a:pt x="9586" y="63790"/>
                </a:lnTo>
                <a:lnTo>
                  <a:pt x="10272" y="63608"/>
                </a:lnTo>
                <a:lnTo>
                  <a:pt x="10978" y="63427"/>
                </a:lnTo>
                <a:lnTo>
                  <a:pt x="11745" y="63265"/>
                </a:lnTo>
                <a:lnTo>
                  <a:pt x="12673" y="63084"/>
                </a:lnTo>
                <a:lnTo>
                  <a:pt x="13460" y="62942"/>
                </a:lnTo>
                <a:lnTo>
                  <a:pt x="14227" y="62781"/>
                </a:lnTo>
                <a:lnTo>
                  <a:pt x="15014" y="62579"/>
                </a:lnTo>
                <a:lnTo>
                  <a:pt x="15761" y="62377"/>
                </a:lnTo>
                <a:lnTo>
                  <a:pt x="16144" y="62256"/>
                </a:lnTo>
                <a:lnTo>
                  <a:pt x="16507" y="62115"/>
                </a:lnTo>
                <a:lnTo>
                  <a:pt x="16871" y="61974"/>
                </a:lnTo>
                <a:lnTo>
                  <a:pt x="17234" y="61812"/>
                </a:lnTo>
                <a:lnTo>
                  <a:pt x="17577" y="61631"/>
                </a:lnTo>
                <a:lnTo>
                  <a:pt x="17920" y="61429"/>
                </a:lnTo>
                <a:lnTo>
                  <a:pt x="18243" y="61227"/>
                </a:lnTo>
                <a:lnTo>
                  <a:pt x="18566" y="61005"/>
                </a:lnTo>
                <a:lnTo>
                  <a:pt x="18909" y="60723"/>
                </a:lnTo>
                <a:lnTo>
                  <a:pt x="19232" y="60420"/>
                </a:lnTo>
                <a:lnTo>
                  <a:pt x="19534" y="60097"/>
                </a:lnTo>
                <a:lnTo>
                  <a:pt x="19817" y="59754"/>
                </a:lnTo>
                <a:lnTo>
                  <a:pt x="20099" y="59391"/>
                </a:lnTo>
                <a:lnTo>
                  <a:pt x="20362" y="59007"/>
                </a:lnTo>
                <a:lnTo>
                  <a:pt x="20604" y="58604"/>
                </a:lnTo>
                <a:lnTo>
                  <a:pt x="20826" y="58160"/>
                </a:lnTo>
                <a:lnTo>
                  <a:pt x="21028" y="57716"/>
                </a:lnTo>
                <a:lnTo>
                  <a:pt x="21230" y="57252"/>
                </a:lnTo>
                <a:lnTo>
                  <a:pt x="21391" y="56767"/>
                </a:lnTo>
                <a:lnTo>
                  <a:pt x="21552" y="56263"/>
                </a:lnTo>
                <a:lnTo>
                  <a:pt x="21694" y="55738"/>
                </a:lnTo>
                <a:lnTo>
                  <a:pt x="21795" y="55213"/>
                </a:lnTo>
                <a:lnTo>
                  <a:pt x="21895" y="54648"/>
                </a:lnTo>
                <a:lnTo>
                  <a:pt x="21976" y="54083"/>
                </a:lnTo>
                <a:lnTo>
                  <a:pt x="22037" y="53478"/>
                </a:lnTo>
                <a:lnTo>
                  <a:pt x="22077" y="52872"/>
                </a:lnTo>
                <a:lnTo>
                  <a:pt x="22097" y="52267"/>
                </a:lnTo>
                <a:lnTo>
                  <a:pt x="22117" y="51662"/>
                </a:lnTo>
                <a:lnTo>
                  <a:pt x="22097" y="51056"/>
                </a:lnTo>
                <a:lnTo>
                  <a:pt x="22077" y="50451"/>
                </a:lnTo>
                <a:lnTo>
                  <a:pt x="21996" y="49240"/>
                </a:lnTo>
                <a:lnTo>
                  <a:pt x="21875" y="48029"/>
                </a:lnTo>
                <a:lnTo>
                  <a:pt x="21734" y="46818"/>
                </a:lnTo>
                <a:lnTo>
                  <a:pt x="21552" y="45608"/>
                </a:lnTo>
                <a:lnTo>
                  <a:pt x="21371" y="44417"/>
                </a:lnTo>
                <a:lnTo>
                  <a:pt x="21068" y="42359"/>
                </a:lnTo>
                <a:lnTo>
                  <a:pt x="20927" y="41309"/>
                </a:lnTo>
                <a:lnTo>
                  <a:pt x="20806" y="40280"/>
                </a:lnTo>
                <a:lnTo>
                  <a:pt x="20745" y="39493"/>
                </a:lnTo>
                <a:lnTo>
                  <a:pt x="20685" y="38706"/>
                </a:lnTo>
                <a:lnTo>
                  <a:pt x="20665" y="37879"/>
                </a:lnTo>
                <a:lnTo>
                  <a:pt x="20665" y="37031"/>
                </a:lnTo>
                <a:lnTo>
                  <a:pt x="20685" y="36184"/>
                </a:lnTo>
                <a:lnTo>
                  <a:pt x="20765" y="35316"/>
                </a:lnTo>
                <a:lnTo>
                  <a:pt x="20866" y="34448"/>
                </a:lnTo>
                <a:lnTo>
                  <a:pt x="21008" y="33560"/>
                </a:lnTo>
                <a:lnTo>
                  <a:pt x="21088" y="33136"/>
                </a:lnTo>
                <a:lnTo>
                  <a:pt x="21189" y="32713"/>
                </a:lnTo>
                <a:lnTo>
                  <a:pt x="21290" y="32269"/>
                </a:lnTo>
                <a:lnTo>
                  <a:pt x="21431" y="31845"/>
                </a:lnTo>
                <a:lnTo>
                  <a:pt x="21552" y="31441"/>
                </a:lnTo>
                <a:lnTo>
                  <a:pt x="21714" y="31017"/>
                </a:lnTo>
                <a:lnTo>
                  <a:pt x="21875" y="30614"/>
                </a:lnTo>
                <a:lnTo>
                  <a:pt x="22057" y="30210"/>
                </a:lnTo>
                <a:lnTo>
                  <a:pt x="22259" y="29807"/>
                </a:lnTo>
                <a:lnTo>
                  <a:pt x="22461" y="29423"/>
                </a:lnTo>
                <a:lnTo>
                  <a:pt x="22703" y="29040"/>
                </a:lnTo>
                <a:lnTo>
                  <a:pt x="22945" y="28677"/>
                </a:lnTo>
                <a:lnTo>
                  <a:pt x="23207" y="28313"/>
                </a:lnTo>
                <a:lnTo>
                  <a:pt x="23470" y="27950"/>
                </a:lnTo>
                <a:lnTo>
                  <a:pt x="23772" y="27607"/>
                </a:lnTo>
                <a:lnTo>
                  <a:pt x="24095" y="27284"/>
                </a:lnTo>
                <a:lnTo>
                  <a:pt x="24458" y="26921"/>
                </a:lnTo>
                <a:lnTo>
                  <a:pt x="24862" y="26578"/>
                </a:lnTo>
                <a:lnTo>
                  <a:pt x="25266" y="26275"/>
                </a:lnTo>
                <a:lnTo>
                  <a:pt x="25710" y="25972"/>
                </a:lnTo>
                <a:lnTo>
                  <a:pt x="26153" y="25690"/>
                </a:lnTo>
                <a:lnTo>
                  <a:pt x="26597" y="25448"/>
                </a:lnTo>
                <a:lnTo>
                  <a:pt x="27082" y="25226"/>
                </a:lnTo>
                <a:lnTo>
                  <a:pt x="27586" y="25004"/>
                </a:lnTo>
                <a:lnTo>
                  <a:pt x="28091" y="24822"/>
                </a:lnTo>
                <a:lnTo>
                  <a:pt x="28615" y="24661"/>
                </a:lnTo>
                <a:lnTo>
                  <a:pt x="29160" y="24519"/>
                </a:lnTo>
                <a:lnTo>
                  <a:pt x="29705" y="24398"/>
                </a:lnTo>
                <a:lnTo>
                  <a:pt x="30290" y="24297"/>
                </a:lnTo>
                <a:lnTo>
                  <a:pt x="30876" y="24217"/>
                </a:lnTo>
                <a:lnTo>
                  <a:pt x="31481" y="24176"/>
                </a:lnTo>
                <a:lnTo>
                  <a:pt x="32086" y="24136"/>
                </a:lnTo>
                <a:lnTo>
                  <a:pt x="33297" y="24136"/>
                </a:lnTo>
                <a:lnTo>
                  <a:pt x="33903" y="24176"/>
                </a:lnTo>
                <a:lnTo>
                  <a:pt x="34508" y="24217"/>
                </a:lnTo>
                <a:lnTo>
                  <a:pt x="35113" y="24277"/>
                </a:lnTo>
                <a:lnTo>
                  <a:pt x="35699" y="24358"/>
                </a:lnTo>
                <a:lnTo>
                  <a:pt x="36264" y="24459"/>
                </a:lnTo>
                <a:lnTo>
                  <a:pt x="36829" y="24580"/>
                </a:lnTo>
                <a:lnTo>
                  <a:pt x="37394" y="24681"/>
                </a:lnTo>
                <a:lnTo>
                  <a:pt x="38443" y="24943"/>
                </a:lnTo>
                <a:lnTo>
                  <a:pt x="39412" y="25246"/>
                </a:lnTo>
                <a:lnTo>
                  <a:pt x="40320" y="25549"/>
                </a:lnTo>
                <a:lnTo>
                  <a:pt x="41147" y="25851"/>
                </a:lnTo>
                <a:lnTo>
                  <a:pt x="41874" y="26134"/>
                </a:lnTo>
                <a:lnTo>
                  <a:pt x="42600" y="26437"/>
                </a:lnTo>
                <a:lnTo>
                  <a:pt x="43327" y="26759"/>
                </a:lnTo>
                <a:lnTo>
                  <a:pt x="44033" y="27082"/>
                </a:lnTo>
                <a:lnTo>
                  <a:pt x="45466" y="27768"/>
                </a:lnTo>
                <a:lnTo>
                  <a:pt x="46878" y="28495"/>
                </a:lnTo>
                <a:lnTo>
                  <a:pt x="48271" y="29242"/>
                </a:lnTo>
                <a:lnTo>
                  <a:pt x="49643" y="30008"/>
                </a:lnTo>
                <a:lnTo>
                  <a:pt x="52367" y="31542"/>
                </a:lnTo>
                <a:lnTo>
                  <a:pt x="54486" y="32753"/>
                </a:lnTo>
                <a:lnTo>
                  <a:pt x="56646" y="33944"/>
                </a:lnTo>
                <a:lnTo>
                  <a:pt x="57735" y="34529"/>
                </a:lnTo>
                <a:lnTo>
                  <a:pt x="58825" y="35094"/>
                </a:lnTo>
                <a:lnTo>
                  <a:pt x="59935" y="35639"/>
                </a:lnTo>
                <a:lnTo>
                  <a:pt x="61045" y="36163"/>
                </a:lnTo>
                <a:lnTo>
                  <a:pt x="61953" y="36547"/>
                </a:lnTo>
                <a:lnTo>
                  <a:pt x="62821" y="36890"/>
                </a:lnTo>
                <a:lnTo>
                  <a:pt x="63668" y="37193"/>
                </a:lnTo>
                <a:lnTo>
                  <a:pt x="64496" y="37435"/>
                </a:lnTo>
                <a:lnTo>
                  <a:pt x="65283" y="37637"/>
                </a:lnTo>
                <a:lnTo>
                  <a:pt x="66049" y="37798"/>
                </a:lnTo>
                <a:lnTo>
                  <a:pt x="66816" y="37899"/>
                </a:lnTo>
                <a:lnTo>
                  <a:pt x="67523" y="37959"/>
                </a:lnTo>
                <a:lnTo>
                  <a:pt x="68229" y="37980"/>
                </a:lnTo>
                <a:lnTo>
                  <a:pt x="68552" y="37959"/>
                </a:lnTo>
                <a:lnTo>
                  <a:pt x="68895" y="37939"/>
                </a:lnTo>
                <a:lnTo>
                  <a:pt x="69218" y="37899"/>
                </a:lnTo>
                <a:lnTo>
                  <a:pt x="69541" y="37859"/>
                </a:lnTo>
                <a:lnTo>
                  <a:pt x="69843" y="37798"/>
                </a:lnTo>
                <a:lnTo>
                  <a:pt x="70166" y="37737"/>
                </a:lnTo>
                <a:lnTo>
                  <a:pt x="70449" y="37657"/>
                </a:lnTo>
                <a:lnTo>
                  <a:pt x="70751" y="37556"/>
                </a:lnTo>
                <a:lnTo>
                  <a:pt x="71034" y="37455"/>
                </a:lnTo>
                <a:lnTo>
                  <a:pt x="71316" y="37334"/>
                </a:lnTo>
                <a:lnTo>
                  <a:pt x="71579" y="37193"/>
                </a:lnTo>
                <a:lnTo>
                  <a:pt x="71861" y="37051"/>
                </a:lnTo>
                <a:lnTo>
                  <a:pt x="72103" y="36890"/>
                </a:lnTo>
                <a:lnTo>
                  <a:pt x="72366" y="36728"/>
                </a:lnTo>
                <a:lnTo>
                  <a:pt x="72628" y="36547"/>
                </a:lnTo>
                <a:lnTo>
                  <a:pt x="72870" y="36345"/>
                </a:lnTo>
                <a:lnTo>
                  <a:pt x="73112" y="36143"/>
                </a:lnTo>
                <a:lnTo>
                  <a:pt x="73355" y="35921"/>
                </a:lnTo>
                <a:lnTo>
                  <a:pt x="73577" y="35679"/>
                </a:lnTo>
                <a:lnTo>
                  <a:pt x="73778" y="35437"/>
                </a:lnTo>
                <a:lnTo>
                  <a:pt x="74000" y="35195"/>
                </a:lnTo>
                <a:lnTo>
                  <a:pt x="74182" y="34912"/>
                </a:lnTo>
                <a:lnTo>
                  <a:pt x="74384" y="34650"/>
                </a:lnTo>
                <a:lnTo>
                  <a:pt x="74565" y="34347"/>
                </a:lnTo>
                <a:lnTo>
                  <a:pt x="74727" y="34065"/>
                </a:lnTo>
                <a:lnTo>
                  <a:pt x="74888" y="33742"/>
                </a:lnTo>
                <a:lnTo>
                  <a:pt x="75050" y="33419"/>
                </a:lnTo>
                <a:lnTo>
                  <a:pt x="75191" y="33096"/>
                </a:lnTo>
                <a:lnTo>
                  <a:pt x="75312" y="32753"/>
                </a:lnTo>
                <a:lnTo>
                  <a:pt x="75433" y="32410"/>
                </a:lnTo>
                <a:lnTo>
                  <a:pt x="75635" y="31784"/>
                </a:lnTo>
                <a:lnTo>
                  <a:pt x="75796" y="31139"/>
                </a:lnTo>
                <a:lnTo>
                  <a:pt x="75917" y="30473"/>
                </a:lnTo>
                <a:lnTo>
                  <a:pt x="76018" y="29786"/>
                </a:lnTo>
                <a:lnTo>
                  <a:pt x="76099" y="29080"/>
                </a:lnTo>
                <a:lnTo>
                  <a:pt x="76139" y="28374"/>
                </a:lnTo>
                <a:lnTo>
                  <a:pt x="76139" y="27627"/>
                </a:lnTo>
                <a:lnTo>
                  <a:pt x="76119" y="26901"/>
                </a:lnTo>
                <a:lnTo>
                  <a:pt x="76059" y="25791"/>
                </a:lnTo>
                <a:lnTo>
                  <a:pt x="75998" y="24721"/>
                </a:lnTo>
                <a:lnTo>
                  <a:pt x="75837" y="22703"/>
                </a:lnTo>
                <a:lnTo>
                  <a:pt x="75655" y="20786"/>
                </a:lnTo>
                <a:lnTo>
                  <a:pt x="75453" y="18950"/>
                </a:lnTo>
                <a:lnTo>
                  <a:pt x="75252" y="16932"/>
                </a:lnTo>
                <a:lnTo>
                  <a:pt x="75050" y="14833"/>
                </a:lnTo>
                <a:lnTo>
                  <a:pt x="74929" y="13642"/>
                </a:lnTo>
                <a:lnTo>
                  <a:pt x="74787" y="12452"/>
                </a:lnTo>
                <a:lnTo>
                  <a:pt x="74606" y="11140"/>
                </a:lnTo>
                <a:lnTo>
                  <a:pt x="74545" y="10494"/>
                </a:lnTo>
                <a:lnTo>
                  <a:pt x="74485" y="9849"/>
                </a:lnTo>
                <a:lnTo>
                  <a:pt x="74444" y="9203"/>
                </a:lnTo>
                <a:lnTo>
                  <a:pt x="74424" y="8577"/>
                </a:lnTo>
                <a:lnTo>
                  <a:pt x="74424" y="7952"/>
                </a:lnTo>
                <a:lnTo>
                  <a:pt x="74464" y="7346"/>
                </a:lnTo>
                <a:lnTo>
                  <a:pt x="74525" y="6741"/>
                </a:lnTo>
                <a:lnTo>
                  <a:pt x="74646" y="6176"/>
                </a:lnTo>
                <a:lnTo>
                  <a:pt x="74707" y="5893"/>
                </a:lnTo>
                <a:lnTo>
                  <a:pt x="74787" y="5611"/>
                </a:lnTo>
                <a:lnTo>
                  <a:pt x="74888" y="5348"/>
                </a:lnTo>
                <a:lnTo>
                  <a:pt x="74989" y="5066"/>
                </a:lnTo>
                <a:lnTo>
                  <a:pt x="75110" y="4824"/>
                </a:lnTo>
                <a:lnTo>
                  <a:pt x="75231" y="4561"/>
                </a:lnTo>
                <a:lnTo>
                  <a:pt x="75393" y="4319"/>
                </a:lnTo>
                <a:lnTo>
                  <a:pt x="75554" y="4077"/>
                </a:lnTo>
                <a:lnTo>
                  <a:pt x="75716" y="3835"/>
                </a:lnTo>
                <a:lnTo>
                  <a:pt x="75917" y="3613"/>
                </a:lnTo>
                <a:lnTo>
                  <a:pt x="76119" y="3391"/>
                </a:lnTo>
                <a:lnTo>
                  <a:pt x="76341" y="3189"/>
                </a:lnTo>
                <a:lnTo>
                  <a:pt x="76604" y="2967"/>
                </a:lnTo>
                <a:lnTo>
                  <a:pt x="76886" y="2765"/>
                </a:lnTo>
                <a:lnTo>
                  <a:pt x="77169" y="2584"/>
                </a:lnTo>
                <a:lnTo>
                  <a:pt x="77471" y="2422"/>
                </a:lnTo>
                <a:lnTo>
                  <a:pt x="77754" y="2261"/>
                </a:lnTo>
                <a:lnTo>
                  <a:pt x="78077" y="2120"/>
                </a:lnTo>
                <a:lnTo>
                  <a:pt x="78379" y="1998"/>
                </a:lnTo>
                <a:lnTo>
                  <a:pt x="78702" y="1877"/>
                </a:lnTo>
                <a:lnTo>
                  <a:pt x="79348" y="1676"/>
                </a:lnTo>
                <a:lnTo>
                  <a:pt x="80014" y="1514"/>
                </a:lnTo>
                <a:lnTo>
                  <a:pt x="80660" y="1373"/>
                </a:lnTo>
                <a:lnTo>
                  <a:pt x="81306" y="1232"/>
                </a:lnTo>
                <a:lnTo>
                  <a:pt x="82799" y="989"/>
                </a:lnTo>
                <a:lnTo>
                  <a:pt x="84312" y="747"/>
                </a:lnTo>
                <a:lnTo>
                  <a:pt x="85826" y="566"/>
                </a:lnTo>
                <a:lnTo>
                  <a:pt x="87319" y="404"/>
                </a:lnTo>
                <a:lnTo>
                  <a:pt x="88833" y="283"/>
                </a:lnTo>
                <a:lnTo>
                  <a:pt x="90346" y="182"/>
                </a:lnTo>
                <a:lnTo>
                  <a:pt x="91860" y="122"/>
                </a:lnTo>
                <a:lnTo>
                  <a:pt x="93373" y="81"/>
                </a:lnTo>
                <a:close/>
                <a:moveTo>
                  <a:pt x="93373" y="1"/>
                </a:moveTo>
                <a:lnTo>
                  <a:pt x="91860" y="41"/>
                </a:lnTo>
                <a:lnTo>
                  <a:pt x="90346" y="102"/>
                </a:lnTo>
                <a:lnTo>
                  <a:pt x="88833" y="202"/>
                </a:lnTo>
                <a:lnTo>
                  <a:pt x="87319" y="324"/>
                </a:lnTo>
                <a:lnTo>
                  <a:pt x="85806" y="485"/>
                </a:lnTo>
                <a:lnTo>
                  <a:pt x="84292" y="667"/>
                </a:lnTo>
                <a:lnTo>
                  <a:pt x="82799" y="909"/>
                </a:lnTo>
                <a:lnTo>
                  <a:pt x="81285" y="1171"/>
                </a:lnTo>
                <a:lnTo>
                  <a:pt x="80640" y="1292"/>
                </a:lnTo>
                <a:lnTo>
                  <a:pt x="79994" y="1433"/>
                </a:lnTo>
                <a:lnTo>
                  <a:pt x="79328" y="1595"/>
                </a:lnTo>
                <a:lnTo>
                  <a:pt x="78682" y="1797"/>
                </a:lnTo>
                <a:lnTo>
                  <a:pt x="78359" y="1918"/>
                </a:lnTo>
                <a:lnTo>
                  <a:pt x="78036" y="2059"/>
                </a:lnTo>
                <a:lnTo>
                  <a:pt x="77734" y="2200"/>
                </a:lnTo>
                <a:lnTo>
                  <a:pt x="77411" y="2342"/>
                </a:lnTo>
                <a:lnTo>
                  <a:pt x="77128" y="2523"/>
                </a:lnTo>
                <a:lnTo>
                  <a:pt x="76846" y="2705"/>
                </a:lnTo>
                <a:lnTo>
                  <a:pt x="76563" y="2907"/>
                </a:lnTo>
                <a:lnTo>
                  <a:pt x="76301" y="3129"/>
                </a:lnTo>
                <a:lnTo>
                  <a:pt x="76059" y="3330"/>
                </a:lnTo>
                <a:lnTo>
                  <a:pt x="75857" y="3552"/>
                </a:lnTo>
                <a:lnTo>
                  <a:pt x="75655" y="3795"/>
                </a:lnTo>
                <a:lnTo>
                  <a:pt x="75473" y="4017"/>
                </a:lnTo>
                <a:lnTo>
                  <a:pt x="75312" y="4259"/>
                </a:lnTo>
                <a:lnTo>
                  <a:pt x="75171" y="4521"/>
                </a:lnTo>
                <a:lnTo>
                  <a:pt x="75030" y="4763"/>
                </a:lnTo>
                <a:lnTo>
                  <a:pt x="74908" y="5026"/>
                </a:lnTo>
                <a:lnTo>
                  <a:pt x="74808" y="5308"/>
                </a:lnTo>
                <a:lnTo>
                  <a:pt x="74707" y="5570"/>
                </a:lnTo>
                <a:lnTo>
                  <a:pt x="74626" y="5853"/>
                </a:lnTo>
                <a:lnTo>
                  <a:pt x="74565" y="6135"/>
                </a:lnTo>
                <a:lnTo>
                  <a:pt x="74444" y="6721"/>
                </a:lnTo>
                <a:lnTo>
                  <a:pt x="74384" y="7326"/>
                </a:lnTo>
                <a:lnTo>
                  <a:pt x="74343" y="7931"/>
                </a:lnTo>
                <a:lnTo>
                  <a:pt x="74343" y="8557"/>
                </a:lnTo>
                <a:lnTo>
                  <a:pt x="74364" y="9203"/>
                </a:lnTo>
                <a:lnTo>
                  <a:pt x="74404" y="9849"/>
                </a:lnTo>
                <a:lnTo>
                  <a:pt x="74464" y="10494"/>
                </a:lnTo>
                <a:lnTo>
                  <a:pt x="74525" y="11160"/>
                </a:lnTo>
                <a:lnTo>
                  <a:pt x="74707" y="12472"/>
                </a:lnTo>
                <a:lnTo>
                  <a:pt x="74848" y="13663"/>
                </a:lnTo>
                <a:lnTo>
                  <a:pt x="74969" y="14833"/>
                </a:lnTo>
                <a:lnTo>
                  <a:pt x="75171" y="16932"/>
                </a:lnTo>
                <a:lnTo>
                  <a:pt x="75373" y="18950"/>
                </a:lnTo>
                <a:lnTo>
                  <a:pt x="75574" y="20806"/>
                </a:lnTo>
                <a:lnTo>
                  <a:pt x="75756" y="22703"/>
                </a:lnTo>
                <a:lnTo>
                  <a:pt x="75917" y="24741"/>
                </a:lnTo>
                <a:lnTo>
                  <a:pt x="75978" y="25791"/>
                </a:lnTo>
                <a:lnTo>
                  <a:pt x="76039" y="26901"/>
                </a:lnTo>
                <a:lnTo>
                  <a:pt x="76059" y="27627"/>
                </a:lnTo>
                <a:lnTo>
                  <a:pt x="76059" y="28354"/>
                </a:lnTo>
                <a:lnTo>
                  <a:pt x="76018" y="29080"/>
                </a:lnTo>
                <a:lnTo>
                  <a:pt x="75938" y="29766"/>
                </a:lnTo>
                <a:lnTo>
                  <a:pt x="75837" y="30452"/>
                </a:lnTo>
                <a:lnTo>
                  <a:pt x="75716" y="31118"/>
                </a:lnTo>
                <a:lnTo>
                  <a:pt x="75554" y="31764"/>
                </a:lnTo>
                <a:lnTo>
                  <a:pt x="75373" y="32370"/>
                </a:lnTo>
                <a:lnTo>
                  <a:pt x="75252" y="32733"/>
                </a:lnTo>
                <a:lnTo>
                  <a:pt x="75110" y="33056"/>
                </a:lnTo>
                <a:lnTo>
                  <a:pt x="74969" y="33399"/>
                </a:lnTo>
                <a:lnTo>
                  <a:pt x="74808" y="33701"/>
                </a:lnTo>
                <a:lnTo>
                  <a:pt x="74666" y="34024"/>
                </a:lnTo>
                <a:lnTo>
                  <a:pt x="74485" y="34307"/>
                </a:lnTo>
                <a:lnTo>
                  <a:pt x="74303" y="34589"/>
                </a:lnTo>
                <a:lnTo>
                  <a:pt x="74121" y="34872"/>
                </a:lnTo>
                <a:lnTo>
                  <a:pt x="73920" y="35134"/>
                </a:lnTo>
                <a:lnTo>
                  <a:pt x="73718" y="35397"/>
                </a:lnTo>
                <a:lnTo>
                  <a:pt x="73516" y="35639"/>
                </a:lnTo>
                <a:lnTo>
                  <a:pt x="73294" y="35861"/>
                </a:lnTo>
                <a:lnTo>
                  <a:pt x="73052" y="36083"/>
                </a:lnTo>
                <a:lnTo>
                  <a:pt x="72830" y="36284"/>
                </a:lnTo>
                <a:lnTo>
                  <a:pt x="72568" y="36486"/>
                </a:lnTo>
                <a:lnTo>
                  <a:pt x="72325" y="36668"/>
                </a:lnTo>
                <a:lnTo>
                  <a:pt x="72063" y="36829"/>
                </a:lnTo>
                <a:lnTo>
                  <a:pt x="71821" y="36991"/>
                </a:lnTo>
                <a:lnTo>
                  <a:pt x="71538" y="37132"/>
                </a:lnTo>
                <a:lnTo>
                  <a:pt x="71276" y="37253"/>
                </a:lnTo>
                <a:lnTo>
                  <a:pt x="70994" y="37374"/>
                </a:lnTo>
                <a:lnTo>
                  <a:pt x="70711" y="37475"/>
                </a:lnTo>
                <a:lnTo>
                  <a:pt x="70428" y="37576"/>
                </a:lnTo>
                <a:lnTo>
                  <a:pt x="70126" y="37657"/>
                </a:lnTo>
                <a:lnTo>
                  <a:pt x="69823" y="37717"/>
                </a:lnTo>
                <a:lnTo>
                  <a:pt x="69520" y="37778"/>
                </a:lnTo>
                <a:lnTo>
                  <a:pt x="69197" y="37838"/>
                </a:lnTo>
                <a:lnTo>
                  <a:pt x="68875" y="37859"/>
                </a:lnTo>
                <a:lnTo>
                  <a:pt x="68209" y="37899"/>
                </a:lnTo>
                <a:lnTo>
                  <a:pt x="67523" y="37879"/>
                </a:lnTo>
                <a:lnTo>
                  <a:pt x="66796" y="37818"/>
                </a:lnTo>
                <a:lnTo>
                  <a:pt x="66070" y="37717"/>
                </a:lnTo>
                <a:lnTo>
                  <a:pt x="65303" y="37556"/>
                </a:lnTo>
                <a:lnTo>
                  <a:pt x="64496" y="37354"/>
                </a:lnTo>
                <a:lnTo>
                  <a:pt x="63688" y="37112"/>
                </a:lnTo>
                <a:lnTo>
                  <a:pt x="62841" y="36829"/>
                </a:lnTo>
                <a:lnTo>
                  <a:pt x="61973" y="36486"/>
                </a:lnTo>
                <a:lnTo>
                  <a:pt x="61085" y="36083"/>
                </a:lnTo>
                <a:lnTo>
                  <a:pt x="59975" y="35558"/>
                </a:lnTo>
                <a:lnTo>
                  <a:pt x="58865" y="35013"/>
                </a:lnTo>
                <a:lnTo>
                  <a:pt x="57776" y="34448"/>
                </a:lnTo>
                <a:lnTo>
                  <a:pt x="56686" y="33863"/>
                </a:lnTo>
                <a:lnTo>
                  <a:pt x="54527" y="32672"/>
                </a:lnTo>
                <a:lnTo>
                  <a:pt x="52408" y="31461"/>
                </a:lnTo>
                <a:lnTo>
                  <a:pt x="49683" y="29928"/>
                </a:lnTo>
                <a:lnTo>
                  <a:pt x="48311" y="29161"/>
                </a:lnTo>
                <a:lnTo>
                  <a:pt x="46919" y="28414"/>
                </a:lnTo>
                <a:lnTo>
                  <a:pt x="45506" y="27708"/>
                </a:lnTo>
                <a:lnTo>
                  <a:pt x="44073" y="27022"/>
                </a:lnTo>
                <a:lnTo>
                  <a:pt x="43347" y="26679"/>
                </a:lnTo>
                <a:lnTo>
                  <a:pt x="42641" y="26376"/>
                </a:lnTo>
                <a:lnTo>
                  <a:pt x="41894" y="26053"/>
                </a:lnTo>
                <a:lnTo>
                  <a:pt x="41167" y="25771"/>
                </a:lnTo>
                <a:lnTo>
                  <a:pt x="40300" y="25448"/>
                </a:lnTo>
                <a:lnTo>
                  <a:pt x="39331" y="25125"/>
                </a:lnTo>
                <a:lnTo>
                  <a:pt x="38282" y="24822"/>
                </a:lnTo>
                <a:lnTo>
                  <a:pt x="37717" y="24681"/>
                </a:lnTo>
                <a:lnTo>
                  <a:pt x="37152" y="24560"/>
                </a:lnTo>
                <a:lnTo>
                  <a:pt x="36566" y="24439"/>
                </a:lnTo>
                <a:lnTo>
                  <a:pt x="35961" y="24318"/>
                </a:lnTo>
                <a:lnTo>
                  <a:pt x="35335" y="24237"/>
                </a:lnTo>
                <a:lnTo>
                  <a:pt x="34710" y="24156"/>
                </a:lnTo>
                <a:lnTo>
                  <a:pt x="34064" y="24096"/>
                </a:lnTo>
                <a:lnTo>
                  <a:pt x="33418" y="24055"/>
                </a:lnTo>
                <a:lnTo>
                  <a:pt x="32086" y="24055"/>
                </a:lnTo>
                <a:lnTo>
                  <a:pt x="31461" y="24096"/>
                </a:lnTo>
                <a:lnTo>
                  <a:pt x="30855" y="24136"/>
                </a:lnTo>
                <a:lnTo>
                  <a:pt x="30270" y="24217"/>
                </a:lnTo>
                <a:lnTo>
                  <a:pt x="29685" y="24318"/>
                </a:lnTo>
                <a:lnTo>
                  <a:pt x="29140" y="24439"/>
                </a:lnTo>
                <a:lnTo>
                  <a:pt x="28595" y="24580"/>
                </a:lnTo>
                <a:lnTo>
                  <a:pt x="28050" y="24741"/>
                </a:lnTo>
                <a:lnTo>
                  <a:pt x="27546" y="24943"/>
                </a:lnTo>
                <a:lnTo>
                  <a:pt x="27041" y="25145"/>
                </a:lnTo>
                <a:lnTo>
                  <a:pt x="26577" y="25367"/>
                </a:lnTo>
                <a:lnTo>
                  <a:pt x="26113" y="25629"/>
                </a:lnTo>
                <a:lnTo>
                  <a:pt x="25649" y="25912"/>
                </a:lnTo>
                <a:lnTo>
                  <a:pt x="25225" y="26194"/>
                </a:lnTo>
                <a:lnTo>
                  <a:pt x="24801" y="26517"/>
                </a:lnTo>
                <a:lnTo>
                  <a:pt x="24418" y="26860"/>
                </a:lnTo>
                <a:lnTo>
                  <a:pt x="24035" y="27224"/>
                </a:lnTo>
                <a:lnTo>
                  <a:pt x="23712" y="27546"/>
                </a:lnTo>
                <a:lnTo>
                  <a:pt x="23409" y="27890"/>
                </a:lnTo>
                <a:lnTo>
                  <a:pt x="23147" y="28253"/>
                </a:lnTo>
                <a:lnTo>
                  <a:pt x="22884" y="28616"/>
                </a:lnTo>
                <a:lnTo>
                  <a:pt x="22622" y="28999"/>
                </a:lnTo>
                <a:lnTo>
                  <a:pt x="22400" y="29383"/>
                </a:lnTo>
                <a:lnTo>
                  <a:pt x="22178" y="29766"/>
                </a:lnTo>
                <a:lnTo>
                  <a:pt x="21996" y="30170"/>
                </a:lnTo>
                <a:lnTo>
                  <a:pt x="21815" y="30573"/>
                </a:lnTo>
                <a:lnTo>
                  <a:pt x="21633" y="30977"/>
                </a:lnTo>
                <a:lnTo>
                  <a:pt x="21492" y="31401"/>
                </a:lnTo>
                <a:lnTo>
                  <a:pt x="21351" y="31825"/>
                </a:lnTo>
                <a:lnTo>
                  <a:pt x="21230" y="32248"/>
                </a:lnTo>
                <a:lnTo>
                  <a:pt x="21108" y="32672"/>
                </a:lnTo>
                <a:lnTo>
                  <a:pt x="21008" y="33116"/>
                </a:lnTo>
                <a:lnTo>
                  <a:pt x="20927" y="33540"/>
                </a:lnTo>
                <a:lnTo>
                  <a:pt x="20786" y="34428"/>
                </a:lnTo>
                <a:lnTo>
                  <a:pt x="20685" y="35296"/>
                </a:lnTo>
                <a:lnTo>
                  <a:pt x="20604" y="36163"/>
                </a:lnTo>
                <a:lnTo>
                  <a:pt x="20584" y="37031"/>
                </a:lnTo>
                <a:lnTo>
                  <a:pt x="20584" y="37879"/>
                </a:lnTo>
                <a:lnTo>
                  <a:pt x="20604" y="38706"/>
                </a:lnTo>
                <a:lnTo>
                  <a:pt x="20665" y="39513"/>
                </a:lnTo>
                <a:lnTo>
                  <a:pt x="20725" y="40280"/>
                </a:lnTo>
                <a:lnTo>
                  <a:pt x="20846" y="41329"/>
                </a:lnTo>
                <a:lnTo>
                  <a:pt x="20987" y="42359"/>
                </a:lnTo>
                <a:lnTo>
                  <a:pt x="21290" y="44437"/>
                </a:lnTo>
                <a:lnTo>
                  <a:pt x="21472" y="45628"/>
                </a:lnTo>
                <a:lnTo>
                  <a:pt x="21653" y="46818"/>
                </a:lnTo>
                <a:lnTo>
                  <a:pt x="21795" y="48029"/>
                </a:lnTo>
                <a:lnTo>
                  <a:pt x="21916" y="49240"/>
                </a:lnTo>
                <a:lnTo>
                  <a:pt x="21996" y="50451"/>
                </a:lnTo>
                <a:lnTo>
                  <a:pt x="22017" y="51056"/>
                </a:lnTo>
                <a:lnTo>
                  <a:pt x="22037" y="51662"/>
                </a:lnTo>
                <a:lnTo>
                  <a:pt x="22017" y="52267"/>
                </a:lnTo>
                <a:lnTo>
                  <a:pt x="21996" y="52872"/>
                </a:lnTo>
                <a:lnTo>
                  <a:pt x="21956" y="53478"/>
                </a:lnTo>
                <a:lnTo>
                  <a:pt x="21895" y="54083"/>
                </a:lnTo>
                <a:lnTo>
                  <a:pt x="21815" y="54648"/>
                </a:lnTo>
                <a:lnTo>
                  <a:pt x="21734" y="55193"/>
                </a:lnTo>
                <a:lnTo>
                  <a:pt x="21613" y="55718"/>
                </a:lnTo>
                <a:lnTo>
                  <a:pt x="21472" y="56243"/>
                </a:lnTo>
                <a:lnTo>
                  <a:pt x="21330" y="56727"/>
                </a:lnTo>
                <a:lnTo>
                  <a:pt x="21149" y="57211"/>
                </a:lnTo>
                <a:lnTo>
                  <a:pt x="20967" y="57675"/>
                </a:lnTo>
                <a:lnTo>
                  <a:pt x="20745" y="58119"/>
                </a:lnTo>
                <a:lnTo>
                  <a:pt x="20523" y="58543"/>
                </a:lnTo>
                <a:lnTo>
                  <a:pt x="20281" y="58967"/>
                </a:lnTo>
                <a:lnTo>
                  <a:pt x="20039" y="59350"/>
                </a:lnTo>
                <a:lnTo>
                  <a:pt x="19756" y="59714"/>
                </a:lnTo>
                <a:lnTo>
                  <a:pt x="19474" y="60057"/>
                </a:lnTo>
                <a:lnTo>
                  <a:pt x="19171" y="60359"/>
                </a:lnTo>
                <a:lnTo>
                  <a:pt x="18848" y="60662"/>
                </a:lnTo>
                <a:lnTo>
                  <a:pt x="18505" y="60945"/>
                </a:lnTo>
                <a:lnTo>
                  <a:pt x="18203" y="61167"/>
                </a:lnTo>
                <a:lnTo>
                  <a:pt x="17880" y="61368"/>
                </a:lnTo>
                <a:lnTo>
                  <a:pt x="17537" y="61570"/>
                </a:lnTo>
                <a:lnTo>
                  <a:pt x="17194" y="61732"/>
                </a:lnTo>
                <a:lnTo>
                  <a:pt x="16830" y="61893"/>
                </a:lnTo>
                <a:lnTo>
                  <a:pt x="16467" y="62034"/>
                </a:lnTo>
                <a:lnTo>
                  <a:pt x="16104" y="62176"/>
                </a:lnTo>
                <a:lnTo>
                  <a:pt x="15741" y="62297"/>
                </a:lnTo>
                <a:lnTo>
                  <a:pt x="14974" y="62519"/>
                </a:lnTo>
                <a:lnTo>
                  <a:pt x="14207" y="62700"/>
                </a:lnTo>
                <a:lnTo>
                  <a:pt x="13440" y="62862"/>
                </a:lnTo>
                <a:lnTo>
                  <a:pt x="12653" y="63003"/>
                </a:lnTo>
                <a:lnTo>
                  <a:pt x="11725" y="63185"/>
                </a:lnTo>
                <a:lnTo>
                  <a:pt x="10978" y="63346"/>
                </a:lnTo>
                <a:lnTo>
                  <a:pt x="10252" y="63528"/>
                </a:lnTo>
                <a:lnTo>
                  <a:pt x="9545" y="63709"/>
                </a:lnTo>
                <a:lnTo>
                  <a:pt x="8879" y="63911"/>
                </a:lnTo>
                <a:lnTo>
                  <a:pt x="8234" y="64113"/>
                </a:lnTo>
                <a:lnTo>
                  <a:pt x="7628" y="64335"/>
                </a:lnTo>
                <a:lnTo>
                  <a:pt x="7043" y="64577"/>
                </a:lnTo>
                <a:lnTo>
                  <a:pt x="6478" y="64819"/>
                </a:lnTo>
                <a:lnTo>
                  <a:pt x="5933" y="65081"/>
                </a:lnTo>
                <a:lnTo>
                  <a:pt x="5408" y="65364"/>
                </a:lnTo>
                <a:lnTo>
                  <a:pt x="4924" y="65646"/>
                </a:lnTo>
                <a:lnTo>
                  <a:pt x="4440" y="65969"/>
                </a:lnTo>
                <a:lnTo>
                  <a:pt x="3996" y="66272"/>
                </a:lnTo>
                <a:lnTo>
                  <a:pt x="3572" y="66615"/>
                </a:lnTo>
                <a:lnTo>
                  <a:pt x="3148" y="66958"/>
                </a:lnTo>
                <a:lnTo>
                  <a:pt x="2765" y="67321"/>
                </a:lnTo>
                <a:lnTo>
                  <a:pt x="2321" y="67786"/>
                </a:lnTo>
                <a:lnTo>
                  <a:pt x="1917" y="68270"/>
                </a:lnTo>
                <a:lnTo>
                  <a:pt x="1554" y="68795"/>
                </a:lnTo>
                <a:lnTo>
                  <a:pt x="1211" y="69339"/>
                </a:lnTo>
                <a:lnTo>
                  <a:pt x="928" y="69884"/>
                </a:lnTo>
                <a:lnTo>
                  <a:pt x="666" y="70470"/>
                </a:lnTo>
                <a:lnTo>
                  <a:pt x="444" y="71055"/>
                </a:lnTo>
                <a:lnTo>
                  <a:pt x="262" y="71660"/>
                </a:lnTo>
                <a:lnTo>
                  <a:pt x="182" y="71983"/>
                </a:lnTo>
                <a:lnTo>
                  <a:pt x="121" y="72306"/>
                </a:lnTo>
                <a:lnTo>
                  <a:pt x="81" y="72609"/>
                </a:lnTo>
                <a:lnTo>
                  <a:pt x="41" y="72931"/>
                </a:lnTo>
                <a:lnTo>
                  <a:pt x="20" y="73254"/>
                </a:lnTo>
                <a:lnTo>
                  <a:pt x="0" y="73557"/>
                </a:lnTo>
                <a:lnTo>
                  <a:pt x="0" y="73880"/>
                </a:lnTo>
                <a:lnTo>
                  <a:pt x="20" y="74183"/>
                </a:lnTo>
                <a:lnTo>
                  <a:pt x="61" y="74485"/>
                </a:lnTo>
                <a:lnTo>
                  <a:pt x="101" y="74788"/>
                </a:lnTo>
                <a:lnTo>
                  <a:pt x="162" y="75071"/>
                </a:lnTo>
                <a:lnTo>
                  <a:pt x="222" y="75373"/>
                </a:lnTo>
                <a:lnTo>
                  <a:pt x="323" y="75656"/>
                </a:lnTo>
                <a:lnTo>
                  <a:pt x="404" y="75938"/>
                </a:lnTo>
                <a:lnTo>
                  <a:pt x="525" y="76201"/>
                </a:lnTo>
                <a:lnTo>
                  <a:pt x="646" y="76483"/>
                </a:lnTo>
                <a:lnTo>
                  <a:pt x="828" y="76846"/>
                </a:lnTo>
                <a:lnTo>
                  <a:pt x="1050" y="77189"/>
                </a:lnTo>
                <a:lnTo>
                  <a:pt x="1292" y="77533"/>
                </a:lnTo>
                <a:lnTo>
                  <a:pt x="1554" y="77855"/>
                </a:lnTo>
                <a:lnTo>
                  <a:pt x="1837" y="78158"/>
                </a:lnTo>
                <a:lnTo>
                  <a:pt x="2139" y="78441"/>
                </a:lnTo>
                <a:lnTo>
                  <a:pt x="2462" y="78703"/>
                </a:lnTo>
                <a:lnTo>
                  <a:pt x="2785" y="78945"/>
                </a:lnTo>
                <a:lnTo>
                  <a:pt x="3148" y="79187"/>
                </a:lnTo>
                <a:lnTo>
                  <a:pt x="3532" y="79389"/>
                </a:lnTo>
                <a:lnTo>
                  <a:pt x="3935" y="79591"/>
                </a:lnTo>
                <a:lnTo>
                  <a:pt x="4339" y="79773"/>
                </a:lnTo>
                <a:lnTo>
                  <a:pt x="4763" y="79914"/>
                </a:lnTo>
                <a:lnTo>
                  <a:pt x="5227" y="80055"/>
                </a:lnTo>
                <a:lnTo>
                  <a:pt x="5691" y="80176"/>
                </a:lnTo>
                <a:lnTo>
                  <a:pt x="6155" y="80277"/>
                </a:lnTo>
                <a:lnTo>
                  <a:pt x="6660" y="80338"/>
                </a:lnTo>
                <a:lnTo>
                  <a:pt x="7144" y="80398"/>
                </a:lnTo>
                <a:lnTo>
                  <a:pt x="7648" y="80438"/>
                </a:lnTo>
                <a:lnTo>
                  <a:pt x="8153" y="80438"/>
                </a:lnTo>
                <a:lnTo>
                  <a:pt x="8819" y="80418"/>
                </a:lnTo>
                <a:lnTo>
                  <a:pt x="9485" y="80378"/>
                </a:lnTo>
                <a:lnTo>
                  <a:pt x="10171" y="80277"/>
                </a:lnTo>
                <a:lnTo>
                  <a:pt x="10817" y="80156"/>
                </a:lnTo>
                <a:lnTo>
                  <a:pt x="11483" y="80015"/>
                </a:lnTo>
                <a:lnTo>
                  <a:pt x="12128" y="79813"/>
                </a:lnTo>
                <a:lnTo>
                  <a:pt x="12754" y="79591"/>
                </a:lnTo>
                <a:lnTo>
                  <a:pt x="13380" y="79329"/>
                </a:lnTo>
                <a:lnTo>
                  <a:pt x="14106" y="78986"/>
                </a:lnTo>
                <a:lnTo>
                  <a:pt x="14812" y="78622"/>
                </a:lnTo>
                <a:lnTo>
                  <a:pt x="15498" y="78219"/>
                </a:lnTo>
                <a:lnTo>
                  <a:pt x="16185" y="77795"/>
                </a:lnTo>
                <a:lnTo>
                  <a:pt x="16850" y="77351"/>
                </a:lnTo>
                <a:lnTo>
                  <a:pt x="17496" y="76887"/>
                </a:lnTo>
                <a:lnTo>
                  <a:pt x="18142" y="76402"/>
                </a:lnTo>
                <a:lnTo>
                  <a:pt x="18768" y="75898"/>
                </a:lnTo>
                <a:lnTo>
                  <a:pt x="19373" y="75393"/>
                </a:lnTo>
                <a:lnTo>
                  <a:pt x="19978" y="74869"/>
                </a:lnTo>
                <a:lnTo>
                  <a:pt x="21169" y="73779"/>
                </a:lnTo>
                <a:lnTo>
                  <a:pt x="22339" y="72669"/>
                </a:lnTo>
                <a:lnTo>
                  <a:pt x="23490" y="71559"/>
                </a:lnTo>
                <a:lnTo>
                  <a:pt x="25266" y="69824"/>
                </a:lnTo>
                <a:lnTo>
                  <a:pt x="26174" y="68976"/>
                </a:lnTo>
                <a:lnTo>
                  <a:pt x="27102" y="68149"/>
                </a:lnTo>
                <a:lnTo>
                  <a:pt x="27990" y="67382"/>
                </a:lnTo>
                <a:lnTo>
                  <a:pt x="28918" y="66615"/>
                </a:lnTo>
                <a:lnTo>
                  <a:pt x="29867" y="65889"/>
                </a:lnTo>
                <a:lnTo>
                  <a:pt x="30855" y="65182"/>
                </a:lnTo>
                <a:lnTo>
                  <a:pt x="31844" y="64496"/>
                </a:lnTo>
                <a:lnTo>
                  <a:pt x="32853" y="63850"/>
                </a:lnTo>
                <a:lnTo>
                  <a:pt x="33882" y="63225"/>
                </a:lnTo>
                <a:lnTo>
                  <a:pt x="34932" y="62599"/>
                </a:lnTo>
                <a:lnTo>
                  <a:pt x="36001" y="62034"/>
                </a:lnTo>
                <a:lnTo>
                  <a:pt x="37071" y="61469"/>
                </a:lnTo>
                <a:lnTo>
                  <a:pt x="38161" y="60945"/>
                </a:lnTo>
                <a:lnTo>
                  <a:pt x="39271" y="60440"/>
                </a:lnTo>
                <a:lnTo>
                  <a:pt x="40401" y="59976"/>
                </a:lnTo>
                <a:lnTo>
                  <a:pt x="41531" y="59532"/>
                </a:lnTo>
                <a:lnTo>
                  <a:pt x="42681" y="59108"/>
                </a:lnTo>
                <a:lnTo>
                  <a:pt x="43851" y="58725"/>
                </a:lnTo>
                <a:lnTo>
                  <a:pt x="45002" y="58361"/>
                </a:lnTo>
                <a:lnTo>
                  <a:pt x="46192" y="58039"/>
                </a:lnTo>
                <a:lnTo>
                  <a:pt x="47363" y="57736"/>
                </a:lnTo>
                <a:lnTo>
                  <a:pt x="48553" y="57474"/>
                </a:lnTo>
                <a:lnTo>
                  <a:pt x="49764" y="57231"/>
                </a:lnTo>
                <a:lnTo>
                  <a:pt x="50955" y="57030"/>
                </a:lnTo>
                <a:lnTo>
                  <a:pt x="52166" y="56868"/>
                </a:lnTo>
                <a:lnTo>
                  <a:pt x="53356" y="56707"/>
                </a:lnTo>
                <a:lnTo>
                  <a:pt x="54567" y="56606"/>
                </a:lnTo>
                <a:lnTo>
                  <a:pt x="55778" y="56525"/>
                </a:lnTo>
                <a:lnTo>
                  <a:pt x="56989" y="56465"/>
                </a:lnTo>
                <a:lnTo>
                  <a:pt x="58179" y="56444"/>
                </a:lnTo>
                <a:lnTo>
                  <a:pt x="59390" y="56465"/>
                </a:lnTo>
                <a:lnTo>
                  <a:pt x="60581" y="56505"/>
                </a:lnTo>
                <a:lnTo>
                  <a:pt x="61771" y="56586"/>
                </a:lnTo>
                <a:lnTo>
                  <a:pt x="62962" y="56687"/>
                </a:lnTo>
                <a:lnTo>
                  <a:pt x="64274" y="56848"/>
                </a:lnTo>
                <a:lnTo>
                  <a:pt x="65605" y="57030"/>
                </a:lnTo>
                <a:lnTo>
                  <a:pt x="66917" y="57231"/>
                </a:lnTo>
                <a:lnTo>
                  <a:pt x="68229" y="57433"/>
                </a:lnTo>
                <a:lnTo>
                  <a:pt x="69601" y="57655"/>
                </a:lnTo>
                <a:lnTo>
                  <a:pt x="70973" y="57857"/>
                </a:lnTo>
                <a:lnTo>
                  <a:pt x="72366" y="58039"/>
                </a:lnTo>
                <a:lnTo>
                  <a:pt x="73758" y="58200"/>
                </a:lnTo>
                <a:lnTo>
                  <a:pt x="74444" y="58261"/>
                </a:lnTo>
                <a:lnTo>
                  <a:pt x="75151" y="58321"/>
                </a:lnTo>
                <a:lnTo>
                  <a:pt x="75837" y="58361"/>
                </a:lnTo>
                <a:lnTo>
                  <a:pt x="76543" y="58382"/>
                </a:lnTo>
                <a:lnTo>
                  <a:pt x="77249" y="58382"/>
                </a:lnTo>
                <a:lnTo>
                  <a:pt x="77935" y="58361"/>
                </a:lnTo>
                <a:lnTo>
                  <a:pt x="78642" y="58341"/>
                </a:lnTo>
                <a:lnTo>
                  <a:pt x="79328" y="58281"/>
                </a:lnTo>
                <a:lnTo>
                  <a:pt x="79812" y="58220"/>
                </a:lnTo>
                <a:lnTo>
                  <a:pt x="80337" y="58160"/>
                </a:lnTo>
                <a:lnTo>
                  <a:pt x="80882" y="58059"/>
                </a:lnTo>
                <a:lnTo>
                  <a:pt x="81467" y="57918"/>
                </a:lnTo>
                <a:lnTo>
                  <a:pt x="82032" y="57736"/>
                </a:lnTo>
                <a:lnTo>
                  <a:pt x="82315" y="57635"/>
                </a:lnTo>
                <a:lnTo>
                  <a:pt x="82597" y="57514"/>
                </a:lnTo>
                <a:lnTo>
                  <a:pt x="82880" y="57373"/>
                </a:lnTo>
                <a:lnTo>
                  <a:pt x="83142" y="57231"/>
                </a:lnTo>
                <a:lnTo>
                  <a:pt x="83404" y="57050"/>
                </a:lnTo>
                <a:lnTo>
                  <a:pt x="83667" y="56868"/>
                </a:lnTo>
                <a:lnTo>
                  <a:pt x="83868" y="56707"/>
                </a:lnTo>
                <a:lnTo>
                  <a:pt x="84050" y="56525"/>
                </a:lnTo>
                <a:lnTo>
                  <a:pt x="84232" y="56343"/>
                </a:lnTo>
                <a:lnTo>
                  <a:pt x="84413" y="56162"/>
                </a:lnTo>
                <a:lnTo>
                  <a:pt x="84716" y="55778"/>
                </a:lnTo>
                <a:lnTo>
                  <a:pt x="84998" y="55355"/>
                </a:lnTo>
                <a:lnTo>
                  <a:pt x="85220" y="54931"/>
                </a:lnTo>
                <a:lnTo>
                  <a:pt x="85442" y="54467"/>
                </a:lnTo>
                <a:lnTo>
                  <a:pt x="85604" y="53982"/>
                </a:lnTo>
                <a:lnTo>
                  <a:pt x="85765" y="53498"/>
                </a:lnTo>
                <a:lnTo>
                  <a:pt x="85886" y="52994"/>
                </a:lnTo>
                <a:lnTo>
                  <a:pt x="86007" y="52489"/>
                </a:lnTo>
                <a:lnTo>
                  <a:pt x="86088" y="51964"/>
                </a:lnTo>
                <a:lnTo>
                  <a:pt x="86169" y="51420"/>
                </a:lnTo>
                <a:lnTo>
                  <a:pt x="86290" y="50350"/>
                </a:lnTo>
                <a:lnTo>
                  <a:pt x="86371" y="49260"/>
                </a:lnTo>
                <a:lnTo>
                  <a:pt x="86492" y="47949"/>
                </a:lnTo>
                <a:lnTo>
                  <a:pt x="86573" y="47283"/>
                </a:lnTo>
                <a:lnTo>
                  <a:pt x="86653" y="46637"/>
                </a:lnTo>
                <a:lnTo>
                  <a:pt x="86754" y="46052"/>
                </a:lnTo>
                <a:lnTo>
                  <a:pt x="86895" y="45487"/>
                </a:lnTo>
                <a:lnTo>
                  <a:pt x="87037" y="44901"/>
                </a:lnTo>
                <a:lnTo>
                  <a:pt x="87218" y="44336"/>
                </a:lnTo>
                <a:lnTo>
                  <a:pt x="87420" y="43771"/>
                </a:lnTo>
                <a:lnTo>
                  <a:pt x="87642" y="43206"/>
                </a:lnTo>
                <a:lnTo>
                  <a:pt x="87884" y="42661"/>
                </a:lnTo>
                <a:lnTo>
                  <a:pt x="88167" y="42117"/>
                </a:lnTo>
                <a:lnTo>
                  <a:pt x="88449" y="41592"/>
                </a:lnTo>
                <a:lnTo>
                  <a:pt x="88772" y="41067"/>
                </a:lnTo>
                <a:lnTo>
                  <a:pt x="89115" y="40563"/>
                </a:lnTo>
                <a:lnTo>
                  <a:pt x="89478" y="40058"/>
                </a:lnTo>
                <a:lnTo>
                  <a:pt x="89842" y="39574"/>
                </a:lnTo>
                <a:lnTo>
                  <a:pt x="90245" y="39089"/>
                </a:lnTo>
                <a:lnTo>
                  <a:pt x="90669" y="38646"/>
                </a:lnTo>
                <a:lnTo>
                  <a:pt x="91113" y="38202"/>
                </a:lnTo>
                <a:lnTo>
                  <a:pt x="91577" y="37758"/>
                </a:lnTo>
                <a:lnTo>
                  <a:pt x="92041" y="37354"/>
                </a:lnTo>
                <a:lnTo>
                  <a:pt x="92526" y="36971"/>
                </a:lnTo>
                <a:lnTo>
                  <a:pt x="93030" y="36607"/>
                </a:lnTo>
                <a:lnTo>
                  <a:pt x="93535" y="36264"/>
                </a:lnTo>
                <a:lnTo>
                  <a:pt x="94059" y="35941"/>
                </a:lnTo>
                <a:lnTo>
                  <a:pt x="94584" y="35639"/>
                </a:lnTo>
                <a:lnTo>
                  <a:pt x="95129" y="35376"/>
                </a:lnTo>
                <a:lnTo>
                  <a:pt x="95674" y="35114"/>
                </a:lnTo>
                <a:lnTo>
                  <a:pt x="96239" y="34892"/>
                </a:lnTo>
                <a:lnTo>
                  <a:pt x="96804" y="34690"/>
                </a:lnTo>
                <a:lnTo>
                  <a:pt x="97369" y="34529"/>
                </a:lnTo>
                <a:lnTo>
                  <a:pt x="97934" y="34367"/>
                </a:lnTo>
                <a:lnTo>
                  <a:pt x="98519" y="34246"/>
                </a:lnTo>
                <a:lnTo>
                  <a:pt x="99084" y="34166"/>
                </a:lnTo>
                <a:lnTo>
                  <a:pt x="99669" y="34085"/>
                </a:lnTo>
                <a:lnTo>
                  <a:pt x="100255" y="34044"/>
                </a:lnTo>
                <a:lnTo>
                  <a:pt x="100860" y="34024"/>
                </a:lnTo>
                <a:lnTo>
                  <a:pt x="101445" y="34044"/>
                </a:lnTo>
                <a:lnTo>
                  <a:pt x="102051" y="34085"/>
                </a:lnTo>
                <a:lnTo>
                  <a:pt x="102636" y="34145"/>
                </a:lnTo>
                <a:lnTo>
                  <a:pt x="103221" y="34246"/>
                </a:lnTo>
                <a:lnTo>
                  <a:pt x="103806" y="34367"/>
                </a:lnTo>
                <a:lnTo>
                  <a:pt x="104391" y="34509"/>
                </a:lnTo>
                <a:lnTo>
                  <a:pt x="104977" y="34690"/>
                </a:lnTo>
                <a:lnTo>
                  <a:pt x="105542" y="34892"/>
                </a:lnTo>
                <a:lnTo>
                  <a:pt x="106127" y="35114"/>
                </a:lnTo>
                <a:lnTo>
                  <a:pt x="106672" y="35356"/>
                </a:lnTo>
                <a:lnTo>
                  <a:pt x="107237" y="35639"/>
                </a:lnTo>
                <a:lnTo>
                  <a:pt x="107782" y="35941"/>
                </a:lnTo>
                <a:lnTo>
                  <a:pt x="108306" y="36264"/>
                </a:lnTo>
                <a:lnTo>
                  <a:pt x="108831" y="36607"/>
                </a:lnTo>
                <a:lnTo>
                  <a:pt x="109336" y="36971"/>
                </a:lnTo>
                <a:lnTo>
                  <a:pt x="109820" y="37354"/>
                </a:lnTo>
                <a:lnTo>
                  <a:pt x="110284" y="37758"/>
                </a:lnTo>
                <a:lnTo>
                  <a:pt x="110728" y="38161"/>
                </a:lnTo>
                <a:lnTo>
                  <a:pt x="111152" y="38585"/>
                </a:lnTo>
                <a:lnTo>
                  <a:pt x="111535" y="39029"/>
                </a:lnTo>
                <a:lnTo>
                  <a:pt x="111919" y="39493"/>
                </a:lnTo>
                <a:lnTo>
                  <a:pt x="112262" y="39957"/>
                </a:lnTo>
                <a:lnTo>
                  <a:pt x="112605" y="40442"/>
                </a:lnTo>
                <a:lnTo>
                  <a:pt x="112907" y="40946"/>
                </a:lnTo>
                <a:lnTo>
                  <a:pt x="113190" y="41451"/>
                </a:lnTo>
                <a:lnTo>
                  <a:pt x="113452" y="41955"/>
                </a:lnTo>
                <a:lnTo>
                  <a:pt x="113674" y="42480"/>
                </a:lnTo>
                <a:lnTo>
                  <a:pt x="113876" y="43025"/>
                </a:lnTo>
                <a:lnTo>
                  <a:pt x="114058" y="43569"/>
                </a:lnTo>
                <a:lnTo>
                  <a:pt x="114219" y="44114"/>
                </a:lnTo>
                <a:lnTo>
                  <a:pt x="114038" y="43610"/>
                </a:lnTo>
                <a:lnTo>
                  <a:pt x="113937" y="43368"/>
                </a:lnTo>
                <a:lnTo>
                  <a:pt x="113816" y="43126"/>
                </a:lnTo>
                <a:lnTo>
                  <a:pt x="113694" y="42904"/>
                </a:lnTo>
                <a:lnTo>
                  <a:pt x="113573" y="42682"/>
                </a:lnTo>
                <a:lnTo>
                  <a:pt x="113432" y="42500"/>
                </a:lnTo>
                <a:lnTo>
                  <a:pt x="113251" y="42318"/>
                </a:lnTo>
                <a:lnTo>
                  <a:pt x="113210" y="42379"/>
                </a:lnTo>
                <a:lnTo>
                  <a:pt x="113372" y="42560"/>
                </a:lnTo>
                <a:lnTo>
                  <a:pt x="113533" y="42782"/>
                </a:lnTo>
                <a:lnTo>
                  <a:pt x="113674" y="43025"/>
                </a:lnTo>
                <a:lnTo>
                  <a:pt x="113816" y="43267"/>
                </a:lnTo>
                <a:lnTo>
                  <a:pt x="113916" y="43529"/>
                </a:lnTo>
                <a:lnTo>
                  <a:pt x="114017" y="43812"/>
                </a:lnTo>
                <a:lnTo>
                  <a:pt x="114219" y="44377"/>
                </a:lnTo>
                <a:lnTo>
                  <a:pt x="114360" y="44760"/>
                </a:lnTo>
                <a:lnTo>
                  <a:pt x="114502" y="45144"/>
                </a:lnTo>
                <a:lnTo>
                  <a:pt x="114663" y="45507"/>
                </a:lnTo>
                <a:lnTo>
                  <a:pt x="114744" y="45668"/>
                </a:lnTo>
                <a:lnTo>
                  <a:pt x="114845" y="45809"/>
                </a:lnTo>
                <a:lnTo>
                  <a:pt x="114946" y="45951"/>
                </a:lnTo>
                <a:lnTo>
                  <a:pt x="115067" y="46072"/>
                </a:lnTo>
                <a:lnTo>
                  <a:pt x="115188" y="46173"/>
                </a:lnTo>
                <a:lnTo>
                  <a:pt x="115309" y="46274"/>
                </a:lnTo>
                <a:lnTo>
                  <a:pt x="115470" y="46334"/>
                </a:lnTo>
                <a:lnTo>
                  <a:pt x="115632" y="46375"/>
                </a:lnTo>
                <a:lnTo>
                  <a:pt x="115793" y="46395"/>
                </a:lnTo>
                <a:lnTo>
                  <a:pt x="115995" y="46395"/>
                </a:lnTo>
                <a:lnTo>
                  <a:pt x="116156" y="46375"/>
                </a:lnTo>
                <a:lnTo>
                  <a:pt x="116318" y="46334"/>
                </a:lnTo>
                <a:lnTo>
                  <a:pt x="116479" y="46274"/>
                </a:lnTo>
                <a:lnTo>
                  <a:pt x="116641" y="46173"/>
                </a:lnTo>
                <a:lnTo>
                  <a:pt x="116822" y="46072"/>
                </a:lnTo>
                <a:lnTo>
                  <a:pt x="116984" y="45931"/>
                </a:lnTo>
                <a:lnTo>
                  <a:pt x="117145" y="45769"/>
                </a:lnTo>
                <a:lnTo>
                  <a:pt x="117327" y="45587"/>
                </a:lnTo>
                <a:lnTo>
                  <a:pt x="117630" y="45224"/>
                </a:lnTo>
                <a:lnTo>
                  <a:pt x="117892" y="44841"/>
                </a:lnTo>
                <a:lnTo>
                  <a:pt x="118134" y="44437"/>
                </a:lnTo>
                <a:lnTo>
                  <a:pt x="118356" y="44034"/>
                </a:lnTo>
                <a:lnTo>
                  <a:pt x="118558" y="43630"/>
                </a:lnTo>
                <a:lnTo>
                  <a:pt x="118739" y="43186"/>
                </a:lnTo>
                <a:lnTo>
                  <a:pt x="118901" y="42762"/>
                </a:lnTo>
                <a:lnTo>
                  <a:pt x="119042" y="42318"/>
                </a:lnTo>
                <a:lnTo>
                  <a:pt x="119183" y="41854"/>
                </a:lnTo>
                <a:lnTo>
                  <a:pt x="119284" y="41410"/>
                </a:lnTo>
                <a:lnTo>
                  <a:pt x="119486" y="40482"/>
                </a:lnTo>
                <a:lnTo>
                  <a:pt x="119648" y="39554"/>
                </a:lnTo>
                <a:lnTo>
                  <a:pt x="119789" y="38625"/>
                </a:lnTo>
                <a:lnTo>
                  <a:pt x="119950" y="37394"/>
                </a:lnTo>
                <a:lnTo>
                  <a:pt x="120092" y="36184"/>
                </a:lnTo>
                <a:lnTo>
                  <a:pt x="120233" y="34953"/>
                </a:lnTo>
                <a:lnTo>
                  <a:pt x="120334" y="33742"/>
                </a:lnTo>
                <a:lnTo>
                  <a:pt x="120455" y="32511"/>
                </a:lnTo>
                <a:lnTo>
                  <a:pt x="120536" y="31280"/>
                </a:lnTo>
                <a:lnTo>
                  <a:pt x="120616" y="30069"/>
                </a:lnTo>
                <a:lnTo>
                  <a:pt x="120697" y="28838"/>
                </a:lnTo>
                <a:lnTo>
                  <a:pt x="120737" y="27607"/>
                </a:lnTo>
                <a:lnTo>
                  <a:pt x="120778" y="26376"/>
                </a:lnTo>
                <a:lnTo>
                  <a:pt x="120798" y="25145"/>
                </a:lnTo>
                <a:lnTo>
                  <a:pt x="120818" y="23914"/>
                </a:lnTo>
                <a:lnTo>
                  <a:pt x="120818" y="22683"/>
                </a:lnTo>
                <a:lnTo>
                  <a:pt x="120798" y="21452"/>
                </a:lnTo>
                <a:lnTo>
                  <a:pt x="120778" y="20241"/>
                </a:lnTo>
                <a:lnTo>
                  <a:pt x="120737" y="19010"/>
                </a:lnTo>
                <a:lnTo>
                  <a:pt x="120697" y="18143"/>
                </a:lnTo>
                <a:lnTo>
                  <a:pt x="120636" y="17275"/>
                </a:lnTo>
                <a:lnTo>
                  <a:pt x="120576" y="16407"/>
                </a:lnTo>
                <a:lnTo>
                  <a:pt x="120495" y="15519"/>
                </a:lnTo>
                <a:lnTo>
                  <a:pt x="120374" y="14651"/>
                </a:lnTo>
                <a:lnTo>
                  <a:pt x="120233" y="13763"/>
                </a:lnTo>
                <a:lnTo>
                  <a:pt x="120071" y="12896"/>
                </a:lnTo>
                <a:lnTo>
                  <a:pt x="119870" y="12048"/>
                </a:lnTo>
                <a:lnTo>
                  <a:pt x="119648" y="11201"/>
                </a:lnTo>
                <a:lnTo>
                  <a:pt x="119365" y="10353"/>
                </a:lnTo>
                <a:lnTo>
                  <a:pt x="119062" y="9546"/>
                </a:lnTo>
                <a:lnTo>
                  <a:pt x="118881" y="9142"/>
                </a:lnTo>
                <a:lnTo>
                  <a:pt x="118699" y="8759"/>
                </a:lnTo>
                <a:lnTo>
                  <a:pt x="118497" y="8375"/>
                </a:lnTo>
                <a:lnTo>
                  <a:pt x="118296" y="7992"/>
                </a:lnTo>
                <a:lnTo>
                  <a:pt x="118074" y="7609"/>
                </a:lnTo>
                <a:lnTo>
                  <a:pt x="117831" y="7245"/>
                </a:lnTo>
                <a:lnTo>
                  <a:pt x="117589" y="6902"/>
                </a:lnTo>
                <a:lnTo>
                  <a:pt x="117327" y="6559"/>
                </a:lnTo>
                <a:lnTo>
                  <a:pt x="117044" y="6216"/>
                </a:lnTo>
                <a:lnTo>
                  <a:pt x="116762" y="5873"/>
                </a:lnTo>
                <a:lnTo>
                  <a:pt x="116257" y="5369"/>
                </a:lnTo>
                <a:lnTo>
                  <a:pt x="115712" y="4884"/>
                </a:lnTo>
                <a:lnTo>
                  <a:pt x="115127" y="4420"/>
                </a:lnTo>
                <a:lnTo>
                  <a:pt x="114502" y="3976"/>
                </a:lnTo>
                <a:lnTo>
                  <a:pt x="113836" y="3573"/>
                </a:lnTo>
                <a:lnTo>
                  <a:pt x="113129" y="3189"/>
                </a:lnTo>
                <a:lnTo>
                  <a:pt x="112403" y="2846"/>
                </a:lnTo>
                <a:lnTo>
                  <a:pt x="111596" y="2503"/>
                </a:lnTo>
                <a:lnTo>
                  <a:pt x="110970" y="2261"/>
                </a:lnTo>
                <a:lnTo>
                  <a:pt x="110284" y="2039"/>
                </a:lnTo>
                <a:lnTo>
                  <a:pt x="109578" y="1837"/>
                </a:lnTo>
                <a:lnTo>
                  <a:pt x="108851" y="1635"/>
                </a:lnTo>
                <a:lnTo>
                  <a:pt x="108064" y="1433"/>
                </a:lnTo>
                <a:lnTo>
                  <a:pt x="107257" y="1272"/>
                </a:lnTo>
                <a:lnTo>
                  <a:pt x="106389" y="1090"/>
                </a:lnTo>
                <a:lnTo>
                  <a:pt x="105481" y="949"/>
                </a:lnTo>
                <a:lnTo>
                  <a:pt x="103988" y="707"/>
                </a:lnTo>
                <a:lnTo>
                  <a:pt x="102474" y="505"/>
                </a:lnTo>
                <a:lnTo>
                  <a:pt x="100961" y="344"/>
                </a:lnTo>
                <a:lnTo>
                  <a:pt x="99447" y="202"/>
                </a:lnTo>
                <a:lnTo>
                  <a:pt x="97934" y="102"/>
                </a:lnTo>
                <a:lnTo>
                  <a:pt x="96420" y="41"/>
                </a:lnTo>
                <a:lnTo>
                  <a:pt x="9488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3"/>
          <p:cNvSpPr/>
          <p:nvPr/>
        </p:nvSpPr>
        <p:spPr>
          <a:xfrm>
            <a:off x="9011602" y="-25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3"/>
          <p:cNvSpPr/>
          <p:nvPr/>
        </p:nvSpPr>
        <p:spPr>
          <a:xfrm>
            <a:off x="7182848" y="1854781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3"/>
          <p:cNvSpPr/>
          <p:nvPr/>
        </p:nvSpPr>
        <p:spPr>
          <a:xfrm>
            <a:off x="7364488" y="11396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3"/>
          <p:cNvSpPr/>
          <p:nvPr/>
        </p:nvSpPr>
        <p:spPr>
          <a:xfrm>
            <a:off x="8605498" y="3630536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3"/>
          <p:cNvSpPr/>
          <p:nvPr/>
        </p:nvSpPr>
        <p:spPr>
          <a:xfrm>
            <a:off x="7917290" y="1315452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" name="Google Shape;172;p3"/>
          <p:cNvSpPr/>
          <p:nvPr/>
        </p:nvSpPr>
        <p:spPr>
          <a:xfrm>
            <a:off x="1573619" y="4469485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3"/>
          <p:cNvSpPr/>
          <p:nvPr/>
        </p:nvSpPr>
        <p:spPr>
          <a:xfrm rot="3449335">
            <a:off x="1554254" y="-1020347"/>
            <a:ext cx="1395586" cy="1650631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3"/>
          <p:cNvSpPr/>
          <p:nvPr/>
        </p:nvSpPr>
        <p:spPr>
          <a:xfrm>
            <a:off x="8938198" y="3915546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3"/>
          <p:cNvSpPr/>
          <p:nvPr/>
        </p:nvSpPr>
        <p:spPr>
          <a:xfrm>
            <a:off x="1754085" y="4576657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3"/>
          <p:cNvSpPr/>
          <p:nvPr/>
        </p:nvSpPr>
        <p:spPr>
          <a:xfrm>
            <a:off x="7475015" y="1977720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3"/>
          <p:cNvSpPr/>
          <p:nvPr/>
        </p:nvSpPr>
        <p:spPr>
          <a:xfrm>
            <a:off x="7497601" y="258374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3"/>
          <p:cNvSpPr/>
          <p:nvPr/>
        </p:nvSpPr>
        <p:spPr>
          <a:xfrm>
            <a:off x="7989465" y="1384273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3"/>
          <p:cNvSpPr/>
          <p:nvPr/>
        </p:nvSpPr>
        <p:spPr>
          <a:xfrm rot="3449335">
            <a:off x="1655522" y="-908175"/>
            <a:ext cx="1193653" cy="1427229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3"/>
          <p:cNvSpPr/>
          <p:nvPr/>
        </p:nvSpPr>
        <p:spPr>
          <a:xfrm>
            <a:off x="7611538" y="31925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3"/>
          <p:cNvSpPr/>
          <p:nvPr/>
        </p:nvSpPr>
        <p:spPr>
          <a:xfrm>
            <a:off x="8093284" y="1493738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3"/>
          <p:cNvSpPr/>
          <p:nvPr/>
        </p:nvSpPr>
        <p:spPr>
          <a:xfrm rot="3449335">
            <a:off x="1810805" y="-768073"/>
            <a:ext cx="901487" cy="1104539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3"/>
          <p:cNvSpPr/>
          <p:nvPr/>
        </p:nvSpPr>
        <p:spPr>
          <a:xfrm>
            <a:off x="8740847" y="1813019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3"/>
          <p:cNvSpPr/>
          <p:nvPr/>
        </p:nvSpPr>
        <p:spPr>
          <a:xfrm>
            <a:off x="7850706" y="3773824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" name="Google Shape;185;p3"/>
          <p:cNvSpPr/>
          <p:nvPr/>
        </p:nvSpPr>
        <p:spPr>
          <a:xfrm rot="3449335">
            <a:off x="2567386" y="-287123"/>
            <a:ext cx="130932" cy="390449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3"/>
          <p:cNvSpPr/>
          <p:nvPr/>
        </p:nvSpPr>
        <p:spPr>
          <a:xfrm>
            <a:off x="13470249" y="372312"/>
            <a:ext cx="206522" cy="1040271"/>
          </a:xfrm>
          <a:custGeom>
            <a:rect b="b" l="l" r="r" t="t"/>
            <a:pathLst>
              <a:path extrusionOk="0" h="18607" w="3694">
                <a:moveTo>
                  <a:pt x="2160" y="0"/>
                </a:moveTo>
                <a:lnTo>
                  <a:pt x="2099" y="61"/>
                </a:lnTo>
                <a:lnTo>
                  <a:pt x="2281" y="283"/>
                </a:lnTo>
                <a:lnTo>
                  <a:pt x="2462" y="545"/>
                </a:lnTo>
                <a:lnTo>
                  <a:pt x="2624" y="787"/>
                </a:lnTo>
                <a:lnTo>
                  <a:pt x="2765" y="1050"/>
                </a:lnTo>
                <a:lnTo>
                  <a:pt x="2886" y="1292"/>
                </a:lnTo>
                <a:lnTo>
                  <a:pt x="3007" y="1554"/>
                </a:lnTo>
                <a:lnTo>
                  <a:pt x="3209" y="2079"/>
                </a:lnTo>
                <a:lnTo>
                  <a:pt x="3350" y="2604"/>
                </a:lnTo>
                <a:lnTo>
                  <a:pt x="3471" y="3108"/>
                </a:lnTo>
                <a:lnTo>
                  <a:pt x="3532" y="3592"/>
                </a:lnTo>
                <a:lnTo>
                  <a:pt x="3572" y="4036"/>
                </a:lnTo>
                <a:lnTo>
                  <a:pt x="3613" y="4581"/>
                </a:lnTo>
                <a:lnTo>
                  <a:pt x="3613" y="5126"/>
                </a:lnTo>
                <a:lnTo>
                  <a:pt x="3592" y="5671"/>
                </a:lnTo>
                <a:lnTo>
                  <a:pt x="3552" y="6216"/>
                </a:lnTo>
                <a:lnTo>
                  <a:pt x="3431" y="7285"/>
                </a:lnTo>
                <a:lnTo>
                  <a:pt x="3290" y="8355"/>
                </a:lnTo>
                <a:lnTo>
                  <a:pt x="2684" y="12734"/>
                </a:lnTo>
                <a:lnTo>
                  <a:pt x="2604" y="13360"/>
                </a:lnTo>
                <a:lnTo>
                  <a:pt x="2503" y="14026"/>
                </a:lnTo>
                <a:lnTo>
                  <a:pt x="2361" y="14712"/>
                </a:lnTo>
                <a:lnTo>
                  <a:pt x="2281" y="15055"/>
                </a:lnTo>
                <a:lnTo>
                  <a:pt x="2180" y="15398"/>
                </a:lnTo>
                <a:lnTo>
                  <a:pt x="2059" y="15741"/>
                </a:lnTo>
                <a:lnTo>
                  <a:pt x="1938" y="16084"/>
                </a:lnTo>
                <a:lnTo>
                  <a:pt x="1796" y="16407"/>
                </a:lnTo>
                <a:lnTo>
                  <a:pt x="1635" y="16730"/>
                </a:lnTo>
                <a:lnTo>
                  <a:pt x="1453" y="17053"/>
                </a:lnTo>
                <a:lnTo>
                  <a:pt x="1252" y="17355"/>
                </a:lnTo>
                <a:lnTo>
                  <a:pt x="1030" y="17638"/>
                </a:lnTo>
                <a:lnTo>
                  <a:pt x="787" y="17900"/>
                </a:lnTo>
                <a:lnTo>
                  <a:pt x="606" y="18082"/>
                </a:lnTo>
                <a:lnTo>
                  <a:pt x="404" y="18243"/>
                </a:lnTo>
                <a:lnTo>
                  <a:pt x="202" y="18384"/>
                </a:lnTo>
                <a:lnTo>
                  <a:pt x="0" y="18526"/>
                </a:lnTo>
                <a:lnTo>
                  <a:pt x="41" y="18606"/>
                </a:lnTo>
                <a:lnTo>
                  <a:pt x="263" y="18465"/>
                </a:lnTo>
                <a:lnTo>
                  <a:pt x="465" y="18304"/>
                </a:lnTo>
                <a:lnTo>
                  <a:pt x="666" y="18142"/>
                </a:lnTo>
                <a:lnTo>
                  <a:pt x="848" y="17961"/>
                </a:lnTo>
                <a:lnTo>
                  <a:pt x="1090" y="17678"/>
                </a:lnTo>
                <a:lnTo>
                  <a:pt x="1332" y="17396"/>
                </a:lnTo>
                <a:lnTo>
                  <a:pt x="1534" y="17093"/>
                </a:lnTo>
                <a:lnTo>
                  <a:pt x="1716" y="16790"/>
                </a:lnTo>
                <a:lnTo>
                  <a:pt x="1877" y="16447"/>
                </a:lnTo>
                <a:lnTo>
                  <a:pt x="2018" y="16124"/>
                </a:lnTo>
                <a:lnTo>
                  <a:pt x="2139" y="15781"/>
                </a:lnTo>
                <a:lnTo>
                  <a:pt x="2240" y="15438"/>
                </a:lnTo>
                <a:lnTo>
                  <a:pt x="2341" y="15075"/>
                </a:lnTo>
                <a:lnTo>
                  <a:pt x="2442" y="14732"/>
                </a:lnTo>
                <a:lnTo>
                  <a:pt x="2563" y="14046"/>
                </a:lnTo>
                <a:lnTo>
                  <a:pt x="2684" y="13380"/>
                </a:lnTo>
                <a:lnTo>
                  <a:pt x="2765" y="12734"/>
                </a:lnTo>
                <a:lnTo>
                  <a:pt x="3370" y="8375"/>
                </a:lnTo>
                <a:lnTo>
                  <a:pt x="3512" y="7306"/>
                </a:lnTo>
                <a:lnTo>
                  <a:pt x="3633" y="6216"/>
                </a:lnTo>
                <a:lnTo>
                  <a:pt x="3673" y="5671"/>
                </a:lnTo>
                <a:lnTo>
                  <a:pt x="3693" y="5126"/>
                </a:lnTo>
                <a:lnTo>
                  <a:pt x="3693" y="4581"/>
                </a:lnTo>
                <a:lnTo>
                  <a:pt x="3653" y="4036"/>
                </a:lnTo>
                <a:lnTo>
                  <a:pt x="3613" y="3572"/>
                </a:lnTo>
                <a:lnTo>
                  <a:pt x="3532" y="3088"/>
                </a:lnTo>
                <a:lnTo>
                  <a:pt x="3431" y="2583"/>
                </a:lnTo>
                <a:lnTo>
                  <a:pt x="3290" y="2059"/>
                </a:lnTo>
                <a:lnTo>
                  <a:pt x="3088" y="1534"/>
                </a:lnTo>
                <a:lnTo>
                  <a:pt x="2967" y="1272"/>
                </a:lnTo>
                <a:lnTo>
                  <a:pt x="2826" y="1009"/>
                </a:lnTo>
                <a:lnTo>
                  <a:pt x="2684" y="747"/>
                </a:lnTo>
                <a:lnTo>
                  <a:pt x="2523" y="485"/>
                </a:lnTo>
                <a:lnTo>
                  <a:pt x="2341" y="243"/>
                </a:lnTo>
                <a:lnTo>
                  <a:pt x="216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3"/>
          <p:cNvSpPr/>
          <p:nvPr/>
        </p:nvSpPr>
        <p:spPr>
          <a:xfrm>
            <a:off x="8905548" y="1936013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3"/>
          <p:cNvSpPr/>
          <p:nvPr/>
        </p:nvSpPr>
        <p:spPr>
          <a:xfrm>
            <a:off x="9054482" y="2190947"/>
            <a:ext cx="794334" cy="541632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3"/>
          <p:cNvSpPr/>
          <p:nvPr/>
        </p:nvSpPr>
        <p:spPr>
          <a:xfrm>
            <a:off x="8006405" y="3940817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3"/>
          <p:cNvSpPr/>
          <p:nvPr/>
        </p:nvSpPr>
        <p:spPr>
          <a:xfrm>
            <a:off x="8024463" y="3383486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3"/>
          <p:cNvSpPr/>
          <p:nvPr/>
        </p:nvSpPr>
        <p:spPr>
          <a:xfrm>
            <a:off x="8022171" y="3381194"/>
            <a:ext cx="104994" cy="104994"/>
          </a:xfrm>
          <a:custGeom>
            <a:rect b="b" l="l" r="r" t="t"/>
            <a:pathLst>
              <a:path extrusionOk="0" h="1878" w="1878">
                <a:moveTo>
                  <a:pt x="949" y="81"/>
                </a:moveTo>
                <a:lnTo>
                  <a:pt x="1111" y="102"/>
                </a:lnTo>
                <a:lnTo>
                  <a:pt x="1272" y="142"/>
                </a:lnTo>
                <a:lnTo>
                  <a:pt x="1414" y="223"/>
                </a:lnTo>
                <a:lnTo>
                  <a:pt x="1555" y="32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8"/>
                </a:lnTo>
                <a:lnTo>
                  <a:pt x="1797" y="949"/>
                </a:lnTo>
                <a:lnTo>
                  <a:pt x="1777" y="1111"/>
                </a:lnTo>
                <a:lnTo>
                  <a:pt x="1736" y="1272"/>
                </a:lnTo>
                <a:lnTo>
                  <a:pt x="1656" y="1413"/>
                </a:lnTo>
                <a:lnTo>
                  <a:pt x="1555" y="1555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77"/>
                </a:lnTo>
                <a:lnTo>
                  <a:pt x="949" y="1797"/>
                </a:lnTo>
                <a:lnTo>
                  <a:pt x="768" y="1777"/>
                </a:lnTo>
                <a:lnTo>
                  <a:pt x="606" y="1736"/>
                </a:lnTo>
                <a:lnTo>
                  <a:pt x="465" y="1655"/>
                </a:lnTo>
                <a:lnTo>
                  <a:pt x="344" y="1555"/>
                </a:lnTo>
                <a:lnTo>
                  <a:pt x="223" y="1413"/>
                </a:lnTo>
                <a:lnTo>
                  <a:pt x="142" y="1272"/>
                </a:lnTo>
                <a:lnTo>
                  <a:pt x="102" y="1111"/>
                </a:lnTo>
                <a:lnTo>
                  <a:pt x="82" y="949"/>
                </a:lnTo>
                <a:lnTo>
                  <a:pt x="102" y="768"/>
                </a:lnTo>
                <a:lnTo>
                  <a:pt x="142" y="606"/>
                </a:lnTo>
                <a:lnTo>
                  <a:pt x="223" y="465"/>
                </a:lnTo>
                <a:lnTo>
                  <a:pt x="344" y="324"/>
                </a:lnTo>
                <a:lnTo>
                  <a:pt x="465" y="223"/>
                </a:lnTo>
                <a:lnTo>
                  <a:pt x="606" y="142"/>
                </a:lnTo>
                <a:lnTo>
                  <a:pt x="768" y="102"/>
                </a:lnTo>
                <a:lnTo>
                  <a:pt x="949" y="81"/>
                </a:lnTo>
                <a:close/>
                <a:moveTo>
                  <a:pt x="949" y="1"/>
                </a:moveTo>
                <a:lnTo>
                  <a:pt x="748" y="21"/>
                </a:lnTo>
                <a:lnTo>
                  <a:pt x="586" y="81"/>
                </a:lnTo>
                <a:lnTo>
                  <a:pt x="425" y="162"/>
                </a:lnTo>
                <a:lnTo>
                  <a:pt x="284" y="283"/>
                </a:lnTo>
                <a:lnTo>
                  <a:pt x="162" y="404"/>
                </a:lnTo>
                <a:lnTo>
                  <a:pt x="82" y="56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82" y="1312"/>
                </a:lnTo>
                <a:lnTo>
                  <a:pt x="162" y="1474"/>
                </a:lnTo>
                <a:lnTo>
                  <a:pt x="284" y="1615"/>
                </a:lnTo>
                <a:lnTo>
                  <a:pt x="425" y="1716"/>
                </a:lnTo>
                <a:lnTo>
                  <a:pt x="586" y="1817"/>
                </a:lnTo>
                <a:lnTo>
                  <a:pt x="748" y="1857"/>
                </a:lnTo>
                <a:lnTo>
                  <a:pt x="949" y="1877"/>
                </a:lnTo>
                <a:lnTo>
                  <a:pt x="1131" y="1857"/>
                </a:lnTo>
                <a:lnTo>
                  <a:pt x="1313" y="1817"/>
                </a:lnTo>
                <a:lnTo>
                  <a:pt x="1474" y="1716"/>
                </a:lnTo>
                <a:lnTo>
                  <a:pt x="1615" y="1615"/>
                </a:lnTo>
                <a:lnTo>
                  <a:pt x="1716" y="1474"/>
                </a:lnTo>
                <a:lnTo>
                  <a:pt x="181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817" y="566"/>
                </a:lnTo>
                <a:lnTo>
                  <a:pt x="1716" y="404"/>
                </a:lnTo>
                <a:lnTo>
                  <a:pt x="1615" y="283"/>
                </a:lnTo>
                <a:lnTo>
                  <a:pt x="1474" y="162"/>
                </a:lnTo>
                <a:lnTo>
                  <a:pt x="1313" y="81"/>
                </a:lnTo>
                <a:lnTo>
                  <a:pt x="1131" y="21"/>
                </a:lnTo>
                <a:lnTo>
                  <a:pt x="94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3"/>
          <p:cNvSpPr/>
          <p:nvPr/>
        </p:nvSpPr>
        <p:spPr>
          <a:xfrm>
            <a:off x="8252337" y="1963072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3"/>
          <p:cNvSpPr/>
          <p:nvPr/>
        </p:nvSpPr>
        <p:spPr>
          <a:xfrm>
            <a:off x="8250101" y="1960780"/>
            <a:ext cx="104994" cy="106112"/>
          </a:xfrm>
          <a:custGeom>
            <a:rect b="b" l="l" r="r" t="t"/>
            <a:pathLst>
              <a:path extrusionOk="0" h="1898" w="1878">
                <a:moveTo>
                  <a:pt x="929" y="82"/>
                </a:moveTo>
                <a:lnTo>
                  <a:pt x="1110" y="102"/>
                </a:lnTo>
                <a:lnTo>
                  <a:pt x="1272" y="162"/>
                </a:lnTo>
                <a:lnTo>
                  <a:pt x="1413" y="243"/>
                </a:lnTo>
                <a:lnTo>
                  <a:pt x="1554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31"/>
                </a:lnTo>
                <a:lnTo>
                  <a:pt x="1736" y="1293"/>
                </a:lnTo>
                <a:lnTo>
                  <a:pt x="1655" y="143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97"/>
                </a:lnTo>
                <a:lnTo>
                  <a:pt x="929" y="1817"/>
                </a:lnTo>
                <a:lnTo>
                  <a:pt x="767" y="1797"/>
                </a:lnTo>
                <a:lnTo>
                  <a:pt x="606" y="1736"/>
                </a:lnTo>
                <a:lnTo>
                  <a:pt x="465" y="1656"/>
                </a:lnTo>
                <a:lnTo>
                  <a:pt x="323" y="1555"/>
                </a:lnTo>
                <a:lnTo>
                  <a:pt x="222" y="1434"/>
                </a:lnTo>
                <a:lnTo>
                  <a:pt x="142" y="1293"/>
                </a:lnTo>
                <a:lnTo>
                  <a:pt x="101" y="113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44"/>
                </a:lnTo>
                <a:lnTo>
                  <a:pt x="465" y="243"/>
                </a:lnTo>
                <a:lnTo>
                  <a:pt x="606" y="162"/>
                </a:lnTo>
                <a:lnTo>
                  <a:pt x="767" y="102"/>
                </a:lnTo>
                <a:lnTo>
                  <a:pt x="929" y="82"/>
                </a:lnTo>
                <a:close/>
                <a:moveTo>
                  <a:pt x="929" y="1"/>
                </a:moveTo>
                <a:lnTo>
                  <a:pt x="747" y="21"/>
                </a:lnTo>
                <a:lnTo>
                  <a:pt x="565" y="82"/>
                </a:lnTo>
                <a:lnTo>
                  <a:pt x="404" y="162"/>
                </a:lnTo>
                <a:lnTo>
                  <a:pt x="263" y="284"/>
                </a:lnTo>
                <a:lnTo>
                  <a:pt x="162" y="425"/>
                </a:lnTo>
                <a:lnTo>
                  <a:pt x="61" y="586"/>
                </a:lnTo>
                <a:lnTo>
                  <a:pt x="21" y="768"/>
                </a:lnTo>
                <a:lnTo>
                  <a:pt x="0" y="949"/>
                </a:lnTo>
                <a:lnTo>
                  <a:pt x="21" y="1131"/>
                </a:lnTo>
                <a:lnTo>
                  <a:pt x="61" y="1313"/>
                </a:lnTo>
                <a:lnTo>
                  <a:pt x="162" y="1474"/>
                </a:lnTo>
                <a:lnTo>
                  <a:pt x="263" y="1615"/>
                </a:lnTo>
                <a:lnTo>
                  <a:pt x="404" y="1736"/>
                </a:lnTo>
                <a:lnTo>
                  <a:pt x="565" y="1817"/>
                </a:lnTo>
                <a:lnTo>
                  <a:pt x="747" y="1878"/>
                </a:lnTo>
                <a:lnTo>
                  <a:pt x="929" y="1898"/>
                </a:lnTo>
                <a:lnTo>
                  <a:pt x="1130" y="1878"/>
                </a:lnTo>
                <a:lnTo>
                  <a:pt x="1312" y="1817"/>
                </a:lnTo>
                <a:lnTo>
                  <a:pt x="1453" y="1736"/>
                </a:lnTo>
                <a:lnTo>
                  <a:pt x="1595" y="1615"/>
                </a:lnTo>
                <a:lnTo>
                  <a:pt x="1716" y="1474"/>
                </a:lnTo>
                <a:lnTo>
                  <a:pt x="1796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68"/>
                </a:lnTo>
                <a:lnTo>
                  <a:pt x="1796" y="586"/>
                </a:lnTo>
                <a:lnTo>
                  <a:pt x="1716" y="425"/>
                </a:lnTo>
                <a:lnTo>
                  <a:pt x="1595" y="284"/>
                </a:lnTo>
                <a:lnTo>
                  <a:pt x="1453" y="162"/>
                </a:lnTo>
                <a:lnTo>
                  <a:pt x="1312" y="82"/>
                </a:lnTo>
                <a:lnTo>
                  <a:pt x="1130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3"/>
          <p:cNvSpPr/>
          <p:nvPr/>
        </p:nvSpPr>
        <p:spPr>
          <a:xfrm>
            <a:off x="8947481" y="1091884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9048679" y="137326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3"/>
          <p:cNvSpPr/>
          <p:nvPr/>
        </p:nvSpPr>
        <p:spPr>
          <a:xfrm>
            <a:off x="9064657" y="390240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3"/>
          <p:cNvSpPr/>
          <p:nvPr/>
        </p:nvSpPr>
        <p:spPr>
          <a:xfrm>
            <a:off x="9062365" y="3900173"/>
            <a:ext cx="104994" cy="104994"/>
          </a:xfrm>
          <a:custGeom>
            <a:rect b="b" l="l" r="r" t="t"/>
            <a:pathLst>
              <a:path extrusionOk="0" h="1878" w="1878">
                <a:moveTo>
                  <a:pt x="929" y="81"/>
                </a:moveTo>
                <a:lnTo>
                  <a:pt x="1111" y="101"/>
                </a:lnTo>
                <a:lnTo>
                  <a:pt x="1272" y="142"/>
                </a:lnTo>
                <a:lnTo>
                  <a:pt x="1414" y="223"/>
                </a:lnTo>
                <a:lnTo>
                  <a:pt x="1535" y="34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7"/>
                </a:lnTo>
                <a:lnTo>
                  <a:pt x="1797" y="949"/>
                </a:lnTo>
                <a:lnTo>
                  <a:pt x="1777" y="1110"/>
                </a:lnTo>
                <a:lnTo>
                  <a:pt x="1736" y="1272"/>
                </a:lnTo>
                <a:lnTo>
                  <a:pt x="1656" y="1433"/>
                </a:lnTo>
                <a:lnTo>
                  <a:pt x="1535" y="1554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97"/>
                </a:lnTo>
                <a:lnTo>
                  <a:pt x="768" y="1797"/>
                </a:lnTo>
                <a:lnTo>
                  <a:pt x="606" y="1736"/>
                </a:lnTo>
                <a:lnTo>
                  <a:pt x="445" y="1655"/>
                </a:lnTo>
                <a:lnTo>
                  <a:pt x="324" y="1554"/>
                </a:lnTo>
                <a:lnTo>
                  <a:pt x="223" y="1433"/>
                </a:lnTo>
                <a:lnTo>
                  <a:pt x="142" y="1272"/>
                </a:lnTo>
                <a:lnTo>
                  <a:pt x="82" y="1110"/>
                </a:lnTo>
                <a:lnTo>
                  <a:pt x="82" y="949"/>
                </a:lnTo>
                <a:lnTo>
                  <a:pt x="82" y="767"/>
                </a:lnTo>
                <a:lnTo>
                  <a:pt x="142" y="606"/>
                </a:lnTo>
                <a:lnTo>
                  <a:pt x="223" y="465"/>
                </a:lnTo>
                <a:lnTo>
                  <a:pt x="324" y="344"/>
                </a:lnTo>
                <a:lnTo>
                  <a:pt x="445" y="223"/>
                </a:lnTo>
                <a:lnTo>
                  <a:pt x="606" y="142"/>
                </a:lnTo>
                <a:lnTo>
                  <a:pt x="768" y="101"/>
                </a:lnTo>
                <a:lnTo>
                  <a:pt x="929" y="81"/>
                </a:lnTo>
                <a:close/>
                <a:moveTo>
                  <a:pt x="929" y="1"/>
                </a:moveTo>
                <a:lnTo>
                  <a:pt x="748" y="21"/>
                </a:lnTo>
                <a:lnTo>
                  <a:pt x="566" y="81"/>
                </a:lnTo>
                <a:lnTo>
                  <a:pt x="405" y="162"/>
                </a:lnTo>
                <a:lnTo>
                  <a:pt x="263" y="283"/>
                </a:lnTo>
                <a:lnTo>
                  <a:pt x="162" y="424"/>
                </a:lnTo>
                <a:lnTo>
                  <a:pt x="62" y="58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62" y="1312"/>
                </a:lnTo>
                <a:lnTo>
                  <a:pt x="162" y="1474"/>
                </a:lnTo>
                <a:lnTo>
                  <a:pt x="263" y="1615"/>
                </a:lnTo>
                <a:lnTo>
                  <a:pt x="405" y="1716"/>
                </a:lnTo>
                <a:lnTo>
                  <a:pt x="566" y="1817"/>
                </a:lnTo>
                <a:lnTo>
                  <a:pt x="748" y="1857"/>
                </a:lnTo>
                <a:lnTo>
                  <a:pt x="929" y="1877"/>
                </a:lnTo>
                <a:lnTo>
                  <a:pt x="1131" y="1857"/>
                </a:lnTo>
                <a:lnTo>
                  <a:pt x="1293" y="1817"/>
                </a:lnTo>
                <a:lnTo>
                  <a:pt x="1454" y="1716"/>
                </a:lnTo>
                <a:lnTo>
                  <a:pt x="1595" y="1615"/>
                </a:lnTo>
                <a:lnTo>
                  <a:pt x="1716" y="1474"/>
                </a:lnTo>
                <a:lnTo>
                  <a:pt x="179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797" y="586"/>
                </a:lnTo>
                <a:lnTo>
                  <a:pt x="1716" y="424"/>
                </a:lnTo>
                <a:lnTo>
                  <a:pt x="1595" y="283"/>
                </a:lnTo>
                <a:lnTo>
                  <a:pt x="1454" y="162"/>
                </a:lnTo>
                <a:lnTo>
                  <a:pt x="1293" y="81"/>
                </a:lnTo>
                <a:lnTo>
                  <a:pt x="1131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3"/>
          <p:cNvSpPr/>
          <p:nvPr/>
        </p:nvSpPr>
        <p:spPr>
          <a:xfrm>
            <a:off x="7397129" y="44694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3"/>
          <p:cNvSpPr/>
          <p:nvPr/>
        </p:nvSpPr>
        <p:spPr>
          <a:xfrm>
            <a:off x="7665172" y="399370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3"/>
          <p:cNvSpPr/>
          <p:nvPr/>
        </p:nvSpPr>
        <p:spPr>
          <a:xfrm>
            <a:off x="9325237" y="2442525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3"/>
          <p:cNvSpPr/>
          <p:nvPr/>
        </p:nvSpPr>
        <p:spPr>
          <a:xfrm>
            <a:off x="9301588" y="2466230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3"/>
          <p:cNvSpPr/>
          <p:nvPr/>
        </p:nvSpPr>
        <p:spPr>
          <a:xfrm rot="3449335">
            <a:off x="2649872" y="-138575"/>
            <a:ext cx="4584" cy="55347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3"/>
          <p:cNvSpPr/>
          <p:nvPr/>
        </p:nvSpPr>
        <p:spPr>
          <a:xfrm>
            <a:off x="-2003610" y="63728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3"/>
          <p:cNvSpPr/>
          <p:nvPr/>
        </p:nvSpPr>
        <p:spPr>
          <a:xfrm rot="3449335">
            <a:off x="2625262" y="-113023"/>
            <a:ext cx="55347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5" name="Google Shape;205;p3"/>
          <p:cNvGrpSpPr/>
          <p:nvPr/>
        </p:nvGrpSpPr>
        <p:grpSpPr>
          <a:xfrm>
            <a:off x="3970982" y="4599416"/>
            <a:ext cx="1205112" cy="520243"/>
            <a:chOff x="3970982" y="4599416"/>
            <a:chExt cx="1205112" cy="520243"/>
          </a:xfrm>
        </p:grpSpPr>
        <p:sp>
          <p:nvSpPr>
            <p:cNvPr id="206" name="Google Shape;206;p3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" name="Google Shape;238;p3"/>
          <p:cNvGrpSpPr/>
          <p:nvPr/>
        </p:nvGrpSpPr>
        <p:grpSpPr>
          <a:xfrm>
            <a:off x="3969444" y="51341"/>
            <a:ext cx="1205112" cy="520243"/>
            <a:chOff x="3970982" y="4599416"/>
            <a:chExt cx="1205112" cy="520243"/>
          </a:xfrm>
        </p:grpSpPr>
        <p:sp>
          <p:nvSpPr>
            <p:cNvPr id="239" name="Google Shape;239;p3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3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3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" name="Google Shape;271;p3"/>
          <p:cNvGrpSpPr/>
          <p:nvPr/>
        </p:nvGrpSpPr>
        <p:grpSpPr>
          <a:xfrm>
            <a:off x="335952" y="4224312"/>
            <a:ext cx="754524" cy="750237"/>
            <a:chOff x="8523754" y="10"/>
            <a:chExt cx="516408" cy="513439"/>
          </a:xfrm>
        </p:grpSpPr>
        <p:sp>
          <p:nvSpPr>
            <p:cNvPr id="272" name="Google Shape;272;p3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" name="Google Shape;274;p3"/>
          <p:cNvSpPr/>
          <p:nvPr/>
        </p:nvSpPr>
        <p:spPr>
          <a:xfrm>
            <a:off x="8202150" y="4384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3"/>
          <p:cNvSpPr/>
          <p:nvPr/>
        </p:nvSpPr>
        <p:spPr>
          <a:xfrm>
            <a:off x="484600" y="280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6" name="Google Shape;276;p3"/>
          <p:cNvGrpSpPr/>
          <p:nvPr/>
        </p:nvGrpSpPr>
        <p:grpSpPr>
          <a:xfrm flipH="1" rot="2700000">
            <a:off x="-2243747" y="347213"/>
            <a:ext cx="2946912" cy="1512954"/>
            <a:chOff x="-1306807" y="-1638114"/>
            <a:chExt cx="2946940" cy="1512969"/>
          </a:xfrm>
        </p:grpSpPr>
        <p:sp>
          <p:nvSpPr>
            <p:cNvPr id="277" name="Google Shape;277;p3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0" name="Google Shape;280;p3"/>
          <p:cNvSpPr/>
          <p:nvPr/>
        </p:nvSpPr>
        <p:spPr>
          <a:xfrm>
            <a:off x="322954" y="27325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3"/>
          <p:cNvSpPr/>
          <p:nvPr/>
        </p:nvSpPr>
        <p:spPr>
          <a:xfrm>
            <a:off x="2337742" y="162452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3"/>
          <p:cNvSpPr/>
          <p:nvPr/>
        </p:nvSpPr>
        <p:spPr>
          <a:xfrm>
            <a:off x="266642" y="137584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" name="Google Shape;283;p3"/>
          <p:cNvSpPr/>
          <p:nvPr/>
        </p:nvSpPr>
        <p:spPr>
          <a:xfrm>
            <a:off x="523842" y="1693465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3"/>
          <p:cNvSpPr/>
          <p:nvPr/>
        </p:nvSpPr>
        <p:spPr>
          <a:xfrm>
            <a:off x="3174892" y="-1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3"/>
          <p:cNvSpPr/>
          <p:nvPr/>
        </p:nvSpPr>
        <p:spPr>
          <a:xfrm>
            <a:off x="2876020" y="48110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4"/>
          <p:cNvSpPr txBox="1"/>
          <p:nvPr>
            <p:ph type="title"/>
          </p:nvPr>
        </p:nvSpPr>
        <p:spPr>
          <a:xfrm>
            <a:off x="713225" y="534200"/>
            <a:ext cx="7698900" cy="29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88" name="Google Shape;288;p4"/>
          <p:cNvSpPr txBox="1"/>
          <p:nvPr>
            <p:ph idx="1" type="body"/>
          </p:nvPr>
        </p:nvSpPr>
        <p:spPr>
          <a:xfrm>
            <a:off x="959775" y="1040100"/>
            <a:ext cx="7470900" cy="355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200"/>
            </a:lvl1pPr>
            <a:lvl2pPr indent="-330200" lvl="1" marL="914400" rtl="0">
              <a:spcBef>
                <a:spcPts val="0"/>
              </a:spcBef>
              <a:spcAft>
                <a:spcPts val="0"/>
              </a:spcAft>
              <a:buSzPts val="1600"/>
              <a:buAutoNum type="alphaLcPeriod"/>
              <a:defRPr/>
            </a:lvl2pPr>
            <a:lvl3pPr indent="-330200" lvl="2" marL="1371600" rtl="0">
              <a:spcBef>
                <a:spcPts val="0"/>
              </a:spcBef>
              <a:spcAft>
                <a:spcPts val="0"/>
              </a:spcAft>
              <a:buSzPts val="1600"/>
              <a:buAutoNum type="romanLcPeriod"/>
              <a:defRPr/>
            </a:lvl3pPr>
            <a:lvl4pPr indent="-330200" lvl="3" marL="1828800" rtl="0"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/>
            </a:lvl4pPr>
            <a:lvl5pPr indent="-330200" lvl="4" marL="2286000" rtl="0">
              <a:spcBef>
                <a:spcPts val="0"/>
              </a:spcBef>
              <a:spcAft>
                <a:spcPts val="0"/>
              </a:spcAft>
              <a:buSzPts val="1600"/>
              <a:buAutoNum type="alphaLcPeriod"/>
              <a:defRPr/>
            </a:lvl5pPr>
            <a:lvl6pPr indent="-330200" lvl="5" marL="2743200" rtl="0">
              <a:spcBef>
                <a:spcPts val="0"/>
              </a:spcBef>
              <a:spcAft>
                <a:spcPts val="0"/>
              </a:spcAft>
              <a:buSzPts val="1600"/>
              <a:buAutoNum type="romanLcPeriod"/>
              <a:defRPr/>
            </a:lvl6pPr>
            <a:lvl7pPr indent="-330200" lvl="6" marL="3200400" rtl="0"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/>
            </a:lvl7pPr>
            <a:lvl8pPr indent="-330200" lvl="7" marL="3657600" rtl="0">
              <a:spcBef>
                <a:spcPts val="0"/>
              </a:spcBef>
              <a:spcAft>
                <a:spcPts val="0"/>
              </a:spcAft>
              <a:buSzPts val="1600"/>
              <a:buAutoNum type="alphaLcPeriod"/>
              <a:defRPr/>
            </a:lvl8pPr>
            <a:lvl9pPr indent="-330200" lvl="8" marL="4114800" rtl="0">
              <a:spcBef>
                <a:spcPts val="0"/>
              </a:spcBef>
              <a:spcAft>
                <a:spcPts val="0"/>
              </a:spcAft>
              <a:buSzPts val="1600"/>
              <a:buAutoNum type="romanLcPeriod"/>
              <a:defRPr/>
            </a:lvl9pPr>
          </a:lstStyle>
          <a:p/>
        </p:txBody>
      </p:sp>
      <p:sp>
        <p:nvSpPr>
          <p:cNvPr id="289" name="Google Shape;289;p4"/>
          <p:cNvSpPr/>
          <p:nvPr/>
        </p:nvSpPr>
        <p:spPr>
          <a:xfrm flipH="1">
            <a:off x="12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0" name="Google Shape;290;p4"/>
          <p:cNvGrpSpPr/>
          <p:nvPr/>
        </p:nvGrpSpPr>
        <p:grpSpPr>
          <a:xfrm>
            <a:off x="-395554" y="1878269"/>
            <a:ext cx="1001862" cy="1525380"/>
            <a:chOff x="2060921" y="-3413869"/>
            <a:chExt cx="1001862" cy="1525380"/>
          </a:xfrm>
        </p:grpSpPr>
        <p:sp>
          <p:nvSpPr>
            <p:cNvPr id="291" name="Google Shape;291;p4"/>
            <p:cNvSpPr/>
            <p:nvPr/>
          </p:nvSpPr>
          <p:spPr>
            <a:xfrm flipH="1">
              <a:off x="2060921" y="-3413869"/>
              <a:ext cx="1001862" cy="1525380"/>
            </a:xfrm>
            <a:custGeom>
              <a:rect b="b" l="l" r="r" t="t"/>
              <a:pathLst>
                <a:path extrusionOk="0" h="27284" w="17920">
                  <a:moveTo>
                    <a:pt x="9041" y="81"/>
                  </a:moveTo>
                  <a:lnTo>
                    <a:pt x="9464" y="101"/>
                  </a:lnTo>
                  <a:lnTo>
                    <a:pt x="9888" y="141"/>
                  </a:lnTo>
                  <a:lnTo>
                    <a:pt x="10312" y="222"/>
                  </a:lnTo>
                  <a:lnTo>
                    <a:pt x="10716" y="323"/>
                  </a:lnTo>
                  <a:lnTo>
                    <a:pt x="11139" y="444"/>
                  </a:lnTo>
                  <a:lnTo>
                    <a:pt x="11543" y="605"/>
                  </a:lnTo>
                  <a:lnTo>
                    <a:pt x="11947" y="767"/>
                  </a:lnTo>
                  <a:lnTo>
                    <a:pt x="12350" y="969"/>
                  </a:lnTo>
                  <a:lnTo>
                    <a:pt x="12734" y="1191"/>
                  </a:lnTo>
                  <a:lnTo>
                    <a:pt x="13117" y="1433"/>
                  </a:lnTo>
                  <a:lnTo>
                    <a:pt x="13480" y="1715"/>
                  </a:lnTo>
                  <a:lnTo>
                    <a:pt x="13844" y="1998"/>
                  </a:lnTo>
                  <a:lnTo>
                    <a:pt x="14187" y="2301"/>
                  </a:lnTo>
                  <a:lnTo>
                    <a:pt x="14530" y="2644"/>
                  </a:lnTo>
                  <a:lnTo>
                    <a:pt x="14832" y="2987"/>
                  </a:lnTo>
                  <a:lnTo>
                    <a:pt x="15155" y="3350"/>
                  </a:lnTo>
                  <a:lnTo>
                    <a:pt x="15397" y="3673"/>
                  </a:lnTo>
                  <a:lnTo>
                    <a:pt x="15619" y="4016"/>
                  </a:lnTo>
                  <a:lnTo>
                    <a:pt x="15841" y="4359"/>
                  </a:lnTo>
                  <a:lnTo>
                    <a:pt x="16063" y="4722"/>
                  </a:lnTo>
                  <a:lnTo>
                    <a:pt x="16265" y="5106"/>
                  </a:lnTo>
                  <a:lnTo>
                    <a:pt x="16447" y="5489"/>
                  </a:lnTo>
                  <a:lnTo>
                    <a:pt x="16628" y="5893"/>
                  </a:lnTo>
                  <a:lnTo>
                    <a:pt x="16790" y="6296"/>
                  </a:lnTo>
                  <a:lnTo>
                    <a:pt x="16931" y="6720"/>
                  </a:lnTo>
                  <a:lnTo>
                    <a:pt x="17072" y="7144"/>
                  </a:lnTo>
                  <a:lnTo>
                    <a:pt x="17214" y="7588"/>
                  </a:lnTo>
                  <a:lnTo>
                    <a:pt x="17315" y="8052"/>
                  </a:lnTo>
                  <a:lnTo>
                    <a:pt x="17436" y="8516"/>
                  </a:lnTo>
                  <a:lnTo>
                    <a:pt x="17516" y="8980"/>
                  </a:lnTo>
                  <a:lnTo>
                    <a:pt x="17597" y="9485"/>
                  </a:lnTo>
                  <a:lnTo>
                    <a:pt x="17678" y="9969"/>
                  </a:lnTo>
                  <a:lnTo>
                    <a:pt x="17738" y="10514"/>
                  </a:lnTo>
                  <a:lnTo>
                    <a:pt x="17779" y="11079"/>
                  </a:lnTo>
                  <a:lnTo>
                    <a:pt x="17819" y="11624"/>
                  </a:lnTo>
                  <a:lnTo>
                    <a:pt x="17839" y="12189"/>
                  </a:lnTo>
                  <a:lnTo>
                    <a:pt x="17839" y="12774"/>
                  </a:lnTo>
                  <a:lnTo>
                    <a:pt x="17819" y="13339"/>
                  </a:lnTo>
                  <a:lnTo>
                    <a:pt x="17799" y="13924"/>
                  </a:lnTo>
                  <a:lnTo>
                    <a:pt x="17758" y="14510"/>
                  </a:lnTo>
                  <a:lnTo>
                    <a:pt x="17718" y="15115"/>
                  </a:lnTo>
                  <a:lnTo>
                    <a:pt x="17637" y="15720"/>
                  </a:lnTo>
                  <a:lnTo>
                    <a:pt x="17557" y="16326"/>
                  </a:lnTo>
                  <a:lnTo>
                    <a:pt x="17456" y="16951"/>
                  </a:lnTo>
                  <a:lnTo>
                    <a:pt x="17355" y="17577"/>
                  </a:lnTo>
                  <a:lnTo>
                    <a:pt x="17234" y="18202"/>
                  </a:lnTo>
                  <a:lnTo>
                    <a:pt x="17093" y="18848"/>
                  </a:lnTo>
                  <a:lnTo>
                    <a:pt x="16931" y="19514"/>
                  </a:lnTo>
                  <a:lnTo>
                    <a:pt x="16709" y="20362"/>
                  </a:lnTo>
                  <a:lnTo>
                    <a:pt x="16447" y="21230"/>
                  </a:lnTo>
                  <a:lnTo>
                    <a:pt x="16285" y="21673"/>
                  </a:lnTo>
                  <a:lnTo>
                    <a:pt x="16124" y="22117"/>
                  </a:lnTo>
                  <a:lnTo>
                    <a:pt x="15942" y="22561"/>
                  </a:lnTo>
                  <a:lnTo>
                    <a:pt x="15740" y="23005"/>
                  </a:lnTo>
                  <a:lnTo>
                    <a:pt x="15518" y="23429"/>
                  </a:lnTo>
                  <a:lnTo>
                    <a:pt x="15276" y="23873"/>
                  </a:lnTo>
                  <a:lnTo>
                    <a:pt x="15014" y="24277"/>
                  </a:lnTo>
                  <a:lnTo>
                    <a:pt x="14731" y="24680"/>
                  </a:lnTo>
                  <a:lnTo>
                    <a:pt x="14429" y="25064"/>
                  </a:lnTo>
                  <a:lnTo>
                    <a:pt x="14106" y="25427"/>
                  </a:lnTo>
                  <a:lnTo>
                    <a:pt x="13743" y="25770"/>
                  </a:lnTo>
                  <a:lnTo>
                    <a:pt x="13359" y="26093"/>
                  </a:lnTo>
                  <a:lnTo>
                    <a:pt x="13077" y="26295"/>
                  </a:lnTo>
                  <a:lnTo>
                    <a:pt x="12774" y="26476"/>
                  </a:lnTo>
                  <a:lnTo>
                    <a:pt x="12491" y="26658"/>
                  </a:lnTo>
                  <a:lnTo>
                    <a:pt x="12209" y="26799"/>
                  </a:lnTo>
                  <a:lnTo>
                    <a:pt x="11906" y="26920"/>
                  </a:lnTo>
                  <a:lnTo>
                    <a:pt x="11624" y="27021"/>
                  </a:lnTo>
                  <a:lnTo>
                    <a:pt x="11321" y="27102"/>
                  </a:lnTo>
                  <a:lnTo>
                    <a:pt x="11018" y="27162"/>
                  </a:lnTo>
                  <a:lnTo>
                    <a:pt x="10716" y="27203"/>
                  </a:lnTo>
                  <a:lnTo>
                    <a:pt x="10110" y="27203"/>
                  </a:lnTo>
                  <a:lnTo>
                    <a:pt x="9808" y="27183"/>
                  </a:lnTo>
                  <a:lnTo>
                    <a:pt x="9485" y="27142"/>
                  </a:lnTo>
                  <a:lnTo>
                    <a:pt x="9182" y="27062"/>
                  </a:lnTo>
                  <a:lnTo>
                    <a:pt x="8859" y="26981"/>
                  </a:lnTo>
                  <a:lnTo>
                    <a:pt x="8556" y="26860"/>
                  </a:lnTo>
                  <a:lnTo>
                    <a:pt x="8234" y="26739"/>
                  </a:lnTo>
                  <a:lnTo>
                    <a:pt x="7931" y="26577"/>
                  </a:lnTo>
                  <a:lnTo>
                    <a:pt x="7628" y="26416"/>
                  </a:lnTo>
                  <a:lnTo>
                    <a:pt x="7346" y="26234"/>
                  </a:lnTo>
                  <a:lnTo>
                    <a:pt x="7063" y="26053"/>
                  </a:lnTo>
                  <a:lnTo>
                    <a:pt x="6781" y="25851"/>
                  </a:lnTo>
                  <a:lnTo>
                    <a:pt x="6256" y="25427"/>
                  </a:lnTo>
                  <a:lnTo>
                    <a:pt x="5772" y="24983"/>
                  </a:lnTo>
                  <a:lnTo>
                    <a:pt x="5328" y="24539"/>
                  </a:lnTo>
                  <a:lnTo>
                    <a:pt x="4944" y="24095"/>
                  </a:lnTo>
                  <a:lnTo>
                    <a:pt x="4581" y="23671"/>
                  </a:lnTo>
                  <a:lnTo>
                    <a:pt x="4238" y="23227"/>
                  </a:lnTo>
                  <a:lnTo>
                    <a:pt x="3895" y="22763"/>
                  </a:lnTo>
                  <a:lnTo>
                    <a:pt x="3572" y="22279"/>
                  </a:lnTo>
                  <a:lnTo>
                    <a:pt x="3249" y="21815"/>
                  </a:lnTo>
                  <a:lnTo>
                    <a:pt x="2967" y="21330"/>
                  </a:lnTo>
                  <a:lnTo>
                    <a:pt x="2664" y="20826"/>
                  </a:lnTo>
                  <a:lnTo>
                    <a:pt x="2401" y="20342"/>
                  </a:lnTo>
                  <a:lnTo>
                    <a:pt x="2139" y="19837"/>
                  </a:lnTo>
                  <a:lnTo>
                    <a:pt x="1897" y="19333"/>
                  </a:lnTo>
                  <a:lnTo>
                    <a:pt x="1675" y="18808"/>
                  </a:lnTo>
                  <a:lnTo>
                    <a:pt x="1453" y="18303"/>
                  </a:lnTo>
                  <a:lnTo>
                    <a:pt x="1251" y="17779"/>
                  </a:lnTo>
                  <a:lnTo>
                    <a:pt x="1070" y="17254"/>
                  </a:lnTo>
                  <a:lnTo>
                    <a:pt x="888" y="16729"/>
                  </a:lnTo>
                  <a:lnTo>
                    <a:pt x="727" y="16205"/>
                  </a:lnTo>
                  <a:lnTo>
                    <a:pt x="585" y="15680"/>
                  </a:lnTo>
                  <a:lnTo>
                    <a:pt x="464" y="15095"/>
                  </a:lnTo>
                  <a:lnTo>
                    <a:pt x="343" y="14530"/>
                  </a:lnTo>
                  <a:lnTo>
                    <a:pt x="262" y="13965"/>
                  </a:lnTo>
                  <a:lnTo>
                    <a:pt x="182" y="13400"/>
                  </a:lnTo>
                  <a:lnTo>
                    <a:pt x="121" y="12835"/>
                  </a:lnTo>
                  <a:lnTo>
                    <a:pt x="101" y="12270"/>
                  </a:lnTo>
                  <a:lnTo>
                    <a:pt x="81" y="11725"/>
                  </a:lnTo>
                  <a:lnTo>
                    <a:pt x="81" y="11160"/>
                  </a:lnTo>
                  <a:lnTo>
                    <a:pt x="101" y="10615"/>
                  </a:lnTo>
                  <a:lnTo>
                    <a:pt x="141" y="10070"/>
                  </a:lnTo>
                  <a:lnTo>
                    <a:pt x="202" y="9525"/>
                  </a:lnTo>
                  <a:lnTo>
                    <a:pt x="283" y="9000"/>
                  </a:lnTo>
                  <a:lnTo>
                    <a:pt x="383" y="8476"/>
                  </a:lnTo>
                  <a:lnTo>
                    <a:pt x="505" y="7951"/>
                  </a:lnTo>
                  <a:lnTo>
                    <a:pt x="646" y="7447"/>
                  </a:lnTo>
                  <a:lnTo>
                    <a:pt x="787" y="6942"/>
                  </a:lnTo>
                  <a:lnTo>
                    <a:pt x="1049" y="6236"/>
                  </a:lnTo>
                  <a:lnTo>
                    <a:pt x="1352" y="5570"/>
                  </a:lnTo>
                  <a:lnTo>
                    <a:pt x="1695" y="4924"/>
                  </a:lnTo>
                  <a:lnTo>
                    <a:pt x="2079" y="4298"/>
                  </a:lnTo>
                  <a:lnTo>
                    <a:pt x="2482" y="3693"/>
                  </a:lnTo>
                  <a:lnTo>
                    <a:pt x="2946" y="3128"/>
                  </a:lnTo>
                  <a:lnTo>
                    <a:pt x="3188" y="2866"/>
                  </a:lnTo>
                  <a:lnTo>
                    <a:pt x="3431" y="2603"/>
                  </a:lnTo>
                  <a:lnTo>
                    <a:pt x="3673" y="2361"/>
                  </a:lnTo>
                  <a:lnTo>
                    <a:pt x="3935" y="2119"/>
                  </a:lnTo>
                  <a:lnTo>
                    <a:pt x="4218" y="1877"/>
                  </a:lnTo>
                  <a:lnTo>
                    <a:pt x="4520" y="1655"/>
                  </a:lnTo>
                  <a:lnTo>
                    <a:pt x="4803" y="1433"/>
                  </a:lnTo>
                  <a:lnTo>
                    <a:pt x="5106" y="1231"/>
                  </a:lnTo>
                  <a:lnTo>
                    <a:pt x="5408" y="1049"/>
                  </a:lnTo>
                  <a:lnTo>
                    <a:pt x="5731" y="888"/>
                  </a:lnTo>
                  <a:lnTo>
                    <a:pt x="6034" y="727"/>
                  </a:lnTo>
                  <a:lnTo>
                    <a:pt x="6337" y="605"/>
                  </a:lnTo>
                  <a:lnTo>
                    <a:pt x="6659" y="484"/>
                  </a:lnTo>
                  <a:lnTo>
                    <a:pt x="6982" y="363"/>
                  </a:lnTo>
                  <a:lnTo>
                    <a:pt x="7305" y="283"/>
                  </a:lnTo>
                  <a:lnTo>
                    <a:pt x="7628" y="202"/>
                  </a:lnTo>
                  <a:lnTo>
                    <a:pt x="7951" y="162"/>
                  </a:lnTo>
                  <a:lnTo>
                    <a:pt x="8274" y="121"/>
                  </a:lnTo>
                  <a:lnTo>
                    <a:pt x="8597" y="81"/>
                  </a:lnTo>
                  <a:close/>
                  <a:moveTo>
                    <a:pt x="8698" y="0"/>
                  </a:moveTo>
                  <a:lnTo>
                    <a:pt x="8355" y="20"/>
                  </a:lnTo>
                  <a:lnTo>
                    <a:pt x="8032" y="61"/>
                  </a:lnTo>
                  <a:lnTo>
                    <a:pt x="7689" y="121"/>
                  </a:lnTo>
                  <a:lnTo>
                    <a:pt x="7366" y="182"/>
                  </a:lnTo>
                  <a:lnTo>
                    <a:pt x="7023" y="283"/>
                  </a:lnTo>
                  <a:lnTo>
                    <a:pt x="6700" y="383"/>
                  </a:lnTo>
                  <a:lnTo>
                    <a:pt x="6377" y="505"/>
                  </a:lnTo>
                  <a:lnTo>
                    <a:pt x="6054" y="646"/>
                  </a:lnTo>
                  <a:lnTo>
                    <a:pt x="5731" y="787"/>
                  </a:lnTo>
                  <a:lnTo>
                    <a:pt x="5408" y="969"/>
                  </a:lnTo>
                  <a:lnTo>
                    <a:pt x="5085" y="1150"/>
                  </a:lnTo>
                  <a:lnTo>
                    <a:pt x="4783" y="1352"/>
                  </a:lnTo>
                  <a:lnTo>
                    <a:pt x="4480" y="1574"/>
                  </a:lnTo>
                  <a:lnTo>
                    <a:pt x="4177" y="1816"/>
                  </a:lnTo>
                  <a:lnTo>
                    <a:pt x="3895" y="2058"/>
                  </a:lnTo>
                  <a:lnTo>
                    <a:pt x="3632" y="2301"/>
                  </a:lnTo>
                  <a:lnTo>
                    <a:pt x="3370" y="2543"/>
                  </a:lnTo>
                  <a:lnTo>
                    <a:pt x="3128" y="2805"/>
                  </a:lnTo>
                  <a:lnTo>
                    <a:pt x="2886" y="3088"/>
                  </a:lnTo>
                  <a:lnTo>
                    <a:pt x="2422" y="3653"/>
                  </a:lnTo>
                  <a:lnTo>
                    <a:pt x="1998" y="4258"/>
                  </a:lnTo>
                  <a:lnTo>
                    <a:pt x="1614" y="4884"/>
                  </a:lnTo>
                  <a:lnTo>
                    <a:pt x="1271" y="5529"/>
                  </a:lnTo>
                  <a:lnTo>
                    <a:pt x="969" y="6216"/>
                  </a:lnTo>
                  <a:lnTo>
                    <a:pt x="848" y="6559"/>
                  </a:lnTo>
                  <a:lnTo>
                    <a:pt x="727" y="6902"/>
                  </a:lnTo>
                  <a:lnTo>
                    <a:pt x="565" y="7406"/>
                  </a:lnTo>
                  <a:lnTo>
                    <a:pt x="424" y="7931"/>
                  </a:lnTo>
                  <a:lnTo>
                    <a:pt x="303" y="8456"/>
                  </a:lnTo>
                  <a:lnTo>
                    <a:pt x="202" y="8980"/>
                  </a:lnTo>
                  <a:lnTo>
                    <a:pt x="121" y="9525"/>
                  </a:lnTo>
                  <a:lnTo>
                    <a:pt x="61" y="10070"/>
                  </a:lnTo>
                  <a:lnTo>
                    <a:pt x="20" y="10615"/>
                  </a:lnTo>
                  <a:lnTo>
                    <a:pt x="0" y="11160"/>
                  </a:lnTo>
                  <a:lnTo>
                    <a:pt x="0" y="11725"/>
                  </a:lnTo>
                  <a:lnTo>
                    <a:pt x="20" y="12270"/>
                  </a:lnTo>
                  <a:lnTo>
                    <a:pt x="40" y="12835"/>
                  </a:lnTo>
                  <a:lnTo>
                    <a:pt x="101" y="13400"/>
                  </a:lnTo>
                  <a:lnTo>
                    <a:pt x="182" y="13965"/>
                  </a:lnTo>
                  <a:lnTo>
                    <a:pt x="262" y="14550"/>
                  </a:lnTo>
                  <a:lnTo>
                    <a:pt x="383" y="15115"/>
                  </a:lnTo>
                  <a:lnTo>
                    <a:pt x="525" y="15700"/>
                  </a:lnTo>
                  <a:lnTo>
                    <a:pt x="666" y="16225"/>
                  </a:lnTo>
                  <a:lnTo>
                    <a:pt x="807" y="16750"/>
                  </a:lnTo>
                  <a:lnTo>
                    <a:pt x="989" y="17274"/>
                  </a:lnTo>
                  <a:lnTo>
                    <a:pt x="1170" y="17799"/>
                  </a:lnTo>
                  <a:lnTo>
                    <a:pt x="1372" y="18324"/>
                  </a:lnTo>
                  <a:lnTo>
                    <a:pt x="1594" y="18848"/>
                  </a:lnTo>
                  <a:lnTo>
                    <a:pt x="1816" y="19353"/>
                  </a:lnTo>
                  <a:lnTo>
                    <a:pt x="2058" y="19877"/>
                  </a:lnTo>
                  <a:lnTo>
                    <a:pt x="2321" y="20382"/>
                  </a:lnTo>
                  <a:lnTo>
                    <a:pt x="2603" y="20866"/>
                  </a:lnTo>
                  <a:lnTo>
                    <a:pt x="2886" y="21371"/>
                  </a:lnTo>
                  <a:lnTo>
                    <a:pt x="3188" y="21855"/>
                  </a:lnTo>
                  <a:lnTo>
                    <a:pt x="3511" y="22339"/>
                  </a:lnTo>
                  <a:lnTo>
                    <a:pt x="3834" y="22804"/>
                  </a:lnTo>
                  <a:lnTo>
                    <a:pt x="4177" y="23268"/>
                  </a:lnTo>
                  <a:lnTo>
                    <a:pt x="4520" y="23732"/>
                  </a:lnTo>
                  <a:lnTo>
                    <a:pt x="4964" y="24236"/>
                  </a:lnTo>
                  <a:lnTo>
                    <a:pt x="5206" y="24519"/>
                  </a:lnTo>
                  <a:lnTo>
                    <a:pt x="5489" y="24822"/>
                  </a:lnTo>
                  <a:lnTo>
                    <a:pt x="5792" y="25104"/>
                  </a:lnTo>
                  <a:lnTo>
                    <a:pt x="6115" y="25407"/>
                  </a:lnTo>
                  <a:lnTo>
                    <a:pt x="6458" y="25689"/>
                  </a:lnTo>
                  <a:lnTo>
                    <a:pt x="6821" y="25972"/>
                  </a:lnTo>
                  <a:lnTo>
                    <a:pt x="7204" y="26254"/>
                  </a:lnTo>
                  <a:lnTo>
                    <a:pt x="7608" y="26497"/>
                  </a:lnTo>
                  <a:lnTo>
                    <a:pt x="8032" y="26718"/>
                  </a:lnTo>
                  <a:lnTo>
                    <a:pt x="8455" y="26900"/>
                  </a:lnTo>
                  <a:lnTo>
                    <a:pt x="8920" y="27062"/>
                  </a:lnTo>
                  <a:lnTo>
                    <a:pt x="9364" y="27183"/>
                  </a:lnTo>
                  <a:lnTo>
                    <a:pt x="9606" y="27223"/>
                  </a:lnTo>
                  <a:lnTo>
                    <a:pt x="9848" y="27263"/>
                  </a:lnTo>
                  <a:lnTo>
                    <a:pt x="10090" y="27284"/>
                  </a:lnTo>
                  <a:lnTo>
                    <a:pt x="10695" y="27284"/>
                  </a:lnTo>
                  <a:lnTo>
                    <a:pt x="11079" y="27223"/>
                  </a:lnTo>
                  <a:lnTo>
                    <a:pt x="11462" y="27142"/>
                  </a:lnTo>
                  <a:lnTo>
                    <a:pt x="11846" y="27021"/>
                  </a:lnTo>
                  <a:lnTo>
                    <a:pt x="12229" y="26880"/>
                  </a:lnTo>
                  <a:lnTo>
                    <a:pt x="12613" y="26678"/>
                  </a:lnTo>
                  <a:lnTo>
                    <a:pt x="12996" y="26436"/>
                  </a:lnTo>
                  <a:lnTo>
                    <a:pt x="13400" y="26153"/>
                  </a:lnTo>
                  <a:lnTo>
                    <a:pt x="13783" y="25831"/>
                  </a:lnTo>
                  <a:lnTo>
                    <a:pt x="14146" y="25488"/>
                  </a:lnTo>
                  <a:lnTo>
                    <a:pt x="14489" y="25124"/>
                  </a:lnTo>
                  <a:lnTo>
                    <a:pt x="14792" y="24721"/>
                  </a:lnTo>
                  <a:lnTo>
                    <a:pt x="15095" y="24317"/>
                  </a:lnTo>
                  <a:lnTo>
                    <a:pt x="15357" y="23913"/>
                  </a:lnTo>
                  <a:lnTo>
                    <a:pt x="15599" y="23490"/>
                  </a:lnTo>
                  <a:lnTo>
                    <a:pt x="15821" y="23046"/>
                  </a:lnTo>
                  <a:lnTo>
                    <a:pt x="16023" y="22602"/>
                  </a:lnTo>
                  <a:lnTo>
                    <a:pt x="16205" y="22158"/>
                  </a:lnTo>
                  <a:lnTo>
                    <a:pt x="16366" y="21714"/>
                  </a:lnTo>
                  <a:lnTo>
                    <a:pt x="16527" y="21270"/>
                  </a:lnTo>
                  <a:lnTo>
                    <a:pt x="16790" y="20382"/>
                  </a:lnTo>
                  <a:lnTo>
                    <a:pt x="17012" y="19534"/>
                  </a:lnTo>
                  <a:lnTo>
                    <a:pt x="17173" y="18868"/>
                  </a:lnTo>
                  <a:lnTo>
                    <a:pt x="17315" y="18223"/>
                  </a:lnTo>
                  <a:lnTo>
                    <a:pt x="17436" y="17597"/>
                  </a:lnTo>
                  <a:lnTo>
                    <a:pt x="17537" y="16951"/>
                  </a:lnTo>
                  <a:lnTo>
                    <a:pt x="17637" y="16346"/>
                  </a:lnTo>
                  <a:lnTo>
                    <a:pt x="17718" y="15720"/>
                  </a:lnTo>
                  <a:lnTo>
                    <a:pt x="17799" y="15115"/>
                  </a:lnTo>
                  <a:lnTo>
                    <a:pt x="17839" y="14530"/>
                  </a:lnTo>
                  <a:lnTo>
                    <a:pt x="17880" y="13924"/>
                  </a:lnTo>
                  <a:lnTo>
                    <a:pt x="17900" y="13339"/>
                  </a:lnTo>
                  <a:lnTo>
                    <a:pt x="17920" y="12774"/>
                  </a:lnTo>
                  <a:lnTo>
                    <a:pt x="17920" y="12189"/>
                  </a:lnTo>
                  <a:lnTo>
                    <a:pt x="17900" y="11624"/>
                  </a:lnTo>
                  <a:lnTo>
                    <a:pt x="17859" y="11059"/>
                  </a:lnTo>
                  <a:lnTo>
                    <a:pt x="17819" y="10514"/>
                  </a:lnTo>
                  <a:lnTo>
                    <a:pt x="17758" y="9969"/>
                  </a:lnTo>
                  <a:lnTo>
                    <a:pt x="17678" y="9465"/>
                  </a:lnTo>
                  <a:lnTo>
                    <a:pt x="17597" y="8980"/>
                  </a:lnTo>
                  <a:lnTo>
                    <a:pt x="17516" y="8496"/>
                  </a:lnTo>
                  <a:lnTo>
                    <a:pt x="17395" y="8032"/>
                  </a:lnTo>
                  <a:lnTo>
                    <a:pt x="17294" y="7568"/>
                  </a:lnTo>
                  <a:lnTo>
                    <a:pt x="17153" y="7124"/>
                  </a:lnTo>
                  <a:lnTo>
                    <a:pt x="17012" y="6700"/>
                  </a:lnTo>
                  <a:lnTo>
                    <a:pt x="16850" y="6276"/>
                  </a:lnTo>
                  <a:lnTo>
                    <a:pt x="16689" y="5852"/>
                  </a:lnTo>
                  <a:lnTo>
                    <a:pt x="16507" y="5449"/>
                  </a:lnTo>
                  <a:lnTo>
                    <a:pt x="16326" y="5065"/>
                  </a:lnTo>
                  <a:lnTo>
                    <a:pt x="16124" y="4682"/>
                  </a:lnTo>
                  <a:lnTo>
                    <a:pt x="15922" y="4319"/>
                  </a:lnTo>
                  <a:lnTo>
                    <a:pt x="15700" y="3976"/>
                  </a:lnTo>
                  <a:lnTo>
                    <a:pt x="15458" y="3632"/>
                  </a:lnTo>
                  <a:lnTo>
                    <a:pt x="15216" y="3310"/>
                  </a:lnTo>
                  <a:lnTo>
                    <a:pt x="14913" y="2926"/>
                  </a:lnTo>
                  <a:lnTo>
                    <a:pt x="14590" y="2583"/>
                  </a:lnTo>
                  <a:lnTo>
                    <a:pt x="14247" y="2240"/>
                  </a:lnTo>
                  <a:lnTo>
                    <a:pt x="13904" y="1937"/>
                  </a:lnTo>
                  <a:lnTo>
                    <a:pt x="13541" y="1635"/>
                  </a:lnTo>
                  <a:lnTo>
                    <a:pt x="13157" y="1372"/>
                  </a:lnTo>
                  <a:lnTo>
                    <a:pt x="12774" y="1130"/>
                  </a:lnTo>
                  <a:lnTo>
                    <a:pt x="12391" y="908"/>
                  </a:lnTo>
                  <a:lnTo>
                    <a:pt x="11987" y="706"/>
                  </a:lnTo>
                  <a:lnTo>
                    <a:pt x="11583" y="525"/>
                  </a:lnTo>
                  <a:lnTo>
                    <a:pt x="11160" y="363"/>
                  </a:lnTo>
                  <a:lnTo>
                    <a:pt x="10736" y="242"/>
                  </a:lnTo>
                  <a:lnTo>
                    <a:pt x="10312" y="141"/>
                  </a:lnTo>
                  <a:lnTo>
                    <a:pt x="9888" y="61"/>
                  </a:lnTo>
                  <a:lnTo>
                    <a:pt x="9464" y="20"/>
                  </a:lnTo>
                  <a:lnTo>
                    <a:pt x="90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4"/>
            <p:cNvSpPr/>
            <p:nvPr/>
          </p:nvSpPr>
          <p:spPr>
            <a:xfrm flipH="1">
              <a:off x="2209809" y="-3290930"/>
              <a:ext cx="560808" cy="1296383"/>
            </a:xfrm>
            <a:custGeom>
              <a:rect b="b" l="l" r="r" t="t"/>
              <a:pathLst>
                <a:path extrusionOk="0" h="23188" w="10031">
                  <a:moveTo>
                    <a:pt x="4703" y="61"/>
                  </a:moveTo>
                  <a:lnTo>
                    <a:pt x="4985" y="81"/>
                  </a:lnTo>
                  <a:lnTo>
                    <a:pt x="5268" y="122"/>
                  </a:lnTo>
                  <a:lnTo>
                    <a:pt x="5550" y="202"/>
                  </a:lnTo>
                  <a:lnTo>
                    <a:pt x="5833" y="303"/>
                  </a:lnTo>
                  <a:lnTo>
                    <a:pt x="6075" y="424"/>
                  </a:lnTo>
                  <a:lnTo>
                    <a:pt x="6297" y="566"/>
                  </a:lnTo>
                  <a:lnTo>
                    <a:pt x="6519" y="707"/>
                  </a:lnTo>
                  <a:lnTo>
                    <a:pt x="6741" y="868"/>
                  </a:lnTo>
                  <a:lnTo>
                    <a:pt x="6963" y="1070"/>
                  </a:lnTo>
                  <a:lnTo>
                    <a:pt x="7165" y="1272"/>
                  </a:lnTo>
                  <a:lnTo>
                    <a:pt x="7366" y="1494"/>
                  </a:lnTo>
                  <a:lnTo>
                    <a:pt x="7548" y="1736"/>
                  </a:lnTo>
                  <a:lnTo>
                    <a:pt x="7730" y="1999"/>
                  </a:lnTo>
                  <a:lnTo>
                    <a:pt x="7911" y="2281"/>
                  </a:lnTo>
                  <a:lnTo>
                    <a:pt x="8073" y="2584"/>
                  </a:lnTo>
                  <a:lnTo>
                    <a:pt x="8234" y="2907"/>
                  </a:lnTo>
                  <a:lnTo>
                    <a:pt x="8396" y="3230"/>
                  </a:lnTo>
                  <a:lnTo>
                    <a:pt x="8537" y="3593"/>
                  </a:lnTo>
                  <a:lnTo>
                    <a:pt x="8678" y="3976"/>
                  </a:lnTo>
                  <a:lnTo>
                    <a:pt x="8819" y="4380"/>
                  </a:lnTo>
                  <a:lnTo>
                    <a:pt x="9082" y="5207"/>
                  </a:lnTo>
                  <a:lnTo>
                    <a:pt x="9304" y="6075"/>
                  </a:lnTo>
                  <a:lnTo>
                    <a:pt x="9505" y="6922"/>
                  </a:lnTo>
                  <a:lnTo>
                    <a:pt x="9647" y="7790"/>
                  </a:lnTo>
                  <a:lnTo>
                    <a:pt x="9788" y="8678"/>
                  </a:lnTo>
                  <a:lnTo>
                    <a:pt x="9869" y="9546"/>
                  </a:lnTo>
                  <a:lnTo>
                    <a:pt x="9929" y="10434"/>
                  </a:lnTo>
                  <a:lnTo>
                    <a:pt x="9949" y="11302"/>
                  </a:lnTo>
                  <a:lnTo>
                    <a:pt x="9949" y="12189"/>
                  </a:lnTo>
                  <a:lnTo>
                    <a:pt x="9909" y="13077"/>
                  </a:lnTo>
                  <a:lnTo>
                    <a:pt x="9828" y="13945"/>
                  </a:lnTo>
                  <a:lnTo>
                    <a:pt x="9727" y="14833"/>
                  </a:lnTo>
                  <a:lnTo>
                    <a:pt x="9586" y="15701"/>
                  </a:lnTo>
                  <a:lnTo>
                    <a:pt x="9405" y="16569"/>
                  </a:lnTo>
                  <a:lnTo>
                    <a:pt x="9203" y="17416"/>
                  </a:lnTo>
                  <a:lnTo>
                    <a:pt x="8961" y="18264"/>
                  </a:lnTo>
                  <a:lnTo>
                    <a:pt x="8799" y="18768"/>
                  </a:lnTo>
                  <a:lnTo>
                    <a:pt x="8618" y="19293"/>
                  </a:lnTo>
                  <a:lnTo>
                    <a:pt x="8396" y="19838"/>
                  </a:lnTo>
                  <a:lnTo>
                    <a:pt x="8133" y="20362"/>
                  </a:lnTo>
                  <a:lnTo>
                    <a:pt x="7992" y="20625"/>
                  </a:lnTo>
                  <a:lnTo>
                    <a:pt x="7831" y="20867"/>
                  </a:lnTo>
                  <a:lnTo>
                    <a:pt x="7669" y="21129"/>
                  </a:lnTo>
                  <a:lnTo>
                    <a:pt x="7487" y="21371"/>
                  </a:lnTo>
                  <a:lnTo>
                    <a:pt x="7286" y="21593"/>
                  </a:lnTo>
                  <a:lnTo>
                    <a:pt x="7084" y="21815"/>
                  </a:lnTo>
                  <a:lnTo>
                    <a:pt x="6862" y="22037"/>
                  </a:lnTo>
                  <a:lnTo>
                    <a:pt x="6620" y="22239"/>
                  </a:lnTo>
                  <a:lnTo>
                    <a:pt x="6398" y="22401"/>
                  </a:lnTo>
                  <a:lnTo>
                    <a:pt x="6196" y="22542"/>
                  </a:lnTo>
                  <a:lnTo>
                    <a:pt x="5974" y="22663"/>
                  </a:lnTo>
                  <a:lnTo>
                    <a:pt x="5772" y="22764"/>
                  </a:lnTo>
                  <a:lnTo>
                    <a:pt x="5550" y="22865"/>
                  </a:lnTo>
                  <a:lnTo>
                    <a:pt x="5348" y="22945"/>
                  </a:lnTo>
                  <a:lnTo>
                    <a:pt x="5147" y="23006"/>
                  </a:lnTo>
                  <a:lnTo>
                    <a:pt x="4945" y="23046"/>
                  </a:lnTo>
                  <a:lnTo>
                    <a:pt x="4743" y="23087"/>
                  </a:lnTo>
                  <a:lnTo>
                    <a:pt x="4541" y="23107"/>
                  </a:lnTo>
                  <a:lnTo>
                    <a:pt x="4339" y="23107"/>
                  </a:lnTo>
                  <a:lnTo>
                    <a:pt x="4138" y="23087"/>
                  </a:lnTo>
                  <a:lnTo>
                    <a:pt x="3936" y="23046"/>
                  </a:lnTo>
                  <a:lnTo>
                    <a:pt x="3754" y="23006"/>
                  </a:lnTo>
                  <a:lnTo>
                    <a:pt x="3552" y="22925"/>
                  </a:lnTo>
                  <a:lnTo>
                    <a:pt x="3351" y="22845"/>
                  </a:lnTo>
                  <a:lnTo>
                    <a:pt x="3169" y="22764"/>
                  </a:lnTo>
                  <a:lnTo>
                    <a:pt x="2987" y="22643"/>
                  </a:lnTo>
                  <a:lnTo>
                    <a:pt x="2806" y="22522"/>
                  </a:lnTo>
                  <a:lnTo>
                    <a:pt x="2644" y="22380"/>
                  </a:lnTo>
                  <a:lnTo>
                    <a:pt x="2321" y="22078"/>
                  </a:lnTo>
                  <a:lnTo>
                    <a:pt x="1999" y="21714"/>
                  </a:lnTo>
                  <a:lnTo>
                    <a:pt x="1716" y="21331"/>
                  </a:lnTo>
                  <a:lnTo>
                    <a:pt x="1454" y="20927"/>
                  </a:lnTo>
                  <a:lnTo>
                    <a:pt x="1211" y="20483"/>
                  </a:lnTo>
                  <a:lnTo>
                    <a:pt x="990" y="20019"/>
                  </a:lnTo>
                  <a:lnTo>
                    <a:pt x="788" y="19535"/>
                  </a:lnTo>
                  <a:lnTo>
                    <a:pt x="626" y="19051"/>
                  </a:lnTo>
                  <a:lnTo>
                    <a:pt x="465" y="18566"/>
                  </a:lnTo>
                  <a:lnTo>
                    <a:pt x="344" y="18082"/>
                  </a:lnTo>
                  <a:lnTo>
                    <a:pt x="243" y="17598"/>
                  </a:lnTo>
                  <a:lnTo>
                    <a:pt x="162" y="17134"/>
                  </a:lnTo>
                  <a:lnTo>
                    <a:pt x="122" y="16690"/>
                  </a:lnTo>
                  <a:lnTo>
                    <a:pt x="102" y="16286"/>
                  </a:lnTo>
                  <a:lnTo>
                    <a:pt x="81" y="15600"/>
                  </a:lnTo>
                  <a:lnTo>
                    <a:pt x="81" y="14934"/>
                  </a:lnTo>
                  <a:lnTo>
                    <a:pt x="102" y="14268"/>
                  </a:lnTo>
                  <a:lnTo>
                    <a:pt x="142" y="13582"/>
                  </a:lnTo>
                  <a:lnTo>
                    <a:pt x="182" y="12916"/>
                  </a:lnTo>
                  <a:lnTo>
                    <a:pt x="243" y="12250"/>
                  </a:lnTo>
                  <a:lnTo>
                    <a:pt x="404" y="10918"/>
                  </a:lnTo>
                  <a:lnTo>
                    <a:pt x="586" y="9586"/>
                  </a:lnTo>
                  <a:lnTo>
                    <a:pt x="788" y="8254"/>
                  </a:lnTo>
                  <a:lnTo>
                    <a:pt x="1252" y="5631"/>
                  </a:lnTo>
                  <a:lnTo>
                    <a:pt x="1454" y="4622"/>
                  </a:lnTo>
                  <a:lnTo>
                    <a:pt x="1555" y="4117"/>
                  </a:lnTo>
                  <a:lnTo>
                    <a:pt x="1676" y="3613"/>
                  </a:lnTo>
                  <a:lnTo>
                    <a:pt x="1837" y="3108"/>
                  </a:lnTo>
                  <a:lnTo>
                    <a:pt x="1999" y="2604"/>
                  </a:lnTo>
                  <a:lnTo>
                    <a:pt x="2200" y="2140"/>
                  </a:lnTo>
                  <a:lnTo>
                    <a:pt x="2442" y="1655"/>
                  </a:lnTo>
                  <a:lnTo>
                    <a:pt x="2584" y="1393"/>
                  </a:lnTo>
                  <a:lnTo>
                    <a:pt x="2745" y="1151"/>
                  </a:lnTo>
                  <a:lnTo>
                    <a:pt x="2927" y="949"/>
                  </a:lnTo>
                  <a:lnTo>
                    <a:pt x="3108" y="747"/>
                  </a:lnTo>
                  <a:lnTo>
                    <a:pt x="3290" y="586"/>
                  </a:lnTo>
                  <a:lnTo>
                    <a:pt x="3472" y="445"/>
                  </a:lnTo>
                  <a:lnTo>
                    <a:pt x="3673" y="324"/>
                  </a:lnTo>
                  <a:lnTo>
                    <a:pt x="3875" y="223"/>
                  </a:lnTo>
                  <a:lnTo>
                    <a:pt x="4077" y="162"/>
                  </a:lnTo>
                  <a:lnTo>
                    <a:pt x="4279" y="102"/>
                  </a:lnTo>
                  <a:lnTo>
                    <a:pt x="4481" y="81"/>
                  </a:lnTo>
                  <a:lnTo>
                    <a:pt x="4703" y="61"/>
                  </a:lnTo>
                  <a:close/>
                  <a:moveTo>
                    <a:pt x="4561" y="1"/>
                  </a:moveTo>
                  <a:lnTo>
                    <a:pt x="4319" y="21"/>
                  </a:lnTo>
                  <a:lnTo>
                    <a:pt x="4077" y="61"/>
                  </a:lnTo>
                  <a:lnTo>
                    <a:pt x="3855" y="142"/>
                  </a:lnTo>
                  <a:lnTo>
                    <a:pt x="3633" y="243"/>
                  </a:lnTo>
                  <a:lnTo>
                    <a:pt x="3431" y="364"/>
                  </a:lnTo>
                  <a:lnTo>
                    <a:pt x="3229" y="525"/>
                  </a:lnTo>
                  <a:lnTo>
                    <a:pt x="3048" y="687"/>
                  </a:lnTo>
                  <a:lnTo>
                    <a:pt x="2866" y="889"/>
                  </a:lnTo>
                  <a:lnTo>
                    <a:pt x="2685" y="1111"/>
                  </a:lnTo>
                  <a:lnTo>
                    <a:pt x="2523" y="1353"/>
                  </a:lnTo>
                  <a:lnTo>
                    <a:pt x="2362" y="1615"/>
                  </a:lnTo>
                  <a:lnTo>
                    <a:pt x="2120" y="2099"/>
                  </a:lnTo>
                  <a:lnTo>
                    <a:pt x="1918" y="2584"/>
                  </a:lnTo>
                  <a:lnTo>
                    <a:pt x="1756" y="3068"/>
                  </a:lnTo>
                  <a:lnTo>
                    <a:pt x="1615" y="3573"/>
                  </a:lnTo>
                  <a:lnTo>
                    <a:pt x="1474" y="4097"/>
                  </a:lnTo>
                  <a:lnTo>
                    <a:pt x="1373" y="4602"/>
                  </a:lnTo>
                  <a:lnTo>
                    <a:pt x="1171" y="5631"/>
                  </a:lnTo>
                  <a:lnTo>
                    <a:pt x="707" y="8254"/>
                  </a:lnTo>
                  <a:lnTo>
                    <a:pt x="505" y="9566"/>
                  </a:lnTo>
                  <a:lnTo>
                    <a:pt x="324" y="10898"/>
                  </a:lnTo>
                  <a:lnTo>
                    <a:pt x="162" y="12250"/>
                  </a:lnTo>
                  <a:lnTo>
                    <a:pt x="102" y="12916"/>
                  </a:lnTo>
                  <a:lnTo>
                    <a:pt x="61" y="13582"/>
                  </a:lnTo>
                  <a:lnTo>
                    <a:pt x="21" y="14268"/>
                  </a:lnTo>
                  <a:lnTo>
                    <a:pt x="1" y="14934"/>
                  </a:lnTo>
                  <a:lnTo>
                    <a:pt x="1" y="15600"/>
                  </a:lnTo>
                  <a:lnTo>
                    <a:pt x="21" y="16286"/>
                  </a:lnTo>
                  <a:lnTo>
                    <a:pt x="41" y="16710"/>
                  </a:lnTo>
                  <a:lnTo>
                    <a:pt x="81" y="17154"/>
                  </a:lnTo>
                  <a:lnTo>
                    <a:pt x="162" y="17618"/>
                  </a:lnTo>
                  <a:lnTo>
                    <a:pt x="263" y="18102"/>
                  </a:lnTo>
                  <a:lnTo>
                    <a:pt x="404" y="18587"/>
                  </a:lnTo>
                  <a:lnTo>
                    <a:pt x="546" y="19071"/>
                  </a:lnTo>
                  <a:lnTo>
                    <a:pt x="727" y="19575"/>
                  </a:lnTo>
                  <a:lnTo>
                    <a:pt x="929" y="20060"/>
                  </a:lnTo>
                  <a:lnTo>
                    <a:pt x="1151" y="20524"/>
                  </a:lnTo>
                  <a:lnTo>
                    <a:pt x="1393" y="20968"/>
                  </a:lnTo>
                  <a:lnTo>
                    <a:pt x="1655" y="21392"/>
                  </a:lnTo>
                  <a:lnTo>
                    <a:pt x="1958" y="21775"/>
                  </a:lnTo>
                  <a:lnTo>
                    <a:pt x="2261" y="22138"/>
                  </a:lnTo>
                  <a:lnTo>
                    <a:pt x="2604" y="22461"/>
                  </a:lnTo>
                  <a:lnTo>
                    <a:pt x="2765" y="22582"/>
                  </a:lnTo>
                  <a:lnTo>
                    <a:pt x="2947" y="22723"/>
                  </a:lnTo>
                  <a:lnTo>
                    <a:pt x="3129" y="22824"/>
                  </a:lnTo>
                  <a:lnTo>
                    <a:pt x="3330" y="22925"/>
                  </a:lnTo>
                  <a:lnTo>
                    <a:pt x="3593" y="23046"/>
                  </a:lnTo>
                  <a:lnTo>
                    <a:pt x="3875" y="23127"/>
                  </a:lnTo>
                  <a:lnTo>
                    <a:pt x="4158" y="23167"/>
                  </a:lnTo>
                  <a:lnTo>
                    <a:pt x="4460" y="23188"/>
                  </a:lnTo>
                  <a:lnTo>
                    <a:pt x="4723" y="23167"/>
                  </a:lnTo>
                  <a:lnTo>
                    <a:pt x="4985" y="23127"/>
                  </a:lnTo>
                  <a:lnTo>
                    <a:pt x="5268" y="23067"/>
                  </a:lnTo>
                  <a:lnTo>
                    <a:pt x="5550" y="22966"/>
                  </a:lnTo>
                  <a:lnTo>
                    <a:pt x="5813" y="22845"/>
                  </a:lnTo>
                  <a:lnTo>
                    <a:pt x="6095" y="22683"/>
                  </a:lnTo>
                  <a:lnTo>
                    <a:pt x="6378" y="22501"/>
                  </a:lnTo>
                  <a:lnTo>
                    <a:pt x="6680" y="22300"/>
                  </a:lnTo>
                  <a:lnTo>
                    <a:pt x="6922" y="22098"/>
                  </a:lnTo>
                  <a:lnTo>
                    <a:pt x="7144" y="21876"/>
                  </a:lnTo>
                  <a:lnTo>
                    <a:pt x="7346" y="21654"/>
                  </a:lnTo>
                  <a:lnTo>
                    <a:pt x="7548" y="21412"/>
                  </a:lnTo>
                  <a:lnTo>
                    <a:pt x="7730" y="21170"/>
                  </a:lnTo>
                  <a:lnTo>
                    <a:pt x="7911" y="20927"/>
                  </a:lnTo>
                  <a:lnTo>
                    <a:pt x="8053" y="20665"/>
                  </a:lnTo>
                  <a:lnTo>
                    <a:pt x="8214" y="20403"/>
                  </a:lnTo>
                  <a:lnTo>
                    <a:pt x="8476" y="19878"/>
                  </a:lnTo>
                  <a:lnTo>
                    <a:pt x="8698" y="19333"/>
                  </a:lnTo>
                  <a:lnTo>
                    <a:pt x="8880" y="18809"/>
                  </a:lnTo>
                  <a:lnTo>
                    <a:pt x="9041" y="18284"/>
                  </a:lnTo>
                  <a:lnTo>
                    <a:pt x="9283" y="17436"/>
                  </a:lnTo>
                  <a:lnTo>
                    <a:pt x="9485" y="16589"/>
                  </a:lnTo>
                  <a:lnTo>
                    <a:pt x="9667" y="15721"/>
                  </a:lnTo>
                  <a:lnTo>
                    <a:pt x="9808" y="14833"/>
                  </a:lnTo>
                  <a:lnTo>
                    <a:pt x="9909" y="13965"/>
                  </a:lnTo>
                  <a:lnTo>
                    <a:pt x="9990" y="13077"/>
                  </a:lnTo>
                  <a:lnTo>
                    <a:pt x="10030" y="12189"/>
                  </a:lnTo>
                  <a:lnTo>
                    <a:pt x="10030" y="11302"/>
                  </a:lnTo>
                  <a:lnTo>
                    <a:pt x="10010" y="10434"/>
                  </a:lnTo>
                  <a:lnTo>
                    <a:pt x="9949" y="9546"/>
                  </a:lnTo>
                  <a:lnTo>
                    <a:pt x="9869" y="8658"/>
                  </a:lnTo>
                  <a:lnTo>
                    <a:pt x="9727" y="7790"/>
                  </a:lnTo>
                  <a:lnTo>
                    <a:pt x="9566" y="6902"/>
                  </a:lnTo>
                  <a:lnTo>
                    <a:pt x="9384" y="6055"/>
                  </a:lnTo>
                  <a:lnTo>
                    <a:pt x="9162" y="5187"/>
                  </a:lnTo>
                  <a:lnTo>
                    <a:pt x="8900" y="4339"/>
                  </a:lnTo>
                  <a:lnTo>
                    <a:pt x="8759" y="3936"/>
                  </a:lnTo>
                  <a:lnTo>
                    <a:pt x="8618" y="3552"/>
                  </a:lnTo>
                  <a:lnTo>
                    <a:pt x="8476" y="3209"/>
                  </a:lnTo>
                  <a:lnTo>
                    <a:pt x="8315" y="2866"/>
                  </a:lnTo>
                  <a:lnTo>
                    <a:pt x="8153" y="2523"/>
                  </a:lnTo>
                  <a:lnTo>
                    <a:pt x="7972" y="2220"/>
                  </a:lnTo>
                  <a:lnTo>
                    <a:pt x="7790" y="1938"/>
                  </a:lnTo>
                  <a:lnTo>
                    <a:pt x="7609" y="1676"/>
                  </a:lnTo>
                  <a:lnTo>
                    <a:pt x="7407" y="1433"/>
                  </a:lnTo>
                  <a:lnTo>
                    <a:pt x="7225" y="1211"/>
                  </a:lnTo>
                  <a:lnTo>
                    <a:pt x="7003" y="990"/>
                  </a:lnTo>
                  <a:lnTo>
                    <a:pt x="6801" y="808"/>
                  </a:lnTo>
                  <a:lnTo>
                    <a:pt x="6579" y="646"/>
                  </a:lnTo>
                  <a:lnTo>
                    <a:pt x="6337" y="485"/>
                  </a:lnTo>
                  <a:lnTo>
                    <a:pt x="6095" y="344"/>
                  </a:lnTo>
                  <a:lnTo>
                    <a:pt x="5853" y="243"/>
                  </a:lnTo>
                  <a:lnTo>
                    <a:pt x="5591" y="142"/>
                  </a:lnTo>
                  <a:lnTo>
                    <a:pt x="5328" y="61"/>
                  </a:lnTo>
                  <a:lnTo>
                    <a:pt x="5066" y="21"/>
                  </a:lnTo>
                  <a:lnTo>
                    <a:pt x="4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" name="Google Shape;293;p4"/>
          <p:cNvGrpSpPr/>
          <p:nvPr/>
        </p:nvGrpSpPr>
        <p:grpSpPr>
          <a:xfrm>
            <a:off x="-2233707" y="-256851"/>
            <a:ext cx="2946940" cy="1512969"/>
            <a:chOff x="-1306807" y="-1638114"/>
            <a:chExt cx="2946940" cy="1512969"/>
          </a:xfrm>
        </p:grpSpPr>
        <p:sp>
          <p:nvSpPr>
            <p:cNvPr id="294" name="Google Shape;294;p4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4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4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7" name="Google Shape;297;p4"/>
          <p:cNvSpPr/>
          <p:nvPr/>
        </p:nvSpPr>
        <p:spPr>
          <a:xfrm>
            <a:off x="128050" y="35059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4"/>
          <p:cNvSpPr/>
          <p:nvPr/>
        </p:nvSpPr>
        <p:spPr>
          <a:xfrm>
            <a:off x="128063" y="40376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4"/>
          <p:cNvSpPr/>
          <p:nvPr/>
        </p:nvSpPr>
        <p:spPr>
          <a:xfrm>
            <a:off x="4176595" y="4757340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0" name="Google Shape;300;p4"/>
          <p:cNvGrpSpPr/>
          <p:nvPr/>
        </p:nvGrpSpPr>
        <p:grpSpPr>
          <a:xfrm>
            <a:off x="3967146" y="-825334"/>
            <a:ext cx="1209708" cy="1147945"/>
            <a:chOff x="5235125" y="2636100"/>
            <a:chExt cx="796175" cy="755525"/>
          </a:xfrm>
        </p:grpSpPr>
        <p:sp>
          <p:nvSpPr>
            <p:cNvPr id="301" name="Google Shape;301;p4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4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4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4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4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4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4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4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4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4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4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4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4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4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4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4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4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4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4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4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4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4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4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4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4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4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4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4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4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4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4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4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4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4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4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4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4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4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p5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67" name="Google Shape;367;p5"/>
          <p:cNvSpPr txBox="1"/>
          <p:nvPr>
            <p:ph idx="1" type="subTitle"/>
          </p:nvPr>
        </p:nvSpPr>
        <p:spPr>
          <a:xfrm>
            <a:off x="1353275" y="2834834"/>
            <a:ext cx="2578500" cy="17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/>
        </p:txBody>
      </p:sp>
      <p:sp>
        <p:nvSpPr>
          <p:cNvPr id="368" name="Google Shape;368;p5"/>
          <p:cNvSpPr txBox="1"/>
          <p:nvPr>
            <p:ph idx="2" type="subTitle"/>
          </p:nvPr>
        </p:nvSpPr>
        <p:spPr>
          <a:xfrm>
            <a:off x="5213525" y="2834834"/>
            <a:ext cx="2575500" cy="17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/>
        </p:txBody>
      </p:sp>
      <p:sp>
        <p:nvSpPr>
          <p:cNvPr id="369" name="Google Shape;369;p5"/>
          <p:cNvSpPr txBox="1"/>
          <p:nvPr>
            <p:ph idx="3" type="subTitle"/>
          </p:nvPr>
        </p:nvSpPr>
        <p:spPr>
          <a:xfrm>
            <a:off x="1354775" y="3226684"/>
            <a:ext cx="25755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0" name="Google Shape;370;p5"/>
          <p:cNvSpPr txBox="1"/>
          <p:nvPr>
            <p:ph idx="4" type="subTitle"/>
          </p:nvPr>
        </p:nvSpPr>
        <p:spPr>
          <a:xfrm>
            <a:off x="5212025" y="3229059"/>
            <a:ext cx="25785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1" name="Google Shape;371;p5"/>
          <p:cNvSpPr/>
          <p:nvPr/>
        </p:nvSpPr>
        <p:spPr>
          <a:xfrm>
            <a:off x="-607780" y="-650361"/>
            <a:ext cx="1170000" cy="1170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2" name="Google Shape;372;p5"/>
          <p:cNvGrpSpPr/>
          <p:nvPr/>
        </p:nvGrpSpPr>
        <p:grpSpPr>
          <a:xfrm flipH="1">
            <a:off x="-1670733" y="-144769"/>
            <a:ext cx="2383952" cy="1642730"/>
            <a:chOff x="497192" y="-5154682"/>
            <a:chExt cx="2383952" cy="1642730"/>
          </a:xfrm>
        </p:grpSpPr>
        <p:sp>
          <p:nvSpPr>
            <p:cNvPr id="373" name="Google Shape;373;p5"/>
            <p:cNvSpPr/>
            <p:nvPr/>
          </p:nvSpPr>
          <p:spPr>
            <a:xfrm flipH="1">
              <a:off x="497192" y="-5154682"/>
              <a:ext cx="2383952" cy="1642730"/>
            </a:xfrm>
            <a:custGeom>
              <a:rect b="b" l="l" r="r" t="t"/>
              <a:pathLst>
                <a:path extrusionOk="0" h="29383" w="42641">
                  <a:moveTo>
                    <a:pt x="9364" y="81"/>
                  </a:moveTo>
                  <a:lnTo>
                    <a:pt x="10796" y="141"/>
                  </a:lnTo>
                  <a:lnTo>
                    <a:pt x="12209" y="222"/>
                  </a:lnTo>
                  <a:lnTo>
                    <a:pt x="13642" y="363"/>
                  </a:lnTo>
                  <a:lnTo>
                    <a:pt x="15054" y="505"/>
                  </a:lnTo>
                  <a:lnTo>
                    <a:pt x="16467" y="706"/>
                  </a:lnTo>
                  <a:lnTo>
                    <a:pt x="17880" y="928"/>
                  </a:lnTo>
                  <a:lnTo>
                    <a:pt x="19292" y="1191"/>
                  </a:lnTo>
                  <a:lnTo>
                    <a:pt x="20685" y="1494"/>
                  </a:lnTo>
                  <a:lnTo>
                    <a:pt x="22077" y="1816"/>
                  </a:lnTo>
                  <a:lnTo>
                    <a:pt x="23469" y="2180"/>
                  </a:lnTo>
                  <a:lnTo>
                    <a:pt x="24842" y="2563"/>
                  </a:lnTo>
                  <a:lnTo>
                    <a:pt x="26194" y="2987"/>
                  </a:lnTo>
                  <a:lnTo>
                    <a:pt x="27546" y="3451"/>
                  </a:lnTo>
                  <a:lnTo>
                    <a:pt x="28878" y="3935"/>
                  </a:lnTo>
                  <a:lnTo>
                    <a:pt x="30210" y="4460"/>
                  </a:lnTo>
                  <a:lnTo>
                    <a:pt x="31340" y="4944"/>
                  </a:lnTo>
                  <a:lnTo>
                    <a:pt x="32409" y="5429"/>
                  </a:lnTo>
                  <a:lnTo>
                    <a:pt x="33418" y="5933"/>
                  </a:lnTo>
                  <a:lnTo>
                    <a:pt x="34346" y="6438"/>
                  </a:lnTo>
                  <a:lnTo>
                    <a:pt x="35234" y="6962"/>
                  </a:lnTo>
                  <a:lnTo>
                    <a:pt x="36062" y="7487"/>
                  </a:lnTo>
                  <a:lnTo>
                    <a:pt x="36829" y="8032"/>
                  </a:lnTo>
                  <a:lnTo>
                    <a:pt x="37555" y="8597"/>
                  </a:lnTo>
                  <a:lnTo>
                    <a:pt x="37979" y="8960"/>
                  </a:lnTo>
                  <a:lnTo>
                    <a:pt x="38403" y="9344"/>
                  </a:lnTo>
                  <a:lnTo>
                    <a:pt x="38806" y="9727"/>
                  </a:lnTo>
                  <a:lnTo>
                    <a:pt x="39190" y="10131"/>
                  </a:lnTo>
                  <a:lnTo>
                    <a:pt x="39573" y="10534"/>
                  </a:lnTo>
                  <a:lnTo>
                    <a:pt x="39916" y="10938"/>
                  </a:lnTo>
                  <a:lnTo>
                    <a:pt x="40239" y="11362"/>
                  </a:lnTo>
                  <a:lnTo>
                    <a:pt x="40562" y="11785"/>
                  </a:lnTo>
                  <a:lnTo>
                    <a:pt x="40844" y="12209"/>
                  </a:lnTo>
                  <a:lnTo>
                    <a:pt x="41127" y="12653"/>
                  </a:lnTo>
                  <a:lnTo>
                    <a:pt x="41369" y="13097"/>
                  </a:lnTo>
                  <a:lnTo>
                    <a:pt x="41611" y="13541"/>
                  </a:lnTo>
                  <a:lnTo>
                    <a:pt x="41813" y="14005"/>
                  </a:lnTo>
                  <a:lnTo>
                    <a:pt x="42015" y="14469"/>
                  </a:lnTo>
                  <a:lnTo>
                    <a:pt x="42176" y="14913"/>
                  </a:lnTo>
                  <a:lnTo>
                    <a:pt x="42338" y="15398"/>
                  </a:lnTo>
                  <a:lnTo>
                    <a:pt x="42459" y="15862"/>
                  </a:lnTo>
                  <a:lnTo>
                    <a:pt x="42499" y="16104"/>
                  </a:lnTo>
                  <a:lnTo>
                    <a:pt x="42540" y="16366"/>
                  </a:lnTo>
                  <a:lnTo>
                    <a:pt x="42560" y="16608"/>
                  </a:lnTo>
                  <a:lnTo>
                    <a:pt x="42560" y="16851"/>
                  </a:lnTo>
                  <a:lnTo>
                    <a:pt x="42540" y="17113"/>
                  </a:lnTo>
                  <a:lnTo>
                    <a:pt x="42519" y="17355"/>
                  </a:lnTo>
                  <a:lnTo>
                    <a:pt x="42479" y="17577"/>
                  </a:lnTo>
                  <a:lnTo>
                    <a:pt x="42418" y="17799"/>
                  </a:lnTo>
                  <a:lnTo>
                    <a:pt x="42338" y="18021"/>
                  </a:lnTo>
                  <a:lnTo>
                    <a:pt x="42217" y="18223"/>
                  </a:lnTo>
                  <a:lnTo>
                    <a:pt x="42096" y="18404"/>
                  </a:lnTo>
                  <a:lnTo>
                    <a:pt x="41954" y="18566"/>
                  </a:lnTo>
                  <a:lnTo>
                    <a:pt x="41773" y="18707"/>
                  </a:lnTo>
                  <a:lnTo>
                    <a:pt x="41571" y="18848"/>
                  </a:lnTo>
                  <a:lnTo>
                    <a:pt x="41409" y="18909"/>
                  </a:lnTo>
                  <a:lnTo>
                    <a:pt x="41228" y="18969"/>
                  </a:lnTo>
                  <a:lnTo>
                    <a:pt x="41046" y="19010"/>
                  </a:lnTo>
                  <a:lnTo>
                    <a:pt x="40865" y="19050"/>
                  </a:lnTo>
                  <a:lnTo>
                    <a:pt x="40461" y="19070"/>
                  </a:lnTo>
                  <a:lnTo>
                    <a:pt x="40057" y="19070"/>
                  </a:lnTo>
                  <a:lnTo>
                    <a:pt x="38948" y="19050"/>
                  </a:lnTo>
                  <a:lnTo>
                    <a:pt x="37838" y="19010"/>
                  </a:lnTo>
                  <a:lnTo>
                    <a:pt x="35618" y="18909"/>
                  </a:lnTo>
                  <a:lnTo>
                    <a:pt x="33398" y="18788"/>
                  </a:lnTo>
                  <a:lnTo>
                    <a:pt x="31198" y="18626"/>
                  </a:lnTo>
                  <a:lnTo>
                    <a:pt x="28918" y="18485"/>
                  </a:lnTo>
                  <a:lnTo>
                    <a:pt x="26597" y="18344"/>
                  </a:lnTo>
                  <a:lnTo>
                    <a:pt x="24277" y="18243"/>
                  </a:lnTo>
                  <a:lnTo>
                    <a:pt x="23126" y="18223"/>
                  </a:lnTo>
                  <a:lnTo>
                    <a:pt x="21956" y="18203"/>
                  </a:lnTo>
                  <a:lnTo>
                    <a:pt x="20806" y="18182"/>
                  </a:lnTo>
                  <a:lnTo>
                    <a:pt x="19635" y="18203"/>
                  </a:lnTo>
                  <a:lnTo>
                    <a:pt x="18465" y="18243"/>
                  </a:lnTo>
                  <a:lnTo>
                    <a:pt x="17315" y="18304"/>
                  </a:lnTo>
                  <a:lnTo>
                    <a:pt x="16164" y="18384"/>
                  </a:lnTo>
                  <a:lnTo>
                    <a:pt x="14994" y="18485"/>
                  </a:lnTo>
                  <a:lnTo>
                    <a:pt x="13844" y="18626"/>
                  </a:lnTo>
                  <a:lnTo>
                    <a:pt x="12693" y="18788"/>
                  </a:lnTo>
                  <a:lnTo>
                    <a:pt x="12007" y="18909"/>
                  </a:lnTo>
                  <a:lnTo>
                    <a:pt x="11321" y="19050"/>
                  </a:lnTo>
                  <a:lnTo>
                    <a:pt x="10615" y="19232"/>
                  </a:lnTo>
                  <a:lnTo>
                    <a:pt x="10272" y="19333"/>
                  </a:lnTo>
                  <a:lnTo>
                    <a:pt x="9929" y="19454"/>
                  </a:lnTo>
                  <a:lnTo>
                    <a:pt x="9586" y="19595"/>
                  </a:lnTo>
                  <a:lnTo>
                    <a:pt x="9263" y="19736"/>
                  </a:lnTo>
                  <a:lnTo>
                    <a:pt x="8940" y="19898"/>
                  </a:lnTo>
                  <a:lnTo>
                    <a:pt x="8617" y="20059"/>
                  </a:lnTo>
                  <a:lnTo>
                    <a:pt x="8314" y="20261"/>
                  </a:lnTo>
                  <a:lnTo>
                    <a:pt x="8032" y="20463"/>
                  </a:lnTo>
                  <a:lnTo>
                    <a:pt x="7749" y="20705"/>
                  </a:lnTo>
                  <a:lnTo>
                    <a:pt x="7487" y="20947"/>
                  </a:lnTo>
                  <a:lnTo>
                    <a:pt x="7245" y="21230"/>
                  </a:lnTo>
                  <a:lnTo>
                    <a:pt x="7003" y="21512"/>
                  </a:lnTo>
                  <a:lnTo>
                    <a:pt x="6801" y="21815"/>
                  </a:lnTo>
                  <a:lnTo>
                    <a:pt x="6619" y="22118"/>
                  </a:lnTo>
                  <a:lnTo>
                    <a:pt x="6458" y="22440"/>
                  </a:lnTo>
                  <a:lnTo>
                    <a:pt x="6316" y="22763"/>
                  </a:lnTo>
                  <a:lnTo>
                    <a:pt x="6195" y="23086"/>
                  </a:lnTo>
                  <a:lnTo>
                    <a:pt x="6094" y="23429"/>
                  </a:lnTo>
                  <a:lnTo>
                    <a:pt x="5994" y="23752"/>
                  </a:lnTo>
                  <a:lnTo>
                    <a:pt x="5913" y="24075"/>
                  </a:lnTo>
                  <a:lnTo>
                    <a:pt x="5792" y="24701"/>
                  </a:lnTo>
                  <a:lnTo>
                    <a:pt x="5711" y="25306"/>
                  </a:lnTo>
                  <a:lnTo>
                    <a:pt x="5650" y="25871"/>
                  </a:lnTo>
                  <a:lnTo>
                    <a:pt x="5650" y="26154"/>
                  </a:lnTo>
                  <a:lnTo>
                    <a:pt x="5650" y="26497"/>
                  </a:lnTo>
                  <a:lnTo>
                    <a:pt x="5650" y="27243"/>
                  </a:lnTo>
                  <a:lnTo>
                    <a:pt x="5630" y="27627"/>
                  </a:lnTo>
                  <a:lnTo>
                    <a:pt x="5610" y="28010"/>
                  </a:lnTo>
                  <a:lnTo>
                    <a:pt x="5529" y="28373"/>
                  </a:lnTo>
                  <a:lnTo>
                    <a:pt x="5489" y="28555"/>
                  </a:lnTo>
                  <a:lnTo>
                    <a:pt x="5428" y="28696"/>
                  </a:lnTo>
                  <a:lnTo>
                    <a:pt x="5368" y="28838"/>
                  </a:lnTo>
                  <a:lnTo>
                    <a:pt x="5287" y="28979"/>
                  </a:lnTo>
                  <a:lnTo>
                    <a:pt x="5206" y="29080"/>
                  </a:lnTo>
                  <a:lnTo>
                    <a:pt x="5106" y="29181"/>
                  </a:lnTo>
                  <a:lnTo>
                    <a:pt x="5005" y="29221"/>
                  </a:lnTo>
                  <a:lnTo>
                    <a:pt x="4904" y="29261"/>
                  </a:lnTo>
                  <a:lnTo>
                    <a:pt x="4803" y="29281"/>
                  </a:lnTo>
                  <a:lnTo>
                    <a:pt x="4702" y="29302"/>
                  </a:lnTo>
                  <a:lnTo>
                    <a:pt x="4581" y="29302"/>
                  </a:lnTo>
                  <a:lnTo>
                    <a:pt x="4440" y="29281"/>
                  </a:lnTo>
                  <a:lnTo>
                    <a:pt x="4177" y="29201"/>
                  </a:lnTo>
                  <a:lnTo>
                    <a:pt x="3955" y="29100"/>
                  </a:lnTo>
                  <a:lnTo>
                    <a:pt x="3774" y="28959"/>
                  </a:lnTo>
                  <a:lnTo>
                    <a:pt x="3592" y="28797"/>
                  </a:lnTo>
                  <a:lnTo>
                    <a:pt x="3451" y="28616"/>
                  </a:lnTo>
                  <a:lnTo>
                    <a:pt x="3310" y="28414"/>
                  </a:lnTo>
                  <a:lnTo>
                    <a:pt x="3188" y="28192"/>
                  </a:lnTo>
                  <a:lnTo>
                    <a:pt x="2946" y="27728"/>
                  </a:lnTo>
                  <a:lnTo>
                    <a:pt x="2523" y="26678"/>
                  </a:lnTo>
                  <a:lnTo>
                    <a:pt x="2119" y="25629"/>
                  </a:lnTo>
                  <a:lnTo>
                    <a:pt x="1756" y="24539"/>
                  </a:lnTo>
                  <a:lnTo>
                    <a:pt x="1433" y="23429"/>
                  </a:lnTo>
                  <a:lnTo>
                    <a:pt x="1130" y="22279"/>
                  </a:lnTo>
                  <a:lnTo>
                    <a:pt x="868" y="21129"/>
                  </a:lnTo>
                  <a:lnTo>
                    <a:pt x="646" y="19938"/>
                  </a:lnTo>
                  <a:lnTo>
                    <a:pt x="464" y="18707"/>
                  </a:lnTo>
                  <a:lnTo>
                    <a:pt x="323" y="17476"/>
                  </a:lnTo>
                  <a:lnTo>
                    <a:pt x="202" y="16205"/>
                  </a:lnTo>
                  <a:lnTo>
                    <a:pt x="141" y="14913"/>
                  </a:lnTo>
                  <a:lnTo>
                    <a:pt x="101" y="13602"/>
                  </a:lnTo>
                  <a:lnTo>
                    <a:pt x="81" y="12250"/>
                  </a:lnTo>
                  <a:lnTo>
                    <a:pt x="121" y="10897"/>
                  </a:lnTo>
                  <a:lnTo>
                    <a:pt x="202" y="9505"/>
                  </a:lnTo>
                  <a:lnTo>
                    <a:pt x="303" y="8092"/>
                  </a:lnTo>
                  <a:lnTo>
                    <a:pt x="404" y="7144"/>
                  </a:lnTo>
                  <a:lnTo>
                    <a:pt x="464" y="6639"/>
                  </a:lnTo>
                  <a:lnTo>
                    <a:pt x="545" y="6135"/>
                  </a:lnTo>
                  <a:lnTo>
                    <a:pt x="646" y="5630"/>
                  </a:lnTo>
                  <a:lnTo>
                    <a:pt x="767" y="5106"/>
                  </a:lnTo>
                  <a:lnTo>
                    <a:pt x="928" y="4601"/>
                  </a:lnTo>
                  <a:lnTo>
                    <a:pt x="1090" y="4097"/>
                  </a:lnTo>
                  <a:lnTo>
                    <a:pt x="1292" y="3612"/>
                  </a:lnTo>
                  <a:lnTo>
                    <a:pt x="1514" y="3128"/>
                  </a:lnTo>
                  <a:lnTo>
                    <a:pt x="1776" y="2684"/>
                  </a:lnTo>
                  <a:lnTo>
                    <a:pt x="2058" y="2240"/>
                  </a:lnTo>
                  <a:lnTo>
                    <a:pt x="2220" y="2038"/>
                  </a:lnTo>
                  <a:lnTo>
                    <a:pt x="2381" y="1837"/>
                  </a:lnTo>
                  <a:lnTo>
                    <a:pt x="2563" y="1655"/>
                  </a:lnTo>
                  <a:lnTo>
                    <a:pt x="2765" y="1473"/>
                  </a:lnTo>
                  <a:lnTo>
                    <a:pt x="2967" y="1312"/>
                  </a:lnTo>
                  <a:lnTo>
                    <a:pt x="3168" y="1150"/>
                  </a:lnTo>
                  <a:lnTo>
                    <a:pt x="3390" y="989"/>
                  </a:lnTo>
                  <a:lnTo>
                    <a:pt x="3612" y="848"/>
                  </a:lnTo>
                  <a:lnTo>
                    <a:pt x="3854" y="727"/>
                  </a:lnTo>
                  <a:lnTo>
                    <a:pt x="4117" y="626"/>
                  </a:lnTo>
                  <a:lnTo>
                    <a:pt x="4359" y="525"/>
                  </a:lnTo>
                  <a:lnTo>
                    <a:pt x="4621" y="424"/>
                  </a:lnTo>
                  <a:lnTo>
                    <a:pt x="5146" y="303"/>
                  </a:lnTo>
                  <a:lnTo>
                    <a:pt x="5691" y="202"/>
                  </a:lnTo>
                  <a:lnTo>
                    <a:pt x="6236" y="141"/>
                  </a:lnTo>
                  <a:lnTo>
                    <a:pt x="6760" y="101"/>
                  </a:lnTo>
                  <a:lnTo>
                    <a:pt x="7305" y="81"/>
                  </a:lnTo>
                  <a:close/>
                  <a:moveTo>
                    <a:pt x="7305" y="0"/>
                  </a:moveTo>
                  <a:lnTo>
                    <a:pt x="6760" y="20"/>
                  </a:lnTo>
                  <a:lnTo>
                    <a:pt x="6215" y="61"/>
                  </a:lnTo>
                  <a:lnTo>
                    <a:pt x="5671" y="121"/>
                  </a:lnTo>
                  <a:lnTo>
                    <a:pt x="5126" y="222"/>
                  </a:lnTo>
                  <a:lnTo>
                    <a:pt x="4601" y="363"/>
                  </a:lnTo>
                  <a:lnTo>
                    <a:pt x="4339" y="444"/>
                  </a:lnTo>
                  <a:lnTo>
                    <a:pt x="4076" y="545"/>
                  </a:lnTo>
                  <a:lnTo>
                    <a:pt x="3834" y="666"/>
                  </a:lnTo>
                  <a:lnTo>
                    <a:pt x="3572" y="787"/>
                  </a:lnTo>
                  <a:lnTo>
                    <a:pt x="3350" y="928"/>
                  </a:lnTo>
                  <a:lnTo>
                    <a:pt x="3128" y="1070"/>
                  </a:lnTo>
                  <a:lnTo>
                    <a:pt x="2906" y="1231"/>
                  </a:lnTo>
                  <a:lnTo>
                    <a:pt x="2704" y="1413"/>
                  </a:lnTo>
                  <a:lnTo>
                    <a:pt x="2523" y="1594"/>
                  </a:lnTo>
                  <a:lnTo>
                    <a:pt x="2341" y="1776"/>
                  </a:lnTo>
                  <a:lnTo>
                    <a:pt x="2159" y="1978"/>
                  </a:lnTo>
                  <a:lnTo>
                    <a:pt x="1998" y="2200"/>
                  </a:lnTo>
                  <a:lnTo>
                    <a:pt x="1695" y="2624"/>
                  </a:lnTo>
                  <a:lnTo>
                    <a:pt x="1453" y="3088"/>
                  </a:lnTo>
                  <a:lnTo>
                    <a:pt x="1211" y="3572"/>
                  </a:lnTo>
                  <a:lnTo>
                    <a:pt x="1009" y="4056"/>
                  </a:lnTo>
                  <a:lnTo>
                    <a:pt x="848" y="4561"/>
                  </a:lnTo>
                  <a:lnTo>
                    <a:pt x="706" y="5086"/>
                  </a:lnTo>
                  <a:lnTo>
                    <a:pt x="585" y="5590"/>
                  </a:lnTo>
                  <a:lnTo>
                    <a:pt x="464" y="6115"/>
                  </a:lnTo>
                  <a:lnTo>
                    <a:pt x="383" y="6619"/>
                  </a:lnTo>
                  <a:lnTo>
                    <a:pt x="323" y="7124"/>
                  </a:lnTo>
                  <a:lnTo>
                    <a:pt x="222" y="8092"/>
                  </a:lnTo>
                  <a:lnTo>
                    <a:pt x="121" y="9505"/>
                  </a:lnTo>
                  <a:lnTo>
                    <a:pt x="40" y="10897"/>
                  </a:lnTo>
                  <a:lnTo>
                    <a:pt x="0" y="12250"/>
                  </a:lnTo>
                  <a:lnTo>
                    <a:pt x="20" y="13602"/>
                  </a:lnTo>
                  <a:lnTo>
                    <a:pt x="61" y="14913"/>
                  </a:lnTo>
                  <a:lnTo>
                    <a:pt x="121" y="16205"/>
                  </a:lnTo>
                  <a:lnTo>
                    <a:pt x="242" y="17476"/>
                  </a:lnTo>
                  <a:lnTo>
                    <a:pt x="383" y="18727"/>
                  </a:lnTo>
                  <a:lnTo>
                    <a:pt x="565" y="19938"/>
                  </a:lnTo>
                  <a:lnTo>
                    <a:pt x="787" y="21149"/>
                  </a:lnTo>
                  <a:lnTo>
                    <a:pt x="1049" y="22319"/>
                  </a:lnTo>
                  <a:lnTo>
                    <a:pt x="1352" y="23449"/>
                  </a:lnTo>
                  <a:lnTo>
                    <a:pt x="1675" y="24559"/>
                  </a:lnTo>
                  <a:lnTo>
                    <a:pt x="2038" y="25649"/>
                  </a:lnTo>
                  <a:lnTo>
                    <a:pt x="2442" y="26719"/>
                  </a:lnTo>
                  <a:lnTo>
                    <a:pt x="2886" y="27748"/>
                  </a:lnTo>
                  <a:lnTo>
                    <a:pt x="3108" y="28232"/>
                  </a:lnTo>
                  <a:lnTo>
                    <a:pt x="3249" y="28454"/>
                  </a:lnTo>
                  <a:lnTo>
                    <a:pt x="3390" y="28676"/>
                  </a:lnTo>
                  <a:lnTo>
                    <a:pt x="3552" y="28858"/>
                  </a:lnTo>
                  <a:lnTo>
                    <a:pt x="3733" y="29019"/>
                  </a:lnTo>
                  <a:lnTo>
                    <a:pt x="3915" y="29160"/>
                  </a:lnTo>
                  <a:lnTo>
                    <a:pt x="4137" y="29261"/>
                  </a:lnTo>
                  <a:lnTo>
                    <a:pt x="4419" y="29362"/>
                  </a:lnTo>
                  <a:lnTo>
                    <a:pt x="4541" y="29382"/>
                  </a:lnTo>
                  <a:lnTo>
                    <a:pt x="4662" y="29382"/>
                  </a:lnTo>
                  <a:lnTo>
                    <a:pt x="4803" y="29362"/>
                  </a:lnTo>
                  <a:lnTo>
                    <a:pt x="4924" y="29342"/>
                  </a:lnTo>
                  <a:lnTo>
                    <a:pt x="5045" y="29302"/>
                  </a:lnTo>
                  <a:lnTo>
                    <a:pt x="5146" y="29241"/>
                  </a:lnTo>
                  <a:lnTo>
                    <a:pt x="5247" y="29140"/>
                  </a:lnTo>
                  <a:lnTo>
                    <a:pt x="5348" y="29039"/>
                  </a:lnTo>
                  <a:lnTo>
                    <a:pt x="5428" y="28898"/>
                  </a:lnTo>
                  <a:lnTo>
                    <a:pt x="5509" y="28757"/>
                  </a:lnTo>
                  <a:lnTo>
                    <a:pt x="5570" y="28595"/>
                  </a:lnTo>
                  <a:lnTo>
                    <a:pt x="5610" y="28414"/>
                  </a:lnTo>
                  <a:lnTo>
                    <a:pt x="5671" y="28051"/>
                  </a:lnTo>
                  <a:lnTo>
                    <a:pt x="5711" y="27647"/>
                  </a:lnTo>
                  <a:lnTo>
                    <a:pt x="5731" y="27243"/>
                  </a:lnTo>
                  <a:lnTo>
                    <a:pt x="5731" y="26497"/>
                  </a:lnTo>
                  <a:lnTo>
                    <a:pt x="5731" y="26154"/>
                  </a:lnTo>
                  <a:lnTo>
                    <a:pt x="5731" y="25891"/>
                  </a:lnTo>
                  <a:lnTo>
                    <a:pt x="5792" y="25326"/>
                  </a:lnTo>
                  <a:lnTo>
                    <a:pt x="5872" y="24721"/>
                  </a:lnTo>
                  <a:lnTo>
                    <a:pt x="5994" y="24095"/>
                  </a:lnTo>
                  <a:lnTo>
                    <a:pt x="6074" y="23772"/>
                  </a:lnTo>
                  <a:lnTo>
                    <a:pt x="6155" y="23449"/>
                  </a:lnTo>
                  <a:lnTo>
                    <a:pt x="6276" y="23127"/>
                  </a:lnTo>
                  <a:lnTo>
                    <a:pt x="6397" y="22804"/>
                  </a:lnTo>
                  <a:lnTo>
                    <a:pt x="6538" y="22481"/>
                  </a:lnTo>
                  <a:lnTo>
                    <a:pt x="6700" y="22178"/>
                  </a:lnTo>
                  <a:lnTo>
                    <a:pt x="6881" y="21855"/>
                  </a:lnTo>
                  <a:lnTo>
                    <a:pt x="7083" y="21573"/>
                  </a:lnTo>
                  <a:lnTo>
                    <a:pt x="7305" y="21270"/>
                  </a:lnTo>
                  <a:lnTo>
                    <a:pt x="7547" y="21008"/>
                  </a:lnTo>
                  <a:lnTo>
                    <a:pt x="7810" y="20765"/>
                  </a:lnTo>
                  <a:lnTo>
                    <a:pt x="8092" y="20523"/>
                  </a:lnTo>
                  <a:lnTo>
                    <a:pt x="8375" y="20322"/>
                  </a:lnTo>
                  <a:lnTo>
                    <a:pt x="8677" y="20140"/>
                  </a:lnTo>
                  <a:lnTo>
                    <a:pt x="8980" y="19958"/>
                  </a:lnTo>
                  <a:lnTo>
                    <a:pt x="9303" y="19797"/>
                  </a:lnTo>
                  <a:lnTo>
                    <a:pt x="9626" y="19656"/>
                  </a:lnTo>
                  <a:lnTo>
                    <a:pt x="9969" y="19535"/>
                  </a:lnTo>
                  <a:lnTo>
                    <a:pt x="10292" y="19413"/>
                  </a:lnTo>
                  <a:lnTo>
                    <a:pt x="10635" y="19313"/>
                  </a:lnTo>
                  <a:lnTo>
                    <a:pt x="11341" y="19131"/>
                  </a:lnTo>
                  <a:lnTo>
                    <a:pt x="12027" y="18990"/>
                  </a:lnTo>
                  <a:lnTo>
                    <a:pt x="12713" y="18869"/>
                  </a:lnTo>
                  <a:lnTo>
                    <a:pt x="13864" y="18707"/>
                  </a:lnTo>
                  <a:lnTo>
                    <a:pt x="15014" y="18566"/>
                  </a:lnTo>
                  <a:lnTo>
                    <a:pt x="16164" y="18465"/>
                  </a:lnTo>
                  <a:lnTo>
                    <a:pt x="17315" y="18384"/>
                  </a:lnTo>
                  <a:lnTo>
                    <a:pt x="18485" y="18324"/>
                  </a:lnTo>
                  <a:lnTo>
                    <a:pt x="19635" y="18283"/>
                  </a:lnTo>
                  <a:lnTo>
                    <a:pt x="20806" y="18263"/>
                  </a:lnTo>
                  <a:lnTo>
                    <a:pt x="21956" y="18283"/>
                  </a:lnTo>
                  <a:lnTo>
                    <a:pt x="23126" y="18304"/>
                  </a:lnTo>
                  <a:lnTo>
                    <a:pt x="24277" y="18324"/>
                  </a:lnTo>
                  <a:lnTo>
                    <a:pt x="26597" y="18425"/>
                  </a:lnTo>
                  <a:lnTo>
                    <a:pt x="28918" y="18566"/>
                  </a:lnTo>
                  <a:lnTo>
                    <a:pt x="31198" y="18707"/>
                  </a:lnTo>
                  <a:lnTo>
                    <a:pt x="33398" y="18869"/>
                  </a:lnTo>
                  <a:lnTo>
                    <a:pt x="35618" y="18990"/>
                  </a:lnTo>
                  <a:lnTo>
                    <a:pt x="37838" y="19091"/>
                  </a:lnTo>
                  <a:lnTo>
                    <a:pt x="38948" y="19131"/>
                  </a:lnTo>
                  <a:lnTo>
                    <a:pt x="40057" y="19151"/>
                  </a:lnTo>
                  <a:lnTo>
                    <a:pt x="40481" y="19151"/>
                  </a:lnTo>
                  <a:lnTo>
                    <a:pt x="40885" y="19131"/>
                  </a:lnTo>
                  <a:lnTo>
                    <a:pt x="41066" y="19091"/>
                  </a:lnTo>
                  <a:lnTo>
                    <a:pt x="41248" y="19050"/>
                  </a:lnTo>
                  <a:lnTo>
                    <a:pt x="41430" y="18990"/>
                  </a:lnTo>
                  <a:lnTo>
                    <a:pt x="41611" y="18909"/>
                  </a:lnTo>
                  <a:lnTo>
                    <a:pt x="41813" y="18788"/>
                  </a:lnTo>
                  <a:lnTo>
                    <a:pt x="41995" y="18626"/>
                  </a:lnTo>
                  <a:lnTo>
                    <a:pt x="42156" y="18465"/>
                  </a:lnTo>
                  <a:lnTo>
                    <a:pt x="42297" y="18263"/>
                  </a:lnTo>
                  <a:lnTo>
                    <a:pt x="42398" y="18061"/>
                  </a:lnTo>
                  <a:lnTo>
                    <a:pt x="42479" y="17839"/>
                  </a:lnTo>
                  <a:lnTo>
                    <a:pt x="42560" y="17617"/>
                  </a:lnTo>
                  <a:lnTo>
                    <a:pt x="42600" y="17375"/>
                  </a:lnTo>
                  <a:lnTo>
                    <a:pt x="42620" y="17133"/>
                  </a:lnTo>
                  <a:lnTo>
                    <a:pt x="42640" y="16871"/>
                  </a:lnTo>
                  <a:lnTo>
                    <a:pt x="42640" y="16608"/>
                  </a:lnTo>
                  <a:lnTo>
                    <a:pt x="42620" y="16366"/>
                  </a:lnTo>
                  <a:lnTo>
                    <a:pt x="42580" y="16104"/>
                  </a:lnTo>
                  <a:lnTo>
                    <a:pt x="42540" y="15862"/>
                  </a:lnTo>
                  <a:lnTo>
                    <a:pt x="42418" y="15357"/>
                  </a:lnTo>
                  <a:lnTo>
                    <a:pt x="42257" y="14893"/>
                  </a:lnTo>
                  <a:lnTo>
                    <a:pt x="42096" y="14429"/>
                  </a:lnTo>
                  <a:lnTo>
                    <a:pt x="41894" y="13965"/>
                  </a:lnTo>
                  <a:lnTo>
                    <a:pt x="41672" y="13521"/>
                  </a:lnTo>
                  <a:lnTo>
                    <a:pt x="41450" y="13057"/>
                  </a:lnTo>
                  <a:lnTo>
                    <a:pt x="41187" y="12613"/>
                  </a:lnTo>
                  <a:lnTo>
                    <a:pt x="40925" y="12169"/>
                  </a:lnTo>
                  <a:lnTo>
                    <a:pt x="40622" y="11745"/>
                  </a:lnTo>
                  <a:lnTo>
                    <a:pt x="40320" y="11301"/>
                  </a:lnTo>
                  <a:lnTo>
                    <a:pt x="39977" y="10897"/>
                  </a:lnTo>
                  <a:lnTo>
                    <a:pt x="39634" y="10474"/>
                  </a:lnTo>
                  <a:lnTo>
                    <a:pt x="39250" y="10070"/>
                  </a:lnTo>
                  <a:lnTo>
                    <a:pt x="38867" y="9666"/>
                  </a:lnTo>
                  <a:lnTo>
                    <a:pt x="38463" y="9283"/>
                  </a:lnTo>
                  <a:lnTo>
                    <a:pt x="38039" y="8900"/>
                  </a:lnTo>
                  <a:lnTo>
                    <a:pt x="37595" y="8536"/>
                  </a:lnTo>
                  <a:lnTo>
                    <a:pt x="36869" y="7971"/>
                  </a:lnTo>
                  <a:lnTo>
                    <a:pt x="36102" y="7426"/>
                  </a:lnTo>
                  <a:lnTo>
                    <a:pt x="35275" y="6882"/>
                  </a:lnTo>
                  <a:lnTo>
                    <a:pt x="34387" y="6377"/>
                  </a:lnTo>
                  <a:lnTo>
                    <a:pt x="33459" y="5873"/>
                  </a:lnTo>
                  <a:lnTo>
                    <a:pt x="32450" y="5368"/>
                  </a:lnTo>
                  <a:lnTo>
                    <a:pt x="31380" y="4884"/>
                  </a:lnTo>
                  <a:lnTo>
                    <a:pt x="30230" y="4379"/>
                  </a:lnTo>
                  <a:lnTo>
                    <a:pt x="28918" y="3875"/>
                  </a:lnTo>
                  <a:lnTo>
                    <a:pt x="27586" y="3370"/>
                  </a:lnTo>
                  <a:lnTo>
                    <a:pt x="26234" y="2906"/>
                  </a:lnTo>
                  <a:lnTo>
                    <a:pt x="24862" y="2482"/>
                  </a:lnTo>
                  <a:lnTo>
                    <a:pt x="23490" y="2099"/>
                  </a:lnTo>
                  <a:lnTo>
                    <a:pt x="22097" y="1736"/>
                  </a:lnTo>
                  <a:lnTo>
                    <a:pt x="20705" y="1413"/>
                  </a:lnTo>
                  <a:lnTo>
                    <a:pt x="19312" y="1110"/>
                  </a:lnTo>
                  <a:lnTo>
                    <a:pt x="17900" y="848"/>
                  </a:lnTo>
                  <a:lnTo>
                    <a:pt x="16487" y="626"/>
                  </a:lnTo>
                  <a:lnTo>
                    <a:pt x="15075" y="424"/>
                  </a:lnTo>
                  <a:lnTo>
                    <a:pt x="13642" y="283"/>
                  </a:lnTo>
                  <a:lnTo>
                    <a:pt x="12229" y="141"/>
                  </a:lnTo>
                  <a:lnTo>
                    <a:pt x="10796" y="61"/>
                  </a:lnTo>
                  <a:lnTo>
                    <a:pt x="93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5"/>
            <p:cNvSpPr/>
            <p:nvPr/>
          </p:nvSpPr>
          <p:spPr>
            <a:xfrm flipH="1">
              <a:off x="624664" y="-5010276"/>
              <a:ext cx="2123367" cy="1193681"/>
            </a:xfrm>
            <a:custGeom>
              <a:rect b="b" l="l" r="r" t="t"/>
              <a:pathLst>
                <a:path extrusionOk="0" h="21351" w="37980">
                  <a:moveTo>
                    <a:pt x="10776" y="81"/>
                  </a:moveTo>
                  <a:lnTo>
                    <a:pt x="11341" y="101"/>
                  </a:lnTo>
                  <a:lnTo>
                    <a:pt x="11927" y="121"/>
                  </a:lnTo>
                  <a:lnTo>
                    <a:pt x="12532" y="182"/>
                  </a:lnTo>
                  <a:lnTo>
                    <a:pt x="13178" y="222"/>
                  </a:lnTo>
                  <a:lnTo>
                    <a:pt x="13824" y="303"/>
                  </a:lnTo>
                  <a:lnTo>
                    <a:pt x="14510" y="404"/>
                  </a:lnTo>
                  <a:lnTo>
                    <a:pt x="15216" y="505"/>
                  </a:lnTo>
                  <a:lnTo>
                    <a:pt x="15943" y="626"/>
                  </a:lnTo>
                  <a:lnTo>
                    <a:pt x="16709" y="767"/>
                  </a:lnTo>
                  <a:lnTo>
                    <a:pt x="17496" y="949"/>
                  </a:lnTo>
                  <a:lnTo>
                    <a:pt x="18324" y="1130"/>
                  </a:lnTo>
                  <a:lnTo>
                    <a:pt x="19171" y="1332"/>
                  </a:lnTo>
                  <a:lnTo>
                    <a:pt x="20039" y="1554"/>
                  </a:lnTo>
                  <a:lnTo>
                    <a:pt x="20947" y="1796"/>
                  </a:lnTo>
                  <a:lnTo>
                    <a:pt x="21875" y="2059"/>
                  </a:lnTo>
                  <a:lnTo>
                    <a:pt x="23571" y="2583"/>
                  </a:lnTo>
                  <a:lnTo>
                    <a:pt x="24418" y="2866"/>
                  </a:lnTo>
                  <a:lnTo>
                    <a:pt x="25286" y="3148"/>
                  </a:lnTo>
                  <a:lnTo>
                    <a:pt x="26154" y="3471"/>
                  </a:lnTo>
                  <a:lnTo>
                    <a:pt x="27021" y="3794"/>
                  </a:lnTo>
                  <a:lnTo>
                    <a:pt x="27889" y="4157"/>
                  </a:lnTo>
                  <a:lnTo>
                    <a:pt x="28757" y="4541"/>
                  </a:lnTo>
                  <a:lnTo>
                    <a:pt x="29625" y="4944"/>
                  </a:lnTo>
                  <a:lnTo>
                    <a:pt x="30472" y="5368"/>
                  </a:lnTo>
                  <a:lnTo>
                    <a:pt x="31300" y="5832"/>
                  </a:lnTo>
                  <a:lnTo>
                    <a:pt x="32127" y="6317"/>
                  </a:lnTo>
                  <a:lnTo>
                    <a:pt x="32954" y="6841"/>
                  </a:lnTo>
                  <a:lnTo>
                    <a:pt x="33741" y="7406"/>
                  </a:lnTo>
                  <a:lnTo>
                    <a:pt x="34508" y="7992"/>
                  </a:lnTo>
                  <a:lnTo>
                    <a:pt x="35255" y="8637"/>
                  </a:lnTo>
                  <a:lnTo>
                    <a:pt x="35638" y="8980"/>
                  </a:lnTo>
                  <a:lnTo>
                    <a:pt x="36001" y="9344"/>
                  </a:lnTo>
                  <a:lnTo>
                    <a:pt x="36345" y="9687"/>
                  </a:lnTo>
                  <a:lnTo>
                    <a:pt x="36627" y="10030"/>
                  </a:lnTo>
                  <a:lnTo>
                    <a:pt x="36910" y="10373"/>
                  </a:lnTo>
                  <a:lnTo>
                    <a:pt x="37132" y="10696"/>
                  </a:lnTo>
                  <a:lnTo>
                    <a:pt x="37354" y="11039"/>
                  </a:lnTo>
                  <a:lnTo>
                    <a:pt x="37535" y="11382"/>
                  </a:lnTo>
                  <a:lnTo>
                    <a:pt x="37656" y="11624"/>
                  </a:lnTo>
                  <a:lnTo>
                    <a:pt x="37737" y="11846"/>
                  </a:lnTo>
                  <a:lnTo>
                    <a:pt x="37818" y="12068"/>
                  </a:lnTo>
                  <a:lnTo>
                    <a:pt x="37858" y="12290"/>
                  </a:lnTo>
                  <a:lnTo>
                    <a:pt x="37898" y="12492"/>
                  </a:lnTo>
                  <a:lnTo>
                    <a:pt x="37898" y="12694"/>
                  </a:lnTo>
                  <a:lnTo>
                    <a:pt x="37878" y="12875"/>
                  </a:lnTo>
                  <a:lnTo>
                    <a:pt x="37838" y="13057"/>
                  </a:lnTo>
                  <a:lnTo>
                    <a:pt x="37757" y="13259"/>
                  </a:lnTo>
                  <a:lnTo>
                    <a:pt x="37636" y="13460"/>
                  </a:lnTo>
                  <a:lnTo>
                    <a:pt x="37495" y="13662"/>
                  </a:lnTo>
                  <a:lnTo>
                    <a:pt x="37313" y="13824"/>
                  </a:lnTo>
                  <a:lnTo>
                    <a:pt x="37111" y="13985"/>
                  </a:lnTo>
                  <a:lnTo>
                    <a:pt x="36869" y="14106"/>
                  </a:lnTo>
                  <a:lnTo>
                    <a:pt x="36627" y="14207"/>
                  </a:lnTo>
                  <a:lnTo>
                    <a:pt x="36365" y="14288"/>
                  </a:lnTo>
                  <a:lnTo>
                    <a:pt x="36102" y="14328"/>
                  </a:lnTo>
                  <a:lnTo>
                    <a:pt x="35860" y="14368"/>
                  </a:lnTo>
                  <a:lnTo>
                    <a:pt x="35336" y="14368"/>
                  </a:lnTo>
                  <a:lnTo>
                    <a:pt x="34831" y="14328"/>
                  </a:lnTo>
                  <a:lnTo>
                    <a:pt x="34327" y="14268"/>
                  </a:lnTo>
                  <a:lnTo>
                    <a:pt x="34306" y="14268"/>
                  </a:lnTo>
                  <a:lnTo>
                    <a:pt x="32934" y="14106"/>
                  </a:lnTo>
                  <a:lnTo>
                    <a:pt x="31501" y="13945"/>
                  </a:lnTo>
                  <a:lnTo>
                    <a:pt x="30028" y="13803"/>
                  </a:lnTo>
                  <a:lnTo>
                    <a:pt x="28535" y="13682"/>
                  </a:lnTo>
                  <a:lnTo>
                    <a:pt x="26981" y="13561"/>
                  </a:lnTo>
                  <a:lnTo>
                    <a:pt x="25387" y="13481"/>
                  </a:lnTo>
                  <a:lnTo>
                    <a:pt x="23772" y="13420"/>
                  </a:lnTo>
                  <a:lnTo>
                    <a:pt x="22138" y="13400"/>
                  </a:lnTo>
                  <a:lnTo>
                    <a:pt x="20483" y="13420"/>
                  </a:lnTo>
                  <a:lnTo>
                    <a:pt x="18788" y="13460"/>
                  </a:lnTo>
                  <a:lnTo>
                    <a:pt x="17093" y="13561"/>
                  </a:lnTo>
                  <a:lnTo>
                    <a:pt x="16245" y="13622"/>
                  </a:lnTo>
                  <a:lnTo>
                    <a:pt x="15398" y="13703"/>
                  </a:lnTo>
                  <a:lnTo>
                    <a:pt x="14530" y="13803"/>
                  </a:lnTo>
                  <a:lnTo>
                    <a:pt x="13682" y="13904"/>
                  </a:lnTo>
                  <a:lnTo>
                    <a:pt x="12815" y="14025"/>
                  </a:lnTo>
                  <a:lnTo>
                    <a:pt x="11967" y="14146"/>
                  </a:lnTo>
                  <a:lnTo>
                    <a:pt x="11099" y="14308"/>
                  </a:lnTo>
                  <a:lnTo>
                    <a:pt x="10252" y="14469"/>
                  </a:lnTo>
                  <a:lnTo>
                    <a:pt x="9384" y="14651"/>
                  </a:lnTo>
                  <a:lnTo>
                    <a:pt x="8536" y="14833"/>
                  </a:lnTo>
                  <a:lnTo>
                    <a:pt x="7992" y="14974"/>
                  </a:lnTo>
                  <a:lnTo>
                    <a:pt x="7467" y="15115"/>
                  </a:lnTo>
                  <a:lnTo>
                    <a:pt x="6922" y="15277"/>
                  </a:lnTo>
                  <a:lnTo>
                    <a:pt x="6397" y="15458"/>
                  </a:lnTo>
                  <a:lnTo>
                    <a:pt x="5873" y="15660"/>
                  </a:lnTo>
                  <a:lnTo>
                    <a:pt x="5368" y="15902"/>
                  </a:lnTo>
                  <a:lnTo>
                    <a:pt x="4864" y="16164"/>
                  </a:lnTo>
                  <a:lnTo>
                    <a:pt x="4379" y="16467"/>
                  </a:lnTo>
                  <a:lnTo>
                    <a:pt x="4137" y="16649"/>
                  </a:lnTo>
                  <a:lnTo>
                    <a:pt x="3875" y="16851"/>
                  </a:lnTo>
                  <a:lnTo>
                    <a:pt x="3613" y="17073"/>
                  </a:lnTo>
                  <a:lnTo>
                    <a:pt x="3350" y="17335"/>
                  </a:lnTo>
                  <a:lnTo>
                    <a:pt x="3108" y="17617"/>
                  </a:lnTo>
                  <a:lnTo>
                    <a:pt x="2866" y="17940"/>
                  </a:lnTo>
                  <a:lnTo>
                    <a:pt x="2644" y="18283"/>
                  </a:lnTo>
                  <a:lnTo>
                    <a:pt x="2462" y="18667"/>
                  </a:lnTo>
                  <a:lnTo>
                    <a:pt x="2382" y="18889"/>
                  </a:lnTo>
                  <a:lnTo>
                    <a:pt x="2341" y="19131"/>
                  </a:lnTo>
                  <a:lnTo>
                    <a:pt x="2260" y="19635"/>
                  </a:lnTo>
                  <a:lnTo>
                    <a:pt x="2220" y="19918"/>
                  </a:lnTo>
                  <a:lnTo>
                    <a:pt x="2180" y="20201"/>
                  </a:lnTo>
                  <a:lnTo>
                    <a:pt x="2099" y="20463"/>
                  </a:lnTo>
                  <a:lnTo>
                    <a:pt x="2059" y="20584"/>
                  </a:lnTo>
                  <a:lnTo>
                    <a:pt x="1998" y="20705"/>
                  </a:lnTo>
                  <a:lnTo>
                    <a:pt x="1897" y="20846"/>
                  </a:lnTo>
                  <a:lnTo>
                    <a:pt x="1816" y="20988"/>
                  </a:lnTo>
                  <a:lnTo>
                    <a:pt x="1716" y="21088"/>
                  </a:lnTo>
                  <a:lnTo>
                    <a:pt x="1615" y="21169"/>
                  </a:lnTo>
                  <a:lnTo>
                    <a:pt x="1514" y="21210"/>
                  </a:lnTo>
                  <a:lnTo>
                    <a:pt x="1413" y="21250"/>
                  </a:lnTo>
                  <a:lnTo>
                    <a:pt x="1312" y="21270"/>
                  </a:lnTo>
                  <a:lnTo>
                    <a:pt x="1211" y="21250"/>
                  </a:lnTo>
                  <a:lnTo>
                    <a:pt x="1110" y="21210"/>
                  </a:lnTo>
                  <a:lnTo>
                    <a:pt x="1009" y="21149"/>
                  </a:lnTo>
                  <a:lnTo>
                    <a:pt x="908" y="21068"/>
                  </a:lnTo>
                  <a:lnTo>
                    <a:pt x="807" y="20967"/>
                  </a:lnTo>
                  <a:lnTo>
                    <a:pt x="707" y="20846"/>
                  </a:lnTo>
                  <a:lnTo>
                    <a:pt x="626" y="20725"/>
                  </a:lnTo>
                  <a:lnTo>
                    <a:pt x="464" y="20422"/>
                  </a:lnTo>
                  <a:lnTo>
                    <a:pt x="323" y="20100"/>
                  </a:lnTo>
                  <a:lnTo>
                    <a:pt x="222" y="19777"/>
                  </a:lnTo>
                  <a:lnTo>
                    <a:pt x="162" y="19454"/>
                  </a:lnTo>
                  <a:lnTo>
                    <a:pt x="121" y="19151"/>
                  </a:lnTo>
                  <a:lnTo>
                    <a:pt x="101" y="18223"/>
                  </a:lnTo>
                  <a:lnTo>
                    <a:pt x="81" y="17274"/>
                  </a:lnTo>
                  <a:lnTo>
                    <a:pt x="81" y="16326"/>
                  </a:lnTo>
                  <a:lnTo>
                    <a:pt x="101" y="15377"/>
                  </a:lnTo>
                  <a:lnTo>
                    <a:pt x="142" y="14449"/>
                  </a:lnTo>
                  <a:lnTo>
                    <a:pt x="182" y="13501"/>
                  </a:lnTo>
                  <a:lnTo>
                    <a:pt x="263" y="12572"/>
                  </a:lnTo>
                  <a:lnTo>
                    <a:pt x="343" y="11624"/>
                  </a:lnTo>
                  <a:lnTo>
                    <a:pt x="444" y="10696"/>
                  </a:lnTo>
                  <a:lnTo>
                    <a:pt x="545" y="9747"/>
                  </a:lnTo>
                  <a:lnTo>
                    <a:pt x="686" y="8819"/>
                  </a:lnTo>
                  <a:lnTo>
                    <a:pt x="828" y="7891"/>
                  </a:lnTo>
                  <a:lnTo>
                    <a:pt x="989" y="6962"/>
                  </a:lnTo>
                  <a:lnTo>
                    <a:pt x="1171" y="6034"/>
                  </a:lnTo>
                  <a:lnTo>
                    <a:pt x="1373" y="5126"/>
                  </a:lnTo>
                  <a:lnTo>
                    <a:pt x="1574" y="4198"/>
                  </a:lnTo>
                  <a:lnTo>
                    <a:pt x="1736" y="3572"/>
                  </a:lnTo>
                  <a:lnTo>
                    <a:pt x="1837" y="3269"/>
                  </a:lnTo>
                  <a:lnTo>
                    <a:pt x="1958" y="2967"/>
                  </a:lnTo>
                  <a:lnTo>
                    <a:pt x="2079" y="2664"/>
                  </a:lnTo>
                  <a:lnTo>
                    <a:pt x="2220" y="2402"/>
                  </a:lnTo>
                  <a:lnTo>
                    <a:pt x="2402" y="2139"/>
                  </a:lnTo>
                  <a:lnTo>
                    <a:pt x="2604" y="1897"/>
                  </a:lnTo>
                  <a:lnTo>
                    <a:pt x="2825" y="1695"/>
                  </a:lnTo>
                  <a:lnTo>
                    <a:pt x="3068" y="1514"/>
                  </a:lnTo>
                  <a:lnTo>
                    <a:pt x="3330" y="1352"/>
                  </a:lnTo>
                  <a:lnTo>
                    <a:pt x="3592" y="1211"/>
                  </a:lnTo>
                  <a:lnTo>
                    <a:pt x="3875" y="1090"/>
                  </a:lnTo>
                  <a:lnTo>
                    <a:pt x="4157" y="989"/>
                  </a:lnTo>
                  <a:lnTo>
                    <a:pt x="4702" y="807"/>
                  </a:lnTo>
                  <a:lnTo>
                    <a:pt x="5247" y="666"/>
                  </a:lnTo>
                  <a:lnTo>
                    <a:pt x="5832" y="525"/>
                  </a:lnTo>
                  <a:lnTo>
                    <a:pt x="6458" y="404"/>
                  </a:lnTo>
                  <a:lnTo>
                    <a:pt x="7104" y="303"/>
                  </a:lnTo>
                  <a:lnTo>
                    <a:pt x="7810" y="202"/>
                  </a:lnTo>
                  <a:lnTo>
                    <a:pt x="8577" y="142"/>
                  </a:lnTo>
                  <a:lnTo>
                    <a:pt x="9384" y="81"/>
                  </a:lnTo>
                  <a:close/>
                  <a:moveTo>
                    <a:pt x="9848" y="0"/>
                  </a:moveTo>
                  <a:lnTo>
                    <a:pt x="9303" y="20"/>
                  </a:lnTo>
                  <a:lnTo>
                    <a:pt x="8758" y="41"/>
                  </a:lnTo>
                  <a:lnTo>
                    <a:pt x="8234" y="81"/>
                  </a:lnTo>
                  <a:lnTo>
                    <a:pt x="7709" y="142"/>
                  </a:lnTo>
                  <a:lnTo>
                    <a:pt x="7184" y="202"/>
                  </a:lnTo>
                  <a:lnTo>
                    <a:pt x="6680" y="283"/>
                  </a:lnTo>
                  <a:lnTo>
                    <a:pt x="6175" y="384"/>
                  </a:lnTo>
                  <a:lnTo>
                    <a:pt x="5671" y="485"/>
                  </a:lnTo>
                  <a:lnTo>
                    <a:pt x="5166" y="606"/>
                  </a:lnTo>
                  <a:lnTo>
                    <a:pt x="4682" y="727"/>
                  </a:lnTo>
                  <a:lnTo>
                    <a:pt x="4117" y="908"/>
                  </a:lnTo>
                  <a:lnTo>
                    <a:pt x="3834" y="1009"/>
                  </a:lnTo>
                  <a:lnTo>
                    <a:pt x="3552" y="1130"/>
                  </a:lnTo>
                  <a:lnTo>
                    <a:pt x="3269" y="1272"/>
                  </a:lnTo>
                  <a:lnTo>
                    <a:pt x="3007" y="1433"/>
                  </a:lnTo>
                  <a:lnTo>
                    <a:pt x="2765" y="1635"/>
                  </a:lnTo>
                  <a:lnTo>
                    <a:pt x="2543" y="1837"/>
                  </a:lnTo>
                  <a:lnTo>
                    <a:pt x="2341" y="2079"/>
                  </a:lnTo>
                  <a:lnTo>
                    <a:pt x="2160" y="2341"/>
                  </a:lnTo>
                  <a:lnTo>
                    <a:pt x="1998" y="2624"/>
                  </a:lnTo>
                  <a:lnTo>
                    <a:pt x="1877" y="2926"/>
                  </a:lnTo>
                  <a:lnTo>
                    <a:pt x="1776" y="3229"/>
                  </a:lnTo>
                  <a:lnTo>
                    <a:pt x="1675" y="3552"/>
                  </a:lnTo>
                  <a:lnTo>
                    <a:pt x="1514" y="4178"/>
                  </a:lnTo>
                  <a:lnTo>
                    <a:pt x="1292" y="5106"/>
                  </a:lnTo>
                  <a:lnTo>
                    <a:pt x="1090" y="6014"/>
                  </a:lnTo>
                  <a:lnTo>
                    <a:pt x="908" y="6942"/>
                  </a:lnTo>
                  <a:lnTo>
                    <a:pt x="747" y="7870"/>
                  </a:lnTo>
                  <a:lnTo>
                    <a:pt x="606" y="8819"/>
                  </a:lnTo>
                  <a:lnTo>
                    <a:pt x="485" y="9747"/>
                  </a:lnTo>
                  <a:lnTo>
                    <a:pt x="364" y="10676"/>
                  </a:lnTo>
                  <a:lnTo>
                    <a:pt x="263" y="11624"/>
                  </a:lnTo>
                  <a:lnTo>
                    <a:pt x="182" y="12552"/>
                  </a:lnTo>
                  <a:lnTo>
                    <a:pt x="101" y="13501"/>
                  </a:lnTo>
                  <a:lnTo>
                    <a:pt x="61" y="14449"/>
                  </a:lnTo>
                  <a:lnTo>
                    <a:pt x="20" y="15377"/>
                  </a:lnTo>
                  <a:lnTo>
                    <a:pt x="0" y="16326"/>
                  </a:lnTo>
                  <a:lnTo>
                    <a:pt x="0" y="17274"/>
                  </a:lnTo>
                  <a:lnTo>
                    <a:pt x="20" y="18223"/>
                  </a:lnTo>
                  <a:lnTo>
                    <a:pt x="41" y="19171"/>
                  </a:lnTo>
                  <a:lnTo>
                    <a:pt x="81" y="19474"/>
                  </a:lnTo>
                  <a:lnTo>
                    <a:pt x="162" y="19797"/>
                  </a:lnTo>
                  <a:lnTo>
                    <a:pt x="263" y="20140"/>
                  </a:lnTo>
                  <a:lnTo>
                    <a:pt x="404" y="20483"/>
                  </a:lnTo>
                  <a:lnTo>
                    <a:pt x="565" y="20766"/>
                  </a:lnTo>
                  <a:lnTo>
                    <a:pt x="666" y="20907"/>
                  </a:lnTo>
                  <a:lnTo>
                    <a:pt x="767" y="21028"/>
                  </a:lnTo>
                  <a:lnTo>
                    <a:pt x="868" y="21129"/>
                  </a:lnTo>
                  <a:lnTo>
                    <a:pt x="969" y="21210"/>
                  </a:lnTo>
                  <a:lnTo>
                    <a:pt x="1070" y="21290"/>
                  </a:lnTo>
                  <a:lnTo>
                    <a:pt x="1191" y="21331"/>
                  </a:lnTo>
                  <a:lnTo>
                    <a:pt x="1332" y="21351"/>
                  </a:lnTo>
                  <a:lnTo>
                    <a:pt x="1433" y="21331"/>
                  </a:lnTo>
                  <a:lnTo>
                    <a:pt x="1514" y="21310"/>
                  </a:lnTo>
                  <a:lnTo>
                    <a:pt x="1615" y="21250"/>
                  </a:lnTo>
                  <a:lnTo>
                    <a:pt x="1716" y="21189"/>
                  </a:lnTo>
                  <a:lnTo>
                    <a:pt x="1796" y="21109"/>
                  </a:lnTo>
                  <a:lnTo>
                    <a:pt x="1897" y="21008"/>
                  </a:lnTo>
                  <a:lnTo>
                    <a:pt x="2059" y="20745"/>
                  </a:lnTo>
                  <a:lnTo>
                    <a:pt x="2119" y="20624"/>
                  </a:lnTo>
                  <a:lnTo>
                    <a:pt x="2180" y="20503"/>
                  </a:lnTo>
                  <a:lnTo>
                    <a:pt x="2260" y="20221"/>
                  </a:lnTo>
                  <a:lnTo>
                    <a:pt x="2301" y="19938"/>
                  </a:lnTo>
                  <a:lnTo>
                    <a:pt x="2341" y="19635"/>
                  </a:lnTo>
                  <a:lnTo>
                    <a:pt x="2422" y="19151"/>
                  </a:lnTo>
                  <a:lnTo>
                    <a:pt x="2462" y="18909"/>
                  </a:lnTo>
                  <a:lnTo>
                    <a:pt x="2543" y="18687"/>
                  </a:lnTo>
                  <a:lnTo>
                    <a:pt x="2725" y="18324"/>
                  </a:lnTo>
                  <a:lnTo>
                    <a:pt x="2926" y="17981"/>
                  </a:lnTo>
                  <a:lnTo>
                    <a:pt x="3169" y="17678"/>
                  </a:lnTo>
                  <a:lnTo>
                    <a:pt x="3411" y="17395"/>
                  </a:lnTo>
                  <a:lnTo>
                    <a:pt x="3673" y="17133"/>
                  </a:lnTo>
                  <a:lnTo>
                    <a:pt x="3935" y="16911"/>
                  </a:lnTo>
                  <a:lnTo>
                    <a:pt x="4198" y="16709"/>
                  </a:lnTo>
                  <a:lnTo>
                    <a:pt x="4440" y="16528"/>
                  </a:lnTo>
                  <a:lnTo>
                    <a:pt x="4904" y="16245"/>
                  </a:lnTo>
                  <a:lnTo>
                    <a:pt x="5388" y="15983"/>
                  </a:lnTo>
                  <a:lnTo>
                    <a:pt x="5913" y="15741"/>
                  </a:lnTo>
                  <a:lnTo>
                    <a:pt x="6418" y="15539"/>
                  </a:lnTo>
                  <a:lnTo>
                    <a:pt x="6962" y="15357"/>
                  </a:lnTo>
                  <a:lnTo>
                    <a:pt x="7487" y="15196"/>
                  </a:lnTo>
                  <a:lnTo>
                    <a:pt x="8032" y="15055"/>
                  </a:lnTo>
                  <a:lnTo>
                    <a:pt x="8557" y="14913"/>
                  </a:lnTo>
                  <a:lnTo>
                    <a:pt x="9404" y="14732"/>
                  </a:lnTo>
                  <a:lnTo>
                    <a:pt x="10272" y="14550"/>
                  </a:lnTo>
                  <a:lnTo>
                    <a:pt x="11119" y="14389"/>
                  </a:lnTo>
                  <a:lnTo>
                    <a:pt x="11987" y="14227"/>
                  </a:lnTo>
                  <a:lnTo>
                    <a:pt x="12835" y="14106"/>
                  </a:lnTo>
                  <a:lnTo>
                    <a:pt x="13703" y="13985"/>
                  </a:lnTo>
                  <a:lnTo>
                    <a:pt x="14550" y="13884"/>
                  </a:lnTo>
                  <a:lnTo>
                    <a:pt x="15398" y="13783"/>
                  </a:lnTo>
                  <a:lnTo>
                    <a:pt x="16265" y="13703"/>
                  </a:lnTo>
                  <a:lnTo>
                    <a:pt x="17113" y="13642"/>
                  </a:lnTo>
                  <a:lnTo>
                    <a:pt x="18808" y="13541"/>
                  </a:lnTo>
                  <a:lnTo>
                    <a:pt x="20483" y="13501"/>
                  </a:lnTo>
                  <a:lnTo>
                    <a:pt x="22138" y="13481"/>
                  </a:lnTo>
                  <a:lnTo>
                    <a:pt x="23772" y="13501"/>
                  </a:lnTo>
                  <a:lnTo>
                    <a:pt x="25387" y="13561"/>
                  </a:lnTo>
                  <a:lnTo>
                    <a:pt x="26981" y="13642"/>
                  </a:lnTo>
                  <a:lnTo>
                    <a:pt x="28515" y="13763"/>
                  </a:lnTo>
                  <a:lnTo>
                    <a:pt x="30028" y="13884"/>
                  </a:lnTo>
                  <a:lnTo>
                    <a:pt x="31501" y="14025"/>
                  </a:lnTo>
                  <a:lnTo>
                    <a:pt x="32934" y="14187"/>
                  </a:lnTo>
                  <a:lnTo>
                    <a:pt x="34306" y="14348"/>
                  </a:lnTo>
                  <a:lnTo>
                    <a:pt x="34831" y="14409"/>
                  </a:lnTo>
                  <a:lnTo>
                    <a:pt x="35356" y="14449"/>
                  </a:lnTo>
                  <a:lnTo>
                    <a:pt x="35860" y="14449"/>
                  </a:lnTo>
                  <a:lnTo>
                    <a:pt x="36123" y="14409"/>
                  </a:lnTo>
                  <a:lnTo>
                    <a:pt x="36385" y="14368"/>
                  </a:lnTo>
                  <a:lnTo>
                    <a:pt x="36647" y="14288"/>
                  </a:lnTo>
                  <a:lnTo>
                    <a:pt x="36910" y="14187"/>
                  </a:lnTo>
                  <a:lnTo>
                    <a:pt x="37152" y="14046"/>
                  </a:lnTo>
                  <a:lnTo>
                    <a:pt x="37374" y="13884"/>
                  </a:lnTo>
                  <a:lnTo>
                    <a:pt x="37555" y="13703"/>
                  </a:lnTo>
                  <a:lnTo>
                    <a:pt x="37717" y="13501"/>
                  </a:lnTo>
                  <a:lnTo>
                    <a:pt x="37838" y="13299"/>
                  </a:lnTo>
                  <a:lnTo>
                    <a:pt x="37919" y="13077"/>
                  </a:lnTo>
                  <a:lnTo>
                    <a:pt x="37959" y="12895"/>
                  </a:lnTo>
                  <a:lnTo>
                    <a:pt x="37979" y="12694"/>
                  </a:lnTo>
                  <a:lnTo>
                    <a:pt x="37979" y="12492"/>
                  </a:lnTo>
                  <a:lnTo>
                    <a:pt x="37939" y="12290"/>
                  </a:lnTo>
                  <a:lnTo>
                    <a:pt x="37898" y="12068"/>
                  </a:lnTo>
                  <a:lnTo>
                    <a:pt x="37818" y="11826"/>
                  </a:lnTo>
                  <a:lnTo>
                    <a:pt x="37737" y="11604"/>
                  </a:lnTo>
                  <a:lnTo>
                    <a:pt x="37616" y="11341"/>
                  </a:lnTo>
                  <a:lnTo>
                    <a:pt x="37414" y="10998"/>
                  </a:lnTo>
                  <a:lnTo>
                    <a:pt x="37212" y="10655"/>
                  </a:lnTo>
                  <a:lnTo>
                    <a:pt x="36970" y="10312"/>
                  </a:lnTo>
                  <a:lnTo>
                    <a:pt x="36708" y="9969"/>
                  </a:lnTo>
                  <a:lnTo>
                    <a:pt x="36405" y="9626"/>
                  </a:lnTo>
                  <a:lnTo>
                    <a:pt x="36062" y="9283"/>
                  </a:lnTo>
                  <a:lnTo>
                    <a:pt x="35699" y="8920"/>
                  </a:lnTo>
                  <a:lnTo>
                    <a:pt x="35315" y="8577"/>
                  </a:lnTo>
                  <a:lnTo>
                    <a:pt x="34569" y="7931"/>
                  </a:lnTo>
                  <a:lnTo>
                    <a:pt x="33782" y="7346"/>
                  </a:lnTo>
                  <a:lnTo>
                    <a:pt x="32995" y="6781"/>
                  </a:lnTo>
                  <a:lnTo>
                    <a:pt x="32187" y="6256"/>
                  </a:lnTo>
                  <a:lnTo>
                    <a:pt x="31360" y="5772"/>
                  </a:lnTo>
                  <a:lnTo>
                    <a:pt x="30512" y="5308"/>
                  </a:lnTo>
                  <a:lnTo>
                    <a:pt x="29665" y="4864"/>
                  </a:lnTo>
                  <a:lnTo>
                    <a:pt x="28797" y="4460"/>
                  </a:lnTo>
                  <a:lnTo>
                    <a:pt x="27929" y="4077"/>
                  </a:lnTo>
                  <a:lnTo>
                    <a:pt x="27062" y="3734"/>
                  </a:lnTo>
                  <a:lnTo>
                    <a:pt x="26194" y="3390"/>
                  </a:lnTo>
                  <a:lnTo>
                    <a:pt x="25306" y="3088"/>
                  </a:lnTo>
                  <a:lnTo>
                    <a:pt x="24458" y="2785"/>
                  </a:lnTo>
                  <a:lnTo>
                    <a:pt x="23591" y="2503"/>
                  </a:lnTo>
                  <a:lnTo>
                    <a:pt x="21896" y="1998"/>
                  </a:lnTo>
                  <a:lnTo>
                    <a:pt x="20685" y="1635"/>
                  </a:lnTo>
                  <a:lnTo>
                    <a:pt x="19494" y="1332"/>
                  </a:lnTo>
                  <a:lnTo>
                    <a:pt x="18364" y="1050"/>
                  </a:lnTo>
                  <a:lnTo>
                    <a:pt x="17295" y="807"/>
                  </a:lnTo>
                  <a:lnTo>
                    <a:pt x="16245" y="585"/>
                  </a:lnTo>
                  <a:lnTo>
                    <a:pt x="15236" y="404"/>
                  </a:lnTo>
                  <a:lnTo>
                    <a:pt x="14268" y="263"/>
                  </a:lnTo>
                  <a:lnTo>
                    <a:pt x="13299" y="162"/>
                  </a:lnTo>
                  <a:lnTo>
                    <a:pt x="12128" y="61"/>
                  </a:lnTo>
                  <a:lnTo>
                    <a:pt x="10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5"/>
            <p:cNvSpPr/>
            <p:nvPr/>
          </p:nvSpPr>
          <p:spPr>
            <a:xfrm flipH="1">
              <a:off x="749899" y="-4949394"/>
              <a:ext cx="1884195" cy="733450"/>
            </a:xfrm>
            <a:custGeom>
              <a:rect b="b" l="l" r="r" t="t"/>
              <a:pathLst>
                <a:path extrusionOk="0" h="13119" w="33702">
                  <a:moveTo>
                    <a:pt x="8436" y="82"/>
                  </a:moveTo>
                  <a:lnTo>
                    <a:pt x="9041" y="102"/>
                  </a:lnTo>
                  <a:lnTo>
                    <a:pt x="9667" y="142"/>
                  </a:lnTo>
                  <a:lnTo>
                    <a:pt x="10312" y="183"/>
                  </a:lnTo>
                  <a:lnTo>
                    <a:pt x="10978" y="263"/>
                  </a:lnTo>
                  <a:lnTo>
                    <a:pt x="12532" y="465"/>
                  </a:lnTo>
                  <a:lnTo>
                    <a:pt x="14005" y="707"/>
                  </a:lnTo>
                  <a:lnTo>
                    <a:pt x="15398" y="949"/>
                  </a:lnTo>
                  <a:lnTo>
                    <a:pt x="16689" y="1192"/>
                  </a:lnTo>
                  <a:lnTo>
                    <a:pt x="17900" y="1454"/>
                  </a:lnTo>
                  <a:lnTo>
                    <a:pt x="19030" y="1716"/>
                  </a:lnTo>
                  <a:lnTo>
                    <a:pt x="20080" y="1979"/>
                  </a:lnTo>
                  <a:lnTo>
                    <a:pt x="21048" y="2241"/>
                  </a:lnTo>
                  <a:lnTo>
                    <a:pt x="21956" y="2523"/>
                  </a:lnTo>
                  <a:lnTo>
                    <a:pt x="22804" y="2786"/>
                  </a:lnTo>
                  <a:lnTo>
                    <a:pt x="23571" y="3068"/>
                  </a:lnTo>
                  <a:lnTo>
                    <a:pt x="24277" y="3331"/>
                  </a:lnTo>
                  <a:lnTo>
                    <a:pt x="24943" y="3593"/>
                  </a:lnTo>
                  <a:lnTo>
                    <a:pt x="25548" y="3835"/>
                  </a:lnTo>
                  <a:lnTo>
                    <a:pt x="26598" y="4320"/>
                  </a:lnTo>
                  <a:lnTo>
                    <a:pt x="27607" y="4824"/>
                  </a:lnTo>
                  <a:lnTo>
                    <a:pt x="28071" y="5066"/>
                  </a:lnTo>
                  <a:lnTo>
                    <a:pt x="28535" y="5329"/>
                  </a:lnTo>
                  <a:lnTo>
                    <a:pt x="28999" y="5611"/>
                  </a:lnTo>
                  <a:lnTo>
                    <a:pt x="29423" y="5894"/>
                  </a:lnTo>
                  <a:lnTo>
                    <a:pt x="29847" y="6176"/>
                  </a:lnTo>
                  <a:lnTo>
                    <a:pt x="30271" y="6459"/>
                  </a:lnTo>
                  <a:lnTo>
                    <a:pt x="30654" y="6761"/>
                  </a:lnTo>
                  <a:lnTo>
                    <a:pt x="31058" y="7064"/>
                  </a:lnTo>
                  <a:lnTo>
                    <a:pt x="31421" y="7367"/>
                  </a:lnTo>
                  <a:lnTo>
                    <a:pt x="31784" y="7690"/>
                  </a:lnTo>
                  <a:lnTo>
                    <a:pt x="32127" y="8012"/>
                  </a:lnTo>
                  <a:lnTo>
                    <a:pt x="32450" y="8335"/>
                  </a:lnTo>
                  <a:lnTo>
                    <a:pt x="32773" y="8678"/>
                  </a:lnTo>
                  <a:lnTo>
                    <a:pt x="33076" y="9021"/>
                  </a:lnTo>
                  <a:lnTo>
                    <a:pt x="33237" y="9223"/>
                  </a:lnTo>
                  <a:lnTo>
                    <a:pt x="33378" y="9425"/>
                  </a:lnTo>
                  <a:lnTo>
                    <a:pt x="33520" y="9667"/>
                  </a:lnTo>
                  <a:lnTo>
                    <a:pt x="33560" y="9788"/>
                  </a:lnTo>
                  <a:lnTo>
                    <a:pt x="33600" y="9909"/>
                  </a:lnTo>
                  <a:lnTo>
                    <a:pt x="33620" y="10030"/>
                  </a:lnTo>
                  <a:lnTo>
                    <a:pt x="33620" y="10172"/>
                  </a:lnTo>
                  <a:lnTo>
                    <a:pt x="33600" y="10293"/>
                  </a:lnTo>
                  <a:lnTo>
                    <a:pt x="33580" y="10414"/>
                  </a:lnTo>
                  <a:lnTo>
                    <a:pt x="33520" y="10535"/>
                  </a:lnTo>
                  <a:lnTo>
                    <a:pt x="33459" y="10636"/>
                  </a:lnTo>
                  <a:lnTo>
                    <a:pt x="33378" y="10737"/>
                  </a:lnTo>
                  <a:lnTo>
                    <a:pt x="33257" y="10797"/>
                  </a:lnTo>
                  <a:lnTo>
                    <a:pt x="33176" y="10838"/>
                  </a:lnTo>
                  <a:lnTo>
                    <a:pt x="33096" y="10858"/>
                  </a:lnTo>
                  <a:lnTo>
                    <a:pt x="32894" y="10878"/>
                  </a:lnTo>
                  <a:lnTo>
                    <a:pt x="32692" y="10858"/>
                  </a:lnTo>
                  <a:lnTo>
                    <a:pt x="32470" y="10817"/>
                  </a:lnTo>
                  <a:lnTo>
                    <a:pt x="29019" y="10152"/>
                  </a:lnTo>
                  <a:lnTo>
                    <a:pt x="26840" y="9748"/>
                  </a:lnTo>
                  <a:lnTo>
                    <a:pt x="25750" y="9566"/>
                  </a:lnTo>
                  <a:lnTo>
                    <a:pt x="24640" y="9385"/>
                  </a:lnTo>
                  <a:lnTo>
                    <a:pt x="23551" y="9223"/>
                  </a:lnTo>
                  <a:lnTo>
                    <a:pt x="22420" y="9102"/>
                  </a:lnTo>
                  <a:lnTo>
                    <a:pt x="21311" y="9021"/>
                  </a:lnTo>
                  <a:lnTo>
                    <a:pt x="20201" y="8981"/>
                  </a:lnTo>
                  <a:lnTo>
                    <a:pt x="19071" y="8961"/>
                  </a:lnTo>
                  <a:lnTo>
                    <a:pt x="17941" y="9021"/>
                  </a:lnTo>
                  <a:lnTo>
                    <a:pt x="16831" y="9102"/>
                  </a:lnTo>
                  <a:lnTo>
                    <a:pt x="15721" y="9223"/>
                  </a:lnTo>
                  <a:lnTo>
                    <a:pt x="14591" y="9385"/>
                  </a:lnTo>
                  <a:lnTo>
                    <a:pt x="13501" y="9566"/>
                  </a:lnTo>
                  <a:lnTo>
                    <a:pt x="12391" y="9788"/>
                  </a:lnTo>
                  <a:lnTo>
                    <a:pt x="11281" y="10051"/>
                  </a:lnTo>
                  <a:lnTo>
                    <a:pt x="10191" y="10313"/>
                  </a:lnTo>
                  <a:lnTo>
                    <a:pt x="9081" y="10596"/>
                  </a:lnTo>
                  <a:lnTo>
                    <a:pt x="7992" y="10918"/>
                  </a:lnTo>
                  <a:lnTo>
                    <a:pt x="6922" y="11241"/>
                  </a:lnTo>
                  <a:lnTo>
                    <a:pt x="4763" y="11907"/>
                  </a:lnTo>
                  <a:lnTo>
                    <a:pt x="2604" y="12593"/>
                  </a:lnTo>
                  <a:lnTo>
                    <a:pt x="1595" y="12936"/>
                  </a:lnTo>
                  <a:lnTo>
                    <a:pt x="1433" y="12977"/>
                  </a:lnTo>
                  <a:lnTo>
                    <a:pt x="1231" y="13017"/>
                  </a:lnTo>
                  <a:lnTo>
                    <a:pt x="1050" y="13037"/>
                  </a:lnTo>
                  <a:lnTo>
                    <a:pt x="949" y="13037"/>
                  </a:lnTo>
                  <a:lnTo>
                    <a:pt x="868" y="13017"/>
                  </a:lnTo>
                  <a:lnTo>
                    <a:pt x="767" y="12997"/>
                  </a:lnTo>
                  <a:lnTo>
                    <a:pt x="687" y="12957"/>
                  </a:lnTo>
                  <a:lnTo>
                    <a:pt x="606" y="12896"/>
                  </a:lnTo>
                  <a:lnTo>
                    <a:pt x="525" y="12835"/>
                  </a:lnTo>
                  <a:lnTo>
                    <a:pt x="404" y="12674"/>
                  </a:lnTo>
                  <a:lnTo>
                    <a:pt x="323" y="12492"/>
                  </a:lnTo>
                  <a:lnTo>
                    <a:pt x="243" y="12291"/>
                  </a:lnTo>
                  <a:lnTo>
                    <a:pt x="202" y="12089"/>
                  </a:lnTo>
                  <a:lnTo>
                    <a:pt x="162" y="11867"/>
                  </a:lnTo>
                  <a:lnTo>
                    <a:pt x="142" y="11665"/>
                  </a:lnTo>
                  <a:lnTo>
                    <a:pt x="101" y="10838"/>
                  </a:lnTo>
                  <a:lnTo>
                    <a:pt x="81" y="9990"/>
                  </a:lnTo>
                  <a:lnTo>
                    <a:pt x="101" y="9163"/>
                  </a:lnTo>
                  <a:lnTo>
                    <a:pt x="142" y="8315"/>
                  </a:lnTo>
                  <a:lnTo>
                    <a:pt x="202" y="7488"/>
                  </a:lnTo>
                  <a:lnTo>
                    <a:pt x="283" y="6660"/>
                  </a:lnTo>
                  <a:lnTo>
                    <a:pt x="404" y="5833"/>
                  </a:lnTo>
                  <a:lnTo>
                    <a:pt x="545" y="5006"/>
                  </a:lnTo>
                  <a:lnTo>
                    <a:pt x="666" y="4441"/>
                  </a:lnTo>
                  <a:lnTo>
                    <a:pt x="808" y="3896"/>
                  </a:lnTo>
                  <a:lnTo>
                    <a:pt x="909" y="3654"/>
                  </a:lnTo>
                  <a:lnTo>
                    <a:pt x="989" y="3411"/>
                  </a:lnTo>
                  <a:lnTo>
                    <a:pt x="1110" y="3189"/>
                  </a:lnTo>
                  <a:lnTo>
                    <a:pt x="1231" y="2967"/>
                  </a:lnTo>
                  <a:lnTo>
                    <a:pt x="1413" y="2685"/>
                  </a:lnTo>
                  <a:lnTo>
                    <a:pt x="1635" y="2402"/>
                  </a:lnTo>
                  <a:lnTo>
                    <a:pt x="1877" y="2140"/>
                  </a:lnTo>
                  <a:lnTo>
                    <a:pt x="2160" y="1898"/>
                  </a:lnTo>
                  <a:lnTo>
                    <a:pt x="2462" y="1656"/>
                  </a:lnTo>
                  <a:lnTo>
                    <a:pt x="2805" y="1434"/>
                  </a:lnTo>
                  <a:lnTo>
                    <a:pt x="3189" y="1232"/>
                  </a:lnTo>
                  <a:lnTo>
                    <a:pt x="3572" y="1030"/>
                  </a:lnTo>
                  <a:lnTo>
                    <a:pt x="4117" y="808"/>
                  </a:lnTo>
                  <a:lnTo>
                    <a:pt x="4662" y="627"/>
                  </a:lnTo>
                  <a:lnTo>
                    <a:pt x="5227" y="465"/>
                  </a:lnTo>
                  <a:lnTo>
                    <a:pt x="5832" y="324"/>
                  </a:lnTo>
                  <a:lnTo>
                    <a:pt x="6438" y="223"/>
                  </a:lnTo>
                  <a:lnTo>
                    <a:pt x="7084" y="142"/>
                  </a:lnTo>
                  <a:lnTo>
                    <a:pt x="7750" y="102"/>
                  </a:lnTo>
                  <a:lnTo>
                    <a:pt x="8436" y="82"/>
                  </a:lnTo>
                  <a:close/>
                  <a:moveTo>
                    <a:pt x="8335" y="1"/>
                  </a:moveTo>
                  <a:lnTo>
                    <a:pt x="7830" y="21"/>
                  </a:lnTo>
                  <a:lnTo>
                    <a:pt x="7346" y="41"/>
                  </a:lnTo>
                  <a:lnTo>
                    <a:pt x="6882" y="82"/>
                  </a:lnTo>
                  <a:lnTo>
                    <a:pt x="6438" y="142"/>
                  </a:lnTo>
                  <a:lnTo>
                    <a:pt x="5974" y="223"/>
                  </a:lnTo>
                  <a:lnTo>
                    <a:pt x="5550" y="304"/>
                  </a:lnTo>
                  <a:lnTo>
                    <a:pt x="5126" y="405"/>
                  </a:lnTo>
                  <a:lnTo>
                    <a:pt x="4723" y="526"/>
                  </a:lnTo>
                  <a:lnTo>
                    <a:pt x="4319" y="647"/>
                  </a:lnTo>
                  <a:lnTo>
                    <a:pt x="3915" y="808"/>
                  </a:lnTo>
                  <a:lnTo>
                    <a:pt x="3552" y="970"/>
                  </a:lnTo>
                  <a:lnTo>
                    <a:pt x="3149" y="1151"/>
                  </a:lnTo>
                  <a:lnTo>
                    <a:pt x="2765" y="1373"/>
                  </a:lnTo>
                  <a:lnTo>
                    <a:pt x="2422" y="1595"/>
                  </a:lnTo>
                  <a:lnTo>
                    <a:pt x="2099" y="1837"/>
                  </a:lnTo>
                  <a:lnTo>
                    <a:pt x="1817" y="2080"/>
                  </a:lnTo>
                  <a:lnTo>
                    <a:pt x="1575" y="2362"/>
                  </a:lnTo>
                  <a:lnTo>
                    <a:pt x="1353" y="2624"/>
                  </a:lnTo>
                  <a:lnTo>
                    <a:pt x="1151" y="2927"/>
                  </a:lnTo>
                  <a:lnTo>
                    <a:pt x="1030" y="3169"/>
                  </a:lnTo>
                  <a:lnTo>
                    <a:pt x="909" y="3432"/>
                  </a:lnTo>
                  <a:lnTo>
                    <a:pt x="808" y="3694"/>
                  </a:lnTo>
                  <a:lnTo>
                    <a:pt x="707" y="3956"/>
                  </a:lnTo>
                  <a:lnTo>
                    <a:pt x="586" y="4481"/>
                  </a:lnTo>
                  <a:lnTo>
                    <a:pt x="465" y="4985"/>
                  </a:lnTo>
                  <a:lnTo>
                    <a:pt x="323" y="5813"/>
                  </a:lnTo>
                  <a:lnTo>
                    <a:pt x="222" y="6660"/>
                  </a:lnTo>
                  <a:lnTo>
                    <a:pt x="122" y="7488"/>
                  </a:lnTo>
                  <a:lnTo>
                    <a:pt x="61" y="8315"/>
                  </a:lnTo>
                  <a:lnTo>
                    <a:pt x="21" y="9163"/>
                  </a:lnTo>
                  <a:lnTo>
                    <a:pt x="0" y="9990"/>
                  </a:lnTo>
                  <a:lnTo>
                    <a:pt x="21" y="10838"/>
                  </a:lnTo>
                  <a:lnTo>
                    <a:pt x="61" y="11665"/>
                  </a:lnTo>
                  <a:lnTo>
                    <a:pt x="101" y="11968"/>
                  </a:lnTo>
                  <a:lnTo>
                    <a:pt x="142" y="12230"/>
                  </a:lnTo>
                  <a:lnTo>
                    <a:pt x="222" y="12452"/>
                  </a:lnTo>
                  <a:lnTo>
                    <a:pt x="303" y="12654"/>
                  </a:lnTo>
                  <a:lnTo>
                    <a:pt x="404" y="12815"/>
                  </a:lnTo>
                  <a:lnTo>
                    <a:pt x="545" y="12936"/>
                  </a:lnTo>
                  <a:lnTo>
                    <a:pt x="687" y="13037"/>
                  </a:lnTo>
                  <a:lnTo>
                    <a:pt x="848" y="13098"/>
                  </a:lnTo>
                  <a:lnTo>
                    <a:pt x="949" y="13118"/>
                  </a:lnTo>
                  <a:lnTo>
                    <a:pt x="1191" y="13118"/>
                  </a:lnTo>
                  <a:lnTo>
                    <a:pt x="1353" y="13078"/>
                  </a:lnTo>
                  <a:lnTo>
                    <a:pt x="1615" y="12997"/>
                  </a:lnTo>
                  <a:lnTo>
                    <a:pt x="2644" y="12674"/>
                  </a:lnTo>
                  <a:lnTo>
                    <a:pt x="4783" y="11988"/>
                  </a:lnTo>
                  <a:lnTo>
                    <a:pt x="6942" y="11302"/>
                  </a:lnTo>
                  <a:lnTo>
                    <a:pt x="8012" y="10999"/>
                  </a:lnTo>
                  <a:lnTo>
                    <a:pt x="9102" y="10676"/>
                  </a:lnTo>
                  <a:lnTo>
                    <a:pt x="10191" y="10394"/>
                  </a:lnTo>
                  <a:lnTo>
                    <a:pt x="11301" y="10131"/>
                  </a:lnTo>
                  <a:lnTo>
                    <a:pt x="12391" y="9869"/>
                  </a:lnTo>
                  <a:lnTo>
                    <a:pt x="13501" y="9647"/>
                  </a:lnTo>
                  <a:lnTo>
                    <a:pt x="14611" y="9465"/>
                  </a:lnTo>
                  <a:lnTo>
                    <a:pt x="15721" y="9304"/>
                  </a:lnTo>
                  <a:lnTo>
                    <a:pt x="16831" y="9183"/>
                  </a:lnTo>
                  <a:lnTo>
                    <a:pt x="17961" y="9102"/>
                  </a:lnTo>
                  <a:lnTo>
                    <a:pt x="19071" y="9042"/>
                  </a:lnTo>
                  <a:lnTo>
                    <a:pt x="20201" y="9062"/>
                  </a:lnTo>
                  <a:lnTo>
                    <a:pt x="21311" y="9102"/>
                  </a:lnTo>
                  <a:lnTo>
                    <a:pt x="22420" y="9183"/>
                  </a:lnTo>
                  <a:lnTo>
                    <a:pt x="23530" y="9304"/>
                  </a:lnTo>
                  <a:lnTo>
                    <a:pt x="24640" y="9465"/>
                  </a:lnTo>
                  <a:lnTo>
                    <a:pt x="25750" y="9647"/>
                  </a:lnTo>
                  <a:lnTo>
                    <a:pt x="26840" y="9829"/>
                  </a:lnTo>
                  <a:lnTo>
                    <a:pt x="28999" y="10232"/>
                  </a:lnTo>
                  <a:lnTo>
                    <a:pt x="32470" y="10898"/>
                  </a:lnTo>
                  <a:lnTo>
                    <a:pt x="32692" y="10939"/>
                  </a:lnTo>
                  <a:lnTo>
                    <a:pt x="32894" y="10959"/>
                  </a:lnTo>
                  <a:lnTo>
                    <a:pt x="33116" y="10939"/>
                  </a:lnTo>
                  <a:lnTo>
                    <a:pt x="33197" y="10918"/>
                  </a:lnTo>
                  <a:lnTo>
                    <a:pt x="33298" y="10878"/>
                  </a:lnTo>
                  <a:lnTo>
                    <a:pt x="33419" y="10797"/>
                  </a:lnTo>
                  <a:lnTo>
                    <a:pt x="33520" y="10696"/>
                  </a:lnTo>
                  <a:lnTo>
                    <a:pt x="33600" y="10575"/>
                  </a:lnTo>
                  <a:lnTo>
                    <a:pt x="33661" y="10454"/>
                  </a:lnTo>
                  <a:lnTo>
                    <a:pt x="33681" y="10313"/>
                  </a:lnTo>
                  <a:lnTo>
                    <a:pt x="33701" y="10172"/>
                  </a:lnTo>
                  <a:lnTo>
                    <a:pt x="33701" y="10030"/>
                  </a:lnTo>
                  <a:lnTo>
                    <a:pt x="33681" y="9889"/>
                  </a:lnTo>
                  <a:lnTo>
                    <a:pt x="33641" y="9768"/>
                  </a:lnTo>
                  <a:lnTo>
                    <a:pt x="33600" y="9627"/>
                  </a:lnTo>
                  <a:lnTo>
                    <a:pt x="33459" y="9385"/>
                  </a:lnTo>
                  <a:lnTo>
                    <a:pt x="33298" y="9163"/>
                  </a:lnTo>
                  <a:lnTo>
                    <a:pt x="33136" y="8961"/>
                  </a:lnTo>
                  <a:lnTo>
                    <a:pt x="32833" y="8618"/>
                  </a:lnTo>
                  <a:lnTo>
                    <a:pt x="32511" y="8275"/>
                  </a:lnTo>
                  <a:lnTo>
                    <a:pt x="32188" y="7952"/>
                  </a:lnTo>
                  <a:lnTo>
                    <a:pt x="31824" y="7629"/>
                  </a:lnTo>
                  <a:lnTo>
                    <a:pt x="31481" y="7306"/>
                  </a:lnTo>
                  <a:lnTo>
                    <a:pt x="31098" y="7003"/>
                  </a:lnTo>
                  <a:lnTo>
                    <a:pt x="30714" y="6701"/>
                  </a:lnTo>
                  <a:lnTo>
                    <a:pt x="30311" y="6398"/>
                  </a:lnTo>
                  <a:lnTo>
                    <a:pt x="29907" y="6095"/>
                  </a:lnTo>
                  <a:lnTo>
                    <a:pt x="29483" y="5813"/>
                  </a:lnTo>
                  <a:lnTo>
                    <a:pt x="29040" y="5530"/>
                  </a:lnTo>
                  <a:lnTo>
                    <a:pt x="28575" y="5268"/>
                  </a:lnTo>
                  <a:lnTo>
                    <a:pt x="28111" y="5006"/>
                  </a:lnTo>
                  <a:lnTo>
                    <a:pt x="27627" y="4743"/>
                  </a:lnTo>
                  <a:lnTo>
                    <a:pt x="26638" y="4259"/>
                  </a:lnTo>
                  <a:lnTo>
                    <a:pt x="25569" y="3775"/>
                  </a:lnTo>
                  <a:lnTo>
                    <a:pt x="24963" y="3512"/>
                  </a:lnTo>
                  <a:lnTo>
                    <a:pt x="24317" y="3250"/>
                  </a:lnTo>
                  <a:lnTo>
                    <a:pt x="23591" y="2988"/>
                  </a:lnTo>
                  <a:lnTo>
                    <a:pt x="22824" y="2725"/>
                  </a:lnTo>
                  <a:lnTo>
                    <a:pt x="21977" y="2443"/>
                  </a:lnTo>
                  <a:lnTo>
                    <a:pt x="21068" y="2180"/>
                  </a:lnTo>
                  <a:lnTo>
                    <a:pt x="20100" y="1898"/>
                  </a:lnTo>
                  <a:lnTo>
                    <a:pt x="19050" y="1636"/>
                  </a:lnTo>
                  <a:lnTo>
                    <a:pt x="17920" y="1373"/>
                  </a:lnTo>
                  <a:lnTo>
                    <a:pt x="16710" y="1111"/>
                  </a:lnTo>
                  <a:lnTo>
                    <a:pt x="15398" y="869"/>
                  </a:lnTo>
                  <a:lnTo>
                    <a:pt x="14026" y="627"/>
                  </a:lnTo>
                  <a:lnTo>
                    <a:pt x="12552" y="405"/>
                  </a:lnTo>
                  <a:lnTo>
                    <a:pt x="10978" y="183"/>
                  </a:lnTo>
                  <a:lnTo>
                    <a:pt x="10413" y="122"/>
                  </a:lnTo>
                  <a:lnTo>
                    <a:pt x="9889" y="62"/>
                  </a:lnTo>
                  <a:lnTo>
                    <a:pt x="9344" y="41"/>
                  </a:lnTo>
                  <a:lnTo>
                    <a:pt x="8839" y="21"/>
                  </a:lnTo>
                  <a:lnTo>
                    <a:pt x="83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6" name="Google Shape;376;p5"/>
          <p:cNvSpPr/>
          <p:nvPr/>
        </p:nvSpPr>
        <p:spPr>
          <a:xfrm>
            <a:off x="146963" y="452726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" name="Google Shape;377;p5"/>
          <p:cNvSpPr/>
          <p:nvPr/>
        </p:nvSpPr>
        <p:spPr>
          <a:xfrm>
            <a:off x="76776" y="1195109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5"/>
          <p:cNvSpPr/>
          <p:nvPr/>
        </p:nvSpPr>
        <p:spPr>
          <a:xfrm rot="5400000">
            <a:off x="76811" y="1818443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" name="Google Shape;379;p5"/>
          <p:cNvSpPr/>
          <p:nvPr/>
        </p:nvSpPr>
        <p:spPr>
          <a:xfrm>
            <a:off x="4572000" y="0"/>
            <a:ext cx="46002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" name="Google Shape;380;p5"/>
          <p:cNvSpPr/>
          <p:nvPr/>
        </p:nvSpPr>
        <p:spPr>
          <a:xfrm>
            <a:off x="8614188" y="978506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" name="Google Shape;381;p5"/>
          <p:cNvSpPr/>
          <p:nvPr/>
        </p:nvSpPr>
        <p:spPr>
          <a:xfrm>
            <a:off x="8747301" y="1122912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" name="Google Shape;382;p5"/>
          <p:cNvSpPr/>
          <p:nvPr/>
        </p:nvSpPr>
        <p:spPr>
          <a:xfrm>
            <a:off x="8861238" y="1183794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" name="Google Shape;383;p5"/>
          <p:cNvSpPr/>
          <p:nvPr/>
        </p:nvSpPr>
        <p:spPr>
          <a:xfrm>
            <a:off x="7790515" y="-14831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" name="Google Shape;384;p5"/>
          <p:cNvSpPr/>
          <p:nvPr/>
        </p:nvSpPr>
        <p:spPr>
          <a:xfrm>
            <a:off x="7862690" y="-79489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" name="Google Shape;385;p5"/>
          <p:cNvSpPr/>
          <p:nvPr/>
        </p:nvSpPr>
        <p:spPr>
          <a:xfrm>
            <a:off x="7966509" y="2997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6" name="Google Shape;386;p5"/>
          <p:cNvGrpSpPr/>
          <p:nvPr/>
        </p:nvGrpSpPr>
        <p:grpSpPr>
          <a:xfrm>
            <a:off x="1162260" y="4250607"/>
            <a:ext cx="2960526" cy="1551321"/>
            <a:chOff x="1162260" y="4250607"/>
            <a:chExt cx="2960526" cy="1551321"/>
          </a:xfrm>
        </p:grpSpPr>
        <p:sp>
          <p:nvSpPr>
            <p:cNvPr id="387" name="Google Shape;387;p5"/>
            <p:cNvSpPr/>
            <p:nvPr/>
          </p:nvSpPr>
          <p:spPr>
            <a:xfrm>
              <a:off x="1162260" y="4250607"/>
              <a:ext cx="2960526" cy="1551321"/>
            </a:xfrm>
            <a:custGeom>
              <a:rect b="b" l="l" r="r" t="t"/>
              <a:pathLst>
                <a:path extrusionOk="0" h="27748" w="52954">
                  <a:moveTo>
                    <a:pt x="8698" y="81"/>
                  </a:moveTo>
                  <a:lnTo>
                    <a:pt x="9162" y="121"/>
                  </a:lnTo>
                  <a:lnTo>
                    <a:pt x="9647" y="162"/>
                  </a:lnTo>
                  <a:lnTo>
                    <a:pt x="10111" y="243"/>
                  </a:lnTo>
                  <a:lnTo>
                    <a:pt x="10555" y="343"/>
                  </a:lnTo>
                  <a:lnTo>
                    <a:pt x="10999" y="444"/>
                  </a:lnTo>
                  <a:lnTo>
                    <a:pt x="11443" y="565"/>
                  </a:lnTo>
                  <a:lnTo>
                    <a:pt x="11887" y="707"/>
                  </a:lnTo>
                  <a:lnTo>
                    <a:pt x="12311" y="848"/>
                  </a:lnTo>
                  <a:lnTo>
                    <a:pt x="12734" y="1009"/>
                  </a:lnTo>
                  <a:lnTo>
                    <a:pt x="13582" y="1373"/>
                  </a:lnTo>
                  <a:lnTo>
                    <a:pt x="14389" y="1756"/>
                  </a:lnTo>
                  <a:lnTo>
                    <a:pt x="15176" y="2160"/>
                  </a:lnTo>
                  <a:lnTo>
                    <a:pt x="15943" y="2563"/>
                  </a:lnTo>
                  <a:lnTo>
                    <a:pt x="16669" y="2987"/>
                  </a:lnTo>
                  <a:lnTo>
                    <a:pt x="18021" y="3754"/>
                  </a:lnTo>
                  <a:lnTo>
                    <a:pt x="19353" y="4561"/>
                  </a:lnTo>
                  <a:lnTo>
                    <a:pt x="22017" y="6176"/>
                  </a:lnTo>
                  <a:lnTo>
                    <a:pt x="24439" y="7649"/>
                  </a:lnTo>
                  <a:lnTo>
                    <a:pt x="25670" y="8395"/>
                  </a:lnTo>
                  <a:lnTo>
                    <a:pt x="26901" y="9102"/>
                  </a:lnTo>
                  <a:lnTo>
                    <a:pt x="28152" y="9808"/>
                  </a:lnTo>
                  <a:lnTo>
                    <a:pt x="29403" y="10494"/>
                  </a:lnTo>
                  <a:lnTo>
                    <a:pt x="30654" y="11160"/>
                  </a:lnTo>
                  <a:lnTo>
                    <a:pt x="31925" y="11806"/>
                  </a:lnTo>
                  <a:lnTo>
                    <a:pt x="33217" y="12391"/>
                  </a:lnTo>
                  <a:lnTo>
                    <a:pt x="34509" y="12956"/>
                  </a:lnTo>
                  <a:lnTo>
                    <a:pt x="35820" y="13481"/>
                  </a:lnTo>
                  <a:lnTo>
                    <a:pt x="36486" y="13743"/>
                  </a:lnTo>
                  <a:lnTo>
                    <a:pt x="37152" y="13965"/>
                  </a:lnTo>
                  <a:lnTo>
                    <a:pt x="37818" y="14187"/>
                  </a:lnTo>
                  <a:lnTo>
                    <a:pt x="38484" y="14389"/>
                  </a:lnTo>
                  <a:lnTo>
                    <a:pt x="39170" y="14591"/>
                  </a:lnTo>
                  <a:lnTo>
                    <a:pt x="39856" y="14772"/>
                  </a:lnTo>
                  <a:lnTo>
                    <a:pt x="40542" y="14934"/>
                  </a:lnTo>
                  <a:lnTo>
                    <a:pt x="41228" y="15075"/>
                  </a:lnTo>
                  <a:lnTo>
                    <a:pt x="41935" y="15216"/>
                  </a:lnTo>
                  <a:lnTo>
                    <a:pt x="42621" y="15317"/>
                  </a:lnTo>
                  <a:lnTo>
                    <a:pt x="43246" y="15418"/>
                  </a:lnTo>
                  <a:lnTo>
                    <a:pt x="43852" y="15479"/>
                  </a:lnTo>
                  <a:lnTo>
                    <a:pt x="44437" y="15519"/>
                  </a:lnTo>
                  <a:lnTo>
                    <a:pt x="45002" y="15539"/>
                  </a:lnTo>
                  <a:lnTo>
                    <a:pt x="45567" y="15539"/>
                  </a:lnTo>
                  <a:lnTo>
                    <a:pt x="46092" y="15519"/>
                  </a:lnTo>
                  <a:lnTo>
                    <a:pt x="46596" y="15479"/>
                  </a:lnTo>
                  <a:lnTo>
                    <a:pt x="47081" y="15398"/>
                  </a:lnTo>
                  <a:lnTo>
                    <a:pt x="47565" y="15317"/>
                  </a:lnTo>
                  <a:lnTo>
                    <a:pt x="48009" y="15216"/>
                  </a:lnTo>
                  <a:lnTo>
                    <a:pt x="48453" y="15075"/>
                  </a:lnTo>
                  <a:lnTo>
                    <a:pt x="48877" y="14934"/>
                  </a:lnTo>
                  <a:lnTo>
                    <a:pt x="49280" y="14752"/>
                  </a:lnTo>
                  <a:lnTo>
                    <a:pt x="49664" y="14550"/>
                  </a:lnTo>
                  <a:lnTo>
                    <a:pt x="50027" y="14348"/>
                  </a:lnTo>
                  <a:lnTo>
                    <a:pt x="50390" y="14106"/>
                  </a:lnTo>
                  <a:lnTo>
                    <a:pt x="50612" y="13925"/>
                  </a:lnTo>
                  <a:lnTo>
                    <a:pt x="50814" y="13763"/>
                  </a:lnTo>
                  <a:lnTo>
                    <a:pt x="51036" y="13622"/>
                  </a:lnTo>
                  <a:lnTo>
                    <a:pt x="51258" y="13481"/>
                  </a:lnTo>
                  <a:lnTo>
                    <a:pt x="51500" y="13380"/>
                  </a:lnTo>
                  <a:lnTo>
                    <a:pt x="51662" y="13339"/>
                  </a:lnTo>
                  <a:lnTo>
                    <a:pt x="51823" y="13299"/>
                  </a:lnTo>
                  <a:lnTo>
                    <a:pt x="51984" y="13299"/>
                  </a:lnTo>
                  <a:lnTo>
                    <a:pt x="52146" y="13319"/>
                  </a:lnTo>
                  <a:lnTo>
                    <a:pt x="52307" y="13360"/>
                  </a:lnTo>
                  <a:lnTo>
                    <a:pt x="52449" y="13420"/>
                  </a:lnTo>
                  <a:lnTo>
                    <a:pt x="52570" y="13521"/>
                  </a:lnTo>
                  <a:lnTo>
                    <a:pt x="52691" y="13642"/>
                  </a:lnTo>
                  <a:lnTo>
                    <a:pt x="52771" y="13804"/>
                  </a:lnTo>
                  <a:lnTo>
                    <a:pt x="52832" y="13985"/>
                  </a:lnTo>
                  <a:lnTo>
                    <a:pt x="52852" y="14167"/>
                  </a:lnTo>
                  <a:lnTo>
                    <a:pt x="52872" y="14348"/>
                  </a:lnTo>
                  <a:lnTo>
                    <a:pt x="52872" y="14893"/>
                  </a:lnTo>
                  <a:lnTo>
                    <a:pt x="52832" y="15398"/>
                  </a:lnTo>
                  <a:lnTo>
                    <a:pt x="52751" y="15902"/>
                  </a:lnTo>
                  <a:lnTo>
                    <a:pt x="52630" y="16366"/>
                  </a:lnTo>
                  <a:lnTo>
                    <a:pt x="52489" y="16831"/>
                  </a:lnTo>
                  <a:lnTo>
                    <a:pt x="52307" y="17254"/>
                  </a:lnTo>
                  <a:lnTo>
                    <a:pt x="52085" y="17658"/>
                  </a:lnTo>
                  <a:lnTo>
                    <a:pt x="51823" y="18041"/>
                  </a:lnTo>
                  <a:lnTo>
                    <a:pt x="51540" y="18405"/>
                  </a:lnTo>
                  <a:lnTo>
                    <a:pt x="51238" y="18728"/>
                  </a:lnTo>
                  <a:lnTo>
                    <a:pt x="50895" y="19030"/>
                  </a:lnTo>
                  <a:lnTo>
                    <a:pt x="50511" y="19293"/>
                  </a:lnTo>
                  <a:lnTo>
                    <a:pt x="50128" y="19535"/>
                  </a:lnTo>
                  <a:lnTo>
                    <a:pt x="49684" y="19737"/>
                  </a:lnTo>
                  <a:lnTo>
                    <a:pt x="49240" y="19898"/>
                  </a:lnTo>
                  <a:lnTo>
                    <a:pt x="48756" y="20039"/>
                  </a:lnTo>
                  <a:lnTo>
                    <a:pt x="48211" y="20140"/>
                  </a:lnTo>
                  <a:lnTo>
                    <a:pt x="47666" y="20221"/>
                  </a:lnTo>
                  <a:lnTo>
                    <a:pt x="47121" y="20261"/>
                  </a:lnTo>
                  <a:lnTo>
                    <a:pt x="46031" y="20261"/>
                  </a:lnTo>
                  <a:lnTo>
                    <a:pt x="45507" y="20241"/>
                  </a:lnTo>
                  <a:lnTo>
                    <a:pt x="44437" y="20160"/>
                  </a:lnTo>
                  <a:lnTo>
                    <a:pt x="42924" y="20019"/>
                  </a:lnTo>
                  <a:lnTo>
                    <a:pt x="41410" y="19858"/>
                  </a:lnTo>
                  <a:lnTo>
                    <a:pt x="38403" y="19494"/>
                  </a:lnTo>
                  <a:lnTo>
                    <a:pt x="36183" y="19212"/>
                  </a:lnTo>
                  <a:lnTo>
                    <a:pt x="33964" y="18970"/>
                  </a:lnTo>
                  <a:lnTo>
                    <a:pt x="32834" y="18849"/>
                  </a:lnTo>
                  <a:lnTo>
                    <a:pt x="31724" y="18768"/>
                  </a:lnTo>
                  <a:lnTo>
                    <a:pt x="30614" y="18687"/>
                  </a:lnTo>
                  <a:lnTo>
                    <a:pt x="29484" y="18627"/>
                  </a:lnTo>
                  <a:lnTo>
                    <a:pt x="28374" y="18606"/>
                  </a:lnTo>
                  <a:lnTo>
                    <a:pt x="27264" y="18606"/>
                  </a:lnTo>
                  <a:lnTo>
                    <a:pt x="26134" y="18627"/>
                  </a:lnTo>
                  <a:lnTo>
                    <a:pt x="25024" y="18687"/>
                  </a:lnTo>
                  <a:lnTo>
                    <a:pt x="23914" y="18788"/>
                  </a:lnTo>
                  <a:lnTo>
                    <a:pt x="22824" y="18909"/>
                  </a:lnTo>
                  <a:lnTo>
                    <a:pt x="21714" y="19091"/>
                  </a:lnTo>
                  <a:lnTo>
                    <a:pt x="20625" y="19313"/>
                  </a:lnTo>
                  <a:lnTo>
                    <a:pt x="19555" y="19595"/>
                  </a:lnTo>
                  <a:lnTo>
                    <a:pt x="18486" y="19898"/>
                  </a:lnTo>
                  <a:lnTo>
                    <a:pt x="17456" y="20241"/>
                  </a:lnTo>
                  <a:lnTo>
                    <a:pt x="16407" y="20645"/>
                  </a:lnTo>
                  <a:lnTo>
                    <a:pt x="15398" y="21048"/>
                  </a:lnTo>
                  <a:lnTo>
                    <a:pt x="14389" y="21512"/>
                  </a:lnTo>
                  <a:lnTo>
                    <a:pt x="13400" y="21977"/>
                  </a:lnTo>
                  <a:lnTo>
                    <a:pt x="12411" y="22481"/>
                  </a:lnTo>
                  <a:lnTo>
                    <a:pt x="11423" y="23006"/>
                  </a:lnTo>
                  <a:lnTo>
                    <a:pt x="10454" y="23551"/>
                  </a:lnTo>
                  <a:lnTo>
                    <a:pt x="9505" y="24116"/>
                  </a:lnTo>
                  <a:lnTo>
                    <a:pt x="8537" y="24681"/>
                  </a:lnTo>
                  <a:lnTo>
                    <a:pt x="6660" y="25851"/>
                  </a:lnTo>
                  <a:lnTo>
                    <a:pt x="4783" y="27022"/>
                  </a:lnTo>
                  <a:lnTo>
                    <a:pt x="4703" y="27082"/>
                  </a:lnTo>
                  <a:lnTo>
                    <a:pt x="4339" y="27304"/>
                  </a:lnTo>
                  <a:lnTo>
                    <a:pt x="4017" y="27465"/>
                  </a:lnTo>
                  <a:lnTo>
                    <a:pt x="3694" y="27587"/>
                  </a:lnTo>
                  <a:lnTo>
                    <a:pt x="3411" y="27647"/>
                  </a:lnTo>
                  <a:lnTo>
                    <a:pt x="3149" y="27667"/>
                  </a:lnTo>
                  <a:lnTo>
                    <a:pt x="3028" y="27667"/>
                  </a:lnTo>
                  <a:lnTo>
                    <a:pt x="2907" y="27647"/>
                  </a:lnTo>
                  <a:lnTo>
                    <a:pt x="2806" y="27607"/>
                  </a:lnTo>
                  <a:lnTo>
                    <a:pt x="2685" y="27566"/>
                  </a:lnTo>
                  <a:lnTo>
                    <a:pt x="2584" y="27506"/>
                  </a:lnTo>
                  <a:lnTo>
                    <a:pt x="2503" y="27445"/>
                  </a:lnTo>
                  <a:lnTo>
                    <a:pt x="2382" y="27344"/>
                  </a:lnTo>
                  <a:lnTo>
                    <a:pt x="2301" y="27223"/>
                  </a:lnTo>
                  <a:lnTo>
                    <a:pt x="2220" y="27082"/>
                  </a:lnTo>
                  <a:lnTo>
                    <a:pt x="2140" y="26941"/>
                  </a:lnTo>
                  <a:lnTo>
                    <a:pt x="2039" y="26638"/>
                  </a:lnTo>
                  <a:lnTo>
                    <a:pt x="1958" y="26295"/>
                  </a:lnTo>
                  <a:lnTo>
                    <a:pt x="1716" y="25064"/>
                  </a:lnTo>
                  <a:lnTo>
                    <a:pt x="1474" y="23813"/>
                  </a:lnTo>
                  <a:lnTo>
                    <a:pt x="1232" y="22562"/>
                  </a:lnTo>
                  <a:lnTo>
                    <a:pt x="1030" y="21311"/>
                  </a:lnTo>
                  <a:lnTo>
                    <a:pt x="828" y="20059"/>
                  </a:lnTo>
                  <a:lnTo>
                    <a:pt x="667" y="18808"/>
                  </a:lnTo>
                  <a:lnTo>
                    <a:pt x="505" y="17537"/>
                  </a:lnTo>
                  <a:lnTo>
                    <a:pt x="364" y="16286"/>
                  </a:lnTo>
                  <a:lnTo>
                    <a:pt x="283" y="15378"/>
                  </a:lnTo>
                  <a:lnTo>
                    <a:pt x="202" y="14550"/>
                  </a:lnTo>
                  <a:lnTo>
                    <a:pt x="162" y="13743"/>
                  </a:lnTo>
                  <a:lnTo>
                    <a:pt x="122" y="13017"/>
                  </a:lnTo>
                  <a:lnTo>
                    <a:pt x="102" y="12310"/>
                  </a:lnTo>
                  <a:lnTo>
                    <a:pt x="81" y="11664"/>
                  </a:lnTo>
                  <a:lnTo>
                    <a:pt x="102" y="11059"/>
                  </a:lnTo>
                  <a:lnTo>
                    <a:pt x="102" y="10494"/>
                  </a:lnTo>
                  <a:lnTo>
                    <a:pt x="162" y="9485"/>
                  </a:lnTo>
                  <a:lnTo>
                    <a:pt x="263" y="8597"/>
                  </a:lnTo>
                  <a:lnTo>
                    <a:pt x="364" y="7810"/>
                  </a:lnTo>
                  <a:lnTo>
                    <a:pt x="505" y="7124"/>
                  </a:lnTo>
                  <a:lnTo>
                    <a:pt x="606" y="6680"/>
                  </a:lnTo>
                  <a:lnTo>
                    <a:pt x="707" y="6236"/>
                  </a:lnTo>
                  <a:lnTo>
                    <a:pt x="828" y="5812"/>
                  </a:lnTo>
                  <a:lnTo>
                    <a:pt x="969" y="5409"/>
                  </a:lnTo>
                  <a:lnTo>
                    <a:pt x="1111" y="5005"/>
                  </a:lnTo>
                  <a:lnTo>
                    <a:pt x="1252" y="4642"/>
                  </a:lnTo>
                  <a:lnTo>
                    <a:pt x="1413" y="4279"/>
                  </a:lnTo>
                  <a:lnTo>
                    <a:pt x="1595" y="3915"/>
                  </a:lnTo>
                  <a:lnTo>
                    <a:pt x="1777" y="3592"/>
                  </a:lnTo>
                  <a:lnTo>
                    <a:pt x="1978" y="3270"/>
                  </a:lnTo>
                  <a:lnTo>
                    <a:pt x="2180" y="2967"/>
                  </a:lnTo>
                  <a:lnTo>
                    <a:pt x="2402" y="2684"/>
                  </a:lnTo>
                  <a:lnTo>
                    <a:pt x="2624" y="2402"/>
                  </a:lnTo>
                  <a:lnTo>
                    <a:pt x="2866" y="2160"/>
                  </a:lnTo>
                  <a:lnTo>
                    <a:pt x="3108" y="1918"/>
                  </a:lnTo>
                  <a:lnTo>
                    <a:pt x="3371" y="1675"/>
                  </a:lnTo>
                  <a:lnTo>
                    <a:pt x="3613" y="1494"/>
                  </a:lnTo>
                  <a:lnTo>
                    <a:pt x="3855" y="1312"/>
                  </a:lnTo>
                  <a:lnTo>
                    <a:pt x="4117" y="1151"/>
                  </a:lnTo>
                  <a:lnTo>
                    <a:pt x="4400" y="989"/>
                  </a:lnTo>
                  <a:lnTo>
                    <a:pt x="4682" y="848"/>
                  </a:lnTo>
                  <a:lnTo>
                    <a:pt x="4965" y="707"/>
                  </a:lnTo>
                  <a:lnTo>
                    <a:pt x="5268" y="586"/>
                  </a:lnTo>
                  <a:lnTo>
                    <a:pt x="5570" y="485"/>
                  </a:lnTo>
                  <a:lnTo>
                    <a:pt x="5893" y="384"/>
                  </a:lnTo>
                  <a:lnTo>
                    <a:pt x="6196" y="303"/>
                  </a:lnTo>
                  <a:lnTo>
                    <a:pt x="6539" y="243"/>
                  </a:lnTo>
                  <a:lnTo>
                    <a:pt x="6862" y="182"/>
                  </a:lnTo>
                  <a:lnTo>
                    <a:pt x="7205" y="121"/>
                  </a:lnTo>
                  <a:lnTo>
                    <a:pt x="7548" y="101"/>
                  </a:lnTo>
                  <a:lnTo>
                    <a:pt x="7891" y="81"/>
                  </a:lnTo>
                  <a:close/>
                  <a:moveTo>
                    <a:pt x="7730" y="0"/>
                  </a:moveTo>
                  <a:lnTo>
                    <a:pt x="7265" y="41"/>
                  </a:lnTo>
                  <a:lnTo>
                    <a:pt x="6801" y="101"/>
                  </a:lnTo>
                  <a:lnTo>
                    <a:pt x="6378" y="182"/>
                  </a:lnTo>
                  <a:lnTo>
                    <a:pt x="5934" y="283"/>
                  </a:lnTo>
                  <a:lnTo>
                    <a:pt x="5530" y="424"/>
                  </a:lnTo>
                  <a:lnTo>
                    <a:pt x="5106" y="565"/>
                  </a:lnTo>
                  <a:lnTo>
                    <a:pt x="4723" y="727"/>
                  </a:lnTo>
                  <a:lnTo>
                    <a:pt x="4339" y="929"/>
                  </a:lnTo>
                  <a:lnTo>
                    <a:pt x="3976" y="1130"/>
                  </a:lnTo>
                  <a:lnTo>
                    <a:pt x="3633" y="1373"/>
                  </a:lnTo>
                  <a:lnTo>
                    <a:pt x="3310" y="1615"/>
                  </a:lnTo>
                  <a:lnTo>
                    <a:pt x="3048" y="1857"/>
                  </a:lnTo>
                  <a:lnTo>
                    <a:pt x="2806" y="2099"/>
                  </a:lnTo>
                  <a:lnTo>
                    <a:pt x="2564" y="2361"/>
                  </a:lnTo>
                  <a:lnTo>
                    <a:pt x="2342" y="2624"/>
                  </a:lnTo>
                  <a:lnTo>
                    <a:pt x="2120" y="2927"/>
                  </a:lnTo>
                  <a:lnTo>
                    <a:pt x="1918" y="3229"/>
                  </a:lnTo>
                  <a:lnTo>
                    <a:pt x="1716" y="3552"/>
                  </a:lnTo>
                  <a:lnTo>
                    <a:pt x="1534" y="3875"/>
                  </a:lnTo>
                  <a:lnTo>
                    <a:pt x="1353" y="4238"/>
                  </a:lnTo>
                  <a:lnTo>
                    <a:pt x="1191" y="4601"/>
                  </a:lnTo>
                  <a:lnTo>
                    <a:pt x="1030" y="4985"/>
                  </a:lnTo>
                  <a:lnTo>
                    <a:pt x="889" y="5388"/>
                  </a:lnTo>
                  <a:lnTo>
                    <a:pt x="747" y="5792"/>
                  </a:lnTo>
                  <a:lnTo>
                    <a:pt x="626" y="6216"/>
                  </a:lnTo>
                  <a:lnTo>
                    <a:pt x="525" y="6660"/>
                  </a:lnTo>
                  <a:lnTo>
                    <a:pt x="424" y="7104"/>
                  </a:lnTo>
                  <a:lnTo>
                    <a:pt x="283" y="7810"/>
                  </a:lnTo>
                  <a:lnTo>
                    <a:pt x="182" y="8577"/>
                  </a:lnTo>
                  <a:lnTo>
                    <a:pt x="81" y="9485"/>
                  </a:lnTo>
                  <a:lnTo>
                    <a:pt x="21" y="10494"/>
                  </a:lnTo>
                  <a:lnTo>
                    <a:pt x="21" y="11059"/>
                  </a:lnTo>
                  <a:lnTo>
                    <a:pt x="1" y="11664"/>
                  </a:lnTo>
                  <a:lnTo>
                    <a:pt x="21" y="12310"/>
                  </a:lnTo>
                  <a:lnTo>
                    <a:pt x="41" y="13017"/>
                  </a:lnTo>
                  <a:lnTo>
                    <a:pt x="81" y="13743"/>
                  </a:lnTo>
                  <a:lnTo>
                    <a:pt x="122" y="14550"/>
                  </a:lnTo>
                  <a:lnTo>
                    <a:pt x="202" y="15398"/>
                  </a:lnTo>
                  <a:lnTo>
                    <a:pt x="283" y="16306"/>
                  </a:lnTo>
                  <a:lnTo>
                    <a:pt x="424" y="17557"/>
                  </a:lnTo>
                  <a:lnTo>
                    <a:pt x="586" y="18808"/>
                  </a:lnTo>
                  <a:lnTo>
                    <a:pt x="768" y="20080"/>
                  </a:lnTo>
                  <a:lnTo>
                    <a:pt x="949" y="21331"/>
                  </a:lnTo>
                  <a:lnTo>
                    <a:pt x="1151" y="22582"/>
                  </a:lnTo>
                  <a:lnTo>
                    <a:pt x="1393" y="23833"/>
                  </a:lnTo>
                  <a:lnTo>
                    <a:pt x="1635" y="25084"/>
                  </a:lnTo>
                  <a:lnTo>
                    <a:pt x="1877" y="26315"/>
                  </a:lnTo>
                  <a:lnTo>
                    <a:pt x="1978" y="26658"/>
                  </a:lnTo>
                  <a:lnTo>
                    <a:pt x="2079" y="26981"/>
                  </a:lnTo>
                  <a:lnTo>
                    <a:pt x="2140" y="27143"/>
                  </a:lnTo>
                  <a:lnTo>
                    <a:pt x="2241" y="27264"/>
                  </a:lnTo>
                  <a:lnTo>
                    <a:pt x="2342" y="27405"/>
                  </a:lnTo>
                  <a:lnTo>
                    <a:pt x="2442" y="27506"/>
                  </a:lnTo>
                  <a:lnTo>
                    <a:pt x="2604" y="27607"/>
                  </a:lnTo>
                  <a:lnTo>
                    <a:pt x="2786" y="27687"/>
                  </a:lnTo>
                  <a:lnTo>
                    <a:pt x="2967" y="27728"/>
                  </a:lnTo>
                  <a:lnTo>
                    <a:pt x="3169" y="27748"/>
                  </a:lnTo>
                  <a:lnTo>
                    <a:pt x="3330" y="27748"/>
                  </a:lnTo>
                  <a:lnTo>
                    <a:pt x="3512" y="27708"/>
                  </a:lnTo>
                  <a:lnTo>
                    <a:pt x="3694" y="27667"/>
                  </a:lnTo>
                  <a:lnTo>
                    <a:pt x="3875" y="27607"/>
                  </a:lnTo>
                  <a:lnTo>
                    <a:pt x="4077" y="27526"/>
                  </a:lnTo>
                  <a:lnTo>
                    <a:pt x="4299" y="27425"/>
                  </a:lnTo>
                  <a:lnTo>
                    <a:pt x="4743" y="27163"/>
                  </a:lnTo>
                  <a:lnTo>
                    <a:pt x="4844" y="27102"/>
                  </a:lnTo>
                  <a:lnTo>
                    <a:pt x="6700" y="25912"/>
                  </a:lnTo>
                  <a:lnTo>
                    <a:pt x="8577" y="24761"/>
                  </a:lnTo>
                  <a:lnTo>
                    <a:pt x="9546" y="24176"/>
                  </a:lnTo>
                  <a:lnTo>
                    <a:pt x="10494" y="23631"/>
                  </a:lnTo>
                  <a:lnTo>
                    <a:pt x="11463" y="23086"/>
                  </a:lnTo>
                  <a:lnTo>
                    <a:pt x="12432" y="22562"/>
                  </a:lnTo>
                  <a:lnTo>
                    <a:pt x="13420" y="22057"/>
                  </a:lnTo>
                  <a:lnTo>
                    <a:pt x="14429" y="21573"/>
                  </a:lnTo>
                  <a:lnTo>
                    <a:pt x="15418" y="21129"/>
                  </a:lnTo>
                  <a:lnTo>
                    <a:pt x="16447" y="20705"/>
                  </a:lnTo>
                  <a:lnTo>
                    <a:pt x="17477" y="20322"/>
                  </a:lnTo>
                  <a:lnTo>
                    <a:pt x="18506" y="19979"/>
                  </a:lnTo>
                  <a:lnTo>
                    <a:pt x="19575" y="19676"/>
                  </a:lnTo>
                  <a:lnTo>
                    <a:pt x="20645" y="19393"/>
                  </a:lnTo>
                  <a:lnTo>
                    <a:pt x="21735" y="19171"/>
                  </a:lnTo>
                  <a:lnTo>
                    <a:pt x="22824" y="18990"/>
                  </a:lnTo>
                  <a:lnTo>
                    <a:pt x="23934" y="18869"/>
                  </a:lnTo>
                  <a:lnTo>
                    <a:pt x="25044" y="18768"/>
                  </a:lnTo>
                  <a:lnTo>
                    <a:pt x="26154" y="18707"/>
                  </a:lnTo>
                  <a:lnTo>
                    <a:pt x="27264" y="18687"/>
                  </a:lnTo>
                  <a:lnTo>
                    <a:pt x="28374" y="18687"/>
                  </a:lnTo>
                  <a:lnTo>
                    <a:pt x="29484" y="18707"/>
                  </a:lnTo>
                  <a:lnTo>
                    <a:pt x="30614" y="18768"/>
                  </a:lnTo>
                  <a:lnTo>
                    <a:pt x="31724" y="18849"/>
                  </a:lnTo>
                  <a:lnTo>
                    <a:pt x="32834" y="18929"/>
                  </a:lnTo>
                  <a:lnTo>
                    <a:pt x="33944" y="19050"/>
                  </a:lnTo>
                  <a:lnTo>
                    <a:pt x="36183" y="19293"/>
                  </a:lnTo>
                  <a:lnTo>
                    <a:pt x="38383" y="19575"/>
                  </a:lnTo>
                  <a:lnTo>
                    <a:pt x="41390" y="19938"/>
                  </a:lnTo>
                  <a:lnTo>
                    <a:pt x="42924" y="20100"/>
                  </a:lnTo>
                  <a:lnTo>
                    <a:pt x="44437" y="20241"/>
                  </a:lnTo>
                  <a:lnTo>
                    <a:pt x="45507" y="20322"/>
                  </a:lnTo>
                  <a:lnTo>
                    <a:pt x="46031" y="20342"/>
                  </a:lnTo>
                  <a:lnTo>
                    <a:pt x="47141" y="20342"/>
                  </a:lnTo>
                  <a:lnTo>
                    <a:pt x="47686" y="20302"/>
                  </a:lnTo>
                  <a:lnTo>
                    <a:pt x="48231" y="20221"/>
                  </a:lnTo>
                  <a:lnTo>
                    <a:pt x="48776" y="20120"/>
                  </a:lnTo>
                  <a:lnTo>
                    <a:pt x="49260" y="19979"/>
                  </a:lnTo>
                  <a:lnTo>
                    <a:pt x="49724" y="19797"/>
                  </a:lnTo>
                  <a:lnTo>
                    <a:pt x="50168" y="19595"/>
                  </a:lnTo>
                  <a:lnTo>
                    <a:pt x="50572" y="19353"/>
                  </a:lnTo>
                  <a:lnTo>
                    <a:pt x="50955" y="19071"/>
                  </a:lnTo>
                  <a:lnTo>
                    <a:pt x="51319" y="18748"/>
                  </a:lnTo>
                  <a:lnTo>
                    <a:pt x="51641" y="18405"/>
                  </a:lnTo>
                  <a:lnTo>
                    <a:pt x="51924" y="18041"/>
                  </a:lnTo>
                  <a:lnTo>
                    <a:pt x="52186" y="17638"/>
                  </a:lnTo>
                  <a:lnTo>
                    <a:pt x="52388" y="17234"/>
                  </a:lnTo>
                  <a:lnTo>
                    <a:pt x="52570" y="16790"/>
                  </a:lnTo>
                  <a:lnTo>
                    <a:pt x="52731" y="16346"/>
                  </a:lnTo>
                  <a:lnTo>
                    <a:pt x="52832" y="15862"/>
                  </a:lnTo>
                  <a:lnTo>
                    <a:pt x="52913" y="15378"/>
                  </a:lnTo>
                  <a:lnTo>
                    <a:pt x="52953" y="14873"/>
                  </a:lnTo>
                  <a:lnTo>
                    <a:pt x="52953" y="14348"/>
                  </a:lnTo>
                  <a:lnTo>
                    <a:pt x="52933" y="14147"/>
                  </a:lnTo>
                  <a:lnTo>
                    <a:pt x="52913" y="13965"/>
                  </a:lnTo>
                  <a:lnTo>
                    <a:pt x="52852" y="13763"/>
                  </a:lnTo>
                  <a:lnTo>
                    <a:pt x="52812" y="13662"/>
                  </a:lnTo>
                  <a:lnTo>
                    <a:pt x="52751" y="13582"/>
                  </a:lnTo>
                  <a:lnTo>
                    <a:pt x="52630" y="13461"/>
                  </a:lnTo>
                  <a:lnTo>
                    <a:pt x="52489" y="13360"/>
                  </a:lnTo>
                  <a:lnTo>
                    <a:pt x="52348" y="13279"/>
                  </a:lnTo>
                  <a:lnTo>
                    <a:pt x="52166" y="13239"/>
                  </a:lnTo>
                  <a:lnTo>
                    <a:pt x="51984" y="13218"/>
                  </a:lnTo>
                  <a:lnTo>
                    <a:pt x="51823" y="13218"/>
                  </a:lnTo>
                  <a:lnTo>
                    <a:pt x="51641" y="13259"/>
                  </a:lnTo>
                  <a:lnTo>
                    <a:pt x="51480" y="13299"/>
                  </a:lnTo>
                  <a:lnTo>
                    <a:pt x="51238" y="13400"/>
                  </a:lnTo>
                  <a:lnTo>
                    <a:pt x="50996" y="13541"/>
                  </a:lnTo>
                  <a:lnTo>
                    <a:pt x="50774" y="13703"/>
                  </a:lnTo>
                  <a:lnTo>
                    <a:pt x="50572" y="13864"/>
                  </a:lnTo>
                  <a:lnTo>
                    <a:pt x="50330" y="14026"/>
                  </a:lnTo>
                  <a:lnTo>
                    <a:pt x="49987" y="14268"/>
                  </a:lnTo>
                  <a:lnTo>
                    <a:pt x="49623" y="14490"/>
                  </a:lnTo>
                  <a:lnTo>
                    <a:pt x="49240" y="14691"/>
                  </a:lnTo>
                  <a:lnTo>
                    <a:pt x="48836" y="14853"/>
                  </a:lnTo>
                  <a:lnTo>
                    <a:pt x="48433" y="15014"/>
                  </a:lnTo>
                  <a:lnTo>
                    <a:pt x="47989" y="15135"/>
                  </a:lnTo>
                  <a:lnTo>
                    <a:pt x="47545" y="15236"/>
                  </a:lnTo>
                  <a:lnTo>
                    <a:pt x="47061" y="15337"/>
                  </a:lnTo>
                  <a:lnTo>
                    <a:pt x="46576" y="15398"/>
                  </a:lnTo>
                  <a:lnTo>
                    <a:pt x="46072" y="15438"/>
                  </a:lnTo>
                  <a:lnTo>
                    <a:pt x="45547" y="15458"/>
                  </a:lnTo>
                  <a:lnTo>
                    <a:pt x="45002" y="15458"/>
                  </a:lnTo>
                  <a:lnTo>
                    <a:pt x="44437" y="15438"/>
                  </a:lnTo>
                  <a:lnTo>
                    <a:pt x="43872" y="15398"/>
                  </a:lnTo>
                  <a:lnTo>
                    <a:pt x="43267" y="15337"/>
                  </a:lnTo>
                  <a:lnTo>
                    <a:pt x="42641" y="15236"/>
                  </a:lnTo>
                  <a:lnTo>
                    <a:pt x="41935" y="15135"/>
                  </a:lnTo>
                  <a:lnTo>
                    <a:pt x="41249" y="14994"/>
                  </a:lnTo>
                  <a:lnTo>
                    <a:pt x="40563" y="14853"/>
                  </a:lnTo>
                  <a:lnTo>
                    <a:pt x="39876" y="14691"/>
                  </a:lnTo>
                  <a:lnTo>
                    <a:pt x="39190" y="14510"/>
                  </a:lnTo>
                  <a:lnTo>
                    <a:pt x="38504" y="14308"/>
                  </a:lnTo>
                  <a:lnTo>
                    <a:pt x="37838" y="14106"/>
                  </a:lnTo>
                  <a:lnTo>
                    <a:pt x="37172" y="13884"/>
                  </a:lnTo>
                  <a:lnTo>
                    <a:pt x="36506" y="13662"/>
                  </a:lnTo>
                  <a:lnTo>
                    <a:pt x="35840" y="13420"/>
                  </a:lnTo>
                  <a:lnTo>
                    <a:pt x="34529" y="12895"/>
                  </a:lnTo>
                  <a:lnTo>
                    <a:pt x="33237" y="12330"/>
                  </a:lnTo>
                  <a:lnTo>
                    <a:pt x="31966" y="11725"/>
                  </a:lnTo>
                  <a:lnTo>
                    <a:pt x="30695" y="11079"/>
                  </a:lnTo>
                  <a:lnTo>
                    <a:pt x="29423" y="10434"/>
                  </a:lnTo>
                  <a:lnTo>
                    <a:pt x="28172" y="9747"/>
                  </a:lnTo>
                  <a:lnTo>
                    <a:pt x="26941" y="9041"/>
                  </a:lnTo>
                  <a:lnTo>
                    <a:pt x="25710" y="8315"/>
                  </a:lnTo>
                  <a:lnTo>
                    <a:pt x="24479" y="7588"/>
                  </a:lnTo>
                  <a:lnTo>
                    <a:pt x="22057" y="6115"/>
                  </a:lnTo>
                  <a:lnTo>
                    <a:pt x="19394" y="4501"/>
                  </a:lnTo>
                  <a:lnTo>
                    <a:pt x="18062" y="3693"/>
                  </a:lnTo>
                  <a:lnTo>
                    <a:pt x="16710" y="2906"/>
                  </a:lnTo>
                  <a:lnTo>
                    <a:pt x="15983" y="2503"/>
                  </a:lnTo>
                  <a:lnTo>
                    <a:pt x="15216" y="2079"/>
                  </a:lnTo>
                  <a:lnTo>
                    <a:pt x="14429" y="1675"/>
                  </a:lnTo>
                  <a:lnTo>
                    <a:pt x="13602" y="1292"/>
                  </a:lnTo>
                  <a:lnTo>
                    <a:pt x="12775" y="949"/>
                  </a:lnTo>
                  <a:lnTo>
                    <a:pt x="12331" y="787"/>
                  </a:lnTo>
                  <a:lnTo>
                    <a:pt x="11907" y="626"/>
                  </a:lnTo>
                  <a:lnTo>
                    <a:pt x="11463" y="485"/>
                  </a:lnTo>
                  <a:lnTo>
                    <a:pt x="11019" y="364"/>
                  </a:lnTo>
                  <a:lnTo>
                    <a:pt x="10575" y="263"/>
                  </a:lnTo>
                  <a:lnTo>
                    <a:pt x="10131" y="162"/>
                  </a:lnTo>
                  <a:lnTo>
                    <a:pt x="9627" y="81"/>
                  </a:lnTo>
                  <a:lnTo>
                    <a:pt x="9142" y="41"/>
                  </a:lnTo>
                  <a:lnTo>
                    <a:pt x="86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1326960" y="4373601"/>
              <a:ext cx="1826666" cy="1093271"/>
            </a:xfrm>
            <a:custGeom>
              <a:rect b="b" l="l" r="r" t="t"/>
              <a:pathLst>
                <a:path extrusionOk="0" h="19555" w="32673">
                  <a:moveTo>
                    <a:pt x="4340" y="81"/>
                  </a:moveTo>
                  <a:lnTo>
                    <a:pt x="4622" y="101"/>
                  </a:lnTo>
                  <a:lnTo>
                    <a:pt x="4885" y="121"/>
                  </a:lnTo>
                  <a:lnTo>
                    <a:pt x="5167" y="161"/>
                  </a:lnTo>
                  <a:lnTo>
                    <a:pt x="5450" y="222"/>
                  </a:lnTo>
                  <a:lnTo>
                    <a:pt x="5712" y="283"/>
                  </a:lnTo>
                  <a:lnTo>
                    <a:pt x="6216" y="444"/>
                  </a:lnTo>
                  <a:lnTo>
                    <a:pt x="6640" y="626"/>
                  </a:lnTo>
                  <a:lnTo>
                    <a:pt x="7003" y="787"/>
                  </a:lnTo>
                  <a:lnTo>
                    <a:pt x="7266" y="928"/>
                  </a:lnTo>
                  <a:lnTo>
                    <a:pt x="7629" y="1130"/>
                  </a:lnTo>
                  <a:lnTo>
                    <a:pt x="7972" y="1352"/>
                  </a:lnTo>
                  <a:lnTo>
                    <a:pt x="8315" y="1594"/>
                  </a:lnTo>
                  <a:lnTo>
                    <a:pt x="8658" y="1836"/>
                  </a:lnTo>
                  <a:lnTo>
                    <a:pt x="9324" y="2341"/>
                  </a:lnTo>
                  <a:lnTo>
                    <a:pt x="9950" y="2866"/>
                  </a:lnTo>
                  <a:lnTo>
                    <a:pt x="10918" y="3632"/>
                  </a:lnTo>
                  <a:lnTo>
                    <a:pt x="11746" y="4258"/>
                  </a:lnTo>
                  <a:lnTo>
                    <a:pt x="12613" y="4843"/>
                  </a:lnTo>
                  <a:lnTo>
                    <a:pt x="13481" y="5388"/>
                  </a:lnTo>
                  <a:lnTo>
                    <a:pt x="14369" y="5913"/>
                  </a:lnTo>
                  <a:lnTo>
                    <a:pt x="15297" y="6397"/>
                  </a:lnTo>
                  <a:lnTo>
                    <a:pt x="16226" y="6861"/>
                  </a:lnTo>
                  <a:lnTo>
                    <a:pt x="17174" y="7285"/>
                  </a:lnTo>
                  <a:lnTo>
                    <a:pt x="18143" y="7709"/>
                  </a:lnTo>
                  <a:lnTo>
                    <a:pt x="19132" y="8092"/>
                  </a:lnTo>
                  <a:lnTo>
                    <a:pt x="20120" y="8476"/>
                  </a:lnTo>
                  <a:lnTo>
                    <a:pt x="21129" y="8839"/>
                  </a:lnTo>
                  <a:lnTo>
                    <a:pt x="22138" y="9182"/>
                  </a:lnTo>
                  <a:lnTo>
                    <a:pt x="23168" y="9505"/>
                  </a:lnTo>
                  <a:lnTo>
                    <a:pt x="24217" y="9848"/>
                  </a:lnTo>
                  <a:lnTo>
                    <a:pt x="26316" y="10473"/>
                  </a:lnTo>
                  <a:lnTo>
                    <a:pt x="26376" y="10494"/>
                  </a:lnTo>
                  <a:lnTo>
                    <a:pt x="27627" y="10877"/>
                  </a:lnTo>
                  <a:lnTo>
                    <a:pt x="28253" y="11079"/>
                  </a:lnTo>
                  <a:lnTo>
                    <a:pt x="28879" y="11301"/>
                  </a:lnTo>
                  <a:lnTo>
                    <a:pt x="29484" y="11523"/>
                  </a:lnTo>
                  <a:lnTo>
                    <a:pt x="30089" y="11805"/>
                  </a:lnTo>
                  <a:lnTo>
                    <a:pt x="30675" y="12088"/>
                  </a:lnTo>
                  <a:lnTo>
                    <a:pt x="31240" y="12411"/>
                  </a:lnTo>
                  <a:lnTo>
                    <a:pt x="31583" y="12633"/>
                  </a:lnTo>
                  <a:lnTo>
                    <a:pt x="31744" y="12754"/>
                  </a:lnTo>
                  <a:lnTo>
                    <a:pt x="31906" y="12895"/>
                  </a:lnTo>
                  <a:lnTo>
                    <a:pt x="32067" y="13036"/>
                  </a:lnTo>
                  <a:lnTo>
                    <a:pt x="32208" y="13198"/>
                  </a:lnTo>
                  <a:lnTo>
                    <a:pt x="32329" y="13379"/>
                  </a:lnTo>
                  <a:lnTo>
                    <a:pt x="32450" y="13581"/>
                  </a:lnTo>
                  <a:lnTo>
                    <a:pt x="32511" y="13763"/>
                  </a:lnTo>
                  <a:lnTo>
                    <a:pt x="32572" y="13965"/>
                  </a:lnTo>
                  <a:lnTo>
                    <a:pt x="32592" y="14166"/>
                  </a:lnTo>
                  <a:lnTo>
                    <a:pt x="32592" y="14368"/>
                  </a:lnTo>
                  <a:lnTo>
                    <a:pt x="32551" y="14570"/>
                  </a:lnTo>
                  <a:lnTo>
                    <a:pt x="32471" y="14772"/>
                  </a:lnTo>
                  <a:lnTo>
                    <a:pt x="32370" y="14953"/>
                  </a:lnTo>
                  <a:lnTo>
                    <a:pt x="32289" y="15034"/>
                  </a:lnTo>
                  <a:lnTo>
                    <a:pt x="32208" y="15095"/>
                  </a:lnTo>
                  <a:lnTo>
                    <a:pt x="32067" y="15196"/>
                  </a:lnTo>
                  <a:lnTo>
                    <a:pt x="31926" y="15256"/>
                  </a:lnTo>
                  <a:lnTo>
                    <a:pt x="31764" y="15317"/>
                  </a:lnTo>
                  <a:lnTo>
                    <a:pt x="31603" y="15337"/>
                  </a:lnTo>
                  <a:lnTo>
                    <a:pt x="31421" y="15357"/>
                  </a:lnTo>
                  <a:lnTo>
                    <a:pt x="31240" y="15377"/>
                  </a:lnTo>
                  <a:lnTo>
                    <a:pt x="30876" y="15357"/>
                  </a:lnTo>
                  <a:lnTo>
                    <a:pt x="29625" y="15276"/>
                  </a:lnTo>
                  <a:lnTo>
                    <a:pt x="28354" y="15196"/>
                  </a:lnTo>
                  <a:lnTo>
                    <a:pt x="25872" y="14974"/>
                  </a:lnTo>
                  <a:lnTo>
                    <a:pt x="24116" y="14832"/>
                  </a:lnTo>
                  <a:lnTo>
                    <a:pt x="22360" y="14691"/>
                  </a:lnTo>
                  <a:lnTo>
                    <a:pt x="20585" y="14590"/>
                  </a:lnTo>
                  <a:lnTo>
                    <a:pt x="19697" y="14550"/>
                  </a:lnTo>
                  <a:lnTo>
                    <a:pt x="18809" y="14530"/>
                  </a:lnTo>
                  <a:lnTo>
                    <a:pt x="17073" y="14530"/>
                  </a:lnTo>
                  <a:lnTo>
                    <a:pt x="16226" y="14570"/>
                  </a:lnTo>
                  <a:lnTo>
                    <a:pt x="15398" y="14631"/>
                  </a:lnTo>
                  <a:lnTo>
                    <a:pt x="14591" y="14691"/>
                  </a:lnTo>
                  <a:lnTo>
                    <a:pt x="13824" y="14792"/>
                  </a:lnTo>
                  <a:lnTo>
                    <a:pt x="13057" y="14893"/>
                  </a:lnTo>
                  <a:lnTo>
                    <a:pt x="12311" y="15034"/>
                  </a:lnTo>
                  <a:lnTo>
                    <a:pt x="11584" y="15175"/>
                  </a:lnTo>
                  <a:lnTo>
                    <a:pt x="10878" y="15337"/>
                  </a:lnTo>
                  <a:lnTo>
                    <a:pt x="10192" y="15539"/>
                  </a:lnTo>
                  <a:lnTo>
                    <a:pt x="9526" y="15740"/>
                  </a:lnTo>
                  <a:lnTo>
                    <a:pt x="8880" y="15962"/>
                  </a:lnTo>
                  <a:lnTo>
                    <a:pt x="8255" y="16205"/>
                  </a:lnTo>
                  <a:lnTo>
                    <a:pt x="7629" y="16487"/>
                  </a:lnTo>
                  <a:lnTo>
                    <a:pt x="7024" y="16770"/>
                  </a:lnTo>
                  <a:lnTo>
                    <a:pt x="6539" y="17012"/>
                  </a:lnTo>
                  <a:lnTo>
                    <a:pt x="6055" y="17294"/>
                  </a:lnTo>
                  <a:lnTo>
                    <a:pt x="5086" y="17839"/>
                  </a:lnTo>
                  <a:lnTo>
                    <a:pt x="4441" y="18202"/>
                  </a:lnTo>
                  <a:lnTo>
                    <a:pt x="3775" y="18586"/>
                  </a:lnTo>
                  <a:lnTo>
                    <a:pt x="3089" y="18929"/>
                  </a:lnTo>
                  <a:lnTo>
                    <a:pt x="2382" y="19252"/>
                  </a:lnTo>
                  <a:lnTo>
                    <a:pt x="2160" y="19353"/>
                  </a:lnTo>
                  <a:lnTo>
                    <a:pt x="1918" y="19413"/>
                  </a:lnTo>
                  <a:lnTo>
                    <a:pt x="1676" y="19454"/>
                  </a:lnTo>
                  <a:lnTo>
                    <a:pt x="1434" y="19454"/>
                  </a:lnTo>
                  <a:lnTo>
                    <a:pt x="1333" y="19413"/>
                  </a:lnTo>
                  <a:lnTo>
                    <a:pt x="1212" y="19373"/>
                  </a:lnTo>
                  <a:lnTo>
                    <a:pt x="1030" y="19272"/>
                  </a:lnTo>
                  <a:lnTo>
                    <a:pt x="869" y="19111"/>
                  </a:lnTo>
                  <a:lnTo>
                    <a:pt x="748" y="18949"/>
                  </a:lnTo>
                  <a:lnTo>
                    <a:pt x="627" y="18788"/>
                  </a:lnTo>
                  <a:lnTo>
                    <a:pt x="546" y="18606"/>
                  </a:lnTo>
                  <a:lnTo>
                    <a:pt x="425" y="18324"/>
                  </a:lnTo>
                  <a:lnTo>
                    <a:pt x="324" y="18001"/>
                  </a:lnTo>
                  <a:lnTo>
                    <a:pt x="263" y="17678"/>
                  </a:lnTo>
                  <a:lnTo>
                    <a:pt x="203" y="17335"/>
                  </a:lnTo>
                  <a:lnTo>
                    <a:pt x="162" y="16992"/>
                  </a:lnTo>
                  <a:lnTo>
                    <a:pt x="122" y="16326"/>
                  </a:lnTo>
                  <a:lnTo>
                    <a:pt x="102" y="15660"/>
                  </a:lnTo>
                  <a:lnTo>
                    <a:pt x="102" y="14368"/>
                  </a:lnTo>
                  <a:lnTo>
                    <a:pt x="82" y="13137"/>
                  </a:lnTo>
                  <a:lnTo>
                    <a:pt x="102" y="11947"/>
                  </a:lnTo>
                  <a:lnTo>
                    <a:pt x="122" y="10756"/>
                  </a:lnTo>
                  <a:lnTo>
                    <a:pt x="203" y="9485"/>
                  </a:lnTo>
                  <a:lnTo>
                    <a:pt x="324" y="8274"/>
                  </a:lnTo>
                  <a:lnTo>
                    <a:pt x="405" y="7689"/>
                  </a:lnTo>
                  <a:lnTo>
                    <a:pt x="485" y="7124"/>
                  </a:lnTo>
                  <a:lnTo>
                    <a:pt x="586" y="6579"/>
                  </a:lnTo>
                  <a:lnTo>
                    <a:pt x="687" y="6054"/>
                  </a:lnTo>
                  <a:lnTo>
                    <a:pt x="808" y="5529"/>
                  </a:lnTo>
                  <a:lnTo>
                    <a:pt x="929" y="5025"/>
                  </a:lnTo>
                  <a:lnTo>
                    <a:pt x="1071" y="4541"/>
                  </a:lnTo>
                  <a:lnTo>
                    <a:pt x="1232" y="4056"/>
                  </a:lnTo>
                  <a:lnTo>
                    <a:pt x="1393" y="3592"/>
                  </a:lnTo>
                  <a:lnTo>
                    <a:pt x="1555" y="3128"/>
                  </a:lnTo>
                  <a:lnTo>
                    <a:pt x="1736" y="2684"/>
                  </a:lnTo>
                  <a:lnTo>
                    <a:pt x="1938" y="2260"/>
                  </a:lnTo>
                  <a:lnTo>
                    <a:pt x="2039" y="2038"/>
                  </a:lnTo>
                  <a:lnTo>
                    <a:pt x="2301" y="1493"/>
                  </a:lnTo>
                  <a:lnTo>
                    <a:pt x="2463" y="1231"/>
                  </a:lnTo>
                  <a:lnTo>
                    <a:pt x="2624" y="969"/>
                  </a:lnTo>
                  <a:lnTo>
                    <a:pt x="2806" y="727"/>
                  </a:lnTo>
                  <a:lnTo>
                    <a:pt x="3008" y="525"/>
                  </a:lnTo>
                  <a:lnTo>
                    <a:pt x="3129" y="444"/>
                  </a:lnTo>
                  <a:lnTo>
                    <a:pt x="3250" y="363"/>
                  </a:lnTo>
                  <a:lnTo>
                    <a:pt x="3391" y="283"/>
                  </a:lnTo>
                  <a:lnTo>
                    <a:pt x="3532" y="222"/>
                  </a:lnTo>
                  <a:lnTo>
                    <a:pt x="3795" y="161"/>
                  </a:lnTo>
                  <a:lnTo>
                    <a:pt x="4057" y="101"/>
                  </a:lnTo>
                  <a:lnTo>
                    <a:pt x="4340" y="81"/>
                  </a:lnTo>
                  <a:close/>
                  <a:moveTo>
                    <a:pt x="4360" y="0"/>
                  </a:moveTo>
                  <a:lnTo>
                    <a:pt x="3997" y="40"/>
                  </a:lnTo>
                  <a:lnTo>
                    <a:pt x="3714" y="81"/>
                  </a:lnTo>
                  <a:lnTo>
                    <a:pt x="3492" y="161"/>
                  </a:lnTo>
                  <a:lnTo>
                    <a:pt x="3351" y="222"/>
                  </a:lnTo>
                  <a:lnTo>
                    <a:pt x="3210" y="283"/>
                  </a:lnTo>
                  <a:lnTo>
                    <a:pt x="3089" y="363"/>
                  </a:lnTo>
                  <a:lnTo>
                    <a:pt x="2967" y="464"/>
                  </a:lnTo>
                  <a:lnTo>
                    <a:pt x="2745" y="666"/>
                  </a:lnTo>
                  <a:lnTo>
                    <a:pt x="2564" y="908"/>
                  </a:lnTo>
                  <a:lnTo>
                    <a:pt x="2382" y="1170"/>
                  </a:lnTo>
                  <a:lnTo>
                    <a:pt x="2241" y="1453"/>
                  </a:lnTo>
                  <a:lnTo>
                    <a:pt x="1958" y="2018"/>
                  </a:lnTo>
                  <a:lnTo>
                    <a:pt x="1878" y="2220"/>
                  </a:lnTo>
                  <a:lnTo>
                    <a:pt x="1676" y="2664"/>
                  </a:lnTo>
                  <a:lnTo>
                    <a:pt x="1494" y="3108"/>
                  </a:lnTo>
                  <a:lnTo>
                    <a:pt x="1313" y="3552"/>
                  </a:lnTo>
                  <a:lnTo>
                    <a:pt x="1151" y="4036"/>
                  </a:lnTo>
                  <a:lnTo>
                    <a:pt x="990" y="4500"/>
                  </a:lnTo>
                  <a:lnTo>
                    <a:pt x="849" y="5005"/>
                  </a:lnTo>
                  <a:lnTo>
                    <a:pt x="727" y="5509"/>
                  </a:lnTo>
                  <a:lnTo>
                    <a:pt x="606" y="6034"/>
                  </a:lnTo>
                  <a:lnTo>
                    <a:pt x="505" y="6559"/>
                  </a:lnTo>
                  <a:lnTo>
                    <a:pt x="405" y="7103"/>
                  </a:lnTo>
                  <a:lnTo>
                    <a:pt x="324" y="7668"/>
                  </a:lnTo>
                  <a:lnTo>
                    <a:pt x="243" y="8254"/>
                  </a:lnTo>
                  <a:lnTo>
                    <a:pt x="122" y="9464"/>
                  </a:lnTo>
                  <a:lnTo>
                    <a:pt x="41" y="10756"/>
                  </a:lnTo>
                  <a:lnTo>
                    <a:pt x="21" y="11947"/>
                  </a:lnTo>
                  <a:lnTo>
                    <a:pt x="1" y="13137"/>
                  </a:lnTo>
                  <a:lnTo>
                    <a:pt x="21" y="14368"/>
                  </a:lnTo>
                  <a:lnTo>
                    <a:pt x="21" y="15660"/>
                  </a:lnTo>
                  <a:lnTo>
                    <a:pt x="41" y="16326"/>
                  </a:lnTo>
                  <a:lnTo>
                    <a:pt x="82" y="17012"/>
                  </a:lnTo>
                  <a:lnTo>
                    <a:pt x="122" y="17355"/>
                  </a:lnTo>
                  <a:lnTo>
                    <a:pt x="183" y="17678"/>
                  </a:lnTo>
                  <a:lnTo>
                    <a:pt x="263" y="18021"/>
                  </a:lnTo>
                  <a:lnTo>
                    <a:pt x="344" y="18344"/>
                  </a:lnTo>
                  <a:lnTo>
                    <a:pt x="405" y="18505"/>
                  </a:lnTo>
                  <a:lnTo>
                    <a:pt x="485" y="18687"/>
                  </a:lnTo>
                  <a:lnTo>
                    <a:pt x="586" y="18868"/>
                  </a:lnTo>
                  <a:lnTo>
                    <a:pt x="707" y="19030"/>
                  </a:lnTo>
                  <a:lnTo>
                    <a:pt x="849" y="19211"/>
                  </a:lnTo>
                  <a:lnTo>
                    <a:pt x="1010" y="19353"/>
                  </a:lnTo>
                  <a:lnTo>
                    <a:pt x="1192" y="19454"/>
                  </a:lnTo>
                  <a:lnTo>
                    <a:pt x="1313" y="19494"/>
                  </a:lnTo>
                  <a:lnTo>
                    <a:pt x="1414" y="19534"/>
                  </a:lnTo>
                  <a:lnTo>
                    <a:pt x="1615" y="19555"/>
                  </a:lnTo>
                  <a:lnTo>
                    <a:pt x="1817" y="19534"/>
                  </a:lnTo>
                  <a:lnTo>
                    <a:pt x="2039" y="19474"/>
                  </a:lnTo>
                  <a:lnTo>
                    <a:pt x="2241" y="19413"/>
                  </a:lnTo>
                  <a:lnTo>
                    <a:pt x="2423" y="19333"/>
                  </a:lnTo>
                  <a:lnTo>
                    <a:pt x="3129" y="19010"/>
                  </a:lnTo>
                  <a:lnTo>
                    <a:pt x="3795" y="18646"/>
                  </a:lnTo>
                  <a:lnTo>
                    <a:pt x="4481" y="18283"/>
                  </a:lnTo>
                  <a:lnTo>
                    <a:pt x="5127" y="17900"/>
                  </a:lnTo>
                  <a:lnTo>
                    <a:pt x="6095" y="17355"/>
                  </a:lnTo>
                  <a:lnTo>
                    <a:pt x="6580" y="17093"/>
                  </a:lnTo>
                  <a:lnTo>
                    <a:pt x="7064" y="16830"/>
                  </a:lnTo>
                  <a:lnTo>
                    <a:pt x="7669" y="16548"/>
                  </a:lnTo>
                  <a:lnTo>
                    <a:pt x="8275" y="16285"/>
                  </a:lnTo>
                  <a:lnTo>
                    <a:pt x="8900" y="16043"/>
                  </a:lnTo>
                  <a:lnTo>
                    <a:pt x="9566" y="15821"/>
                  </a:lnTo>
                  <a:lnTo>
                    <a:pt x="10232" y="15619"/>
                  </a:lnTo>
                  <a:lnTo>
                    <a:pt x="10898" y="15418"/>
                  </a:lnTo>
                  <a:lnTo>
                    <a:pt x="11604" y="15256"/>
                  </a:lnTo>
                  <a:lnTo>
                    <a:pt x="12331" y="15115"/>
                  </a:lnTo>
                  <a:lnTo>
                    <a:pt x="13078" y="14974"/>
                  </a:lnTo>
                  <a:lnTo>
                    <a:pt x="13824" y="14873"/>
                  </a:lnTo>
                  <a:lnTo>
                    <a:pt x="14611" y="14772"/>
                  </a:lnTo>
                  <a:lnTo>
                    <a:pt x="15419" y="14711"/>
                  </a:lnTo>
                  <a:lnTo>
                    <a:pt x="16226" y="14651"/>
                  </a:lnTo>
                  <a:lnTo>
                    <a:pt x="17073" y="14610"/>
                  </a:lnTo>
                  <a:lnTo>
                    <a:pt x="18809" y="14610"/>
                  </a:lnTo>
                  <a:lnTo>
                    <a:pt x="19697" y="14631"/>
                  </a:lnTo>
                  <a:lnTo>
                    <a:pt x="20585" y="14671"/>
                  </a:lnTo>
                  <a:lnTo>
                    <a:pt x="22360" y="14772"/>
                  </a:lnTo>
                  <a:lnTo>
                    <a:pt x="24116" y="14913"/>
                  </a:lnTo>
                  <a:lnTo>
                    <a:pt x="25852" y="15054"/>
                  </a:lnTo>
                  <a:lnTo>
                    <a:pt x="28354" y="15276"/>
                  </a:lnTo>
                  <a:lnTo>
                    <a:pt x="29605" y="15357"/>
                  </a:lnTo>
                  <a:lnTo>
                    <a:pt x="30876" y="15438"/>
                  </a:lnTo>
                  <a:lnTo>
                    <a:pt x="31240" y="15458"/>
                  </a:lnTo>
                  <a:lnTo>
                    <a:pt x="31441" y="15438"/>
                  </a:lnTo>
                  <a:lnTo>
                    <a:pt x="31623" y="15418"/>
                  </a:lnTo>
                  <a:lnTo>
                    <a:pt x="31785" y="15397"/>
                  </a:lnTo>
                  <a:lnTo>
                    <a:pt x="31966" y="15337"/>
                  </a:lnTo>
                  <a:lnTo>
                    <a:pt x="32128" y="15256"/>
                  </a:lnTo>
                  <a:lnTo>
                    <a:pt x="32269" y="15155"/>
                  </a:lnTo>
                  <a:lnTo>
                    <a:pt x="32350" y="15075"/>
                  </a:lnTo>
                  <a:lnTo>
                    <a:pt x="32430" y="14994"/>
                  </a:lnTo>
                  <a:lnTo>
                    <a:pt x="32551" y="14812"/>
                  </a:lnTo>
                  <a:lnTo>
                    <a:pt x="32612" y="14610"/>
                  </a:lnTo>
                  <a:lnTo>
                    <a:pt x="32672" y="14388"/>
                  </a:lnTo>
                  <a:lnTo>
                    <a:pt x="32672" y="14166"/>
                  </a:lnTo>
                  <a:lnTo>
                    <a:pt x="32652" y="13944"/>
                  </a:lnTo>
                  <a:lnTo>
                    <a:pt x="32592" y="13743"/>
                  </a:lnTo>
                  <a:lnTo>
                    <a:pt x="32511" y="13541"/>
                  </a:lnTo>
                  <a:lnTo>
                    <a:pt x="32410" y="13339"/>
                  </a:lnTo>
                  <a:lnTo>
                    <a:pt x="32269" y="13157"/>
                  </a:lnTo>
                  <a:lnTo>
                    <a:pt x="32128" y="12996"/>
                  </a:lnTo>
                  <a:lnTo>
                    <a:pt x="31966" y="12835"/>
                  </a:lnTo>
                  <a:lnTo>
                    <a:pt x="31805" y="12693"/>
                  </a:lnTo>
                  <a:lnTo>
                    <a:pt x="31623" y="12572"/>
                  </a:lnTo>
                  <a:lnTo>
                    <a:pt x="31280" y="12350"/>
                  </a:lnTo>
                  <a:lnTo>
                    <a:pt x="30715" y="12027"/>
                  </a:lnTo>
                  <a:lnTo>
                    <a:pt x="30130" y="11725"/>
                  </a:lnTo>
                  <a:lnTo>
                    <a:pt x="29524" y="11462"/>
                  </a:lnTo>
                  <a:lnTo>
                    <a:pt x="28919" y="11220"/>
                  </a:lnTo>
                  <a:lnTo>
                    <a:pt x="28293" y="10998"/>
                  </a:lnTo>
                  <a:lnTo>
                    <a:pt x="27648" y="10796"/>
                  </a:lnTo>
                  <a:lnTo>
                    <a:pt x="26396" y="10413"/>
                  </a:lnTo>
                  <a:lnTo>
                    <a:pt x="26336" y="10393"/>
                  </a:lnTo>
                  <a:lnTo>
                    <a:pt x="24237" y="9767"/>
                  </a:lnTo>
                  <a:lnTo>
                    <a:pt x="23208" y="9444"/>
                  </a:lnTo>
                  <a:lnTo>
                    <a:pt x="22179" y="9101"/>
                  </a:lnTo>
                  <a:lnTo>
                    <a:pt x="21170" y="8758"/>
                  </a:lnTo>
                  <a:lnTo>
                    <a:pt x="20161" y="8395"/>
                  </a:lnTo>
                  <a:lnTo>
                    <a:pt x="19152" y="8032"/>
                  </a:lnTo>
                  <a:lnTo>
                    <a:pt x="18183" y="7628"/>
                  </a:lnTo>
                  <a:lnTo>
                    <a:pt x="17215" y="7224"/>
                  </a:lnTo>
                  <a:lnTo>
                    <a:pt x="16266" y="6781"/>
                  </a:lnTo>
                  <a:lnTo>
                    <a:pt x="15338" y="6316"/>
                  </a:lnTo>
                  <a:lnTo>
                    <a:pt x="14410" y="5832"/>
                  </a:lnTo>
                  <a:lnTo>
                    <a:pt x="13522" y="5328"/>
                  </a:lnTo>
                  <a:lnTo>
                    <a:pt x="12654" y="4783"/>
                  </a:lnTo>
                  <a:lnTo>
                    <a:pt x="11806" y="4197"/>
                  </a:lnTo>
                  <a:lnTo>
                    <a:pt x="10979" y="3572"/>
                  </a:lnTo>
                  <a:lnTo>
                    <a:pt x="10010" y="2805"/>
                  </a:lnTo>
                  <a:lnTo>
                    <a:pt x="9365" y="2280"/>
                  </a:lnTo>
                  <a:lnTo>
                    <a:pt x="8699" y="1776"/>
                  </a:lnTo>
                  <a:lnTo>
                    <a:pt x="8356" y="1514"/>
                  </a:lnTo>
                  <a:lnTo>
                    <a:pt x="8012" y="1292"/>
                  </a:lnTo>
                  <a:lnTo>
                    <a:pt x="7669" y="1070"/>
                  </a:lnTo>
                  <a:lnTo>
                    <a:pt x="7306" y="848"/>
                  </a:lnTo>
                  <a:lnTo>
                    <a:pt x="6923" y="666"/>
                  </a:lnTo>
                  <a:lnTo>
                    <a:pt x="6559" y="505"/>
                  </a:lnTo>
                  <a:lnTo>
                    <a:pt x="6216" y="363"/>
                  </a:lnTo>
                  <a:lnTo>
                    <a:pt x="5894" y="242"/>
                  </a:lnTo>
                  <a:lnTo>
                    <a:pt x="5591" y="161"/>
                  </a:lnTo>
                  <a:lnTo>
                    <a:pt x="5308" y="101"/>
                  </a:lnTo>
                  <a:lnTo>
                    <a:pt x="5046" y="61"/>
                  </a:lnTo>
                  <a:lnTo>
                    <a:pt x="4804" y="20"/>
                  </a:lnTo>
                  <a:lnTo>
                    <a:pt x="456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1475895" y="4628534"/>
              <a:ext cx="794334" cy="541632"/>
            </a:xfrm>
            <a:custGeom>
              <a:rect b="b" l="l" r="r" t="t"/>
              <a:pathLst>
                <a:path extrusionOk="0" h="9688" w="14208">
                  <a:moveTo>
                    <a:pt x="2765" y="81"/>
                  </a:moveTo>
                  <a:lnTo>
                    <a:pt x="2967" y="142"/>
                  </a:lnTo>
                  <a:lnTo>
                    <a:pt x="3189" y="223"/>
                  </a:lnTo>
                  <a:lnTo>
                    <a:pt x="3431" y="324"/>
                  </a:lnTo>
                  <a:lnTo>
                    <a:pt x="3694" y="465"/>
                  </a:lnTo>
                  <a:lnTo>
                    <a:pt x="3956" y="626"/>
                  </a:lnTo>
                  <a:lnTo>
                    <a:pt x="4218" y="828"/>
                  </a:lnTo>
                  <a:lnTo>
                    <a:pt x="4501" y="1070"/>
                  </a:lnTo>
                  <a:lnTo>
                    <a:pt x="5005" y="1474"/>
                  </a:lnTo>
                  <a:lnTo>
                    <a:pt x="5510" y="1837"/>
                  </a:lnTo>
                  <a:lnTo>
                    <a:pt x="6055" y="2200"/>
                  </a:lnTo>
                  <a:lnTo>
                    <a:pt x="6600" y="2523"/>
                  </a:lnTo>
                  <a:lnTo>
                    <a:pt x="7165" y="2826"/>
                  </a:lnTo>
                  <a:lnTo>
                    <a:pt x="7750" y="3088"/>
                  </a:lnTo>
                  <a:lnTo>
                    <a:pt x="8335" y="3330"/>
                  </a:lnTo>
                  <a:lnTo>
                    <a:pt x="8940" y="3532"/>
                  </a:lnTo>
                  <a:lnTo>
                    <a:pt x="9566" y="3714"/>
                  </a:lnTo>
                  <a:lnTo>
                    <a:pt x="10171" y="3895"/>
                  </a:lnTo>
                  <a:lnTo>
                    <a:pt x="11140" y="4158"/>
                  </a:lnTo>
                  <a:lnTo>
                    <a:pt x="11624" y="4319"/>
                  </a:lnTo>
                  <a:lnTo>
                    <a:pt x="12089" y="4481"/>
                  </a:lnTo>
                  <a:lnTo>
                    <a:pt x="12533" y="4683"/>
                  </a:lnTo>
                  <a:lnTo>
                    <a:pt x="12956" y="4904"/>
                  </a:lnTo>
                  <a:lnTo>
                    <a:pt x="13178" y="5046"/>
                  </a:lnTo>
                  <a:lnTo>
                    <a:pt x="13380" y="5167"/>
                  </a:lnTo>
                  <a:lnTo>
                    <a:pt x="13562" y="5328"/>
                  </a:lnTo>
                  <a:lnTo>
                    <a:pt x="13764" y="5490"/>
                  </a:lnTo>
                  <a:lnTo>
                    <a:pt x="13945" y="5671"/>
                  </a:lnTo>
                  <a:lnTo>
                    <a:pt x="14066" y="5853"/>
                  </a:lnTo>
                  <a:lnTo>
                    <a:pt x="14086" y="5934"/>
                  </a:lnTo>
                  <a:lnTo>
                    <a:pt x="14127" y="6014"/>
                  </a:lnTo>
                  <a:lnTo>
                    <a:pt x="14127" y="6095"/>
                  </a:lnTo>
                  <a:lnTo>
                    <a:pt x="14127" y="6176"/>
                  </a:lnTo>
                  <a:lnTo>
                    <a:pt x="14086" y="6317"/>
                  </a:lnTo>
                  <a:lnTo>
                    <a:pt x="14006" y="6458"/>
                  </a:lnTo>
                  <a:lnTo>
                    <a:pt x="13864" y="6579"/>
                  </a:lnTo>
                  <a:lnTo>
                    <a:pt x="13683" y="6721"/>
                  </a:lnTo>
                  <a:lnTo>
                    <a:pt x="13461" y="6842"/>
                  </a:lnTo>
                  <a:lnTo>
                    <a:pt x="13239" y="6963"/>
                  </a:lnTo>
                  <a:lnTo>
                    <a:pt x="12997" y="7064"/>
                  </a:lnTo>
                  <a:lnTo>
                    <a:pt x="12755" y="7165"/>
                  </a:lnTo>
                  <a:lnTo>
                    <a:pt x="12512" y="7225"/>
                  </a:lnTo>
                  <a:lnTo>
                    <a:pt x="12270" y="7286"/>
                  </a:lnTo>
                  <a:lnTo>
                    <a:pt x="11766" y="7387"/>
                  </a:lnTo>
                  <a:lnTo>
                    <a:pt x="11261" y="7447"/>
                  </a:lnTo>
                  <a:lnTo>
                    <a:pt x="10716" y="7467"/>
                  </a:lnTo>
                  <a:lnTo>
                    <a:pt x="9647" y="7488"/>
                  </a:lnTo>
                  <a:lnTo>
                    <a:pt x="8940" y="7508"/>
                  </a:lnTo>
                  <a:lnTo>
                    <a:pt x="8234" y="7528"/>
                  </a:lnTo>
                  <a:lnTo>
                    <a:pt x="7891" y="7548"/>
                  </a:lnTo>
                  <a:lnTo>
                    <a:pt x="7548" y="7588"/>
                  </a:lnTo>
                  <a:lnTo>
                    <a:pt x="7205" y="7649"/>
                  </a:lnTo>
                  <a:lnTo>
                    <a:pt x="6862" y="7710"/>
                  </a:lnTo>
                  <a:lnTo>
                    <a:pt x="6559" y="7790"/>
                  </a:lnTo>
                  <a:lnTo>
                    <a:pt x="6236" y="7891"/>
                  </a:lnTo>
                  <a:lnTo>
                    <a:pt x="5651" y="8113"/>
                  </a:lnTo>
                  <a:lnTo>
                    <a:pt x="5066" y="8375"/>
                  </a:lnTo>
                  <a:lnTo>
                    <a:pt x="4501" y="8658"/>
                  </a:lnTo>
                  <a:lnTo>
                    <a:pt x="3653" y="9041"/>
                  </a:lnTo>
                  <a:lnTo>
                    <a:pt x="3209" y="9223"/>
                  </a:lnTo>
                  <a:lnTo>
                    <a:pt x="2786" y="9384"/>
                  </a:lnTo>
                  <a:lnTo>
                    <a:pt x="2483" y="9485"/>
                  </a:lnTo>
                  <a:lnTo>
                    <a:pt x="2221" y="9546"/>
                  </a:lnTo>
                  <a:lnTo>
                    <a:pt x="1978" y="9586"/>
                  </a:lnTo>
                  <a:lnTo>
                    <a:pt x="1756" y="9606"/>
                  </a:lnTo>
                  <a:lnTo>
                    <a:pt x="1555" y="9606"/>
                  </a:lnTo>
                  <a:lnTo>
                    <a:pt x="1373" y="9586"/>
                  </a:lnTo>
                  <a:lnTo>
                    <a:pt x="1212" y="9566"/>
                  </a:lnTo>
                  <a:lnTo>
                    <a:pt x="1070" y="9526"/>
                  </a:lnTo>
                  <a:lnTo>
                    <a:pt x="929" y="9465"/>
                  </a:lnTo>
                  <a:lnTo>
                    <a:pt x="808" y="9405"/>
                  </a:lnTo>
                  <a:lnTo>
                    <a:pt x="626" y="9284"/>
                  </a:lnTo>
                  <a:lnTo>
                    <a:pt x="485" y="9162"/>
                  </a:lnTo>
                  <a:lnTo>
                    <a:pt x="404" y="9082"/>
                  </a:lnTo>
                  <a:lnTo>
                    <a:pt x="303" y="8920"/>
                  </a:lnTo>
                  <a:lnTo>
                    <a:pt x="243" y="8759"/>
                  </a:lnTo>
                  <a:lnTo>
                    <a:pt x="182" y="8597"/>
                  </a:lnTo>
                  <a:lnTo>
                    <a:pt x="142" y="8436"/>
                  </a:lnTo>
                  <a:lnTo>
                    <a:pt x="102" y="8073"/>
                  </a:lnTo>
                  <a:lnTo>
                    <a:pt x="81" y="7730"/>
                  </a:lnTo>
                  <a:lnTo>
                    <a:pt x="102" y="6983"/>
                  </a:lnTo>
                  <a:lnTo>
                    <a:pt x="142" y="6236"/>
                  </a:lnTo>
                  <a:lnTo>
                    <a:pt x="243" y="5470"/>
                  </a:lnTo>
                  <a:lnTo>
                    <a:pt x="364" y="4703"/>
                  </a:lnTo>
                  <a:lnTo>
                    <a:pt x="525" y="3895"/>
                  </a:lnTo>
                  <a:lnTo>
                    <a:pt x="727" y="3068"/>
                  </a:lnTo>
                  <a:lnTo>
                    <a:pt x="990" y="2200"/>
                  </a:lnTo>
                  <a:lnTo>
                    <a:pt x="1272" y="1292"/>
                  </a:lnTo>
                  <a:lnTo>
                    <a:pt x="1373" y="1050"/>
                  </a:lnTo>
                  <a:lnTo>
                    <a:pt x="1454" y="848"/>
                  </a:lnTo>
                  <a:lnTo>
                    <a:pt x="1575" y="667"/>
                  </a:lnTo>
                  <a:lnTo>
                    <a:pt x="1696" y="505"/>
                  </a:lnTo>
                  <a:lnTo>
                    <a:pt x="1817" y="364"/>
                  </a:lnTo>
                  <a:lnTo>
                    <a:pt x="1958" y="263"/>
                  </a:lnTo>
                  <a:lnTo>
                    <a:pt x="2099" y="162"/>
                  </a:lnTo>
                  <a:lnTo>
                    <a:pt x="2261" y="122"/>
                  </a:lnTo>
                  <a:lnTo>
                    <a:pt x="2402" y="81"/>
                  </a:lnTo>
                  <a:close/>
                  <a:moveTo>
                    <a:pt x="2463" y="1"/>
                  </a:moveTo>
                  <a:lnTo>
                    <a:pt x="2241" y="41"/>
                  </a:lnTo>
                  <a:lnTo>
                    <a:pt x="2079" y="102"/>
                  </a:lnTo>
                  <a:lnTo>
                    <a:pt x="1918" y="182"/>
                  </a:lnTo>
                  <a:lnTo>
                    <a:pt x="1777" y="303"/>
                  </a:lnTo>
                  <a:lnTo>
                    <a:pt x="1635" y="445"/>
                  </a:lnTo>
                  <a:lnTo>
                    <a:pt x="1514" y="606"/>
                  </a:lnTo>
                  <a:lnTo>
                    <a:pt x="1393" y="808"/>
                  </a:lnTo>
                  <a:lnTo>
                    <a:pt x="1292" y="1030"/>
                  </a:lnTo>
                  <a:lnTo>
                    <a:pt x="1191" y="1272"/>
                  </a:lnTo>
                  <a:lnTo>
                    <a:pt x="909" y="2180"/>
                  </a:lnTo>
                  <a:lnTo>
                    <a:pt x="646" y="3048"/>
                  </a:lnTo>
                  <a:lnTo>
                    <a:pt x="445" y="3875"/>
                  </a:lnTo>
                  <a:lnTo>
                    <a:pt x="283" y="4683"/>
                  </a:lnTo>
                  <a:lnTo>
                    <a:pt x="162" y="5470"/>
                  </a:lnTo>
                  <a:lnTo>
                    <a:pt x="61" y="6236"/>
                  </a:lnTo>
                  <a:lnTo>
                    <a:pt x="21" y="6983"/>
                  </a:lnTo>
                  <a:lnTo>
                    <a:pt x="1" y="7730"/>
                  </a:lnTo>
                  <a:lnTo>
                    <a:pt x="21" y="8093"/>
                  </a:lnTo>
                  <a:lnTo>
                    <a:pt x="41" y="8275"/>
                  </a:lnTo>
                  <a:lnTo>
                    <a:pt x="61" y="8456"/>
                  </a:lnTo>
                  <a:lnTo>
                    <a:pt x="102" y="8638"/>
                  </a:lnTo>
                  <a:lnTo>
                    <a:pt x="162" y="8799"/>
                  </a:lnTo>
                  <a:lnTo>
                    <a:pt x="243" y="8961"/>
                  </a:lnTo>
                  <a:lnTo>
                    <a:pt x="344" y="9122"/>
                  </a:lnTo>
                  <a:lnTo>
                    <a:pt x="465" y="9263"/>
                  </a:lnTo>
                  <a:lnTo>
                    <a:pt x="606" y="9384"/>
                  </a:lnTo>
                  <a:lnTo>
                    <a:pt x="768" y="9485"/>
                  </a:lnTo>
                  <a:lnTo>
                    <a:pt x="929" y="9566"/>
                  </a:lnTo>
                  <a:lnTo>
                    <a:pt x="1111" y="9627"/>
                  </a:lnTo>
                  <a:lnTo>
                    <a:pt x="1272" y="9647"/>
                  </a:lnTo>
                  <a:lnTo>
                    <a:pt x="1454" y="9667"/>
                  </a:lnTo>
                  <a:lnTo>
                    <a:pt x="1635" y="9687"/>
                  </a:lnTo>
                  <a:lnTo>
                    <a:pt x="1999" y="9667"/>
                  </a:lnTo>
                  <a:lnTo>
                    <a:pt x="2321" y="9606"/>
                  </a:lnTo>
                  <a:lnTo>
                    <a:pt x="2604" y="9526"/>
                  </a:lnTo>
                  <a:lnTo>
                    <a:pt x="2806" y="9465"/>
                  </a:lnTo>
                  <a:lnTo>
                    <a:pt x="3250" y="9304"/>
                  </a:lnTo>
                  <a:lnTo>
                    <a:pt x="3673" y="9122"/>
                  </a:lnTo>
                  <a:lnTo>
                    <a:pt x="4521" y="8719"/>
                  </a:lnTo>
                  <a:lnTo>
                    <a:pt x="5106" y="8456"/>
                  </a:lnTo>
                  <a:lnTo>
                    <a:pt x="5671" y="8194"/>
                  </a:lnTo>
                  <a:lnTo>
                    <a:pt x="6277" y="7972"/>
                  </a:lnTo>
                  <a:lnTo>
                    <a:pt x="6579" y="7871"/>
                  </a:lnTo>
                  <a:lnTo>
                    <a:pt x="6882" y="7790"/>
                  </a:lnTo>
                  <a:lnTo>
                    <a:pt x="7205" y="7730"/>
                  </a:lnTo>
                  <a:lnTo>
                    <a:pt x="7548" y="7669"/>
                  </a:lnTo>
                  <a:lnTo>
                    <a:pt x="7891" y="7629"/>
                  </a:lnTo>
                  <a:lnTo>
                    <a:pt x="8254" y="7609"/>
                  </a:lnTo>
                  <a:lnTo>
                    <a:pt x="8940" y="7588"/>
                  </a:lnTo>
                  <a:lnTo>
                    <a:pt x="9647" y="7568"/>
                  </a:lnTo>
                  <a:lnTo>
                    <a:pt x="10716" y="7548"/>
                  </a:lnTo>
                  <a:lnTo>
                    <a:pt x="11241" y="7528"/>
                  </a:lnTo>
                  <a:lnTo>
                    <a:pt x="11766" y="7467"/>
                  </a:lnTo>
                  <a:lnTo>
                    <a:pt x="12290" y="7366"/>
                  </a:lnTo>
                  <a:lnTo>
                    <a:pt x="12533" y="7306"/>
                  </a:lnTo>
                  <a:lnTo>
                    <a:pt x="12775" y="7225"/>
                  </a:lnTo>
                  <a:lnTo>
                    <a:pt x="13037" y="7144"/>
                  </a:lnTo>
                  <a:lnTo>
                    <a:pt x="13259" y="7044"/>
                  </a:lnTo>
                  <a:lnTo>
                    <a:pt x="13501" y="6922"/>
                  </a:lnTo>
                  <a:lnTo>
                    <a:pt x="13723" y="6781"/>
                  </a:lnTo>
                  <a:lnTo>
                    <a:pt x="13885" y="6680"/>
                  </a:lnTo>
                  <a:lnTo>
                    <a:pt x="14026" y="6559"/>
                  </a:lnTo>
                  <a:lnTo>
                    <a:pt x="14086" y="6479"/>
                  </a:lnTo>
                  <a:lnTo>
                    <a:pt x="14147" y="6398"/>
                  </a:lnTo>
                  <a:lnTo>
                    <a:pt x="14187" y="6297"/>
                  </a:lnTo>
                  <a:lnTo>
                    <a:pt x="14207" y="6196"/>
                  </a:lnTo>
                  <a:lnTo>
                    <a:pt x="14207" y="6095"/>
                  </a:lnTo>
                  <a:lnTo>
                    <a:pt x="14207" y="6014"/>
                  </a:lnTo>
                  <a:lnTo>
                    <a:pt x="14167" y="5913"/>
                  </a:lnTo>
                  <a:lnTo>
                    <a:pt x="14127" y="5813"/>
                  </a:lnTo>
                  <a:lnTo>
                    <a:pt x="14086" y="5712"/>
                  </a:lnTo>
                  <a:lnTo>
                    <a:pt x="14006" y="5631"/>
                  </a:lnTo>
                  <a:lnTo>
                    <a:pt x="13804" y="5429"/>
                  </a:lnTo>
                  <a:lnTo>
                    <a:pt x="13622" y="5268"/>
                  </a:lnTo>
                  <a:lnTo>
                    <a:pt x="13420" y="5106"/>
                  </a:lnTo>
                  <a:lnTo>
                    <a:pt x="13219" y="4965"/>
                  </a:lnTo>
                  <a:lnTo>
                    <a:pt x="13017" y="4844"/>
                  </a:lnTo>
                  <a:lnTo>
                    <a:pt x="12573" y="4602"/>
                  </a:lnTo>
                  <a:lnTo>
                    <a:pt x="12109" y="4420"/>
                  </a:lnTo>
                  <a:lnTo>
                    <a:pt x="11645" y="4239"/>
                  </a:lnTo>
                  <a:lnTo>
                    <a:pt x="11160" y="4077"/>
                  </a:lnTo>
                  <a:lnTo>
                    <a:pt x="10192" y="3815"/>
                  </a:lnTo>
                  <a:lnTo>
                    <a:pt x="9586" y="3653"/>
                  </a:lnTo>
                  <a:lnTo>
                    <a:pt x="8961" y="3452"/>
                  </a:lnTo>
                  <a:lnTo>
                    <a:pt x="8375" y="3250"/>
                  </a:lnTo>
                  <a:lnTo>
                    <a:pt x="7770" y="3008"/>
                  </a:lnTo>
                  <a:lnTo>
                    <a:pt x="7205" y="2745"/>
                  </a:lnTo>
                  <a:lnTo>
                    <a:pt x="6640" y="2443"/>
                  </a:lnTo>
                  <a:lnTo>
                    <a:pt x="6095" y="2120"/>
                  </a:lnTo>
                  <a:lnTo>
                    <a:pt x="5570" y="1777"/>
                  </a:lnTo>
                  <a:lnTo>
                    <a:pt x="5046" y="1413"/>
                  </a:lnTo>
                  <a:lnTo>
                    <a:pt x="4561" y="1010"/>
                  </a:lnTo>
                  <a:lnTo>
                    <a:pt x="4218" y="727"/>
                  </a:lnTo>
                  <a:lnTo>
                    <a:pt x="3875" y="485"/>
                  </a:lnTo>
                  <a:lnTo>
                    <a:pt x="3573" y="303"/>
                  </a:lnTo>
                  <a:lnTo>
                    <a:pt x="3270" y="162"/>
                  </a:lnTo>
                  <a:lnTo>
                    <a:pt x="2987" y="61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0" name="Google Shape;390;p5"/>
          <p:cNvSpPr/>
          <p:nvPr/>
        </p:nvSpPr>
        <p:spPr>
          <a:xfrm>
            <a:off x="8432548" y="2719319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" name="Google Shape;391;p5"/>
          <p:cNvSpPr/>
          <p:nvPr/>
        </p:nvSpPr>
        <p:spPr>
          <a:xfrm>
            <a:off x="8724715" y="284225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5"/>
          <p:cNvSpPr/>
          <p:nvPr/>
        </p:nvSpPr>
        <p:spPr>
          <a:xfrm>
            <a:off x="7728806" y="4638362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5"/>
          <p:cNvSpPr/>
          <p:nvPr/>
        </p:nvSpPr>
        <p:spPr>
          <a:xfrm>
            <a:off x="7884505" y="4805354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5"/>
          <p:cNvSpPr/>
          <p:nvPr/>
        </p:nvSpPr>
        <p:spPr>
          <a:xfrm>
            <a:off x="8740763" y="401942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5"/>
          <p:cNvSpPr/>
          <p:nvPr/>
        </p:nvSpPr>
        <p:spPr>
          <a:xfrm>
            <a:off x="9502037" y="28276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5"/>
          <p:cNvSpPr/>
          <p:nvPr/>
        </p:nvSpPr>
        <p:spPr>
          <a:xfrm>
            <a:off x="8890201" y="2672917"/>
            <a:ext cx="104994" cy="106112"/>
          </a:xfrm>
          <a:custGeom>
            <a:rect b="b" l="l" r="r" t="t"/>
            <a:pathLst>
              <a:path extrusionOk="0" h="1898" w="1878">
                <a:moveTo>
                  <a:pt x="929" y="82"/>
                </a:moveTo>
                <a:lnTo>
                  <a:pt x="1110" y="102"/>
                </a:lnTo>
                <a:lnTo>
                  <a:pt x="1272" y="162"/>
                </a:lnTo>
                <a:lnTo>
                  <a:pt x="1413" y="243"/>
                </a:lnTo>
                <a:lnTo>
                  <a:pt x="1554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31"/>
                </a:lnTo>
                <a:lnTo>
                  <a:pt x="1736" y="1293"/>
                </a:lnTo>
                <a:lnTo>
                  <a:pt x="1655" y="143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97"/>
                </a:lnTo>
                <a:lnTo>
                  <a:pt x="929" y="1817"/>
                </a:lnTo>
                <a:lnTo>
                  <a:pt x="767" y="1797"/>
                </a:lnTo>
                <a:lnTo>
                  <a:pt x="606" y="1736"/>
                </a:lnTo>
                <a:lnTo>
                  <a:pt x="465" y="1656"/>
                </a:lnTo>
                <a:lnTo>
                  <a:pt x="323" y="1555"/>
                </a:lnTo>
                <a:lnTo>
                  <a:pt x="222" y="1434"/>
                </a:lnTo>
                <a:lnTo>
                  <a:pt x="142" y="1293"/>
                </a:lnTo>
                <a:lnTo>
                  <a:pt x="101" y="113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44"/>
                </a:lnTo>
                <a:lnTo>
                  <a:pt x="465" y="243"/>
                </a:lnTo>
                <a:lnTo>
                  <a:pt x="606" y="162"/>
                </a:lnTo>
                <a:lnTo>
                  <a:pt x="767" y="102"/>
                </a:lnTo>
                <a:lnTo>
                  <a:pt x="929" y="82"/>
                </a:lnTo>
                <a:close/>
                <a:moveTo>
                  <a:pt x="929" y="1"/>
                </a:moveTo>
                <a:lnTo>
                  <a:pt x="747" y="21"/>
                </a:lnTo>
                <a:lnTo>
                  <a:pt x="565" y="82"/>
                </a:lnTo>
                <a:lnTo>
                  <a:pt x="404" y="162"/>
                </a:lnTo>
                <a:lnTo>
                  <a:pt x="263" y="284"/>
                </a:lnTo>
                <a:lnTo>
                  <a:pt x="162" y="425"/>
                </a:lnTo>
                <a:lnTo>
                  <a:pt x="61" y="586"/>
                </a:lnTo>
                <a:lnTo>
                  <a:pt x="21" y="768"/>
                </a:lnTo>
                <a:lnTo>
                  <a:pt x="0" y="949"/>
                </a:lnTo>
                <a:lnTo>
                  <a:pt x="21" y="1131"/>
                </a:lnTo>
                <a:lnTo>
                  <a:pt x="61" y="1313"/>
                </a:lnTo>
                <a:lnTo>
                  <a:pt x="162" y="1474"/>
                </a:lnTo>
                <a:lnTo>
                  <a:pt x="263" y="1615"/>
                </a:lnTo>
                <a:lnTo>
                  <a:pt x="404" y="1736"/>
                </a:lnTo>
                <a:lnTo>
                  <a:pt x="565" y="1817"/>
                </a:lnTo>
                <a:lnTo>
                  <a:pt x="747" y="1878"/>
                </a:lnTo>
                <a:lnTo>
                  <a:pt x="929" y="1898"/>
                </a:lnTo>
                <a:lnTo>
                  <a:pt x="1130" y="1878"/>
                </a:lnTo>
                <a:lnTo>
                  <a:pt x="1312" y="1817"/>
                </a:lnTo>
                <a:lnTo>
                  <a:pt x="1453" y="1736"/>
                </a:lnTo>
                <a:lnTo>
                  <a:pt x="1595" y="1615"/>
                </a:lnTo>
                <a:lnTo>
                  <a:pt x="1716" y="1474"/>
                </a:lnTo>
                <a:lnTo>
                  <a:pt x="1796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68"/>
                </a:lnTo>
                <a:lnTo>
                  <a:pt x="1796" y="586"/>
                </a:lnTo>
                <a:lnTo>
                  <a:pt x="1716" y="425"/>
                </a:lnTo>
                <a:lnTo>
                  <a:pt x="1595" y="284"/>
                </a:lnTo>
                <a:lnTo>
                  <a:pt x="1453" y="162"/>
                </a:lnTo>
                <a:lnTo>
                  <a:pt x="1312" y="82"/>
                </a:lnTo>
                <a:lnTo>
                  <a:pt x="1130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5"/>
          <p:cNvSpPr/>
          <p:nvPr/>
        </p:nvSpPr>
        <p:spPr>
          <a:xfrm>
            <a:off x="9054181" y="195642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5"/>
          <p:cNvSpPr/>
          <p:nvPr/>
        </p:nvSpPr>
        <p:spPr>
          <a:xfrm>
            <a:off x="8637957" y="4766946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5"/>
          <p:cNvSpPr/>
          <p:nvPr/>
        </p:nvSpPr>
        <p:spPr>
          <a:xfrm>
            <a:off x="8635665" y="4764710"/>
            <a:ext cx="104994" cy="104994"/>
          </a:xfrm>
          <a:custGeom>
            <a:rect b="b" l="l" r="r" t="t"/>
            <a:pathLst>
              <a:path extrusionOk="0" h="1878" w="1878">
                <a:moveTo>
                  <a:pt x="929" y="81"/>
                </a:moveTo>
                <a:lnTo>
                  <a:pt x="1111" y="101"/>
                </a:lnTo>
                <a:lnTo>
                  <a:pt x="1272" y="142"/>
                </a:lnTo>
                <a:lnTo>
                  <a:pt x="1414" y="223"/>
                </a:lnTo>
                <a:lnTo>
                  <a:pt x="1535" y="34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7"/>
                </a:lnTo>
                <a:lnTo>
                  <a:pt x="1797" y="949"/>
                </a:lnTo>
                <a:lnTo>
                  <a:pt x="1777" y="1110"/>
                </a:lnTo>
                <a:lnTo>
                  <a:pt x="1736" y="1272"/>
                </a:lnTo>
                <a:lnTo>
                  <a:pt x="1656" y="1433"/>
                </a:lnTo>
                <a:lnTo>
                  <a:pt x="1535" y="1554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97"/>
                </a:lnTo>
                <a:lnTo>
                  <a:pt x="768" y="1797"/>
                </a:lnTo>
                <a:lnTo>
                  <a:pt x="606" y="1736"/>
                </a:lnTo>
                <a:lnTo>
                  <a:pt x="445" y="1655"/>
                </a:lnTo>
                <a:lnTo>
                  <a:pt x="324" y="1554"/>
                </a:lnTo>
                <a:lnTo>
                  <a:pt x="223" y="1433"/>
                </a:lnTo>
                <a:lnTo>
                  <a:pt x="142" y="1272"/>
                </a:lnTo>
                <a:lnTo>
                  <a:pt x="82" y="1110"/>
                </a:lnTo>
                <a:lnTo>
                  <a:pt x="82" y="949"/>
                </a:lnTo>
                <a:lnTo>
                  <a:pt x="82" y="767"/>
                </a:lnTo>
                <a:lnTo>
                  <a:pt x="142" y="606"/>
                </a:lnTo>
                <a:lnTo>
                  <a:pt x="223" y="465"/>
                </a:lnTo>
                <a:lnTo>
                  <a:pt x="324" y="344"/>
                </a:lnTo>
                <a:lnTo>
                  <a:pt x="445" y="223"/>
                </a:lnTo>
                <a:lnTo>
                  <a:pt x="606" y="142"/>
                </a:lnTo>
                <a:lnTo>
                  <a:pt x="768" y="101"/>
                </a:lnTo>
                <a:lnTo>
                  <a:pt x="929" y="81"/>
                </a:lnTo>
                <a:close/>
                <a:moveTo>
                  <a:pt x="929" y="1"/>
                </a:moveTo>
                <a:lnTo>
                  <a:pt x="748" y="21"/>
                </a:lnTo>
                <a:lnTo>
                  <a:pt x="566" y="81"/>
                </a:lnTo>
                <a:lnTo>
                  <a:pt x="405" y="162"/>
                </a:lnTo>
                <a:lnTo>
                  <a:pt x="263" y="283"/>
                </a:lnTo>
                <a:lnTo>
                  <a:pt x="162" y="424"/>
                </a:lnTo>
                <a:lnTo>
                  <a:pt x="62" y="58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62" y="1312"/>
                </a:lnTo>
                <a:lnTo>
                  <a:pt x="162" y="1474"/>
                </a:lnTo>
                <a:lnTo>
                  <a:pt x="263" y="1615"/>
                </a:lnTo>
                <a:lnTo>
                  <a:pt x="405" y="1716"/>
                </a:lnTo>
                <a:lnTo>
                  <a:pt x="566" y="1817"/>
                </a:lnTo>
                <a:lnTo>
                  <a:pt x="748" y="1857"/>
                </a:lnTo>
                <a:lnTo>
                  <a:pt x="929" y="1877"/>
                </a:lnTo>
                <a:lnTo>
                  <a:pt x="1131" y="1857"/>
                </a:lnTo>
                <a:lnTo>
                  <a:pt x="1293" y="1817"/>
                </a:lnTo>
                <a:lnTo>
                  <a:pt x="1454" y="1716"/>
                </a:lnTo>
                <a:lnTo>
                  <a:pt x="1595" y="1615"/>
                </a:lnTo>
                <a:lnTo>
                  <a:pt x="1716" y="1474"/>
                </a:lnTo>
                <a:lnTo>
                  <a:pt x="179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797" y="586"/>
                </a:lnTo>
                <a:lnTo>
                  <a:pt x="1716" y="424"/>
                </a:lnTo>
                <a:lnTo>
                  <a:pt x="1595" y="283"/>
                </a:lnTo>
                <a:lnTo>
                  <a:pt x="1454" y="162"/>
                </a:lnTo>
                <a:lnTo>
                  <a:pt x="1293" y="81"/>
                </a:lnTo>
                <a:lnTo>
                  <a:pt x="1131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5"/>
          <p:cNvSpPr/>
          <p:nvPr/>
        </p:nvSpPr>
        <p:spPr>
          <a:xfrm>
            <a:off x="10574937" y="3307063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5"/>
          <p:cNvSpPr/>
          <p:nvPr/>
        </p:nvSpPr>
        <p:spPr>
          <a:xfrm>
            <a:off x="10551288" y="3330767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" name="Google Shape;402;p5"/>
          <p:cNvSpPr/>
          <p:nvPr/>
        </p:nvSpPr>
        <p:spPr>
          <a:xfrm>
            <a:off x="8581725" y="10093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3" name="Google Shape;403;p5"/>
          <p:cNvGrpSpPr/>
          <p:nvPr/>
        </p:nvGrpSpPr>
        <p:grpSpPr>
          <a:xfrm>
            <a:off x="4725677" y="4534063"/>
            <a:ext cx="2338846" cy="1739785"/>
            <a:chOff x="4725677" y="4534063"/>
            <a:chExt cx="2338846" cy="1739785"/>
          </a:xfrm>
        </p:grpSpPr>
        <p:sp>
          <p:nvSpPr>
            <p:cNvPr id="404" name="Google Shape;404;p5"/>
            <p:cNvSpPr/>
            <p:nvPr/>
          </p:nvSpPr>
          <p:spPr>
            <a:xfrm rot="10800000">
              <a:off x="4775279" y="4534063"/>
              <a:ext cx="2289244" cy="1739785"/>
            </a:xfrm>
            <a:custGeom>
              <a:rect b="b" l="l" r="r" t="t"/>
              <a:pathLst>
                <a:path extrusionOk="0" h="31119" w="40947">
                  <a:moveTo>
                    <a:pt x="32571" y="82"/>
                  </a:moveTo>
                  <a:lnTo>
                    <a:pt x="33116" y="102"/>
                  </a:lnTo>
                  <a:lnTo>
                    <a:pt x="33601" y="162"/>
                  </a:lnTo>
                  <a:lnTo>
                    <a:pt x="33823" y="203"/>
                  </a:lnTo>
                  <a:lnTo>
                    <a:pt x="34024" y="243"/>
                  </a:lnTo>
                  <a:lnTo>
                    <a:pt x="34206" y="304"/>
                  </a:lnTo>
                  <a:lnTo>
                    <a:pt x="34388" y="384"/>
                  </a:lnTo>
                  <a:lnTo>
                    <a:pt x="34549" y="465"/>
                  </a:lnTo>
                  <a:lnTo>
                    <a:pt x="34690" y="546"/>
                  </a:lnTo>
                  <a:lnTo>
                    <a:pt x="34832" y="647"/>
                  </a:lnTo>
                  <a:lnTo>
                    <a:pt x="34933" y="748"/>
                  </a:lnTo>
                  <a:lnTo>
                    <a:pt x="35033" y="869"/>
                  </a:lnTo>
                  <a:lnTo>
                    <a:pt x="35134" y="990"/>
                  </a:lnTo>
                  <a:lnTo>
                    <a:pt x="35195" y="1131"/>
                  </a:lnTo>
                  <a:lnTo>
                    <a:pt x="35255" y="1272"/>
                  </a:lnTo>
                  <a:lnTo>
                    <a:pt x="35296" y="1454"/>
                  </a:lnTo>
                  <a:lnTo>
                    <a:pt x="35316" y="1656"/>
                  </a:lnTo>
                  <a:lnTo>
                    <a:pt x="35336" y="1858"/>
                  </a:lnTo>
                  <a:lnTo>
                    <a:pt x="35316" y="2059"/>
                  </a:lnTo>
                  <a:lnTo>
                    <a:pt x="35235" y="2443"/>
                  </a:lnTo>
                  <a:lnTo>
                    <a:pt x="35155" y="2826"/>
                  </a:lnTo>
                  <a:lnTo>
                    <a:pt x="35074" y="3169"/>
                  </a:lnTo>
                  <a:lnTo>
                    <a:pt x="34993" y="3492"/>
                  </a:lnTo>
                  <a:lnTo>
                    <a:pt x="34973" y="3835"/>
                  </a:lnTo>
                  <a:lnTo>
                    <a:pt x="34973" y="3997"/>
                  </a:lnTo>
                  <a:lnTo>
                    <a:pt x="34973" y="4158"/>
                  </a:lnTo>
                  <a:lnTo>
                    <a:pt x="35033" y="4400"/>
                  </a:lnTo>
                  <a:lnTo>
                    <a:pt x="35094" y="4642"/>
                  </a:lnTo>
                  <a:lnTo>
                    <a:pt x="35175" y="4864"/>
                  </a:lnTo>
                  <a:lnTo>
                    <a:pt x="35276" y="5086"/>
                  </a:lnTo>
                  <a:lnTo>
                    <a:pt x="35498" y="5510"/>
                  </a:lnTo>
                  <a:lnTo>
                    <a:pt x="35760" y="5914"/>
                  </a:lnTo>
                  <a:lnTo>
                    <a:pt x="36083" y="6438"/>
                  </a:lnTo>
                  <a:lnTo>
                    <a:pt x="36486" y="7165"/>
                  </a:lnTo>
                  <a:lnTo>
                    <a:pt x="36890" y="7912"/>
                  </a:lnTo>
                  <a:lnTo>
                    <a:pt x="37273" y="8658"/>
                  </a:lnTo>
                  <a:lnTo>
                    <a:pt x="37637" y="9425"/>
                  </a:lnTo>
                  <a:lnTo>
                    <a:pt x="37980" y="10212"/>
                  </a:lnTo>
                  <a:lnTo>
                    <a:pt x="38303" y="10999"/>
                  </a:lnTo>
                  <a:lnTo>
                    <a:pt x="38625" y="11786"/>
                  </a:lnTo>
                  <a:lnTo>
                    <a:pt x="38908" y="12573"/>
                  </a:lnTo>
                  <a:lnTo>
                    <a:pt x="39170" y="13380"/>
                  </a:lnTo>
                  <a:lnTo>
                    <a:pt x="39412" y="14188"/>
                  </a:lnTo>
                  <a:lnTo>
                    <a:pt x="39655" y="14995"/>
                  </a:lnTo>
                  <a:lnTo>
                    <a:pt x="39856" y="15802"/>
                  </a:lnTo>
                  <a:lnTo>
                    <a:pt x="40038" y="16629"/>
                  </a:lnTo>
                  <a:lnTo>
                    <a:pt x="40220" y="17457"/>
                  </a:lnTo>
                  <a:lnTo>
                    <a:pt x="40361" y="18284"/>
                  </a:lnTo>
                  <a:lnTo>
                    <a:pt x="40502" y="19112"/>
                  </a:lnTo>
                  <a:lnTo>
                    <a:pt x="40603" y="19939"/>
                  </a:lnTo>
                  <a:lnTo>
                    <a:pt x="40704" y="20766"/>
                  </a:lnTo>
                  <a:lnTo>
                    <a:pt x="40765" y="21614"/>
                  </a:lnTo>
                  <a:lnTo>
                    <a:pt x="40825" y="22441"/>
                  </a:lnTo>
                  <a:lnTo>
                    <a:pt x="40845" y="23269"/>
                  </a:lnTo>
                  <a:lnTo>
                    <a:pt x="40865" y="24116"/>
                  </a:lnTo>
                  <a:lnTo>
                    <a:pt x="40865" y="24944"/>
                  </a:lnTo>
                  <a:lnTo>
                    <a:pt x="40825" y="25771"/>
                  </a:lnTo>
                  <a:lnTo>
                    <a:pt x="40785" y="26437"/>
                  </a:lnTo>
                  <a:lnTo>
                    <a:pt x="40744" y="26800"/>
                  </a:lnTo>
                  <a:lnTo>
                    <a:pt x="40684" y="27163"/>
                  </a:lnTo>
                  <a:lnTo>
                    <a:pt x="40603" y="27547"/>
                  </a:lnTo>
                  <a:lnTo>
                    <a:pt x="40502" y="27950"/>
                  </a:lnTo>
                  <a:lnTo>
                    <a:pt x="40401" y="28334"/>
                  </a:lnTo>
                  <a:lnTo>
                    <a:pt x="40260" y="28717"/>
                  </a:lnTo>
                  <a:lnTo>
                    <a:pt x="40099" y="29081"/>
                  </a:lnTo>
                  <a:lnTo>
                    <a:pt x="39917" y="29424"/>
                  </a:lnTo>
                  <a:lnTo>
                    <a:pt x="39695" y="29767"/>
                  </a:lnTo>
                  <a:lnTo>
                    <a:pt x="39453" y="30069"/>
                  </a:lnTo>
                  <a:lnTo>
                    <a:pt x="39191" y="30332"/>
                  </a:lnTo>
                  <a:lnTo>
                    <a:pt x="39029" y="30453"/>
                  </a:lnTo>
                  <a:lnTo>
                    <a:pt x="38868" y="30574"/>
                  </a:lnTo>
                  <a:lnTo>
                    <a:pt x="38706" y="30675"/>
                  </a:lnTo>
                  <a:lnTo>
                    <a:pt x="38525" y="30776"/>
                  </a:lnTo>
                  <a:lnTo>
                    <a:pt x="38343" y="30856"/>
                  </a:lnTo>
                  <a:lnTo>
                    <a:pt x="38141" y="30917"/>
                  </a:lnTo>
                  <a:lnTo>
                    <a:pt x="37960" y="30977"/>
                  </a:lnTo>
                  <a:lnTo>
                    <a:pt x="37758" y="30998"/>
                  </a:lnTo>
                  <a:lnTo>
                    <a:pt x="37394" y="31038"/>
                  </a:lnTo>
                  <a:lnTo>
                    <a:pt x="37011" y="31038"/>
                  </a:lnTo>
                  <a:lnTo>
                    <a:pt x="36628" y="30998"/>
                  </a:lnTo>
                  <a:lnTo>
                    <a:pt x="36244" y="30937"/>
                  </a:lnTo>
                  <a:lnTo>
                    <a:pt x="35881" y="30836"/>
                  </a:lnTo>
                  <a:lnTo>
                    <a:pt x="35538" y="30735"/>
                  </a:lnTo>
                  <a:lnTo>
                    <a:pt x="35215" y="30634"/>
                  </a:lnTo>
                  <a:lnTo>
                    <a:pt x="34690" y="30433"/>
                  </a:lnTo>
                  <a:lnTo>
                    <a:pt x="34186" y="30231"/>
                  </a:lnTo>
                  <a:lnTo>
                    <a:pt x="33681" y="30009"/>
                  </a:lnTo>
                  <a:lnTo>
                    <a:pt x="33177" y="29767"/>
                  </a:lnTo>
                  <a:lnTo>
                    <a:pt x="32693" y="29524"/>
                  </a:lnTo>
                  <a:lnTo>
                    <a:pt x="32208" y="29262"/>
                  </a:lnTo>
                  <a:lnTo>
                    <a:pt x="31724" y="28980"/>
                  </a:lnTo>
                  <a:lnTo>
                    <a:pt x="31260" y="28697"/>
                  </a:lnTo>
                  <a:lnTo>
                    <a:pt x="30796" y="28394"/>
                  </a:lnTo>
                  <a:lnTo>
                    <a:pt x="30331" y="28071"/>
                  </a:lnTo>
                  <a:lnTo>
                    <a:pt x="29888" y="27749"/>
                  </a:lnTo>
                  <a:lnTo>
                    <a:pt x="29444" y="27406"/>
                  </a:lnTo>
                  <a:lnTo>
                    <a:pt x="28576" y="26719"/>
                  </a:lnTo>
                  <a:lnTo>
                    <a:pt x="27728" y="25993"/>
                  </a:lnTo>
                  <a:lnTo>
                    <a:pt x="26901" y="25226"/>
                  </a:lnTo>
                  <a:lnTo>
                    <a:pt x="26094" y="24419"/>
                  </a:lnTo>
                  <a:lnTo>
                    <a:pt x="25307" y="23612"/>
                  </a:lnTo>
                  <a:lnTo>
                    <a:pt x="24540" y="22784"/>
                  </a:lnTo>
                  <a:lnTo>
                    <a:pt x="23773" y="21937"/>
                  </a:lnTo>
                  <a:lnTo>
                    <a:pt x="23026" y="21069"/>
                  </a:lnTo>
                  <a:lnTo>
                    <a:pt x="21573" y="19334"/>
                  </a:lnTo>
                  <a:lnTo>
                    <a:pt x="21150" y="18809"/>
                  </a:lnTo>
                  <a:lnTo>
                    <a:pt x="19757" y="17134"/>
                  </a:lnTo>
                  <a:lnTo>
                    <a:pt x="18345" y="15479"/>
                  </a:lnTo>
                  <a:lnTo>
                    <a:pt x="17638" y="14652"/>
                  </a:lnTo>
                  <a:lnTo>
                    <a:pt x="16892" y="13845"/>
                  </a:lnTo>
                  <a:lnTo>
                    <a:pt x="16145" y="13058"/>
                  </a:lnTo>
                  <a:lnTo>
                    <a:pt x="15378" y="12291"/>
                  </a:lnTo>
                  <a:lnTo>
                    <a:pt x="14591" y="11544"/>
                  </a:lnTo>
                  <a:lnTo>
                    <a:pt x="13804" y="10838"/>
                  </a:lnTo>
                  <a:lnTo>
                    <a:pt x="12977" y="10131"/>
                  </a:lnTo>
                  <a:lnTo>
                    <a:pt x="12129" y="9486"/>
                  </a:lnTo>
                  <a:lnTo>
                    <a:pt x="11261" y="8880"/>
                  </a:lnTo>
                  <a:lnTo>
                    <a:pt x="10797" y="8578"/>
                  </a:lnTo>
                  <a:lnTo>
                    <a:pt x="10353" y="8295"/>
                  </a:lnTo>
                  <a:lnTo>
                    <a:pt x="9889" y="8012"/>
                  </a:lnTo>
                  <a:lnTo>
                    <a:pt x="9425" y="7770"/>
                  </a:lnTo>
                  <a:lnTo>
                    <a:pt x="8941" y="7508"/>
                  </a:lnTo>
                  <a:lnTo>
                    <a:pt x="8456" y="7266"/>
                  </a:lnTo>
                  <a:lnTo>
                    <a:pt x="7911" y="7024"/>
                  </a:lnTo>
                  <a:lnTo>
                    <a:pt x="7346" y="6782"/>
                  </a:lnTo>
                  <a:lnTo>
                    <a:pt x="6781" y="6560"/>
                  </a:lnTo>
                  <a:lnTo>
                    <a:pt x="6196" y="6358"/>
                  </a:lnTo>
                  <a:lnTo>
                    <a:pt x="5066" y="5954"/>
                  </a:lnTo>
                  <a:lnTo>
                    <a:pt x="3916" y="5591"/>
                  </a:lnTo>
                  <a:lnTo>
                    <a:pt x="2342" y="5066"/>
                  </a:lnTo>
                  <a:lnTo>
                    <a:pt x="2079" y="4965"/>
                  </a:lnTo>
                  <a:lnTo>
                    <a:pt x="1716" y="4804"/>
                  </a:lnTo>
                  <a:lnTo>
                    <a:pt x="1313" y="4602"/>
                  </a:lnTo>
                  <a:lnTo>
                    <a:pt x="1111" y="4461"/>
                  </a:lnTo>
                  <a:lnTo>
                    <a:pt x="909" y="4340"/>
                  </a:lnTo>
                  <a:lnTo>
                    <a:pt x="727" y="4178"/>
                  </a:lnTo>
                  <a:lnTo>
                    <a:pt x="546" y="4017"/>
                  </a:lnTo>
                  <a:lnTo>
                    <a:pt x="384" y="3835"/>
                  </a:lnTo>
                  <a:lnTo>
                    <a:pt x="263" y="3633"/>
                  </a:lnTo>
                  <a:lnTo>
                    <a:pt x="162" y="3432"/>
                  </a:lnTo>
                  <a:lnTo>
                    <a:pt x="102" y="3210"/>
                  </a:lnTo>
                  <a:lnTo>
                    <a:pt x="82" y="2967"/>
                  </a:lnTo>
                  <a:lnTo>
                    <a:pt x="102" y="2725"/>
                  </a:lnTo>
                  <a:lnTo>
                    <a:pt x="162" y="2544"/>
                  </a:lnTo>
                  <a:lnTo>
                    <a:pt x="223" y="2382"/>
                  </a:lnTo>
                  <a:lnTo>
                    <a:pt x="324" y="2221"/>
                  </a:lnTo>
                  <a:lnTo>
                    <a:pt x="425" y="2080"/>
                  </a:lnTo>
                  <a:lnTo>
                    <a:pt x="526" y="1938"/>
                  </a:lnTo>
                  <a:lnTo>
                    <a:pt x="647" y="1837"/>
                  </a:lnTo>
                  <a:lnTo>
                    <a:pt x="889" y="1636"/>
                  </a:lnTo>
                  <a:lnTo>
                    <a:pt x="1070" y="1494"/>
                  </a:lnTo>
                  <a:lnTo>
                    <a:pt x="1272" y="1393"/>
                  </a:lnTo>
                  <a:lnTo>
                    <a:pt x="1474" y="1293"/>
                  </a:lnTo>
                  <a:lnTo>
                    <a:pt x="1676" y="1192"/>
                  </a:lnTo>
                  <a:lnTo>
                    <a:pt x="2100" y="1030"/>
                  </a:lnTo>
                  <a:lnTo>
                    <a:pt x="2523" y="909"/>
                  </a:lnTo>
                  <a:lnTo>
                    <a:pt x="2967" y="808"/>
                  </a:lnTo>
                  <a:lnTo>
                    <a:pt x="3411" y="727"/>
                  </a:lnTo>
                  <a:lnTo>
                    <a:pt x="3855" y="667"/>
                  </a:lnTo>
                  <a:lnTo>
                    <a:pt x="4279" y="627"/>
                  </a:lnTo>
                  <a:lnTo>
                    <a:pt x="5349" y="526"/>
                  </a:lnTo>
                  <a:lnTo>
                    <a:pt x="6438" y="465"/>
                  </a:lnTo>
                  <a:lnTo>
                    <a:pt x="7528" y="405"/>
                  </a:lnTo>
                  <a:lnTo>
                    <a:pt x="8598" y="364"/>
                  </a:lnTo>
                  <a:lnTo>
                    <a:pt x="10757" y="304"/>
                  </a:lnTo>
                  <a:lnTo>
                    <a:pt x="12896" y="284"/>
                  </a:lnTo>
                  <a:lnTo>
                    <a:pt x="32471" y="82"/>
                  </a:lnTo>
                  <a:close/>
                  <a:moveTo>
                    <a:pt x="32471" y="1"/>
                  </a:moveTo>
                  <a:lnTo>
                    <a:pt x="12896" y="203"/>
                  </a:lnTo>
                  <a:lnTo>
                    <a:pt x="10757" y="223"/>
                  </a:lnTo>
                  <a:lnTo>
                    <a:pt x="8598" y="284"/>
                  </a:lnTo>
                  <a:lnTo>
                    <a:pt x="7508" y="324"/>
                  </a:lnTo>
                  <a:lnTo>
                    <a:pt x="6438" y="384"/>
                  </a:lnTo>
                  <a:lnTo>
                    <a:pt x="5349" y="445"/>
                  </a:lnTo>
                  <a:lnTo>
                    <a:pt x="4279" y="546"/>
                  </a:lnTo>
                  <a:lnTo>
                    <a:pt x="3835" y="586"/>
                  </a:lnTo>
                  <a:lnTo>
                    <a:pt x="3391" y="647"/>
                  </a:lnTo>
                  <a:lnTo>
                    <a:pt x="2947" y="727"/>
                  </a:lnTo>
                  <a:lnTo>
                    <a:pt x="2503" y="828"/>
                  </a:lnTo>
                  <a:lnTo>
                    <a:pt x="2059" y="949"/>
                  </a:lnTo>
                  <a:lnTo>
                    <a:pt x="1635" y="1111"/>
                  </a:lnTo>
                  <a:lnTo>
                    <a:pt x="1434" y="1212"/>
                  </a:lnTo>
                  <a:lnTo>
                    <a:pt x="1232" y="1313"/>
                  </a:lnTo>
                  <a:lnTo>
                    <a:pt x="1030" y="1434"/>
                  </a:lnTo>
                  <a:lnTo>
                    <a:pt x="848" y="1575"/>
                  </a:lnTo>
                  <a:lnTo>
                    <a:pt x="586" y="1777"/>
                  </a:lnTo>
                  <a:lnTo>
                    <a:pt x="465" y="1898"/>
                  </a:lnTo>
                  <a:lnTo>
                    <a:pt x="344" y="2039"/>
                  </a:lnTo>
                  <a:lnTo>
                    <a:pt x="243" y="2180"/>
                  </a:lnTo>
                  <a:lnTo>
                    <a:pt x="142" y="2342"/>
                  </a:lnTo>
                  <a:lnTo>
                    <a:pt x="82" y="2524"/>
                  </a:lnTo>
                  <a:lnTo>
                    <a:pt x="21" y="2705"/>
                  </a:lnTo>
                  <a:lnTo>
                    <a:pt x="1" y="2846"/>
                  </a:lnTo>
                  <a:lnTo>
                    <a:pt x="1" y="2967"/>
                  </a:lnTo>
                  <a:lnTo>
                    <a:pt x="21" y="3210"/>
                  </a:lnTo>
                  <a:lnTo>
                    <a:pt x="82" y="3452"/>
                  </a:lnTo>
                  <a:lnTo>
                    <a:pt x="183" y="3674"/>
                  </a:lnTo>
                  <a:lnTo>
                    <a:pt x="324" y="3876"/>
                  </a:lnTo>
                  <a:lnTo>
                    <a:pt x="465" y="4057"/>
                  </a:lnTo>
                  <a:lnTo>
                    <a:pt x="647" y="4219"/>
                  </a:lnTo>
                  <a:lnTo>
                    <a:pt x="848" y="4380"/>
                  </a:lnTo>
                  <a:lnTo>
                    <a:pt x="1050" y="4521"/>
                  </a:lnTo>
                  <a:lnTo>
                    <a:pt x="1252" y="4663"/>
                  </a:lnTo>
                  <a:lnTo>
                    <a:pt x="1676" y="4864"/>
                  </a:lnTo>
                  <a:lnTo>
                    <a:pt x="2039" y="5026"/>
                  </a:lnTo>
                  <a:lnTo>
                    <a:pt x="2322" y="5147"/>
                  </a:lnTo>
                  <a:lnTo>
                    <a:pt x="3896" y="5651"/>
                  </a:lnTo>
                  <a:lnTo>
                    <a:pt x="5026" y="6035"/>
                  </a:lnTo>
                  <a:lnTo>
                    <a:pt x="6176" y="6438"/>
                  </a:lnTo>
                  <a:lnTo>
                    <a:pt x="6741" y="6640"/>
                  </a:lnTo>
                  <a:lnTo>
                    <a:pt x="7306" y="6862"/>
                  </a:lnTo>
                  <a:lnTo>
                    <a:pt x="7871" y="7104"/>
                  </a:lnTo>
                  <a:lnTo>
                    <a:pt x="8416" y="7347"/>
                  </a:lnTo>
                  <a:lnTo>
                    <a:pt x="8900" y="7589"/>
                  </a:lnTo>
                  <a:lnTo>
                    <a:pt x="9385" y="7831"/>
                  </a:lnTo>
                  <a:lnTo>
                    <a:pt x="9849" y="8093"/>
                  </a:lnTo>
                  <a:lnTo>
                    <a:pt x="10313" y="8356"/>
                  </a:lnTo>
                  <a:lnTo>
                    <a:pt x="10757" y="8638"/>
                  </a:lnTo>
                  <a:lnTo>
                    <a:pt x="11201" y="8941"/>
                  </a:lnTo>
                  <a:lnTo>
                    <a:pt x="12089" y="9546"/>
                  </a:lnTo>
                  <a:lnTo>
                    <a:pt x="12936" y="10212"/>
                  </a:lnTo>
                  <a:lnTo>
                    <a:pt x="13743" y="10898"/>
                  </a:lnTo>
                  <a:lnTo>
                    <a:pt x="14551" y="11605"/>
                  </a:lnTo>
                  <a:lnTo>
                    <a:pt x="15338" y="12351"/>
                  </a:lnTo>
                  <a:lnTo>
                    <a:pt x="16084" y="13118"/>
                  </a:lnTo>
                  <a:lnTo>
                    <a:pt x="16831" y="13905"/>
                  </a:lnTo>
                  <a:lnTo>
                    <a:pt x="17578" y="14712"/>
                  </a:lnTo>
                  <a:lnTo>
                    <a:pt x="18284" y="15519"/>
                  </a:lnTo>
                  <a:lnTo>
                    <a:pt x="19697" y="17194"/>
                  </a:lnTo>
                  <a:lnTo>
                    <a:pt x="21089" y="18869"/>
                  </a:lnTo>
                  <a:lnTo>
                    <a:pt x="21513" y="19394"/>
                  </a:lnTo>
                  <a:lnTo>
                    <a:pt x="22986" y="21130"/>
                  </a:lnTo>
                  <a:lnTo>
                    <a:pt x="23712" y="21977"/>
                  </a:lnTo>
                  <a:lnTo>
                    <a:pt x="24479" y="22845"/>
                  </a:lnTo>
                  <a:lnTo>
                    <a:pt x="25246" y="23672"/>
                  </a:lnTo>
                  <a:lnTo>
                    <a:pt x="26053" y="24500"/>
                  </a:lnTo>
                  <a:lnTo>
                    <a:pt x="26861" y="25287"/>
                  </a:lnTo>
                  <a:lnTo>
                    <a:pt x="27688" y="26053"/>
                  </a:lnTo>
                  <a:lnTo>
                    <a:pt x="28535" y="26780"/>
                  </a:lnTo>
                  <a:lnTo>
                    <a:pt x="29403" y="27486"/>
                  </a:lnTo>
                  <a:lnTo>
                    <a:pt x="29847" y="27809"/>
                  </a:lnTo>
                  <a:lnTo>
                    <a:pt x="30291" y="28152"/>
                  </a:lnTo>
                  <a:lnTo>
                    <a:pt x="30755" y="28455"/>
                  </a:lnTo>
                  <a:lnTo>
                    <a:pt x="31219" y="28758"/>
                  </a:lnTo>
                  <a:lnTo>
                    <a:pt x="31684" y="29040"/>
                  </a:lnTo>
                  <a:lnTo>
                    <a:pt x="32168" y="29323"/>
                  </a:lnTo>
                  <a:lnTo>
                    <a:pt x="32652" y="29585"/>
                  </a:lnTo>
                  <a:lnTo>
                    <a:pt x="33137" y="29847"/>
                  </a:lnTo>
                  <a:lnTo>
                    <a:pt x="33641" y="30090"/>
                  </a:lnTo>
                  <a:lnTo>
                    <a:pt x="34146" y="30311"/>
                  </a:lnTo>
                  <a:lnTo>
                    <a:pt x="34670" y="30513"/>
                  </a:lnTo>
                  <a:lnTo>
                    <a:pt x="35195" y="30715"/>
                  </a:lnTo>
                  <a:lnTo>
                    <a:pt x="35659" y="30856"/>
                  </a:lnTo>
                  <a:lnTo>
                    <a:pt x="36164" y="30998"/>
                  </a:lnTo>
                  <a:lnTo>
                    <a:pt x="36426" y="31058"/>
                  </a:lnTo>
                  <a:lnTo>
                    <a:pt x="36688" y="31099"/>
                  </a:lnTo>
                  <a:lnTo>
                    <a:pt x="36971" y="31119"/>
                  </a:lnTo>
                  <a:lnTo>
                    <a:pt x="37475" y="31119"/>
                  </a:lnTo>
                  <a:lnTo>
                    <a:pt x="37697" y="31099"/>
                  </a:lnTo>
                  <a:lnTo>
                    <a:pt x="37939" y="31058"/>
                  </a:lnTo>
                  <a:lnTo>
                    <a:pt x="38161" y="30998"/>
                  </a:lnTo>
                  <a:lnTo>
                    <a:pt x="38363" y="30917"/>
                  </a:lnTo>
                  <a:lnTo>
                    <a:pt x="38565" y="30836"/>
                  </a:lnTo>
                  <a:lnTo>
                    <a:pt x="38747" y="30755"/>
                  </a:lnTo>
                  <a:lnTo>
                    <a:pt x="38908" y="30655"/>
                  </a:lnTo>
                  <a:lnTo>
                    <a:pt x="39069" y="30533"/>
                  </a:lnTo>
                  <a:lnTo>
                    <a:pt x="39231" y="30412"/>
                  </a:lnTo>
                  <a:lnTo>
                    <a:pt x="39372" y="30271"/>
                  </a:lnTo>
                  <a:lnTo>
                    <a:pt x="39513" y="30130"/>
                  </a:lnTo>
                  <a:lnTo>
                    <a:pt x="39756" y="29827"/>
                  </a:lnTo>
                  <a:lnTo>
                    <a:pt x="39978" y="29484"/>
                  </a:lnTo>
                  <a:lnTo>
                    <a:pt x="40179" y="29121"/>
                  </a:lnTo>
                  <a:lnTo>
                    <a:pt x="40341" y="28758"/>
                  </a:lnTo>
                  <a:lnTo>
                    <a:pt x="40462" y="28374"/>
                  </a:lnTo>
                  <a:lnTo>
                    <a:pt x="40583" y="27971"/>
                  </a:lnTo>
                  <a:lnTo>
                    <a:pt x="40684" y="27587"/>
                  </a:lnTo>
                  <a:lnTo>
                    <a:pt x="40765" y="27184"/>
                  </a:lnTo>
                  <a:lnTo>
                    <a:pt x="40805" y="26820"/>
                  </a:lnTo>
                  <a:lnTo>
                    <a:pt x="40865" y="26437"/>
                  </a:lnTo>
                  <a:lnTo>
                    <a:pt x="40906" y="25771"/>
                  </a:lnTo>
                  <a:lnTo>
                    <a:pt x="40946" y="24944"/>
                  </a:lnTo>
                  <a:lnTo>
                    <a:pt x="40946" y="24116"/>
                  </a:lnTo>
                  <a:lnTo>
                    <a:pt x="40926" y="23269"/>
                  </a:lnTo>
                  <a:lnTo>
                    <a:pt x="40906" y="22441"/>
                  </a:lnTo>
                  <a:lnTo>
                    <a:pt x="40845" y="21594"/>
                  </a:lnTo>
                  <a:lnTo>
                    <a:pt x="40785" y="20766"/>
                  </a:lnTo>
                  <a:lnTo>
                    <a:pt x="40684" y="19939"/>
                  </a:lnTo>
                  <a:lnTo>
                    <a:pt x="40583" y="19091"/>
                  </a:lnTo>
                  <a:lnTo>
                    <a:pt x="40442" y="18264"/>
                  </a:lnTo>
                  <a:lnTo>
                    <a:pt x="40300" y="17437"/>
                  </a:lnTo>
                  <a:lnTo>
                    <a:pt x="40119" y="16609"/>
                  </a:lnTo>
                  <a:lnTo>
                    <a:pt x="39937" y="15782"/>
                  </a:lnTo>
                  <a:lnTo>
                    <a:pt x="39715" y="14975"/>
                  </a:lnTo>
                  <a:lnTo>
                    <a:pt x="39493" y="14147"/>
                  </a:lnTo>
                  <a:lnTo>
                    <a:pt x="39251" y="13360"/>
                  </a:lnTo>
                  <a:lnTo>
                    <a:pt x="38989" y="12553"/>
                  </a:lnTo>
                  <a:lnTo>
                    <a:pt x="38686" y="11746"/>
                  </a:lnTo>
                  <a:lnTo>
                    <a:pt x="38383" y="10959"/>
                  </a:lnTo>
                  <a:lnTo>
                    <a:pt x="38060" y="10172"/>
                  </a:lnTo>
                  <a:lnTo>
                    <a:pt x="37717" y="9405"/>
                  </a:lnTo>
                  <a:lnTo>
                    <a:pt x="37354" y="8638"/>
                  </a:lnTo>
                  <a:lnTo>
                    <a:pt x="36971" y="7871"/>
                  </a:lnTo>
                  <a:lnTo>
                    <a:pt x="36567" y="7125"/>
                  </a:lnTo>
                  <a:lnTo>
                    <a:pt x="36143" y="6398"/>
                  </a:lnTo>
                  <a:lnTo>
                    <a:pt x="35841" y="5873"/>
                  </a:lnTo>
                  <a:lnTo>
                    <a:pt x="35578" y="5470"/>
                  </a:lnTo>
                  <a:lnTo>
                    <a:pt x="35336" y="5046"/>
                  </a:lnTo>
                  <a:lnTo>
                    <a:pt x="35255" y="4844"/>
                  </a:lnTo>
                  <a:lnTo>
                    <a:pt x="35175" y="4622"/>
                  </a:lnTo>
                  <a:lnTo>
                    <a:pt x="35094" y="4380"/>
                  </a:lnTo>
                  <a:lnTo>
                    <a:pt x="35054" y="4158"/>
                  </a:lnTo>
                  <a:lnTo>
                    <a:pt x="35054" y="3997"/>
                  </a:lnTo>
                  <a:lnTo>
                    <a:pt x="35054" y="3835"/>
                  </a:lnTo>
                  <a:lnTo>
                    <a:pt x="35074" y="3492"/>
                  </a:lnTo>
                  <a:lnTo>
                    <a:pt x="35155" y="3169"/>
                  </a:lnTo>
                  <a:lnTo>
                    <a:pt x="35235" y="2846"/>
                  </a:lnTo>
                  <a:lnTo>
                    <a:pt x="35316" y="2463"/>
                  </a:lnTo>
                  <a:lnTo>
                    <a:pt x="35397" y="2059"/>
                  </a:lnTo>
                  <a:lnTo>
                    <a:pt x="35417" y="1858"/>
                  </a:lnTo>
                  <a:lnTo>
                    <a:pt x="35397" y="1656"/>
                  </a:lnTo>
                  <a:lnTo>
                    <a:pt x="35376" y="1454"/>
                  </a:lnTo>
                  <a:lnTo>
                    <a:pt x="35336" y="1252"/>
                  </a:lnTo>
                  <a:lnTo>
                    <a:pt x="35276" y="1091"/>
                  </a:lnTo>
                  <a:lnTo>
                    <a:pt x="35195" y="949"/>
                  </a:lnTo>
                  <a:lnTo>
                    <a:pt x="35094" y="808"/>
                  </a:lnTo>
                  <a:lnTo>
                    <a:pt x="34993" y="687"/>
                  </a:lnTo>
                  <a:lnTo>
                    <a:pt x="34872" y="586"/>
                  </a:lnTo>
                  <a:lnTo>
                    <a:pt x="34731" y="485"/>
                  </a:lnTo>
                  <a:lnTo>
                    <a:pt x="34569" y="384"/>
                  </a:lnTo>
                  <a:lnTo>
                    <a:pt x="34408" y="304"/>
                  </a:lnTo>
                  <a:lnTo>
                    <a:pt x="34226" y="223"/>
                  </a:lnTo>
                  <a:lnTo>
                    <a:pt x="34024" y="162"/>
                  </a:lnTo>
                  <a:lnTo>
                    <a:pt x="33802" y="122"/>
                  </a:lnTo>
                  <a:lnTo>
                    <a:pt x="33560" y="82"/>
                  </a:lnTo>
                  <a:lnTo>
                    <a:pt x="33056" y="21"/>
                  </a:lnTo>
                  <a:lnTo>
                    <a:pt x="32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5"/>
            <p:cNvSpPr/>
            <p:nvPr/>
          </p:nvSpPr>
          <p:spPr>
            <a:xfrm rot="10800000">
              <a:off x="5869686" y="4710085"/>
              <a:ext cx="262933" cy="275344"/>
            </a:xfrm>
            <a:custGeom>
              <a:rect b="b" l="l" r="r" t="t"/>
              <a:pathLst>
                <a:path extrusionOk="0" h="4925" w="4703">
                  <a:moveTo>
                    <a:pt x="1938" y="81"/>
                  </a:moveTo>
                  <a:lnTo>
                    <a:pt x="2160" y="122"/>
                  </a:lnTo>
                  <a:lnTo>
                    <a:pt x="2382" y="182"/>
                  </a:lnTo>
                  <a:lnTo>
                    <a:pt x="2604" y="283"/>
                  </a:lnTo>
                  <a:lnTo>
                    <a:pt x="2785" y="384"/>
                  </a:lnTo>
                  <a:lnTo>
                    <a:pt x="2967" y="505"/>
                  </a:lnTo>
                  <a:lnTo>
                    <a:pt x="3129" y="626"/>
                  </a:lnTo>
                  <a:lnTo>
                    <a:pt x="3411" y="889"/>
                  </a:lnTo>
                  <a:lnTo>
                    <a:pt x="3613" y="1111"/>
                  </a:lnTo>
                  <a:lnTo>
                    <a:pt x="3794" y="1353"/>
                  </a:lnTo>
                  <a:lnTo>
                    <a:pt x="3976" y="1595"/>
                  </a:lnTo>
                  <a:lnTo>
                    <a:pt x="4117" y="1857"/>
                  </a:lnTo>
                  <a:lnTo>
                    <a:pt x="4259" y="2120"/>
                  </a:lnTo>
                  <a:lnTo>
                    <a:pt x="4380" y="2402"/>
                  </a:lnTo>
                  <a:lnTo>
                    <a:pt x="4460" y="2685"/>
                  </a:lnTo>
                  <a:lnTo>
                    <a:pt x="4541" y="2967"/>
                  </a:lnTo>
                  <a:lnTo>
                    <a:pt x="4602" y="3330"/>
                  </a:lnTo>
                  <a:lnTo>
                    <a:pt x="4622" y="3472"/>
                  </a:lnTo>
                  <a:lnTo>
                    <a:pt x="4622" y="3633"/>
                  </a:lnTo>
                  <a:lnTo>
                    <a:pt x="4602" y="3774"/>
                  </a:lnTo>
                  <a:lnTo>
                    <a:pt x="4561" y="3895"/>
                  </a:lnTo>
                  <a:lnTo>
                    <a:pt x="4521" y="4016"/>
                  </a:lnTo>
                  <a:lnTo>
                    <a:pt x="4481" y="4138"/>
                  </a:lnTo>
                  <a:lnTo>
                    <a:pt x="4380" y="4279"/>
                  </a:lnTo>
                  <a:lnTo>
                    <a:pt x="4238" y="4400"/>
                  </a:lnTo>
                  <a:lnTo>
                    <a:pt x="4097" y="4521"/>
                  </a:lnTo>
                  <a:lnTo>
                    <a:pt x="3916" y="4622"/>
                  </a:lnTo>
                  <a:lnTo>
                    <a:pt x="3673" y="4723"/>
                  </a:lnTo>
                  <a:lnTo>
                    <a:pt x="3431" y="4783"/>
                  </a:lnTo>
                  <a:lnTo>
                    <a:pt x="3189" y="4844"/>
                  </a:lnTo>
                  <a:lnTo>
                    <a:pt x="2685" y="4844"/>
                  </a:lnTo>
                  <a:lnTo>
                    <a:pt x="2442" y="4804"/>
                  </a:lnTo>
                  <a:lnTo>
                    <a:pt x="2200" y="4723"/>
                  </a:lnTo>
                  <a:lnTo>
                    <a:pt x="1958" y="4622"/>
                  </a:lnTo>
                  <a:lnTo>
                    <a:pt x="1676" y="4460"/>
                  </a:lnTo>
                  <a:lnTo>
                    <a:pt x="1393" y="4238"/>
                  </a:lnTo>
                  <a:lnTo>
                    <a:pt x="1111" y="3976"/>
                  </a:lnTo>
                  <a:lnTo>
                    <a:pt x="868" y="3694"/>
                  </a:lnTo>
                  <a:lnTo>
                    <a:pt x="646" y="3391"/>
                  </a:lnTo>
                  <a:lnTo>
                    <a:pt x="445" y="3068"/>
                  </a:lnTo>
                  <a:lnTo>
                    <a:pt x="283" y="2725"/>
                  </a:lnTo>
                  <a:lnTo>
                    <a:pt x="162" y="2382"/>
                  </a:lnTo>
                  <a:lnTo>
                    <a:pt x="122" y="2160"/>
                  </a:lnTo>
                  <a:lnTo>
                    <a:pt x="81" y="1958"/>
                  </a:lnTo>
                  <a:lnTo>
                    <a:pt x="81" y="1756"/>
                  </a:lnTo>
                  <a:lnTo>
                    <a:pt x="81" y="1555"/>
                  </a:lnTo>
                  <a:lnTo>
                    <a:pt x="122" y="1373"/>
                  </a:lnTo>
                  <a:lnTo>
                    <a:pt x="162" y="1191"/>
                  </a:lnTo>
                  <a:lnTo>
                    <a:pt x="243" y="1010"/>
                  </a:lnTo>
                  <a:lnTo>
                    <a:pt x="323" y="848"/>
                  </a:lnTo>
                  <a:lnTo>
                    <a:pt x="445" y="687"/>
                  </a:lnTo>
                  <a:lnTo>
                    <a:pt x="606" y="525"/>
                  </a:lnTo>
                  <a:lnTo>
                    <a:pt x="767" y="404"/>
                  </a:lnTo>
                  <a:lnTo>
                    <a:pt x="949" y="283"/>
                  </a:lnTo>
                  <a:lnTo>
                    <a:pt x="1151" y="202"/>
                  </a:lnTo>
                  <a:lnTo>
                    <a:pt x="1353" y="122"/>
                  </a:lnTo>
                  <a:lnTo>
                    <a:pt x="1554" y="81"/>
                  </a:lnTo>
                  <a:close/>
                  <a:moveTo>
                    <a:pt x="1696" y="1"/>
                  </a:moveTo>
                  <a:lnTo>
                    <a:pt x="1454" y="21"/>
                  </a:lnTo>
                  <a:lnTo>
                    <a:pt x="1211" y="81"/>
                  </a:lnTo>
                  <a:lnTo>
                    <a:pt x="989" y="182"/>
                  </a:lnTo>
                  <a:lnTo>
                    <a:pt x="767" y="303"/>
                  </a:lnTo>
                  <a:lnTo>
                    <a:pt x="586" y="445"/>
                  </a:lnTo>
                  <a:lnTo>
                    <a:pt x="404" y="626"/>
                  </a:lnTo>
                  <a:lnTo>
                    <a:pt x="263" y="808"/>
                  </a:lnTo>
                  <a:lnTo>
                    <a:pt x="162" y="989"/>
                  </a:lnTo>
                  <a:lnTo>
                    <a:pt x="81" y="1171"/>
                  </a:lnTo>
                  <a:lnTo>
                    <a:pt x="41" y="1353"/>
                  </a:lnTo>
                  <a:lnTo>
                    <a:pt x="1" y="1555"/>
                  </a:lnTo>
                  <a:lnTo>
                    <a:pt x="1" y="1756"/>
                  </a:lnTo>
                  <a:lnTo>
                    <a:pt x="1" y="1958"/>
                  </a:lnTo>
                  <a:lnTo>
                    <a:pt x="41" y="2180"/>
                  </a:lnTo>
                  <a:lnTo>
                    <a:pt x="81" y="2402"/>
                  </a:lnTo>
                  <a:lnTo>
                    <a:pt x="202" y="2745"/>
                  </a:lnTo>
                  <a:lnTo>
                    <a:pt x="364" y="3088"/>
                  </a:lnTo>
                  <a:lnTo>
                    <a:pt x="566" y="3431"/>
                  </a:lnTo>
                  <a:lnTo>
                    <a:pt x="808" y="3754"/>
                  </a:lnTo>
                  <a:lnTo>
                    <a:pt x="1050" y="4037"/>
                  </a:lnTo>
                  <a:lnTo>
                    <a:pt x="1332" y="4299"/>
                  </a:lnTo>
                  <a:lnTo>
                    <a:pt x="1635" y="4521"/>
                  </a:lnTo>
                  <a:lnTo>
                    <a:pt x="1938" y="4703"/>
                  </a:lnTo>
                  <a:lnTo>
                    <a:pt x="2160" y="4804"/>
                  </a:lnTo>
                  <a:lnTo>
                    <a:pt x="2422" y="4864"/>
                  </a:lnTo>
                  <a:lnTo>
                    <a:pt x="2664" y="4925"/>
                  </a:lnTo>
                  <a:lnTo>
                    <a:pt x="3189" y="4925"/>
                  </a:lnTo>
                  <a:lnTo>
                    <a:pt x="3451" y="4864"/>
                  </a:lnTo>
                  <a:lnTo>
                    <a:pt x="3714" y="4804"/>
                  </a:lnTo>
                  <a:lnTo>
                    <a:pt x="3956" y="4682"/>
                  </a:lnTo>
                  <a:lnTo>
                    <a:pt x="4138" y="4582"/>
                  </a:lnTo>
                  <a:lnTo>
                    <a:pt x="4299" y="4460"/>
                  </a:lnTo>
                  <a:lnTo>
                    <a:pt x="4440" y="4319"/>
                  </a:lnTo>
                  <a:lnTo>
                    <a:pt x="4541" y="4178"/>
                  </a:lnTo>
                  <a:lnTo>
                    <a:pt x="4602" y="4057"/>
                  </a:lnTo>
                  <a:lnTo>
                    <a:pt x="4642" y="3916"/>
                  </a:lnTo>
                  <a:lnTo>
                    <a:pt x="4682" y="3795"/>
                  </a:lnTo>
                  <a:lnTo>
                    <a:pt x="4703" y="3633"/>
                  </a:lnTo>
                  <a:lnTo>
                    <a:pt x="4703" y="3492"/>
                  </a:lnTo>
                  <a:lnTo>
                    <a:pt x="4682" y="3310"/>
                  </a:lnTo>
                  <a:lnTo>
                    <a:pt x="4622" y="2947"/>
                  </a:lnTo>
                  <a:lnTo>
                    <a:pt x="4541" y="2664"/>
                  </a:lnTo>
                  <a:lnTo>
                    <a:pt x="4440" y="2362"/>
                  </a:lnTo>
                  <a:lnTo>
                    <a:pt x="4339" y="2099"/>
                  </a:lnTo>
                  <a:lnTo>
                    <a:pt x="4198" y="1817"/>
                  </a:lnTo>
                  <a:lnTo>
                    <a:pt x="4037" y="1555"/>
                  </a:lnTo>
                  <a:lnTo>
                    <a:pt x="3855" y="1312"/>
                  </a:lnTo>
                  <a:lnTo>
                    <a:pt x="3673" y="1070"/>
                  </a:lnTo>
                  <a:lnTo>
                    <a:pt x="3472" y="828"/>
                  </a:lnTo>
                  <a:lnTo>
                    <a:pt x="3189" y="566"/>
                  </a:lnTo>
                  <a:lnTo>
                    <a:pt x="3007" y="445"/>
                  </a:lnTo>
                  <a:lnTo>
                    <a:pt x="2826" y="324"/>
                  </a:lnTo>
                  <a:lnTo>
                    <a:pt x="2624" y="202"/>
                  </a:lnTo>
                  <a:lnTo>
                    <a:pt x="2422" y="102"/>
                  </a:lnTo>
                  <a:lnTo>
                    <a:pt x="2180" y="41"/>
                  </a:lnTo>
                  <a:lnTo>
                    <a:pt x="19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5"/>
            <p:cNvSpPr/>
            <p:nvPr/>
          </p:nvSpPr>
          <p:spPr>
            <a:xfrm rot="10800000">
              <a:off x="4850875" y="4692004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5"/>
            <p:cNvSpPr/>
            <p:nvPr/>
          </p:nvSpPr>
          <p:spPr>
            <a:xfrm rot="10800000">
              <a:off x="5935099" y="4759732"/>
              <a:ext cx="135464" cy="154584"/>
            </a:xfrm>
            <a:custGeom>
              <a:rect b="b" l="l" r="r" t="t"/>
              <a:pathLst>
                <a:path extrusionOk="0" h="2765" w="2423">
                  <a:moveTo>
                    <a:pt x="747" y="81"/>
                  </a:moveTo>
                  <a:lnTo>
                    <a:pt x="888" y="101"/>
                  </a:lnTo>
                  <a:lnTo>
                    <a:pt x="1050" y="121"/>
                  </a:lnTo>
                  <a:lnTo>
                    <a:pt x="1191" y="161"/>
                  </a:lnTo>
                  <a:lnTo>
                    <a:pt x="1332" y="202"/>
                  </a:lnTo>
                  <a:lnTo>
                    <a:pt x="1474" y="262"/>
                  </a:lnTo>
                  <a:lnTo>
                    <a:pt x="1615" y="343"/>
                  </a:lnTo>
                  <a:lnTo>
                    <a:pt x="1736" y="424"/>
                  </a:lnTo>
                  <a:lnTo>
                    <a:pt x="1837" y="505"/>
                  </a:lnTo>
                  <a:lnTo>
                    <a:pt x="1998" y="686"/>
                  </a:lnTo>
                  <a:lnTo>
                    <a:pt x="2140" y="888"/>
                  </a:lnTo>
                  <a:lnTo>
                    <a:pt x="2240" y="1130"/>
                  </a:lnTo>
                  <a:lnTo>
                    <a:pt x="2321" y="1372"/>
                  </a:lnTo>
                  <a:lnTo>
                    <a:pt x="2341" y="1635"/>
                  </a:lnTo>
                  <a:lnTo>
                    <a:pt x="2341" y="1897"/>
                  </a:lnTo>
                  <a:lnTo>
                    <a:pt x="2321" y="2018"/>
                  </a:lnTo>
                  <a:lnTo>
                    <a:pt x="2281" y="2139"/>
                  </a:lnTo>
                  <a:lnTo>
                    <a:pt x="2220" y="2260"/>
                  </a:lnTo>
                  <a:lnTo>
                    <a:pt x="2160" y="2381"/>
                  </a:lnTo>
                  <a:lnTo>
                    <a:pt x="2099" y="2442"/>
                  </a:lnTo>
                  <a:lnTo>
                    <a:pt x="2039" y="2543"/>
                  </a:lnTo>
                  <a:lnTo>
                    <a:pt x="1938" y="2603"/>
                  </a:lnTo>
                  <a:lnTo>
                    <a:pt x="1837" y="2664"/>
                  </a:lnTo>
                  <a:lnTo>
                    <a:pt x="1716" y="2684"/>
                  </a:lnTo>
                  <a:lnTo>
                    <a:pt x="1575" y="2684"/>
                  </a:lnTo>
                  <a:lnTo>
                    <a:pt x="1433" y="2623"/>
                  </a:lnTo>
                  <a:lnTo>
                    <a:pt x="1292" y="2563"/>
                  </a:lnTo>
                  <a:lnTo>
                    <a:pt x="1110" y="2422"/>
                  </a:lnTo>
                  <a:lnTo>
                    <a:pt x="929" y="2220"/>
                  </a:lnTo>
                  <a:lnTo>
                    <a:pt x="727" y="1978"/>
                  </a:lnTo>
                  <a:lnTo>
                    <a:pt x="525" y="1715"/>
                  </a:lnTo>
                  <a:lnTo>
                    <a:pt x="344" y="1433"/>
                  </a:lnTo>
                  <a:lnTo>
                    <a:pt x="202" y="1150"/>
                  </a:lnTo>
                  <a:lnTo>
                    <a:pt x="101" y="888"/>
                  </a:lnTo>
                  <a:lnTo>
                    <a:pt x="81" y="787"/>
                  </a:lnTo>
                  <a:lnTo>
                    <a:pt x="81" y="686"/>
                  </a:lnTo>
                  <a:lnTo>
                    <a:pt x="101" y="484"/>
                  </a:lnTo>
                  <a:lnTo>
                    <a:pt x="122" y="404"/>
                  </a:lnTo>
                  <a:lnTo>
                    <a:pt x="162" y="343"/>
                  </a:lnTo>
                  <a:lnTo>
                    <a:pt x="222" y="283"/>
                  </a:lnTo>
                  <a:lnTo>
                    <a:pt x="283" y="222"/>
                  </a:lnTo>
                  <a:lnTo>
                    <a:pt x="344" y="182"/>
                  </a:lnTo>
                  <a:lnTo>
                    <a:pt x="424" y="141"/>
                  </a:lnTo>
                  <a:lnTo>
                    <a:pt x="566" y="101"/>
                  </a:lnTo>
                  <a:lnTo>
                    <a:pt x="747" y="81"/>
                  </a:lnTo>
                  <a:close/>
                  <a:moveTo>
                    <a:pt x="767" y="0"/>
                  </a:moveTo>
                  <a:lnTo>
                    <a:pt x="566" y="20"/>
                  </a:lnTo>
                  <a:lnTo>
                    <a:pt x="384" y="61"/>
                  </a:lnTo>
                  <a:lnTo>
                    <a:pt x="303" y="101"/>
                  </a:lnTo>
                  <a:lnTo>
                    <a:pt x="222" y="161"/>
                  </a:lnTo>
                  <a:lnTo>
                    <a:pt x="162" y="222"/>
                  </a:lnTo>
                  <a:lnTo>
                    <a:pt x="101" y="303"/>
                  </a:lnTo>
                  <a:lnTo>
                    <a:pt x="61" y="383"/>
                  </a:lnTo>
                  <a:lnTo>
                    <a:pt x="21" y="464"/>
                  </a:lnTo>
                  <a:lnTo>
                    <a:pt x="1" y="565"/>
                  </a:lnTo>
                  <a:lnTo>
                    <a:pt x="1" y="666"/>
                  </a:lnTo>
                  <a:lnTo>
                    <a:pt x="1" y="787"/>
                  </a:lnTo>
                  <a:lnTo>
                    <a:pt x="21" y="908"/>
                  </a:lnTo>
                  <a:lnTo>
                    <a:pt x="61" y="1029"/>
                  </a:lnTo>
                  <a:lnTo>
                    <a:pt x="122" y="1170"/>
                  </a:lnTo>
                  <a:lnTo>
                    <a:pt x="263" y="1453"/>
                  </a:lnTo>
                  <a:lnTo>
                    <a:pt x="444" y="1756"/>
                  </a:lnTo>
                  <a:lnTo>
                    <a:pt x="646" y="2018"/>
                  </a:lnTo>
                  <a:lnTo>
                    <a:pt x="868" y="2280"/>
                  </a:lnTo>
                  <a:lnTo>
                    <a:pt x="1070" y="2482"/>
                  </a:lnTo>
                  <a:lnTo>
                    <a:pt x="1231" y="2623"/>
                  </a:lnTo>
                  <a:lnTo>
                    <a:pt x="1353" y="2684"/>
                  </a:lnTo>
                  <a:lnTo>
                    <a:pt x="1453" y="2724"/>
                  </a:lnTo>
                  <a:lnTo>
                    <a:pt x="1575" y="2765"/>
                  </a:lnTo>
                  <a:lnTo>
                    <a:pt x="1776" y="2765"/>
                  </a:lnTo>
                  <a:lnTo>
                    <a:pt x="1857" y="2744"/>
                  </a:lnTo>
                  <a:lnTo>
                    <a:pt x="1958" y="2684"/>
                  </a:lnTo>
                  <a:lnTo>
                    <a:pt x="2059" y="2623"/>
                  </a:lnTo>
                  <a:lnTo>
                    <a:pt x="2160" y="2523"/>
                  </a:lnTo>
                  <a:lnTo>
                    <a:pt x="2240" y="2422"/>
                  </a:lnTo>
                  <a:lnTo>
                    <a:pt x="2301" y="2301"/>
                  </a:lnTo>
                  <a:lnTo>
                    <a:pt x="2362" y="2159"/>
                  </a:lnTo>
                  <a:lnTo>
                    <a:pt x="2402" y="2038"/>
                  </a:lnTo>
                  <a:lnTo>
                    <a:pt x="2422" y="1897"/>
                  </a:lnTo>
                  <a:lnTo>
                    <a:pt x="2422" y="1776"/>
                  </a:lnTo>
                  <a:lnTo>
                    <a:pt x="2422" y="1635"/>
                  </a:lnTo>
                  <a:lnTo>
                    <a:pt x="2402" y="1372"/>
                  </a:lnTo>
                  <a:lnTo>
                    <a:pt x="2321" y="1110"/>
                  </a:lnTo>
                  <a:lnTo>
                    <a:pt x="2200" y="868"/>
                  </a:lnTo>
                  <a:lnTo>
                    <a:pt x="2059" y="626"/>
                  </a:lnTo>
                  <a:lnTo>
                    <a:pt x="1877" y="444"/>
                  </a:lnTo>
                  <a:lnTo>
                    <a:pt x="1736" y="323"/>
                  </a:lnTo>
                  <a:lnTo>
                    <a:pt x="1575" y="222"/>
                  </a:lnTo>
                  <a:lnTo>
                    <a:pt x="1393" y="141"/>
                  </a:lnTo>
                  <a:lnTo>
                    <a:pt x="1171" y="61"/>
                  </a:lnTo>
                  <a:lnTo>
                    <a:pt x="969" y="20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5"/>
            <p:cNvSpPr/>
            <p:nvPr/>
          </p:nvSpPr>
          <p:spPr>
            <a:xfrm rot="10800000">
              <a:off x="5074290" y="5064293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5"/>
            <p:cNvSpPr/>
            <p:nvPr/>
          </p:nvSpPr>
          <p:spPr>
            <a:xfrm rot="10800000">
              <a:off x="5370998" y="5496405"/>
              <a:ext cx="453633" cy="455870"/>
            </a:xfrm>
            <a:custGeom>
              <a:rect b="b" l="l" r="r" t="t"/>
              <a:pathLst>
                <a:path extrusionOk="0" h="8154" w="8114">
                  <a:moveTo>
                    <a:pt x="1010" y="81"/>
                  </a:moveTo>
                  <a:lnTo>
                    <a:pt x="1151" y="101"/>
                  </a:lnTo>
                  <a:lnTo>
                    <a:pt x="1413" y="162"/>
                  </a:lnTo>
                  <a:lnTo>
                    <a:pt x="1696" y="263"/>
                  </a:lnTo>
                  <a:lnTo>
                    <a:pt x="1938" y="384"/>
                  </a:lnTo>
                  <a:lnTo>
                    <a:pt x="2200" y="545"/>
                  </a:lnTo>
                  <a:lnTo>
                    <a:pt x="2422" y="707"/>
                  </a:lnTo>
                  <a:lnTo>
                    <a:pt x="2644" y="888"/>
                  </a:lnTo>
                  <a:lnTo>
                    <a:pt x="3108" y="1251"/>
                  </a:lnTo>
                  <a:lnTo>
                    <a:pt x="3552" y="1635"/>
                  </a:lnTo>
                  <a:lnTo>
                    <a:pt x="3976" y="2039"/>
                  </a:lnTo>
                  <a:lnTo>
                    <a:pt x="4400" y="2422"/>
                  </a:lnTo>
                  <a:lnTo>
                    <a:pt x="4783" y="2826"/>
                  </a:lnTo>
                  <a:lnTo>
                    <a:pt x="5167" y="3229"/>
                  </a:lnTo>
                  <a:lnTo>
                    <a:pt x="5530" y="3653"/>
                  </a:lnTo>
                  <a:lnTo>
                    <a:pt x="5873" y="4077"/>
                  </a:lnTo>
                  <a:lnTo>
                    <a:pt x="6196" y="4500"/>
                  </a:lnTo>
                  <a:lnTo>
                    <a:pt x="6499" y="4924"/>
                  </a:lnTo>
                  <a:lnTo>
                    <a:pt x="6781" y="5348"/>
                  </a:lnTo>
                  <a:lnTo>
                    <a:pt x="7064" y="5792"/>
                  </a:lnTo>
                  <a:lnTo>
                    <a:pt x="7306" y="6236"/>
                  </a:lnTo>
                  <a:lnTo>
                    <a:pt x="7548" y="6680"/>
                  </a:lnTo>
                  <a:lnTo>
                    <a:pt x="7770" y="7144"/>
                  </a:lnTo>
                  <a:lnTo>
                    <a:pt x="7972" y="7588"/>
                  </a:lnTo>
                  <a:lnTo>
                    <a:pt x="8012" y="7729"/>
                  </a:lnTo>
                  <a:lnTo>
                    <a:pt x="8032" y="7871"/>
                  </a:lnTo>
                  <a:lnTo>
                    <a:pt x="8032" y="7931"/>
                  </a:lnTo>
                  <a:lnTo>
                    <a:pt x="8012" y="7992"/>
                  </a:lnTo>
                  <a:lnTo>
                    <a:pt x="7972" y="8032"/>
                  </a:lnTo>
                  <a:lnTo>
                    <a:pt x="7932" y="8052"/>
                  </a:lnTo>
                  <a:lnTo>
                    <a:pt x="7851" y="8072"/>
                  </a:lnTo>
                  <a:lnTo>
                    <a:pt x="7790" y="8072"/>
                  </a:lnTo>
                  <a:lnTo>
                    <a:pt x="7649" y="8012"/>
                  </a:lnTo>
                  <a:lnTo>
                    <a:pt x="7346" y="7830"/>
                  </a:lnTo>
                  <a:lnTo>
                    <a:pt x="7084" y="7628"/>
                  </a:lnTo>
                  <a:lnTo>
                    <a:pt x="6822" y="7386"/>
                  </a:lnTo>
                  <a:lnTo>
                    <a:pt x="6559" y="7164"/>
                  </a:lnTo>
                  <a:lnTo>
                    <a:pt x="2523" y="3310"/>
                  </a:lnTo>
                  <a:lnTo>
                    <a:pt x="2180" y="3007"/>
                  </a:lnTo>
                  <a:lnTo>
                    <a:pt x="1514" y="2462"/>
                  </a:lnTo>
                  <a:lnTo>
                    <a:pt x="1151" y="2119"/>
                  </a:lnTo>
                  <a:lnTo>
                    <a:pt x="808" y="1776"/>
                  </a:lnTo>
                  <a:lnTo>
                    <a:pt x="485" y="1413"/>
                  </a:lnTo>
                  <a:lnTo>
                    <a:pt x="364" y="1251"/>
                  </a:lnTo>
                  <a:lnTo>
                    <a:pt x="243" y="1070"/>
                  </a:lnTo>
                  <a:lnTo>
                    <a:pt x="162" y="908"/>
                  </a:lnTo>
                  <a:lnTo>
                    <a:pt x="102" y="767"/>
                  </a:lnTo>
                  <a:lnTo>
                    <a:pt x="81" y="626"/>
                  </a:lnTo>
                  <a:lnTo>
                    <a:pt x="81" y="485"/>
                  </a:lnTo>
                  <a:lnTo>
                    <a:pt x="122" y="424"/>
                  </a:lnTo>
                  <a:lnTo>
                    <a:pt x="142" y="364"/>
                  </a:lnTo>
                  <a:lnTo>
                    <a:pt x="243" y="263"/>
                  </a:lnTo>
                  <a:lnTo>
                    <a:pt x="404" y="182"/>
                  </a:lnTo>
                  <a:lnTo>
                    <a:pt x="606" y="101"/>
                  </a:lnTo>
                  <a:lnTo>
                    <a:pt x="747" y="81"/>
                  </a:lnTo>
                  <a:close/>
                  <a:moveTo>
                    <a:pt x="727" y="0"/>
                  </a:moveTo>
                  <a:lnTo>
                    <a:pt x="586" y="41"/>
                  </a:lnTo>
                  <a:lnTo>
                    <a:pt x="364" y="101"/>
                  </a:lnTo>
                  <a:lnTo>
                    <a:pt x="203" y="202"/>
                  </a:lnTo>
                  <a:lnTo>
                    <a:pt x="122" y="263"/>
                  </a:lnTo>
                  <a:lnTo>
                    <a:pt x="81" y="323"/>
                  </a:lnTo>
                  <a:lnTo>
                    <a:pt x="41" y="384"/>
                  </a:lnTo>
                  <a:lnTo>
                    <a:pt x="21" y="464"/>
                  </a:lnTo>
                  <a:lnTo>
                    <a:pt x="1" y="606"/>
                  </a:lnTo>
                  <a:lnTo>
                    <a:pt x="21" y="767"/>
                  </a:lnTo>
                  <a:lnTo>
                    <a:pt x="81" y="908"/>
                  </a:lnTo>
                  <a:lnTo>
                    <a:pt x="162" y="1090"/>
                  </a:lnTo>
                  <a:lnTo>
                    <a:pt x="263" y="1251"/>
                  </a:lnTo>
                  <a:lnTo>
                    <a:pt x="404" y="1433"/>
                  </a:lnTo>
                  <a:lnTo>
                    <a:pt x="707" y="1796"/>
                  </a:lnTo>
                  <a:lnTo>
                    <a:pt x="1070" y="2139"/>
                  </a:lnTo>
                  <a:lnTo>
                    <a:pt x="1434" y="2482"/>
                  </a:lnTo>
                  <a:lnTo>
                    <a:pt x="2120" y="3088"/>
                  </a:lnTo>
                  <a:lnTo>
                    <a:pt x="2463" y="3370"/>
                  </a:lnTo>
                  <a:lnTo>
                    <a:pt x="6499" y="7225"/>
                  </a:lnTo>
                  <a:lnTo>
                    <a:pt x="6761" y="7467"/>
                  </a:lnTo>
                  <a:lnTo>
                    <a:pt x="7023" y="7689"/>
                  </a:lnTo>
                  <a:lnTo>
                    <a:pt x="7306" y="7911"/>
                  </a:lnTo>
                  <a:lnTo>
                    <a:pt x="7609" y="8093"/>
                  </a:lnTo>
                  <a:lnTo>
                    <a:pt x="7730" y="8133"/>
                  </a:lnTo>
                  <a:lnTo>
                    <a:pt x="7851" y="8153"/>
                  </a:lnTo>
                  <a:lnTo>
                    <a:pt x="7911" y="8153"/>
                  </a:lnTo>
                  <a:lnTo>
                    <a:pt x="7972" y="8133"/>
                  </a:lnTo>
                  <a:lnTo>
                    <a:pt x="8032" y="8093"/>
                  </a:lnTo>
                  <a:lnTo>
                    <a:pt x="8073" y="8032"/>
                  </a:lnTo>
                  <a:lnTo>
                    <a:pt x="8093" y="7971"/>
                  </a:lnTo>
                  <a:lnTo>
                    <a:pt x="8113" y="7891"/>
                  </a:lnTo>
                  <a:lnTo>
                    <a:pt x="8093" y="7729"/>
                  </a:lnTo>
                  <a:lnTo>
                    <a:pt x="8032" y="7568"/>
                  </a:lnTo>
                  <a:lnTo>
                    <a:pt x="7831" y="7104"/>
                  </a:lnTo>
                  <a:lnTo>
                    <a:pt x="7629" y="6640"/>
                  </a:lnTo>
                  <a:lnTo>
                    <a:pt x="7387" y="6196"/>
                  </a:lnTo>
                  <a:lnTo>
                    <a:pt x="7124" y="5752"/>
                  </a:lnTo>
                  <a:lnTo>
                    <a:pt x="6862" y="5308"/>
                  </a:lnTo>
                  <a:lnTo>
                    <a:pt x="6559" y="4884"/>
                  </a:lnTo>
                  <a:lnTo>
                    <a:pt x="6257" y="4440"/>
                  </a:lnTo>
                  <a:lnTo>
                    <a:pt x="5934" y="4016"/>
                  </a:lnTo>
                  <a:lnTo>
                    <a:pt x="5591" y="3592"/>
                  </a:lnTo>
                  <a:lnTo>
                    <a:pt x="5227" y="3189"/>
                  </a:lnTo>
                  <a:lnTo>
                    <a:pt x="4844" y="2785"/>
                  </a:lnTo>
                  <a:lnTo>
                    <a:pt x="4461" y="2382"/>
                  </a:lnTo>
                  <a:lnTo>
                    <a:pt x="4037" y="1978"/>
                  </a:lnTo>
                  <a:lnTo>
                    <a:pt x="3613" y="1574"/>
                  </a:lnTo>
                  <a:lnTo>
                    <a:pt x="3169" y="1191"/>
                  </a:lnTo>
                  <a:lnTo>
                    <a:pt x="2705" y="808"/>
                  </a:lnTo>
                  <a:lnTo>
                    <a:pt x="2463" y="646"/>
                  </a:lnTo>
                  <a:lnTo>
                    <a:pt x="2221" y="464"/>
                  </a:lnTo>
                  <a:lnTo>
                    <a:pt x="1978" y="323"/>
                  </a:lnTo>
                  <a:lnTo>
                    <a:pt x="1716" y="182"/>
                  </a:lnTo>
                  <a:lnTo>
                    <a:pt x="1434" y="81"/>
                  </a:lnTo>
                  <a:lnTo>
                    <a:pt x="1151" y="21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5"/>
            <p:cNvSpPr/>
            <p:nvPr/>
          </p:nvSpPr>
          <p:spPr>
            <a:xfrm rot="10800000">
              <a:off x="4727969" y="5773987"/>
              <a:ext cx="101584" cy="100466"/>
            </a:xfrm>
            <a:custGeom>
              <a:rect b="b" l="l" r="r" t="t"/>
              <a:pathLst>
                <a:path extrusionOk="0" h="1797" w="1817">
                  <a:moveTo>
                    <a:pt x="909" y="1"/>
                  </a:moveTo>
                  <a:lnTo>
                    <a:pt x="727" y="21"/>
                  </a:lnTo>
                  <a:lnTo>
                    <a:pt x="566" y="61"/>
                  </a:lnTo>
                  <a:lnTo>
                    <a:pt x="404" y="142"/>
                  </a:lnTo>
                  <a:lnTo>
                    <a:pt x="283" y="263"/>
                  </a:lnTo>
                  <a:lnTo>
                    <a:pt x="162" y="384"/>
                  </a:lnTo>
                  <a:lnTo>
                    <a:pt x="81" y="546"/>
                  </a:lnTo>
                  <a:lnTo>
                    <a:pt x="21" y="707"/>
                  </a:lnTo>
                  <a:lnTo>
                    <a:pt x="1" y="889"/>
                  </a:lnTo>
                  <a:lnTo>
                    <a:pt x="21" y="1070"/>
                  </a:lnTo>
                  <a:lnTo>
                    <a:pt x="81" y="1252"/>
                  </a:lnTo>
                  <a:lnTo>
                    <a:pt x="162" y="1393"/>
                  </a:lnTo>
                  <a:lnTo>
                    <a:pt x="283" y="1534"/>
                  </a:lnTo>
                  <a:lnTo>
                    <a:pt x="404" y="1635"/>
                  </a:lnTo>
                  <a:lnTo>
                    <a:pt x="566" y="1716"/>
                  </a:lnTo>
                  <a:lnTo>
                    <a:pt x="727" y="1777"/>
                  </a:lnTo>
                  <a:lnTo>
                    <a:pt x="909" y="1797"/>
                  </a:lnTo>
                  <a:lnTo>
                    <a:pt x="1090" y="1777"/>
                  </a:lnTo>
                  <a:lnTo>
                    <a:pt x="1272" y="1716"/>
                  </a:lnTo>
                  <a:lnTo>
                    <a:pt x="1413" y="1635"/>
                  </a:lnTo>
                  <a:lnTo>
                    <a:pt x="1554" y="1534"/>
                  </a:lnTo>
                  <a:lnTo>
                    <a:pt x="1655" y="1393"/>
                  </a:lnTo>
                  <a:lnTo>
                    <a:pt x="1736" y="1252"/>
                  </a:lnTo>
                  <a:lnTo>
                    <a:pt x="1797" y="1070"/>
                  </a:lnTo>
                  <a:lnTo>
                    <a:pt x="1817" y="889"/>
                  </a:lnTo>
                  <a:lnTo>
                    <a:pt x="1797" y="707"/>
                  </a:lnTo>
                  <a:lnTo>
                    <a:pt x="1736" y="546"/>
                  </a:lnTo>
                  <a:lnTo>
                    <a:pt x="1655" y="384"/>
                  </a:lnTo>
                  <a:lnTo>
                    <a:pt x="1554" y="263"/>
                  </a:lnTo>
                  <a:lnTo>
                    <a:pt x="1413" y="142"/>
                  </a:lnTo>
                  <a:lnTo>
                    <a:pt x="1272" y="61"/>
                  </a:lnTo>
                  <a:lnTo>
                    <a:pt x="1090" y="21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5"/>
            <p:cNvSpPr/>
            <p:nvPr/>
          </p:nvSpPr>
          <p:spPr>
            <a:xfrm rot="10800000">
              <a:off x="4725677" y="5771695"/>
              <a:ext cx="106112" cy="104994"/>
            </a:xfrm>
            <a:custGeom>
              <a:rect b="b" l="l" r="r" t="t"/>
              <a:pathLst>
                <a:path extrusionOk="0" h="1878" w="1898">
                  <a:moveTo>
                    <a:pt x="949" y="81"/>
                  </a:moveTo>
                  <a:lnTo>
                    <a:pt x="1130" y="101"/>
                  </a:lnTo>
                  <a:lnTo>
                    <a:pt x="1292" y="142"/>
                  </a:lnTo>
                  <a:lnTo>
                    <a:pt x="1433" y="222"/>
                  </a:lnTo>
                  <a:lnTo>
                    <a:pt x="1554" y="323"/>
                  </a:lnTo>
                  <a:lnTo>
                    <a:pt x="1655" y="444"/>
                  </a:lnTo>
                  <a:lnTo>
                    <a:pt x="1736" y="606"/>
                  </a:lnTo>
                  <a:lnTo>
                    <a:pt x="1796" y="767"/>
                  </a:lnTo>
                  <a:lnTo>
                    <a:pt x="1816" y="929"/>
                  </a:lnTo>
                  <a:lnTo>
                    <a:pt x="1796" y="1110"/>
                  </a:lnTo>
                  <a:lnTo>
                    <a:pt x="1736" y="1272"/>
                  </a:lnTo>
                  <a:lnTo>
                    <a:pt x="1655" y="1413"/>
                  </a:lnTo>
                  <a:lnTo>
                    <a:pt x="1554" y="1534"/>
                  </a:lnTo>
                  <a:lnTo>
                    <a:pt x="1433" y="1655"/>
                  </a:lnTo>
                  <a:lnTo>
                    <a:pt x="1292" y="1736"/>
                  </a:lnTo>
                  <a:lnTo>
                    <a:pt x="1130" y="1776"/>
                  </a:lnTo>
                  <a:lnTo>
                    <a:pt x="949" y="1796"/>
                  </a:lnTo>
                  <a:lnTo>
                    <a:pt x="787" y="1776"/>
                  </a:lnTo>
                  <a:lnTo>
                    <a:pt x="626" y="1736"/>
                  </a:lnTo>
                  <a:lnTo>
                    <a:pt x="464" y="1655"/>
                  </a:lnTo>
                  <a:lnTo>
                    <a:pt x="343" y="1534"/>
                  </a:lnTo>
                  <a:lnTo>
                    <a:pt x="242" y="1413"/>
                  </a:lnTo>
                  <a:lnTo>
                    <a:pt x="162" y="1272"/>
                  </a:lnTo>
                  <a:lnTo>
                    <a:pt x="101" y="1110"/>
                  </a:lnTo>
                  <a:lnTo>
                    <a:pt x="81" y="929"/>
                  </a:lnTo>
                  <a:lnTo>
                    <a:pt x="101" y="767"/>
                  </a:lnTo>
                  <a:lnTo>
                    <a:pt x="162" y="606"/>
                  </a:lnTo>
                  <a:lnTo>
                    <a:pt x="242" y="444"/>
                  </a:lnTo>
                  <a:lnTo>
                    <a:pt x="343" y="323"/>
                  </a:lnTo>
                  <a:lnTo>
                    <a:pt x="464" y="222"/>
                  </a:lnTo>
                  <a:lnTo>
                    <a:pt x="626" y="142"/>
                  </a:lnTo>
                  <a:lnTo>
                    <a:pt x="787" y="101"/>
                  </a:lnTo>
                  <a:lnTo>
                    <a:pt x="949" y="81"/>
                  </a:lnTo>
                  <a:close/>
                  <a:moveTo>
                    <a:pt x="949" y="0"/>
                  </a:moveTo>
                  <a:lnTo>
                    <a:pt x="767" y="21"/>
                  </a:lnTo>
                  <a:lnTo>
                    <a:pt x="585" y="61"/>
                  </a:lnTo>
                  <a:lnTo>
                    <a:pt x="424" y="162"/>
                  </a:lnTo>
                  <a:lnTo>
                    <a:pt x="283" y="263"/>
                  </a:lnTo>
                  <a:lnTo>
                    <a:pt x="162" y="404"/>
                  </a:lnTo>
                  <a:lnTo>
                    <a:pt x="81" y="565"/>
                  </a:lnTo>
                  <a:lnTo>
                    <a:pt x="20" y="747"/>
                  </a:lnTo>
                  <a:lnTo>
                    <a:pt x="0" y="929"/>
                  </a:lnTo>
                  <a:lnTo>
                    <a:pt x="20" y="1130"/>
                  </a:lnTo>
                  <a:lnTo>
                    <a:pt x="81" y="1292"/>
                  </a:lnTo>
                  <a:lnTo>
                    <a:pt x="162" y="1453"/>
                  </a:lnTo>
                  <a:lnTo>
                    <a:pt x="283" y="1595"/>
                  </a:lnTo>
                  <a:lnTo>
                    <a:pt x="424" y="1716"/>
                  </a:lnTo>
                  <a:lnTo>
                    <a:pt x="585" y="1796"/>
                  </a:lnTo>
                  <a:lnTo>
                    <a:pt x="767" y="1857"/>
                  </a:lnTo>
                  <a:lnTo>
                    <a:pt x="949" y="1877"/>
                  </a:lnTo>
                  <a:lnTo>
                    <a:pt x="1150" y="1857"/>
                  </a:lnTo>
                  <a:lnTo>
                    <a:pt x="1312" y="1796"/>
                  </a:lnTo>
                  <a:lnTo>
                    <a:pt x="1473" y="1716"/>
                  </a:lnTo>
                  <a:lnTo>
                    <a:pt x="1615" y="1595"/>
                  </a:lnTo>
                  <a:lnTo>
                    <a:pt x="1736" y="1453"/>
                  </a:lnTo>
                  <a:lnTo>
                    <a:pt x="1816" y="1292"/>
                  </a:lnTo>
                  <a:lnTo>
                    <a:pt x="1877" y="1130"/>
                  </a:lnTo>
                  <a:lnTo>
                    <a:pt x="1897" y="929"/>
                  </a:lnTo>
                  <a:lnTo>
                    <a:pt x="1877" y="747"/>
                  </a:lnTo>
                  <a:lnTo>
                    <a:pt x="1816" y="565"/>
                  </a:lnTo>
                  <a:lnTo>
                    <a:pt x="1736" y="404"/>
                  </a:lnTo>
                  <a:lnTo>
                    <a:pt x="1615" y="263"/>
                  </a:lnTo>
                  <a:lnTo>
                    <a:pt x="1473" y="162"/>
                  </a:lnTo>
                  <a:lnTo>
                    <a:pt x="1312" y="61"/>
                  </a:lnTo>
                  <a:lnTo>
                    <a:pt x="1150" y="21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5"/>
            <p:cNvSpPr/>
            <p:nvPr/>
          </p:nvSpPr>
          <p:spPr>
            <a:xfrm rot="10800000">
              <a:off x="5991512" y="4807087"/>
              <a:ext cx="4584" cy="55348"/>
            </a:xfrm>
            <a:custGeom>
              <a:rect b="b" l="l" r="r" t="t"/>
              <a:pathLst>
                <a:path extrusionOk="0" h="990" w="82">
                  <a:moveTo>
                    <a:pt x="0" y="0"/>
                  </a:moveTo>
                  <a:lnTo>
                    <a:pt x="0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5"/>
            <p:cNvSpPr/>
            <p:nvPr/>
          </p:nvSpPr>
          <p:spPr>
            <a:xfrm rot="10800000">
              <a:off x="5966688" y="4833084"/>
              <a:ext cx="55348" cy="4529"/>
            </a:xfrm>
            <a:custGeom>
              <a:rect b="b" l="l" r="r" t="t"/>
              <a:pathLst>
                <a:path extrusionOk="0" h="81" w="990">
                  <a:moveTo>
                    <a:pt x="0" y="0"/>
                  </a:moveTo>
                  <a:lnTo>
                    <a:pt x="0" y="81"/>
                  </a:lnTo>
                  <a:lnTo>
                    <a:pt x="989" y="81"/>
                  </a:lnTo>
                  <a:lnTo>
                    <a:pt x="9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4" name="Google Shape;414;p5"/>
          <p:cNvSpPr/>
          <p:nvPr/>
        </p:nvSpPr>
        <p:spPr>
          <a:xfrm>
            <a:off x="-354230" y="30783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15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6"/>
          <p:cNvSpPr/>
          <p:nvPr/>
        </p:nvSpPr>
        <p:spPr>
          <a:xfrm flipH="1">
            <a:off x="0" y="4591500"/>
            <a:ext cx="9144000" cy="552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6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18" name="Google Shape;418;p6"/>
          <p:cNvSpPr/>
          <p:nvPr/>
        </p:nvSpPr>
        <p:spPr>
          <a:xfrm>
            <a:off x="8574900" y="19603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6"/>
          <p:cNvSpPr/>
          <p:nvPr/>
        </p:nvSpPr>
        <p:spPr>
          <a:xfrm>
            <a:off x="8574913" y="72776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" name="Google Shape;420;p6"/>
          <p:cNvGrpSpPr/>
          <p:nvPr/>
        </p:nvGrpSpPr>
        <p:grpSpPr>
          <a:xfrm>
            <a:off x="-4552" y="1997778"/>
            <a:ext cx="717765" cy="1144906"/>
            <a:chOff x="-4552" y="1997778"/>
            <a:chExt cx="717765" cy="1144906"/>
          </a:xfrm>
        </p:grpSpPr>
        <p:sp>
          <p:nvSpPr>
            <p:cNvPr id="421" name="Google Shape;421;p6"/>
            <p:cNvSpPr/>
            <p:nvPr/>
          </p:nvSpPr>
          <p:spPr>
            <a:xfrm>
              <a:off x="330286" y="2465335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6"/>
            <p:cNvSpPr/>
            <p:nvPr/>
          </p:nvSpPr>
          <p:spPr>
            <a:xfrm>
              <a:off x="491988" y="2618642"/>
              <a:ext cx="56484" cy="5268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6"/>
            <p:cNvSpPr/>
            <p:nvPr/>
          </p:nvSpPr>
          <p:spPr>
            <a:xfrm>
              <a:off x="1564" y="1997778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6"/>
            <p:cNvSpPr/>
            <p:nvPr/>
          </p:nvSpPr>
          <p:spPr>
            <a:xfrm>
              <a:off x="168584" y="1997778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6"/>
            <p:cNvSpPr/>
            <p:nvPr/>
          </p:nvSpPr>
          <p:spPr>
            <a:xfrm>
              <a:off x="493508" y="3084680"/>
              <a:ext cx="57243" cy="55724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6"/>
            <p:cNvSpPr/>
            <p:nvPr/>
          </p:nvSpPr>
          <p:spPr>
            <a:xfrm>
              <a:off x="3083" y="2153402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6"/>
            <p:cNvSpPr/>
            <p:nvPr/>
          </p:nvSpPr>
          <p:spPr>
            <a:xfrm>
              <a:off x="166305" y="2152643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6"/>
            <p:cNvSpPr/>
            <p:nvPr/>
          </p:nvSpPr>
          <p:spPr>
            <a:xfrm>
              <a:off x="332565" y="2153402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6"/>
            <p:cNvSpPr/>
            <p:nvPr/>
          </p:nvSpPr>
          <p:spPr>
            <a:xfrm>
              <a:off x="328007" y="3086200"/>
              <a:ext cx="58003" cy="51888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6"/>
            <p:cNvSpPr/>
            <p:nvPr/>
          </p:nvSpPr>
          <p:spPr>
            <a:xfrm>
              <a:off x="163266" y="3083161"/>
              <a:ext cx="61042" cy="59522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6"/>
            <p:cNvSpPr/>
            <p:nvPr/>
          </p:nvSpPr>
          <p:spPr>
            <a:xfrm>
              <a:off x="804" y="3083921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6"/>
            <p:cNvSpPr/>
            <p:nvPr/>
          </p:nvSpPr>
          <p:spPr>
            <a:xfrm>
              <a:off x="495027" y="2931373"/>
              <a:ext cx="55724" cy="51888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6"/>
            <p:cNvSpPr/>
            <p:nvPr/>
          </p:nvSpPr>
          <p:spPr>
            <a:xfrm>
              <a:off x="-4552" y="2304393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6"/>
            <p:cNvSpPr/>
            <p:nvPr/>
          </p:nvSpPr>
          <p:spPr>
            <a:xfrm>
              <a:off x="167824" y="2308989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6"/>
            <p:cNvSpPr/>
            <p:nvPr/>
          </p:nvSpPr>
          <p:spPr>
            <a:xfrm>
              <a:off x="332565" y="2309748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6"/>
            <p:cNvSpPr/>
            <p:nvPr/>
          </p:nvSpPr>
          <p:spPr>
            <a:xfrm>
              <a:off x="330286" y="2925257"/>
              <a:ext cx="54964" cy="60282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6"/>
            <p:cNvSpPr/>
            <p:nvPr/>
          </p:nvSpPr>
          <p:spPr>
            <a:xfrm>
              <a:off x="164785" y="2929854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6"/>
            <p:cNvSpPr/>
            <p:nvPr/>
          </p:nvSpPr>
          <p:spPr>
            <a:xfrm>
              <a:off x="804" y="2926017"/>
              <a:ext cx="57243" cy="58003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6"/>
            <p:cNvSpPr/>
            <p:nvPr/>
          </p:nvSpPr>
          <p:spPr>
            <a:xfrm>
              <a:off x="494267" y="2774229"/>
              <a:ext cx="54205" cy="51166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6"/>
            <p:cNvSpPr/>
            <p:nvPr/>
          </p:nvSpPr>
          <p:spPr>
            <a:xfrm>
              <a:off x="-1475" y="2463816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6"/>
            <p:cNvSpPr/>
            <p:nvPr/>
          </p:nvSpPr>
          <p:spPr>
            <a:xfrm>
              <a:off x="167065" y="2464575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6"/>
            <p:cNvSpPr/>
            <p:nvPr/>
          </p:nvSpPr>
          <p:spPr>
            <a:xfrm>
              <a:off x="333363" y="1998575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6"/>
            <p:cNvSpPr/>
            <p:nvPr/>
          </p:nvSpPr>
          <p:spPr>
            <a:xfrm>
              <a:off x="330286" y="2775786"/>
              <a:ext cx="54205" cy="50368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6"/>
            <p:cNvSpPr/>
            <p:nvPr/>
          </p:nvSpPr>
          <p:spPr>
            <a:xfrm>
              <a:off x="162506" y="2771190"/>
              <a:ext cx="70196" cy="58003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6"/>
            <p:cNvSpPr/>
            <p:nvPr/>
          </p:nvSpPr>
          <p:spPr>
            <a:xfrm>
              <a:off x="804" y="2773469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6"/>
            <p:cNvSpPr/>
            <p:nvPr/>
          </p:nvSpPr>
          <p:spPr>
            <a:xfrm>
              <a:off x="326488" y="2620922"/>
              <a:ext cx="57243" cy="5420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6"/>
            <p:cNvSpPr/>
            <p:nvPr/>
          </p:nvSpPr>
          <p:spPr>
            <a:xfrm>
              <a:off x="804" y="2619402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6"/>
            <p:cNvSpPr/>
            <p:nvPr/>
          </p:nvSpPr>
          <p:spPr>
            <a:xfrm>
              <a:off x="167065" y="2617883"/>
              <a:ext cx="58003" cy="54964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6"/>
            <p:cNvSpPr/>
            <p:nvPr/>
          </p:nvSpPr>
          <p:spPr>
            <a:xfrm>
              <a:off x="497344" y="2000854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6"/>
            <p:cNvSpPr/>
            <p:nvPr/>
          </p:nvSpPr>
          <p:spPr>
            <a:xfrm>
              <a:off x="659806" y="2621681"/>
              <a:ext cx="51888" cy="48089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6"/>
            <p:cNvSpPr/>
            <p:nvPr/>
          </p:nvSpPr>
          <p:spPr>
            <a:xfrm>
              <a:off x="649094" y="3085440"/>
              <a:ext cx="63359" cy="54964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6"/>
            <p:cNvSpPr/>
            <p:nvPr/>
          </p:nvSpPr>
          <p:spPr>
            <a:xfrm>
              <a:off x="495787" y="2465335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6"/>
            <p:cNvSpPr/>
            <p:nvPr/>
          </p:nvSpPr>
          <p:spPr>
            <a:xfrm>
              <a:off x="659046" y="2776546"/>
              <a:ext cx="53407" cy="51128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6"/>
            <p:cNvSpPr/>
            <p:nvPr/>
          </p:nvSpPr>
          <p:spPr>
            <a:xfrm>
              <a:off x="496584" y="2155681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6"/>
            <p:cNvSpPr/>
            <p:nvPr/>
          </p:nvSpPr>
          <p:spPr>
            <a:xfrm>
              <a:off x="495787" y="2311268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6"/>
            <p:cNvSpPr/>
            <p:nvPr/>
          </p:nvSpPr>
          <p:spPr>
            <a:xfrm>
              <a:off x="658249" y="2931373"/>
              <a:ext cx="54964" cy="51128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6"/>
            <p:cNvSpPr/>
            <p:nvPr/>
          </p:nvSpPr>
          <p:spPr>
            <a:xfrm>
              <a:off x="659806" y="2467614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6"/>
            <p:cNvSpPr/>
            <p:nvPr/>
          </p:nvSpPr>
          <p:spPr>
            <a:xfrm>
              <a:off x="658249" y="2312787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6"/>
            <p:cNvSpPr/>
            <p:nvPr/>
          </p:nvSpPr>
          <p:spPr>
            <a:xfrm>
              <a:off x="660566" y="2157201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6"/>
            <p:cNvSpPr/>
            <p:nvPr/>
          </p:nvSpPr>
          <p:spPr>
            <a:xfrm>
              <a:off x="661325" y="2001614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" name="Google Shape;461;p6"/>
          <p:cNvSpPr/>
          <p:nvPr/>
        </p:nvSpPr>
        <p:spPr>
          <a:xfrm flipH="1" rot="-4956197">
            <a:off x="7632555" y="3926549"/>
            <a:ext cx="1596445" cy="180296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6"/>
          <p:cNvSpPr/>
          <p:nvPr/>
        </p:nvSpPr>
        <p:spPr>
          <a:xfrm flipH="1" rot="-4956197">
            <a:off x="7746076" y="3985059"/>
            <a:ext cx="1395625" cy="1650676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6"/>
          <p:cNvSpPr/>
          <p:nvPr/>
        </p:nvSpPr>
        <p:spPr>
          <a:xfrm flipH="1" rot="-4956197">
            <a:off x="7846970" y="4097316"/>
            <a:ext cx="1193686" cy="1427269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" name="Google Shape;464;p6"/>
          <p:cNvSpPr/>
          <p:nvPr/>
        </p:nvSpPr>
        <p:spPr>
          <a:xfrm flipH="1" rot="-4956197">
            <a:off x="7975705" y="4243332"/>
            <a:ext cx="901512" cy="1104569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6"/>
          <p:cNvSpPr/>
          <p:nvPr/>
        </p:nvSpPr>
        <p:spPr>
          <a:xfrm flipH="1">
            <a:off x="50" y="0"/>
            <a:ext cx="2648100" cy="552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6"/>
          <p:cNvSpPr/>
          <p:nvPr/>
        </p:nvSpPr>
        <p:spPr>
          <a:xfrm flipH="1">
            <a:off x="1843950" y="-10536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" name="Google Shape;467;p6"/>
          <p:cNvSpPr/>
          <p:nvPr/>
        </p:nvSpPr>
        <p:spPr>
          <a:xfrm flipH="1">
            <a:off x="1988360" y="-36539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6"/>
          <p:cNvSpPr/>
          <p:nvPr/>
        </p:nvSpPr>
        <p:spPr>
          <a:xfrm flipH="1">
            <a:off x="2132827" y="7292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" name="Google Shape;469;p6"/>
          <p:cNvSpPr/>
          <p:nvPr/>
        </p:nvSpPr>
        <p:spPr>
          <a:xfrm>
            <a:off x="115625" y="3816616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" name="Google Shape;470;p6"/>
          <p:cNvSpPr/>
          <p:nvPr/>
        </p:nvSpPr>
        <p:spPr>
          <a:xfrm rot="5400000">
            <a:off x="115625" y="4421718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" name="Google Shape;471;p6"/>
          <p:cNvSpPr/>
          <p:nvPr/>
        </p:nvSpPr>
        <p:spPr>
          <a:xfrm flipH="1">
            <a:off x="645130" y="-405428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" name="Google Shape;472;p6"/>
          <p:cNvSpPr/>
          <p:nvPr/>
        </p:nvSpPr>
        <p:spPr>
          <a:xfrm flipH="1">
            <a:off x="746662" y="-298255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" name="Google Shape;473;p6"/>
          <p:cNvSpPr/>
          <p:nvPr/>
        </p:nvSpPr>
        <p:spPr>
          <a:xfrm flipH="1">
            <a:off x="509761" y="6874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" name="Google Shape;474;p6"/>
          <p:cNvSpPr/>
          <p:nvPr/>
        </p:nvSpPr>
        <p:spPr>
          <a:xfrm flipH="1">
            <a:off x="281161" y="3064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6"/>
          <p:cNvSpPr/>
          <p:nvPr/>
        </p:nvSpPr>
        <p:spPr>
          <a:xfrm flipH="1">
            <a:off x="1347961" y="1540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" name="Google Shape;476;p6"/>
          <p:cNvSpPr/>
          <p:nvPr/>
        </p:nvSpPr>
        <p:spPr>
          <a:xfrm flipH="1">
            <a:off x="2262361" y="2302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" name="Google Shape;477;p6"/>
          <p:cNvSpPr/>
          <p:nvPr/>
        </p:nvSpPr>
        <p:spPr>
          <a:xfrm flipH="1">
            <a:off x="738361" y="16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" name="Google Shape;478;p6"/>
          <p:cNvSpPr/>
          <p:nvPr/>
        </p:nvSpPr>
        <p:spPr>
          <a:xfrm>
            <a:off x="7312070" y="-32433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479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p7"/>
          <p:cNvSpPr txBox="1"/>
          <p:nvPr>
            <p:ph type="title"/>
          </p:nvPr>
        </p:nvSpPr>
        <p:spPr>
          <a:xfrm>
            <a:off x="875453" y="1695457"/>
            <a:ext cx="36849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81" name="Google Shape;481;p7"/>
          <p:cNvSpPr txBox="1"/>
          <p:nvPr>
            <p:ph idx="1" type="subTitle"/>
          </p:nvPr>
        </p:nvSpPr>
        <p:spPr>
          <a:xfrm>
            <a:off x="875453" y="2350643"/>
            <a:ext cx="36849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82" name="Google Shape;482;p7"/>
          <p:cNvSpPr/>
          <p:nvPr/>
        </p:nvSpPr>
        <p:spPr>
          <a:xfrm>
            <a:off x="169575" y="129468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" name="Google Shape;483;p7"/>
          <p:cNvSpPr/>
          <p:nvPr/>
        </p:nvSpPr>
        <p:spPr>
          <a:xfrm>
            <a:off x="169588" y="182641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" name="Google Shape;484;p7"/>
          <p:cNvSpPr/>
          <p:nvPr/>
        </p:nvSpPr>
        <p:spPr>
          <a:xfrm flipH="1" rot="10800000">
            <a:off x="-5" y="10453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" name="Google Shape;485;p7"/>
          <p:cNvSpPr/>
          <p:nvPr/>
        </p:nvSpPr>
        <p:spPr>
          <a:xfrm rot="10800000">
            <a:off x="333238" y="144117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" name="Google Shape;486;p7"/>
          <p:cNvSpPr/>
          <p:nvPr/>
        </p:nvSpPr>
        <p:spPr>
          <a:xfrm>
            <a:off x="99376" y="3833359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" name="Google Shape;487;p7"/>
          <p:cNvSpPr/>
          <p:nvPr/>
        </p:nvSpPr>
        <p:spPr>
          <a:xfrm rot="5400000">
            <a:off x="99411" y="44566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" name="Google Shape;488;p7"/>
          <p:cNvSpPr/>
          <p:nvPr/>
        </p:nvSpPr>
        <p:spPr>
          <a:xfrm>
            <a:off x="5238625" y="0"/>
            <a:ext cx="39336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" name="Google Shape;489;p7"/>
          <p:cNvGrpSpPr/>
          <p:nvPr/>
        </p:nvGrpSpPr>
        <p:grpSpPr>
          <a:xfrm rot="10800000">
            <a:off x="5378348" y="-98900"/>
            <a:ext cx="6861861" cy="5143530"/>
            <a:chOff x="-3799077" y="-5268675"/>
            <a:chExt cx="6861861" cy="5143530"/>
          </a:xfrm>
        </p:grpSpPr>
        <p:sp>
          <p:nvSpPr>
            <p:cNvPr id="490" name="Google Shape;490;p7"/>
            <p:cNvSpPr/>
            <p:nvPr/>
          </p:nvSpPr>
          <p:spPr>
            <a:xfrm flipH="1">
              <a:off x="-3052066" y="-2688483"/>
              <a:ext cx="1596439" cy="1802961"/>
            </a:xfrm>
            <a:custGeom>
              <a:rect b="b" l="l" r="r" t="t"/>
              <a:pathLst>
                <a:path extrusionOk="0" h="32249" w="28555">
                  <a:moveTo>
                    <a:pt x="20483" y="82"/>
                  </a:moveTo>
                  <a:lnTo>
                    <a:pt x="20947" y="102"/>
                  </a:lnTo>
                  <a:lnTo>
                    <a:pt x="21411" y="122"/>
                  </a:lnTo>
                  <a:lnTo>
                    <a:pt x="21875" y="203"/>
                  </a:lnTo>
                  <a:lnTo>
                    <a:pt x="22319" y="283"/>
                  </a:lnTo>
                  <a:lnTo>
                    <a:pt x="22763" y="404"/>
                  </a:lnTo>
                  <a:lnTo>
                    <a:pt x="23187" y="566"/>
                  </a:lnTo>
                  <a:lnTo>
                    <a:pt x="23611" y="748"/>
                  </a:lnTo>
                  <a:lnTo>
                    <a:pt x="23994" y="949"/>
                  </a:lnTo>
                  <a:lnTo>
                    <a:pt x="24378" y="1191"/>
                  </a:lnTo>
                  <a:lnTo>
                    <a:pt x="24741" y="1454"/>
                  </a:lnTo>
                  <a:lnTo>
                    <a:pt x="25124" y="1777"/>
                  </a:lnTo>
                  <a:lnTo>
                    <a:pt x="25487" y="2140"/>
                  </a:lnTo>
                  <a:lnTo>
                    <a:pt x="25851" y="2564"/>
                  </a:lnTo>
                  <a:lnTo>
                    <a:pt x="26174" y="3008"/>
                  </a:lnTo>
                  <a:lnTo>
                    <a:pt x="26496" y="3492"/>
                  </a:lnTo>
                  <a:lnTo>
                    <a:pt x="26779" y="4017"/>
                  </a:lnTo>
                  <a:lnTo>
                    <a:pt x="27062" y="4582"/>
                  </a:lnTo>
                  <a:lnTo>
                    <a:pt x="27324" y="5187"/>
                  </a:lnTo>
                  <a:lnTo>
                    <a:pt x="27546" y="5772"/>
                  </a:lnTo>
                  <a:lnTo>
                    <a:pt x="27748" y="6358"/>
                  </a:lnTo>
                  <a:lnTo>
                    <a:pt x="27909" y="6943"/>
                  </a:lnTo>
                  <a:lnTo>
                    <a:pt x="28071" y="7548"/>
                  </a:lnTo>
                  <a:lnTo>
                    <a:pt x="28192" y="8154"/>
                  </a:lnTo>
                  <a:lnTo>
                    <a:pt x="28293" y="8739"/>
                  </a:lnTo>
                  <a:lnTo>
                    <a:pt x="28373" y="9344"/>
                  </a:lnTo>
                  <a:lnTo>
                    <a:pt x="28434" y="9950"/>
                  </a:lnTo>
                  <a:lnTo>
                    <a:pt x="28474" y="10555"/>
                  </a:lnTo>
                  <a:lnTo>
                    <a:pt x="28474" y="11160"/>
                  </a:lnTo>
                  <a:lnTo>
                    <a:pt x="28474" y="11766"/>
                  </a:lnTo>
                  <a:lnTo>
                    <a:pt x="28434" y="12371"/>
                  </a:lnTo>
                  <a:lnTo>
                    <a:pt x="28373" y="12977"/>
                  </a:lnTo>
                  <a:lnTo>
                    <a:pt x="28272" y="13562"/>
                  </a:lnTo>
                  <a:lnTo>
                    <a:pt x="28171" y="14167"/>
                  </a:lnTo>
                  <a:lnTo>
                    <a:pt x="28030" y="14732"/>
                  </a:lnTo>
                  <a:lnTo>
                    <a:pt x="27869" y="15338"/>
                  </a:lnTo>
                  <a:lnTo>
                    <a:pt x="27667" y="15923"/>
                  </a:lnTo>
                  <a:lnTo>
                    <a:pt x="27465" y="16488"/>
                  </a:lnTo>
                  <a:lnTo>
                    <a:pt x="27223" y="17053"/>
                  </a:lnTo>
                  <a:lnTo>
                    <a:pt x="26961" y="17618"/>
                  </a:lnTo>
                  <a:lnTo>
                    <a:pt x="26678" y="18143"/>
                  </a:lnTo>
                  <a:lnTo>
                    <a:pt x="26355" y="18667"/>
                  </a:lnTo>
                  <a:lnTo>
                    <a:pt x="26032" y="19192"/>
                  </a:lnTo>
                  <a:lnTo>
                    <a:pt x="25669" y="19676"/>
                  </a:lnTo>
                  <a:lnTo>
                    <a:pt x="25306" y="20161"/>
                  </a:lnTo>
                  <a:lnTo>
                    <a:pt x="24922" y="20625"/>
                  </a:lnTo>
                  <a:lnTo>
                    <a:pt x="24499" y="21069"/>
                  </a:lnTo>
                  <a:lnTo>
                    <a:pt x="24075" y="21493"/>
                  </a:lnTo>
                  <a:lnTo>
                    <a:pt x="23631" y="21896"/>
                  </a:lnTo>
                  <a:lnTo>
                    <a:pt x="23167" y="22280"/>
                  </a:lnTo>
                  <a:lnTo>
                    <a:pt x="22703" y="22643"/>
                  </a:lnTo>
                  <a:lnTo>
                    <a:pt x="22238" y="22946"/>
                  </a:lnTo>
                  <a:lnTo>
                    <a:pt x="21795" y="23228"/>
                  </a:lnTo>
                  <a:lnTo>
                    <a:pt x="21310" y="23511"/>
                  </a:lnTo>
                  <a:lnTo>
                    <a:pt x="20846" y="23773"/>
                  </a:lnTo>
                  <a:lnTo>
                    <a:pt x="19877" y="24277"/>
                  </a:lnTo>
                  <a:lnTo>
                    <a:pt x="18909" y="24742"/>
                  </a:lnTo>
                  <a:lnTo>
                    <a:pt x="17940" y="25226"/>
                  </a:lnTo>
                  <a:lnTo>
                    <a:pt x="16951" y="25751"/>
                  </a:lnTo>
                  <a:lnTo>
                    <a:pt x="16467" y="26013"/>
                  </a:lnTo>
                  <a:lnTo>
                    <a:pt x="15983" y="26296"/>
                  </a:lnTo>
                  <a:lnTo>
                    <a:pt x="15519" y="26598"/>
                  </a:lnTo>
                  <a:lnTo>
                    <a:pt x="15075" y="26901"/>
                  </a:lnTo>
                  <a:lnTo>
                    <a:pt x="14510" y="27325"/>
                  </a:lnTo>
                  <a:lnTo>
                    <a:pt x="13965" y="27789"/>
                  </a:lnTo>
                  <a:lnTo>
                    <a:pt x="13420" y="28253"/>
                  </a:lnTo>
                  <a:lnTo>
                    <a:pt x="12895" y="28717"/>
                  </a:lnTo>
                  <a:lnTo>
                    <a:pt x="12148" y="29383"/>
                  </a:lnTo>
                  <a:lnTo>
                    <a:pt x="11402" y="30029"/>
                  </a:lnTo>
                  <a:lnTo>
                    <a:pt x="10998" y="30332"/>
                  </a:lnTo>
                  <a:lnTo>
                    <a:pt x="10595" y="30614"/>
                  </a:lnTo>
                  <a:lnTo>
                    <a:pt x="10171" y="30897"/>
                  </a:lnTo>
                  <a:lnTo>
                    <a:pt x="9747" y="31159"/>
                  </a:lnTo>
                  <a:lnTo>
                    <a:pt x="9303" y="31381"/>
                  </a:lnTo>
                  <a:lnTo>
                    <a:pt x="8839" y="31583"/>
                  </a:lnTo>
                  <a:lnTo>
                    <a:pt x="8375" y="31764"/>
                  </a:lnTo>
                  <a:lnTo>
                    <a:pt x="7890" y="31906"/>
                  </a:lnTo>
                  <a:lnTo>
                    <a:pt x="7406" y="32027"/>
                  </a:lnTo>
                  <a:lnTo>
                    <a:pt x="6922" y="32107"/>
                  </a:lnTo>
                  <a:lnTo>
                    <a:pt x="6417" y="32148"/>
                  </a:lnTo>
                  <a:lnTo>
                    <a:pt x="5933" y="32168"/>
                  </a:lnTo>
                  <a:lnTo>
                    <a:pt x="5893" y="32168"/>
                  </a:lnTo>
                  <a:lnTo>
                    <a:pt x="5368" y="32148"/>
                  </a:lnTo>
                  <a:lnTo>
                    <a:pt x="4843" y="32087"/>
                  </a:lnTo>
                  <a:lnTo>
                    <a:pt x="4359" y="31986"/>
                  </a:lnTo>
                  <a:lnTo>
                    <a:pt x="3875" y="31845"/>
                  </a:lnTo>
                  <a:lnTo>
                    <a:pt x="3431" y="31684"/>
                  </a:lnTo>
                  <a:lnTo>
                    <a:pt x="2987" y="31462"/>
                  </a:lnTo>
                  <a:lnTo>
                    <a:pt x="2583" y="31219"/>
                  </a:lnTo>
                  <a:lnTo>
                    <a:pt x="2200" y="30957"/>
                  </a:lnTo>
                  <a:lnTo>
                    <a:pt x="1998" y="30775"/>
                  </a:lnTo>
                  <a:lnTo>
                    <a:pt x="1816" y="30614"/>
                  </a:lnTo>
                  <a:lnTo>
                    <a:pt x="1635" y="30412"/>
                  </a:lnTo>
                  <a:lnTo>
                    <a:pt x="1453" y="30231"/>
                  </a:lnTo>
                  <a:lnTo>
                    <a:pt x="1292" y="30029"/>
                  </a:lnTo>
                  <a:lnTo>
                    <a:pt x="1150" y="29807"/>
                  </a:lnTo>
                  <a:lnTo>
                    <a:pt x="1009" y="29585"/>
                  </a:lnTo>
                  <a:lnTo>
                    <a:pt x="868" y="29363"/>
                  </a:lnTo>
                  <a:lnTo>
                    <a:pt x="747" y="29121"/>
                  </a:lnTo>
                  <a:lnTo>
                    <a:pt x="626" y="28879"/>
                  </a:lnTo>
                  <a:lnTo>
                    <a:pt x="525" y="28616"/>
                  </a:lnTo>
                  <a:lnTo>
                    <a:pt x="424" y="28354"/>
                  </a:lnTo>
                  <a:lnTo>
                    <a:pt x="343" y="28092"/>
                  </a:lnTo>
                  <a:lnTo>
                    <a:pt x="283" y="27829"/>
                  </a:lnTo>
                  <a:lnTo>
                    <a:pt x="222" y="27547"/>
                  </a:lnTo>
                  <a:lnTo>
                    <a:pt x="162" y="27264"/>
                  </a:lnTo>
                  <a:lnTo>
                    <a:pt x="101" y="26719"/>
                  </a:lnTo>
                  <a:lnTo>
                    <a:pt x="81" y="26154"/>
                  </a:lnTo>
                  <a:lnTo>
                    <a:pt x="121" y="25609"/>
                  </a:lnTo>
                  <a:lnTo>
                    <a:pt x="182" y="25065"/>
                  </a:lnTo>
                  <a:lnTo>
                    <a:pt x="283" y="24520"/>
                  </a:lnTo>
                  <a:lnTo>
                    <a:pt x="444" y="23995"/>
                  </a:lnTo>
                  <a:lnTo>
                    <a:pt x="626" y="23490"/>
                  </a:lnTo>
                  <a:lnTo>
                    <a:pt x="868" y="23006"/>
                  </a:lnTo>
                  <a:lnTo>
                    <a:pt x="1029" y="22724"/>
                  </a:lnTo>
                  <a:lnTo>
                    <a:pt x="1191" y="22441"/>
                  </a:lnTo>
                  <a:lnTo>
                    <a:pt x="1372" y="22179"/>
                  </a:lnTo>
                  <a:lnTo>
                    <a:pt x="1574" y="21916"/>
                  </a:lnTo>
                  <a:lnTo>
                    <a:pt x="1776" y="21654"/>
                  </a:lnTo>
                  <a:lnTo>
                    <a:pt x="1998" y="21392"/>
                  </a:lnTo>
                  <a:lnTo>
                    <a:pt x="2240" y="21129"/>
                  </a:lnTo>
                  <a:lnTo>
                    <a:pt x="2482" y="20867"/>
                  </a:lnTo>
                  <a:lnTo>
                    <a:pt x="3027" y="20383"/>
                  </a:lnTo>
                  <a:lnTo>
                    <a:pt x="3612" y="19898"/>
                  </a:lnTo>
                  <a:lnTo>
                    <a:pt x="4258" y="19414"/>
                  </a:lnTo>
                  <a:lnTo>
                    <a:pt x="4964" y="18970"/>
                  </a:lnTo>
                  <a:lnTo>
                    <a:pt x="5691" y="18526"/>
                  </a:lnTo>
                  <a:lnTo>
                    <a:pt x="6438" y="18102"/>
                  </a:lnTo>
                  <a:lnTo>
                    <a:pt x="7951" y="17336"/>
                  </a:lnTo>
                  <a:lnTo>
                    <a:pt x="9021" y="16771"/>
                  </a:lnTo>
                  <a:lnTo>
                    <a:pt x="10110" y="16185"/>
                  </a:lnTo>
                  <a:lnTo>
                    <a:pt x="10433" y="15983"/>
                  </a:lnTo>
                  <a:lnTo>
                    <a:pt x="10716" y="15802"/>
                  </a:lnTo>
                  <a:lnTo>
                    <a:pt x="10978" y="15600"/>
                  </a:lnTo>
                  <a:lnTo>
                    <a:pt x="11220" y="15398"/>
                  </a:lnTo>
                  <a:lnTo>
                    <a:pt x="11442" y="15196"/>
                  </a:lnTo>
                  <a:lnTo>
                    <a:pt x="11644" y="14974"/>
                  </a:lnTo>
                  <a:lnTo>
                    <a:pt x="11805" y="14752"/>
                  </a:lnTo>
                  <a:lnTo>
                    <a:pt x="11967" y="14510"/>
                  </a:lnTo>
                  <a:lnTo>
                    <a:pt x="12088" y="14268"/>
                  </a:lnTo>
                  <a:lnTo>
                    <a:pt x="12189" y="13986"/>
                  </a:lnTo>
                  <a:lnTo>
                    <a:pt x="12290" y="13723"/>
                  </a:lnTo>
                  <a:lnTo>
                    <a:pt x="12350" y="13421"/>
                  </a:lnTo>
                  <a:lnTo>
                    <a:pt x="12411" y="13098"/>
                  </a:lnTo>
                  <a:lnTo>
                    <a:pt x="12451" y="12755"/>
                  </a:lnTo>
                  <a:lnTo>
                    <a:pt x="12471" y="12391"/>
                  </a:lnTo>
                  <a:lnTo>
                    <a:pt x="12471" y="12008"/>
                  </a:lnTo>
                  <a:lnTo>
                    <a:pt x="12492" y="11302"/>
                  </a:lnTo>
                  <a:lnTo>
                    <a:pt x="12512" y="10616"/>
                  </a:lnTo>
                  <a:lnTo>
                    <a:pt x="12532" y="9950"/>
                  </a:lnTo>
                  <a:lnTo>
                    <a:pt x="12592" y="9324"/>
                  </a:lnTo>
                  <a:lnTo>
                    <a:pt x="12653" y="8698"/>
                  </a:lnTo>
                  <a:lnTo>
                    <a:pt x="12714" y="8113"/>
                  </a:lnTo>
                  <a:lnTo>
                    <a:pt x="12814" y="7548"/>
                  </a:lnTo>
                  <a:lnTo>
                    <a:pt x="12915" y="7003"/>
                  </a:lnTo>
                  <a:lnTo>
                    <a:pt x="13036" y="6479"/>
                  </a:lnTo>
                  <a:lnTo>
                    <a:pt x="13157" y="5974"/>
                  </a:lnTo>
                  <a:lnTo>
                    <a:pt x="13299" y="5510"/>
                  </a:lnTo>
                  <a:lnTo>
                    <a:pt x="13460" y="5046"/>
                  </a:lnTo>
                  <a:lnTo>
                    <a:pt x="13642" y="4622"/>
                  </a:lnTo>
                  <a:lnTo>
                    <a:pt x="13823" y="4218"/>
                  </a:lnTo>
                  <a:lnTo>
                    <a:pt x="14025" y="3835"/>
                  </a:lnTo>
                  <a:lnTo>
                    <a:pt x="14247" y="3472"/>
                  </a:lnTo>
                  <a:lnTo>
                    <a:pt x="14429" y="3169"/>
                  </a:lnTo>
                  <a:lnTo>
                    <a:pt x="14631" y="2887"/>
                  </a:lnTo>
                  <a:lnTo>
                    <a:pt x="14853" y="2644"/>
                  </a:lnTo>
                  <a:lnTo>
                    <a:pt x="15054" y="2402"/>
                  </a:lnTo>
                  <a:lnTo>
                    <a:pt x="15276" y="2180"/>
                  </a:lnTo>
                  <a:lnTo>
                    <a:pt x="15498" y="1979"/>
                  </a:lnTo>
                  <a:lnTo>
                    <a:pt x="15700" y="1797"/>
                  </a:lnTo>
                  <a:lnTo>
                    <a:pt x="15942" y="1635"/>
                  </a:lnTo>
                  <a:lnTo>
                    <a:pt x="16386" y="1333"/>
                  </a:lnTo>
                  <a:lnTo>
                    <a:pt x="16830" y="1091"/>
                  </a:lnTo>
                  <a:lnTo>
                    <a:pt x="17274" y="869"/>
                  </a:lnTo>
                  <a:lnTo>
                    <a:pt x="17698" y="667"/>
                  </a:lnTo>
                  <a:lnTo>
                    <a:pt x="18142" y="505"/>
                  </a:lnTo>
                  <a:lnTo>
                    <a:pt x="18606" y="364"/>
                  </a:lnTo>
                  <a:lnTo>
                    <a:pt x="19070" y="243"/>
                  </a:lnTo>
                  <a:lnTo>
                    <a:pt x="19534" y="162"/>
                  </a:lnTo>
                  <a:lnTo>
                    <a:pt x="19999" y="102"/>
                  </a:lnTo>
                  <a:lnTo>
                    <a:pt x="20483" y="82"/>
                  </a:lnTo>
                  <a:close/>
                  <a:moveTo>
                    <a:pt x="20483" y="1"/>
                  </a:moveTo>
                  <a:lnTo>
                    <a:pt x="19999" y="21"/>
                  </a:lnTo>
                  <a:lnTo>
                    <a:pt x="19534" y="82"/>
                  </a:lnTo>
                  <a:lnTo>
                    <a:pt x="19050" y="162"/>
                  </a:lnTo>
                  <a:lnTo>
                    <a:pt x="18586" y="283"/>
                  </a:lnTo>
                  <a:lnTo>
                    <a:pt x="18122" y="425"/>
                  </a:lnTo>
                  <a:lnTo>
                    <a:pt x="17678" y="606"/>
                  </a:lnTo>
                  <a:lnTo>
                    <a:pt x="17214" y="808"/>
                  </a:lnTo>
                  <a:lnTo>
                    <a:pt x="16750" y="1050"/>
                  </a:lnTo>
                  <a:lnTo>
                    <a:pt x="16285" y="1313"/>
                  </a:lnTo>
                  <a:lnTo>
                    <a:pt x="15841" y="1615"/>
                  </a:lnTo>
                  <a:lnTo>
                    <a:pt x="15619" y="1777"/>
                  </a:lnTo>
                  <a:lnTo>
                    <a:pt x="15397" y="1979"/>
                  </a:lnTo>
                  <a:lnTo>
                    <a:pt x="15175" y="2180"/>
                  </a:lnTo>
                  <a:lnTo>
                    <a:pt x="14974" y="2382"/>
                  </a:lnTo>
                  <a:lnTo>
                    <a:pt x="14752" y="2624"/>
                  </a:lnTo>
                  <a:lnTo>
                    <a:pt x="14550" y="2866"/>
                  </a:lnTo>
                  <a:lnTo>
                    <a:pt x="14368" y="3129"/>
                  </a:lnTo>
                  <a:lnTo>
                    <a:pt x="14166" y="3411"/>
                  </a:lnTo>
                  <a:lnTo>
                    <a:pt x="13944" y="3795"/>
                  </a:lnTo>
                  <a:lnTo>
                    <a:pt x="13743" y="4178"/>
                  </a:lnTo>
                  <a:lnTo>
                    <a:pt x="13561" y="4582"/>
                  </a:lnTo>
                  <a:lnTo>
                    <a:pt x="13400" y="5026"/>
                  </a:lnTo>
                  <a:lnTo>
                    <a:pt x="13238" y="5470"/>
                  </a:lnTo>
                  <a:lnTo>
                    <a:pt x="13077" y="5954"/>
                  </a:lnTo>
                  <a:lnTo>
                    <a:pt x="12956" y="6458"/>
                  </a:lnTo>
                  <a:lnTo>
                    <a:pt x="12835" y="6983"/>
                  </a:lnTo>
                  <a:lnTo>
                    <a:pt x="12734" y="7528"/>
                  </a:lnTo>
                  <a:lnTo>
                    <a:pt x="12653" y="8093"/>
                  </a:lnTo>
                  <a:lnTo>
                    <a:pt x="12572" y="8678"/>
                  </a:lnTo>
                  <a:lnTo>
                    <a:pt x="12512" y="9304"/>
                  </a:lnTo>
                  <a:lnTo>
                    <a:pt x="12451" y="9950"/>
                  </a:lnTo>
                  <a:lnTo>
                    <a:pt x="12431" y="10616"/>
                  </a:lnTo>
                  <a:lnTo>
                    <a:pt x="12411" y="11302"/>
                  </a:lnTo>
                  <a:lnTo>
                    <a:pt x="12391" y="12008"/>
                  </a:lnTo>
                  <a:lnTo>
                    <a:pt x="12391" y="12391"/>
                  </a:lnTo>
                  <a:lnTo>
                    <a:pt x="12370" y="12755"/>
                  </a:lnTo>
                  <a:lnTo>
                    <a:pt x="12330" y="13078"/>
                  </a:lnTo>
                  <a:lnTo>
                    <a:pt x="12270" y="13400"/>
                  </a:lnTo>
                  <a:lnTo>
                    <a:pt x="12209" y="13683"/>
                  </a:lnTo>
                  <a:lnTo>
                    <a:pt x="12128" y="13965"/>
                  </a:lnTo>
                  <a:lnTo>
                    <a:pt x="12007" y="14228"/>
                  </a:lnTo>
                  <a:lnTo>
                    <a:pt x="11886" y="14470"/>
                  </a:lnTo>
                  <a:lnTo>
                    <a:pt x="11745" y="14712"/>
                  </a:lnTo>
                  <a:lnTo>
                    <a:pt x="11563" y="14934"/>
                  </a:lnTo>
                  <a:lnTo>
                    <a:pt x="11382" y="15136"/>
                  </a:lnTo>
                  <a:lnTo>
                    <a:pt x="11160" y="15338"/>
                  </a:lnTo>
                  <a:lnTo>
                    <a:pt x="10938" y="15540"/>
                  </a:lnTo>
                  <a:lnTo>
                    <a:pt x="10675" y="15741"/>
                  </a:lnTo>
                  <a:lnTo>
                    <a:pt x="10373" y="15923"/>
                  </a:lnTo>
                  <a:lnTo>
                    <a:pt x="10070" y="16105"/>
                  </a:lnTo>
                  <a:lnTo>
                    <a:pt x="8980" y="16690"/>
                  </a:lnTo>
                  <a:lnTo>
                    <a:pt x="7911" y="17255"/>
                  </a:lnTo>
                  <a:lnTo>
                    <a:pt x="6397" y="18042"/>
                  </a:lnTo>
                  <a:lnTo>
                    <a:pt x="5651" y="18466"/>
                  </a:lnTo>
                  <a:lnTo>
                    <a:pt x="4924" y="18889"/>
                  </a:lnTo>
                  <a:lnTo>
                    <a:pt x="4218" y="19354"/>
                  </a:lnTo>
                  <a:lnTo>
                    <a:pt x="3552" y="19838"/>
                  </a:lnTo>
                  <a:lnTo>
                    <a:pt x="2967" y="20322"/>
                  </a:lnTo>
                  <a:lnTo>
                    <a:pt x="2422" y="20827"/>
                  </a:lnTo>
                  <a:lnTo>
                    <a:pt x="2180" y="21069"/>
                  </a:lnTo>
                  <a:lnTo>
                    <a:pt x="1937" y="21331"/>
                  </a:lnTo>
                  <a:lnTo>
                    <a:pt x="1715" y="21594"/>
                  </a:lnTo>
                  <a:lnTo>
                    <a:pt x="1514" y="21856"/>
                  </a:lnTo>
                  <a:lnTo>
                    <a:pt x="1312" y="22138"/>
                  </a:lnTo>
                  <a:lnTo>
                    <a:pt x="1130" y="22401"/>
                  </a:lnTo>
                  <a:lnTo>
                    <a:pt x="949" y="22683"/>
                  </a:lnTo>
                  <a:lnTo>
                    <a:pt x="807" y="22966"/>
                  </a:lnTo>
                  <a:lnTo>
                    <a:pt x="565" y="23450"/>
                  </a:lnTo>
                  <a:lnTo>
                    <a:pt x="363" y="23975"/>
                  </a:lnTo>
                  <a:lnTo>
                    <a:pt x="222" y="24499"/>
                  </a:lnTo>
                  <a:lnTo>
                    <a:pt x="101" y="25044"/>
                  </a:lnTo>
                  <a:lnTo>
                    <a:pt x="40" y="25589"/>
                  </a:lnTo>
                  <a:lnTo>
                    <a:pt x="0" y="26154"/>
                  </a:lnTo>
                  <a:lnTo>
                    <a:pt x="20" y="26719"/>
                  </a:lnTo>
                  <a:lnTo>
                    <a:pt x="81" y="27284"/>
                  </a:lnTo>
                  <a:lnTo>
                    <a:pt x="141" y="27567"/>
                  </a:lnTo>
                  <a:lnTo>
                    <a:pt x="202" y="27849"/>
                  </a:lnTo>
                  <a:lnTo>
                    <a:pt x="262" y="28112"/>
                  </a:lnTo>
                  <a:lnTo>
                    <a:pt x="363" y="28394"/>
                  </a:lnTo>
                  <a:lnTo>
                    <a:pt x="444" y="28657"/>
                  </a:lnTo>
                  <a:lnTo>
                    <a:pt x="545" y="28899"/>
                  </a:lnTo>
                  <a:lnTo>
                    <a:pt x="666" y="29161"/>
                  </a:lnTo>
                  <a:lnTo>
                    <a:pt x="787" y="29403"/>
                  </a:lnTo>
                  <a:lnTo>
                    <a:pt x="928" y="29625"/>
                  </a:lnTo>
                  <a:lnTo>
                    <a:pt x="1070" y="29847"/>
                  </a:lnTo>
                  <a:lnTo>
                    <a:pt x="1231" y="30069"/>
                  </a:lnTo>
                  <a:lnTo>
                    <a:pt x="1393" y="30271"/>
                  </a:lnTo>
                  <a:lnTo>
                    <a:pt x="1574" y="30473"/>
                  </a:lnTo>
                  <a:lnTo>
                    <a:pt x="1756" y="30654"/>
                  </a:lnTo>
                  <a:lnTo>
                    <a:pt x="1958" y="30836"/>
                  </a:lnTo>
                  <a:lnTo>
                    <a:pt x="2159" y="31018"/>
                  </a:lnTo>
                  <a:lnTo>
                    <a:pt x="2543" y="31300"/>
                  </a:lnTo>
                  <a:lnTo>
                    <a:pt x="2967" y="31542"/>
                  </a:lnTo>
                  <a:lnTo>
                    <a:pt x="3390" y="31744"/>
                  </a:lnTo>
                  <a:lnTo>
                    <a:pt x="3854" y="31926"/>
                  </a:lnTo>
                  <a:lnTo>
                    <a:pt x="4339" y="32067"/>
                  </a:lnTo>
                  <a:lnTo>
                    <a:pt x="4843" y="32168"/>
                  </a:lnTo>
                  <a:lnTo>
                    <a:pt x="5348" y="32228"/>
                  </a:lnTo>
                  <a:lnTo>
                    <a:pt x="5893" y="32249"/>
                  </a:lnTo>
                  <a:lnTo>
                    <a:pt x="5933" y="32249"/>
                  </a:lnTo>
                  <a:lnTo>
                    <a:pt x="6438" y="32228"/>
                  </a:lnTo>
                  <a:lnTo>
                    <a:pt x="6922" y="32188"/>
                  </a:lnTo>
                  <a:lnTo>
                    <a:pt x="7426" y="32107"/>
                  </a:lnTo>
                  <a:lnTo>
                    <a:pt x="7911" y="31986"/>
                  </a:lnTo>
                  <a:lnTo>
                    <a:pt x="8395" y="31845"/>
                  </a:lnTo>
                  <a:lnTo>
                    <a:pt x="8879" y="31663"/>
                  </a:lnTo>
                  <a:lnTo>
                    <a:pt x="9343" y="31462"/>
                  </a:lnTo>
                  <a:lnTo>
                    <a:pt x="9787" y="31219"/>
                  </a:lnTo>
                  <a:lnTo>
                    <a:pt x="10211" y="30977"/>
                  </a:lnTo>
                  <a:lnTo>
                    <a:pt x="10635" y="30695"/>
                  </a:lnTo>
                  <a:lnTo>
                    <a:pt x="11039" y="30392"/>
                  </a:lnTo>
                  <a:lnTo>
                    <a:pt x="11442" y="30089"/>
                  </a:lnTo>
                  <a:lnTo>
                    <a:pt x="12209" y="29444"/>
                  </a:lnTo>
                  <a:lnTo>
                    <a:pt x="12956" y="28778"/>
                  </a:lnTo>
                  <a:lnTo>
                    <a:pt x="13480" y="28314"/>
                  </a:lnTo>
                  <a:lnTo>
                    <a:pt x="14005" y="27849"/>
                  </a:lnTo>
                  <a:lnTo>
                    <a:pt x="14550" y="27405"/>
                  </a:lnTo>
                  <a:lnTo>
                    <a:pt x="15115" y="26961"/>
                  </a:lnTo>
                  <a:lnTo>
                    <a:pt x="15559" y="26659"/>
                  </a:lnTo>
                  <a:lnTo>
                    <a:pt x="16023" y="26356"/>
                  </a:lnTo>
                  <a:lnTo>
                    <a:pt x="16507" y="26074"/>
                  </a:lnTo>
                  <a:lnTo>
                    <a:pt x="16992" y="25811"/>
                  </a:lnTo>
                  <a:lnTo>
                    <a:pt x="17960" y="25307"/>
                  </a:lnTo>
                  <a:lnTo>
                    <a:pt x="18949" y="24822"/>
                  </a:lnTo>
                  <a:lnTo>
                    <a:pt x="19918" y="24338"/>
                  </a:lnTo>
                  <a:lnTo>
                    <a:pt x="20886" y="23834"/>
                  </a:lnTo>
                  <a:lnTo>
                    <a:pt x="21351" y="23571"/>
                  </a:lnTo>
                  <a:lnTo>
                    <a:pt x="21835" y="23309"/>
                  </a:lnTo>
                  <a:lnTo>
                    <a:pt x="22299" y="23006"/>
                  </a:lnTo>
                  <a:lnTo>
                    <a:pt x="22743" y="22703"/>
                  </a:lnTo>
                  <a:lnTo>
                    <a:pt x="23227" y="22340"/>
                  </a:lnTo>
                  <a:lnTo>
                    <a:pt x="23691" y="21957"/>
                  </a:lnTo>
                  <a:lnTo>
                    <a:pt x="24135" y="21553"/>
                  </a:lnTo>
                  <a:lnTo>
                    <a:pt x="24559" y="21129"/>
                  </a:lnTo>
                  <a:lnTo>
                    <a:pt x="24983" y="20685"/>
                  </a:lnTo>
                  <a:lnTo>
                    <a:pt x="25366" y="20221"/>
                  </a:lnTo>
                  <a:lnTo>
                    <a:pt x="25750" y="19737"/>
                  </a:lnTo>
                  <a:lnTo>
                    <a:pt x="26093" y="19232"/>
                  </a:lnTo>
                  <a:lnTo>
                    <a:pt x="26436" y="18728"/>
                  </a:lnTo>
                  <a:lnTo>
                    <a:pt x="26739" y="18183"/>
                  </a:lnTo>
                  <a:lnTo>
                    <a:pt x="27021" y="17638"/>
                  </a:lnTo>
                  <a:lnTo>
                    <a:pt x="27304" y="17093"/>
                  </a:lnTo>
                  <a:lnTo>
                    <a:pt x="27546" y="16528"/>
                  </a:lnTo>
                  <a:lnTo>
                    <a:pt x="27748" y="15943"/>
                  </a:lnTo>
                  <a:lnTo>
                    <a:pt x="27949" y="15358"/>
                  </a:lnTo>
                  <a:lnTo>
                    <a:pt x="28111" y="14752"/>
                  </a:lnTo>
                  <a:lnTo>
                    <a:pt x="28252" y="14167"/>
                  </a:lnTo>
                  <a:lnTo>
                    <a:pt x="28353" y="13582"/>
                  </a:lnTo>
                  <a:lnTo>
                    <a:pt x="28454" y="12977"/>
                  </a:lnTo>
                  <a:lnTo>
                    <a:pt x="28514" y="12391"/>
                  </a:lnTo>
                  <a:lnTo>
                    <a:pt x="28555" y="11786"/>
                  </a:lnTo>
                  <a:lnTo>
                    <a:pt x="28555" y="11181"/>
                  </a:lnTo>
                  <a:lnTo>
                    <a:pt x="28555" y="10555"/>
                  </a:lnTo>
                  <a:lnTo>
                    <a:pt x="28514" y="9950"/>
                  </a:lnTo>
                  <a:lnTo>
                    <a:pt x="28454" y="9344"/>
                  </a:lnTo>
                  <a:lnTo>
                    <a:pt x="28373" y="8739"/>
                  </a:lnTo>
                  <a:lnTo>
                    <a:pt x="28272" y="8133"/>
                  </a:lnTo>
                  <a:lnTo>
                    <a:pt x="28151" y="7528"/>
                  </a:lnTo>
                  <a:lnTo>
                    <a:pt x="27990" y="6923"/>
                  </a:lnTo>
                  <a:lnTo>
                    <a:pt x="27828" y="6337"/>
                  </a:lnTo>
                  <a:lnTo>
                    <a:pt x="27627" y="5752"/>
                  </a:lnTo>
                  <a:lnTo>
                    <a:pt x="27405" y="5167"/>
                  </a:lnTo>
                  <a:lnTo>
                    <a:pt x="27142" y="4541"/>
                  </a:lnTo>
                  <a:lnTo>
                    <a:pt x="26860" y="3976"/>
                  </a:lnTo>
                  <a:lnTo>
                    <a:pt x="26557" y="3452"/>
                  </a:lnTo>
                  <a:lnTo>
                    <a:pt x="26234" y="2947"/>
                  </a:lnTo>
                  <a:lnTo>
                    <a:pt x="25911" y="2503"/>
                  </a:lnTo>
                  <a:lnTo>
                    <a:pt x="25548" y="2100"/>
                  </a:lnTo>
                  <a:lnTo>
                    <a:pt x="25185" y="1716"/>
                  </a:lnTo>
                  <a:lnTo>
                    <a:pt x="24801" y="1393"/>
                  </a:lnTo>
                  <a:lnTo>
                    <a:pt x="24438" y="1111"/>
                  </a:lnTo>
                  <a:lnTo>
                    <a:pt x="24055" y="889"/>
                  </a:lnTo>
                  <a:lnTo>
                    <a:pt x="23651" y="667"/>
                  </a:lnTo>
                  <a:lnTo>
                    <a:pt x="23227" y="485"/>
                  </a:lnTo>
                  <a:lnTo>
                    <a:pt x="22783" y="344"/>
                  </a:lnTo>
                  <a:lnTo>
                    <a:pt x="22339" y="223"/>
                  </a:lnTo>
                  <a:lnTo>
                    <a:pt x="21895" y="122"/>
                  </a:lnTo>
                  <a:lnTo>
                    <a:pt x="21411" y="61"/>
                  </a:lnTo>
                  <a:lnTo>
                    <a:pt x="20947" y="21"/>
                  </a:lnTo>
                  <a:lnTo>
                    <a:pt x="204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7"/>
            <p:cNvSpPr/>
            <p:nvPr/>
          </p:nvSpPr>
          <p:spPr>
            <a:xfrm flipH="1">
              <a:off x="-3799077" y="-5170503"/>
              <a:ext cx="6754688" cy="4497143"/>
            </a:xfrm>
            <a:custGeom>
              <a:rect b="b" l="l" r="r" t="t"/>
              <a:pathLst>
                <a:path extrusionOk="0" h="80439" w="120819">
                  <a:moveTo>
                    <a:pt x="94887" y="81"/>
                  </a:moveTo>
                  <a:lnTo>
                    <a:pt x="96400" y="122"/>
                  </a:lnTo>
                  <a:lnTo>
                    <a:pt x="97914" y="182"/>
                  </a:lnTo>
                  <a:lnTo>
                    <a:pt x="99427" y="283"/>
                  </a:lnTo>
                  <a:lnTo>
                    <a:pt x="100941" y="424"/>
                  </a:lnTo>
                  <a:lnTo>
                    <a:pt x="102454" y="586"/>
                  </a:lnTo>
                  <a:lnTo>
                    <a:pt x="103968" y="788"/>
                  </a:lnTo>
                  <a:lnTo>
                    <a:pt x="105481" y="1030"/>
                  </a:lnTo>
                  <a:lnTo>
                    <a:pt x="106894" y="1272"/>
                  </a:lnTo>
                  <a:lnTo>
                    <a:pt x="107620" y="1413"/>
                  </a:lnTo>
                  <a:lnTo>
                    <a:pt x="108367" y="1595"/>
                  </a:lnTo>
                  <a:lnTo>
                    <a:pt x="109114" y="1777"/>
                  </a:lnTo>
                  <a:lnTo>
                    <a:pt x="109860" y="1998"/>
                  </a:lnTo>
                  <a:lnTo>
                    <a:pt x="110607" y="2241"/>
                  </a:lnTo>
                  <a:lnTo>
                    <a:pt x="111354" y="2503"/>
                  </a:lnTo>
                  <a:lnTo>
                    <a:pt x="112100" y="2806"/>
                  </a:lnTo>
                  <a:lnTo>
                    <a:pt x="112827" y="3129"/>
                  </a:lnTo>
                  <a:lnTo>
                    <a:pt x="113533" y="3492"/>
                  </a:lnTo>
                  <a:lnTo>
                    <a:pt x="114219" y="3895"/>
                  </a:lnTo>
                  <a:lnTo>
                    <a:pt x="114562" y="4117"/>
                  </a:lnTo>
                  <a:lnTo>
                    <a:pt x="114885" y="4339"/>
                  </a:lnTo>
                  <a:lnTo>
                    <a:pt x="115208" y="4582"/>
                  </a:lnTo>
                  <a:lnTo>
                    <a:pt x="115531" y="4824"/>
                  </a:lnTo>
                  <a:lnTo>
                    <a:pt x="115834" y="5086"/>
                  </a:lnTo>
                  <a:lnTo>
                    <a:pt x="116136" y="5369"/>
                  </a:lnTo>
                  <a:lnTo>
                    <a:pt x="116419" y="5651"/>
                  </a:lnTo>
                  <a:lnTo>
                    <a:pt x="116701" y="5934"/>
                  </a:lnTo>
                  <a:lnTo>
                    <a:pt x="117044" y="6317"/>
                  </a:lnTo>
                  <a:lnTo>
                    <a:pt x="117367" y="6721"/>
                  </a:lnTo>
                  <a:lnTo>
                    <a:pt x="117690" y="7165"/>
                  </a:lnTo>
                  <a:lnTo>
                    <a:pt x="118033" y="7669"/>
                  </a:lnTo>
                  <a:lnTo>
                    <a:pt x="118336" y="8194"/>
                  </a:lnTo>
                  <a:lnTo>
                    <a:pt x="118659" y="8799"/>
                  </a:lnTo>
                  <a:lnTo>
                    <a:pt x="118941" y="9445"/>
                  </a:lnTo>
                  <a:lnTo>
                    <a:pt x="119224" y="10171"/>
                  </a:lnTo>
                  <a:lnTo>
                    <a:pt x="119486" y="10958"/>
                  </a:lnTo>
                  <a:lnTo>
                    <a:pt x="119728" y="11826"/>
                  </a:lnTo>
                  <a:lnTo>
                    <a:pt x="119950" y="12795"/>
                  </a:lnTo>
                  <a:lnTo>
                    <a:pt x="120152" y="13824"/>
                  </a:lnTo>
                  <a:lnTo>
                    <a:pt x="120334" y="14974"/>
                  </a:lnTo>
                  <a:lnTo>
                    <a:pt x="120475" y="16205"/>
                  </a:lnTo>
                  <a:lnTo>
                    <a:pt x="120576" y="17557"/>
                  </a:lnTo>
                  <a:lnTo>
                    <a:pt x="120657" y="19010"/>
                  </a:lnTo>
                  <a:lnTo>
                    <a:pt x="120697" y="20241"/>
                  </a:lnTo>
                  <a:lnTo>
                    <a:pt x="120717" y="21472"/>
                  </a:lnTo>
                  <a:lnTo>
                    <a:pt x="120737" y="22683"/>
                  </a:lnTo>
                  <a:lnTo>
                    <a:pt x="120737" y="23914"/>
                  </a:lnTo>
                  <a:lnTo>
                    <a:pt x="120717" y="25145"/>
                  </a:lnTo>
                  <a:lnTo>
                    <a:pt x="120697" y="26376"/>
                  </a:lnTo>
                  <a:lnTo>
                    <a:pt x="120657" y="27607"/>
                  </a:lnTo>
                  <a:lnTo>
                    <a:pt x="120616" y="28838"/>
                  </a:lnTo>
                  <a:lnTo>
                    <a:pt x="120536" y="30049"/>
                  </a:lnTo>
                  <a:lnTo>
                    <a:pt x="120455" y="31280"/>
                  </a:lnTo>
                  <a:lnTo>
                    <a:pt x="120374" y="32511"/>
                  </a:lnTo>
                  <a:lnTo>
                    <a:pt x="120253" y="33722"/>
                  </a:lnTo>
                  <a:lnTo>
                    <a:pt x="120152" y="34953"/>
                  </a:lnTo>
                  <a:lnTo>
                    <a:pt x="120011" y="36163"/>
                  </a:lnTo>
                  <a:lnTo>
                    <a:pt x="119870" y="37394"/>
                  </a:lnTo>
                  <a:lnTo>
                    <a:pt x="119708" y="38605"/>
                  </a:lnTo>
                  <a:lnTo>
                    <a:pt x="119567" y="39533"/>
                  </a:lnTo>
                  <a:lnTo>
                    <a:pt x="119405" y="40462"/>
                  </a:lnTo>
                  <a:lnTo>
                    <a:pt x="119224" y="41390"/>
                  </a:lnTo>
                  <a:lnTo>
                    <a:pt x="119103" y="41834"/>
                  </a:lnTo>
                  <a:lnTo>
                    <a:pt x="118982" y="42278"/>
                  </a:lnTo>
                  <a:lnTo>
                    <a:pt x="118820" y="42722"/>
                  </a:lnTo>
                  <a:lnTo>
                    <a:pt x="118659" y="43166"/>
                  </a:lnTo>
                  <a:lnTo>
                    <a:pt x="118497" y="43590"/>
                  </a:lnTo>
                  <a:lnTo>
                    <a:pt x="118296" y="43993"/>
                  </a:lnTo>
                  <a:lnTo>
                    <a:pt x="118074" y="44397"/>
                  </a:lnTo>
                  <a:lnTo>
                    <a:pt x="117831" y="44800"/>
                  </a:lnTo>
                  <a:lnTo>
                    <a:pt x="117549" y="45164"/>
                  </a:lnTo>
                  <a:lnTo>
                    <a:pt x="117266" y="45527"/>
                  </a:lnTo>
                  <a:lnTo>
                    <a:pt x="117105" y="45709"/>
                  </a:lnTo>
                  <a:lnTo>
                    <a:pt x="116943" y="45870"/>
                  </a:lnTo>
                  <a:lnTo>
                    <a:pt x="116782" y="45991"/>
                  </a:lnTo>
                  <a:lnTo>
                    <a:pt x="116621" y="46112"/>
                  </a:lnTo>
                  <a:lnTo>
                    <a:pt x="116459" y="46193"/>
                  </a:lnTo>
                  <a:lnTo>
                    <a:pt x="116298" y="46253"/>
                  </a:lnTo>
                  <a:lnTo>
                    <a:pt x="116136" y="46294"/>
                  </a:lnTo>
                  <a:lnTo>
                    <a:pt x="115975" y="46314"/>
                  </a:lnTo>
                  <a:lnTo>
                    <a:pt x="115813" y="46314"/>
                  </a:lnTo>
                  <a:lnTo>
                    <a:pt x="115632" y="46294"/>
                  </a:lnTo>
                  <a:lnTo>
                    <a:pt x="115490" y="46253"/>
                  </a:lnTo>
                  <a:lnTo>
                    <a:pt x="115349" y="46193"/>
                  </a:lnTo>
                  <a:lnTo>
                    <a:pt x="115228" y="46092"/>
                  </a:lnTo>
                  <a:lnTo>
                    <a:pt x="115107" y="45991"/>
                  </a:lnTo>
                  <a:lnTo>
                    <a:pt x="115006" y="45890"/>
                  </a:lnTo>
                  <a:lnTo>
                    <a:pt x="114905" y="45749"/>
                  </a:lnTo>
                  <a:lnTo>
                    <a:pt x="114724" y="45446"/>
                  </a:lnTo>
                  <a:lnTo>
                    <a:pt x="114562" y="45103"/>
                  </a:lnTo>
                  <a:lnTo>
                    <a:pt x="114441" y="44740"/>
                  </a:lnTo>
                  <a:lnTo>
                    <a:pt x="114300" y="44336"/>
                  </a:lnTo>
                  <a:lnTo>
                    <a:pt x="114360" y="44316"/>
                  </a:lnTo>
                  <a:lnTo>
                    <a:pt x="114199" y="43751"/>
                  </a:lnTo>
                  <a:lnTo>
                    <a:pt x="114017" y="43186"/>
                  </a:lnTo>
                  <a:lnTo>
                    <a:pt x="113816" y="42641"/>
                  </a:lnTo>
                  <a:lnTo>
                    <a:pt x="113594" y="42096"/>
                  </a:lnTo>
                  <a:lnTo>
                    <a:pt x="113331" y="41551"/>
                  </a:lnTo>
                  <a:lnTo>
                    <a:pt x="113049" y="41027"/>
                  </a:lnTo>
                  <a:lnTo>
                    <a:pt x="112746" y="40522"/>
                  </a:lnTo>
                  <a:lnTo>
                    <a:pt x="112403" y="40018"/>
                  </a:lnTo>
                  <a:lnTo>
                    <a:pt x="112040" y="39533"/>
                  </a:lnTo>
                  <a:lnTo>
                    <a:pt x="111656" y="39049"/>
                  </a:lnTo>
                  <a:lnTo>
                    <a:pt x="111253" y="38605"/>
                  </a:lnTo>
                  <a:lnTo>
                    <a:pt x="110829" y="38161"/>
                  </a:lnTo>
                  <a:lnTo>
                    <a:pt x="110365" y="37717"/>
                  </a:lnTo>
                  <a:lnTo>
                    <a:pt x="109901" y="37314"/>
                  </a:lnTo>
                  <a:lnTo>
                    <a:pt x="109396" y="36910"/>
                  </a:lnTo>
                  <a:lnTo>
                    <a:pt x="108892" y="36547"/>
                  </a:lnTo>
                  <a:lnTo>
                    <a:pt x="108367" y="36184"/>
                  </a:lnTo>
                  <a:lnTo>
                    <a:pt x="107822" y="35861"/>
                  </a:lnTo>
                  <a:lnTo>
                    <a:pt x="107277" y="35558"/>
                  </a:lnTo>
                  <a:lnTo>
                    <a:pt x="106712" y="35275"/>
                  </a:lnTo>
                  <a:lnTo>
                    <a:pt x="106147" y="35033"/>
                  </a:lnTo>
                  <a:lnTo>
                    <a:pt x="105582" y="34811"/>
                  </a:lnTo>
                  <a:lnTo>
                    <a:pt x="104997" y="34610"/>
                  </a:lnTo>
                  <a:lnTo>
                    <a:pt x="104412" y="34428"/>
                  </a:lnTo>
                  <a:lnTo>
                    <a:pt x="103826" y="34287"/>
                  </a:lnTo>
                  <a:lnTo>
                    <a:pt x="103241" y="34166"/>
                  </a:lnTo>
                  <a:lnTo>
                    <a:pt x="102636" y="34065"/>
                  </a:lnTo>
                  <a:lnTo>
                    <a:pt x="102051" y="34004"/>
                  </a:lnTo>
                  <a:lnTo>
                    <a:pt x="101445" y="33964"/>
                  </a:lnTo>
                  <a:lnTo>
                    <a:pt x="100860" y="33944"/>
                  </a:lnTo>
                  <a:lnTo>
                    <a:pt x="100255" y="33964"/>
                  </a:lnTo>
                  <a:lnTo>
                    <a:pt x="99669" y="34004"/>
                  </a:lnTo>
                  <a:lnTo>
                    <a:pt x="99084" y="34085"/>
                  </a:lnTo>
                  <a:lnTo>
                    <a:pt x="98499" y="34166"/>
                  </a:lnTo>
                  <a:lnTo>
                    <a:pt x="97914" y="34307"/>
                  </a:lnTo>
                  <a:lnTo>
                    <a:pt x="97349" y="34448"/>
                  </a:lnTo>
                  <a:lnTo>
                    <a:pt x="96763" y="34630"/>
                  </a:lnTo>
                  <a:lnTo>
                    <a:pt x="96198" y="34831"/>
                  </a:lnTo>
                  <a:lnTo>
                    <a:pt x="95654" y="35053"/>
                  </a:lnTo>
                  <a:lnTo>
                    <a:pt x="95109" y="35296"/>
                  </a:lnTo>
                  <a:lnTo>
                    <a:pt x="94564" y="35578"/>
                  </a:lnTo>
                  <a:lnTo>
                    <a:pt x="94019" y="35861"/>
                  </a:lnTo>
                  <a:lnTo>
                    <a:pt x="93494" y="36184"/>
                  </a:lnTo>
                  <a:lnTo>
                    <a:pt x="92990" y="36527"/>
                  </a:lnTo>
                  <a:lnTo>
                    <a:pt x="92485" y="36910"/>
                  </a:lnTo>
                  <a:lnTo>
                    <a:pt x="92001" y="37293"/>
                  </a:lnTo>
                  <a:lnTo>
                    <a:pt x="91517" y="37697"/>
                  </a:lnTo>
                  <a:lnTo>
                    <a:pt x="91052" y="38141"/>
                  </a:lnTo>
                  <a:lnTo>
                    <a:pt x="90609" y="38585"/>
                  </a:lnTo>
                  <a:lnTo>
                    <a:pt x="90185" y="39049"/>
                  </a:lnTo>
                  <a:lnTo>
                    <a:pt x="89781" y="39513"/>
                  </a:lnTo>
                  <a:lnTo>
                    <a:pt x="89398" y="40018"/>
                  </a:lnTo>
                  <a:lnTo>
                    <a:pt x="89055" y="40502"/>
                  </a:lnTo>
                  <a:lnTo>
                    <a:pt x="88712" y="41027"/>
                  </a:lnTo>
                  <a:lnTo>
                    <a:pt x="88389" y="41551"/>
                  </a:lnTo>
                  <a:lnTo>
                    <a:pt x="88086" y="42076"/>
                  </a:lnTo>
                  <a:lnTo>
                    <a:pt x="87824" y="42621"/>
                  </a:lnTo>
                  <a:lnTo>
                    <a:pt x="87561" y="43186"/>
                  </a:lnTo>
                  <a:lnTo>
                    <a:pt x="87339" y="43751"/>
                  </a:lnTo>
                  <a:lnTo>
                    <a:pt x="87138" y="44316"/>
                  </a:lnTo>
                  <a:lnTo>
                    <a:pt x="86956" y="44881"/>
                  </a:lnTo>
                  <a:lnTo>
                    <a:pt x="86815" y="45466"/>
                  </a:lnTo>
                  <a:lnTo>
                    <a:pt x="86673" y="46052"/>
                  </a:lnTo>
                  <a:lnTo>
                    <a:pt x="86573" y="46637"/>
                  </a:lnTo>
                  <a:lnTo>
                    <a:pt x="86492" y="47283"/>
                  </a:lnTo>
                  <a:lnTo>
                    <a:pt x="86411" y="47928"/>
                  </a:lnTo>
                  <a:lnTo>
                    <a:pt x="86290" y="49240"/>
                  </a:lnTo>
                  <a:lnTo>
                    <a:pt x="86209" y="50330"/>
                  </a:lnTo>
                  <a:lnTo>
                    <a:pt x="86088" y="51399"/>
                  </a:lnTo>
                  <a:lnTo>
                    <a:pt x="86007" y="51924"/>
                  </a:lnTo>
                  <a:lnTo>
                    <a:pt x="85927" y="52449"/>
                  </a:lnTo>
                  <a:lnTo>
                    <a:pt x="85806" y="52973"/>
                  </a:lnTo>
                  <a:lnTo>
                    <a:pt x="85685" y="53458"/>
                  </a:lnTo>
                  <a:lnTo>
                    <a:pt x="85543" y="53962"/>
                  </a:lnTo>
                  <a:lnTo>
                    <a:pt x="85362" y="54426"/>
                  </a:lnTo>
                  <a:lnTo>
                    <a:pt x="85160" y="54870"/>
                  </a:lnTo>
                  <a:lnTo>
                    <a:pt x="84918" y="55314"/>
                  </a:lnTo>
                  <a:lnTo>
                    <a:pt x="84655" y="55718"/>
                  </a:lnTo>
                  <a:lnTo>
                    <a:pt x="84353" y="56101"/>
                  </a:lnTo>
                  <a:lnTo>
                    <a:pt x="84171" y="56303"/>
                  </a:lnTo>
                  <a:lnTo>
                    <a:pt x="84010" y="56465"/>
                  </a:lnTo>
                  <a:lnTo>
                    <a:pt x="83808" y="56646"/>
                  </a:lnTo>
                  <a:lnTo>
                    <a:pt x="83606" y="56808"/>
                  </a:lnTo>
                  <a:lnTo>
                    <a:pt x="83344" y="56989"/>
                  </a:lnTo>
                  <a:lnTo>
                    <a:pt x="83041" y="57191"/>
                  </a:lnTo>
                  <a:lnTo>
                    <a:pt x="82658" y="57393"/>
                  </a:lnTo>
                  <a:lnTo>
                    <a:pt x="82173" y="57595"/>
                  </a:lnTo>
                  <a:lnTo>
                    <a:pt x="81628" y="57776"/>
                  </a:lnTo>
                  <a:lnTo>
                    <a:pt x="81326" y="57877"/>
                  </a:lnTo>
                  <a:lnTo>
                    <a:pt x="80983" y="57958"/>
                  </a:lnTo>
                  <a:lnTo>
                    <a:pt x="80599" y="58018"/>
                  </a:lnTo>
                  <a:lnTo>
                    <a:pt x="80216" y="58099"/>
                  </a:lnTo>
                  <a:lnTo>
                    <a:pt x="79792" y="58160"/>
                  </a:lnTo>
                  <a:lnTo>
                    <a:pt x="79328" y="58200"/>
                  </a:lnTo>
                  <a:lnTo>
                    <a:pt x="78642" y="58261"/>
                  </a:lnTo>
                  <a:lnTo>
                    <a:pt x="77935" y="58281"/>
                  </a:lnTo>
                  <a:lnTo>
                    <a:pt x="77249" y="58301"/>
                  </a:lnTo>
                  <a:lnTo>
                    <a:pt x="76543" y="58301"/>
                  </a:lnTo>
                  <a:lnTo>
                    <a:pt x="75837" y="58281"/>
                  </a:lnTo>
                  <a:lnTo>
                    <a:pt x="75151" y="58240"/>
                  </a:lnTo>
                  <a:lnTo>
                    <a:pt x="74444" y="58180"/>
                  </a:lnTo>
                  <a:lnTo>
                    <a:pt x="73758" y="58119"/>
                  </a:lnTo>
                  <a:lnTo>
                    <a:pt x="72366" y="57958"/>
                  </a:lnTo>
                  <a:lnTo>
                    <a:pt x="70994" y="57776"/>
                  </a:lnTo>
                  <a:lnTo>
                    <a:pt x="69601" y="57574"/>
                  </a:lnTo>
                  <a:lnTo>
                    <a:pt x="68249" y="57352"/>
                  </a:lnTo>
                  <a:lnTo>
                    <a:pt x="66937" y="57151"/>
                  </a:lnTo>
                  <a:lnTo>
                    <a:pt x="65605" y="56949"/>
                  </a:lnTo>
                  <a:lnTo>
                    <a:pt x="64294" y="56767"/>
                  </a:lnTo>
                  <a:lnTo>
                    <a:pt x="62962" y="56606"/>
                  </a:lnTo>
                  <a:lnTo>
                    <a:pt x="61771" y="56505"/>
                  </a:lnTo>
                  <a:lnTo>
                    <a:pt x="60581" y="56424"/>
                  </a:lnTo>
                  <a:lnTo>
                    <a:pt x="59390" y="56384"/>
                  </a:lnTo>
                  <a:lnTo>
                    <a:pt x="58179" y="56364"/>
                  </a:lnTo>
                  <a:lnTo>
                    <a:pt x="56968" y="56384"/>
                  </a:lnTo>
                  <a:lnTo>
                    <a:pt x="55778" y="56444"/>
                  </a:lnTo>
                  <a:lnTo>
                    <a:pt x="54567" y="56525"/>
                  </a:lnTo>
                  <a:lnTo>
                    <a:pt x="53356" y="56646"/>
                  </a:lnTo>
                  <a:lnTo>
                    <a:pt x="52145" y="56787"/>
                  </a:lnTo>
                  <a:lnTo>
                    <a:pt x="50935" y="56949"/>
                  </a:lnTo>
                  <a:lnTo>
                    <a:pt x="49744" y="57151"/>
                  </a:lnTo>
                  <a:lnTo>
                    <a:pt x="48553" y="57393"/>
                  </a:lnTo>
                  <a:lnTo>
                    <a:pt x="47343" y="57655"/>
                  </a:lnTo>
                  <a:lnTo>
                    <a:pt x="46172" y="57958"/>
                  </a:lnTo>
                  <a:lnTo>
                    <a:pt x="44981" y="58281"/>
                  </a:lnTo>
                  <a:lnTo>
                    <a:pt x="43811" y="58644"/>
                  </a:lnTo>
                  <a:lnTo>
                    <a:pt x="42661" y="59027"/>
                  </a:lnTo>
                  <a:lnTo>
                    <a:pt x="41510" y="59451"/>
                  </a:lnTo>
                  <a:lnTo>
                    <a:pt x="40380" y="59895"/>
                  </a:lnTo>
                  <a:lnTo>
                    <a:pt x="39250" y="60359"/>
                  </a:lnTo>
                  <a:lnTo>
                    <a:pt x="38140" y="60864"/>
                  </a:lnTo>
                  <a:lnTo>
                    <a:pt x="37031" y="61409"/>
                  </a:lnTo>
                  <a:lnTo>
                    <a:pt x="35961" y="61954"/>
                  </a:lnTo>
                  <a:lnTo>
                    <a:pt x="34891" y="62539"/>
                  </a:lnTo>
                  <a:lnTo>
                    <a:pt x="33842" y="63144"/>
                  </a:lnTo>
                  <a:lnTo>
                    <a:pt x="32813" y="63790"/>
                  </a:lnTo>
                  <a:lnTo>
                    <a:pt x="31784" y="64436"/>
                  </a:lnTo>
                  <a:lnTo>
                    <a:pt x="30795" y="65122"/>
                  </a:lnTo>
                  <a:lnTo>
                    <a:pt x="29826" y="65828"/>
                  </a:lnTo>
                  <a:lnTo>
                    <a:pt x="28878" y="66555"/>
                  </a:lnTo>
                  <a:lnTo>
                    <a:pt x="27950" y="67321"/>
                  </a:lnTo>
                  <a:lnTo>
                    <a:pt x="27041" y="68088"/>
                  </a:lnTo>
                  <a:lnTo>
                    <a:pt x="26113" y="68916"/>
                  </a:lnTo>
                  <a:lnTo>
                    <a:pt x="25205" y="69763"/>
                  </a:lnTo>
                  <a:lnTo>
                    <a:pt x="23429" y="71499"/>
                  </a:lnTo>
                  <a:lnTo>
                    <a:pt x="22279" y="72609"/>
                  </a:lnTo>
                  <a:lnTo>
                    <a:pt x="21129" y="73719"/>
                  </a:lnTo>
                  <a:lnTo>
                    <a:pt x="19938" y="74788"/>
                  </a:lnTo>
                  <a:lnTo>
                    <a:pt x="19333" y="75313"/>
                  </a:lnTo>
                  <a:lnTo>
                    <a:pt x="18707" y="75837"/>
                  </a:lnTo>
                  <a:lnTo>
                    <a:pt x="18081" y="76342"/>
                  </a:lnTo>
                  <a:lnTo>
                    <a:pt x="17456" y="76826"/>
                  </a:lnTo>
                  <a:lnTo>
                    <a:pt x="16810" y="77290"/>
                  </a:lnTo>
                  <a:lnTo>
                    <a:pt x="16144" y="77734"/>
                  </a:lnTo>
                  <a:lnTo>
                    <a:pt x="15458" y="78158"/>
                  </a:lnTo>
                  <a:lnTo>
                    <a:pt x="14772" y="78542"/>
                  </a:lnTo>
                  <a:lnTo>
                    <a:pt x="14066" y="78925"/>
                  </a:lnTo>
                  <a:lnTo>
                    <a:pt x="13339" y="79268"/>
                  </a:lnTo>
                  <a:lnTo>
                    <a:pt x="12915" y="79450"/>
                  </a:lnTo>
                  <a:lnTo>
                    <a:pt x="12492" y="79611"/>
                  </a:lnTo>
                  <a:lnTo>
                    <a:pt x="12048" y="79752"/>
                  </a:lnTo>
                  <a:lnTo>
                    <a:pt x="11604" y="79894"/>
                  </a:lnTo>
                  <a:lnTo>
                    <a:pt x="11160" y="79995"/>
                  </a:lnTo>
                  <a:lnTo>
                    <a:pt x="10716" y="80095"/>
                  </a:lnTo>
                  <a:lnTo>
                    <a:pt x="10252" y="80196"/>
                  </a:lnTo>
                  <a:lnTo>
                    <a:pt x="9787" y="80257"/>
                  </a:lnTo>
                  <a:lnTo>
                    <a:pt x="9344" y="80297"/>
                  </a:lnTo>
                  <a:lnTo>
                    <a:pt x="8879" y="80338"/>
                  </a:lnTo>
                  <a:lnTo>
                    <a:pt x="8415" y="80358"/>
                  </a:lnTo>
                  <a:lnTo>
                    <a:pt x="7951" y="80358"/>
                  </a:lnTo>
                  <a:lnTo>
                    <a:pt x="7507" y="80338"/>
                  </a:lnTo>
                  <a:lnTo>
                    <a:pt x="7063" y="80317"/>
                  </a:lnTo>
                  <a:lnTo>
                    <a:pt x="6619" y="80257"/>
                  </a:lnTo>
                  <a:lnTo>
                    <a:pt x="6175" y="80196"/>
                  </a:lnTo>
                  <a:lnTo>
                    <a:pt x="5691" y="80095"/>
                  </a:lnTo>
                  <a:lnTo>
                    <a:pt x="5247" y="79974"/>
                  </a:lnTo>
                  <a:lnTo>
                    <a:pt x="4803" y="79853"/>
                  </a:lnTo>
                  <a:lnTo>
                    <a:pt x="4379" y="79692"/>
                  </a:lnTo>
                  <a:lnTo>
                    <a:pt x="3955" y="79510"/>
                  </a:lnTo>
                  <a:lnTo>
                    <a:pt x="3572" y="79329"/>
                  </a:lnTo>
                  <a:lnTo>
                    <a:pt x="3189" y="79107"/>
                  </a:lnTo>
                  <a:lnTo>
                    <a:pt x="2846" y="78885"/>
                  </a:lnTo>
                  <a:lnTo>
                    <a:pt x="2502" y="78642"/>
                  </a:lnTo>
                  <a:lnTo>
                    <a:pt x="2180" y="78380"/>
                  </a:lnTo>
                  <a:lnTo>
                    <a:pt x="1897" y="78098"/>
                  </a:lnTo>
                  <a:lnTo>
                    <a:pt x="1615" y="77795"/>
                  </a:lnTo>
                  <a:lnTo>
                    <a:pt x="1352" y="77472"/>
                  </a:lnTo>
                  <a:lnTo>
                    <a:pt x="1130" y="77149"/>
                  </a:lnTo>
                  <a:lnTo>
                    <a:pt x="908" y="76806"/>
                  </a:lnTo>
                  <a:lnTo>
                    <a:pt x="727" y="76443"/>
                  </a:lnTo>
                  <a:lnTo>
                    <a:pt x="585" y="76180"/>
                  </a:lnTo>
                  <a:lnTo>
                    <a:pt x="484" y="75898"/>
                  </a:lnTo>
                  <a:lnTo>
                    <a:pt x="384" y="75636"/>
                  </a:lnTo>
                  <a:lnTo>
                    <a:pt x="303" y="75353"/>
                  </a:lnTo>
                  <a:lnTo>
                    <a:pt x="242" y="75050"/>
                  </a:lnTo>
                  <a:lnTo>
                    <a:pt x="182" y="74768"/>
                  </a:lnTo>
                  <a:lnTo>
                    <a:pt x="141" y="74465"/>
                  </a:lnTo>
                  <a:lnTo>
                    <a:pt x="101" y="74162"/>
                  </a:lnTo>
                  <a:lnTo>
                    <a:pt x="81" y="73860"/>
                  </a:lnTo>
                  <a:lnTo>
                    <a:pt x="81" y="73557"/>
                  </a:lnTo>
                  <a:lnTo>
                    <a:pt x="101" y="73254"/>
                  </a:lnTo>
                  <a:lnTo>
                    <a:pt x="121" y="72952"/>
                  </a:lnTo>
                  <a:lnTo>
                    <a:pt x="162" y="72629"/>
                  </a:lnTo>
                  <a:lnTo>
                    <a:pt x="202" y="72306"/>
                  </a:lnTo>
                  <a:lnTo>
                    <a:pt x="262" y="71983"/>
                  </a:lnTo>
                  <a:lnTo>
                    <a:pt x="343" y="71680"/>
                  </a:lnTo>
                  <a:lnTo>
                    <a:pt x="525" y="71075"/>
                  </a:lnTo>
                  <a:lnTo>
                    <a:pt x="727" y="70490"/>
                  </a:lnTo>
                  <a:lnTo>
                    <a:pt x="989" y="69925"/>
                  </a:lnTo>
                  <a:lnTo>
                    <a:pt x="1292" y="69380"/>
                  </a:lnTo>
                  <a:lnTo>
                    <a:pt x="1615" y="68835"/>
                  </a:lnTo>
                  <a:lnTo>
                    <a:pt x="1998" y="68330"/>
                  </a:lnTo>
                  <a:lnTo>
                    <a:pt x="2381" y="67846"/>
                  </a:lnTo>
                  <a:lnTo>
                    <a:pt x="2825" y="67382"/>
                  </a:lnTo>
                  <a:lnTo>
                    <a:pt x="3209" y="67019"/>
                  </a:lnTo>
                  <a:lnTo>
                    <a:pt x="3612" y="66676"/>
                  </a:lnTo>
                  <a:lnTo>
                    <a:pt x="4036" y="66353"/>
                  </a:lnTo>
                  <a:lnTo>
                    <a:pt x="4500" y="66030"/>
                  </a:lnTo>
                  <a:lnTo>
                    <a:pt x="4964" y="65727"/>
                  </a:lnTo>
                  <a:lnTo>
                    <a:pt x="5449" y="65445"/>
                  </a:lnTo>
                  <a:lnTo>
                    <a:pt x="5973" y="65162"/>
                  </a:lnTo>
                  <a:lnTo>
                    <a:pt x="6518" y="64900"/>
                  </a:lnTo>
                  <a:lnTo>
                    <a:pt x="7063" y="64658"/>
                  </a:lnTo>
                  <a:lnTo>
                    <a:pt x="7669" y="64415"/>
                  </a:lnTo>
                  <a:lnTo>
                    <a:pt x="8274" y="64194"/>
                  </a:lnTo>
                  <a:lnTo>
                    <a:pt x="8920" y="63992"/>
                  </a:lnTo>
                  <a:lnTo>
                    <a:pt x="9586" y="63790"/>
                  </a:lnTo>
                  <a:lnTo>
                    <a:pt x="10272" y="63608"/>
                  </a:lnTo>
                  <a:lnTo>
                    <a:pt x="10978" y="63427"/>
                  </a:lnTo>
                  <a:lnTo>
                    <a:pt x="11745" y="63265"/>
                  </a:lnTo>
                  <a:lnTo>
                    <a:pt x="12673" y="63084"/>
                  </a:lnTo>
                  <a:lnTo>
                    <a:pt x="13460" y="62942"/>
                  </a:lnTo>
                  <a:lnTo>
                    <a:pt x="14227" y="62781"/>
                  </a:lnTo>
                  <a:lnTo>
                    <a:pt x="15014" y="62579"/>
                  </a:lnTo>
                  <a:lnTo>
                    <a:pt x="15761" y="62377"/>
                  </a:lnTo>
                  <a:lnTo>
                    <a:pt x="16144" y="62256"/>
                  </a:lnTo>
                  <a:lnTo>
                    <a:pt x="16507" y="62115"/>
                  </a:lnTo>
                  <a:lnTo>
                    <a:pt x="16871" y="61974"/>
                  </a:lnTo>
                  <a:lnTo>
                    <a:pt x="17234" y="61812"/>
                  </a:lnTo>
                  <a:lnTo>
                    <a:pt x="17577" y="61631"/>
                  </a:lnTo>
                  <a:lnTo>
                    <a:pt x="17920" y="61429"/>
                  </a:lnTo>
                  <a:lnTo>
                    <a:pt x="18243" y="61227"/>
                  </a:lnTo>
                  <a:lnTo>
                    <a:pt x="18566" y="61005"/>
                  </a:lnTo>
                  <a:lnTo>
                    <a:pt x="18909" y="60723"/>
                  </a:lnTo>
                  <a:lnTo>
                    <a:pt x="19232" y="60420"/>
                  </a:lnTo>
                  <a:lnTo>
                    <a:pt x="19534" y="60097"/>
                  </a:lnTo>
                  <a:lnTo>
                    <a:pt x="19817" y="59754"/>
                  </a:lnTo>
                  <a:lnTo>
                    <a:pt x="20099" y="59391"/>
                  </a:lnTo>
                  <a:lnTo>
                    <a:pt x="20362" y="59007"/>
                  </a:lnTo>
                  <a:lnTo>
                    <a:pt x="20604" y="58604"/>
                  </a:lnTo>
                  <a:lnTo>
                    <a:pt x="20826" y="58160"/>
                  </a:lnTo>
                  <a:lnTo>
                    <a:pt x="21028" y="57716"/>
                  </a:lnTo>
                  <a:lnTo>
                    <a:pt x="21230" y="57252"/>
                  </a:lnTo>
                  <a:lnTo>
                    <a:pt x="21391" y="56767"/>
                  </a:lnTo>
                  <a:lnTo>
                    <a:pt x="21552" y="56263"/>
                  </a:lnTo>
                  <a:lnTo>
                    <a:pt x="21694" y="55738"/>
                  </a:lnTo>
                  <a:lnTo>
                    <a:pt x="21795" y="55213"/>
                  </a:lnTo>
                  <a:lnTo>
                    <a:pt x="21895" y="54648"/>
                  </a:lnTo>
                  <a:lnTo>
                    <a:pt x="21976" y="54083"/>
                  </a:lnTo>
                  <a:lnTo>
                    <a:pt x="22037" y="53478"/>
                  </a:lnTo>
                  <a:lnTo>
                    <a:pt x="22077" y="52872"/>
                  </a:lnTo>
                  <a:lnTo>
                    <a:pt x="22097" y="52267"/>
                  </a:lnTo>
                  <a:lnTo>
                    <a:pt x="22117" y="51662"/>
                  </a:lnTo>
                  <a:lnTo>
                    <a:pt x="22097" y="51056"/>
                  </a:lnTo>
                  <a:lnTo>
                    <a:pt x="22077" y="50451"/>
                  </a:lnTo>
                  <a:lnTo>
                    <a:pt x="21996" y="49240"/>
                  </a:lnTo>
                  <a:lnTo>
                    <a:pt x="21875" y="48029"/>
                  </a:lnTo>
                  <a:lnTo>
                    <a:pt x="21734" y="46818"/>
                  </a:lnTo>
                  <a:lnTo>
                    <a:pt x="21552" y="45608"/>
                  </a:lnTo>
                  <a:lnTo>
                    <a:pt x="21371" y="44417"/>
                  </a:lnTo>
                  <a:lnTo>
                    <a:pt x="21068" y="42359"/>
                  </a:lnTo>
                  <a:lnTo>
                    <a:pt x="20927" y="41309"/>
                  </a:lnTo>
                  <a:lnTo>
                    <a:pt x="20806" y="40280"/>
                  </a:lnTo>
                  <a:lnTo>
                    <a:pt x="20745" y="39493"/>
                  </a:lnTo>
                  <a:lnTo>
                    <a:pt x="20685" y="38706"/>
                  </a:lnTo>
                  <a:lnTo>
                    <a:pt x="20665" y="37879"/>
                  </a:lnTo>
                  <a:lnTo>
                    <a:pt x="20665" y="37031"/>
                  </a:lnTo>
                  <a:lnTo>
                    <a:pt x="20685" y="36184"/>
                  </a:lnTo>
                  <a:lnTo>
                    <a:pt x="20765" y="35316"/>
                  </a:lnTo>
                  <a:lnTo>
                    <a:pt x="20866" y="34448"/>
                  </a:lnTo>
                  <a:lnTo>
                    <a:pt x="21008" y="33560"/>
                  </a:lnTo>
                  <a:lnTo>
                    <a:pt x="21088" y="33136"/>
                  </a:lnTo>
                  <a:lnTo>
                    <a:pt x="21189" y="32713"/>
                  </a:lnTo>
                  <a:lnTo>
                    <a:pt x="21290" y="32269"/>
                  </a:lnTo>
                  <a:lnTo>
                    <a:pt x="21431" y="31845"/>
                  </a:lnTo>
                  <a:lnTo>
                    <a:pt x="21552" y="31441"/>
                  </a:lnTo>
                  <a:lnTo>
                    <a:pt x="21714" y="31017"/>
                  </a:lnTo>
                  <a:lnTo>
                    <a:pt x="21875" y="30614"/>
                  </a:lnTo>
                  <a:lnTo>
                    <a:pt x="22057" y="30210"/>
                  </a:lnTo>
                  <a:lnTo>
                    <a:pt x="22259" y="29807"/>
                  </a:lnTo>
                  <a:lnTo>
                    <a:pt x="22461" y="29423"/>
                  </a:lnTo>
                  <a:lnTo>
                    <a:pt x="22703" y="29040"/>
                  </a:lnTo>
                  <a:lnTo>
                    <a:pt x="22945" y="28677"/>
                  </a:lnTo>
                  <a:lnTo>
                    <a:pt x="23207" y="28313"/>
                  </a:lnTo>
                  <a:lnTo>
                    <a:pt x="23470" y="27950"/>
                  </a:lnTo>
                  <a:lnTo>
                    <a:pt x="23772" y="27607"/>
                  </a:lnTo>
                  <a:lnTo>
                    <a:pt x="24095" y="27284"/>
                  </a:lnTo>
                  <a:lnTo>
                    <a:pt x="24458" y="26921"/>
                  </a:lnTo>
                  <a:lnTo>
                    <a:pt x="24862" y="26578"/>
                  </a:lnTo>
                  <a:lnTo>
                    <a:pt x="25266" y="26275"/>
                  </a:lnTo>
                  <a:lnTo>
                    <a:pt x="25710" y="25972"/>
                  </a:lnTo>
                  <a:lnTo>
                    <a:pt x="26153" y="25690"/>
                  </a:lnTo>
                  <a:lnTo>
                    <a:pt x="26597" y="25448"/>
                  </a:lnTo>
                  <a:lnTo>
                    <a:pt x="27082" y="25226"/>
                  </a:lnTo>
                  <a:lnTo>
                    <a:pt x="27586" y="25004"/>
                  </a:lnTo>
                  <a:lnTo>
                    <a:pt x="28091" y="24822"/>
                  </a:lnTo>
                  <a:lnTo>
                    <a:pt x="28615" y="24661"/>
                  </a:lnTo>
                  <a:lnTo>
                    <a:pt x="29160" y="24519"/>
                  </a:lnTo>
                  <a:lnTo>
                    <a:pt x="29705" y="24398"/>
                  </a:lnTo>
                  <a:lnTo>
                    <a:pt x="30290" y="24297"/>
                  </a:lnTo>
                  <a:lnTo>
                    <a:pt x="30876" y="24217"/>
                  </a:lnTo>
                  <a:lnTo>
                    <a:pt x="31481" y="24176"/>
                  </a:lnTo>
                  <a:lnTo>
                    <a:pt x="32086" y="24136"/>
                  </a:lnTo>
                  <a:lnTo>
                    <a:pt x="33297" y="24136"/>
                  </a:lnTo>
                  <a:lnTo>
                    <a:pt x="33903" y="24176"/>
                  </a:lnTo>
                  <a:lnTo>
                    <a:pt x="34508" y="24217"/>
                  </a:lnTo>
                  <a:lnTo>
                    <a:pt x="35113" y="24277"/>
                  </a:lnTo>
                  <a:lnTo>
                    <a:pt x="35699" y="24358"/>
                  </a:lnTo>
                  <a:lnTo>
                    <a:pt x="36264" y="24459"/>
                  </a:lnTo>
                  <a:lnTo>
                    <a:pt x="36829" y="24580"/>
                  </a:lnTo>
                  <a:lnTo>
                    <a:pt x="37394" y="24681"/>
                  </a:lnTo>
                  <a:lnTo>
                    <a:pt x="38443" y="24943"/>
                  </a:lnTo>
                  <a:lnTo>
                    <a:pt x="39412" y="25246"/>
                  </a:lnTo>
                  <a:lnTo>
                    <a:pt x="40320" y="25549"/>
                  </a:lnTo>
                  <a:lnTo>
                    <a:pt x="41147" y="25851"/>
                  </a:lnTo>
                  <a:lnTo>
                    <a:pt x="41874" y="26134"/>
                  </a:lnTo>
                  <a:lnTo>
                    <a:pt x="42600" y="26437"/>
                  </a:lnTo>
                  <a:lnTo>
                    <a:pt x="43327" y="26759"/>
                  </a:lnTo>
                  <a:lnTo>
                    <a:pt x="44033" y="27082"/>
                  </a:lnTo>
                  <a:lnTo>
                    <a:pt x="45466" y="27768"/>
                  </a:lnTo>
                  <a:lnTo>
                    <a:pt x="46878" y="28495"/>
                  </a:lnTo>
                  <a:lnTo>
                    <a:pt x="48271" y="29242"/>
                  </a:lnTo>
                  <a:lnTo>
                    <a:pt x="49643" y="30008"/>
                  </a:lnTo>
                  <a:lnTo>
                    <a:pt x="52367" y="31542"/>
                  </a:lnTo>
                  <a:lnTo>
                    <a:pt x="54486" y="32753"/>
                  </a:lnTo>
                  <a:lnTo>
                    <a:pt x="56646" y="33944"/>
                  </a:lnTo>
                  <a:lnTo>
                    <a:pt x="57735" y="34529"/>
                  </a:lnTo>
                  <a:lnTo>
                    <a:pt x="58825" y="35094"/>
                  </a:lnTo>
                  <a:lnTo>
                    <a:pt x="59935" y="35639"/>
                  </a:lnTo>
                  <a:lnTo>
                    <a:pt x="61045" y="36163"/>
                  </a:lnTo>
                  <a:lnTo>
                    <a:pt x="61953" y="36547"/>
                  </a:lnTo>
                  <a:lnTo>
                    <a:pt x="62821" y="36890"/>
                  </a:lnTo>
                  <a:lnTo>
                    <a:pt x="63668" y="37193"/>
                  </a:lnTo>
                  <a:lnTo>
                    <a:pt x="64496" y="37435"/>
                  </a:lnTo>
                  <a:lnTo>
                    <a:pt x="65283" y="37637"/>
                  </a:lnTo>
                  <a:lnTo>
                    <a:pt x="66049" y="37798"/>
                  </a:lnTo>
                  <a:lnTo>
                    <a:pt x="66816" y="37899"/>
                  </a:lnTo>
                  <a:lnTo>
                    <a:pt x="67523" y="37959"/>
                  </a:lnTo>
                  <a:lnTo>
                    <a:pt x="68229" y="37980"/>
                  </a:lnTo>
                  <a:lnTo>
                    <a:pt x="68552" y="37959"/>
                  </a:lnTo>
                  <a:lnTo>
                    <a:pt x="68895" y="37939"/>
                  </a:lnTo>
                  <a:lnTo>
                    <a:pt x="69218" y="37899"/>
                  </a:lnTo>
                  <a:lnTo>
                    <a:pt x="69541" y="37859"/>
                  </a:lnTo>
                  <a:lnTo>
                    <a:pt x="69843" y="37798"/>
                  </a:lnTo>
                  <a:lnTo>
                    <a:pt x="70166" y="37737"/>
                  </a:lnTo>
                  <a:lnTo>
                    <a:pt x="70449" y="37657"/>
                  </a:lnTo>
                  <a:lnTo>
                    <a:pt x="70751" y="37556"/>
                  </a:lnTo>
                  <a:lnTo>
                    <a:pt x="71034" y="37455"/>
                  </a:lnTo>
                  <a:lnTo>
                    <a:pt x="71316" y="37334"/>
                  </a:lnTo>
                  <a:lnTo>
                    <a:pt x="71579" y="37193"/>
                  </a:lnTo>
                  <a:lnTo>
                    <a:pt x="71861" y="37051"/>
                  </a:lnTo>
                  <a:lnTo>
                    <a:pt x="72103" y="36890"/>
                  </a:lnTo>
                  <a:lnTo>
                    <a:pt x="72366" y="36728"/>
                  </a:lnTo>
                  <a:lnTo>
                    <a:pt x="72628" y="36547"/>
                  </a:lnTo>
                  <a:lnTo>
                    <a:pt x="72870" y="36345"/>
                  </a:lnTo>
                  <a:lnTo>
                    <a:pt x="73112" y="36143"/>
                  </a:lnTo>
                  <a:lnTo>
                    <a:pt x="73355" y="35921"/>
                  </a:lnTo>
                  <a:lnTo>
                    <a:pt x="73577" y="35679"/>
                  </a:lnTo>
                  <a:lnTo>
                    <a:pt x="73778" y="35437"/>
                  </a:lnTo>
                  <a:lnTo>
                    <a:pt x="74000" y="35195"/>
                  </a:lnTo>
                  <a:lnTo>
                    <a:pt x="74182" y="34912"/>
                  </a:lnTo>
                  <a:lnTo>
                    <a:pt x="74384" y="34650"/>
                  </a:lnTo>
                  <a:lnTo>
                    <a:pt x="74565" y="34347"/>
                  </a:lnTo>
                  <a:lnTo>
                    <a:pt x="74727" y="34065"/>
                  </a:lnTo>
                  <a:lnTo>
                    <a:pt x="74888" y="33742"/>
                  </a:lnTo>
                  <a:lnTo>
                    <a:pt x="75050" y="33419"/>
                  </a:lnTo>
                  <a:lnTo>
                    <a:pt x="75191" y="33096"/>
                  </a:lnTo>
                  <a:lnTo>
                    <a:pt x="75312" y="32753"/>
                  </a:lnTo>
                  <a:lnTo>
                    <a:pt x="75433" y="32410"/>
                  </a:lnTo>
                  <a:lnTo>
                    <a:pt x="75635" y="31784"/>
                  </a:lnTo>
                  <a:lnTo>
                    <a:pt x="75796" y="31139"/>
                  </a:lnTo>
                  <a:lnTo>
                    <a:pt x="75917" y="30473"/>
                  </a:lnTo>
                  <a:lnTo>
                    <a:pt x="76018" y="29786"/>
                  </a:lnTo>
                  <a:lnTo>
                    <a:pt x="76099" y="29080"/>
                  </a:lnTo>
                  <a:lnTo>
                    <a:pt x="76139" y="28374"/>
                  </a:lnTo>
                  <a:lnTo>
                    <a:pt x="76139" y="27627"/>
                  </a:lnTo>
                  <a:lnTo>
                    <a:pt x="76119" y="26901"/>
                  </a:lnTo>
                  <a:lnTo>
                    <a:pt x="76059" y="25791"/>
                  </a:lnTo>
                  <a:lnTo>
                    <a:pt x="75998" y="24721"/>
                  </a:lnTo>
                  <a:lnTo>
                    <a:pt x="75837" y="22703"/>
                  </a:lnTo>
                  <a:lnTo>
                    <a:pt x="75655" y="20786"/>
                  </a:lnTo>
                  <a:lnTo>
                    <a:pt x="75453" y="18950"/>
                  </a:lnTo>
                  <a:lnTo>
                    <a:pt x="75252" y="16932"/>
                  </a:lnTo>
                  <a:lnTo>
                    <a:pt x="75050" y="14833"/>
                  </a:lnTo>
                  <a:lnTo>
                    <a:pt x="74929" y="13642"/>
                  </a:lnTo>
                  <a:lnTo>
                    <a:pt x="74787" y="12452"/>
                  </a:lnTo>
                  <a:lnTo>
                    <a:pt x="74606" y="11140"/>
                  </a:lnTo>
                  <a:lnTo>
                    <a:pt x="74545" y="10494"/>
                  </a:lnTo>
                  <a:lnTo>
                    <a:pt x="74485" y="9849"/>
                  </a:lnTo>
                  <a:lnTo>
                    <a:pt x="74444" y="9203"/>
                  </a:lnTo>
                  <a:lnTo>
                    <a:pt x="74424" y="8577"/>
                  </a:lnTo>
                  <a:lnTo>
                    <a:pt x="74424" y="7952"/>
                  </a:lnTo>
                  <a:lnTo>
                    <a:pt x="74464" y="7346"/>
                  </a:lnTo>
                  <a:lnTo>
                    <a:pt x="74525" y="6741"/>
                  </a:lnTo>
                  <a:lnTo>
                    <a:pt x="74646" y="6176"/>
                  </a:lnTo>
                  <a:lnTo>
                    <a:pt x="74707" y="5893"/>
                  </a:lnTo>
                  <a:lnTo>
                    <a:pt x="74787" y="5611"/>
                  </a:lnTo>
                  <a:lnTo>
                    <a:pt x="74888" y="5348"/>
                  </a:lnTo>
                  <a:lnTo>
                    <a:pt x="74989" y="5066"/>
                  </a:lnTo>
                  <a:lnTo>
                    <a:pt x="75110" y="4824"/>
                  </a:lnTo>
                  <a:lnTo>
                    <a:pt x="75231" y="4561"/>
                  </a:lnTo>
                  <a:lnTo>
                    <a:pt x="75393" y="4319"/>
                  </a:lnTo>
                  <a:lnTo>
                    <a:pt x="75554" y="4077"/>
                  </a:lnTo>
                  <a:lnTo>
                    <a:pt x="75716" y="3835"/>
                  </a:lnTo>
                  <a:lnTo>
                    <a:pt x="75917" y="3613"/>
                  </a:lnTo>
                  <a:lnTo>
                    <a:pt x="76119" y="3391"/>
                  </a:lnTo>
                  <a:lnTo>
                    <a:pt x="76341" y="3189"/>
                  </a:lnTo>
                  <a:lnTo>
                    <a:pt x="76604" y="2967"/>
                  </a:lnTo>
                  <a:lnTo>
                    <a:pt x="76886" y="2765"/>
                  </a:lnTo>
                  <a:lnTo>
                    <a:pt x="77169" y="2584"/>
                  </a:lnTo>
                  <a:lnTo>
                    <a:pt x="77471" y="2422"/>
                  </a:lnTo>
                  <a:lnTo>
                    <a:pt x="77754" y="2261"/>
                  </a:lnTo>
                  <a:lnTo>
                    <a:pt x="78077" y="2120"/>
                  </a:lnTo>
                  <a:lnTo>
                    <a:pt x="78379" y="1998"/>
                  </a:lnTo>
                  <a:lnTo>
                    <a:pt x="78702" y="1877"/>
                  </a:lnTo>
                  <a:lnTo>
                    <a:pt x="79348" y="1676"/>
                  </a:lnTo>
                  <a:lnTo>
                    <a:pt x="80014" y="1514"/>
                  </a:lnTo>
                  <a:lnTo>
                    <a:pt x="80660" y="1373"/>
                  </a:lnTo>
                  <a:lnTo>
                    <a:pt x="81306" y="1232"/>
                  </a:lnTo>
                  <a:lnTo>
                    <a:pt x="82799" y="989"/>
                  </a:lnTo>
                  <a:lnTo>
                    <a:pt x="84312" y="747"/>
                  </a:lnTo>
                  <a:lnTo>
                    <a:pt x="85826" y="566"/>
                  </a:lnTo>
                  <a:lnTo>
                    <a:pt x="87319" y="404"/>
                  </a:lnTo>
                  <a:lnTo>
                    <a:pt x="88833" y="283"/>
                  </a:lnTo>
                  <a:lnTo>
                    <a:pt x="90346" y="182"/>
                  </a:lnTo>
                  <a:lnTo>
                    <a:pt x="91860" y="122"/>
                  </a:lnTo>
                  <a:lnTo>
                    <a:pt x="93373" y="81"/>
                  </a:lnTo>
                  <a:close/>
                  <a:moveTo>
                    <a:pt x="93373" y="1"/>
                  </a:moveTo>
                  <a:lnTo>
                    <a:pt x="91860" y="41"/>
                  </a:lnTo>
                  <a:lnTo>
                    <a:pt x="90346" y="102"/>
                  </a:lnTo>
                  <a:lnTo>
                    <a:pt x="88833" y="202"/>
                  </a:lnTo>
                  <a:lnTo>
                    <a:pt x="87319" y="324"/>
                  </a:lnTo>
                  <a:lnTo>
                    <a:pt x="85806" y="485"/>
                  </a:lnTo>
                  <a:lnTo>
                    <a:pt x="84292" y="667"/>
                  </a:lnTo>
                  <a:lnTo>
                    <a:pt x="82799" y="909"/>
                  </a:lnTo>
                  <a:lnTo>
                    <a:pt x="81285" y="1171"/>
                  </a:lnTo>
                  <a:lnTo>
                    <a:pt x="80640" y="1292"/>
                  </a:lnTo>
                  <a:lnTo>
                    <a:pt x="79994" y="1433"/>
                  </a:lnTo>
                  <a:lnTo>
                    <a:pt x="79328" y="1595"/>
                  </a:lnTo>
                  <a:lnTo>
                    <a:pt x="78682" y="1797"/>
                  </a:lnTo>
                  <a:lnTo>
                    <a:pt x="78359" y="1918"/>
                  </a:lnTo>
                  <a:lnTo>
                    <a:pt x="78036" y="2059"/>
                  </a:lnTo>
                  <a:lnTo>
                    <a:pt x="77734" y="2200"/>
                  </a:lnTo>
                  <a:lnTo>
                    <a:pt x="77411" y="2342"/>
                  </a:lnTo>
                  <a:lnTo>
                    <a:pt x="77128" y="2523"/>
                  </a:lnTo>
                  <a:lnTo>
                    <a:pt x="76846" y="2705"/>
                  </a:lnTo>
                  <a:lnTo>
                    <a:pt x="76563" y="2907"/>
                  </a:lnTo>
                  <a:lnTo>
                    <a:pt x="76301" y="3129"/>
                  </a:lnTo>
                  <a:lnTo>
                    <a:pt x="76059" y="3330"/>
                  </a:lnTo>
                  <a:lnTo>
                    <a:pt x="75857" y="3552"/>
                  </a:lnTo>
                  <a:lnTo>
                    <a:pt x="75655" y="3795"/>
                  </a:lnTo>
                  <a:lnTo>
                    <a:pt x="75473" y="4017"/>
                  </a:lnTo>
                  <a:lnTo>
                    <a:pt x="75312" y="4259"/>
                  </a:lnTo>
                  <a:lnTo>
                    <a:pt x="75171" y="4521"/>
                  </a:lnTo>
                  <a:lnTo>
                    <a:pt x="75030" y="4763"/>
                  </a:lnTo>
                  <a:lnTo>
                    <a:pt x="74908" y="5026"/>
                  </a:lnTo>
                  <a:lnTo>
                    <a:pt x="74808" y="5308"/>
                  </a:lnTo>
                  <a:lnTo>
                    <a:pt x="74707" y="5570"/>
                  </a:lnTo>
                  <a:lnTo>
                    <a:pt x="74626" y="5853"/>
                  </a:lnTo>
                  <a:lnTo>
                    <a:pt x="74565" y="6135"/>
                  </a:lnTo>
                  <a:lnTo>
                    <a:pt x="74444" y="6721"/>
                  </a:lnTo>
                  <a:lnTo>
                    <a:pt x="74384" y="7326"/>
                  </a:lnTo>
                  <a:lnTo>
                    <a:pt x="74343" y="7931"/>
                  </a:lnTo>
                  <a:lnTo>
                    <a:pt x="74343" y="8557"/>
                  </a:lnTo>
                  <a:lnTo>
                    <a:pt x="74364" y="9203"/>
                  </a:lnTo>
                  <a:lnTo>
                    <a:pt x="74404" y="9849"/>
                  </a:lnTo>
                  <a:lnTo>
                    <a:pt x="74464" y="10494"/>
                  </a:lnTo>
                  <a:lnTo>
                    <a:pt x="74525" y="11160"/>
                  </a:lnTo>
                  <a:lnTo>
                    <a:pt x="74707" y="12472"/>
                  </a:lnTo>
                  <a:lnTo>
                    <a:pt x="74848" y="13663"/>
                  </a:lnTo>
                  <a:lnTo>
                    <a:pt x="74969" y="14833"/>
                  </a:lnTo>
                  <a:lnTo>
                    <a:pt x="75171" y="16932"/>
                  </a:lnTo>
                  <a:lnTo>
                    <a:pt x="75373" y="18950"/>
                  </a:lnTo>
                  <a:lnTo>
                    <a:pt x="75574" y="20806"/>
                  </a:lnTo>
                  <a:lnTo>
                    <a:pt x="75756" y="22703"/>
                  </a:lnTo>
                  <a:lnTo>
                    <a:pt x="75917" y="24741"/>
                  </a:lnTo>
                  <a:lnTo>
                    <a:pt x="75978" y="25791"/>
                  </a:lnTo>
                  <a:lnTo>
                    <a:pt x="76039" y="26901"/>
                  </a:lnTo>
                  <a:lnTo>
                    <a:pt x="76059" y="27627"/>
                  </a:lnTo>
                  <a:lnTo>
                    <a:pt x="76059" y="28354"/>
                  </a:lnTo>
                  <a:lnTo>
                    <a:pt x="76018" y="29080"/>
                  </a:lnTo>
                  <a:lnTo>
                    <a:pt x="75938" y="29766"/>
                  </a:lnTo>
                  <a:lnTo>
                    <a:pt x="75837" y="30452"/>
                  </a:lnTo>
                  <a:lnTo>
                    <a:pt x="75716" y="31118"/>
                  </a:lnTo>
                  <a:lnTo>
                    <a:pt x="75554" y="31764"/>
                  </a:lnTo>
                  <a:lnTo>
                    <a:pt x="75373" y="32370"/>
                  </a:lnTo>
                  <a:lnTo>
                    <a:pt x="75252" y="32733"/>
                  </a:lnTo>
                  <a:lnTo>
                    <a:pt x="75110" y="33056"/>
                  </a:lnTo>
                  <a:lnTo>
                    <a:pt x="74969" y="33399"/>
                  </a:lnTo>
                  <a:lnTo>
                    <a:pt x="74808" y="33701"/>
                  </a:lnTo>
                  <a:lnTo>
                    <a:pt x="74666" y="34024"/>
                  </a:lnTo>
                  <a:lnTo>
                    <a:pt x="74485" y="34307"/>
                  </a:lnTo>
                  <a:lnTo>
                    <a:pt x="74303" y="34589"/>
                  </a:lnTo>
                  <a:lnTo>
                    <a:pt x="74121" y="34872"/>
                  </a:lnTo>
                  <a:lnTo>
                    <a:pt x="73920" y="35134"/>
                  </a:lnTo>
                  <a:lnTo>
                    <a:pt x="73718" y="35397"/>
                  </a:lnTo>
                  <a:lnTo>
                    <a:pt x="73516" y="35639"/>
                  </a:lnTo>
                  <a:lnTo>
                    <a:pt x="73294" y="35861"/>
                  </a:lnTo>
                  <a:lnTo>
                    <a:pt x="73052" y="36083"/>
                  </a:lnTo>
                  <a:lnTo>
                    <a:pt x="72830" y="36284"/>
                  </a:lnTo>
                  <a:lnTo>
                    <a:pt x="72568" y="36486"/>
                  </a:lnTo>
                  <a:lnTo>
                    <a:pt x="72325" y="36668"/>
                  </a:lnTo>
                  <a:lnTo>
                    <a:pt x="72063" y="36829"/>
                  </a:lnTo>
                  <a:lnTo>
                    <a:pt x="71821" y="36991"/>
                  </a:lnTo>
                  <a:lnTo>
                    <a:pt x="71538" y="37132"/>
                  </a:lnTo>
                  <a:lnTo>
                    <a:pt x="71276" y="37253"/>
                  </a:lnTo>
                  <a:lnTo>
                    <a:pt x="70994" y="37374"/>
                  </a:lnTo>
                  <a:lnTo>
                    <a:pt x="70711" y="37475"/>
                  </a:lnTo>
                  <a:lnTo>
                    <a:pt x="70428" y="37576"/>
                  </a:lnTo>
                  <a:lnTo>
                    <a:pt x="70126" y="37657"/>
                  </a:lnTo>
                  <a:lnTo>
                    <a:pt x="69823" y="37717"/>
                  </a:lnTo>
                  <a:lnTo>
                    <a:pt x="69520" y="37778"/>
                  </a:lnTo>
                  <a:lnTo>
                    <a:pt x="69197" y="37838"/>
                  </a:lnTo>
                  <a:lnTo>
                    <a:pt x="68875" y="37859"/>
                  </a:lnTo>
                  <a:lnTo>
                    <a:pt x="68209" y="37899"/>
                  </a:lnTo>
                  <a:lnTo>
                    <a:pt x="67523" y="37879"/>
                  </a:lnTo>
                  <a:lnTo>
                    <a:pt x="66796" y="37818"/>
                  </a:lnTo>
                  <a:lnTo>
                    <a:pt x="66070" y="37717"/>
                  </a:lnTo>
                  <a:lnTo>
                    <a:pt x="65303" y="37556"/>
                  </a:lnTo>
                  <a:lnTo>
                    <a:pt x="64496" y="37354"/>
                  </a:lnTo>
                  <a:lnTo>
                    <a:pt x="63688" y="37112"/>
                  </a:lnTo>
                  <a:lnTo>
                    <a:pt x="62841" y="36829"/>
                  </a:lnTo>
                  <a:lnTo>
                    <a:pt x="61973" y="36486"/>
                  </a:lnTo>
                  <a:lnTo>
                    <a:pt x="61085" y="36083"/>
                  </a:lnTo>
                  <a:lnTo>
                    <a:pt x="59975" y="35558"/>
                  </a:lnTo>
                  <a:lnTo>
                    <a:pt x="58865" y="35013"/>
                  </a:lnTo>
                  <a:lnTo>
                    <a:pt x="57776" y="34448"/>
                  </a:lnTo>
                  <a:lnTo>
                    <a:pt x="56686" y="33863"/>
                  </a:lnTo>
                  <a:lnTo>
                    <a:pt x="54527" y="32672"/>
                  </a:lnTo>
                  <a:lnTo>
                    <a:pt x="52408" y="31461"/>
                  </a:lnTo>
                  <a:lnTo>
                    <a:pt x="49683" y="29928"/>
                  </a:lnTo>
                  <a:lnTo>
                    <a:pt x="48311" y="29161"/>
                  </a:lnTo>
                  <a:lnTo>
                    <a:pt x="46919" y="28414"/>
                  </a:lnTo>
                  <a:lnTo>
                    <a:pt x="45506" y="27708"/>
                  </a:lnTo>
                  <a:lnTo>
                    <a:pt x="44073" y="27022"/>
                  </a:lnTo>
                  <a:lnTo>
                    <a:pt x="43347" y="26679"/>
                  </a:lnTo>
                  <a:lnTo>
                    <a:pt x="42641" y="26376"/>
                  </a:lnTo>
                  <a:lnTo>
                    <a:pt x="41894" y="26053"/>
                  </a:lnTo>
                  <a:lnTo>
                    <a:pt x="41167" y="25771"/>
                  </a:lnTo>
                  <a:lnTo>
                    <a:pt x="40300" y="25448"/>
                  </a:lnTo>
                  <a:lnTo>
                    <a:pt x="39331" y="25125"/>
                  </a:lnTo>
                  <a:lnTo>
                    <a:pt x="38282" y="24822"/>
                  </a:lnTo>
                  <a:lnTo>
                    <a:pt x="37717" y="24681"/>
                  </a:lnTo>
                  <a:lnTo>
                    <a:pt x="37152" y="24560"/>
                  </a:lnTo>
                  <a:lnTo>
                    <a:pt x="36566" y="24439"/>
                  </a:lnTo>
                  <a:lnTo>
                    <a:pt x="35961" y="24318"/>
                  </a:lnTo>
                  <a:lnTo>
                    <a:pt x="35335" y="24237"/>
                  </a:lnTo>
                  <a:lnTo>
                    <a:pt x="34710" y="24156"/>
                  </a:lnTo>
                  <a:lnTo>
                    <a:pt x="34064" y="24096"/>
                  </a:lnTo>
                  <a:lnTo>
                    <a:pt x="33418" y="24055"/>
                  </a:lnTo>
                  <a:lnTo>
                    <a:pt x="32086" y="24055"/>
                  </a:lnTo>
                  <a:lnTo>
                    <a:pt x="31461" y="24096"/>
                  </a:lnTo>
                  <a:lnTo>
                    <a:pt x="30855" y="24136"/>
                  </a:lnTo>
                  <a:lnTo>
                    <a:pt x="30270" y="24217"/>
                  </a:lnTo>
                  <a:lnTo>
                    <a:pt x="29685" y="24318"/>
                  </a:lnTo>
                  <a:lnTo>
                    <a:pt x="29140" y="24439"/>
                  </a:lnTo>
                  <a:lnTo>
                    <a:pt x="28595" y="24580"/>
                  </a:lnTo>
                  <a:lnTo>
                    <a:pt x="28050" y="24741"/>
                  </a:lnTo>
                  <a:lnTo>
                    <a:pt x="27546" y="24943"/>
                  </a:lnTo>
                  <a:lnTo>
                    <a:pt x="27041" y="25145"/>
                  </a:lnTo>
                  <a:lnTo>
                    <a:pt x="26577" y="25367"/>
                  </a:lnTo>
                  <a:lnTo>
                    <a:pt x="26113" y="25629"/>
                  </a:lnTo>
                  <a:lnTo>
                    <a:pt x="25649" y="25912"/>
                  </a:lnTo>
                  <a:lnTo>
                    <a:pt x="25225" y="26194"/>
                  </a:lnTo>
                  <a:lnTo>
                    <a:pt x="24801" y="26517"/>
                  </a:lnTo>
                  <a:lnTo>
                    <a:pt x="24418" y="26860"/>
                  </a:lnTo>
                  <a:lnTo>
                    <a:pt x="24035" y="27224"/>
                  </a:lnTo>
                  <a:lnTo>
                    <a:pt x="23712" y="27546"/>
                  </a:lnTo>
                  <a:lnTo>
                    <a:pt x="23409" y="27890"/>
                  </a:lnTo>
                  <a:lnTo>
                    <a:pt x="23147" y="28253"/>
                  </a:lnTo>
                  <a:lnTo>
                    <a:pt x="22884" y="28616"/>
                  </a:lnTo>
                  <a:lnTo>
                    <a:pt x="22622" y="28999"/>
                  </a:lnTo>
                  <a:lnTo>
                    <a:pt x="22400" y="29383"/>
                  </a:lnTo>
                  <a:lnTo>
                    <a:pt x="22178" y="29766"/>
                  </a:lnTo>
                  <a:lnTo>
                    <a:pt x="21996" y="30170"/>
                  </a:lnTo>
                  <a:lnTo>
                    <a:pt x="21815" y="30573"/>
                  </a:lnTo>
                  <a:lnTo>
                    <a:pt x="21633" y="30977"/>
                  </a:lnTo>
                  <a:lnTo>
                    <a:pt x="21492" y="31401"/>
                  </a:lnTo>
                  <a:lnTo>
                    <a:pt x="21351" y="31825"/>
                  </a:lnTo>
                  <a:lnTo>
                    <a:pt x="21230" y="32248"/>
                  </a:lnTo>
                  <a:lnTo>
                    <a:pt x="21108" y="32672"/>
                  </a:lnTo>
                  <a:lnTo>
                    <a:pt x="21008" y="33116"/>
                  </a:lnTo>
                  <a:lnTo>
                    <a:pt x="20927" y="33540"/>
                  </a:lnTo>
                  <a:lnTo>
                    <a:pt x="20786" y="34428"/>
                  </a:lnTo>
                  <a:lnTo>
                    <a:pt x="20685" y="35296"/>
                  </a:lnTo>
                  <a:lnTo>
                    <a:pt x="20604" y="36163"/>
                  </a:lnTo>
                  <a:lnTo>
                    <a:pt x="20584" y="37031"/>
                  </a:lnTo>
                  <a:lnTo>
                    <a:pt x="20584" y="37879"/>
                  </a:lnTo>
                  <a:lnTo>
                    <a:pt x="20604" y="38706"/>
                  </a:lnTo>
                  <a:lnTo>
                    <a:pt x="20665" y="39513"/>
                  </a:lnTo>
                  <a:lnTo>
                    <a:pt x="20725" y="40280"/>
                  </a:lnTo>
                  <a:lnTo>
                    <a:pt x="20846" y="41329"/>
                  </a:lnTo>
                  <a:lnTo>
                    <a:pt x="20987" y="42359"/>
                  </a:lnTo>
                  <a:lnTo>
                    <a:pt x="21290" y="44437"/>
                  </a:lnTo>
                  <a:lnTo>
                    <a:pt x="21472" y="45628"/>
                  </a:lnTo>
                  <a:lnTo>
                    <a:pt x="21653" y="46818"/>
                  </a:lnTo>
                  <a:lnTo>
                    <a:pt x="21795" y="48029"/>
                  </a:lnTo>
                  <a:lnTo>
                    <a:pt x="21916" y="49240"/>
                  </a:lnTo>
                  <a:lnTo>
                    <a:pt x="21996" y="50451"/>
                  </a:lnTo>
                  <a:lnTo>
                    <a:pt x="22017" y="51056"/>
                  </a:lnTo>
                  <a:lnTo>
                    <a:pt x="22037" y="51662"/>
                  </a:lnTo>
                  <a:lnTo>
                    <a:pt x="22017" y="52267"/>
                  </a:lnTo>
                  <a:lnTo>
                    <a:pt x="21996" y="52872"/>
                  </a:lnTo>
                  <a:lnTo>
                    <a:pt x="21956" y="53478"/>
                  </a:lnTo>
                  <a:lnTo>
                    <a:pt x="21895" y="54083"/>
                  </a:lnTo>
                  <a:lnTo>
                    <a:pt x="21815" y="54648"/>
                  </a:lnTo>
                  <a:lnTo>
                    <a:pt x="21734" y="55193"/>
                  </a:lnTo>
                  <a:lnTo>
                    <a:pt x="21613" y="55718"/>
                  </a:lnTo>
                  <a:lnTo>
                    <a:pt x="21472" y="56243"/>
                  </a:lnTo>
                  <a:lnTo>
                    <a:pt x="21330" y="56727"/>
                  </a:lnTo>
                  <a:lnTo>
                    <a:pt x="21149" y="57211"/>
                  </a:lnTo>
                  <a:lnTo>
                    <a:pt x="20967" y="57675"/>
                  </a:lnTo>
                  <a:lnTo>
                    <a:pt x="20745" y="58119"/>
                  </a:lnTo>
                  <a:lnTo>
                    <a:pt x="20523" y="58543"/>
                  </a:lnTo>
                  <a:lnTo>
                    <a:pt x="20281" y="58967"/>
                  </a:lnTo>
                  <a:lnTo>
                    <a:pt x="20039" y="59350"/>
                  </a:lnTo>
                  <a:lnTo>
                    <a:pt x="19756" y="59714"/>
                  </a:lnTo>
                  <a:lnTo>
                    <a:pt x="19474" y="60057"/>
                  </a:lnTo>
                  <a:lnTo>
                    <a:pt x="19171" y="60359"/>
                  </a:lnTo>
                  <a:lnTo>
                    <a:pt x="18848" y="60662"/>
                  </a:lnTo>
                  <a:lnTo>
                    <a:pt x="18505" y="60945"/>
                  </a:lnTo>
                  <a:lnTo>
                    <a:pt x="18203" y="61167"/>
                  </a:lnTo>
                  <a:lnTo>
                    <a:pt x="17880" y="61368"/>
                  </a:lnTo>
                  <a:lnTo>
                    <a:pt x="17537" y="61570"/>
                  </a:lnTo>
                  <a:lnTo>
                    <a:pt x="17194" y="61732"/>
                  </a:lnTo>
                  <a:lnTo>
                    <a:pt x="16830" y="61893"/>
                  </a:lnTo>
                  <a:lnTo>
                    <a:pt x="16467" y="62034"/>
                  </a:lnTo>
                  <a:lnTo>
                    <a:pt x="16104" y="62176"/>
                  </a:lnTo>
                  <a:lnTo>
                    <a:pt x="15741" y="62297"/>
                  </a:lnTo>
                  <a:lnTo>
                    <a:pt x="14974" y="62519"/>
                  </a:lnTo>
                  <a:lnTo>
                    <a:pt x="14207" y="62700"/>
                  </a:lnTo>
                  <a:lnTo>
                    <a:pt x="13440" y="62862"/>
                  </a:lnTo>
                  <a:lnTo>
                    <a:pt x="12653" y="63003"/>
                  </a:lnTo>
                  <a:lnTo>
                    <a:pt x="11725" y="63185"/>
                  </a:lnTo>
                  <a:lnTo>
                    <a:pt x="10978" y="63346"/>
                  </a:lnTo>
                  <a:lnTo>
                    <a:pt x="10252" y="63528"/>
                  </a:lnTo>
                  <a:lnTo>
                    <a:pt x="9545" y="63709"/>
                  </a:lnTo>
                  <a:lnTo>
                    <a:pt x="8879" y="63911"/>
                  </a:lnTo>
                  <a:lnTo>
                    <a:pt x="8234" y="64113"/>
                  </a:lnTo>
                  <a:lnTo>
                    <a:pt x="7628" y="64335"/>
                  </a:lnTo>
                  <a:lnTo>
                    <a:pt x="7043" y="64577"/>
                  </a:lnTo>
                  <a:lnTo>
                    <a:pt x="6478" y="64819"/>
                  </a:lnTo>
                  <a:lnTo>
                    <a:pt x="5933" y="65081"/>
                  </a:lnTo>
                  <a:lnTo>
                    <a:pt x="5408" y="65364"/>
                  </a:lnTo>
                  <a:lnTo>
                    <a:pt x="4924" y="65646"/>
                  </a:lnTo>
                  <a:lnTo>
                    <a:pt x="4440" y="65969"/>
                  </a:lnTo>
                  <a:lnTo>
                    <a:pt x="3996" y="66272"/>
                  </a:lnTo>
                  <a:lnTo>
                    <a:pt x="3572" y="66615"/>
                  </a:lnTo>
                  <a:lnTo>
                    <a:pt x="3148" y="66958"/>
                  </a:lnTo>
                  <a:lnTo>
                    <a:pt x="2765" y="67321"/>
                  </a:lnTo>
                  <a:lnTo>
                    <a:pt x="2321" y="67786"/>
                  </a:lnTo>
                  <a:lnTo>
                    <a:pt x="1917" y="68270"/>
                  </a:lnTo>
                  <a:lnTo>
                    <a:pt x="1554" y="68795"/>
                  </a:lnTo>
                  <a:lnTo>
                    <a:pt x="1211" y="69339"/>
                  </a:lnTo>
                  <a:lnTo>
                    <a:pt x="928" y="69884"/>
                  </a:lnTo>
                  <a:lnTo>
                    <a:pt x="666" y="70470"/>
                  </a:lnTo>
                  <a:lnTo>
                    <a:pt x="444" y="71055"/>
                  </a:lnTo>
                  <a:lnTo>
                    <a:pt x="262" y="71660"/>
                  </a:lnTo>
                  <a:lnTo>
                    <a:pt x="182" y="71983"/>
                  </a:lnTo>
                  <a:lnTo>
                    <a:pt x="121" y="72306"/>
                  </a:lnTo>
                  <a:lnTo>
                    <a:pt x="81" y="72609"/>
                  </a:lnTo>
                  <a:lnTo>
                    <a:pt x="41" y="72931"/>
                  </a:lnTo>
                  <a:lnTo>
                    <a:pt x="20" y="73254"/>
                  </a:lnTo>
                  <a:lnTo>
                    <a:pt x="0" y="73557"/>
                  </a:lnTo>
                  <a:lnTo>
                    <a:pt x="0" y="73880"/>
                  </a:lnTo>
                  <a:lnTo>
                    <a:pt x="20" y="74183"/>
                  </a:lnTo>
                  <a:lnTo>
                    <a:pt x="61" y="74485"/>
                  </a:lnTo>
                  <a:lnTo>
                    <a:pt x="101" y="74788"/>
                  </a:lnTo>
                  <a:lnTo>
                    <a:pt x="162" y="75071"/>
                  </a:lnTo>
                  <a:lnTo>
                    <a:pt x="222" y="75373"/>
                  </a:lnTo>
                  <a:lnTo>
                    <a:pt x="323" y="75656"/>
                  </a:lnTo>
                  <a:lnTo>
                    <a:pt x="404" y="75938"/>
                  </a:lnTo>
                  <a:lnTo>
                    <a:pt x="525" y="76201"/>
                  </a:lnTo>
                  <a:lnTo>
                    <a:pt x="646" y="76483"/>
                  </a:lnTo>
                  <a:lnTo>
                    <a:pt x="828" y="76846"/>
                  </a:lnTo>
                  <a:lnTo>
                    <a:pt x="1050" y="77189"/>
                  </a:lnTo>
                  <a:lnTo>
                    <a:pt x="1292" y="77533"/>
                  </a:lnTo>
                  <a:lnTo>
                    <a:pt x="1554" y="77855"/>
                  </a:lnTo>
                  <a:lnTo>
                    <a:pt x="1837" y="78158"/>
                  </a:lnTo>
                  <a:lnTo>
                    <a:pt x="2139" y="78441"/>
                  </a:lnTo>
                  <a:lnTo>
                    <a:pt x="2462" y="78703"/>
                  </a:lnTo>
                  <a:lnTo>
                    <a:pt x="2785" y="78945"/>
                  </a:lnTo>
                  <a:lnTo>
                    <a:pt x="3148" y="79187"/>
                  </a:lnTo>
                  <a:lnTo>
                    <a:pt x="3532" y="79389"/>
                  </a:lnTo>
                  <a:lnTo>
                    <a:pt x="3935" y="79591"/>
                  </a:lnTo>
                  <a:lnTo>
                    <a:pt x="4339" y="79773"/>
                  </a:lnTo>
                  <a:lnTo>
                    <a:pt x="4763" y="79914"/>
                  </a:lnTo>
                  <a:lnTo>
                    <a:pt x="5227" y="80055"/>
                  </a:lnTo>
                  <a:lnTo>
                    <a:pt x="5691" y="80176"/>
                  </a:lnTo>
                  <a:lnTo>
                    <a:pt x="6155" y="80277"/>
                  </a:lnTo>
                  <a:lnTo>
                    <a:pt x="6660" y="80338"/>
                  </a:lnTo>
                  <a:lnTo>
                    <a:pt x="7144" y="80398"/>
                  </a:lnTo>
                  <a:lnTo>
                    <a:pt x="7648" y="80438"/>
                  </a:lnTo>
                  <a:lnTo>
                    <a:pt x="8153" y="80438"/>
                  </a:lnTo>
                  <a:lnTo>
                    <a:pt x="8819" y="80418"/>
                  </a:lnTo>
                  <a:lnTo>
                    <a:pt x="9485" y="80378"/>
                  </a:lnTo>
                  <a:lnTo>
                    <a:pt x="10171" y="80277"/>
                  </a:lnTo>
                  <a:lnTo>
                    <a:pt x="10817" y="80156"/>
                  </a:lnTo>
                  <a:lnTo>
                    <a:pt x="11483" y="80015"/>
                  </a:lnTo>
                  <a:lnTo>
                    <a:pt x="12128" y="79813"/>
                  </a:lnTo>
                  <a:lnTo>
                    <a:pt x="12754" y="79591"/>
                  </a:lnTo>
                  <a:lnTo>
                    <a:pt x="13380" y="79329"/>
                  </a:lnTo>
                  <a:lnTo>
                    <a:pt x="14106" y="78986"/>
                  </a:lnTo>
                  <a:lnTo>
                    <a:pt x="14812" y="78622"/>
                  </a:lnTo>
                  <a:lnTo>
                    <a:pt x="15498" y="78219"/>
                  </a:lnTo>
                  <a:lnTo>
                    <a:pt x="16185" y="77795"/>
                  </a:lnTo>
                  <a:lnTo>
                    <a:pt x="16850" y="77351"/>
                  </a:lnTo>
                  <a:lnTo>
                    <a:pt x="17496" y="76887"/>
                  </a:lnTo>
                  <a:lnTo>
                    <a:pt x="18142" y="76402"/>
                  </a:lnTo>
                  <a:lnTo>
                    <a:pt x="18768" y="75898"/>
                  </a:lnTo>
                  <a:lnTo>
                    <a:pt x="19373" y="75393"/>
                  </a:lnTo>
                  <a:lnTo>
                    <a:pt x="19978" y="74869"/>
                  </a:lnTo>
                  <a:lnTo>
                    <a:pt x="21169" y="73779"/>
                  </a:lnTo>
                  <a:lnTo>
                    <a:pt x="22339" y="72669"/>
                  </a:lnTo>
                  <a:lnTo>
                    <a:pt x="23490" y="71559"/>
                  </a:lnTo>
                  <a:lnTo>
                    <a:pt x="25266" y="69824"/>
                  </a:lnTo>
                  <a:lnTo>
                    <a:pt x="26174" y="68976"/>
                  </a:lnTo>
                  <a:lnTo>
                    <a:pt x="27102" y="68149"/>
                  </a:lnTo>
                  <a:lnTo>
                    <a:pt x="27990" y="67382"/>
                  </a:lnTo>
                  <a:lnTo>
                    <a:pt x="28918" y="66615"/>
                  </a:lnTo>
                  <a:lnTo>
                    <a:pt x="29867" y="65889"/>
                  </a:lnTo>
                  <a:lnTo>
                    <a:pt x="30855" y="65182"/>
                  </a:lnTo>
                  <a:lnTo>
                    <a:pt x="31844" y="64496"/>
                  </a:lnTo>
                  <a:lnTo>
                    <a:pt x="32853" y="63850"/>
                  </a:lnTo>
                  <a:lnTo>
                    <a:pt x="33882" y="63225"/>
                  </a:lnTo>
                  <a:lnTo>
                    <a:pt x="34932" y="62599"/>
                  </a:lnTo>
                  <a:lnTo>
                    <a:pt x="36001" y="62034"/>
                  </a:lnTo>
                  <a:lnTo>
                    <a:pt x="37071" y="61469"/>
                  </a:lnTo>
                  <a:lnTo>
                    <a:pt x="38161" y="60945"/>
                  </a:lnTo>
                  <a:lnTo>
                    <a:pt x="39271" y="60440"/>
                  </a:lnTo>
                  <a:lnTo>
                    <a:pt x="40401" y="59976"/>
                  </a:lnTo>
                  <a:lnTo>
                    <a:pt x="41531" y="59532"/>
                  </a:lnTo>
                  <a:lnTo>
                    <a:pt x="42681" y="59108"/>
                  </a:lnTo>
                  <a:lnTo>
                    <a:pt x="43851" y="58725"/>
                  </a:lnTo>
                  <a:lnTo>
                    <a:pt x="45002" y="58361"/>
                  </a:lnTo>
                  <a:lnTo>
                    <a:pt x="46192" y="58039"/>
                  </a:lnTo>
                  <a:lnTo>
                    <a:pt x="47363" y="57736"/>
                  </a:lnTo>
                  <a:lnTo>
                    <a:pt x="48553" y="57474"/>
                  </a:lnTo>
                  <a:lnTo>
                    <a:pt x="49764" y="57231"/>
                  </a:lnTo>
                  <a:lnTo>
                    <a:pt x="50955" y="57030"/>
                  </a:lnTo>
                  <a:lnTo>
                    <a:pt x="52166" y="56868"/>
                  </a:lnTo>
                  <a:lnTo>
                    <a:pt x="53356" y="56707"/>
                  </a:lnTo>
                  <a:lnTo>
                    <a:pt x="54567" y="56606"/>
                  </a:lnTo>
                  <a:lnTo>
                    <a:pt x="55778" y="56525"/>
                  </a:lnTo>
                  <a:lnTo>
                    <a:pt x="56989" y="56465"/>
                  </a:lnTo>
                  <a:lnTo>
                    <a:pt x="58179" y="56444"/>
                  </a:lnTo>
                  <a:lnTo>
                    <a:pt x="59390" y="56465"/>
                  </a:lnTo>
                  <a:lnTo>
                    <a:pt x="60581" y="56505"/>
                  </a:lnTo>
                  <a:lnTo>
                    <a:pt x="61771" y="56586"/>
                  </a:lnTo>
                  <a:lnTo>
                    <a:pt x="62962" y="56687"/>
                  </a:lnTo>
                  <a:lnTo>
                    <a:pt x="64274" y="56848"/>
                  </a:lnTo>
                  <a:lnTo>
                    <a:pt x="65605" y="57030"/>
                  </a:lnTo>
                  <a:lnTo>
                    <a:pt x="66917" y="57231"/>
                  </a:lnTo>
                  <a:lnTo>
                    <a:pt x="68229" y="57433"/>
                  </a:lnTo>
                  <a:lnTo>
                    <a:pt x="69601" y="57655"/>
                  </a:lnTo>
                  <a:lnTo>
                    <a:pt x="70973" y="57857"/>
                  </a:lnTo>
                  <a:lnTo>
                    <a:pt x="72366" y="58039"/>
                  </a:lnTo>
                  <a:lnTo>
                    <a:pt x="73758" y="58200"/>
                  </a:lnTo>
                  <a:lnTo>
                    <a:pt x="74444" y="58261"/>
                  </a:lnTo>
                  <a:lnTo>
                    <a:pt x="75151" y="58321"/>
                  </a:lnTo>
                  <a:lnTo>
                    <a:pt x="75837" y="58361"/>
                  </a:lnTo>
                  <a:lnTo>
                    <a:pt x="76543" y="58382"/>
                  </a:lnTo>
                  <a:lnTo>
                    <a:pt x="77249" y="58382"/>
                  </a:lnTo>
                  <a:lnTo>
                    <a:pt x="77935" y="58361"/>
                  </a:lnTo>
                  <a:lnTo>
                    <a:pt x="78642" y="58341"/>
                  </a:lnTo>
                  <a:lnTo>
                    <a:pt x="79328" y="58281"/>
                  </a:lnTo>
                  <a:lnTo>
                    <a:pt x="79812" y="58220"/>
                  </a:lnTo>
                  <a:lnTo>
                    <a:pt x="80337" y="58160"/>
                  </a:lnTo>
                  <a:lnTo>
                    <a:pt x="80882" y="58059"/>
                  </a:lnTo>
                  <a:lnTo>
                    <a:pt x="81467" y="57918"/>
                  </a:lnTo>
                  <a:lnTo>
                    <a:pt x="82032" y="57736"/>
                  </a:lnTo>
                  <a:lnTo>
                    <a:pt x="82315" y="57635"/>
                  </a:lnTo>
                  <a:lnTo>
                    <a:pt x="82597" y="57514"/>
                  </a:lnTo>
                  <a:lnTo>
                    <a:pt x="82880" y="57373"/>
                  </a:lnTo>
                  <a:lnTo>
                    <a:pt x="83142" y="57231"/>
                  </a:lnTo>
                  <a:lnTo>
                    <a:pt x="83404" y="57050"/>
                  </a:lnTo>
                  <a:lnTo>
                    <a:pt x="83667" y="56868"/>
                  </a:lnTo>
                  <a:lnTo>
                    <a:pt x="83868" y="56707"/>
                  </a:lnTo>
                  <a:lnTo>
                    <a:pt x="84050" y="56525"/>
                  </a:lnTo>
                  <a:lnTo>
                    <a:pt x="84232" y="56343"/>
                  </a:lnTo>
                  <a:lnTo>
                    <a:pt x="84413" y="56162"/>
                  </a:lnTo>
                  <a:lnTo>
                    <a:pt x="84716" y="55778"/>
                  </a:lnTo>
                  <a:lnTo>
                    <a:pt x="84998" y="55355"/>
                  </a:lnTo>
                  <a:lnTo>
                    <a:pt x="85220" y="54931"/>
                  </a:lnTo>
                  <a:lnTo>
                    <a:pt x="85442" y="54467"/>
                  </a:lnTo>
                  <a:lnTo>
                    <a:pt x="85604" y="53982"/>
                  </a:lnTo>
                  <a:lnTo>
                    <a:pt x="85765" y="53498"/>
                  </a:lnTo>
                  <a:lnTo>
                    <a:pt x="85886" y="52994"/>
                  </a:lnTo>
                  <a:lnTo>
                    <a:pt x="86007" y="52489"/>
                  </a:lnTo>
                  <a:lnTo>
                    <a:pt x="86088" y="51964"/>
                  </a:lnTo>
                  <a:lnTo>
                    <a:pt x="86169" y="51420"/>
                  </a:lnTo>
                  <a:lnTo>
                    <a:pt x="86290" y="50350"/>
                  </a:lnTo>
                  <a:lnTo>
                    <a:pt x="86371" y="49260"/>
                  </a:lnTo>
                  <a:lnTo>
                    <a:pt x="86492" y="47949"/>
                  </a:lnTo>
                  <a:lnTo>
                    <a:pt x="86573" y="47283"/>
                  </a:lnTo>
                  <a:lnTo>
                    <a:pt x="86653" y="46637"/>
                  </a:lnTo>
                  <a:lnTo>
                    <a:pt x="86754" y="46052"/>
                  </a:lnTo>
                  <a:lnTo>
                    <a:pt x="86895" y="45487"/>
                  </a:lnTo>
                  <a:lnTo>
                    <a:pt x="87037" y="44901"/>
                  </a:lnTo>
                  <a:lnTo>
                    <a:pt x="87218" y="44336"/>
                  </a:lnTo>
                  <a:lnTo>
                    <a:pt x="87420" y="43771"/>
                  </a:lnTo>
                  <a:lnTo>
                    <a:pt x="87642" y="43206"/>
                  </a:lnTo>
                  <a:lnTo>
                    <a:pt x="87884" y="42661"/>
                  </a:lnTo>
                  <a:lnTo>
                    <a:pt x="88167" y="42117"/>
                  </a:lnTo>
                  <a:lnTo>
                    <a:pt x="88449" y="41592"/>
                  </a:lnTo>
                  <a:lnTo>
                    <a:pt x="88772" y="41067"/>
                  </a:lnTo>
                  <a:lnTo>
                    <a:pt x="89115" y="40563"/>
                  </a:lnTo>
                  <a:lnTo>
                    <a:pt x="89478" y="40058"/>
                  </a:lnTo>
                  <a:lnTo>
                    <a:pt x="89842" y="39574"/>
                  </a:lnTo>
                  <a:lnTo>
                    <a:pt x="90245" y="39089"/>
                  </a:lnTo>
                  <a:lnTo>
                    <a:pt x="90669" y="38646"/>
                  </a:lnTo>
                  <a:lnTo>
                    <a:pt x="91113" y="38202"/>
                  </a:lnTo>
                  <a:lnTo>
                    <a:pt x="91577" y="37758"/>
                  </a:lnTo>
                  <a:lnTo>
                    <a:pt x="92041" y="37354"/>
                  </a:lnTo>
                  <a:lnTo>
                    <a:pt x="92526" y="36971"/>
                  </a:lnTo>
                  <a:lnTo>
                    <a:pt x="93030" y="36607"/>
                  </a:lnTo>
                  <a:lnTo>
                    <a:pt x="93535" y="36264"/>
                  </a:lnTo>
                  <a:lnTo>
                    <a:pt x="94059" y="35941"/>
                  </a:lnTo>
                  <a:lnTo>
                    <a:pt x="94584" y="35639"/>
                  </a:lnTo>
                  <a:lnTo>
                    <a:pt x="95129" y="35376"/>
                  </a:lnTo>
                  <a:lnTo>
                    <a:pt x="95674" y="35114"/>
                  </a:lnTo>
                  <a:lnTo>
                    <a:pt x="96239" y="34892"/>
                  </a:lnTo>
                  <a:lnTo>
                    <a:pt x="96804" y="34690"/>
                  </a:lnTo>
                  <a:lnTo>
                    <a:pt x="97369" y="34529"/>
                  </a:lnTo>
                  <a:lnTo>
                    <a:pt x="97934" y="34367"/>
                  </a:lnTo>
                  <a:lnTo>
                    <a:pt x="98519" y="34246"/>
                  </a:lnTo>
                  <a:lnTo>
                    <a:pt x="99084" y="34166"/>
                  </a:lnTo>
                  <a:lnTo>
                    <a:pt x="99669" y="34085"/>
                  </a:lnTo>
                  <a:lnTo>
                    <a:pt x="100255" y="34044"/>
                  </a:lnTo>
                  <a:lnTo>
                    <a:pt x="100860" y="34024"/>
                  </a:lnTo>
                  <a:lnTo>
                    <a:pt x="101445" y="34044"/>
                  </a:lnTo>
                  <a:lnTo>
                    <a:pt x="102051" y="34085"/>
                  </a:lnTo>
                  <a:lnTo>
                    <a:pt x="102636" y="34145"/>
                  </a:lnTo>
                  <a:lnTo>
                    <a:pt x="103221" y="34246"/>
                  </a:lnTo>
                  <a:lnTo>
                    <a:pt x="103806" y="34367"/>
                  </a:lnTo>
                  <a:lnTo>
                    <a:pt x="104391" y="34509"/>
                  </a:lnTo>
                  <a:lnTo>
                    <a:pt x="104977" y="34690"/>
                  </a:lnTo>
                  <a:lnTo>
                    <a:pt x="105542" y="34892"/>
                  </a:lnTo>
                  <a:lnTo>
                    <a:pt x="106127" y="35114"/>
                  </a:lnTo>
                  <a:lnTo>
                    <a:pt x="106672" y="35356"/>
                  </a:lnTo>
                  <a:lnTo>
                    <a:pt x="107237" y="35639"/>
                  </a:lnTo>
                  <a:lnTo>
                    <a:pt x="107782" y="35941"/>
                  </a:lnTo>
                  <a:lnTo>
                    <a:pt x="108306" y="36264"/>
                  </a:lnTo>
                  <a:lnTo>
                    <a:pt x="108831" y="36607"/>
                  </a:lnTo>
                  <a:lnTo>
                    <a:pt x="109336" y="36971"/>
                  </a:lnTo>
                  <a:lnTo>
                    <a:pt x="109820" y="37354"/>
                  </a:lnTo>
                  <a:lnTo>
                    <a:pt x="110284" y="37758"/>
                  </a:lnTo>
                  <a:lnTo>
                    <a:pt x="110728" y="38161"/>
                  </a:lnTo>
                  <a:lnTo>
                    <a:pt x="111152" y="38585"/>
                  </a:lnTo>
                  <a:lnTo>
                    <a:pt x="111535" y="39029"/>
                  </a:lnTo>
                  <a:lnTo>
                    <a:pt x="111919" y="39493"/>
                  </a:lnTo>
                  <a:lnTo>
                    <a:pt x="112262" y="39957"/>
                  </a:lnTo>
                  <a:lnTo>
                    <a:pt x="112605" y="40442"/>
                  </a:lnTo>
                  <a:lnTo>
                    <a:pt x="112907" y="40946"/>
                  </a:lnTo>
                  <a:lnTo>
                    <a:pt x="113190" y="41451"/>
                  </a:lnTo>
                  <a:lnTo>
                    <a:pt x="113452" y="41955"/>
                  </a:lnTo>
                  <a:lnTo>
                    <a:pt x="113674" y="42480"/>
                  </a:lnTo>
                  <a:lnTo>
                    <a:pt x="113876" y="43025"/>
                  </a:lnTo>
                  <a:lnTo>
                    <a:pt x="114058" y="43569"/>
                  </a:lnTo>
                  <a:lnTo>
                    <a:pt x="114219" y="44114"/>
                  </a:lnTo>
                  <a:lnTo>
                    <a:pt x="114038" y="43610"/>
                  </a:lnTo>
                  <a:lnTo>
                    <a:pt x="113937" y="43368"/>
                  </a:lnTo>
                  <a:lnTo>
                    <a:pt x="113816" y="43126"/>
                  </a:lnTo>
                  <a:lnTo>
                    <a:pt x="113694" y="42904"/>
                  </a:lnTo>
                  <a:lnTo>
                    <a:pt x="113573" y="42682"/>
                  </a:lnTo>
                  <a:lnTo>
                    <a:pt x="113432" y="42500"/>
                  </a:lnTo>
                  <a:lnTo>
                    <a:pt x="113251" y="42318"/>
                  </a:lnTo>
                  <a:lnTo>
                    <a:pt x="113210" y="42379"/>
                  </a:lnTo>
                  <a:lnTo>
                    <a:pt x="113372" y="42560"/>
                  </a:lnTo>
                  <a:lnTo>
                    <a:pt x="113533" y="42782"/>
                  </a:lnTo>
                  <a:lnTo>
                    <a:pt x="113674" y="43025"/>
                  </a:lnTo>
                  <a:lnTo>
                    <a:pt x="113816" y="43267"/>
                  </a:lnTo>
                  <a:lnTo>
                    <a:pt x="113916" y="43529"/>
                  </a:lnTo>
                  <a:lnTo>
                    <a:pt x="114017" y="43812"/>
                  </a:lnTo>
                  <a:lnTo>
                    <a:pt x="114219" y="44377"/>
                  </a:lnTo>
                  <a:lnTo>
                    <a:pt x="114360" y="44760"/>
                  </a:lnTo>
                  <a:lnTo>
                    <a:pt x="114502" y="45144"/>
                  </a:lnTo>
                  <a:lnTo>
                    <a:pt x="114663" y="45507"/>
                  </a:lnTo>
                  <a:lnTo>
                    <a:pt x="114744" y="45668"/>
                  </a:lnTo>
                  <a:lnTo>
                    <a:pt x="114845" y="45809"/>
                  </a:lnTo>
                  <a:lnTo>
                    <a:pt x="114946" y="45951"/>
                  </a:lnTo>
                  <a:lnTo>
                    <a:pt x="115067" y="46072"/>
                  </a:lnTo>
                  <a:lnTo>
                    <a:pt x="115188" y="46173"/>
                  </a:lnTo>
                  <a:lnTo>
                    <a:pt x="115309" y="46274"/>
                  </a:lnTo>
                  <a:lnTo>
                    <a:pt x="115470" y="46334"/>
                  </a:lnTo>
                  <a:lnTo>
                    <a:pt x="115632" y="46375"/>
                  </a:lnTo>
                  <a:lnTo>
                    <a:pt x="115793" y="46395"/>
                  </a:lnTo>
                  <a:lnTo>
                    <a:pt x="115995" y="46395"/>
                  </a:lnTo>
                  <a:lnTo>
                    <a:pt x="116156" y="46375"/>
                  </a:lnTo>
                  <a:lnTo>
                    <a:pt x="116318" y="46334"/>
                  </a:lnTo>
                  <a:lnTo>
                    <a:pt x="116479" y="46274"/>
                  </a:lnTo>
                  <a:lnTo>
                    <a:pt x="116641" y="46173"/>
                  </a:lnTo>
                  <a:lnTo>
                    <a:pt x="116822" y="46072"/>
                  </a:lnTo>
                  <a:lnTo>
                    <a:pt x="116984" y="45931"/>
                  </a:lnTo>
                  <a:lnTo>
                    <a:pt x="117145" y="45769"/>
                  </a:lnTo>
                  <a:lnTo>
                    <a:pt x="117327" y="45587"/>
                  </a:lnTo>
                  <a:lnTo>
                    <a:pt x="117630" y="45224"/>
                  </a:lnTo>
                  <a:lnTo>
                    <a:pt x="117892" y="44841"/>
                  </a:lnTo>
                  <a:lnTo>
                    <a:pt x="118134" y="44437"/>
                  </a:lnTo>
                  <a:lnTo>
                    <a:pt x="118356" y="44034"/>
                  </a:lnTo>
                  <a:lnTo>
                    <a:pt x="118558" y="43630"/>
                  </a:lnTo>
                  <a:lnTo>
                    <a:pt x="118739" y="43186"/>
                  </a:lnTo>
                  <a:lnTo>
                    <a:pt x="118901" y="42762"/>
                  </a:lnTo>
                  <a:lnTo>
                    <a:pt x="119042" y="42318"/>
                  </a:lnTo>
                  <a:lnTo>
                    <a:pt x="119183" y="41854"/>
                  </a:lnTo>
                  <a:lnTo>
                    <a:pt x="119284" y="41410"/>
                  </a:lnTo>
                  <a:lnTo>
                    <a:pt x="119486" y="40482"/>
                  </a:lnTo>
                  <a:lnTo>
                    <a:pt x="119648" y="39554"/>
                  </a:lnTo>
                  <a:lnTo>
                    <a:pt x="119789" y="38625"/>
                  </a:lnTo>
                  <a:lnTo>
                    <a:pt x="119950" y="37394"/>
                  </a:lnTo>
                  <a:lnTo>
                    <a:pt x="120092" y="36184"/>
                  </a:lnTo>
                  <a:lnTo>
                    <a:pt x="120233" y="34953"/>
                  </a:lnTo>
                  <a:lnTo>
                    <a:pt x="120334" y="33742"/>
                  </a:lnTo>
                  <a:lnTo>
                    <a:pt x="120455" y="32511"/>
                  </a:lnTo>
                  <a:lnTo>
                    <a:pt x="120536" y="31280"/>
                  </a:lnTo>
                  <a:lnTo>
                    <a:pt x="120616" y="30069"/>
                  </a:lnTo>
                  <a:lnTo>
                    <a:pt x="120697" y="28838"/>
                  </a:lnTo>
                  <a:lnTo>
                    <a:pt x="120737" y="27607"/>
                  </a:lnTo>
                  <a:lnTo>
                    <a:pt x="120778" y="26376"/>
                  </a:lnTo>
                  <a:lnTo>
                    <a:pt x="120798" y="25145"/>
                  </a:lnTo>
                  <a:lnTo>
                    <a:pt x="120818" y="23914"/>
                  </a:lnTo>
                  <a:lnTo>
                    <a:pt x="120818" y="22683"/>
                  </a:lnTo>
                  <a:lnTo>
                    <a:pt x="120798" y="21452"/>
                  </a:lnTo>
                  <a:lnTo>
                    <a:pt x="120778" y="20241"/>
                  </a:lnTo>
                  <a:lnTo>
                    <a:pt x="120737" y="19010"/>
                  </a:lnTo>
                  <a:lnTo>
                    <a:pt x="120697" y="18143"/>
                  </a:lnTo>
                  <a:lnTo>
                    <a:pt x="120636" y="17275"/>
                  </a:lnTo>
                  <a:lnTo>
                    <a:pt x="120576" y="16407"/>
                  </a:lnTo>
                  <a:lnTo>
                    <a:pt x="120495" y="15519"/>
                  </a:lnTo>
                  <a:lnTo>
                    <a:pt x="120374" y="14651"/>
                  </a:lnTo>
                  <a:lnTo>
                    <a:pt x="120233" y="13763"/>
                  </a:lnTo>
                  <a:lnTo>
                    <a:pt x="120071" y="12896"/>
                  </a:lnTo>
                  <a:lnTo>
                    <a:pt x="119870" y="12048"/>
                  </a:lnTo>
                  <a:lnTo>
                    <a:pt x="119648" y="11201"/>
                  </a:lnTo>
                  <a:lnTo>
                    <a:pt x="119365" y="10353"/>
                  </a:lnTo>
                  <a:lnTo>
                    <a:pt x="119062" y="9546"/>
                  </a:lnTo>
                  <a:lnTo>
                    <a:pt x="118881" y="9142"/>
                  </a:lnTo>
                  <a:lnTo>
                    <a:pt x="118699" y="8759"/>
                  </a:lnTo>
                  <a:lnTo>
                    <a:pt x="118497" y="8375"/>
                  </a:lnTo>
                  <a:lnTo>
                    <a:pt x="118296" y="7992"/>
                  </a:lnTo>
                  <a:lnTo>
                    <a:pt x="118074" y="7609"/>
                  </a:lnTo>
                  <a:lnTo>
                    <a:pt x="117831" y="7245"/>
                  </a:lnTo>
                  <a:lnTo>
                    <a:pt x="117589" y="6902"/>
                  </a:lnTo>
                  <a:lnTo>
                    <a:pt x="117327" y="6559"/>
                  </a:lnTo>
                  <a:lnTo>
                    <a:pt x="117044" y="6216"/>
                  </a:lnTo>
                  <a:lnTo>
                    <a:pt x="116762" y="5873"/>
                  </a:lnTo>
                  <a:lnTo>
                    <a:pt x="116257" y="5369"/>
                  </a:lnTo>
                  <a:lnTo>
                    <a:pt x="115712" y="4884"/>
                  </a:lnTo>
                  <a:lnTo>
                    <a:pt x="115127" y="4420"/>
                  </a:lnTo>
                  <a:lnTo>
                    <a:pt x="114502" y="3976"/>
                  </a:lnTo>
                  <a:lnTo>
                    <a:pt x="113836" y="3573"/>
                  </a:lnTo>
                  <a:lnTo>
                    <a:pt x="113129" y="3189"/>
                  </a:lnTo>
                  <a:lnTo>
                    <a:pt x="112403" y="2846"/>
                  </a:lnTo>
                  <a:lnTo>
                    <a:pt x="111596" y="2503"/>
                  </a:lnTo>
                  <a:lnTo>
                    <a:pt x="110970" y="2261"/>
                  </a:lnTo>
                  <a:lnTo>
                    <a:pt x="110284" y="2039"/>
                  </a:lnTo>
                  <a:lnTo>
                    <a:pt x="109578" y="1837"/>
                  </a:lnTo>
                  <a:lnTo>
                    <a:pt x="108851" y="1635"/>
                  </a:lnTo>
                  <a:lnTo>
                    <a:pt x="108064" y="1433"/>
                  </a:lnTo>
                  <a:lnTo>
                    <a:pt x="107257" y="1272"/>
                  </a:lnTo>
                  <a:lnTo>
                    <a:pt x="106389" y="1090"/>
                  </a:lnTo>
                  <a:lnTo>
                    <a:pt x="105481" y="949"/>
                  </a:lnTo>
                  <a:lnTo>
                    <a:pt x="103988" y="707"/>
                  </a:lnTo>
                  <a:lnTo>
                    <a:pt x="102474" y="505"/>
                  </a:lnTo>
                  <a:lnTo>
                    <a:pt x="100961" y="344"/>
                  </a:lnTo>
                  <a:lnTo>
                    <a:pt x="99447" y="202"/>
                  </a:lnTo>
                  <a:lnTo>
                    <a:pt x="97934" y="102"/>
                  </a:lnTo>
                  <a:lnTo>
                    <a:pt x="96420" y="41"/>
                  </a:lnTo>
                  <a:lnTo>
                    <a:pt x="948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7"/>
            <p:cNvSpPr/>
            <p:nvPr/>
          </p:nvSpPr>
          <p:spPr>
            <a:xfrm flipH="1">
              <a:off x="-1055215" y="-5268675"/>
              <a:ext cx="2289244" cy="1739785"/>
            </a:xfrm>
            <a:custGeom>
              <a:rect b="b" l="l" r="r" t="t"/>
              <a:pathLst>
                <a:path extrusionOk="0" h="31119" w="40947">
                  <a:moveTo>
                    <a:pt x="32571" y="82"/>
                  </a:moveTo>
                  <a:lnTo>
                    <a:pt x="33116" y="102"/>
                  </a:lnTo>
                  <a:lnTo>
                    <a:pt x="33601" y="162"/>
                  </a:lnTo>
                  <a:lnTo>
                    <a:pt x="33823" y="203"/>
                  </a:lnTo>
                  <a:lnTo>
                    <a:pt x="34024" y="243"/>
                  </a:lnTo>
                  <a:lnTo>
                    <a:pt x="34206" y="304"/>
                  </a:lnTo>
                  <a:lnTo>
                    <a:pt x="34388" y="384"/>
                  </a:lnTo>
                  <a:lnTo>
                    <a:pt x="34549" y="465"/>
                  </a:lnTo>
                  <a:lnTo>
                    <a:pt x="34690" y="546"/>
                  </a:lnTo>
                  <a:lnTo>
                    <a:pt x="34832" y="647"/>
                  </a:lnTo>
                  <a:lnTo>
                    <a:pt x="34933" y="748"/>
                  </a:lnTo>
                  <a:lnTo>
                    <a:pt x="35033" y="869"/>
                  </a:lnTo>
                  <a:lnTo>
                    <a:pt x="35134" y="990"/>
                  </a:lnTo>
                  <a:lnTo>
                    <a:pt x="35195" y="1131"/>
                  </a:lnTo>
                  <a:lnTo>
                    <a:pt x="35255" y="1272"/>
                  </a:lnTo>
                  <a:lnTo>
                    <a:pt x="35296" y="1454"/>
                  </a:lnTo>
                  <a:lnTo>
                    <a:pt x="35316" y="1656"/>
                  </a:lnTo>
                  <a:lnTo>
                    <a:pt x="35336" y="1858"/>
                  </a:lnTo>
                  <a:lnTo>
                    <a:pt x="35316" y="2059"/>
                  </a:lnTo>
                  <a:lnTo>
                    <a:pt x="35235" y="2443"/>
                  </a:lnTo>
                  <a:lnTo>
                    <a:pt x="35155" y="2826"/>
                  </a:lnTo>
                  <a:lnTo>
                    <a:pt x="35074" y="3169"/>
                  </a:lnTo>
                  <a:lnTo>
                    <a:pt x="34993" y="3492"/>
                  </a:lnTo>
                  <a:lnTo>
                    <a:pt x="34973" y="3835"/>
                  </a:lnTo>
                  <a:lnTo>
                    <a:pt x="34973" y="3997"/>
                  </a:lnTo>
                  <a:lnTo>
                    <a:pt x="34973" y="4158"/>
                  </a:lnTo>
                  <a:lnTo>
                    <a:pt x="35033" y="4400"/>
                  </a:lnTo>
                  <a:lnTo>
                    <a:pt x="35094" y="4642"/>
                  </a:lnTo>
                  <a:lnTo>
                    <a:pt x="35175" y="4864"/>
                  </a:lnTo>
                  <a:lnTo>
                    <a:pt x="35276" y="5086"/>
                  </a:lnTo>
                  <a:lnTo>
                    <a:pt x="35498" y="5510"/>
                  </a:lnTo>
                  <a:lnTo>
                    <a:pt x="35760" y="5914"/>
                  </a:lnTo>
                  <a:lnTo>
                    <a:pt x="36083" y="6438"/>
                  </a:lnTo>
                  <a:lnTo>
                    <a:pt x="36486" y="7165"/>
                  </a:lnTo>
                  <a:lnTo>
                    <a:pt x="36890" y="7912"/>
                  </a:lnTo>
                  <a:lnTo>
                    <a:pt x="37273" y="8658"/>
                  </a:lnTo>
                  <a:lnTo>
                    <a:pt x="37637" y="9425"/>
                  </a:lnTo>
                  <a:lnTo>
                    <a:pt x="37980" y="10212"/>
                  </a:lnTo>
                  <a:lnTo>
                    <a:pt x="38303" y="10999"/>
                  </a:lnTo>
                  <a:lnTo>
                    <a:pt x="38625" y="11786"/>
                  </a:lnTo>
                  <a:lnTo>
                    <a:pt x="38908" y="12573"/>
                  </a:lnTo>
                  <a:lnTo>
                    <a:pt x="39170" y="13380"/>
                  </a:lnTo>
                  <a:lnTo>
                    <a:pt x="39412" y="14188"/>
                  </a:lnTo>
                  <a:lnTo>
                    <a:pt x="39655" y="14995"/>
                  </a:lnTo>
                  <a:lnTo>
                    <a:pt x="39856" y="15802"/>
                  </a:lnTo>
                  <a:lnTo>
                    <a:pt x="40038" y="16629"/>
                  </a:lnTo>
                  <a:lnTo>
                    <a:pt x="40220" y="17457"/>
                  </a:lnTo>
                  <a:lnTo>
                    <a:pt x="40361" y="18284"/>
                  </a:lnTo>
                  <a:lnTo>
                    <a:pt x="40502" y="19112"/>
                  </a:lnTo>
                  <a:lnTo>
                    <a:pt x="40603" y="19939"/>
                  </a:lnTo>
                  <a:lnTo>
                    <a:pt x="40704" y="20766"/>
                  </a:lnTo>
                  <a:lnTo>
                    <a:pt x="40765" y="21614"/>
                  </a:lnTo>
                  <a:lnTo>
                    <a:pt x="40825" y="22441"/>
                  </a:lnTo>
                  <a:lnTo>
                    <a:pt x="40845" y="23269"/>
                  </a:lnTo>
                  <a:lnTo>
                    <a:pt x="40865" y="24116"/>
                  </a:lnTo>
                  <a:lnTo>
                    <a:pt x="40865" y="24944"/>
                  </a:lnTo>
                  <a:lnTo>
                    <a:pt x="40825" y="25771"/>
                  </a:lnTo>
                  <a:lnTo>
                    <a:pt x="40785" y="26437"/>
                  </a:lnTo>
                  <a:lnTo>
                    <a:pt x="40744" y="26800"/>
                  </a:lnTo>
                  <a:lnTo>
                    <a:pt x="40684" y="27163"/>
                  </a:lnTo>
                  <a:lnTo>
                    <a:pt x="40603" y="27547"/>
                  </a:lnTo>
                  <a:lnTo>
                    <a:pt x="40502" y="27950"/>
                  </a:lnTo>
                  <a:lnTo>
                    <a:pt x="40401" y="28334"/>
                  </a:lnTo>
                  <a:lnTo>
                    <a:pt x="40260" y="28717"/>
                  </a:lnTo>
                  <a:lnTo>
                    <a:pt x="40099" y="29081"/>
                  </a:lnTo>
                  <a:lnTo>
                    <a:pt x="39917" y="29424"/>
                  </a:lnTo>
                  <a:lnTo>
                    <a:pt x="39695" y="29767"/>
                  </a:lnTo>
                  <a:lnTo>
                    <a:pt x="39453" y="30069"/>
                  </a:lnTo>
                  <a:lnTo>
                    <a:pt x="39191" y="30332"/>
                  </a:lnTo>
                  <a:lnTo>
                    <a:pt x="39029" y="30453"/>
                  </a:lnTo>
                  <a:lnTo>
                    <a:pt x="38868" y="30574"/>
                  </a:lnTo>
                  <a:lnTo>
                    <a:pt x="38706" y="30675"/>
                  </a:lnTo>
                  <a:lnTo>
                    <a:pt x="38525" y="30776"/>
                  </a:lnTo>
                  <a:lnTo>
                    <a:pt x="38343" y="30856"/>
                  </a:lnTo>
                  <a:lnTo>
                    <a:pt x="38141" y="30917"/>
                  </a:lnTo>
                  <a:lnTo>
                    <a:pt x="37960" y="30977"/>
                  </a:lnTo>
                  <a:lnTo>
                    <a:pt x="37758" y="30998"/>
                  </a:lnTo>
                  <a:lnTo>
                    <a:pt x="37394" y="31038"/>
                  </a:lnTo>
                  <a:lnTo>
                    <a:pt x="37011" y="31038"/>
                  </a:lnTo>
                  <a:lnTo>
                    <a:pt x="36628" y="30998"/>
                  </a:lnTo>
                  <a:lnTo>
                    <a:pt x="36244" y="30937"/>
                  </a:lnTo>
                  <a:lnTo>
                    <a:pt x="35881" y="30836"/>
                  </a:lnTo>
                  <a:lnTo>
                    <a:pt x="35538" y="30735"/>
                  </a:lnTo>
                  <a:lnTo>
                    <a:pt x="35215" y="30634"/>
                  </a:lnTo>
                  <a:lnTo>
                    <a:pt x="34690" y="30433"/>
                  </a:lnTo>
                  <a:lnTo>
                    <a:pt x="34186" y="30231"/>
                  </a:lnTo>
                  <a:lnTo>
                    <a:pt x="33681" y="30009"/>
                  </a:lnTo>
                  <a:lnTo>
                    <a:pt x="33177" y="29767"/>
                  </a:lnTo>
                  <a:lnTo>
                    <a:pt x="32693" y="29524"/>
                  </a:lnTo>
                  <a:lnTo>
                    <a:pt x="32208" y="29262"/>
                  </a:lnTo>
                  <a:lnTo>
                    <a:pt x="31724" y="28980"/>
                  </a:lnTo>
                  <a:lnTo>
                    <a:pt x="31260" y="28697"/>
                  </a:lnTo>
                  <a:lnTo>
                    <a:pt x="30796" y="28394"/>
                  </a:lnTo>
                  <a:lnTo>
                    <a:pt x="30331" y="28071"/>
                  </a:lnTo>
                  <a:lnTo>
                    <a:pt x="29888" y="27749"/>
                  </a:lnTo>
                  <a:lnTo>
                    <a:pt x="29444" y="27406"/>
                  </a:lnTo>
                  <a:lnTo>
                    <a:pt x="28576" y="26719"/>
                  </a:lnTo>
                  <a:lnTo>
                    <a:pt x="27728" y="25993"/>
                  </a:lnTo>
                  <a:lnTo>
                    <a:pt x="26901" y="25226"/>
                  </a:lnTo>
                  <a:lnTo>
                    <a:pt x="26094" y="24419"/>
                  </a:lnTo>
                  <a:lnTo>
                    <a:pt x="25307" y="23612"/>
                  </a:lnTo>
                  <a:lnTo>
                    <a:pt x="24540" y="22784"/>
                  </a:lnTo>
                  <a:lnTo>
                    <a:pt x="23773" y="21937"/>
                  </a:lnTo>
                  <a:lnTo>
                    <a:pt x="23026" y="21069"/>
                  </a:lnTo>
                  <a:lnTo>
                    <a:pt x="21573" y="19334"/>
                  </a:lnTo>
                  <a:lnTo>
                    <a:pt x="21150" y="18809"/>
                  </a:lnTo>
                  <a:lnTo>
                    <a:pt x="19757" y="17134"/>
                  </a:lnTo>
                  <a:lnTo>
                    <a:pt x="18345" y="15479"/>
                  </a:lnTo>
                  <a:lnTo>
                    <a:pt x="17638" y="14652"/>
                  </a:lnTo>
                  <a:lnTo>
                    <a:pt x="16892" y="13845"/>
                  </a:lnTo>
                  <a:lnTo>
                    <a:pt x="16145" y="13058"/>
                  </a:lnTo>
                  <a:lnTo>
                    <a:pt x="15378" y="12291"/>
                  </a:lnTo>
                  <a:lnTo>
                    <a:pt x="14591" y="11544"/>
                  </a:lnTo>
                  <a:lnTo>
                    <a:pt x="13804" y="10838"/>
                  </a:lnTo>
                  <a:lnTo>
                    <a:pt x="12977" y="10131"/>
                  </a:lnTo>
                  <a:lnTo>
                    <a:pt x="12129" y="9486"/>
                  </a:lnTo>
                  <a:lnTo>
                    <a:pt x="11261" y="8880"/>
                  </a:lnTo>
                  <a:lnTo>
                    <a:pt x="10797" y="8578"/>
                  </a:lnTo>
                  <a:lnTo>
                    <a:pt x="10353" y="8295"/>
                  </a:lnTo>
                  <a:lnTo>
                    <a:pt x="9889" y="8012"/>
                  </a:lnTo>
                  <a:lnTo>
                    <a:pt x="9425" y="7770"/>
                  </a:lnTo>
                  <a:lnTo>
                    <a:pt x="8941" y="7508"/>
                  </a:lnTo>
                  <a:lnTo>
                    <a:pt x="8456" y="7266"/>
                  </a:lnTo>
                  <a:lnTo>
                    <a:pt x="7911" y="7024"/>
                  </a:lnTo>
                  <a:lnTo>
                    <a:pt x="7346" y="6782"/>
                  </a:lnTo>
                  <a:lnTo>
                    <a:pt x="6781" y="6560"/>
                  </a:lnTo>
                  <a:lnTo>
                    <a:pt x="6196" y="6358"/>
                  </a:lnTo>
                  <a:lnTo>
                    <a:pt x="5066" y="5954"/>
                  </a:lnTo>
                  <a:lnTo>
                    <a:pt x="3916" y="5591"/>
                  </a:lnTo>
                  <a:lnTo>
                    <a:pt x="2342" y="5066"/>
                  </a:lnTo>
                  <a:lnTo>
                    <a:pt x="2079" y="4965"/>
                  </a:lnTo>
                  <a:lnTo>
                    <a:pt x="1716" y="4804"/>
                  </a:lnTo>
                  <a:lnTo>
                    <a:pt x="1313" y="4602"/>
                  </a:lnTo>
                  <a:lnTo>
                    <a:pt x="1111" y="4461"/>
                  </a:lnTo>
                  <a:lnTo>
                    <a:pt x="909" y="4340"/>
                  </a:lnTo>
                  <a:lnTo>
                    <a:pt x="727" y="4178"/>
                  </a:lnTo>
                  <a:lnTo>
                    <a:pt x="546" y="4017"/>
                  </a:lnTo>
                  <a:lnTo>
                    <a:pt x="384" y="3835"/>
                  </a:lnTo>
                  <a:lnTo>
                    <a:pt x="263" y="3633"/>
                  </a:lnTo>
                  <a:lnTo>
                    <a:pt x="162" y="3432"/>
                  </a:lnTo>
                  <a:lnTo>
                    <a:pt x="102" y="3210"/>
                  </a:lnTo>
                  <a:lnTo>
                    <a:pt x="82" y="2967"/>
                  </a:lnTo>
                  <a:lnTo>
                    <a:pt x="102" y="2725"/>
                  </a:lnTo>
                  <a:lnTo>
                    <a:pt x="162" y="2544"/>
                  </a:lnTo>
                  <a:lnTo>
                    <a:pt x="223" y="2382"/>
                  </a:lnTo>
                  <a:lnTo>
                    <a:pt x="324" y="2221"/>
                  </a:lnTo>
                  <a:lnTo>
                    <a:pt x="425" y="2080"/>
                  </a:lnTo>
                  <a:lnTo>
                    <a:pt x="526" y="1938"/>
                  </a:lnTo>
                  <a:lnTo>
                    <a:pt x="647" y="1837"/>
                  </a:lnTo>
                  <a:lnTo>
                    <a:pt x="889" y="1636"/>
                  </a:lnTo>
                  <a:lnTo>
                    <a:pt x="1070" y="1494"/>
                  </a:lnTo>
                  <a:lnTo>
                    <a:pt x="1272" y="1393"/>
                  </a:lnTo>
                  <a:lnTo>
                    <a:pt x="1474" y="1293"/>
                  </a:lnTo>
                  <a:lnTo>
                    <a:pt x="1676" y="1192"/>
                  </a:lnTo>
                  <a:lnTo>
                    <a:pt x="2100" y="1030"/>
                  </a:lnTo>
                  <a:lnTo>
                    <a:pt x="2523" y="909"/>
                  </a:lnTo>
                  <a:lnTo>
                    <a:pt x="2967" y="808"/>
                  </a:lnTo>
                  <a:lnTo>
                    <a:pt x="3411" y="727"/>
                  </a:lnTo>
                  <a:lnTo>
                    <a:pt x="3855" y="667"/>
                  </a:lnTo>
                  <a:lnTo>
                    <a:pt x="4279" y="627"/>
                  </a:lnTo>
                  <a:lnTo>
                    <a:pt x="5349" y="526"/>
                  </a:lnTo>
                  <a:lnTo>
                    <a:pt x="6438" y="465"/>
                  </a:lnTo>
                  <a:lnTo>
                    <a:pt x="7528" y="405"/>
                  </a:lnTo>
                  <a:lnTo>
                    <a:pt x="8598" y="364"/>
                  </a:lnTo>
                  <a:lnTo>
                    <a:pt x="10757" y="304"/>
                  </a:lnTo>
                  <a:lnTo>
                    <a:pt x="12896" y="284"/>
                  </a:lnTo>
                  <a:lnTo>
                    <a:pt x="32471" y="82"/>
                  </a:lnTo>
                  <a:close/>
                  <a:moveTo>
                    <a:pt x="32471" y="1"/>
                  </a:moveTo>
                  <a:lnTo>
                    <a:pt x="12896" y="203"/>
                  </a:lnTo>
                  <a:lnTo>
                    <a:pt x="10757" y="223"/>
                  </a:lnTo>
                  <a:lnTo>
                    <a:pt x="8598" y="284"/>
                  </a:lnTo>
                  <a:lnTo>
                    <a:pt x="7508" y="324"/>
                  </a:lnTo>
                  <a:lnTo>
                    <a:pt x="6438" y="384"/>
                  </a:lnTo>
                  <a:lnTo>
                    <a:pt x="5349" y="445"/>
                  </a:lnTo>
                  <a:lnTo>
                    <a:pt x="4279" y="546"/>
                  </a:lnTo>
                  <a:lnTo>
                    <a:pt x="3835" y="586"/>
                  </a:lnTo>
                  <a:lnTo>
                    <a:pt x="3391" y="647"/>
                  </a:lnTo>
                  <a:lnTo>
                    <a:pt x="2947" y="727"/>
                  </a:lnTo>
                  <a:lnTo>
                    <a:pt x="2503" y="828"/>
                  </a:lnTo>
                  <a:lnTo>
                    <a:pt x="2059" y="949"/>
                  </a:lnTo>
                  <a:lnTo>
                    <a:pt x="1635" y="1111"/>
                  </a:lnTo>
                  <a:lnTo>
                    <a:pt x="1434" y="1212"/>
                  </a:lnTo>
                  <a:lnTo>
                    <a:pt x="1232" y="1313"/>
                  </a:lnTo>
                  <a:lnTo>
                    <a:pt x="1030" y="1434"/>
                  </a:lnTo>
                  <a:lnTo>
                    <a:pt x="848" y="1575"/>
                  </a:lnTo>
                  <a:lnTo>
                    <a:pt x="586" y="1777"/>
                  </a:lnTo>
                  <a:lnTo>
                    <a:pt x="465" y="1898"/>
                  </a:lnTo>
                  <a:lnTo>
                    <a:pt x="344" y="2039"/>
                  </a:lnTo>
                  <a:lnTo>
                    <a:pt x="243" y="2180"/>
                  </a:lnTo>
                  <a:lnTo>
                    <a:pt x="142" y="2342"/>
                  </a:lnTo>
                  <a:lnTo>
                    <a:pt x="82" y="2524"/>
                  </a:lnTo>
                  <a:lnTo>
                    <a:pt x="21" y="2705"/>
                  </a:lnTo>
                  <a:lnTo>
                    <a:pt x="1" y="2846"/>
                  </a:lnTo>
                  <a:lnTo>
                    <a:pt x="1" y="2967"/>
                  </a:lnTo>
                  <a:lnTo>
                    <a:pt x="21" y="3210"/>
                  </a:lnTo>
                  <a:lnTo>
                    <a:pt x="82" y="3452"/>
                  </a:lnTo>
                  <a:lnTo>
                    <a:pt x="183" y="3674"/>
                  </a:lnTo>
                  <a:lnTo>
                    <a:pt x="324" y="3876"/>
                  </a:lnTo>
                  <a:lnTo>
                    <a:pt x="465" y="4057"/>
                  </a:lnTo>
                  <a:lnTo>
                    <a:pt x="647" y="4219"/>
                  </a:lnTo>
                  <a:lnTo>
                    <a:pt x="848" y="4380"/>
                  </a:lnTo>
                  <a:lnTo>
                    <a:pt x="1050" y="4521"/>
                  </a:lnTo>
                  <a:lnTo>
                    <a:pt x="1252" y="4663"/>
                  </a:lnTo>
                  <a:lnTo>
                    <a:pt x="1676" y="4864"/>
                  </a:lnTo>
                  <a:lnTo>
                    <a:pt x="2039" y="5026"/>
                  </a:lnTo>
                  <a:lnTo>
                    <a:pt x="2322" y="5147"/>
                  </a:lnTo>
                  <a:lnTo>
                    <a:pt x="3896" y="5651"/>
                  </a:lnTo>
                  <a:lnTo>
                    <a:pt x="5026" y="6035"/>
                  </a:lnTo>
                  <a:lnTo>
                    <a:pt x="6176" y="6438"/>
                  </a:lnTo>
                  <a:lnTo>
                    <a:pt x="6741" y="6640"/>
                  </a:lnTo>
                  <a:lnTo>
                    <a:pt x="7306" y="6862"/>
                  </a:lnTo>
                  <a:lnTo>
                    <a:pt x="7871" y="7104"/>
                  </a:lnTo>
                  <a:lnTo>
                    <a:pt x="8416" y="7347"/>
                  </a:lnTo>
                  <a:lnTo>
                    <a:pt x="8900" y="7589"/>
                  </a:lnTo>
                  <a:lnTo>
                    <a:pt x="9385" y="7831"/>
                  </a:lnTo>
                  <a:lnTo>
                    <a:pt x="9849" y="8093"/>
                  </a:lnTo>
                  <a:lnTo>
                    <a:pt x="10313" y="8356"/>
                  </a:lnTo>
                  <a:lnTo>
                    <a:pt x="10757" y="8638"/>
                  </a:lnTo>
                  <a:lnTo>
                    <a:pt x="11201" y="8941"/>
                  </a:lnTo>
                  <a:lnTo>
                    <a:pt x="12089" y="9546"/>
                  </a:lnTo>
                  <a:lnTo>
                    <a:pt x="12936" y="10212"/>
                  </a:lnTo>
                  <a:lnTo>
                    <a:pt x="13743" y="10898"/>
                  </a:lnTo>
                  <a:lnTo>
                    <a:pt x="14551" y="11605"/>
                  </a:lnTo>
                  <a:lnTo>
                    <a:pt x="15338" y="12351"/>
                  </a:lnTo>
                  <a:lnTo>
                    <a:pt x="16084" y="13118"/>
                  </a:lnTo>
                  <a:lnTo>
                    <a:pt x="16831" y="13905"/>
                  </a:lnTo>
                  <a:lnTo>
                    <a:pt x="17578" y="14712"/>
                  </a:lnTo>
                  <a:lnTo>
                    <a:pt x="18284" y="15519"/>
                  </a:lnTo>
                  <a:lnTo>
                    <a:pt x="19697" y="17194"/>
                  </a:lnTo>
                  <a:lnTo>
                    <a:pt x="21089" y="18869"/>
                  </a:lnTo>
                  <a:lnTo>
                    <a:pt x="21513" y="19394"/>
                  </a:lnTo>
                  <a:lnTo>
                    <a:pt x="22986" y="21130"/>
                  </a:lnTo>
                  <a:lnTo>
                    <a:pt x="23712" y="21977"/>
                  </a:lnTo>
                  <a:lnTo>
                    <a:pt x="24479" y="22845"/>
                  </a:lnTo>
                  <a:lnTo>
                    <a:pt x="25246" y="23672"/>
                  </a:lnTo>
                  <a:lnTo>
                    <a:pt x="26053" y="24500"/>
                  </a:lnTo>
                  <a:lnTo>
                    <a:pt x="26861" y="25287"/>
                  </a:lnTo>
                  <a:lnTo>
                    <a:pt x="27688" y="26053"/>
                  </a:lnTo>
                  <a:lnTo>
                    <a:pt x="28535" y="26780"/>
                  </a:lnTo>
                  <a:lnTo>
                    <a:pt x="29403" y="27486"/>
                  </a:lnTo>
                  <a:lnTo>
                    <a:pt x="29847" y="27809"/>
                  </a:lnTo>
                  <a:lnTo>
                    <a:pt x="30291" y="28152"/>
                  </a:lnTo>
                  <a:lnTo>
                    <a:pt x="30755" y="28455"/>
                  </a:lnTo>
                  <a:lnTo>
                    <a:pt x="31219" y="28758"/>
                  </a:lnTo>
                  <a:lnTo>
                    <a:pt x="31684" y="29040"/>
                  </a:lnTo>
                  <a:lnTo>
                    <a:pt x="32168" y="29323"/>
                  </a:lnTo>
                  <a:lnTo>
                    <a:pt x="32652" y="29585"/>
                  </a:lnTo>
                  <a:lnTo>
                    <a:pt x="33137" y="29847"/>
                  </a:lnTo>
                  <a:lnTo>
                    <a:pt x="33641" y="30090"/>
                  </a:lnTo>
                  <a:lnTo>
                    <a:pt x="34146" y="30311"/>
                  </a:lnTo>
                  <a:lnTo>
                    <a:pt x="34670" y="30513"/>
                  </a:lnTo>
                  <a:lnTo>
                    <a:pt x="35195" y="30715"/>
                  </a:lnTo>
                  <a:lnTo>
                    <a:pt x="35659" y="30856"/>
                  </a:lnTo>
                  <a:lnTo>
                    <a:pt x="36164" y="30998"/>
                  </a:lnTo>
                  <a:lnTo>
                    <a:pt x="36426" y="31058"/>
                  </a:lnTo>
                  <a:lnTo>
                    <a:pt x="36688" y="31099"/>
                  </a:lnTo>
                  <a:lnTo>
                    <a:pt x="36971" y="31119"/>
                  </a:lnTo>
                  <a:lnTo>
                    <a:pt x="37475" y="31119"/>
                  </a:lnTo>
                  <a:lnTo>
                    <a:pt x="37697" y="31099"/>
                  </a:lnTo>
                  <a:lnTo>
                    <a:pt x="37939" y="31058"/>
                  </a:lnTo>
                  <a:lnTo>
                    <a:pt x="38161" y="30998"/>
                  </a:lnTo>
                  <a:lnTo>
                    <a:pt x="38363" y="30917"/>
                  </a:lnTo>
                  <a:lnTo>
                    <a:pt x="38565" y="30836"/>
                  </a:lnTo>
                  <a:lnTo>
                    <a:pt x="38747" y="30755"/>
                  </a:lnTo>
                  <a:lnTo>
                    <a:pt x="38908" y="30655"/>
                  </a:lnTo>
                  <a:lnTo>
                    <a:pt x="39069" y="30533"/>
                  </a:lnTo>
                  <a:lnTo>
                    <a:pt x="39231" y="30412"/>
                  </a:lnTo>
                  <a:lnTo>
                    <a:pt x="39372" y="30271"/>
                  </a:lnTo>
                  <a:lnTo>
                    <a:pt x="39513" y="30130"/>
                  </a:lnTo>
                  <a:lnTo>
                    <a:pt x="39756" y="29827"/>
                  </a:lnTo>
                  <a:lnTo>
                    <a:pt x="39978" y="29484"/>
                  </a:lnTo>
                  <a:lnTo>
                    <a:pt x="40179" y="29121"/>
                  </a:lnTo>
                  <a:lnTo>
                    <a:pt x="40341" y="28758"/>
                  </a:lnTo>
                  <a:lnTo>
                    <a:pt x="40462" y="28374"/>
                  </a:lnTo>
                  <a:lnTo>
                    <a:pt x="40583" y="27971"/>
                  </a:lnTo>
                  <a:lnTo>
                    <a:pt x="40684" y="27587"/>
                  </a:lnTo>
                  <a:lnTo>
                    <a:pt x="40765" y="27184"/>
                  </a:lnTo>
                  <a:lnTo>
                    <a:pt x="40805" y="26820"/>
                  </a:lnTo>
                  <a:lnTo>
                    <a:pt x="40865" y="26437"/>
                  </a:lnTo>
                  <a:lnTo>
                    <a:pt x="40906" y="25771"/>
                  </a:lnTo>
                  <a:lnTo>
                    <a:pt x="40946" y="24944"/>
                  </a:lnTo>
                  <a:lnTo>
                    <a:pt x="40946" y="24116"/>
                  </a:lnTo>
                  <a:lnTo>
                    <a:pt x="40926" y="23269"/>
                  </a:lnTo>
                  <a:lnTo>
                    <a:pt x="40906" y="22441"/>
                  </a:lnTo>
                  <a:lnTo>
                    <a:pt x="40845" y="21594"/>
                  </a:lnTo>
                  <a:lnTo>
                    <a:pt x="40785" y="20766"/>
                  </a:lnTo>
                  <a:lnTo>
                    <a:pt x="40684" y="19939"/>
                  </a:lnTo>
                  <a:lnTo>
                    <a:pt x="40583" y="19091"/>
                  </a:lnTo>
                  <a:lnTo>
                    <a:pt x="40442" y="18264"/>
                  </a:lnTo>
                  <a:lnTo>
                    <a:pt x="40300" y="17437"/>
                  </a:lnTo>
                  <a:lnTo>
                    <a:pt x="40119" y="16609"/>
                  </a:lnTo>
                  <a:lnTo>
                    <a:pt x="39937" y="15782"/>
                  </a:lnTo>
                  <a:lnTo>
                    <a:pt x="39715" y="14975"/>
                  </a:lnTo>
                  <a:lnTo>
                    <a:pt x="39493" y="14147"/>
                  </a:lnTo>
                  <a:lnTo>
                    <a:pt x="39251" y="13360"/>
                  </a:lnTo>
                  <a:lnTo>
                    <a:pt x="38989" y="12553"/>
                  </a:lnTo>
                  <a:lnTo>
                    <a:pt x="38686" y="11746"/>
                  </a:lnTo>
                  <a:lnTo>
                    <a:pt x="38383" y="10959"/>
                  </a:lnTo>
                  <a:lnTo>
                    <a:pt x="38060" y="10172"/>
                  </a:lnTo>
                  <a:lnTo>
                    <a:pt x="37717" y="9405"/>
                  </a:lnTo>
                  <a:lnTo>
                    <a:pt x="37354" y="8638"/>
                  </a:lnTo>
                  <a:lnTo>
                    <a:pt x="36971" y="7871"/>
                  </a:lnTo>
                  <a:lnTo>
                    <a:pt x="36567" y="7125"/>
                  </a:lnTo>
                  <a:lnTo>
                    <a:pt x="36143" y="6398"/>
                  </a:lnTo>
                  <a:lnTo>
                    <a:pt x="35841" y="5873"/>
                  </a:lnTo>
                  <a:lnTo>
                    <a:pt x="35578" y="5470"/>
                  </a:lnTo>
                  <a:lnTo>
                    <a:pt x="35336" y="5046"/>
                  </a:lnTo>
                  <a:lnTo>
                    <a:pt x="35255" y="4844"/>
                  </a:lnTo>
                  <a:lnTo>
                    <a:pt x="35175" y="4622"/>
                  </a:lnTo>
                  <a:lnTo>
                    <a:pt x="35094" y="4380"/>
                  </a:lnTo>
                  <a:lnTo>
                    <a:pt x="35054" y="4158"/>
                  </a:lnTo>
                  <a:lnTo>
                    <a:pt x="35054" y="3997"/>
                  </a:lnTo>
                  <a:lnTo>
                    <a:pt x="35054" y="3835"/>
                  </a:lnTo>
                  <a:lnTo>
                    <a:pt x="35074" y="3492"/>
                  </a:lnTo>
                  <a:lnTo>
                    <a:pt x="35155" y="3169"/>
                  </a:lnTo>
                  <a:lnTo>
                    <a:pt x="35235" y="2846"/>
                  </a:lnTo>
                  <a:lnTo>
                    <a:pt x="35316" y="2463"/>
                  </a:lnTo>
                  <a:lnTo>
                    <a:pt x="35397" y="2059"/>
                  </a:lnTo>
                  <a:lnTo>
                    <a:pt x="35417" y="1858"/>
                  </a:lnTo>
                  <a:lnTo>
                    <a:pt x="35397" y="1656"/>
                  </a:lnTo>
                  <a:lnTo>
                    <a:pt x="35376" y="1454"/>
                  </a:lnTo>
                  <a:lnTo>
                    <a:pt x="35336" y="1252"/>
                  </a:lnTo>
                  <a:lnTo>
                    <a:pt x="35276" y="1091"/>
                  </a:lnTo>
                  <a:lnTo>
                    <a:pt x="35195" y="949"/>
                  </a:lnTo>
                  <a:lnTo>
                    <a:pt x="35094" y="808"/>
                  </a:lnTo>
                  <a:lnTo>
                    <a:pt x="34993" y="687"/>
                  </a:lnTo>
                  <a:lnTo>
                    <a:pt x="34872" y="586"/>
                  </a:lnTo>
                  <a:lnTo>
                    <a:pt x="34731" y="485"/>
                  </a:lnTo>
                  <a:lnTo>
                    <a:pt x="34569" y="384"/>
                  </a:lnTo>
                  <a:lnTo>
                    <a:pt x="34408" y="304"/>
                  </a:lnTo>
                  <a:lnTo>
                    <a:pt x="34226" y="223"/>
                  </a:lnTo>
                  <a:lnTo>
                    <a:pt x="34024" y="162"/>
                  </a:lnTo>
                  <a:lnTo>
                    <a:pt x="33802" y="122"/>
                  </a:lnTo>
                  <a:lnTo>
                    <a:pt x="33560" y="82"/>
                  </a:lnTo>
                  <a:lnTo>
                    <a:pt x="33056" y="21"/>
                  </a:lnTo>
                  <a:lnTo>
                    <a:pt x="32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7"/>
            <p:cNvSpPr/>
            <p:nvPr/>
          </p:nvSpPr>
          <p:spPr>
            <a:xfrm flipH="1">
              <a:off x="2060921" y="-3413869"/>
              <a:ext cx="1001862" cy="1525380"/>
            </a:xfrm>
            <a:custGeom>
              <a:rect b="b" l="l" r="r" t="t"/>
              <a:pathLst>
                <a:path extrusionOk="0" h="27284" w="17920">
                  <a:moveTo>
                    <a:pt x="9041" y="81"/>
                  </a:moveTo>
                  <a:lnTo>
                    <a:pt x="9464" y="101"/>
                  </a:lnTo>
                  <a:lnTo>
                    <a:pt x="9888" y="141"/>
                  </a:lnTo>
                  <a:lnTo>
                    <a:pt x="10312" y="222"/>
                  </a:lnTo>
                  <a:lnTo>
                    <a:pt x="10716" y="323"/>
                  </a:lnTo>
                  <a:lnTo>
                    <a:pt x="11139" y="444"/>
                  </a:lnTo>
                  <a:lnTo>
                    <a:pt x="11543" y="605"/>
                  </a:lnTo>
                  <a:lnTo>
                    <a:pt x="11947" y="767"/>
                  </a:lnTo>
                  <a:lnTo>
                    <a:pt x="12350" y="969"/>
                  </a:lnTo>
                  <a:lnTo>
                    <a:pt x="12734" y="1191"/>
                  </a:lnTo>
                  <a:lnTo>
                    <a:pt x="13117" y="1433"/>
                  </a:lnTo>
                  <a:lnTo>
                    <a:pt x="13480" y="1715"/>
                  </a:lnTo>
                  <a:lnTo>
                    <a:pt x="13844" y="1998"/>
                  </a:lnTo>
                  <a:lnTo>
                    <a:pt x="14187" y="2301"/>
                  </a:lnTo>
                  <a:lnTo>
                    <a:pt x="14530" y="2644"/>
                  </a:lnTo>
                  <a:lnTo>
                    <a:pt x="14832" y="2987"/>
                  </a:lnTo>
                  <a:lnTo>
                    <a:pt x="15155" y="3350"/>
                  </a:lnTo>
                  <a:lnTo>
                    <a:pt x="15397" y="3673"/>
                  </a:lnTo>
                  <a:lnTo>
                    <a:pt x="15619" y="4016"/>
                  </a:lnTo>
                  <a:lnTo>
                    <a:pt x="15841" y="4359"/>
                  </a:lnTo>
                  <a:lnTo>
                    <a:pt x="16063" y="4722"/>
                  </a:lnTo>
                  <a:lnTo>
                    <a:pt x="16265" y="5106"/>
                  </a:lnTo>
                  <a:lnTo>
                    <a:pt x="16447" y="5489"/>
                  </a:lnTo>
                  <a:lnTo>
                    <a:pt x="16628" y="5893"/>
                  </a:lnTo>
                  <a:lnTo>
                    <a:pt x="16790" y="6296"/>
                  </a:lnTo>
                  <a:lnTo>
                    <a:pt x="16931" y="6720"/>
                  </a:lnTo>
                  <a:lnTo>
                    <a:pt x="17072" y="7144"/>
                  </a:lnTo>
                  <a:lnTo>
                    <a:pt x="17214" y="7588"/>
                  </a:lnTo>
                  <a:lnTo>
                    <a:pt x="17315" y="8052"/>
                  </a:lnTo>
                  <a:lnTo>
                    <a:pt x="17436" y="8516"/>
                  </a:lnTo>
                  <a:lnTo>
                    <a:pt x="17516" y="8980"/>
                  </a:lnTo>
                  <a:lnTo>
                    <a:pt x="17597" y="9485"/>
                  </a:lnTo>
                  <a:lnTo>
                    <a:pt x="17678" y="9969"/>
                  </a:lnTo>
                  <a:lnTo>
                    <a:pt x="17738" y="10514"/>
                  </a:lnTo>
                  <a:lnTo>
                    <a:pt x="17779" y="11079"/>
                  </a:lnTo>
                  <a:lnTo>
                    <a:pt x="17819" y="11624"/>
                  </a:lnTo>
                  <a:lnTo>
                    <a:pt x="17839" y="12189"/>
                  </a:lnTo>
                  <a:lnTo>
                    <a:pt x="17839" y="12774"/>
                  </a:lnTo>
                  <a:lnTo>
                    <a:pt x="17819" y="13339"/>
                  </a:lnTo>
                  <a:lnTo>
                    <a:pt x="17799" y="13924"/>
                  </a:lnTo>
                  <a:lnTo>
                    <a:pt x="17758" y="14510"/>
                  </a:lnTo>
                  <a:lnTo>
                    <a:pt x="17718" y="15115"/>
                  </a:lnTo>
                  <a:lnTo>
                    <a:pt x="17637" y="15720"/>
                  </a:lnTo>
                  <a:lnTo>
                    <a:pt x="17557" y="16326"/>
                  </a:lnTo>
                  <a:lnTo>
                    <a:pt x="17456" y="16951"/>
                  </a:lnTo>
                  <a:lnTo>
                    <a:pt x="17355" y="17577"/>
                  </a:lnTo>
                  <a:lnTo>
                    <a:pt x="17234" y="18202"/>
                  </a:lnTo>
                  <a:lnTo>
                    <a:pt x="17093" y="18848"/>
                  </a:lnTo>
                  <a:lnTo>
                    <a:pt x="16931" y="19514"/>
                  </a:lnTo>
                  <a:lnTo>
                    <a:pt x="16709" y="20362"/>
                  </a:lnTo>
                  <a:lnTo>
                    <a:pt x="16447" y="21230"/>
                  </a:lnTo>
                  <a:lnTo>
                    <a:pt x="16285" y="21673"/>
                  </a:lnTo>
                  <a:lnTo>
                    <a:pt x="16124" y="22117"/>
                  </a:lnTo>
                  <a:lnTo>
                    <a:pt x="15942" y="22561"/>
                  </a:lnTo>
                  <a:lnTo>
                    <a:pt x="15740" y="23005"/>
                  </a:lnTo>
                  <a:lnTo>
                    <a:pt x="15518" y="23429"/>
                  </a:lnTo>
                  <a:lnTo>
                    <a:pt x="15276" y="23873"/>
                  </a:lnTo>
                  <a:lnTo>
                    <a:pt x="15014" y="24277"/>
                  </a:lnTo>
                  <a:lnTo>
                    <a:pt x="14731" y="24680"/>
                  </a:lnTo>
                  <a:lnTo>
                    <a:pt x="14429" y="25064"/>
                  </a:lnTo>
                  <a:lnTo>
                    <a:pt x="14106" y="25427"/>
                  </a:lnTo>
                  <a:lnTo>
                    <a:pt x="13743" y="25770"/>
                  </a:lnTo>
                  <a:lnTo>
                    <a:pt x="13359" y="26093"/>
                  </a:lnTo>
                  <a:lnTo>
                    <a:pt x="13077" y="26295"/>
                  </a:lnTo>
                  <a:lnTo>
                    <a:pt x="12774" y="26476"/>
                  </a:lnTo>
                  <a:lnTo>
                    <a:pt x="12491" y="26658"/>
                  </a:lnTo>
                  <a:lnTo>
                    <a:pt x="12209" y="26799"/>
                  </a:lnTo>
                  <a:lnTo>
                    <a:pt x="11906" y="26920"/>
                  </a:lnTo>
                  <a:lnTo>
                    <a:pt x="11624" y="27021"/>
                  </a:lnTo>
                  <a:lnTo>
                    <a:pt x="11321" y="27102"/>
                  </a:lnTo>
                  <a:lnTo>
                    <a:pt x="11018" y="27162"/>
                  </a:lnTo>
                  <a:lnTo>
                    <a:pt x="10716" y="27203"/>
                  </a:lnTo>
                  <a:lnTo>
                    <a:pt x="10110" y="27203"/>
                  </a:lnTo>
                  <a:lnTo>
                    <a:pt x="9808" y="27183"/>
                  </a:lnTo>
                  <a:lnTo>
                    <a:pt x="9485" y="27142"/>
                  </a:lnTo>
                  <a:lnTo>
                    <a:pt x="9182" y="27062"/>
                  </a:lnTo>
                  <a:lnTo>
                    <a:pt x="8859" y="26981"/>
                  </a:lnTo>
                  <a:lnTo>
                    <a:pt x="8556" y="26860"/>
                  </a:lnTo>
                  <a:lnTo>
                    <a:pt x="8234" y="26739"/>
                  </a:lnTo>
                  <a:lnTo>
                    <a:pt x="7931" y="26577"/>
                  </a:lnTo>
                  <a:lnTo>
                    <a:pt x="7628" y="26416"/>
                  </a:lnTo>
                  <a:lnTo>
                    <a:pt x="7346" y="26234"/>
                  </a:lnTo>
                  <a:lnTo>
                    <a:pt x="7063" y="26053"/>
                  </a:lnTo>
                  <a:lnTo>
                    <a:pt x="6781" y="25851"/>
                  </a:lnTo>
                  <a:lnTo>
                    <a:pt x="6256" y="25427"/>
                  </a:lnTo>
                  <a:lnTo>
                    <a:pt x="5772" y="24983"/>
                  </a:lnTo>
                  <a:lnTo>
                    <a:pt x="5328" y="24539"/>
                  </a:lnTo>
                  <a:lnTo>
                    <a:pt x="4944" y="24095"/>
                  </a:lnTo>
                  <a:lnTo>
                    <a:pt x="4581" y="23671"/>
                  </a:lnTo>
                  <a:lnTo>
                    <a:pt x="4238" y="23227"/>
                  </a:lnTo>
                  <a:lnTo>
                    <a:pt x="3895" y="22763"/>
                  </a:lnTo>
                  <a:lnTo>
                    <a:pt x="3572" y="22279"/>
                  </a:lnTo>
                  <a:lnTo>
                    <a:pt x="3249" y="21815"/>
                  </a:lnTo>
                  <a:lnTo>
                    <a:pt x="2967" y="21330"/>
                  </a:lnTo>
                  <a:lnTo>
                    <a:pt x="2664" y="20826"/>
                  </a:lnTo>
                  <a:lnTo>
                    <a:pt x="2401" y="20342"/>
                  </a:lnTo>
                  <a:lnTo>
                    <a:pt x="2139" y="19837"/>
                  </a:lnTo>
                  <a:lnTo>
                    <a:pt x="1897" y="19333"/>
                  </a:lnTo>
                  <a:lnTo>
                    <a:pt x="1675" y="18808"/>
                  </a:lnTo>
                  <a:lnTo>
                    <a:pt x="1453" y="18303"/>
                  </a:lnTo>
                  <a:lnTo>
                    <a:pt x="1251" y="17779"/>
                  </a:lnTo>
                  <a:lnTo>
                    <a:pt x="1070" y="17254"/>
                  </a:lnTo>
                  <a:lnTo>
                    <a:pt x="888" y="16729"/>
                  </a:lnTo>
                  <a:lnTo>
                    <a:pt x="727" y="16205"/>
                  </a:lnTo>
                  <a:lnTo>
                    <a:pt x="585" y="15680"/>
                  </a:lnTo>
                  <a:lnTo>
                    <a:pt x="464" y="15095"/>
                  </a:lnTo>
                  <a:lnTo>
                    <a:pt x="343" y="14530"/>
                  </a:lnTo>
                  <a:lnTo>
                    <a:pt x="262" y="13965"/>
                  </a:lnTo>
                  <a:lnTo>
                    <a:pt x="182" y="13400"/>
                  </a:lnTo>
                  <a:lnTo>
                    <a:pt x="121" y="12835"/>
                  </a:lnTo>
                  <a:lnTo>
                    <a:pt x="101" y="12270"/>
                  </a:lnTo>
                  <a:lnTo>
                    <a:pt x="81" y="11725"/>
                  </a:lnTo>
                  <a:lnTo>
                    <a:pt x="81" y="11160"/>
                  </a:lnTo>
                  <a:lnTo>
                    <a:pt x="101" y="10615"/>
                  </a:lnTo>
                  <a:lnTo>
                    <a:pt x="141" y="10070"/>
                  </a:lnTo>
                  <a:lnTo>
                    <a:pt x="202" y="9525"/>
                  </a:lnTo>
                  <a:lnTo>
                    <a:pt x="283" y="9000"/>
                  </a:lnTo>
                  <a:lnTo>
                    <a:pt x="383" y="8476"/>
                  </a:lnTo>
                  <a:lnTo>
                    <a:pt x="505" y="7951"/>
                  </a:lnTo>
                  <a:lnTo>
                    <a:pt x="646" y="7447"/>
                  </a:lnTo>
                  <a:lnTo>
                    <a:pt x="787" y="6942"/>
                  </a:lnTo>
                  <a:lnTo>
                    <a:pt x="1049" y="6236"/>
                  </a:lnTo>
                  <a:lnTo>
                    <a:pt x="1352" y="5570"/>
                  </a:lnTo>
                  <a:lnTo>
                    <a:pt x="1695" y="4924"/>
                  </a:lnTo>
                  <a:lnTo>
                    <a:pt x="2079" y="4298"/>
                  </a:lnTo>
                  <a:lnTo>
                    <a:pt x="2482" y="3693"/>
                  </a:lnTo>
                  <a:lnTo>
                    <a:pt x="2946" y="3128"/>
                  </a:lnTo>
                  <a:lnTo>
                    <a:pt x="3188" y="2866"/>
                  </a:lnTo>
                  <a:lnTo>
                    <a:pt x="3431" y="2603"/>
                  </a:lnTo>
                  <a:lnTo>
                    <a:pt x="3673" y="2361"/>
                  </a:lnTo>
                  <a:lnTo>
                    <a:pt x="3935" y="2119"/>
                  </a:lnTo>
                  <a:lnTo>
                    <a:pt x="4218" y="1877"/>
                  </a:lnTo>
                  <a:lnTo>
                    <a:pt x="4520" y="1655"/>
                  </a:lnTo>
                  <a:lnTo>
                    <a:pt x="4803" y="1433"/>
                  </a:lnTo>
                  <a:lnTo>
                    <a:pt x="5106" y="1231"/>
                  </a:lnTo>
                  <a:lnTo>
                    <a:pt x="5408" y="1049"/>
                  </a:lnTo>
                  <a:lnTo>
                    <a:pt x="5731" y="888"/>
                  </a:lnTo>
                  <a:lnTo>
                    <a:pt x="6034" y="727"/>
                  </a:lnTo>
                  <a:lnTo>
                    <a:pt x="6337" y="605"/>
                  </a:lnTo>
                  <a:lnTo>
                    <a:pt x="6659" y="484"/>
                  </a:lnTo>
                  <a:lnTo>
                    <a:pt x="6982" y="363"/>
                  </a:lnTo>
                  <a:lnTo>
                    <a:pt x="7305" y="283"/>
                  </a:lnTo>
                  <a:lnTo>
                    <a:pt x="7628" y="202"/>
                  </a:lnTo>
                  <a:lnTo>
                    <a:pt x="7951" y="162"/>
                  </a:lnTo>
                  <a:lnTo>
                    <a:pt x="8274" y="121"/>
                  </a:lnTo>
                  <a:lnTo>
                    <a:pt x="8597" y="81"/>
                  </a:lnTo>
                  <a:close/>
                  <a:moveTo>
                    <a:pt x="8698" y="0"/>
                  </a:moveTo>
                  <a:lnTo>
                    <a:pt x="8355" y="20"/>
                  </a:lnTo>
                  <a:lnTo>
                    <a:pt x="8032" y="61"/>
                  </a:lnTo>
                  <a:lnTo>
                    <a:pt x="7689" y="121"/>
                  </a:lnTo>
                  <a:lnTo>
                    <a:pt x="7366" y="182"/>
                  </a:lnTo>
                  <a:lnTo>
                    <a:pt x="7023" y="283"/>
                  </a:lnTo>
                  <a:lnTo>
                    <a:pt x="6700" y="383"/>
                  </a:lnTo>
                  <a:lnTo>
                    <a:pt x="6377" y="505"/>
                  </a:lnTo>
                  <a:lnTo>
                    <a:pt x="6054" y="646"/>
                  </a:lnTo>
                  <a:lnTo>
                    <a:pt x="5731" y="787"/>
                  </a:lnTo>
                  <a:lnTo>
                    <a:pt x="5408" y="969"/>
                  </a:lnTo>
                  <a:lnTo>
                    <a:pt x="5085" y="1150"/>
                  </a:lnTo>
                  <a:lnTo>
                    <a:pt x="4783" y="1352"/>
                  </a:lnTo>
                  <a:lnTo>
                    <a:pt x="4480" y="1574"/>
                  </a:lnTo>
                  <a:lnTo>
                    <a:pt x="4177" y="1816"/>
                  </a:lnTo>
                  <a:lnTo>
                    <a:pt x="3895" y="2058"/>
                  </a:lnTo>
                  <a:lnTo>
                    <a:pt x="3632" y="2301"/>
                  </a:lnTo>
                  <a:lnTo>
                    <a:pt x="3370" y="2543"/>
                  </a:lnTo>
                  <a:lnTo>
                    <a:pt x="3128" y="2805"/>
                  </a:lnTo>
                  <a:lnTo>
                    <a:pt x="2886" y="3088"/>
                  </a:lnTo>
                  <a:lnTo>
                    <a:pt x="2422" y="3653"/>
                  </a:lnTo>
                  <a:lnTo>
                    <a:pt x="1998" y="4258"/>
                  </a:lnTo>
                  <a:lnTo>
                    <a:pt x="1614" y="4884"/>
                  </a:lnTo>
                  <a:lnTo>
                    <a:pt x="1271" y="5529"/>
                  </a:lnTo>
                  <a:lnTo>
                    <a:pt x="969" y="6216"/>
                  </a:lnTo>
                  <a:lnTo>
                    <a:pt x="848" y="6559"/>
                  </a:lnTo>
                  <a:lnTo>
                    <a:pt x="727" y="6902"/>
                  </a:lnTo>
                  <a:lnTo>
                    <a:pt x="565" y="7406"/>
                  </a:lnTo>
                  <a:lnTo>
                    <a:pt x="424" y="7931"/>
                  </a:lnTo>
                  <a:lnTo>
                    <a:pt x="303" y="8456"/>
                  </a:lnTo>
                  <a:lnTo>
                    <a:pt x="202" y="8980"/>
                  </a:lnTo>
                  <a:lnTo>
                    <a:pt x="121" y="9525"/>
                  </a:lnTo>
                  <a:lnTo>
                    <a:pt x="61" y="10070"/>
                  </a:lnTo>
                  <a:lnTo>
                    <a:pt x="20" y="10615"/>
                  </a:lnTo>
                  <a:lnTo>
                    <a:pt x="0" y="11160"/>
                  </a:lnTo>
                  <a:lnTo>
                    <a:pt x="0" y="11725"/>
                  </a:lnTo>
                  <a:lnTo>
                    <a:pt x="20" y="12270"/>
                  </a:lnTo>
                  <a:lnTo>
                    <a:pt x="40" y="12835"/>
                  </a:lnTo>
                  <a:lnTo>
                    <a:pt x="101" y="13400"/>
                  </a:lnTo>
                  <a:lnTo>
                    <a:pt x="182" y="13965"/>
                  </a:lnTo>
                  <a:lnTo>
                    <a:pt x="262" y="14550"/>
                  </a:lnTo>
                  <a:lnTo>
                    <a:pt x="383" y="15115"/>
                  </a:lnTo>
                  <a:lnTo>
                    <a:pt x="525" y="15700"/>
                  </a:lnTo>
                  <a:lnTo>
                    <a:pt x="666" y="16225"/>
                  </a:lnTo>
                  <a:lnTo>
                    <a:pt x="807" y="16750"/>
                  </a:lnTo>
                  <a:lnTo>
                    <a:pt x="989" y="17274"/>
                  </a:lnTo>
                  <a:lnTo>
                    <a:pt x="1170" y="17799"/>
                  </a:lnTo>
                  <a:lnTo>
                    <a:pt x="1372" y="18324"/>
                  </a:lnTo>
                  <a:lnTo>
                    <a:pt x="1594" y="18848"/>
                  </a:lnTo>
                  <a:lnTo>
                    <a:pt x="1816" y="19353"/>
                  </a:lnTo>
                  <a:lnTo>
                    <a:pt x="2058" y="19877"/>
                  </a:lnTo>
                  <a:lnTo>
                    <a:pt x="2321" y="20382"/>
                  </a:lnTo>
                  <a:lnTo>
                    <a:pt x="2603" y="20866"/>
                  </a:lnTo>
                  <a:lnTo>
                    <a:pt x="2886" y="21371"/>
                  </a:lnTo>
                  <a:lnTo>
                    <a:pt x="3188" y="21855"/>
                  </a:lnTo>
                  <a:lnTo>
                    <a:pt x="3511" y="22339"/>
                  </a:lnTo>
                  <a:lnTo>
                    <a:pt x="3834" y="22804"/>
                  </a:lnTo>
                  <a:lnTo>
                    <a:pt x="4177" y="23268"/>
                  </a:lnTo>
                  <a:lnTo>
                    <a:pt x="4520" y="23732"/>
                  </a:lnTo>
                  <a:lnTo>
                    <a:pt x="4964" y="24236"/>
                  </a:lnTo>
                  <a:lnTo>
                    <a:pt x="5206" y="24519"/>
                  </a:lnTo>
                  <a:lnTo>
                    <a:pt x="5489" y="24822"/>
                  </a:lnTo>
                  <a:lnTo>
                    <a:pt x="5792" y="25104"/>
                  </a:lnTo>
                  <a:lnTo>
                    <a:pt x="6115" y="25407"/>
                  </a:lnTo>
                  <a:lnTo>
                    <a:pt x="6458" y="25689"/>
                  </a:lnTo>
                  <a:lnTo>
                    <a:pt x="6821" y="25972"/>
                  </a:lnTo>
                  <a:lnTo>
                    <a:pt x="7204" y="26254"/>
                  </a:lnTo>
                  <a:lnTo>
                    <a:pt x="7608" y="26497"/>
                  </a:lnTo>
                  <a:lnTo>
                    <a:pt x="8032" y="26718"/>
                  </a:lnTo>
                  <a:lnTo>
                    <a:pt x="8455" y="26900"/>
                  </a:lnTo>
                  <a:lnTo>
                    <a:pt x="8920" y="27062"/>
                  </a:lnTo>
                  <a:lnTo>
                    <a:pt x="9364" y="27183"/>
                  </a:lnTo>
                  <a:lnTo>
                    <a:pt x="9606" y="27223"/>
                  </a:lnTo>
                  <a:lnTo>
                    <a:pt x="9848" y="27263"/>
                  </a:lnTo>
                  <a:lnTo>
                    <a:pt x="10090" y="27284"/>
                  </a:lnTo>
                  <a:lnTo>
                    <a:pt x="10695" y="27284"/>
                  </a:lnTo>
                  <a:lnTo>
                    <a:pt x="11079" y="27223"/>
                  </a:lnTo>
                  <a:lnTo>
                    <a:pt x="11462" y="27142"/>
                  </a:lnTo>
                  <a:lnTo>
                    <a:pt x="11846" y="27021"/>
                  </a:lnTo>
                  <a:lnTo>
                    <a:pt x="12229" y="26880"/>
                  </a:lnTo>
                  <a:lnTo>
                    <a:pt x="12613" y="26678"/>
                  </a:lnTo>
                  <a:lnTo>
                    <a:pt x="12996" y="26436"/>
                  </a:lnTo>
                  <a:lnTo>
                    <a:pt x="13400" y="26153"/>
                  </a:lnTo>
                  <a:lnTo>
                    <a:pt x="13783" y="25831"/>
                  </a:lnTo>
                  <a:lnTo>
                    <a:pt x="14146" y="25488"/>
                  </a:lnTo>
                  <a:lnTo>
                    <a:pt x="14489" y="25124"/>
                  </a:lnTo>
                  <a:lnTo>
                    <a:pt x="14792" y="24721"/>
                  </a:lnTo>
                  <a:lnTo>
                    <a:pt x="15095" y="24317"/>
                  </a:lnTo>
                  <a:lnTo>
                    <a:pt x="15357" y="23913"/>
                  </a:lnTo>
                  <a:lnTo>
                    <a:pt x="15599" y="23490"/>
                  </a:lnTo>
                  <a:lnTo>
                    <a:pt x="15821" y="23046"/>
                  </a:lnTo>
                  <a:lnTo>
                    <a:pt x="16023" y="22602"/>
                  </a:lnTo>
                  <a:lnTo>
                    <a:pt x="16205" y="22158"/>
                  </a:lnTo>
                  <a:lnTo>
                    <a:pt x="16366" y="21714"/>
                  </a:lnTo>
                  <a:lnTo>
                    <a:pt x="16527" y="21270"/>
                  </a:lnTo>
                  <a:lnTo>
                    <a:pt x="16790" y="20382"/>
                  </a:lnTo>
                  <a:lnTo>
                    <a:pt x="17012" y="19534"/>
                  </a:lnTo>
                  <a:lnTo>
                    <a:pt x="17173" y="18868"/>
                  </a:lnTo>
                  <a:lnTo>
                    <a:pt x="17315" y="18223"/>
                  </a:lnTo>
                  <a:lnTo>
                    <a:pt x="17436" y="17597"/>
                  </a:lnTo>
                  <a:lnTo>
                    <a:pt x="17537" y="16951"/>
                  </a:lnTo>
                  <a:lnTo>
                    <a:pt x="17637" y="16346"/>
                  </a:lnTo>
                  <a:lnTo>
                    <a:pt x="17718" y="15720"/>
                  </a:lnTo>
                  <a:lnTo>
                    <a:pt x="17799" y="15115"/>
                  </a:lnTo>
                  <a:lnTo>
                    <a:pt x="17839" y="14530"/>
                  </a:lnTo>
                  <a:lnTo>
                    <a:pt x="17880" y="13924"/>
                  </a:lnTo>
                  <a:lnTo>
                    <a:pt x="17900" y="13339"/>
                  </a:lnTo>
                  <a:lnTo>
                    <a:pt x="17920" y="12774"/>
                  </a:lnTo>
                  <a:lnTo>
                    <a:pt x="17920" y="12189"/>
                  </a:lnTo>
                  <a:lnTo>
                    <a:pt x="17900" y="11624"/>
                  </a:lnTo>
                  <a:lnTo>
                    <a:pt x="17859" y="11059"/>
                  </a:lnTo>
                  <a:lnTo>
                    <a:pt x="17819" y="10514"/>
                  </a:lnTo>
                  <a:lnTo>
                    <a:pt x="17758" y="9969"/>
                  </a:lnTo>
                  <a:lnTo>
                    <a:pt x="17678" y="9465"/>
                  </a:lnTo>
                  <a:lnTo>
                    <a:pt x="17597" y="8980"/>
                  </a:lnTo>
                  <a:lnTo>
                    <a:pt x="17516" y="8496"/>
                  </a:lnTo>
                  <a:lnTo>
                    <a:pt x="17395" y="8032"/>
                  </a:lnTo>
                  <a:lnTo>
                    <a:pt x="17294" y="7568"/>
                  </a:lnTo>
                  <a:lnTo>
                    <a:pt x="17153" y="7124"/>
                  </a:lnTo>
                  <a:lnTo>
                    <a:pt x="17012" y="6700"/>
                  </a:lnTo>
                  <a:lnTo>
                    <a:pt x="16850" y="6276"/>
                  </a:lnTo>
                  <a:lnTo>
                    <a:pt x="16689" y="5852"/>
                  </a:lnTo>
                  <a:lnTo>
                    <a:pt x="16507" y="5449"/>
                  </a:lnTo>
                  <a:lnTo>
                    <a:pt x="16326" y="5065"/>
                  </a:lnTo>
                  <a:lnTo>
                    <a:pt x="16124" y="4682"/>
                  </a:lnTo>
                  <a:lnTo>
                    <a:pt x="15922" y="4319"/>
                  </a:lnTo>
                  <a:lnTo>
                    <a:pt x="15700" y="3976"/>
                  </a:lnTo>
                  <a:lnTo>
                    <a:pt x="15458" y="3632"/>
                  </a:lnTo>
                  <a:lnTo>
                    <a:pt x="15216" y="3310"/>
                  </a:lnTo>
                  <a:lnTo>
                    <a:pt x="14913" y="2926"/>
                  </a:lnTo>
                  <a:lnTo>
                    <a:pt x="14590" y="2583"/>
                  </a:lnTo>
                  <a:lnTo>
                    <a:pt x="14247" y="2240"/>
                  </a:lnTo>
                  <a:lnTo>
                    <a:pt x="13904" y="1937"/>
                  </a:lnTo>
                  <a:lnTo>
                    <a:pt x="13541" y="1635"/>
                  </a:lnTo>
                  <a:lnTo>
                    <a:pt x="13157" y="1372"/>
                  </a:lnTo>
                  <a:lnTo>
                    <a:pt x="12774" y="1130"/>
                  </a:lnTo>
                  <a:lnTo>
                    <a:pt x="12391" y="908"/>
                  </a:lnTo>
                  <a:lnTo>
                    <a:pt x="11987" y="706"/>
                  </a:lnTo>
                  <a:lnTo>
                    <a:pt x="11583" y="525"/>
                  </a:lnTo>
                  <a:lnTo>
                    <a:pt x="11160" y="363"/>
                  </a:lnTo>
                  <a:lnTo>
                    <a:pt x="10736" y="242"/>
                  </a:lnTo>
                  <a:lnTo>
                    <a:pt x="10312" y="141"/>
                  </a:lnTo>
                  <a:lnTo>
                    <a:pt x="9888" y="61"/>
                  </a:lnTo>
                  <a:lnTo>
                    <a:pt x="9464" y="20"/>
                  </a:lnTo>
                  <a:lnTo>
                    <a:pt x="90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7"/>
            <p:cNvSpPr/>
            <p:nvPr/>
          </p:nvSpPr>
          <p:spPr>
            <a:xfrm flipH="1">
              <a:off x="497192" y="-5154682"/>
              <a:ext cx="2383952" cy="1642730"/>
            </a:xfrm>
            <a:custGeom>
              <a:rect b="b" l="l" r="r" t="t"/>
              <a:pathLst>
                <a:path extrusionOk="0" h="29383" w="42641">
                  <a:moveTo>
                    <a:pt x="9364" y="81"/>
                  </a:moveTo>
                  <a:lnTo>
                    <a:pt x="10796" y="141"/>
                  </a:lnTo>
                  <a:lnTo>
                    <a:pt x="12209" y="222"/>
                  </a:lnTo>
                  <a:lnTo>
                    <a:pt x="13642" y="363"/>
                  </a:lnTo>
                  <a:lnTo>
                    <a:pt x="15054" y="505"/>
                  </a:lnTo>
                  <a:lnTo>
                    <a:pt x="16467" y="706"/>
                  </a:lnTo>
                  <a:lnTo>
                    <a:pt x="17880" y="928"/>
                  </a:lnTo>
                  <a:lnTo>
                    <a:pt x="19292" y="1191"/>
                  </a:lnTo>
                  <a:lnTo>
                    <a:pt x="20685" y="1494"/>
                  </a:lnTo>
                  <a:lnTo>
                    <a:pt x="22077" y="1816"/>
                  </a:lnTo>
                  <a:lnTo>
                    <a:pt x="23469" y="2180"/>
                  </a:lnTo>
                  <a:lnTo>
                    <a:pt x="24842" y="2563"/>
                  </a:lnTo>
                  <a:lnTo>
                    <a:pt x="26194" y="2987"/>
                  </a:lnTo>
                  <a:lnTo>
                    <a:pt x="27546" y="3451"/>
                  </a:lnTo>
                  <a:lnTo>
                    <a:pt x="28878" y="3935"/>
                  </a:lnTo>
                  <a:lnTo>
                    <a:pt x="30210" y="4460"/>
                  </a:lnTo>
                  <a:lnTo>
                    <a:pt x="31340" y="4944"/>
                  </a:lnTo>
                  <a:lnTo>
                    <a:pt x="32409" y="5429"/>
                  </a:lnTo>
                  <a:lnTo>
                    <a:pt x="33418" y="5933"/>
                  </a:lnTo>
                  <a:lnTo>
                    <a:pt x="34346" y="6438"/>
                  </a:lnTo>
                  <a:lnTo>
                    <a:pt x="35234" y="6962"/>
                  </a:lnTo>
                  <a:lnTo>
                    <a:pt x="36062" y="7487"/>
                  </a:lnTo>
                  <a:lnTo>
                    <a:pt x="36829" y="8032"/>
                  </a:lnTo>
                  <a:lnTo>
                    <a:pt x="37555" y="8597"/>
                  </a:lnTo>
                  <a:lnTo>
                    <a:pt x="37979" y="8960"/>
                  </a:lnTo>
                  <a:lnTo>
                    <a:pt x="38403" y="9344"/>
                  </a:lnTo>
                  <a:lnTo>
                    <a:pt x="38806" y="9727"/>
                  </a:lnTo>
                  <a:lnTo>
                    <a:pt x="39190" y="10131"/>
                  </a:lnTo>
                  <a:lnTo>
                    <a:pt x="39573" y="10534"/>
                  </a:lnTo>
                  <a:lnTo>
                    <a:pt x="39916" y="10938"/>
                  </a:lnTo>
                  <a:lnTo>
                    <a:pt x="40239" y="11362"/>
                  </a:lnTo>
                  <a:lnTo>
                    <a:pt x="40562" y="11785"/>
                  </a:lnTo>
                  <a:lnTo>
                    <a:pt x="40844" y="12209"/>
                  </a:lnTo>
                  <a:lnTo>
                    <a:pt x="41127" y="12653"/>
                  </a:lnTo>
                  <a:lnTo>
                    <a:pt x="41369" y="13097"/>
                  </a:lnTo>
                  <a:lnTo>
                    <a:pt x="41611" y="13541"/>
                  </a:lnTo>
                  <a:lnTo>
                    <a:pt x="41813" y="14005"/>
                  </a:lnTo>
                  <a:lnTo>
                    <a:pt x="42015" y="14469"/>
                  </a:lnTo>
                  <a:lnTo>
                    <a:pt x="42176" y="14913"/>
                  </a:lnTo>
                  <a:lnTo>
                    <a:pt x="42338" y="15398"/>
                  </a:lnTo>
                  <a:lnTo>
                    <a:pt x="42459" y="15862"/>
                  </a:lnTo>
                  <a:lnTo>
                    <a:pt x="42499" y="16104"/>
                  </a:lnTo>
                  <a:lnTo>
                    <a:pt x="42540" y="16366"/>
                  </a:lnTo>
                  <a:lnTo>
                    <a:pt x="42560" y="16608"/>
                  </a:lnTo>
                  <a:lnTo>
                    <a:pt x="42560" y="16851"/>
                  </a:lnTo>
                  <a:lnTo>
                    <a:pt x="42540" y="17113"/>
                  </a:lnTo>
                  <a:lnTo>
                    <a:pt x="42519" y="17355"/>
                  </a:lnTo>
                  <a:lnTo>
                    <a:pt x="42479" y="17577"/>
                  </a:lnTo>
                  <a:lnTo>
                    <a:pt x="42418" y="17799"/>
                  </a:lnTo>
                  <a:lnTo>
                    <a:pt x="42338" y="18021"/>
                  </a:lnTo>
                  <a:lnTo>
                    <a:pt x="42217" y="18223"/>
                  </a:lnTo>
                  <a:lnTo>
                    <a:pt x="42096" y="18404"/>
                  </a:lnTo>
                  <a:lnTo>
                    <a:pt x="41954" y="18566"/>
                  </a:lnTo>
                  <a:lnTo>
                    <a:pt x="41773" y="18707"/>
                  </a:lnTo>
                  <a:lnTo>
                    <a:pt x="41571" y="18848"/>
                  </a:lnTo>
                  <a:lnTo>
                    <a:pt x="41409" y="18909"/>
                  </a:lnTo>
                  <a:lnTo>
                    <a:pt x="41228" y="18969"/>
                  </a:lnTo>
                  <a:lnTo>
                    <a:pt x="41046" y="19010"/>
                  </a:lnTo>
                  <a:lnTo>
                    <a:pt x="40865" y="19050"/>
                  </a:lnTo>
                  <a:lnTo>
                    <a:pt x="40461" y="19070"/>
                  </a:lnTo>
                  <a:lnTo>
                    <a:pt x="40057" y="19070"/>
                  </a:lnTo>
                  <a:lnTo>
                    <a:pt x="38948" y="19050"/>
                  </a:lnTo>
                  <a:lnTo>
                    <a:pt x="37838" y="19010"/>
                  </a:lnTo>
                  <a:lnTo>
                    <a:pt x="35618" y="18909"/>
                  </a:lnTo>
                  <a:lnTo>
                    <a:pt x="33398" y="18788"/>
                  </a:lnTo>
                  <a:lnTo>
                    <a:pt x="31198" y="18626"/>
                  </a:lnTo>
                  <a:lnTo>
                    <a:pt x="28918" y="18485"/>
                  </a:lnTo>
                  <a:lnTo>
                    <a:pt x="26597" y="18344"/>
                  </a:lnTo>
                  <a:lnTo>
                    <a:pt x="24277" y="18243"/>
                  </a:lnTo>
                  <a:lnTo>
                    <a:pt x="23126" y="18223"/>
                  </a:lnTo>
                  <a:lnTo>
                    <a:pt x="21956" y="18203"/>
                  </a:lnTo>
                  <a:lnTo>
                    <a:pt x="20806" y="18182"/>
                  </a:lnTo>
                  <a:lnTo>
                    <a:pt x="19635" y="18203"/>
                  </a:lnTo>
                  <a:lnTo>
                    <a:pt x="18465" y="18243"/>
                  </a:lnTo>
                  <a:lnTo>
                    <a:pt x="17315" y="18304"/>
                  </a:lnTo>
                  <a:lnTo>
                    <a:pt x="16164" y="18384"/>
                  </a:lnTo>
                  <a:lnTo>
                    <a:pt x="14994" y="18485"/>
                  </a:lnTo>
                  <a:lnTo>
                    <a:pt x="13844" y="18626"/>
                  </a:lnTo>
                  <a:lnTo>
                    <a:pt x="12693" y="18788"/>
                  </a:lnTo>
                  <a:lnTo>
                    <a:pt x="12007" y="18909"/>
                  </a:lnTo>
                  <a:lnTo>
                    <a:pt x="11321" y="19050"/>
                  </a:lnTo>
                  <a:lnTo>
                    <a:pt x="10615" y="19232"/>
                  </a:lnTo>
                  <a:lnTo>
                    <a:pt x="10272" y="19333"/>
                  </a:lnTo>
                  <a:lnTo>
                    <a:pt x="9929" y="19454"/>
                  </a:lnTo>
                  <a:lnTo>
                    <a:pt x="9586" y="19595"/>
                  </a:lnTo>
                  <a:lnTo>
                    <a:pt x="9263" y="19736"/>
                  </a:lnTo>
                  <a:lnTo>
                    <a:pt x="8940" y="19898"/>
                  </a:lnTo>
                  <a:lnTo>
                    <a:pt x="8617" y="20059"/>
                  </a:lnTo>
                  <a:lnTo>
                    <a:pt x="8314" y="20261"/>
                  </a:lnTo>
                  <a:lnTo>
                    <a:pt x="8032" y="20463"/>
                  </a:lnTo>
                  <a:lnTo>
                    <a:pt x="7749" y="20705"/>
                  </a:lnTo>
                  <a:lnTo>
                    <a:pt x="7487" y="20947"/>
                  </a:lnTo>
                  <a:lnTo>
                    <a:pt x="7245" y="21230"/>
                  </a:lnTo>
                  <a:lnTo>
                    <a:pt x="7003" y="21512"/>
                  </a:lnTo>
                  <a:lnTo>
                    <a:pt x="6801" y="21815"/>
                  </a:lnTo>
                  <a:lnTo>
                    <a:pt x="6619" y="22118"/>
                  </a:lnTo>
                  <a:lnTo>
                    <a:pt x="6458" y="22440"/>
                  </a:lnTo>
                  <a:lnTo>
                    <a:pt x="6316" y="22763"/>
                  </a:lnTo>
                  <a:lnTo>
                    <a:pt x="6195" y="23086"/>
                  </a:lnTo>
                  <a:lnTo>
                    <a:pt x="6094" y="23429"/>
                  </a:lnTo>
                  <a:lnTo>
                    <a:pt x="5994" y="23752"/>
                  </a:lnTo>
                  <a:lnTo>
                    <a:pt x="5913" y="24075"/>
                  </a:lnTo>
                  <a:lnTo>
                    <a:pt x="5792" y="24701"/>
                  </a:lnTo>
                  <a:lnTo>
                    <a:pt x="5711" y="25306"/>
                  </a:lnTo>
                  <a:lnTo>
                    <a:pt x="5650" y="25871"/>
                  </a:lnTo>
                  <a:lnTo>
                    <a:pt x="5650" y="26154"/>
                  </a:lnTo>
                  <a:lnTo>
                    <a:pt x="5650" y="26497"/>
                  </a:lnTo>
                  <a:lnTo>
                    <a:pt x="5650" y="27243"/>
                  </a:lnTo>
                  <a:lnTo>
                    <a:pt x="5630" y="27627"/>
                  </a:lnTo>
                  <a:lnTo>
                    <a:pt x="5610" y="28010"/>
                  </a:lnTo>
                  <a:lnTo>
                    <a:pt x="5529" y="28373"/>
                  </a:lnTo>
                  <a:lnTo>
                    <a:pt x="5489" y="28555"/>
                  </a:lnTo>
                  <a:lnTo>
                    <a:pt x="5428" y="28696"/>
                  </a:lnTo>
                  <a:lnTo>
                    <a:pt x="5368" y="28838"/>
                  </a:lnTo>
                  <a:lnTo>
                    <a:pt x="5287" y="28979"/>
                  </a:lnTo>
                  <a:lnTo>
                    <a:pt x="5206" y="29080"/>
                  </a:lnTo>
                  <a:lnTo>
                    <a:pt x="5106" y="29181"/>
                  </a:lnTo>
                  <a:lnTo>
                    <a:pt x="5005" y="29221"/>
                  </a:lnTo>
                  <a:lnTo>
                    <a:pt x="4904" y="29261"/>
                  </a:lnTo>
                  <a:lnTo>
                    <a:pt x="4803" y="29281"/>
                  </a:lnTo>
                  <a:lnTo>
                    <a:pt x="4702" y="29302"/>
                  </a:lnTo>
                  <a:lnTo>
                    <a:pt x="4581" y="29302"/>
                  </a:lnTo>
                  <a:lnTo>
                    <a:pt x="4440" y="29281"/>
                  </a:lnTo>
                  <a:lnTo>
                    <a:pt x="4177" y="29201"/>
                  </a:lnTo>
                  <a:lnTo>
                    <a:pt x="3955" y="29100"/>
                  </a:lnTo>
                  <a:lnTo>
                    <a:pt x="3774" y="28959"/>
                  </a:lnTo>
                  <a:lnTo>
                    <a:pt x="3592" y="28797"/>
                  </a:lnTo>
                  <a:lnTo>
                    <a:pt x="3451" y="28616"/>
                  </a:lnTo>
                  <a:lnTo>
                    <a:pt x="3310" y="28414"/>
                  </a:lnTo>
                  <a:lnTo>
                    <a:pt x="3188" y="28192"/>
                  </a:lnTo>
                  <a:lnTo>
                    <a:pt x="2946" y="27728"/>
                  </a:lnTo>
                  <a:lnTo>
                    <a:pt x="2523" y="26678"/>
                  </a:lnTo>
                  <a:lnTo>
                    <a:pt x="2119" y="25629"/>
                  </a:lnTo>
                  <a:lnTo>
                    <a:pt x="1756" y="24539"/>
                  </a:lnTo>
                  <a:lnTo>
                    <a:pt x="1433" y="23429"/>
                  </a:lnTo>
                  <a:lnTo>
                    <a:pt x="1130" y="22279"/>
                  </a:lnTo>
                  <a:lnTo>
                    <a:pt x="868" y="21129"/>
                  </a:lnTo>
                  <a:lnTo>
                    <a:pt x="646" y="19938"/>
                  </a:lnTo>
                  <a:lnTo>
                    <a:pt x="464" y="18707"/>
                  </a:lnTo>
                  <a:lnTo>
                    <a:pt x="323" y="17476"/>
                  </a:lnTo>
                  <a:lnTo>
                    <a:pt x="202" y="16205"/>
                  </a:lnTo>
                  <a:lnTo>
                    <a:pt x="141" y="14913"/>
                  </a:lnTo>
                  <a:lnTo>
                    <a:pt x="101" y="13602"/>
                  </a:lnTo>
                  <a:lnTo>
                    <a:pt x="81" y="12250"/>
                  </a:lnTo>
                  <a:lnTo>
                    <a:pt x="121" y="10897"/>
                  </a:lnTo>
                  <a:lnTo>
                    <a:pt x="202" y="9505"/>
                  </a:lnTo>
                  <a:lnTo>
                    <a:pt x="303" y="8092"/>
                  </a:lnTo>
                  <a:lnTo>
                    <a:pt x="404" y="7144"/>
                  </a:lnTo>
                  <a:lnTo>
                    <a:pt x="464" y="6639"/>
                  </a:lnTo>
                  <a:lnTo>
                    <a:pt x="545" y="6135"/>
                  </a:lnTo>
                  <a:lnTo>
                    <a:pt x="646" y="5630"/>
                  </a:lnTo>
                  <a:lnTo>
                    <a:pt x="767" y="5106"/>
                  </a:lnTo>
                  <a:lnTo>
                    <a:pt x="928" y="4601"/>
                  </a:lnTo>
                  <a:lnTo>
                    <a:pt x="1090" y="4097"/>
                  </a:lnTo>
                  <a:lnTo>
                    <a:pt x="1292" y="3612"/>
                  </a:lnTo>
                  <a:lnTo>
                    <a:pt x="1514" y="3128"/>
                  </a:lnTo>
                  <a:lnTo>
                    <a:pt x="1776" y="2684"/>
                  </a:lnTo>
                  <a:lnTo>
                    <a:pt x="2058" y="2240"/>
                  </a:lnTo>
                  <a:lnTo>
                    <a:pt x="2220" y="2038"/>
                  </a:lnTo>
                  <a:lnTo>
                    <a:pt x="2381" y="1837"/>
                  </a:lnTo>
                  <a:lnTo>
                    <a:pt x="2563" y="1655"/>
                  </a:lnTo>
                  <a:lnTo>
                    <a:pt x="2765" y="1473"/>
                  </a:lnTo>
                  <a:lnTo>
                    <a:pt x="2967" y="1312"/>
                  </a:lnTo>
                  <a:lnTo>
                    <a:pt x="3168" y="1150"/>
                  </a:lnTo>
                  <a:lnTo>
                    <a:pt x="3390" y="989"/>
                  </a:lnTo>
                  <a:lnTo>
                    <a:pt x="3612" y="848"/>
                  </a:lnTo>
                  <a:lnTo>
                    <a:pt x="3854" y="727"/>
                  </a:lnTo>
                  <a:lnTo>
                    <a:pt x="4117" y="626"/>
                  </a:lnTo>
                  <a:lnTo>
                    <a:pt x="4359" y="525"/>
                  </a:lnTo>
                  <a:lnTo>
                    <a:pt x="4621" y="424"/>
                  </a:lnTo>
                  <a:lnTo>
                    <a:pt x="5146" y="303"/>
                  </a:lnTo>
                  <a:lnTo>
                    <a:pt x="5691" y="202"/>
                  </a:lnTo>
                  <a:lnTo>
                    <a:pt x="6236" y="141"/>
                  </a:lnTo>
                  <a:lnTo>
                    <a:pt x="6760" y="101"/>
                  </a:lnTo>
                  <a:lnTo>
                    <a:pt x="7305" y="81"/>
                  </a:lnTo>
                  <a:close/>
                  <a:moveTo>
                    <a:pt x="7305" y="0"/>
                  </a:moveTo>
                  <a:lnTo>
                    <a:pt x="6760" y="20"/>
                  </a:lnTo>
                  <a:lnTo>
                    <a:pt x="6215" y="61"/>
                  </a:lnTo>
                  <a:lnTo>
                    <a:pt x="5671" y="121"/>
                  </a:lnTo>
                  <a:lnTo>
                    <a:pt x="5126" y="222"/>
                  </a:lnTo>
                  <a:lnTo>
                    <a:pt x="4601" y="363"/>
                  </a:lnTo>
                  <a:lnTo>
                    <a:pt x="4339" y="444"/>
                  </a:lnTo>
                  <a:lnTo>
                    <a:pt x="4076" y="545"/>
                  </a:lnTo>
                  <a:lnTo>
                    <a:pt x="3834" y="666"/>
                  </a:lnTo>
                  <a:lnTo>
                    <a:pt x="3572" y="787"/>
                  </a:lnTo>
                  <a:lnTo>
                    <a:pt x="3350" y="928"/>
                  </a:lnTo>
                  <a:lnTo>
                    <a:pt x="3128" y="1070"/>
                  </a:lnTo>
                  <a:lnTo>
                    <a:pt x="2906" y="1231"/>
                  </a:lnTo>
                  <a:lnTo>
                    <a:pt x="2704" y="1413"/>
                  </a:lnTo>
                  <a:lnTo>
                    <a:pt x="2523" y="1594"/>
                  </a:lnTo>
                  <a:lnTo>
                    <a:pt x="2341" y="1776"/>
                  </a:lnTo>
                  <a:lnTo>
                    <a:pt x="2159" y="1978"/>
                  </a:lnTo>
                  <a:lnTo>
                    <a:pt x="1998" y="2200"/>
                  </a:lnTo>
                  <a:lnTo>
                    <a:pt x="1695" y="2624"/>
                  </a:lnTo>
                  <a:lnTo>
                    <a:pt x="1453" y="3088"/>
                  </a:lnTo>
                  <a:lnTo>
                    <a:pt x="1211" y="3572"/>
                  </a:lnTo>
                  <a:lnTo>
                    <a:pt x="1009" y="4056"/>
                  </a:lnTo>
                  <a:lnTo>
                    <a:pt x="848" y="4561"/>
                  </a:lnTo>
                  <a:lnTo>
                    <a:pt x="706" y="5086"/>
                  </a:lnTo>
                  <a:lnTo>
                    <a:pt x="585" y="5590"/>
                  </a:lnTo>
                  <a:lnTo>
                    <a:pt x="464" y="6115"/>
                  </a:lnTo>
                  <a:lnTo>
                    <a:pt x="383" y="6619"/>
                  </a:lnTo>
                  <a:lnTo>
                    <a:pt x="323" y="7124"/>
                  </a:lnTo>
                  <a:lnTo>
                    <a:pt x="222" y="8092"/>
                  </a:lnTo>
                  <a:lnTo>
                    <a:pt x="121" y="9505"/>
                  </a:lnTo>
                  <a:lnTo>
                    <a:pt x="40" y="10897"/>
                  </a:lnTo>
                  <a:lnTo>
                    <a:pt x="0" y="12250"/>
                  </a:lnTo>
                  <a:lnTo>
                    <a:pt x="20" y="13602"/>
                  </a:lnTo>
                  <a:lnTo>
                    <a:pt x="61" y="14913"/>
                  </a:lnTo>
                  <a:lnTo>
                    <a:pt x="121" y="16205"/>
                  </a:lnTo>
                  <a:lnTo>
                    <a:pt x="242" y="17476"/>
                  </a:lnTo>
                  <a:lnTo>
                    <a:pt x="383" y="18727"/>
                  </a:lnTo>
                  <a:lnTo>
                    <a:pt x="565" y="19938"/>
                  </a:lnTo>
                  <a:lnTo>
                    <a:pt x="787" y="21149"/>
                  </a:lnTo>
                  <a:lnTo>
                    <a:pt x="1049" y="22319"/>
                  </a:lnTo>
                  <a:lnTo>
                    <a:pt x="1352" y="23449"/>
                  </a:lnTo>
                  <a:lnTo>
                    <a:pt x="1675" y="24559"/>
                  </a:lnTo>
                  <a:lnTo>
                    <a:pt x="2038" y="25649"/>
                  </a:lnTo>
                  <a:lnTo>
                    <a:pt x="2442" y="26719"/>
                  </a:lnTo>
                  <a:lnTo>
                    <a:pt x="2886" y="27748"/>
                  </a:lnTo>
                  <a:lnTo>
                    <a:pt x="3108" y="28232"/>
                  </a:lnTo>
                  <a:lnTo>
                    <a:pt x="3249" y="28454"/>
                  </a:lnTo>
                  <a:lnTo>
                    <a:pt x="3390" y="28676"/>
                  </a:lnTo>
                  <a:lnTo>
                    <a:pt x="3552" y="28858"/>
                  </a:lnTo>
                  <a:lnTo>
                    <a:pt x="3733" y="29019"/>
                  </a:lnTo>
                  <a:lnTo>
                    <a:pt x="3915" y="29160"/>
                  </a:lnTo>
                  <a:lnTo>
                    <a:pt x="4137" y="29261"/>
                  </a:lnTo>
                  <a:lnTo>
                    <a:pt x="4419" y="29362"/>
                  </a:lnTo>
                  <a:lnTo>
                    <a:pt x="4541" y="29382"/>
                  </a:lnTo>
                  <a:lnTo>
                    <a:pt x="4662" y="29382"/>
                  </a:lnTo>
                  <a:lnTo>
                    <a:pt x="4803" y="29362"/>
                  </a:lnTo>
                  <a:lnTo>
                    <a:pt x="4924" y="29342"/>
                  </a:lnTo>
                  <a:lnTo>
                    <a:pt x="5045" y="29302"/>
                  </a:lnTo>
                  <a:lnTo>
                    <a:pt x="5146" y="29241"/>
                  </a:lnTo>
                  <a:lnTo>
                    <a:pt x="5247" y="29140"/>
                  </a:lnTo>
                  <a:lnTo>
                    <a:pt x="5348" y="29039"/>
                  </a:lnTo>
                  <a:lnTo>
                    <a:pt x="5428" y="28898"/>
                  </a:lnTo>
                  <a:lnTo>
                    <a:pt x="5509" y="28757"/>
                  </a:lnTo>
                  <a:lnTo>
                    <a:pt x="5570" y="28595"/>
                  </a:lnTo>
                  <a:lnTo>
                    <a:pt x="5610" y="28414"/>
                  </a:lnTo>
                  <a:lnTo>
                    <a:pt x="5671" y="28051"/>
                  </a:lnTo>
                  <a:lnTo>
                    <a:pt x="5711" y="27647"/>
                  </a:lnTo>
                  <a:lnTo>
                    <a:pt x="5731" y="27243"/>
                  </a:lnTo>
                  <a:lnTo>
                    <a:pt x="5731" y="26497"/>
                  </a:lnTo>
                  <a:lnTo>
                    <a:pt x="5731" y="26154"/>
                  </a:lnTo>
                  <a:lnTo>
                    <a:pt x="5731" y="25891"/>
                  </a:lnTo>
                  <a:lnTo>
                    <a:pt x="5792" y="25326"/>
                  </a:lnTo>
                  <a:lnTo>
                    <a:pt x="5872" y="24721"/>
                  </a:lnTo>
                  <a:lnTo>
                    <a:pt x="5994" y="24095"/>
                  </a:lnTo>
                  <a:lnTo>
                    <a:pt x="6074" y="23772"/>
                  </a:lnTo>
                  <a:lnTo>
                    <a:pt x="6155" y="23449"/>
                  </a:lnTo>
                  <a:lnTo>
                    <a:pt x="6276" y="23127"/>
                  </a:lnTo>
                  <a:lnTo>
                    <a:pt x="6397" y="22804"/>
                  </a:lnTo>
                  <a:lnTo>
                    <a:pt x="6538" y="22481"/>
                  </a:lnTo>
                  <a:lnTo>
                    <a:pt x="6700" y="22178"/>
                  </a:lnTo>
                  <a:lnTo>
                    <a:pt x="6881" y="21855"/>
                  </a:lnTo>
                  <a:lnTo>
                    <a:pt x="7083" y="21573"/>
                  </a:lnTo>
                  <a:lnTo>
                    <a:pt x="7305" y="21270"/>
                  </a:lnTo>
                  <a:lnTo>
                    <a:pt x="7547" y="21008"/>
                  </a:lnTo>
                  <a:lnTo>
                    <a:pt x="7810" y="20765"/>
                  </a:lnTo>
                  <a:lnTo>
                    <a:pt x="8092" y="20523"/>
                  </a:lnTo>
                  <a:lnTo>
                    <a:pt x="8375" y="20322"/>
                  </a:lnTo>
                  <a:lnTo>
                    <a:pt x="8677" y="20140"/>
                  </a:lnTo>
                  <a:lnTo>
                    <a:pt x="8980" y="19958"/>
                  </a:lnTo>
                  <a:lnTo>
                    <a:pt x="9303" y="19797"/>
                  </a:lnTo>
                  <a:lnTo>
                    <a:pt x="9626" y="19656"/>
                  </a:lnTo>
                  <a:lnTo>
                    <a:pt x="9969" y="19535"/>
                  </a:lnTo>
                  <a:lnTo>
                    <a:pt x="10292" y="19413"/>
                  </a:lnTo>
                  <a:lnTo>
                    <a:pt x="10635" y="19313"/>
                  </a:lnTo>
                  <a:lnTo>
                    <a:pt x="11341" y="19131"/>
                  </a:lnTo>
                  <a:lnTo>
                    <a:pt x="12027" y="18990"/>
                  </a:lnTo>
                  <a:lnTo>
                    <a:pt x="12713" y="18869"/>
                  </a:lnTo>
                  <a:lnTo>
                    <a:pt x="13864" y="18707"/>
                  </a:lnTo>
                  <a:lnTo>
                    <a:pt x="15014" y="18566"/>
                  </a:lnTo>
                  <a:lnTo>
                    <a:pt x="16164" y="18465"/>
                  </a:lnTo>
                  <a:lnTo>
                    <a:pt x="17315" y="18384"/>
                  </a:lnTo>
                  <a:lnTo>
                    <a:pt x="18485" y="18324"/>
                  </a:lnTo>
                  <a:lnTo>
                    <a:pt x="19635" y="18283"/>
                  </a:lnTo>
                  <a:lnTo>
                    <a:pt x="20806" y="18263"/>
                  </a:lnTo>
                  <a:lnTo>
                    <a:pt x="21956" y="18283"/>
                  </a:lnTo>
                  <a:lnTo>
                    <a:pt x="23126" y="18304"/>
                  </a:lnTo>
                  <a:lnTo>
                    <a:pt x="24277" y="18324"/>
                  </a:lnTo>
                  <a:lnTo>
                    <a:pt x="26597" y="18425"/>
                  </a:lnTo>
                  <a:lnTo>
                    <a:pt x="28918" y="18566"/>
                  </a:lnTo>
                  <a:lnTo>
                    <a:pt x="31198" y="18707"/>
                  </a:lnTo>
                  <a:lnTo>
                    <a:pt x="33398" y="18869"/>
                  </a:lnTo>
                  <a:lnTo>
                    <a:pt x="35618" y="18990"/>
                  </a:lnTo>
                  <a:lnTo>
                    <a:pt x="37838" y="19091"/>
                  </a:lnTo>
                  <a:lnTo>
                    <a:pt x="38948" y="19131"/>
                  </a:lnTo>
                  <a:lnTo>
                    <a:pt x="40057" y="19151"/>
                  </a:lnTo>
                  <a:lnTo>
                    <a:pt x="40481" y="19151"/>
                  </a:lnTo>
                  <a:lnTo>
                    <a:pt x="40885" y="19131"/>
                  </a:lnTo>
                  <a:lnTo>
                    <a:pt x="41066" y="19091"/>
                  </a:lnTo>
                  <a:lnTo>
                    <a:pt x="41248" y="19050"/>
                  </a:lnTo>
                  <a:lnTo>
                    <a:pt x="41430" y="18990"/>
                  </a:lnTo>
                  <a:lnTo>
                    <a:pt x="41611" y="18909"/>
                  </a:lnTo>
                  <a:lnTo>
                    <a:pt x="41813" y="18788"/>
                  </a:lnTo>
                  <a:lnTo>
                    <a:pt x="41995" y="18626"/>
                  </a:lnTo>
                  <a:lnTo>
                    <a:pt x="42156" y="18465"/>
                  </a:lnTo>
                  <a:lnTo>
                    <a:pt x="42297" y="18263"/>
                  </a:lnTo>
                  <a:lnTo>
                    <a:pt x="42398" y="18061"/>
                  </a:lnTo>
                  <a:lnTo>
                    <a:pt x="42479" y="17839"/>
                  </a:lnTo>
                  <a:lnTo>
                    <a:pt x="42560" y="17617"/>
                  </a:lnTo>
                  <a:lnTo>
                    <a:pt x="42600" y="17375"/>
                  </a:lnTo>
                  <a:lnTo>
                    <a:pt x="42620" y="17133"/>
                  </a:lnTo>
                  <a:lnTo>
                    <a:pt x="42640" y="16871"/>
                  </a:lnTo>
                  <a:lnTo>
                    <a:pt x="42640" y="16608"/>
                  </a:lnTo>
                  <a:lnTo>
                    <a:pt x="42620" y="16366"/>
                  </a:lnTo>
                  <a:lnTo>
                    <a:pt x="42580" y="16104"/>
                  </a:lnTo>
                  <a:lnTo>
                    <a:pt x="42540" y="15862"/>
                  </a:lnTo>
                  <a:lnTo>
                    <a:pt x="42418" y="15357"/>
                  </a:lnTo>
                  <a:lnTo>
                    <a:pt x="42257" y="14893"/>
                  </a:lnTo>
                  <a:lnTo>
                    <a:pt x="42096" y="14429"/>
                  </a:lnTo>
                  <a:lnTo>
                    <a:pt x="41894" y="13965"/>
                  </a:lnTo>
                  <a:lnTo>
                    <a:pt x="41672" y="13521"/>
                  </a:lnTo>
                  <a:lnTo>
                    <a:pt x="41450" y="13057"/>
                  </a:lnTo>
                  <a:lnTo>
                    <a:pt x="41187" y="12613"/>
                  </a:lnTo>
                  <a:lnTo>
                    <a:pt x="40925" y="12169"/>
                  </a:lnTo>
                  <a:lnTo>
                    <a:pt x="40622" y="11745"/>
                  </a:lnTo>
                  <a:lnTo>
                    <a:pt x="40320" y="11301"/>
                  </a:lnTo>
                  <a:lnTo>
                    <a:pt x="39977" y="10897"/>
                  </a:lnTo>
                  <a:lnTo>
                    <a:pt x="39634" y="10474"/>
                  </a:lnTo>
                  <a:lnTo>
                    <a:pt x="39250" y="10070"/>
                  </a:lnTo>
                  <a:lnTo>
                    <a:pt x="38867" y="9666"/>
                  </a:lnTo>
                  <a:lnTo>
                    <a:pt x="38463" y="9283"/>
                  </a:lnTo>
                  <a:lnTo>
                    <a:pt x="38039" y="8900"/>
                  </a:lnTo>
                  <a:lnTo>
                    <a:pt x="37595" y="8536"/>
                  </a:lnTo>
                  <a:lnTo>
                    <a:pt x="36869" y="7971"/>
                  </a:lnTo>
                  <a:lnTo>
                    <a:pt x="36102" y="7426"/>
                  </a:lnTo>
                  <a:lnTo>
                    <a:pt x="35275" y="6882"/>
                  </a:lnTo>
                  <a:lnTo>
                    <a:pt x="34387" y="6377"/>
                  </a:lnTo>
                  <a:lnTo>
                    <a:pt x="33459" y="5873"/>
                  </a:lnTo>
                  <a:lnTo>
                    <a:pt x="32450" y="5368"/>
                  </a:lnTo>
                  <a:lnTo>
                    <a:pt x="31380" y="4884"/>
                  </a:lnTo>
                  <a:lnTo>
                    <a:pt x="30230" y="4379"/>
                  </a:lnTo>
                  <a:lnTo>
                    <a:pt x="28918" y="3875"/>
                  </a:lnTo>
                  <a:lnTo>
                    <a:pt x="27586" y="3370"/>
                  </a:lnTo>
                  <a:lnTo>
                    <a:pt x="26234" y="2906"/>
                  </a:lnTo>
                  <a:lnTo>
                    <a:pt x="24862" y="2482"/>
                  </a:lnTo>
                  <a:lnTo>
                    <a:pt x="23490" y="2099"/>
                  </a:lnTo>
                  <a:lnTo>
                    <a:pt x="22097" y="1736"/>
                  </a:lnTo>
                  <a:lnTo>
                    <a:pt x="20705" y="1413"/>
                  </a:lnTo>
                  <a:lnTo>
                    <a:pt x="19312" y="1110"/>
                  </a:lnTo>
                  <a:lnTo>
                    <a:pt x="17900" y="848"/>
                  </a:lnTo>
                  <a:lnTo>
                    <a:pt x="16487" y="626"/>
                  </a:lnTo>
                  <a:lnTo>
                    <a:pt x="15075" y="424"/>
                  </a:lnTo>
                  <a:lnTo>
                    <a:pt x="13642" y="283"/>
                  </a:lnTo>
                  <a:lnTo>
                    <a:pt x="12229" y="141"/>
                  </a:lnTo>
                  <a:lnTo>
                    <a:pt x="10796" y="61"/>
                  </a:lnTo>
                  <a:lnTo>
                    <a:pt x="93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7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7"/>
            <p:cNvSpPr/>
            <p:nvPr/>
          </p:nvSpPr>
          <p:spPr>
            <a:xfrm flipH="1">
              <a:off x="1696475" y="-3953198"/>
              <a:ext cx="631867" cy="441222"/>
            </a:xfrm>
            <a:custGeom>
              <a:rect b="b" l="l" r="r" t="t"/>
              <a:pathLst>
                <a:path extrusionOk="0" h="7892" w="11302">
                  <a:moveTo>
                    <a:pt x="10030" y="82"/>
                  </a:moveTo>
                  <a:lnTo>
                    <a:pt x="10252" y="102"/>
                  </a:lnTo>
                  <a:lnTo>
                    <a:pt x="10494" y="142"/>
                  </a:lnTo>
                  <a:lnTo>
                    <a:pt x="10696" y="203"/>
                  </a:lnTo>
                  <a:lnTo>
                    <a:pt x="10797" y="243"/>
                  </a:lnTo>
                  <a:lnTo>
                    <a:pt x="10897" y="304"/>
                  </a:lnTo>
                  <a:lnTo>
                    <a:pt x="10978" y="364"/>
                  </a:lnTo>
                  <a:lnTo>
                    <a:pt x="11059" y="445"/>
                  </a:lnTo>
                  <a:lnTo>
                    <a:pt x="11119" y="526"/>
                  </a:lnTo>
                  <a:lnTo>
                    <a:pt x="11180" y="627"/>
                  </a:lnTo>
                  <a:lnTo>
                    <a:pt x="11220" y="727"/>
                  </a:lnTo>
                  <a:lnTo>
                    <a:pt x="11220" y="828"/>
                  </a:lnTo>
                  <a:lnTo>
                    <a:pt x="11220" y="949"/>
                  </a:lnTo>
                  <a:lnTo>
                    <a:pt x="11180" y="1050"/>
                  </a:lnTo>
                  <a:lnTo>
                    <a:pt x="11140" y="1131"/>
                  </a:lnTo>
                  <a:lnTo>
                    <a:pt x="11079" y="1192"/>
                  </a:lnTo>
                  <a:lnTo>
                    <a:pt x="11019" y="1252"/>
                  </a:lnTo>
                  <a:lnTo>
                    <a:pt x="10938" y="1313"/>
                  </a:lnTo>
                  <a:lnTo>
                    <a:pt x="10756" y="1393"/>
                  </a:lnTo>
                  <a:lnTo>
                    <a:pt x="10554" y="1474"/>
                  </a:lnTo>
                  <a:lnTo>
                    <a:pt x="10433" y="1535"/>
                  </a:lnTo>
                  <a:lnTo>
                    <a:pt x="10131" y="1676"/>
                  </a:lnTo>
                  <a:lnTo>
                    <a:pt x="9888" y="1858"/>
                  </a:lnTo>
                  <a:lnTo>
                    <a:pt x="9666" y="2039"/>
                  </a:lnTo>
                  <a:lnTo>
                    <a:pt x="9505" y="2261"/>
                  </a:lnTo>
                  <a:lnTo>
                    <a:pt x="9364" y="2503"/>
                  </a:lnTo>
                  <a:lnTo>
                    <a:pt x="9243" y="2745"/>
                  </a:lnTo>
                  <a:lnTo>
                    <a:pt x="9021" y="3290"/>
                  </a:lnTo>
                  <a:lnTo>
                    <a:pt x="8819" y="3795"/>
                  </a:lnTo>
                  <a:lnTo>
                    <a:pt x="8617" y="4239"/>
                  </a:lnTo>
                  <a:lnTo>
                    <a:pt x="8415" y="4663"/>
                  </a:lnTo>
                  <a:lnTo>
                    <a:pt x="8193" y="5046"/>
                  </a:lnTo>
                  <a:lnTo>
                    <a:pt x="7992" y="5389"/>
                  </a:lnTo>
                  <a:lnTo>
                    <a:pt x="7749" y="5712"/>
                  </a:lnTo>
                  <a:lnTo>
                    <a:pt x="7527" y="6015"/>
                  </a:lnTo>
                  <a:lnTo>
                    <a:pt x="7285" y="6277"/>
                  </a:lnTo>
                  <a:lnTo>
                    <a:pt x="7023" y="6519"/>
                  </a:lnTo>
                  <a:lnTo>
                    <a:pt x="6821" y="6701"/>
                  </a:lnTo>
                  <a:lnTo>
                    <a:pt x="6599" y="6862"/>
                  </a:lnTo>
                  <a:lnTo>
                    <a:pt x="6357" y="7024"/>
                  </a:lnTo>
                  <a:lnTo>
                    <a:pt x="6115" y="7165"/>
                  </a:lnTo>
                  <a:lnTo>
                    <a:pt x="5873" y="7286"/>
                  </a:lnTo>
                  <a:lnTo>
                    <a:pt x="5630" y="7407"/>
                  </a:lnTo>
                  <a:lnTo>
                    <a:pt x="5368" y="7508"/>
                  </a:lnTo>
                  <a:lnTo>
                    <a:pt x="5086" y="7589"/>
                  </a:lnTo>
                  <a:lnTo>
                    <a:pt x="4823" y="7669"/>
                  </a:lnTo>
                  <a:lnTo>
                    <a:pt x="4541" y="7730"/>
                  </a:lnTo>
                  <a:lnTo>
                    <a:pt x="4278" y="7770"/>
                  </a:lnTo>
                  <a:lnTo>
                    <a:pt x="3996" y="7790"/>
                  </a:lnTo>
                  <a:lnTo>
                    <a:pt x="3713" y="7811"/>
                  </a:lnTo>
                  <a:lnTo>
                    <a:pt x="3431" y="7811"/>
                  </a:lnTo>
                  <a:lnTo>
                    <a:pt x="3169" y="7790"/>
                  </a:lnTo>
                  <a:lnTo>
                    <a:pt x="2886" y="7750"/>
                  </a:lnTo>
                  <a:lnTo>
                    <a:pt x="2603" y="7690"/>
                  </a:lnTo>
                  <a:lnTo>
                    <a:pt x="2321" y="7629"/>
                  </a:lnTo>
                  <a:lnTo>
                    <a:pt x="2059" y="7528"/>
                  </a:lnTo>
                  <a:lnTo>
                    <a:pt x="1796" y="7427"/>
                  </a:lnTo>
                  <a:lnTo>
                    <a:pt x="1554" y="7306"/>
                  </a:lnTo>
                  <a:lnTo>
                    <a:pt x="1332" y="7165"/>
                  </a:lnTo>
                  <a:lnTo>
                    <a:pt x="1110" y="7024"/>
                  </a:lnTo>
                  <a:lnTo>
                    <a:pt x="908" y="6842"/>
                  </a:lnTo>
                  <a:lnTo>
                    <a:pt x="707" y="6640"/>
                  </a:lnTo>
                  <a:lnTo>
                    <a:pt x="545" y="6418"/>
                  </a:lnTo>
                  <a:lnTo>
                    <a:pt x="384" y="6176"/>
                  </a:lnTo>
                  <a:lnTo>
                    <a:pt x="263" y="5934"/>
                  </a:lnTo>
                  <a:lnTo>
                    <a:pt x="182" y="5692"/>
                  </a:lnTo>
                  <a:lnTo>
                    <a:pt x="101" y="5429"/>
                  </a:lnTo>
                  <a:lnTo>
                    <a:pt x="81" y="5167"/>
                  </a:lnTo>
                  <a:lnTo>
                    <a:pt x="81" y="4905"/>
                  </a:lnTo>
                  <a:lnTo>
                    <a:pt x="101" y="4663"/>
                  </a:lnTo>
                  <a:lnTo>
                    <a:pt x="142" y="4441"/>
                  </a:lnTo>
                  <a:lnTo>
                    <a:pt x="222" y="4239"/>
                  </a:lnTo>
                  <a:lnTo>
                    <a:pt x="303" y="4037"/>
                  </a:lnTo>
                  <a:lnTo>
                    <a:pt x="404" y="3835"/>
                  </a:lnTo>
                  <a:lnTo>
                    <a:pt x="525" y="3654"/>
                  </a:lnTo>
                  <a:lnTo>
                    <a:pt x="646" y="3472"/>
                  </a:lnTo>
                  <a:lnTo>
                    <a:pt x="787" y="3311"/>
                  </a:lnTo>
                  <a:lnTo>
                    <a:pt x="1090" y="3008"/>
                  </a:lnTo>
                  <a:lnTo>
                    <a:pt x="1393" y="2745"/>
                  </a:lnTo>
                  <a:lnTo>
                    <a:pt x="1695" y="2523"/>
                  </a:lnTo>
                  <a:lnTo>
                    <a:pt x="1978" y="2342"/>
                  </a:lnTo>
                  <a:lnTo>
                    <a:pt x="2361" y="2120"/>
                  </a:lnTo>
                  <a:lnTo>
                    <a:pt x="2745" y="1918"/>
                  </a:lnTo>
                  <a:lnTo>
                    <a:pt x="3128" y="1736"/>
                  </a:lnTo>
                  <a:lnTo>
                    <a:pt x="3532" y="1555"/>
                  </a:lnTo>
                  <a:lnTo>
                    <a:pt x="4319" y="1252"/>
                  </a:lnTo>
                  <a:lnTo>
                    <a:pt x="5106" y="990"/>
                  </a:lnTo>
                  <a:lnTo>
                    <a:pt x="6175" y="647"/>
                  </a:lnTo>
                  <a:lnTo>
                    <a:pt x="6740" y="505"/>
                  </a:lnTo>
                  <a:lnTo>
                    <a:pt x="7326" y="364"/>
                  </a:lnTo>
                  <a:lnTo>
                    <a:pt x="7911" y="243"/>
                  </a:lnTo>
                  <a:lnTo>
                    <a:pt x="8496" y="162"/>
                  </a:lnTo>
                  <a:lnTo>
                    <a:pt x="9101" y="102"/>
                  </a:lnTo>
                  <a:lnTo>
                    <a:pt x="9727" y="82"/>
                  </a:lnTo>
                  <a:close/>
                  <a:moveTo>
                    <a:pt x="9384" y="1"/>
                  </a:moveTo>
                  <a:lnTo>
                    <a:pt x="8718" y="62"/>
                  </a:lnTo>
                  <a:lnTo>
                    <a:pt x="8092" y="142"/>
                  </a:lnTo>
                  <a:lnTo>
                    <a:pt x="7447" y="243"/>
                  </a:lnTo>
                  <a:lnTo>
                    <a:pt x="6841" y="384"/>
                  </a:lnTo>
                  <a:lnTo>
                    <a:pt x="6236" y="546"/>
                  </a:lnTo>
                  <a:lnTo>
                    <a:pt x="5651" y="727"/>
                  </a:lnTo>
                  <a:lnTo>
                    <a:pt x="5086" y="909"/>
                  </a:lnTo>
                  <a:lnTo>
                    <a:pt x="4299" y="1171"/>
                  </a:lnTo>
                  <a:lnTo>
                    <a:pt x="3491" y="1474"/>
                  </a:lnTo>
                  <a:lnTo>
                    <a:pt x="3108" y="1656"/>
                  </a:lnTo>
                  <a:lnTo>
                    <a:pt x="2704" y="1837"/>
                  </a:lnTo>
                  <a:lnTo>
                    <a:pt x="2321" y="2039"/>
                  </a:lnTo>
                  <a:lnTo>
                    <a:pt x="1938" y="2261"/>
                  </a:lnTo>
                  <a:lnTo>
                    <a:pt x="1655" y="2443"/>
                  </a:lnTo>
                  <a:lnTo>
                    <a:pt x="1352" y="2685"/>
                  </a:lnTo>
                  <a:lnTo>
                    <a:pt x="1029" y="2947"/>
                  </a:lnTo>
                  <a:lnTo>
                    <a:pt x="727" y="3250"/>
                  </a:lnTo>
                  <a:lnTo>
                    <a:pt x="585" y="3432"/>
                  </a:lnTo>
                  <a:lnTo>
                    <a:pt x="464" y="3613"/>
                  </a:lnTo>
                  <a:lnTo>
                    <a:pt x="343" y="3795"/>
                  </a:lnTo>
                  <a:lnTo>
                    <a:pt x="222" y="3997"/>
                  </a:lnTo>
                  <a:lnTo>
                    <a:pt x="142" y="4219"/>
                  </a:lnTo>
                  <a:lnTo>
                    <a:pt x="61" y="4441"/>
                  </a:lnTo>
                  <a:lnTo>
                    <a:pt x="20" y="4663"/>
                  </a:lnTo>
                  <a:lnTo>
                    <a:pt x="0" y="4905"/>
                  </a:lnTo>
                  <a:lnTo>
                    <a:pt x="0" y="5167"/>
                  </a:lnTo>
                  <a:lnTo>
                    <a:pt x="20" y="5429"/>
                  </a:lnTo>
                  <a:lnTo>
                    <a:pt x="101" y="5712"/>
                  </a:lnTo>
                  <a:lnTo>
                    <a:pt x="202" y="5974"/>
                  </a:lnTo>
                  <a:lnTo>
                    <a:pt x="323" y="6216"/>
                  </a:lnTo>
                  <a:lnTo>
                    <a:pt x="485" y="6459"/>
                  </a:lnTo>
                  <a:lnTo>
                    <a:pt x="646" y="6701"/>
                  </a:lnTo>
                  <a:lnTo>
                    <a:pt x="868" y="6903"/>
                  </a:lnTo>
                  <a:lnTo>
                    <a:pt x="1070" y="7084"/>
                  </a:lnTo>
                  <a:lnTo>
                    <a:pt x="1272" y="7225"/>
                  </a:lnTo>
                  <a:lnTo>
                    <a:pt x="1514" y="7367"/>
                  </a:lnTo>
                  <a:lnTo>
                    <a:pt x="1756" y="7488"/>
                  </a:lnTo>
                  <a:lnTo>
                    <a:pt x="2018" y="7609"/>
                  </a:lnTo>
                  <a:lnTo>
                    <a:pt x="2301" y="7690"/>
                  </a:lnTo>
                  <a:lnTo>
                    <a:pt x="2583" y="7770"/>
                  </a:lnTo>
                  <a:lnTo>
                    <a:pt x="2886" y="7831"/>
                  </a:lnTo>
                  <a:lnTo>
                    <a:pt x="3269" y="7871"/>
                  </a:lnTo>
                  <a:lnTo>
                    <a:pt x="3673" y="7891"/>
                  </a:lnTo>
                  <a:lnTo>
                    <a:pt x="4137" y="7871"/>
                  </a:lnTo>
                  <a:lnTo>
                    <a:pt x="4601" y="7811"/>
                  </a:lnTo>
                  <a:lnTo>
                    <a:pt x="5045" y="7710"/>
                  </a:lnTo>
                  <a:lnTo>
                    <a:pt x="5489" y="7548"/>
                  </a:lnTo>
                  <a:lnTo>
                    <a:pt x="5913" y="7367"/>
                  </a:lnTo>
                  <a:lnTo>
                    <a:pt x="6337" y="7145"/>
                  </a:lnTo>
                  <a:lnTo>
                    <a:pt x="6720" y="6882"/>
                  </a:lnTo>
                  <a:lnTo>
                    <a:pt x="7083" y="6580"/>
                  </a:lnTo>
                  <a:lnTo>
                    <a:pt x="7346" y="6338"/>
                  </a:lnTo>
                  <a:lnTo>
                    <a:pt x="7588" y="6055"/>
                  </a:lnTo>
                  <a:lnTo>
                    <a:pt x="7830" y="5752"/>
                  </a:lnTo>
                  <a:lnTo>
                    <a:pt x="8052" y="5429"/>
                  </a:lnTo>
                  <a:lnTo>
                    <a:pt x="8274" y="5086"/>
                  </a:lnTo>
                  <a:lnTo>
                    <a:pt x="8476" y="4703"/>
                  </a:lnTo>
                  <a:lnTo>
                    <a:pt x="8698" y="4279"/>
                  </a:lnTo>
                  <a:lnTo>
                    <a:pt x="8900" y="3815"/>
                  </a:lnTo>
                  <a:lnTo>
                    <a:pt x="9101" y="3311"/>
                  </a:lnTo>
                  <a:lnTo>
                    <a:pt x="9303" y="2786"/>
                  </a:lnTo>
                  <a:lnTo>
                    <a:pt x="9424" y="2544"/>
                  </a:lnTo>
                  <a:lnTo>
                    <a:pt x="9566" y="2322"/>
                  </a:lnTo>
                  <a:lnTo>
                    <a:pt x="9727" y="2100"/>
                  </a:lnTo>
                  <a:lnTo>
                    <a:pt x="9929" y="1918"/>
                  </a:lnTo>
                  <a:lnTo>
                    <a:pt x="10171" y="1757"/>
                  </a:lnTo>
                  <a:lnTo>
                    <a:pt x="10454" y="1615"/>
                  </a:lnTo>
                  <a:lnTo>
                    <a:pt x="10595" y="1555"/>
                  </a:lnTo>
                  <a:lnTo>
                    <a:pt x="10797" y="1474"/>
                  </a:lnTo>
                  <a:lnTo>
                    <a:pt x="10978" y="1373"/>
                  </a:lnTo>
                  <a:lnTo>
                    <a:pt x="11059" y="1313"/>
                  </a:lnTo>
                  <a:lnTo>
                    <a:pt x="11140" y="1252"/>
                  </a:lnTo>
                  <a:lnTo>
                    <a:pt x="11200" y="1171"/>
                  </a:lnTo>
                  <a:lnTo>
                    <a:pt x="11261" y="1071"/>
                  </a:lnTo>
                  <a:lnTo>
                    <a:pt x="11301" y="970"/>
                  </a:lnTo>
                  <a:lnTo>
                    <a:pt x="11301" y="849"/>
                  </a:lnTo>
                  <a:lnTo>
                    <a:pt x="11301" y="727"/>
                  </a:lnTo>
                  <a:lnTo>
                    <a:pt x="11261" y="606"/>
                  </a:lnTo>
                  <a:lnTo>
                    <a:pt x="11200" y="485"/>
                  </a:lnTo>
                  <a:lnTo>
                    <a:pt x="11119" y="384"/>
                  </a:lnTo>
                  <a:lnTo>
                    <a:pt x="11039" y="304"/>
                  </a:lnTo>
                  <a:lnTo>
                    <a:pt x="10938" y="223"/>
                  </a:lnTo>
                  <a:lnTo>
                    <a:pt x="10837" y="162"/>
                  </a:lnTo>
                  <a:lnTo>
                    <a:pt x="10736" y="122"/>
                  </a:lnTo>
                  <a:lnTo>
                    <a:pt x="10514" y="62"/>
                  </a:lnTo>
                  <a:lnTo>
                    <a:pt x="10272" y="21"/>
                  </a:lnTo>
                  <a:lnTo>
                    <a:pt x="1003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7"/>
            <p:cNvSpPr/>
            <p:nvPr/>
          </p:nvSpPr>
          <p:spPr>
            <a:xfrm flipH="1">
              <a:off x="39193" y="-3980256"/>
              <a:ext cx="262933" cy="275344"/>
            </a:xfrm>
            <a:custGeom>
              <a:rect b="b" l="l" r="r" t="t"/>
              <a:pathLst>
                <a:path extrusionOk="0" h="4925" w="4703">
                  <a:moveTo>
                    <a:pt x="1938" y="81"/>
                  </a:moveTo>
                  <a:lnTo>
                    <a:pt x="2160" y="122"/>
                  </a:lnTo>
                  <a:lnTo>
                    <a:pt x="2382" y="182"/>
                  </a:lnTo>
                  <a:lnTo>
                    <a:pt x="2604" y="283"/>
                  </a:lnTo>
                  <a:lnTo>
                    <a:pt x="2785" y="384"/>
                  </a:lnTo>
                  <a:lnTo>
                    <a:pt x="2967" y="505"/>
                  </a:lnTo>
                  <a:lnTo>
                    <a:pt x="3129" y="626"/>
                  </a:lnTo>
                  <a:lnTo>
                    <a:pt x="3411" y="889"/>
                  </a:lnTo>
                  <a:lnTo>
                    <a:pt x="3613" y="1111"/>
                  </a:lnTo>
                  <a:lnTo>
                    <a:pt x="3794" y="1353"/>
                  </a:lnTo>
                  <a:lnTo>
                    <a:pt x="3976" y="1595"/>
                  </a:lnTo>
                  <a:lnTo>
                    <a:pt x="4117" y="1857"/>
                  </a:lnTo>
                  <a:lnTo>
                    <a:pt x="4259" y="2120"/>
                  </a:lnTo>
                  <a:lnTo>
                    <a:pt x="4380" y="2402"/>
                  </a:lnTo>
                  <a:lnTo>
                    <a:pt x="4460" y="2685"/>
                  </a:lnTo>
                  <a:lnTo>
                    <a:pt x="4541" y="2967"/>
                  </a:lnTo>
                  <a:lnTo>
                    <a:pt x="4602" y="3330"/>
                  </a:lnTo>
                  <a:lnTo>
                    <a:pt x="4622" y="3472"/>
                  </a:lnTo>
                  <a:lnTo>
                    <a:pt x="4622" y="3633"/>
                  </a:lnTo>
                  <a:lnTo>
                    <a:pt x="4602" y="3774"/>
                  </a:lnTo>
                  <a:lnTo>
                    <a:pt x="4561" y="3895"/>
                  </a:lnTo>
                  <a:lnTo>
                    <a:pt x="4521" y="4016"/>
                  </a:lnTo>
                  <a:lnTo>
                    <a:pt x="4481" y="4138"/>
                  </a:lnTo>
                  <a:lnTo>
                    <a:pt x="4380" y="4279"/>
                  </a:lnTo>
                  <a:lnTo>
                    <a:pt x="4238" y="4400"/>
                  </a:lnTo>
                  <a:lnTo>
                    <a:pt x="4097" y="4521"/>
                  </a:lnTo>
                  <a:lnTo>
                    <a:pt x="3916" y="4622"/>
                  </a:lnTo>
                  <a:lnTo>
                    <a:pt x="3673" y="4723"/>
                  </a:lnTo>
                  <a:lnTo>
                    <a:pt x="3431" y="4783"/>
                  </a:lnTo>
                  <a:lnTo>
                    <a:pt x="3189" y="4844"/>
                  </a:lnTo>
                  <a:lnTo>
                    <a:pt x="2685" y="4844"/>
                  </a:lnTo>
                  <a:lnTo>
                    <a:pt x="2442" y="4804"/>
                  </a:lnTo>
                  <a:lnTo>
                    <a:pt x="2200" y="4723"/>
                  </a:lnTo>
                  <a:lnTo>
                    <a:pt x="1958" y="4622"/>
                  </a:lnTo>
                  <a:lnTo>
                    <a:pt x="1676" y="4460"/>
                  </a:lnTo>
                  <a:lnTo>
                    <a:pt x="1393" y="4238"/>
                  </a:lnTo>
                  <a:lnTo>
                    <a:pt x="1111" y="3976"/>
                  </a:lnTo>
                  <a:lnTo>
                    <a:pt x="868" y="3694"/>
                  </a:lnTo>
                  <a:lnTo>
                    <a:pt x="646" y="3391"/>
                  </a:lnTo>
                  <a:lnTo>
                    <a:pt x="445" y="3068"/>
                  </a:lnTo>
                  <a:lnTo>
                    <a:pt x="283" y="2725"/>
                  </a:lnTo>
                  <a:lnTo>
                    <a:pt x="162" y="2382"/>
                  </a:lnTo>
                  <a:lnTo>
                    <a:pt x="122" y="2160"/>
                  </a:lnTo>
                  <a:lnTo>
                    <a:pt x="81" y="1958"/>
                  </a:lnTo>
                  <a:lnTo>
                    <a:pt x="81" y="1756"/>
                  </a:lnTo>
                  <a:lnTo>
                    <a:pt x="81" y="1555"/>
                  </a:lnTo>
                  <a:lnTo>
                    <a:pt x="122" y="1373"/>
                  </a:lnTo>
                  <a:lnTo>
                    <a:pt x="162" y="1191"/>
                  </a:lnTo>
                  <a:lnTo>
                    <a:pt x="243" y="1010"/>
                  </a:lnTo>
                  <a:lnTo>
                    <a:pt x="323" y="848"/>
                  </a:lnTo>
                  <a:lnTo>
                    <a:pt x="445" y="687"/>
                  </a:lnTo>
                  <a:lnTo>
                    <a:pt x="606" y="525"/>
                  </a:lnTo>
                  <a:lnTo>
                    <a:pt x="767" y="404"/>
                  </a:lnTo>
                  <a:lnTo>
                    <a:pt x="949" y="283"/>
                  </a:lnTo>
                  <a:lnTo>
                    <a:pt x="1151" y="202"/>
                  </a:lnTo>
                  <a:lnTo>
                    <a:pt x="1353" y="122"/>
                  </a:lnTo>
                  <a:lnTo>
                    <a:pt x="1554" y="81"/>
                  </a:lnTo>
                  <a:close/>
                  <a:moveTo>
                    <a:pt x="1696" y="1"/>
                  </a:moveTo>
                  <a:lnTo>
                    <a:pt x="1454" y="21"/>
                  </a:lnTo>
                  <a:lnTo>
                    <a:pt x="1211" y="81"/>
                  </a:lnTo>
                  <a:lnTo>
                    <a:pt x="989" y="182"/>
                  </a:lnTo>
                  <a:lnTo>
                    <a:pt x="767" y="303"/>
                  </a:lnTo>
                  <a:lnTo>
                    <a:pt x="586" y="445"/>
                  </a:lnTo>
                  <a:lnTo>
                    <a:pt x="404" y="626"/>
                  </a:lnTo>
                  <a:lnTo>
                    <a:pt x="263" y="808"/>
                  </a:lnTo>
                  <a:lnTo>
                    <a:pt x="162" y="989"/>
                  </a:lnTo>
                  <a:lnTo>
                    <a:pt x="81" y="1171"/>
                  </a:lnTo>
                  <a:lnTo>
                    <a:pt x="41" y="1353"/>
                  </a:lnTo>
                  <a:lnTo>
                    <a:pt x="1" y="1555"/>
                  </a:lnTo>
                  <a:lnTo>
                    <a:pt x="1" y="1756"/>
                  </a:lnTo>
                  <a:lnTo>
                    <a:pt x="1" y="1958"/>
                  </a:lnTo>
                  <a:lnTo>
                    <a:pt x="41" y="2180"/>
                  </a:lnTo>
                  <a:lnTo>
                    <a:pt x="81" y="2402"/>
                  </a:lnTo>
                  <a:lnTo>
                    <a:pt x="202" y="2745"/>
                  </a:lnTo>
                  <a:lnTo>
                    <a:pt x="364" y="3088"/>
                  </a:lnTo>
                  <a:lnTo>
                    <a:pt x="566" y="3431"/>
                  </a:lnTo>
                  <a:lnTo>
                    <a:pt x="808" y="3754"/>
                  </a:lnTo>
                  <a:lnTo>
                    <a:pt x="1050" y="4037"/>
                  </a:lnTo>
                  <a:lnTo>
                    <a:pt x="1332" y="4299"/>
                  </a:lnTo>
                  <a:lnTo>
                    <a:pt x="1635" y="4521"/>
                  </a:lnTo>
                  <a:lnTo>
                    <a:pt x="1938" y="4703"/>
                  </a:lnTo>
                  <a:lnTo>
                    <a:pt x="2160" y="4804"/>
                  </a:lnTo>
                  <a:lnTo>
                    <a:pt x="2422" y="4864"/>
                  </a:lnTo>
                  <a:lnTo>
                    <a:pt x="2664" y="4925"/>
                  </a:lnTo>
                  <a:lnTo>
                    <a:pt x="3189" y="4925"/>
                  </a:lnTo>
                  <a:lnTo>
                    <a:pt x="3451" y="4864"/>
                  </a:lnTo>
                  <a:lnTo>
                    <a:pt x="3714" y="4804"/>
                  </a:lnTo>
                  <a:lnTo>
                    <a:pt x="3956" y="4682"/>
                  </a:lnTo>
                  <a:lnTo>
                    <a:pt x="4138" y="4582"/>
                  </a:lnTo>
                  <a:lnTo>
                    <a:pt x="4299" y="4460"/>
                  </a:lnTo>
                  <a:lnTo>
                    <a:pt x="4440" y="4319"/>
                  </a:lnTo>
                  <a:lnTo>
                    <a:pt x="4541" y="4178"/>
                  </a:lnTo>
                  <a:lnTo>
                    <a:pt x="4602" y="4057"/>
                  </a:lnTo>
                  <a:lnTo>
                    <a:pt x="4642" y="3916"/>
                  </a:lnTo>
                  <a:lnTo>
                    <a:pt x="4682" y="3795"/>
                  </a:lnTo>
                  <a:lnTo>
                    <a:pt x="4703" y="3633"/>
                  </a:lnTo>
                  <a:lnTo>
                    <a:pt x="4703" y="3492"/>
                  </a:lnTo>
                  <a:lnTo>
                    <a:pt x="4682" y="3310"/>
                  </a:lnTo>
                  <a:lnTo>
                    <a:pt x="4622" y="2947"/>
                  </a:lnTo>
                  <a:lnTo>
                    <a:pt x="4541" y="2664"/>
                  </a:lnTo>
                  <a:lnTo>
                    <a:pt x="4440" y="2362"/>
                  </a:lnTo>
                  <a:lnTo>
                    <a:pt x="4339" y="2099"/>
                  </a:lnTo>
                  <a:lnTo>
                    <a:pt x="4198" y="1817"/>
                  </a:lnTo>
                  <a:lnTo>
                    <a:pt x="4037" y="1555"/>
                  </a:lnTo>
                  <a:lnTo>
                    <a:pt x="3855" y="1312"/>
                  </a:lnTo>
                  <a:lnTo>
                    <a:pt x="3673" y="1070"/>
                  </a:lnTo>
                  <a:lnTo>
                    <a:pt x="3472" y="828"/>
                  </a:lnTo>
                  <a:lnTo>
                    <a:pt x="3189" y="566"/>
                  </a:lnTo>
                  <a:lnTo>
                    <a:pt x="3007" y="445"/>
                  </a:lnTo>
                  <a:lnTo>
                    <a:pt x="2826" y="324"/>
                  </a:lnTo>
                  <a:lnTo>
                    <a:pt x="2624" y="202"/>
                  </a:lnTo>
                  <a:lnTo>
                    <a:pt x="2422" y="102"/>
                  </a:lnTo>
                  <a:lnTo>
                    <a:pt x="2180" y="41"/>
                  </a:lnTo>
                  <a:lnTo>
                    <a:pt x="19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7"/>
            <p:cNvSpPr/>
            <p:nvPr/>
          </p:nvSpPr>
          <p:spPr>
            <a:xfrm flipH="1">
              <a:off x="-3393920" y="-1511765"/>
              <a:ext cx="935332" cy="741278"/>
            </a:xfrm>
            <a:custGeom>
              <a:rect b="b" l="l" r="r" t="t"/>
              <a:pathLst>
                <a:path extrusionOk="0" h="13259" w="16730">
                  <a:moveTo>
                    <a:pt x="14550" y="81"/>
                  </a:moveTo>
                  <a:lnTo>
                    <a:pt x="14772" y="122"/>
                  </a:lnTo>
                  <a:lnTo>
                    <a:pt x="15014" y="202"/>
                  </a:lnTo>
                  <a:lnTo>
                    <a:pt x="15216" y="324"/>
                  </a:lnTo>
                  <a:lnTo>
                    <a:pt x="15438" y="465"/>
                  </a:lnTo>
                  <a:lnTo>
                    <a:pt x="15640" y="667"/>
                  </a:lnTo>
                  <a:lnTo>
                    <a:pt x="15821" y="889"/>
                  </a:lnTo>
                  <a:lnTo>
                    <a:pt x="15983" y="1131"/>
                  </a:lnTo>
                  <a:lnTo>
                    <a:pt x="16144" y="1413"/>
                  </a:lnTo>
                  <a:lnTo>
                    <a:pt x="16245" y="1655"/>
                  </a:lnTo>
                  <a:lnTo>
                    <a:pt x="16346" y="1898"/>
                  </a:lnTo>
                  <a:lnTo>
                    <a:pt x="16427" y="2140"/>
                  </a:lnTo>
                  <a:lnTo>
                    <a:pt x="16487" y="2422"/>
                  </a:lnTo>
                  <a:lnTo>
                    <a:pt x="16548" y="2685"/>
                  </a:lnTo>
                  <a:lnTo>
                    <a:pt x="16588" y="2967"/>
                  </a:lnTo>
                  <a:lnTo>
                    <a:pt x="16628" y="3250"/>
                  </a:lnTo>
                  <a:lnTo>
                    <a:pt x="16649" y="3552"/>
                  </a:lnTo>
                  <a:lnTo>
                    <a:pt x="16649" y="3855"/>
                  </a:lnTo>
                  <a:lnTo>
                    <a:pt x="16649" y="4178"/>
                  </a:lnTo>
                  <a:lnTo>
                    <a:pt x="16588" y="4844"/>
                  </a:lnTo>
                  <a:lnTo>
                    <a:pt x="16487" y="5550"/>
                  </a:lnTo>
                  <a:lnTo>
                    <a:pt x="16326" y="6317"/>
                  </a:lnTo>
                  <a:lnTo>
                    <a:pt x="16144" y="7044"/>
                  </a:lnTo>
                  <a:lnTo>
                    <a:pt x="15942" y="7709"/>
                  </a:lnTo>
                  <a:lnTo>
                    <a:pt x="15720" y="8315"/>
                  </a:lnTo>
                  <a:lnTo>
                    <a:pt x="15458" y="8860"/>
                  </a:lnTo>
                  <a:lnTo>
                    <a:pt x="15317" y="9122"/>
                  </a:lnTo>
                  <a:lnTo>
                    <a:pt x="15176" y="9364"/>
                  </a:lnTo>
                  <a:lnTo>
                    <a:pt x="15014" y="9586"/>
                  </a:lnTo>
                  <a:lnTo>
                    <a:pt x="14873" y="9808"/>
                  </a:lnTo>
                  <a:lnTo>
                    <a:pt x="14691" y="10010"/>
                  </a:lnTo>
                  <a:lnTo>
                    <a:pt x="14530" y="10212"/>
                  </a:lnTo>
                  <a:lnTo>
                    <a:pt x="14348" y="10393"/>
                  </a:lnTo>
                  <a:lnTo>
                    <a:pt x="14146" y="10555"/>
                  </a:lnTo>
                  <a:lnTo>
                    <a:pt x="13803" y="10837"/>
                  </a:lnTo>
                  <a:lnTo>
                    <a:pt x="13440" y="11080"/>
                  </a:lnTo>
                  <a:lnTo>
                    <a:pt x="13036" y="11302"/>
                  </a:lnTo>
                  <a:lnTo>
                    <a:pt x="12633" y="11483"/>
                  </a:lnTo>
                  <a:lnTo>
                    <a:pt x="12229" y="11665"/>
                  </a:lnTo>
                  <a:lnTo>
                    <a:pt x="11805" y="11806"/>
                  </a:lnTo>
                  <a:lnTo>
                    <a:pt x="11402" y="11947"/>
                  </a:lnTo>
                  <a:lnTo>
                    <a:pt x="10978" y="12068"/>
                  </a:lnTo>
                  <a:lnTo>
                    <a:pt x="10373" y="12230"/>
                  </a:lnTo>
                  <a:lnTo>
                    <a:pt x="9787" y="12371"/>
                  </a:lnTo>
                  <a:lnTo>
                    <a:pt x="9202" y="12512"/>
                  </a:lnTo>
                  <a:lnTo>
                    <a:pt x="8597" y="12633"/>
                  </a:lnTo>
                  <a:lnTo>
                    <a:pt x="7991" y="12734"/>
                  </a:lnTo>
                  <a:lnTo>
                    <a:pt x="7386" y="12835"/>
                  </a:lnTo>
                  <a:lnTo>
                    <a:pt x="6801" y="12936"/>
                  </a:lnTo>
                  <a:lnTo>
                    <a:pt x="6195" y="12997"/>
                  </a:lnTo>
                  <a:lnTo>
                    <a:pt x="5590" y="13057"/>
                  </a:lnTo>
                  <a:lnTo>
                    <a:pt x="4964" y="13118"/>
                  </a:lnTo>
                  <a:lnTo>
                    <a:pt x="4359" y="13158"/>
                  </a:lnTo>
                  <a:lnTo>
                    <a:pt x="3754" y="13178"/>
                  </a:lnTo>
                  <a:lnTo>
                    <a:pt x="1917" y="13178"/>
                  </a:lnTo>
                  <a:lnTo>
                    <a:pt x="1312" y="13138"/>
                  </a:lnTo>
                  <a:lnTo>
                    <a:pt x="1070" y="13118"/>
                  </a:lnTo>
                  <a:lnTo>
                    <a:pt x="848" y="13077"/>
                  </a:lnTo>
                  <a:lnTo>
                    <a:pt x="646" y="13017"/>
                  </a:lnTo>
                  <a:lnTo>
                    <a:pt x="484" y="12956"/>
                  </a:lnTo>
                  <a:lnTo>
                    <a:pt x="343" y="12855"/>
                  </a:lnTo>
                  <a:lnTo>
                    <a:pt x="242" y="12754"/>
                  </a:lnTo>
                  <a:lnTo>
                    <a:pt x="162" y="12613"/>
                  </a:lnTo>
                  <a:lnTo>
                    <a:pt x="101" y="12472"/>
                  </a:lnTo>
                  <a:lnTo>
                    <a:pt x="81" y="12351"/>
                  </a:lnTo>
                  <a:lnTo>
                    <a:pt x="81" y="12210"/>
                  </a:lnTo>
                  <a:lnTo>
                    <a:pt x="101" y="12068"/>
                  </a:lnTo>
                  <a:lnTo>
                    <a:pt x="121" y="11907"/>
                  </a:lnTo>
                  <a:lnTo>
                    <a:pt x="182" y="11745"/>
                  </a:lnTo>
                  <a:lnTo>
                    <a:pt x="242" y="11584"/>
                  </a:lnTo>
                  <a:lnTo>
                    <a:pt x="384" y="11241"/>
                  </a:lnTo>
                  <a:lnTo>
                    <a:pt x="606" y="10878"/>
                  </a:lnTo>
                  <a:lnTo>
                    <a:pt x="848" y="10515"/>
                  </a:lnTo>
                  <a:lnTo>
                    <a:pt x="1110" y="10131"/>
                  </a:lnTo>
                  <a:lnTo>
                    <a:pt x="1413" y="9768"/>
                  </a:lnTo>
                  <a:lnTo>
                    <a:pt x="1715" y="9405"/>
                  </a:lnTo>
                  <a:lnTo>
                    <a:pt x="2038" y="9062"/>
                  </a:lnTo>
                  <a:lnTo>
                    <a:pt x="2341" y="8739"/>
                  </a:lnTo>
                  <a:lnTo>
                    <a:pt x="2644" y="8456"/>
                  </a:lnTo>
                  <a:lnTo>
                    <a:pt x="2926" y="8194"/>
                  </a:lnTo>
                  <a:lnTo>
                    <a:pt x="3189" y="7972"/>
                  </a:lnTo>
                  <a:lnTo>
                    <a:pt x="3411" y="7790"/>
                  </a:lnTo>
                  <a:lnTo>
                    <a:pt x="3592" y="7669"/>
                  </a:lnTo>
                  <a:lnTo>
                    <a:pt x="4198" y="7306"/>
                  </a:lnTo>
                  <a:lnTo>
                    <a:pt x="4823" y="6983"/>
                  </a:lnTo>
                  <a:lnTo>
                    <a:pt x="6095" y="6357"/>
                  </a:lnTo>
                  <a:lnTo>
                    <a:pt x="6720" y="6055"/>
                  </a:lnTo>
                  <a:lnTo>
                    <a:pt x="7346" y="5752"/>
                  </a:lnTo>
                  <a:lnTo>
                    <a:pt x="7971" y="5409"/>
                  </a:lnTo>
                  <a:lnTo>
                    <a:pt x="8597" y="5066"/>
                  </a:lnTo>
                  <a:lnTo>
                    <a:pt x="9101" y="4723"/>
                  </a:lnTo>
                  <a:lnTo>
                    <a:pt x="9606" y="4360"/>
                  </a:lnTo>
                  <a:lnTo>
                    <a:pt x="10110" y="3976"/>
                  </a:lnTo>
                  <a:lnTo>
                    <a:pt x="10574" y="3573"/>
                  </a:lnTo>
                  <a:lnTo>
                    <a:pt x="11018" y="3149"/>
                  </a:lnTo>
                  <a:lnTo>
                    <a:pt x="11442" y="2705"/>
                  </a:lnTo>
                  <a:lnTo>
                    <a:pt x="11866" y="2241"/>
                  </a:lnTo>
                  <a:lnTo>
                    <a:pt x="12249" y="1756"/>
                  </a:lnTo>
                  <a:lnTo>
                    <a:pt x="12290" y="1716"/>
                  </a:lnTo>
                  <a:lnTo>
                    <a:pt x="12754" y="1131"/>
                  </a:lnTo>
                  <a:lnTo>
                    <a:pt x="12996" y="868"/>
                  </a:lnTo>
                  <a:lnTo>
                    <a:pt x="13238" y="606"/>
                  </a:lnTo>
                  <a:lnTo>
                    <a:pt x="13521" y="404"/>
                  </a:lnTo>
                  <a:lnTo>
                    <a:pt x="13662" y="303"/>
                  </a:lnTo>
                  <a:lnTo>
                    <a:pt x="13803" y="223"/>
                  </a:lnTo>
                  <a:lnTo>
                    <a:pt x="13965" y="162"/>
                  </a:lnTo>
                  <a:lnTo>
                    <a:pt x="14126" y="122"/>
                  </a:lnTo>
                  <a:lnTo>
                    <a:pt x="14288" y="102"/>
                  </a:lnTo>
                  <a:lnTo>
                    <a:pt x="14449" y="81"/>
                  </a:lnTo>
                  <a:close/>
                  <a:moveTo>
                    <a:pt x="14368" y="1"/>
                  </a:moveTo>
                  <a:lnTo>
                    <a:pt x="14187" y="21"/>
                  </a:lnTo>
                  <a:lnTo>
                    <a:pt x="14025" y="61"/>
                  </a:lnTo>
                  <a:lnTo>
                    <a:pt x="13864" y="122"/>
                  </a:lnTo>
                  <a:lnTo>
                    <a:pt x="13702" y="202"/>
                  </a:lnTo>
                  <a:lnTo>
                    <a:pt x="13541" y="283"/>
                  </a:lnTo>
                  <a:lnTo>
                    <a:pt x="13400" y="384"/>
                  </a:lnTo>
                  <a:lnTo>
                    <a:pt x="13238" y="505"/>
                  </a:lnTo>
                  <a:lnTo>
                    <a:pt x="12976" y="768"/>
                  </a:lnTo>
                  <a:lnTo>
                    <a:pt x="12714" y="1050"/>
                  </a:lnTo>
                  <a:lnTo>
                    <a:pt x="12451" y="1353"/>
                  </a:lnTo>
                  <a:lnTo>
                    <a:pt x="12229" y="1655"/>
                  </a:lnTo>
                  <a:lnTo>
                    <a:pt x="12189" y="1716"/>
                  </a:lnTo>
                  <a:lnTo>
                    <a:pt x="11805" y="2200"/>
                  </a:lnTo>
                  <a:lnTo>
                    <a:pt x="11382" y="2664"/>
                  </a:lnTo>
                  <a:lnTo>
                    <a:pt x="10958" y="3088"/>
                  </a:lnTo>
                  <a:lnTo>
                    <a:pt x="10514" y="3512"/>
                  </a:lnTo>
                  <a:lnTo>
                    <a:pt x="10050" y="3916"/>
                  </a:lnTo>
                  <a:lnTo>
                    <a:pt x="9565" y="4299"/>
                  </a:lnTo>
                  <a:lnTo>
                    <a:pt x="9061" y="4662"/>
                  </a:lnTo>
                  <a:lnTo>
                    <a:pt x="8556" y="4985"/>
                  </a:lnTo>
                  <a:lnTo>
                    <a:pt x="7931" y="5348"/>
                  </a:lnTo>
                  <a:lnTo>
                    <a:pt x="7305" y="5671"/>
                  </a:lnTo>
                  <a:lnTo>
                    <a:pt x="6680" y="5994"/>
                  </a:lnTo>
                  <a:lnTo>
                    <a:pt x="6054" y="6297"/>
                  </a:lnTo>
                  <a:lnTo>
                    <a:pt x="4783" y="6902"/>
                  </a:lnTo>
                  <a:lnTo>
                    <a:pt x="4157" y="7245"/>
                  </a:lnTo>
                  <a:lnTo>
                    <a:pt x="3552" y="7588"/>
                  </a:lnTo>
                  <a:lnTo>
                    <a:pt x="3370" y="7709"/>
                  </a:lnTo>
                  <a:lnTo>
                    <a:pt x="3168" y="7891"/>
                  </a:lnTo>
                  <a:lnTo>
                    <a:pt x="2624" y="8375"/>
                  </a:lnTo>
                  <a:lnTo>
                    <a:pt x="2321" y="8658"/>
                  </a:lnTo>
                  <a:lnTo>
                    <a:pt x="1998" y="8981"/>
                  </a:lnTo>
                  <a:lnTo>
                    <a:pt x="1675" y="9344"/>
                  </a:lnTo>
                  <a:lnTo>
                    <a:pt x="1352" y="9707"/>
                  </a:lnTo>
                  <a:lnTo>
                    <a:pt x="1050" y="10071"/>
                  </a:lnTo>
                  <a:lnTo>
                    <a:pt x="787" y="10454"/>
                  </a:lnTo>
                  <a:lnTo>
                    <a:pt x="525" y="10837"/>
                  </a:lnTo>
                  <a:lnTo>
                    <a:pt x="323" y="11201"/>
                  </a:lnTo>
                  <a:lnTo>
                    <a:pt x="162" y="11564"/>
                  </a:lnTo>
                  <a:lnTo>
                    <a:pt x="101" y="11725"/>
                  </a:lnTo>
                  <a:lnTo>
                    <a:pt x="41" y="11907"/>
                  </a:lnTo>
                  <a:lnTo>
                    <a:pt x="20" y="12068"/>
                  </a:lnTo>
                  <a:lnTo>
                    <a:pt x="0" y="12210"/>
                  </a:lnTo>
                  <a:lnTo>
                    <a:pt x="0" y="12371"/>
                  </a:lnTo>
                  <a:lnTo>
                    <a:pt x="41" y="12492"/>
                  </a:lnTo>
                  <a:lnTo>
                    <a:pt x="81" y="12654"/>
                  </a:lnTo>
                  <a:lnTo>
                    <a:pt x="182" y="12795"/>
                  </a:lnTo>
                  <a:lnTo>
                    <a:pt x="283" y="12916"/>
                  </a:lnTo>
                  <a:lnTo>
                    <a:pt x="444" y="13017"/>
                  </a:lnTo>
                  <a:lnTo>
                    <a:pt x="606" y="13098"/>
                  </a:lnTo>
                  <a:lnTo>
                    <a:pt x="807" y="13158"/>
                  </a:lnTo>
                  <a:lnTo>
                    <a:pt x="1050" y="13198"/>
                  </a:lnTo>
                  <a:lnTo>
                    <a:pt x="1312" y="13219"/>
                  </a:lnTo>
                  <a:lnTo>
                    <a:pt x="2099" y="13259"/>
                  </a:lnTo>
                  <a:lnTo>
                    <a:pt x="2886" y="13259"/>
                  </a:lnTo>
                  <a:lnTo>
                    <a:pt x="3915" y="13239"/>
                  </a:lnTo>
                  <a:lnTo>
                    <a:pt x="4944" y="13198"/>
                  </a:lnTo>
                  <a:lnTo>
                    <a:pt x="5973" y="13098"/>
                  </a:lnTo>
                  <a:lnTo>
                    <a:pt x="6982" y="12976"/>
                  </a:lnTo>
                  <a:lnTo>
                    <a:pt x="7991" y="12835"/>
                  </a:lnTo>
                  <a:lnTo>
                    <a:pt x="9000" y="12633"/>
                  </a:lnTo>
                  <a:lnTo>
                    <a:pt x="10009" y="12411"/>
                  </a:lnTo>
                  <a:lnTo>
                    <a:pt x="10998" y="12149"/>
                  </a:lnTo>
                  <a:lnTo>
                    <a:pt x="11422" y="12028"/>
                  </a:lnTo>
                  <a:lnTo>
                    <a:pt x="11846" y="11887"/>
                  </a:lnTo>
                  <a:lnTo>
                    <a:pt x="12270" y="11725"/>
                  </a:lnTo>
                  <a:lnTo>
                    <a:pt x="12673" y="11564"/>
                  </a:lnTo>
                  <a:lnTo>
                    <a:pt x="13077" y="11362"/>
                  </a:lnTo>
                  <a:lnTo>
                    <a:pt x="13480" y="11160"/>
                  </a:lnTo>
                  <a:lnTo>
                    <a:pt x="13844" y="10898"/>
                  </a:lnTo>
                  <a:lnTo>
                    <a:pt x="14207" y="10615"/>
                  </a:lnTo>
                  <a:lnTo>
                    <a:pt x="14409" y="10454"/>
                  </a:lnTo>
                  <a:lnTo>
                    <a:pt x="14590" y="10272"/>
                  </a:lnTo>
                  <a:lnTo>
                    <a:pt x="14752" y="10071"/>
                  </a:lnTo>
                  <a:lnTo>
                    <a:pt x="14933" y="9869"/>
                  </a:lnTo>
                  <a:lnTo>
                    <a:pt x="15095" y="9647"/>
                  </a:lnTo>
                  <a:lnTo>
                    <a:pt x="15236" y="9405"/>
                  </a:lnTo>
                  <a:lnTo>
                    <a:pt x="15398" y="9162"/>
                  </a:lnTo>
                  <a:lnTo>
                    <a:pt x="15519" y="8900"/>
                  </a:lnTo>
                  <a:lnTo>
                    <a:pt x="15781" y="8355"/>
                  </a:lnTo>
                  <a:lnTo>
                    <a:pt x="16023" y="7730"/>
                  </a:lnTo>
                  <a:lnTo>
                    <a:pt x="16225" y="7064"/>
                  </a:lnTo>
                  <a:lnTo>
                    <a:pt x="16407" y="6337"/>
                  </a:lnTo>
                  <a:lnTo>
                    <a:pt x="16568" y="5570"/>
                  </a:lnTo>
                  <a:lnTo>
                    <a:pt x="16669" y="4844"/>
                  </a:lnTo>
                  <a:lnTo>
                    <a:pt x="16729" y="4178"/>
                  </a:lnTo>
                  <a:lnTo>
                    <a:pt x="16729" y="3855"/>
                  </a:lnTo>
                  <a:lnTo>
                    <a:pt x="16729" y="3532"/>
                  </a:lnTo>
                  <a:lnTo>
                    <a:pt x="16709" y="3250"/>
                  </a:lnTo>
                  <a:lnTo>
                    <a:pt x="16669" y="2947"/>
                  </a:lnTo>
                  <a:lnTo>
                    <a:pt x="16628" y="2664"/>
                  </a:lnTo>
                  <a:lnTo>
                    <a:pt x="16568" y="2382"/>
                  </a:lnTo>
                  <a:lnTo>
                    <a:pt x="16507" y="2120"/>
                  </a:lnTo>
                  <a:lnTo>
                    <a:pt x="16427" y="1857"/>
                  </a:lnTo>
                  <a:lnTo>
                    <a:pt x="16326" y="1615"/>
                  </a:lnTo>
                  <a:lnTo>
                    <a:pt x="16205" y="1373"/>
                  </a:lnTo>
                  <a:lnTo>
                    <a:pt x="16063" y="1090"/>
                  </a:lnTo>
                  <a:lnTo>
                    <a:pt x="15882" y="828"/>
                  </a:lnTo>
                  <a:lnTo>
                    <a:pt x="15680" y="606"/>
                  </a:lnTo>
                  <a:lnTo>
                    <a:pt x="15478" y="404"/>
                  </a:lnTo>
                  <a:lnTo>
                    <a:pt x="15256" y="243"/>
                  </a:lnTo>
                  <a:lnTo>
                    <a:pt x="15034" y="122"/>
                  </a:lnTo>
                  <a:lnTo>
                    <a:pt x="14792" y="41"/>
                  </a:lnTo>
                  <a:lnTo>
                    <a:pt x="145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7"/>
            <p:cNvSpPr/>
            <p:nvPr/>
          </p:nvSpPr>
          <p:spPr>
            <a:xfrm flipH="1">
              <a:off x="-2932478" y="-2601605"/>
              <a:ext cx="1395619" cy="1650669"/>
            </a:xfrm>
            <a:custGeom>
              <a:rect b="b" l="l" r="r" t="t"/>
              <a:pathLst>
                <a:path extrusionOk="0" h="29525" w="24963">
                  <a:moveTo>
                    <a:pt x="18727" y="81"/>
                  </a:moveTo>
                  <a:lnTo>
                    <a:pt x="19211" y="102"/>
                  </a:lnTo>
                  <a:lnTo>
                    <a:pt x="19514" y="142"/>
                  </a:lnTo>
                  <a:lnTo>
                    <a:pt x="19837" y="223"/>
                  </a:lnTo>
                  <a:lnTo>
                    <a:pt x="20140" y="303"/>
                  </a:lnTo>
                  <a:lnTo>
                    <a:pt x="20442" y="404"/>
                  </a:lnTo>
                  <a:lnTo>
                    <a:pt x="20745" y="525"/>
                  </a:lnTo>
                  <a:lnTo>
                    <a:pt x="21048" y="667"/>
                  </a:lnTo>
                  <a:lnTo>
                    <a:pt x="21330" y="828"/>
                  </a:lnTo>
                  <a:lnTo>
                    <a:pt x="21613" y="1010"/>
                  </a:lnTo>
                  <a:lnTo>
                    <a:pt x="21895" y="1212"/>
                  </a:lnTo>
                  <a:lnTo>
                    <a:pt x="22158" y="1413"/>
                  </a:lnTo>
                  <a:lnTo>
                    <a:pt x="22420" y="1655"/>
                  </a:lnTo>
                  <a:lnTo>
                    <a:pt x="22662" y="1898"/>
                  </a:lnTo>
                  <a:lnTo>
                    <a:pt x="22904" y="2160"/>
                  </a:lnTo>
                  <a:lnTo>
                    <a:pt x="23126" y="2443"/>
                  </a:lnTo>
                  <a:lnTo>
                    <a:pt x="23328" y="2725"/>
                  </a:lnTo>
                  <a:lnTo>
                    <a:pt x="23530" y="3028"/>
                  </a:lnTo>
                  <a:lnTo>
                    <a:pt x="23691" y="3290"/>
                  </a:lnTo>
                  <a:lnTo>
                    <a:pt x="23833" y="3573"/>
                  </a:lnTo>
                  <a:lnTo>
                    <a:pt x="24095" y="4138"/>
                  </a:lnTo>
                  <a:lnTo>
                    <a:pt x="24317" y="4723"/>
                  </a:lnTo>
                  <a:lnTo>
                    <a:pt x="24499" y="5369"/>
                  </a:lnTo>
                  <a:lnTo>
                    <a:pt x="24660" y="6035"/>
                  </a:lnTo>
                  <a:lnTo>
                    <a:pt x="24761" y="6721"/>
                  </a:lnTo>
                  <a:lnTo>
                    <a:pt x="24842" y="7467"/>
                  </a:lnTo>
                  <a:lnTo>
                    <a:pt x="24882" y="8214"/>
                  </a:lnTo>
                  <a:lnTo>
                    <a:pt x="24882" y="8880"/>
                  </a:lnTo>
                  <a:lnTo>
                    <a:pt x="24862" y="9546"/>
                  </a:lnTo>
                  <a:lnTo>
                    <a:pt x="24822" y="10232"/>
                  </a:lnTo>
                  <a:lnTo>
                    <a:pt x="24761" y="10938"/>
                  </a:lnTo>
                  <a:lnTo>
                    <a:pt x="24660" y="11665"/>
                  </a:lnTo>
                  <a:lnTo>
                    <a:pt x="24539" y="12411"/>
                  </a:lnTo>
                  <a:lnTo>
                    <a:pt x="24398" y="13178"/>
                  </a:lnTo>
                  <a:lnTo>
                    <a:pt x="24216" y="13986"/>
                  </a:lnTo>
                  <a:lnTo>
                    <a:pt x="23994" y="14853"/>
                  </a:lnTo>
                  <a:lnTo>
                    <a:pt x="23873" y="15297"/>
                  </a:lnTo>
                  <a:lnTo>
                    <a:pt x="23732" y="15721"/>
                  </a:lnTo>
                  <a:lnTo>
                    <a:pt x="23570" y="16145"/>
                  </a:lnTo>
                  <a:lnTo>
                    <a:pt x="23369" y="16569"/>
                  </a:lnTo>
                  <a:lnTo>
                    <a:pt x="23167" y="16972"/>
                  </a:lnTo>
                  <a:lnTo>
                    <a:pt x="22925" y="17356"/>
                  </a:lnTo>
                  <a:lnTo>
                    <a:pt x="22682" y="17658"/>
                  </a:lnTo>
                  <a:lnTo>
                    <a:pt x="22440" y="17961"/>
                  </a:lnTo>
                  <a:lnTo>
                    <a:pt x="22158" y="18244"/>
                  </a:lnTo>
                  <a:lnTo>
                    <a:pt x="21875" y="18506"/>
                  </a:lnTo>
                  <a:lnTo>
                    <a:pt x="21573" y="18748"/>
                  </a:lnTo>
                  <a:lnTo>
                    <a:pt x="21270" y="18990"/>
                  </a:lnTo>
                  <a:lnTo>
                    <a:pt x="20947" y="19212"/>
                  </a:lnTo>
                  <a:lnTo>
                    <a:pt x="20604" y="19414"/>
                  </a:lnTo>
                  <a:lnTo>
                    <a:pt x="20261" y="19616"/>
                  </a:lnTo>
                  <a:lnTo>
                    <a:pt x="19918" y="19818"/>
                  </a:lnTo>
                  <a:lnTo>
                    <a:pt x="19211" y="20181"/>
                  </a:lnTo>
                  <a:lnTo>
                    <a:pt x="18465" y="20524"/>
                  </a:lnTo>
                  <a:lnTo>
                    <a:pt x="17738" y="20847"/>
                  </a:lnTo>
                  <a:lnTo>
                    <a:pt x="17133" y="21109"/>
                  </a:lnTo>
                  <a:lnTo>
                    <a:pt x="16245" y="21513"/>
                  </a:lnTo>
                  <a:lnTo>
                    <a:pt x="15418" y="21916"/>
                  </a:lnTo>
                  <a:lnTo>
                    <a:pt x="14651" y="22340"/>
                  </a:lnTo>
                  <a:lnTo>
                    <a:pt x="13924" y="22744"/>
                  </a:lnTo>
                  <a:lnTo>
                    <a:pt x="13258" y="23167"/>
                  </a:lnTo>
                  <a:lnTo>
                    <a:pt x="12633" y="23611"/>
                  </a:lnTo>
                  <a:lnTo>
                    <a:pt x="12048" y="24055"/>
                  </a:lnTo>
                  <a:lnTo>
                    <a:pt x="11503" y="24520"/>
                  </a:lnTo>
                  <a:lnTo>
                    <a:pt x="11099" y="24883"/>
                  </a:lnTo>
                  <a:lnTo>
                    <a:pt x="10695" y="25246"/>
                  </a:lnTo>
                  <a:lnTo>
                    <a:pt x="9949" y="26013"/>
                  </a:lnTo>
                  <a:lnTo>
                    <a:pt x="9323" y="26638"/>
                  </a:lnTo>
                  <a:lnTo>
                    <a:pt x="8698" y="27244"/>
                  </a:lnTo>
                  <a:lnTo>
                    <a:pt x="8355" y="27526"/>
                  </a:lnTo>
                  <a:lnTo>
                    <a:pt x="8032" y="27809"/>
                  </a:lnTo>
                  <a:lnTo>
                    <a:pt x="7668" y="28091"/>
                  </a:lnTo>
                  <a:lnTo>
                    <a:pt x="7325" y="28334"/>
                  </a:lnTo>
                  <a:lnTo>
                    <a:pt x="6902" y="28596"/>
                  </a:lnTo>
                  <a:lnTo>
                    <a:pt x="6498" y="28818"/>
                  </a:lnTo>
                  <a:lnTo>
                    <a:pt x="6094" y="29000"/>
                  </a:lnTo>
                  <a:lnTo>
                    <a:pt x="5711" y="29141"/>
                  </a:lnTo>
                  <a:lnTo>
                    <a:pt x="5328" y="29262"/>
                  </a:lnTo>
                  <a:lnTo>
                    <a:pt x="4964" y="29343"/>
                  </a:lnTo>
                  <a:lnTo>
                    <a:pt x="4601" y="29403"/>
                  </a:lnTo>
                  <a:lnTo>
                    <a:pt x="4238" y="29423"/>
                  </a:lnTo>
                  <a:lnTo>
                    <a:pt x="3915" y="29423"/>
                  </a:lnTo>
                  <a:lnTo>
                    <a:pt x="3592" y="29403"/>
                  </a:lnTo>
                  <a:lnTo>
                    <a:pt x="3289" y="29363"/>
                  </a:lnTo>
                  <a:lnTo>
                    <a:pt x="2987" y="29302"/>
                  </a:lnTo>
                  <a:lnTo>
                    <a:pt x="2724" y="29221"/>
                  </a:lnTo>
                  <a:lnTo>
                    <a:pt x="2462" y="29121"/>
                  </a:lnTo>
                  <a:lnTo>
                    <a:pt x="2240" y="29020"/>
                  </a:lnTo>
                  <a:lnTo>
                    <a:pt x="2018" y="28899"/>
                  </a:lnTo>
                  <a:lnTo>
                    <a:pt x="1715" y="28677"/>
                  </a:lnTo>
                  <a:lnTo>
                    <a:pt x="1433" y="28414"/>
                  </a:lnTo>
                  <a:lnTo>
                    <a:pt x="1170" y="28132"/>
                  </a:lnTo>
                  <a:lnTo>
                    <a:pt x="928" y="27809"/>
                  </a:lnTo>
                  <a:lnTo>
                    <a:pt x="706" y="27446"/>
                  </a:lnTo>
                  <a:lnTo>
                    <a:pt x="525" y="27062"/>
                  </a:lnTo>
                  <a:lnTo>
                    <a:pt x="363" y="26659"/>
                  </a:lnTo>
                  <a:lnTo>
                    <a:pt x="242" y="26235"/>
                  </a:lnTo>
                  <a:lnTo>
                    <a:pt x="182" y="25952"/>
                  </a:lnTo>
                  <a:lnTo>
                    <a:pt x="121" y="25670"/>
                  </a:lnTo>
                  <a:lnTo>
                    <a:pt x="101" y="25387"/>
                  </a:lnTo>
                  <a:lnTo>
                    <a:pt x="81" y="25105"/>
                  </a:lnTo>
                  <a:lnTo>
                    <a:pt x="81" y="24802"/>
                  </a:lnTo>
                  <a:lnTo>
                    <a:pt x="81" y="24520"/>
                  </a:lnTo>
                  <a:lnTo>
                    <a:pt x="101" y="24237"/>
                  </a:lnTo>
                  <a:lnTo>
                    <a:pt x="141" y="23954"/>
                  </a:lnTo>
                  <a:lnTo>
                    <a:pt x="202" y="23672"/>
                  </a:lnTo>
                  <a:lnTo>
                    <a:pt x="262" y="23389"/>
                  </a:lnTo>
                  <a:lnTo>
                    <a:pt x="343" y="23107"/>
                  </a:lnTo>
                  <a:lnTo>
                    <a:pt x="424" y="22824"/>
                  </a:lnTo>
                  <a:lnTo>
                    <a:pt x="545" y="22562"/>
                  </a:lnTo>
                  <a:lnTo>
                    <a:pt x="666" y="22300"/>
                  </a:lnTo>
                  <a:lnTo>
                    <a:pt x="787" y="22037"/>
                  </a:lnTo>
                  <a:lnTo>
                    <a:pt x="928" y="21795"/>
                  </a:lnTo>
                  <a:lnTo>
                    <a:pt x="1211" y="21392"/>
                  </a:lnTo>
                  <a:lnTo>
                    <a:pt x="1514" y="21008"/>
                  </a:lnTo>
                  <a:lnTo>
                    <a:pt x="1836" y="20645"/>
                  </a:lnTo>
                  <a:lnTo>
                    <a:pt x="2200" y="20302"/>
                  </a:lnTo>
                  <a:lnTo>
                    <a:pt x="2563" y="19959"/>
                  </a:lnTo>
                  <a:lnTo>
                    <a:pt x="2926" y="19656"/>
                  </a:lnTo>
                  <a:lnTo>
                    <a:pt x="3693" y="19071"/>
                  </a:lnTo>
                  <a:lnTo>
                    <a:pt x="4238" y="18687"/>
                  </a:lnTo>
                  <a:lnTo>
                    <a:pt x="4803" y="18304"/>
                  </a:lnTo>
                  <a:lnTo>
                    <a:pt x="5368" y="17921"/>
                  </a:lnTo>
                  <a:lnTo>
                    <a:pt x="5953" y="17557"/>
                  </a:lnTo>
                  <a:lnTo>
                    <a:pt x="6518" y="17194"/>
                  </a:lnTo>
                  <a:lnTo>
                    <a:pt x="7124" y="16851"/>
                  </a:lnTo>
                  <a:lnTo>
                    <a:pt x="7709" y="16528"/>
                  </a:lnTo>
                  <a:lnTo>
                    <a:pt x="8314" y="16205"/>
                  </a:lnTo>
                  <a:lnTo>
                    <a:pt x="8556" y="16084"/>
                  </a:lnTo>
                  <a:lnTo>
                    <a:pt x="9162" y="15761"/>
                  </a:lnTo>
                  <a:lnTo>
                    <a:pt x="9464" y="15580"/>
                  </a:lnTo>
                  <a:lnTo>
                    <a:pt x="9767" y="15398"/>
                  </a:lnTo>
                  <a:lnTo>
                    <a:pt x="10050" y="15196"/>
                  </a:lnTo>
                  <a:lnTo>
                    <a:pt x="10312" y="14995"/>
                  </a:lnTo>
                  <a:lnTo>
                    <a:pt x="10574" y="14752"/>
                  </a:lnTo>
                  <a:lnTo>
                    <a:pt x="10796" y="14490"/>
                  </a:lnTo>
                  <a:lnTo>
                    <a:pt x="10938" y="14308"/>
                  </a:lnTo>
                  <a:lnTo>
                    <a:pt x="11059" y="14107"/>
                  </a:lnTo>
                  <a:lnTo>
                    <a:pt x="11180" y="13905"/>
                  </a:lnTo>
                  <a:lnTo>
                    <a:pt x="11281" y="13683"/>
                  </a:lnTo>
                  <a:lnTo>
                    <a:pt x="11482" y="13219"/>
                  </a:lnTo>
                  <a:lnTo>
                    <a:pt x="11624" y="12755"/>
                  </a:lnTo>
                  <a:lnTo>
                    <a:pt x="11745" y="12270"/>
                  </a:lnTo>
                  <a:lnTo>
                    <a:pt x="11846" y="11766"/>
                  </a:lnTo>
                  <a:lnTo>
                    <a:pt x="11926" y="11261"/>
                  </a:lnTo>
                  <a:lnTo>
                    <a:pt x="11987" y="10777"/>
                  </a:lnTo>
                  <a:lnTo>
                    <a:pt x="12088" y="9889"/>
                  </a:lnTo>
                  <a:lnTo>
                    <a:pt x="12169" y="9001"/>
                  </a:lnTo>
                  <a:lnTo>
                    <a:pt x="12229" y="8153"/>
                  </a:lnTo>
                  <a:lnTo>
                    <a:pt x="12330" y="7286"/>
                  </a:lnTo>
                  <a:lnTo>
                    <a:pt x="12451" y="6438"/>
                  </a:lnTo>
                  <a:lnTo>
                    <a:pt x="12532" y="6014"/>
                  </a:lnTo>
                  <a:lnTo>
                    <a:pt x="12633" y="5591"/>
                  </a:lnTo>
                  <a:lnTo>
                    <a:pt x="12814" y="5005"/>
                  </a:lnTo>
                  <a:lnTo>
                    <a:pt x="13016" y="4420"/>
                  </a:lnTo>
                  <a:lnTo>
                    <a:pt x="13258" y="3875"/>
                  </a:lnTo>
                  <a:lnTo>
                    <a:pt x="13541" y="3351"/>
                  </a:lnTo>
                  <a:lnTo>
                    <a:pt x="13844" y="2866"/>
                  </a:lnTo>
                  <a:lnTo>
                    <a:pt x="14187" y="2422"/>
                  </a:lnTo>
                  <a:lnTo>
                    <a:pt x="14550" y="1999"/>
                  </a:lnTo>
                  <a:lnTo>
                    <a:pt x="14933" y="1615"/>
                  </a:lnTo>
                  <a:lnTo>
                    <a:pt x="15135" y="1434"/>
                  </a:lnTo>
                  <a:lnTo>
                    <a:pt x="15357" y="1272"/>
                  </a:lnTo>
                  <a:lnTo>
                    <a:pt x="15801" y="949"/>
                  </a:lnTo>
                  <a:lnTo>
                    <a:pt x="16265" y="707"/>
                  </a:lnTo>
                  <a:lnTo>
                    <a:pt x="16729" y="485"/>
                  </a:lnTo>
                  <a:lnTo>
                    <a:pt x="17234" y="303"/>
                  </a:lnTo>
                  <a:lnTo>
                    <a:pt x="17738" y="182"/>
                  </a:lnTo>
                  <a:lnTo>
                    <a:pt x="17980" y="142"/>
                  </a:lnTo>
                  <a:lnTo>
                    <a:pt x="18223" y="102"/>
                  </a:lnTo>
                  <a:lnTo>
                    <a:pt x="18485" y="81"/>
                  </a:lnTo>
                  <a:close/>
                  <a:moveTo>
                    <a:pt x="18646" y="1"/>
                  </a:moveTo>
                  <a:lnTo>
                    <a:pt x="18364" y="21"/>
                  </a:lnTo>
                  <a:lnTo>
                    <a:pt x="18081" y="41"/>
                  </a:lnTo>
                  <a:lnTo>
                    <a:pt x="17799" y="81"/>
                  </a:lnTo>
                  <a:lnTo>
                    <a:pt x="17516" y="142"/>
                  </a:lnTo>
                  <a:lnTo>
                    <a:pt x="17234" y="223"/>
                  </a:lnTo>
                  <a:lnTo>
                    <a:pt x="16951" y="324"/>
                  </a:lnTo>
                  <a:lnTo>
                    <a:pt x="16669" y="425"/>
                  </a:lnTo>
                  <a:lnTo>
                    <a:pt x="16406" y="546"/>
                  </a:lnTo>
                  <a:lnTo>
                    <a:pt x="16124" y="667"/>
                  </a:lnTo>
                  <a:lnTo>
                    <a:pt x="15862" y="828"/>
                  </a:lnTo>
                  <a:lnTo>
                    <a:pt x="15599" y="990"/>
                  </a:lnTo>
                  <a:lnTo>
                    <a:pt x="15357" y="1151"/>
                  </a:lnTo>
                  <a:lnTo>
                    <a:pt x="15115" y="1353"/>
                  </a:lnTo>
                  <a:lnTo>
                    <a:pt x="14873" y="1555"/>
                  </a:lnTo>
                  <a:lnTo>
                    <a:pt x="14489" y="1938"/>
                  </a:lnTo>
                  <a:lnTo>
                    <a:pt x="14126" y="2362"/>
                  </a:lnTo>
                  <a:lnTo>
                    <a:pt x="13783" y="2826"/>
                  </a:lnTo>
                  <a:lnTo>
                    <a:pt x="13460" y="3310"/>
                  </a:lnTo>
                  <a:lnTo>
                    <a:pt x="13198" y="3835"/>
                  </a:lnTo>
                  <a:lnTo>
                    <a:pt x="12956" y="4400"/>
                  </a:lnTo>
                  <a:lnTo>
                    <a:pt x="12734" y="4965"/>
                  </a:lnTo>
                  <a:lnTo>
                    <a:pt x="12552" y="5570"/>
                  </a:lnTo>
                  <a:lnTo>
                    <a:pt x="12471" y="5994"/>
                  </a:lnTo>
                  <a:lnTo>
                    <a:pt x="12370" y="6418"/>
                  </a:lnTo>
                  <a:lnTo>
                    <a:pt x="12310" y="6842"/>
                  </a:lnTo>
                  <a:lnTo>
                    <a:pt x="12249" y="7286"/>
                  </a:lnTo>
                  <a:lnTo>
                    <a:pt x="12148" y="8133"/>
                  </a:lnTo>
                  <a:lnTo>
                    <a:pt x="12088" y="9001"/>
                  </a:lnTo>
                  <a:lnTo>
                    <a:pt x="12007" y="9889"/>
                  </a:lnTo>
                  <a:lnTo>
                    <a:pt x="11906" y="10777"/>
                  </a:lnTo>
                  <a:lnTo>
                    <a:pt x="11846" y="11261"/>
                  </a:lnTo>
                  <a:lnTo>
                    <a:pt x="11765" y="11746"/>
                  </a:lnTo>
                  <a:lnTo>
                    <a:pt x="11664" y="12230"/>
                  </a:lnTo>
                  <a:lnTo>
                    <a:pt x="11543" y="12714"/>
                  </a:lnTo>
                  <a:lnTo>
                    <a:pt x="11402" y="13198"/>
                  </a:lnTo>
                  <a:lnTo>
                    <a:pt x="11220" y="13642"/>
                  </a:lnTo>
                  <a:lnTo>
                    <a:pt x="11119" y="13844"/>
                  </a:lnTo>
                  <a:lnTo>
                    <a:pt x="10998" y="14066"/>
                  </a:lnTo>
                  <a:lnTo>
                    <a:pt x="10877" y="14248"/>
                  </a:lnTo>
                  <a:lnTo>
                    <a:pt x="10736" y="14450"/>
                  </a:lnTo>
                  <a:lnTo>
                    <a:pt x="10514" y="14692"/>
                  </a:lnTo>
                  <a:lnTo>
                    <a:pt x="10272" y="14934"/>
                  </a:lnTo>
                  <a:lnTo>
                    <a:pt x="9989" y="15136"/>
                  </a:lnTo>
                  <a:lnTo>
                    <a:pt x="9707" y="15338"/>
                  </a:lnTo>
                  <a:lnTo>
                    <a:pt x="9424" y="15519"/>
                  </a:lnTo>
                  <a:lnTo>
                    <a:pt x="9121" y="15681"/>
                  </a:lnTo>
                  <a:lnTo>
                    <a:pt x="8516" y="16004"/>
                  </a:lnTo>
                  <a:lnTo>
                    <a:pt x="8274" y="16145"/>
                  </a:lnTo>
                  <a:lnTo>
                    <a:pt x="7668" y="16447"/>
                  </a:lnTo>
                  <a:lnTo>
                    <a:pt x="7083" y="16791"/>
                  </a:lnTo>
                  <a:lnTo>
                    <a:pt x="6478" y="17134"/>
                  </a:lnTo>
                  <a:lnTo>
                    <a:pt x="5913" y="17497"/>
                  </a:lnTo>
                  <a:lnTo>
                    <a:pt x="5328" y="17860"/>
                  </a:lnTo>
                  <a:lnTo>
                    <a:pt x="4763" y="18223"/>
                  </a:lnTo>
                  <a:lnTo>
                    <a:pt x="4198" y="18607"/>
                  </a:lnTo>
                  <a:lnTo>
                    <a:pt x="3653" y="19010"/>
                  </a:lnTo>
                  <a:lnTo>
                    <a:pt x="2866" y="19596"/>
                  </a:lnTo>
                  <a:lnTo>
                    <a:pt x="2502" y="19918"/>
                  </a:lnTo>
                  <a:lnTo>
                    <a:pt x="2139" y="20241"/>
                  </a:lnTo>
                  <a:lnTo>
                    <a:pt x="1776" y="20584"/>
                  </a:lnTo>
                  <a:lnTo>
                    <a:pt x="1453" y="20948"/>
                  </a:lnTo>
                  <a:lnTo>
                    <a:pt x="1150" y="21331"/>
                  </a:lnTo>
                  <a:lnTo>
                    <a:pt x="868" y="21755"/>
                  </a:lnTo>
                  <a:lnTo>
                    <a:pt x="727" y="21997"/>
                  </a:lnTo>
                  <a:lnTo>
                    <a:pt x="585" y="22259"/>
                  </a:lnTo>
                  <a:lnTo>
                    <a:pt x="464" y="22542"/>
                  </a:lnTo>
                  <a:lnTo>
                    <a:pt x="363" y="22804"/>
                  </a:lnTo>
                  <a:lnTo>
                    <a:pt x="262" y="23087"/>
                  </a:lnTo>
                  <a:lnTo>
                    <a:pt x="182" y="23369"/>
                  </a:lnTo>
                  <a:lnTo>
                    <a:pt x="121" y="23652"/>
                  </a:lnTo>
                  <a:lnTo>
                    <a:pt x="61" y="23934"/>
                  </a:lnTo>
                  <a:lnTo>
                    <a:pt x="20" y="24217"/>
                  </a:lnTo>
                  <a:lnTo>
                    <a:pt x="0" y="24520"/>
                  </a:lnTo>
                  <a:lnTo>
                    <a:pt x="0" y="24802"/>
                  </a:lnTo>
                  <a:lnTo>
                    <a:pt x="0" y="25105"/>
                  </a:lnTo>
                  <a:lnTo>
                    <a:pt x="20" y="25387"/>
                  </a:lnTo>
                  <a:lnTo>
                    <a:pt x="61" y="25690"/>
                  </a:lnTo>
                  <a:lnTo>
                    <a:pt x="101" y="25972"/>
                  </a:lnTo>
                  <a:lnTo>
                    <a:pt x="161" y="26255"/>
                  </a:lnTo>
                  <a:lnTo>
                    <a:pt x="283" y="26699"/>
                  </a:lnTo>
                  <a:lnTo>
                    <a:pt x="444" y="27103"/>
                  </a:lnTo>
                  <a:lnTo>
                    <a:pt x="646" y="27486"/>
                  </a:lnTo>
                  <a:lnTo>
                    <a:pt x="848" y="27849"/>
                  </a:lnTo>
                  <a:lnTo>
                    <a:pt x="1110" y="28172"/>
                  </a:lnTo>
                  <a:lnTo>
                    <a:pt x="1372" y="28475"/>
                  </a:lnTo>
                  <a:lnTo>
                    <a:pt x="1675" y="28737"/>
                  </a:lnTo>
                  <a:lnTo>
                    <a:pt x="1978" y="28959"/>
                  </a:lnTo>
                  <a:lnTo>
                    <a:pt x="2220" y="29100"/>
                  </a:lnTo>
                  <a:lnTo>
                    <a:pt x="2462" y="29221"/>
                  </a:lnTo>
                  <a:lnTo>
                    <a:pt x="2704" y="29302"/>
                  </a:lnTo>
                  <a:lnTo>
                    <a:pt x="2967" y="29383"/>
                  </a:lnTo>
                  <a:lnTo>
                    <a:pt x="3209" y="29443"/>
                  </a:lnTo>
                  <a:lnTo>
                    <a:pt x="3471" y="29484"/>
                  </a:lnTo>
                  <a:lnTo>
                    <a:pt x="3733" y="29504"/>
                  </a:lnTo>
                  <a:lnTo>
                    <a:pt x="3996" y="29524"/>
                  </a:lnTo>
                  <a:lnTo>
                    <a:pt x="4460" y="29484"/>
                  </a:lnTo>
                  <a:lnTo>
                    <a:pt x="4904" y="29423"/>
                  </a:lnTo>
                  <a:lnTo>
                    <a:pt x="5368" y="29322"/>
                  </a:lnTo>
                  <a:lnTo>
                    <a:pt x="5812" y="29181"/>
                  </a:lnTo>
                  <a:lnTo>
                    <a:pt x="6236" y="29020"/>
                  </a:lnTo>
                  <a:lnTo>
                    <a:pt x="6639" y="28838"/>
                  </a:lnTo>
                  <a:lnTo>
                    <a:pt x="7003" y="28636"/>
                  </a:lnTo>
                  <a:lnTo>
                    <a:pt x="7366" y="28414"/>
                  </a:lnTo>
                  <a:lnTo>
                    <a:pt x="7729" y="28152"/>
                  </a:lnTo>
                  <a:lnTo>
                    <a:pt x="8072" y="27890"/>
                  </a:lnTo>
                  <a:lnTo>
                    <a:pt x="8415" y="27587"/>
                  </a:lnTo>
                  <a:lnTo>
                    <a:pt x="8738" y="27304"/>
                  </a:lnTo>
                  <a:lnTo>
                    <a:pt x="9384" y="26699"/>
                  </a:lnTo>
                  <a:lnTo>
                    <a:pt x="9989" y="26073"/>
                  </a:lnTo>
                  <a:lnTo>
                    <a:pt x="10756" y="25307"/>
                  </a:lnTo>
                  <a:lnTo>
                    <a:pt x="11139" y="24943"/>
                  </a:lnTo>
                  <a:lnTo>
                    <a:pt x="11543" y="24580"/>
                  </a:lnTo>
                  <a:lnTo>
                    <a:pt x="12108" y="24116"/>
                  </a:lnTo>
                  <a:lnTo>
                    <a:pt x="12693" y="23672"/>
                  </a:lnTo>
                  <a:lnTo>
                    <a:pt x="13299" y="23248"/>
                  </a:lnTo>
                  <a:lnTo>
                    <a:pt x="13985" y="22824"/>
                  </a:lnTo>
                  <a:lnTo>
                    <a:pt x="14691" y="22401"/>
                  </a:lnTo>
                  <a:lnTo>
                    <a:pt x="15458" y="21997"/>
                  </a:lnTo>
                  <a:lnTo>
                    <a:pt x="16285" y="21593"/>
                  </a:lnTo>
                  <a:lnTo>
                    <a:pt x="17173" y="21170"/>
                  </a:lnTo>
                  <a:lnTo>
                    <a:pt x="17758" y="20907"/>
                  </a:lnTo>
                  <a:lnTo>
                    <a:pt x="18505" y="20584"/>
                  </a:lnTo>
                  <a:lnTo>
                    <a:pt x="19252" y="20241"/>
                  </a:lnTo>
                  <a:lnTo>
                    <a:pt x="19958" y="19878"/>
                  </a:lnTo>
                  <a:lnTo>
                    <a:pt x="20321" y="19696"/>
                  </a:lnTo>
                  <a:lnTo>
                    <a:pt x="20664" y="19495"/>
                  </a:lnTo>
                  <a:lnTo>
                    <a:pt x="20987" y="19273"/>
                  </a:lnTo>
                  <a:lnTo>
                    <a:pt x="21330" y="19051"/>
                  </a:lnTo>
                  <a:lnTo>
                    <a:pt x="21633" y="18809"/>
                  </a:lnTo>
                  <a:lnTo>
                    <a:pt x="21936" y="18566"/>
                  </a:lnTo>
                  <a:lnTo>
                    <a:pt x="22218" y="18304"/>
                  </a:lnTo>
                  <a:lnTo>
                    <a:pt x="22501" y="18022"/>
                  </a:lnTo>
                  <a:lnTo>
                    <a:pt x="22743" y="17719"/>
                  </a:lnTo>
                  <a:lnTo>
                    <a:pt x="22985" y="17396"/>
                  </a:lnTo>
                  <a:lnTo>
                    <a:pt x="23227" y="17013"/>
                  </a:lnTo>
                  <a:lnTo>
                    <a:pt x="23449" y="16589"/>
                  </a:lnTo>
                  <a:lnTo>
                    <a:pt x="23631" y="16185"/>
                  </a:lnTo>
                  <a:lnTo>
                    <a:pt x="23792" y="15761"/>
                  </a:lnTo>
                  <a:lnTo>
                    <a:pt x="23954" y="15317"/>
                  </a:lnTo>
                  <a:lnTo>
                    <a:pt x="24075" y="14873"/>
                  </a:lnTo>
                  <a:lnTo>
                    <a:pt x="24297" y="14006"/>
                  </a:lnTo>
                  <a:lnTo>
                    <a:pt x="24478" y="13198"/>
                  </a:lnTo>
                  <a:lnTo>
                    <a:pt x="24620" y="12432"/>
                  </a:lnTo>
                  <a:lnTo>
                    <a:pt x="24741" y="11685"/>
                  </a:lnTo>
                  <a:lnTo>
                    <a:pt x="24842" y="10938"/>
                  </a:lnTo>
                  <a:lnTo>
                    <a:pt x="24902" y="10232"/>
                  </a:lnTo>
                  <a:lnTo>
                    <a:pt x="24943" y="9546"/>
                  </a:lnTo>
                  <a:lnTo>
                    <a:pt x="24963" y="8880"/>
                  </a:lnTo>
                  <a:lnTo>
                    <a:pt x="24963" y="8214"/>
                  </a:lnTo>
                  <a:lnTo>
                    <a:pt x="24922" y="7447"/>
                  </a:lnTo>
                  <a:lnTo>
                    <a:pt x="24842" y="6721"/>
                  </a:lnTo>
                  <a:lnTo>
                    <a:pt x="24741" y="6014"/>
                  </a:lnTo>
                  <a:lnTo>
                    <a:pt x="24579" y="5348"/>
                  </a:lnTo>
                  <a:lnTo>
                    <a:pt x="24398" y="4703"/>
                  </a:lnTo>
                  <a:lnTo>
                    <a:pt x="24156" y="4097"/>
                  </a:lnTo>
                  <a:lnTo>
                    <a:pt x="23893" y="3532"/>
                  </a:lnTo>
                  <a:lnTo>
                    <a:pt x="23752" y="3250"/>
                  </a:lnTo>
                  <a:lnTo>
                    <a:pt x="23591" y="2987"/>
                  </a:lnTo>
                  <a:lnTo>
                    <a:pt x="23389" y="2685"/>
                  </a:lnTo>
                  <a:lnTo>
                    <a:pt x="23187" y="2382"/>
                  </a:lnTo>
                  <a:lnTo>
                    <a:pt x="22965" y="2099"/>
                  </a:lnTo>
                  <a:lnTo>
                    <a:pt x="22723" y="1837"/>
                  </a:lnTo>
                  <a:lnTo>
                    <a:pt x="22460" y="1595"/>
                  </a:lnTo>
                  <a:lnTo>
                    <a:pt x="22218" y="1353"/>
                  </a:lnTo>
                  <a:lnTo>
                    <a:pt x="21936" y="1151"/>
                  </a:lnTo>
                  <a:lnTo>
                    <a:pt x="21653" y="949"/>
                  </a:lnTo>
                  <a:lnTo>
                    <a:pt x="21371" y="768"/>
                  </a:lnTo>
                  <a:lnTo>
                    <a:pt x="21088" y="606"/>
                  </a:lnTo>
                  <a:lnTo>
                    <a:pt x="20785" y="445"/>
                  </a:lnTo>
                  <a:lnTo>
                    <a:pt x="20483" y="324"/>
                  </a:lnTo>
                  <a:lnTo>
                    <a:pt x="20160" y="223"/>
                  </a:lnTo>
                  <a:lnTo>
                    <a:pt x="19857" y="142"/>
                  </a:lnTo>
                  <a:lnTo>
                    <a:pt x="19534" y="61"/>
                  </a:lnTo>
                  <a:lnTo>
                    <a:pt x="19211" y="21"/>
                  </a:lnTo>
                  <a:lnTo>
                    <a:pt x="18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7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7"/>
            <p:cNvSpPr/>
            <p:nvPr/>
          </p:nvSpPr>
          <p:spPr>
            <a:xfrm flipH="1">
              <a:off x="-3292388" y="-1404593"/>
              <a:ext cx="653335" cy="572101"/>
            </a:xfrm>
            <a:custGeom>
              <a:rect b="b" l="l" r="r" t="t"/>
              <a:pathLst>
                <a:path extrusionOk="0" h="10233" w="11686">
                  <a:moveTo>
                    <a:pt x="10817" y="82"/>
                  </a:moveTo>
                  <a:lnTo>
                    <a:pt x="10918" y="102"/>
                  </a:lnTo>
                  <a:lnTo>
                    <a:pt x="10979" y="142"/>
                  </a:lnTo>
                  <a:lnTo>
                    <a:pt x="11039" y="182"/>
                  </a:lnTo>
                  <a:lnTo>
                    <a:pt x="11120" y="303"/>
                  </a:lnTo>
                  <a:lnTo>
                    <a:pt x="11201" y="445"/>
                  </a:lnTo>
                  <a:lnTo>
                    <a:pt x="11241" y="586"/>
                  </a:lnTo>
                  <a:lnTo>
                    <a:pt x="11382" y="1191"/>
                  </a:lnTo>
                  <a:lnTo>
                    <a:pt x="11504" y="1797"/>
                  </a:lnTo>
                  <a:lnTo>
                    <a:pt x="11564" y="2422"/>
                  </a:lnTo>
                  <a:lnTo>
                    <a:pt x="11604" y="3028"/>
                  </a:lnTo>
                  <a:lnTo>
                    <a:pt x="11584" y="3653"/>
                  </a:lnTo>
                  <a:lnTo>
                    <a:pt x="11544" y="4259"/>
                  </a:lnTo>
                  <a:lnTo>
                    <a:pt x="11463" y="4884"/>
                  </a:lnTo>
                  <a:lnTo>
                    <a:pt x="11342" y="5490"/>
                  </a:lnTo>
                  <a:lnTo>
                    <a:pt x="11241" y="5853"/>
                  </a:lnTo>
                  <a:lnTo>
                    <a:pt x="11140" y="6176"/>
                  </a:lnTo>
                  <a:lnTo>
                    <a:pt x="11019" y="6499"/>
                  </a:lnTo>
                  <a:lnTo>
                    <a:pt x="10878" y="6781"/>
                  </a:lnTo>
                  <a:lnTo>
                    <a:pt x="10737" y="7044"/>
                  </a:lnTo>
                  <a:lnTo>
                    <a:pt x="10575" y="7286"/>
                  </a:lnTo>
                  <a:lnTo>
                    <a:pt x="10414" y="7488"/>
                  </a:lnTo>
                  <a:lnTo>
                    <a:pt x="10212" y="7669"/>
                  </a:lnTo>
                  <a:lnTo>
                    <a:pt x="10030" y="7831"/>
                  </a:lnTo>
                  <a:lnTo>
                    <a:pt x="9849" y="7972"/>
                  </a:lnTo>
                  <a:lnTo>
                    <a:pt x="9647" y="8093"/>
                  </a:lnTo>
                  <a:lnTo>
                    <a:pt x="9425" y="8194"/>
                  </a:lnTo>
                  <a:lnTo>
                    <a:pt x="9001" y="8396"/>
                  </a:lnTo>
                  <a:lnTo>
                    <a:pt x="8557" y="8557"/>
                  </a:lnTo>
                  <a:lnTo>
                    <a:pt x="7730" y="8840"/>
                  </a:lnTo>
                  <a:lnTo>
                    <a:pt x="6862" y="9142"/>
                  </a:lnTo>
                  <a:lnTo>
                    <a:pt x="5974" y="9405"/>
                  </a:lnTo>
                  <a:lnTo>
                    <a:pt x="5066" y="9647"/>
                  </a:lnTo>
                  <a:lnTo>
                    <a:pt x="4158" y="9849"/>
                  </a:lnTo>
                  <a:lnTo>
                    <a:pt x="3714" y="9950"/>
                  </a:lnTo>
                  <a:lnTo>
                    <a:pt x="3270" y="10010"/>
                  </a:lnTo>
                  <a:lnTo>
                    <a:pt x="2806" y="10071"/>
                  </a:lnTo>
                  <a:lnTo>
                    <a:pt x="2362" y="10111"/>
                  </a:lnTo>
                  <a:lnTo>
                    <a:pt x="1918" y="10151"/>
                  </a:lnTo>
                  <a:lnTo>
                    <a:pt x="1252" y="10151"/>
                  </a:lnTo>
                  <a:lnTo>
                    <a:pt x="1070" y="10131"/>
                  </a:lnTo>
                  <a:lnTo>
                    <a:pt x="889" y="10071"/>
                  </a:lnTo>
                  <a:lnTo>
                    <a:pt x="707" y="10010"/>
                  </a:lnTo>
                  <a:lnTo>
                    <a:pt x="566" y="9950"/>
                  </a:lnTo>
                  <a:lnTo>
                    <a:pt x="425" y="9849"/>
                  </a:lnTo>
                  <a:lnTo>
                    <a:pt x="324" y="9748"/>
                  </a:lnTo>
                  <a:lnTo>
                    <a:pt x="223" y="9627"/>
                  </a:lnTo>
                  <a:lnTo>
                    <a:pt x="162" y="9526"/>
                  </a:lnTo>
                  <a:lnTo>
                    <a:pt x="122" y="9405"/>
                  </a:lnTo>
                  <a:lnTo>
                    <a:pt x="102" y="9284"/>
                  </a:lnTo>
                  <a:lnTo>
                    <a:pt x="82" y="9163"/>
                  </a:lnTo>
                  <a:lnTo>
                    <a:pt x="102" y="9021"/>
                  </a:lnTo>
                  <a:lnTo>
                    <a:pt x="122" y="8880"/>
                  </a:lnTo>
                  <a:lnTo>
                    <a:pt x="162" y="8739"/>
                  </a:lnTo>
                  <a:lnTo>
                    <a:pt x="223" y="8577"/>
                  </a:lnTo>
                  <a:lnTo>
                    <a:pt x="324" y="8416"/>
                  </a:lnTo>
                  <a:lnTo>
                    <a:pt x="425" y="8234"/>
                  </a:lnTo>
                  <a:lnTo>
                    <a:pt x="546" y="8073"/>
                  </a:lnTo>
                  <a:lnTo>
                    <a:pt x="667" y="7911"/>
                  </a:lnTo>
                  <a:lnTo>
                    <a:pt x="970" y="7589"/>
                  </a:lnTo>
                  <a:lnTo>
                    <a:pt x="1292" y="7306"/>
                  </a:lnTo>
                  <a:lnTo>
                    <a:pt x="1615" y="7064"/>
                  </a:lnTo>
                  <a:lnTo>
                    <a:pt x="1979" y="6822"/>
                  </a:lnTo>
                  <a:lnTo>
                    <a:pt x="2322" y="6620"/>
                  </a:lnTo>
                  <a:lnTo>
                    <a:pt x="2645" y="6438"/>
                  </a:lnTo>
                  <a:lnTo>
                    <a:pt x="3008" y="6257"/>
                  </a:lnTo>
                  <a:lnTo>
                    <a:pt x="3391" y="6075"/>
                  </a:lnTo>
                  <a:lnTo>
                    <a:pt x="4138" y="5752"/>
                  </a:lnTo>
                  <a:lnTo>
                    <a:pt x="5107" y="5328"/>
                  </a:lnTo>
                  <a:lnTo>
                    <a:pt x="5591" y="5086"/>
                  </a:lnTo>
                  <a:lnTo>
                    <a:pt x="6055" y="4824"/>
                  </a:lnTo>
                  <a:lnTo>
                    <a:pt x="6459" y="4582"/>
                  </a:lnTo>
                  <a:lnTo>
                    <a:pt x="6822" y="4319"/>
                  </a:lnTo>
                  <a:lnTo>
                    <a:pt x="7185" y="4017"/>
                  </a:lnTo>
                  <a:lnTo>
                    <a:pt x="7528" y="3714"/>
                  </a:lnTo>
                  <a:lnTo>
                    <a:pt x="7851" y="3391"/>
                  </a:lnTo>
                  <a:lnTo>
                    <a:pt x="8174" y="3048"/>
                  </a:lnTo>
                  <a:lnTo>
                    <a:pt x="8456" y="2685"/>
                  </a:lnTo>
                  <a:lnTo>
                    <a:pt x="8719" y="2301"/>
                  </a:lnTo>
                  <a:lnTo>
                    <a:pt x="9021" y="1817"/>
                  </a:lnTo>
                  <a:lnTo>
                    <a:pt x="9324" y="1353"/>
                  </a:lnTo>
                  <a:lnTo>
                    <a:pt x="9465" y="1131"/>
                  </a:lnTo>
                  <a:lnTo>
                    <a:pt x="9647" y="909"/>
                  </a:lnTo>
                  <a:lnTo>
                    <a:pt x="9808" y="707"/>
                  </a:lnTo>
                  <a:lnTo>
                    <a:pt x="10010" y="525"/>
                  </a:lnTo>
                  <a:lnTo>
                    <a:pt x="10212" y="344"/>
                  </a:lnTo>
                  <a:lnTo>
                    <a:pt x="10434" y="203"/>
                  </a:lnTo>
                  <a:lnTo>
                    <a:pt x="10575" y="122"/>
                  </a:lnTo>
                  <a:lnTo>
                    <a:pt x="10696" y="102"/>
                  </a:lnTo>
                  <a:lnTo>
                    <a:pt x="10817" y="82"/>
                  </a:lnTo>
                  <a:close/>
                  <a:moveTo>
                    <a:pt x="10838" y="1"/>
                  </a:moveTo>
                  <a:lnTo>
                    <a:pt x="10696" y="21"/>
                  </a:lnTo>
                  <a:lnTo>
                    <a:pt x="10555" y="61"/>
                  </a:lnTo>
                  <a:lnTo>
                    <a:pt x="10394" y="122"/>
                  </a:lnTo>
                  <a:lnTo>
                    <a:pt x="10152" y="283"/>
                  </a:lnTo>
                  <a:lnTo>
                    <a:pt x="9950" y="445"/>
                  </a:lnTo>
                  <a:lnTo>
                    <a:pt x="9748" y="647"/>
                  </a:lnTo>
                  <a:lnTo>
                    <a:pt x="9586" y="848"/>
                  </a:lnTo>
                  <a:lnTo>
                    <a:pt x="9405" y="1070"/>
                  </a:lnTo>
                  <a:lnTo>
                    <a:pt x="9264" y="1312"/>
                  </a:lnTo>
                  <a:lnTo>
                    <a:pt x="8961" y="1777"/>
                  </a:lnTo>
                  <a:lnTo>
                    <a:pt x="8658" y="2261"/>
                  </a:lnTo>
                  <a:lnTo>
                    <a:pt x="8396" y="2624"/>
                  </a:lnTo>
                  <a:lnTo>
                    <a:pt x="8113" y="2987"/>
                  </a:lnTo>
                  <a:lnTo>
                    <a:pt x="7790" y="3331"/>
                  </a:lnTo>
                  <a:lnTo>
                    <a:pt x="7468" y="3653"/>
                  </a:lnTo>
                  <a:lnTo>
                    <a:pt x="7145" y="3956"/>
                  </a:lnTo>
                  <a:lnTo>
                    <a:pt x="6781" y="4239"/>
                  </a:lnTo>
                  <a:lnTo>
                    <a:pt x="6398" y="4521"/>
                  </a:lnTo>
                  <a:lnTo>
                    <a:pt x="6015" y="4763"/>
                  </a:lnTo>
                  <a:lnTo>
                    <a:pt x="5550" y="5026"/>
                  </a:lnTo>
                  <a:lnTo>
                    <a:pt x="5066" y="5248"/>
                  </a:lnTo>
                  <a:lnTo>
                    <a:pt x="4097" y="5692"/>
                  </a:lnTo>
                  <a:lnTo>
                    <a:pt x="3351" y="6014"/>
                  </a:lnTo>
                  <a:lnTo>
                    <a:pt x="2988" y="6176"/>
                  </a:lnTo>
                  <a:lnTo>
                    <a:pt x="2604" y="6358"/>
                  </a:lnTo>
                  <a:lnTo>
                    <a:pt x="2281" y="6539"/>
                  </a:lnTo>
                  <a:lnTo>
                    <a:pt x="1918" y="6761"/>
                  </a:lnTo>
                  <a:lnTo>
                    <a:pt x="1575" y="7003"/>
                  </a:lnTo>
                  <a:lnTo>
                    <a:pt x="1232" y="7266"/>
                  </a:lnTo>
                  <a:lnTo>
                    <a:pt x="909" y="7548"/>
                  </a:lnTo>
                  <a:lnTo>
                    <a:pt x="606" y="7851"/>
                  </a:lnTo>
                  <a:lnTo>
                    <a:pt x="485" y="8012"/>
                  </a:lnTo>
                  <a:lnTo>
                    <a:pt x="364" y="8194"/>
                  </a:lnTo>
                  <a:lnTo>
                    <a:pt x="243" y="8376"/>
                  </a:lnTo>
                  <a:lnTo>
                    <a:pt x="162" y="8557"/>
                  </a:lnTo>
                  <a:lnTo>
                    <a:pt x="102" y="8719"/>
                  </a:lnTo>
                  <a:lnTo>
                    <a:pt x="41" y="8860"/>
                  </a:lnTo>
                  <a:lnTo>
                    <a:pt x="21" y="9021"/>
                  </a:lnTo>
                  <a:lnTo>
                    <a:pt x="1" y="9163"/>
                  </a:lnTo>
                  <a:lnTo>
                    <a:pt x="21" y="9304"/>
                  </a:lnTo>
                  <a:lnTo>
                    <a:pt x="41" y="9425"/>
                  </a:lnTo>
                  <a:lnTo>
                    <a:pt x="102" y="9546"/>
                  </a:lnTo>
                  <a:lnTo>
                    <a:pt x="162" y="9667"/>
                  </a:lnTo>
                  <a:lnTo>
                    <a:pt x="263" y="9808"/>
                  </a:lnTo>
                  <a:lnTo>
                    <a:pt x="384" y="9909"/>
                  </a:lnTo>
                  <a:lnTo>
                    <a:pt x="526" y="10010"/>
                  </a:lnTo>
                  <a:lnTo>
                    <a:pt x="687" y="10091"/>
                  </a:lnTo>
                  <a:lnTo>
                    <a:pt x="849" y="10151"/>
                  </a:lnTo>
                  <a:lnTo>
                    <a:pt x="1050" y="10192"/>
                  </a:lnTo>
                  <a:lnTo>
                    <a:pt x="1252" y="10232"/>
                  </a:lnTo>
                  <a:lnTo>
                    <a:pt x="1918" y="10232"/>
                  </a:lnTo>
                  <a:lnTo>
                    <a:pt x="2362" y="10192"/>
                  </a:lnTo>
                  <a:lnTo>
                    <a:pt x="2826" y="10151"/>
                  </a:lnTo>
                  <a:lnTo>
                    <a:pt x="3270" y="10091"/>
                  </a:lnTo>
                  <a:lnTo>
                    <a:pt x="3734" y="10030"/>
                  </a:lnTo>
                  <a:lnTo>
                    <a:pt x="4178" y="9929"/>
                  </a:lnTo>
                  <a:lnTo>
                    <a:pt x="5086" y="9728"/>
                  </a:lnTo>
                  <a:lnTo>
                    <a:pt x="5994" y="9485"/>
                  </a:lnTo>
                  <a:lnTo>
                    <a:pt x="6882" y="9223"/>
                  </a:lnTo>
                  <a:lnTo>
                    <a:pt x="7750" y="8920"/>
                  </a:lnTo>
                  <a:lnTo>
                    <a:pt x="8577" y="8638"/>
                  </a:lnTo>
                  <a:lnTo>
                    <a:pt x="9021" y="8456"/>
                  </a:lnTo>
                  <a:lnTo>
                    <a:pt x="9465" y="8275"/>
                  </a:lnTo>
                  <a:lnTo>
                    <a:pt x="9687" y="8154"/>
                  </a:lnTo>
                  <a:lnTo>
                    <a:pt x="9889" y="8032"/>
                  </a:lnTo>
                  <a:lnTo>
                    <a:pt x="10091" y="7891"/>
                  </a:lnTo>
                  <a:lnTo>
                    <a:pt x="10273" y="7730"/>
                  </a:lnTo>
                  <a:lnTo>
                    <a:pt x="10474" y="7548"/>
                  </a:lnTo>
                  <a:lnTo>
                    <a:pt x="10636" y="7326"/>
                  </a:lnTo>
                  <a:lnTo>
                    <a:pt x="10817" y="7084"/>
                  </a:lnTo>
                  <a:lnTo>
                    <a:pt x="10959" y="6822"/>
                  </a:lnTo>
                  <a:lnTo>
                    <a:pt x="11100" y="6539"/>
                  </a:lnTo>
                  <a:lnTo>
                    <a:pt x="11221" y="6216"/>
                  </a:lnTo>
                  <a:lnTo>
                    <a:pt x="11322" y="5873"/>
                  </a:lnTo>
                  <a:lnTo>
                    <a:pt x="11423" y="5510"/>
                  </a:lnTo>
                  <a:lnTo>
                    <a:pt x="11544" y="4884"/>
                  </a:lnTo>
                  <a:lnTo>
                    <a:pt x="11625" y="4279"/>
                  </a:lnTo>
                  <a:lnTo>
                    <a:pt x="11665" y="3653"/>
                  </a:lnTo>
                  <a:lnTo>
                    <a:pt x="11685" y="3028"/>
                  </a:lnTo>
                  <a:lnTo>
                    <a:pt x="11645" y="2402"/>
                  </a:lnTo>
                  <a:lnTo>
                    <a:pt x="11584" y="1797"/>
                  </a:lnTo>
                  <a:lnTo>
                    <a:pt x="11463" y="1171"/>
                  </a:lnTo>
                  <a:lnTo>
                    <a:pt x="11322" y="566"/>
                  </a:lnTo>
                  <a:lnTo>
                    <a:pt x="11261" y="404"/>
                  </a:lnTo>
                  <a:lnTo>
                    <a:pt x="11201" y="263"/>
                  </a:lnTo>
                  <a:lnTo>
                    <a:pt x="11140" y="182"/>
                  </a:lnTo>
                  <a:lnTo>
                    <a:pt x="11100" y="122"/>
                  </a:lnTo>
                  <a:lnTo>
                    <a:pt x="11019" y="82"/>
                  </a:lnTo>
                  <a:lnTo>
                    <a:pt x="10959" y="41"/>
                  </a:lnTo>
                  <a:lnTo>
                    <a:pt x="108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7"/>
            <p:cNvSpPr/>
            <p:nvPr/>
          </p:nvSpPr>
          <p:spPr>
            <a:xfrm flipH="1">
              <a:off x="-979618" y="-5128741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7"/>
            <p:cNvSpPr/>
            <p:nvPr/>
          </p:nvSpPr>
          <p:spPr>
            <a:xfrm flipH="1">
              <a:off x="2209809" y="-3290930"/>
              <a:ext cx="560808" cy="1296383"/>
            </a:xfrm>
            <a:custGeom>
              <a:rect b="b" l="l" r="r" t="t"/>
              <a:pathLst>
                <a:path extrusionOk="0" h="23188" w="10031">
                  <a:moveTo>
                    <a:pt x="4703" y="61"/>
                  </a:moveTo>
                  <a:lnTo>
                    <a:pt x="4985" y="81"/>
                  </a:lnTo>
                  <a:lnTo>
                    <a:pt x="5268" y="122"/>
                  </a:lnTo>
                  <a:lnTo>
                    <a:pt x="5550" y="202"/>
                  </a:lnTo>
                  <a:lnTo>
                    <a:pt x="5833" y="303"/>
                  </a:lnTo>
                  <a:lnTo>
                    <a:pt x="6075" y="424"/>
                  </a:lnTo>
                  <a:lnTo>
                    <a:pt x="6297" y="566"/>
                  </a:lnTo>
                  <a:lnTo>
                    <a:pt x="6519" y="707"/>
                  </a:lnTo>
                  <a:lnTo>
                    <a:pt x="6741" y="868"/>
                  </a:lnTo>
                  <a:lnTo>
                    <a:pt x="6963" y="1070"/>
                  </a:lnTo>
                  <a:lnTo>
                    <a:pt x="7165" y="1272"/>
                  </a:lnTo>
                  <a:lnTo>
                    <a:pt x="7366" y="1494"/>
                  </a:lnTo>
                  <a:lnTo>
                    <a:pt x="7548" y="1736"/>
                  </a:lnTo>
                  <a:lnTo>
                    <a:pt x="7730" y="1999"/>
                  </a:lnTo>
                  <a:lnTo>
                    <a:pt x="7911" y="2281"/>
                  </a:lnTo>
                  <a:lnTo>
                    <a:pt x="8073" y="2584"/>
                  </a:lnTo>
                  <a:lnTo>
                    <a:pt x="8234" y="2907"/>
                  </a:lnTo>
                  <a:lnTo>
                    <a:pt x="8396" y="3230"/>
                  </a:lnTo>
                  <a:lnTo>
                    <a:pt x="8537" y="3593"/>
                  </a:lnTo>
                  <a:lnTo>
                    <a:pt x="8678" y="3976"/>
                  </a:lnTo>
                  <a:lnTo>
                    <a:pt x="8819" y="4380"/>
                  </a:lnTo>
                  <a:lnTo>
                    <a:pt x="9082" y="5207"/>
                  </a:lnTo>
                  <a:lnTo>
                    <a:pt x="9304" y="6075"/>
                  </a:lnTo>
                  <a:lnTo>
                    <a:pt x="9505" y="6922"/>
                  </a:lnTo>
                  <a:lnTo>
                    <a:pt x="9647" y="7790"/>
                  </a:lnTo>
                  <a:lnTo>
                    <a:pt x="9788" y="8678"/>
                  </a:lnTo>
                  <a:lnTo>
                    <a:pt x="9869" y="9546"/>
                  </a:lnTo>
                  <a:lnTo>
                    <a:pt x="9929" y="10434"/>
                  </a:lnTo>
                  <a:lnTo>
                    <a:pt x="9949" y="11302"/>
                  </a:lnTo>
                  <a:lnTo>
                    <a:pt x="9949" y="12189"/>
                  </a:lnTo>
                  <a:lnTo>
                    <a:pt x="9909" y="13077"/>
                  </a:lnTo>
                  <a:lnTo>
                    <a:pt x="9828" y="13945"/>
                  </a:lnTo>
                  <a:lnTo>
                    <a:pt x="9727" y="14833"/>
                  </a:lnTo>
                  <a:lnTo>
                    <a:pt x="9586" y="15701"/>
                  </a:lnTo>
                  <a:lnTo>
                    <a:pt x="9405" y="16569"/>
                  </a:lnTo>
                  <a:lnTo>
                    <a:pt x="9203" y="17416"/>
                  </a:lnTo>
                  <a:lnTo>
                    <a:pt x="8961" y="18264"/>
                  </a:lnTo>
                  <a:lnTo>
                    <a:pt x="8799" y="18768"/>
                  </a:lnTo>
                  <a:lnTo>
                    <a:pt x="8618" y="19293"/>
                  </a:lnTo>
                  <a:lnTo>
                    <a:pt x="8396" y="19838"/>
                  </a:lnTo>
                  <a:lnTo>
                    <a:pt x="8133" y="20362"/>
                  </a:lnTo>
                  <a:lnTo>
                    <a:pt x="7992" y="20625"/>
                  </a:lnTo>
                  <a:lnTo>
                    <a:pt x="7831" y="20867"/>
                  </a:lnTo>
                  <a:lnTo>
                    <a:pt x="7669" y="21129"/>
                  </a:lnTo>
                  <a:lnTo>
                    <a:pt x="7487" y="21371"/>
                  </a:lnTo>
                  <a:lnTo>
                    <a:pt x="7286" y="21593"/>
                  </a:lnTo>
                  <a:lnTo>
                    <a:pt x="7084" y="21815"/>
                  </a:lnTo>
                  <a:lnTo>
                    <a:pt x="6862" y="22037"/>
                  </a:lnTo>
                  <a:lnTo>
                    <a:pt x="6620" y="22239"/>
                  </a:lnTo>
                  <a:lnTo>
                    <a:pt x="6398" y="22401"/>
                  </a:lnTo>
                  <a:lnTo>
                    <a:pt x="6196" y="22542"/>
                  </a:lnTo>
                  <a:lnTo>
                    <a:pt x="5974" y="22663"/>
                  </a:lnTo>
                  <a:lnTo>
                    <a:pt x="5772" y="22764"/>
                  </a:lnTo>
                  <a:lnTo>
                    <a:pt x="5550" y="22865"/>
                  </a:lnTo>
                  <a:lnTo>
                    <a:pt x="5348" y="22945"/>
                  </a:lnTo>
                  <a:lnTo>
                    <a:pt x="5147" y="23006"/>
                  </a:lnTo>
                  <a:lnTo>
                    <a:pt x="4945" y="23046"/>
                  </a:lnTo>
                  <a:lnTo>
                    <a:pt x="4743" y="23087"/>
                  </a:lnTo>
                  <a:lnTo>
                    <a:pt x="4541" y="23107"/>
                  </a:lnTo>
                  <a:lnTo>
                    <a:pt x="4339" y="23107"/>
                  </a:lnTo>
                  <a:lnTo>
                    <a:pt x="4138" y="23087"/>
                  </a:lnTo>
                  <a:lnTo>
                    <a:pt x="3936" y="23046"/>
                  </a:lnTo>
                  <a:lnTo>
                    <a:pt x="3754" y="23006"/>
                  </a:lnTo>
                  <a:lnTo>
                    <a:pt x="3552" y="22925"/>
                  </a:lnTo>
                  <a:lnTo>
                    <a:pt x="3351" y="22845"/>
                  </a:lnTo>
                  <a:lnTo>
                    <a:pt x="3169" y="22764"/>
                  </a:lnTo>
                  <a:lnTo>
                    <a:pt x="2987" y="22643"/>
                  </a:lnTo>
                  <a:lnTo>
                    <a:pt x="2806" y="22522"/>
                  </a:lnTo>
                  <a:lnTo>
                    <a:pt x="2644" y="22380"/>
                  </a:lnTo>
                  <a:lnTo>
                    <a:pt x="2321" y="22078"/>
                  </a:lnTo>
                  <a:lnTo>
                    <a:pt x="1999" y="21714"/>
                  </a:lnTo>
                  <a:lnTo>
                    <a:pt x="1716" y="21331"/>
                  </a:lnTo>
                  <a:lnTo>
                    <a:pt x="1454" y="20927"/>
                  </a:lnTo>
                  <a:lnTo>
                    <a:pt x="1211" y="20483"/>
                  </a:lnTo>
                  <a:lnTo>
                    <a:pt x="990" y="20019"/>
                  </a:lnTo>
                  <a:lnTo>
                    <a:pt x="788" y="19535"/>
                  </a:lnTo>
                  <a:lnTo>
                    <a:pt x="626" y="19051"/>
                  </a:lnTo>
                  <a:lnTo>
                    <a:pt x="465" y="18566"/>
                  </a:lnTo>
                  <a:lnTo>
                    <a:pt x="344" y="18082"/>
                  </a:lnTo>
                  <a:lnTo>
                    <a:pt x="243" y="17598"/>
                  </a:lnTo>
                  <a:lnTo>
                    <a:pt x="162" y="17134"/>
                  </a:lnTo>
                  <a:lnTo>
                    <a:pt x="122" y="16690"/>
                  </a:lnTo>
                  <a:lnTo>
                    <a:pt x="102" y="16286"/>
                  </a:lnTo>
                  <a:lnTo>
                    <a:pt x="81" y="15600"/>
                  </a:lnTo>
                  <a:lnTo>
                    <a:pt x="81" y="14934"/>
                  </a:lnTo>
                  <a:lnTo>
                    <a:pt x="102" y="14268"/>
                  </a:lnTo>
                  <a:lnTo>
                    <a:pt x="142" y="13582"/>
                  </a:lnTo>
                  <a:lnTo>
                    <a:pt x="182" y="12916"/>
                  </a:lnTo>
                  <a:lnTo>
                    <a:pt x="243" y="12250"/>
                  </a:lnTo>
                  <a:lnTo>
                    <a:pt x="404" y="10918"/>
                  </a:lnTo>
                  <a:lnTo>
                    <a:pt x="586" y="9586"/>
                  </a:lnTo>
                  <a:lnTo>
                    <a:pt x="788" y="8254"/>
                  </a:lnTo>
                  <a:lnTo>
                    <a:pt x="1252" y="5631"/>
                  </a:lnTo>
                  <a:lnTo>
                    <a:pt x="1454" y="4622"/>
                  </a:lnTo>
                  <a:lnTo>
                    <a:pt x="1555" y="4117"/>
                  </a:lnTo>
                  <a:lnTo>
                    <a:pt x="1676" y="3613"/>
                  </a:lnTo>
                  <a:lnTo>
                    <a:pt x="1837" y="3108"/>
                  </a:lnTo>
                  <a:lnTo>
                    <a:pt x="1999" y="2604"/>
                  </a:lnTo>
                  <a:lnTo>
                    <a:pt x="2200" y="2140"/>
                  </a:lnTo>
                  <a:lnTo>
                    <a:pt x="2442" y="1655"/>
                  </a:lnTo>
                  <a:lnTo>
                    <a:pt x="2584" y="1393"/>
                  </a:lnTo>
                  <a:lnTo>
                    <a:pt x="2745" y="1151"/>
                  </a:lnTo>
                  <a:lnTo>
                    <a:pt x="2927" y="949"/>
                  </a:lnTo>
                  <a:lnTo>
                    <a:pt x="3108" y="747"/>
                  </a:lnTo>
                  <a:lnTo>
                    <a:pt x="3290" y="586"/>
                  </a:lnTo>
                  <a:lnTo>
                    <a:pt x="3472" y="445"/>
                  </a:lnTo>
                  <a:lnTo>
                    <a:pt x="3673" y="324"/>
                  </a:lnTo>
                  <a:lnTo>
                    <a:pt x="3875" y="223"/>
                  </a:lnTo>
                  <a:lnTo>
                    <a:pt x="4077" y="162"/>
                  </a:lnTo>
                  <a:lnTo>
                    <a:pt x="4279" y="102"/>
                  </a:lnTo>
                  <a:lnTo>
                    <a:pt x="4481" y="81"/>
                  </a:lnTo>
                  <a:lnTo>
                    <a:pt x="4703" y="61"/>
                  </a:lnTo>
                  <a:close/>
                  <a:moveTo>
                    <a:pt x="4561" y="1"/>
                  </a:moveTo>
                  <a:lnTo>
                    <a:pt x="4319" y="21"/>
                  </a:lnTo>
                  <a:lnTo>
                    <a:pt x="4077" y="61"/>
                  </a:lnTo>
                  <a:lnTo>
                    <a:pt x="3855" y="142"/>
                  </a:lnTo>
                  <a:lnTo>
                    <a:pt x="3633" y="243"/>
                  </a:lnTo>
                  <a:lnTo>
                    <a:pt x="3431" y="364"/>
                  </a:lnTo>
                  <a:lnTo>
                    <a:pt x="3229" y="525"/>
                  </a:lnTo>
                  <a:lnTo>
                    <a:pt x="3048" y="687"/>
                  </a:lnTo>
                  <a:lnTo>
                    <a:pt x="2866" y="889"/>
                  </a:lnTo>
                  <a:lnTo>
                    <a:pt x="2685" y="1111"/>
                  </a:lnTo>
                  <a:lnTo>
                    <a:pt x="2523" y="1353"/>
                  </a:lnTo>
                  <a:lnTo>
                    <a:pt x="2362" y="1615"/>
                  </a:lnTo>
                  <a:lnTo>
                    <a:pt x="2120" y="2099"/>
                  </a:lnTo>
                  <a:lnTo>
                    <a:pt x="1918" y="2584"/>
                  </a:lnTo>
                  <a:lnTo>
                    <a:pt x="1756" y="3068"/>
                  </a:lnTo>
                  <a:lnTo>
                    <a:pt x="1615" y="3573"/>
                  </a:lnTo>
                  <a:lnTo>
                    <a:pt x="1474" y="4097"/>
                  </a:lnTo>
                  <a:lnTo>
                    <a:pt x="1373" y="4602"/>
                  </a:lnTo>
                  <a:lnTo>
                    <a:pt x="1171" y="5631"/>
                  </a:lnTo>
                  <a:lnTo>
                    <a:pt x="707" y="8254"/>
                  </a:lnTo>
                  <a:lnTo>
                    <a:pt x="505" y="9566"/>
                  </a:lnTo>
                  <a:lnTo>
                    <a:pt x="324" y="10898"/>
                  </a:lnTo>
                  <a:lnTo>
                    <a:pt x="162" y="12250"/>
                  </a:lnTo>
                  <a:lnTo>
                    <a:pt x="102" y="12916"/>
                  </a:lnTo>
                  <a:lnTo>
                    <a:pt x="61" y="13582"/>
                  </a:lnTo>
                  <a:lnTo>
                    <a:pt x="21" y="14268"/>
                  </a:lnTo>
                  <a:lnTo>
                    <a:pt x="1" y="14934"/>
                  </a:lnTo>
                  <a:lnTo>
                    <a:pt x="1" y="15600"/>
                  </a:lnTo>
                  <a:lnTo>
                    <a:pt x="21" y="16286"/>
                  </a:lnTo>
                  <a:lnTo>
                    <a:pt x="41" y="16710"/>
                  </a:lnTo>
                  <a:lnTo>
                    <a:pt x="81" y="17154"/>
                  </a:lnTo>
                  <a:lnTo>
                    <a:pt x="162" y="17618"/>
                  </a:lnTo>
                  <a:lnTo>
                    <a:pt x="263" y="18102"/>
                  </a:lnTo>
                  <a:lnTo>
                    <a:pt x="404" y="18587"/>
                  </a:lnTo>
                  <a:lnTo>
                    <a:pt x="546" y="19071"/>
                  </a:lnTo>
                  <a:lnTo>
                    <a:pt x="727" y="19575"/>
                  </a:lnTo>
                  <a:lnTo>
                    <a:pt x="929" y="20060"/>
                  </a:lnTo>
                  <a:lnTo>
                    <a:pt x="1151" y="20524"/>
                  </a:lnTo>
                  <a:lnTo>
                    <a:pt x="1393" y="20968"/>
                  </a:lnTo>
                  <a:lnTo>
                    <a:pt x="1655" y="21392"/>
                  </a:lnTo>
                  <a:lnTo>
                    <a:pt x="1958" y="21775"/>
                  </a:lnTo>
                  <a:lnTo>
                    <a:pt x="2261" y="22138"/>
                  </a:lnTo>
                  <a:lnTo>
                    <a:pt x="2604" y="22461"/>
                  </a:lnTo>
                  <a:lnTo>
                    <a:pt x="2765" y="22582"/>
                  </a:lnTo>
                  <a:lnTo>
                    <a:pt x="2947" y="22723"/>
                  </a:lnTo>
                  <a:lnTo>
                    <a:pt x="3129" y="22824"/>
                  </a:lnTo>
                  <a:lnTo>
                    <a:pt x="3330" y="22925"/>
                  </a:lnTo>
                  <a:lnTo>
                    <a:pt x="3593" y="23046"/>
                  </a:lnTo>
                  <a:lnTo>
                    <a:pt x="3875" y="23127"/>
                  </a:lnTo>
                  <a:lnTo>
                    <a:pt x="4158" y="23167"/>
                  </a:lnTo>
                  <a:lnTo>
                    <a:pt x="4460" y="23188"/>
                  </a:lnTo>
                  <a:lnTo>
                    <a:pt x="4723" y="23167"/>
                  </a:lnTo>
                  <a:lnTo>
                    <a:pt x="4985" y="23127"/>
                  </a:lnTo>
                  <a:lnTo>
                    <a:pt x="5268" y="23067"/>
                  </a:lnTo>
                  <a:lnTo>
                    <a:pt x="5550" y="22966"/>
                  </a:lnTo>
                  <a:lnTo>
                    <a:pt x="5813" y="22845"/>
                  </a:lnTo>
                  <a:lnTo>
                    <a:pt x="6095" y="22683"/>
                  </a:lnTo>
                  <a:lnTo>
                    <a:pt x="6378" y="22501"/>
                  </a:lnTo>
                  <a:lnTo>
                    <a:pt x="6680" y="22300"/>
                  </a:lnTo>
                  <a:lnTo>
                    <a:pt x="6922" y="22098"/>
                  </a:lnTo>
                  <a:lnTo>
                    <a:pt x="7144" y="21876"/>
                  </a:lnTo>
                  <a:lnTo>
                    <a:pt x="7346" y="21654"/>
                  </a:lnTo>
                  <a:lnTo>
                    <a:pt x="7548" y="21412"/>
                  </a:lnTo>
                  <a:lnTo>
                    <a:pt x="7730" y="21170"/>
                  </a:lnTo>
                  <a:lnTo>
                    <a:pt x="7911" y="20927"/>
                  </a:lnTo>
                  <a:lnTo>
                    <a:pt x="8053" y="20665"/>
                  </a:lnTo>
                  <a:lnTo>
                    <a:pt x="8214" y="20403"/>
                  </a:lnTo>
                  <a:lnTo>
                    <a:pt x="8476" y="19878"/>
                  </a:lnTo>
                  <a:lnTo>
                    <a:pt x="8698" y="19333"/>
                  </a:lnTo>
                  <a:lnTo>
                    <a:pt x="8880" y="18809"/>
                  </a:lnTo>
                  <a:lnTo>
                    <a:pt x="9041" y="18284"/>
                  </a:lnTo>
                  <a:lnTo>
                    <a:pt x="9283" y="17436"/>
                  </a:lnTo>
                  <a:lnTo>
                    <a:pt x="9485" y="16589"/>
                  </a:lnTo>
                  <a:lnTo>
                    <a:pt x="9667" y="15721"/>
                  </a:lnTo>
                  <a:lnTo>
                    <a:pt x="9808" y="14833"/>
                  </a:lnTo>
                  <a:lnTo>
                    <a:pt x="9909" y="13965"/>
                  </a:lnTo>
                  <a:lnTo>
                    <a:pt x="9990" y="13077"/>
                  </a:lnTo>
                  <a:lnTo>
                    <a:pt x="10030" y="12189"/>
                  </a:lnTo>
                  <a:lnTo>
                    <a:pt x="10030" y="11302"/>
                  </a:lnTo>
                  <a:lnTo>
                    <a:pt x="10010" y="10434"/>
                  </a:lnTo>
                  <a:lnTo>
                    <a:pt x="9949" y="9546"/>
                  </a:lnTo>
                  <a:lnTo>
                    <a:pt x="9869" y="8658"/>
                  </a:lnTo>
                  <a:lnTo>
                    <a:pt x="9727" y="7790"/>
                  </a:lnTo>
                  <a:lnTo>
                    <a:pt x="9566" y="6902"/>
                  </a:lnTo>
                  <a:lnTo>
                    <a:pt x="9384" y="6055"/>
                  </a:lnTo>
                  <a:lnTo>
                    <a:pt x="9162" y="5187"/>
                  </a:lnTo>
                  <a:lnTo>
                    <a:pt x="8900" y="4339"/>
                  </a:lnTo>
                  <a:lnTo>
                    <a:pt x="8759" y="3936"/>
                  </a:lnTo>
                  <a:lnTo>
                    <a:pt x="8618" y="3552"/>
                  </a:lnTo>
                  <a:lnTo>
                    <a:pt x="8476" y="3209"/>
                  </a:lnTo>
                  <a:lnTo>
                    <a:pt x="8315" y="2866"/>
                  </a:lnTo>
                  <a:lnTo>
                    <a:pt x="8153" y="2523"/>
                  </a:lnTo>
                  <a:lnTo>
                    <a:pt x="7972" y="2220"/>
                  </a:lnTo>
                  <a:lnTo>
                    <a:pt x="7790" y="1938"/>
                  </a:lnTo>
                  <a:lnTo>
                    <a:pt x="7609" y="1676"/>
                  </a:lnTo>
                  <a:lnTo>
                    <a:pt x="7407" y="1433"/>
                  </a:lnTo>
                  <a:lnTo>
                    <a:pt x="7225" y="1211"/>
                  </a:lnTo>
                  <a:lnTo>
                    <a:pt x="7003" y="990"/>
                  </a:lnTo>
                  <a:lnTo>
                    <a:pt x="6801" y="808"/>
                  </a:lnTo>
                  <a:lnTo>
                    <a:pt x="6579" y="646"/>
                  </a:lnTo>
                  <a:lnTo>
                    <a:pt x="6337" y="485"/>
                  </a:lnTo>
                  <a:lnTo>
                    <a:pt x="6095" y="344"/>
                  </a:lnTo>
                  <a:lnTo>
                    <a:pt x="5853" y="243"/>
                  </a:lnTo>
                  <a:lnTo>
                    <a:pt x="5591" y="142"/>
                  </a:lnTo>
                  <a:lnTo>
                    <a:pt x="5328" y="61"/>
                  </a:lnTo>
                  <a:lnTo>
                    <a:pt x="5066" y="21"/>
                  </a:lnTo>
                  <a:lnTo>
                    <a:pt x="4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7"/>
            <p:cNvSpPr/>
            <p:nvPr/>
          </p:nvSpPr>
          <p:spPr>
            <a:xfrm flipH="1">
              <a:off x="624664" y="-5010276"/>
              <a:ext cx="2123367" cy="1193681"/>
            </a:xfrm>
            <a:custGeom>
              <a:rect b="b" l="l" r="r" t="t"/>
              <a:pathLst>
                <a:path extrusionOk="0" h="21351" w="37980">
                  <a:moveTo>
                    <a:pt x="10776" y="81"/>
                  </a:moveTo>
                  <a:lnTo>
                    <a:pt x="11341" y="101"/>
                  </a:lnTo>
                  <a:lnTo>
                    <a:pt x="11927" y="121"/>
                  </a:lnTo>
                  <a:lnTo>
                    <a:pt x="12532" y="182"/>
                  </a:lnTo>
                  <a:lnTo>
                    <a:pt x="13178" y="222"/>
                  </a:lnTo>
                  <a:lnTo>
                    <a:pt x="13824" y="303"/>
                  </a:lnTo>
                  <a:lnTo>
                    <a:pt x="14510" y="404"/>
                  </a:lnTo>
                  <a:lnTo>
                    <a:pt x="15216" y="505"/>
                  </a:lnTo>
                  <a:lnTo>
                    <a:pt x="15943" y="626"/>
                  </a:lnTo>
                  <a:lnTo>
                    <a:pt x="16709" y="767"/>
                  </a:lnTo>
                  <a:lnTo>
                    <a:pt x="17496" y="949"/>
                  </a:lnTo>
                  <a:lnTo>
                    <a:pt x="18324" y="1130"/>
                  </a:lnTo>
                  <a:lnTo>
                    <a:pt x="19171" y="1332"/>
                  </a:lnTo>
                  <a:lnTo>
                    <a:pt x="20039" y="1554"/>
                  </a:lnTo>
                  <a:lnTo>
                    <a:pt x="20947" y="1796"/>
                  </a:lnTo>
                  <a:lnTo>
                    <a:pt x="21875" y="2059"/>
                  </a:lnTo>
                  <a:lnTo>
                    <a:pt x="23571" y="2583"/>
                  </a:lnTo>
                  <a:lnTo>
                    <a:pt x="24418" y="2866"/>
                  </a:lnTo>
                  <a:lnTo>
                    <a:pt x="25286" y="3148"/>
                  </a:lnTo>
                  <a:lnTo>
                    <a:pt x="26154" y="3471"/>
                  </a:lnTo>
                  <a:lnTo>
                    <a:pt x="27021" y="3794"/>
                  </a:lnTo>
                  <a:lnTo>
                    <a:pt x="27889" y="4157"/>
                  </a:lnTo>
                  <a:lnTo>
                    <a:pt x="28757" y="4541"/>
                  </a:lnTo>
                  <a:lnTo>
                    <a:pt x="29625" y="4944"/>
                  </a:lnTo>
                  <a:lnTo>
                    <a:pt x="30472" y="5368"/>
                  </a:lnTo>
                  <a:lnTo>
                    <a:pt x="31300" y="5832"/>
                  </a:lnTo>
                  <a:lnTo>
                    <a:pt x="32127" y="6317"/>
                  </a:lnTo>
                  <a:lnTo>
                    <a:pt x="32954" y="6841"/>
                  </a:lnTo>
                  <a:lnTo>
                    <a:pt x="33741" y="7406"/>
                  </a:lnTo>
                  <a:lnTo>
                    <a:pt x="34508" y="7992"/>
                  </a:lnTo>
                  <a:lnTo>
                    <a:pt x="35255" y="8637"/>
                  </a:lnTo>
                  <a:lnTo>
                    <a:pt x="35638" y="8980"/>
                  </a:lnTo>
                  <a:lnTo>
                    <a:pt x="36001" y="9344"/>
                  </a:lnTo>
                  <a:lnTo>
                    <a:pt x="36345" y="9687"/>
                  </a:lnTo>
                  <a:lnTo>
                    <a:pt x="36627" y="10030"/>
                  </a:lnTo>
                  <a:lnTo>
                    <a:pt x="36910" y="10373"/>
                  </a:lnTo>
                  <a:lnTo>
                    <a:pt x="37132" y="10696"/>
                  </a:lnTo>
                  <a:lnTo>
                    <a:pt x="37354" y="11039"/>
                  </a:lnTo>
                  <a:lnTo>
                    <a:pt x="37535" y="11382"/>
                  </a:lnTo>
                  <a:lnTo>
                    <a:pt x="37656" y="11624"/>
                  </a:lnTo>
                  <a:lnTo>
                    <a:pt x="37737" y="11846"/>
                  </a:lnTo>
                  <a:lnTo>
                    <a:pt x="37818" y="12068"/>
                  </a:lnTo>
                  <a:lnTo>
                    <a:pt x="37858" y="12290"/>
                  </a:lnTo>
                  <a:lnTo>
                    <a:pt x="37898" y="12492"/>
                  </a:lnTo>
                  <a:lnTo>
                    <a:pt x="37898" y="12694"/>
                  </a:lnTo>
                  <a:lnTo>
                    <a:pt x="37878" y="12875"/>
                  </a:lnTo>
                  <a:lnTo>
                    <a:pt x="37838" y="13057"/>
                  </a:lnTo>
                  <a:lnTo>
                    <a:pt x="37757" y="13259"/>
                  </a:lnTo>
                  <a:lnTo>
                    <a:pt x="37636" y="13460"/>
                  </a:lnTo>
                  <a:lnTo>
                    <a:pt x="37495" y="13662"/>
                  </a:lnTo>
                  <a:lnTo>
                    <a:pt x="37313" y="13824"/>
                  </a:lnTo>
                  <a:lnTo>
                    <a:pt x="37111" y="13985"/>
                  </a:lnTo>
                  <a:lnTo>
                    <a:pt x="36869" y="14106"/>
                  </a:lnTo>
                  <a:lnTo>
                    <a:pt x="36627" y="14207"/>
                  </a:lnTo>
                  <a:lnTo>
                    <a:pt x="36365" y="14288"/>
                  </a:lnTo>
                  <a:lnTo>
                    <a:pt x="36102" y="14328"/>
                  </a:lnTo>
                  <a:lnTo>
                    <a:pt x="35860" y="14368"/>
                  </a:lnTo>
                  <a:lnTo>
                    <a:pt x="35336" y="14368"/>
                  </a:lnTo>
                  <a:lnTo>
                    <a:pt x="34831" y="14328"/>
                  </a:lnTo>
                  <a:lnTo>
                    <a:pt x="34327" y="14268"/>
                  </a:lnTo>
                  <a:lnTo>
                    <a:pt x="34306" y="14268"/>
                  </a:lnTo>
                  <a:lnTo>
                    <a:pt x="32934" y="14106"/>
                  </a:lnTo>
                  <a:lnTo>
                    <a:pt x="31501" y="13945"/>
                  </a:lnTo>
                  <a:lnTo>
                    <a:pt x="30028" y="13803"/>
                  </a:lnTo>
                  <a:lnTo>
                    <a:pt x="28535" y="13682"/>
                  </a:lnTo>
                  <a:lnTo>
                    <a:pt x="26981" y="13561"/>
                  </a:lnTo>
                  <a:lnTo>
                    <a:pt x="25387" y="13481"/>
                  </a:lnTo>
                  <a:lnTo>
                    <a:pt x="23772" y="13420"/>
                  </a:lnTo>
                  <a:lnTo>
                    <a:pt x="22138" y="13400"/>
                  </a:lnTo>
                  <a:lnTo>
                    <a:pt x="20483" y="13420"/>
                  </a:lnTo>
                  <a:lnTo>
                    <a:pt x="18788" y="13460"/>
                  </a:lnTo>
                  <a:lnTo>
                    <a:pt x="17093" y="13561"/>
                  </a:lnTo>
                  <a:lnTo>
                    <a:pt x="16245" y="13622"/>
                  </a:lnTo>
                  <a:lnTo>
                    <a:pt x="15398" y="13703"/>
                  </a:lnTo>
                  <a:lnTo>
                    <a:pt x="14530" y="13803"/>
                  </a:lnTo>
                  <a:lnTo>
                    <a:pt x="13682" y="13904"/>
                  </a:lnTo>
                  <a:lnTo>
                    <a:pt x="12815" y="14025"/>
                  </a:lnTo>
                  <a:lnTo>
                    <a:pt x="11967" y="14146"/>
                  </a:lnTo>
                  <a:lnTo>
                    <a:pt x="11099" y="14308"/>
                  </a:lnTo>
                  <a:lnTo>
                    <a:pt x="10252" y="14469"/>
                  </a:lnTo>
                  <a:lnTo>
                    <a:pt x="9384" y="14651"/>
                  </a:lnTo>
                  <a:lnTo>
                    <a:pt x="8536" y="14833"/>
                  </a:lnTo>
                  <a:lnTo>
                    <a:pt x="7992" y="14974"/>
                  </a:lnTo>
                  <a:lnTo>
                    <a:pt x="7467" y="15115"/>
                  </a:lnTo>
                  <a:lnTo>
                    <a:pt x="6922" y="15277"/>
                  </a:lnTo>
                  <a:lnTo>
                    <a:pt x="6397" y="15458"/>
                  </a:lnTo>
                  <a:lnTo>
                    <a:pt x="5873" y="15660"/>
                  </a:lnTo>
                  <a:lnTo>
                    <a:pt x="5368" y="15902"/>
                  </a:lnTo>
                  <a:lnTo>
                    <a:pt x="4864" y="16164"/>
                  </a:lnTo>
                  <a:lnTo>
                    <a:pt x="4379" y="16467"/>
                  </a:lnTo>
                  <a:lnTo>
                    <a:pt x="4137" y="16649"/>
                  </a:lnTo>
                  <a:lnTo>
                    <a:pt x="3875" y="16851"/>
                  </a:lnTo>
                  <a:lnTo>
                    <a:pt x="3613" y="17073"/>
                  </a:lnTo>
                  <a:lnTo>
                    <a:pt x="3350" y="17335"/>
                  </a:lnTo>
                  <a:lnTo>
                    <a:pt x="3108" y="17617"/>
                  </a:lnTo>
                  <a:lnTo>
                    <a:pt x="2866" y="17940"/>
                  </a:lnTo>
                  <a:lnTo>
                    <a:pt x="2644" y="18283"/>
                  </a:lnTo>
                  <a:lnTo>
                    <a:pt x="2462" y="18667"/>
                  </a:lnTo>
                  <a:lnTo>
                    <a:pt x="2382" y="18889"/>
                  </a:lnTo>
                  <a:lnTo>
                    <a:pt x="2341" y="19131"/>
                  </a:lnTo>
                  <a:lnTo>
                    <a:pt x="2260" y="19635"/>
                  </a:lnTo>
                  <a:lnTo>
                    <a:pt x="2220" y="19918"/>
                  </a:lnTo>
                  <a:lnTo>
                    <a:pt x="2180" y="20201"/>
                  </a:lnTo>
                  <a:lnTo>
                    <a:pt x="2099" y="20463"/>
                  </a:lnTo>
                  <a:lnTo>
                    <a:pt x="2059" y="20584"/>
                  </a:lnTo>
                  <a:lnTo>
                    <a:pt x="1998" y="20705"/>
                  </a:lnTo>
                  <a:lnTo>
                    <a:pt x="1897" y="20846"/>
                  </a:lnTo>
                  <a:lnTo>
                    <a:pt x="1816" y="20988"/>
                  </a:lnTo>
                  <a:lnTo>
                    <a:pt x="1716" y="21088"/>
                  </a:lnTo>
                  <a:lnTo>
                    <a:pt x="1615" y="21169"/>
                  </a:lnTo>
                  <a:lnTo>
                    <a:pt x="1514" y="21210"/>
                  </a:lnTo>
                  <a:lnTo>
                    <a:pt x="1413" y="21250"/>
                  </a:lnTo>
                  <a:lnTo>
                    <a:pt x="1312" y="21270"/>
                  </a:lnTo>
                  <a:lnTo>
                    <a:pt x="1211" y="21250"/>
                  </a:lnTo>
                  <a:lnTo>
                    <a:pt x="1110" y="21210"/>
                  </a:lnTo>
                  <a:lnTo>
                    <a:pt x="1009" y="21149"/>
                  </a:lnTo>
                  <a:lnTo>
                    <a:pt x="908" y="21068"/>
                  </a:lnTo>
                  <a:lnTo>
                    <a:pt x="807" y="20967"/>
                  </a:lnTo>
                  <a:lnTo>
                    <a:pt x="707" y="20846"/>
                  </a:lnTo>
                  <a:lnTo>
                    <a:pt x="626" y="20725"/>
                  </a:lnTo>
                  <a:lnTo>
                    <a:pt x="464" y="20422"/>
                  </a:lnTo>
                  <a:lnTo>
                    <a:pt x="323" y="20100"/>
                  </a:lnTo>
                  <a:lnTo>
                    <a:pt x="222" y="19777"/>
                  </a:lnTo>
                  <a:lnTo>
                    <a:pt x="162" y="19454"/>
                  </a:lnTo>
                  <a:lnTo>
                    <a:pt x="121" y="19151"/>
                  </a:lnTo>
                  <a:lnTo>
                    <a:pt x="101" y="18223"/>
                  </a:lnTo>
                  <a:lnTo>
                    <a:pt x="81" y="17274"/>
                  </a:lnTo>
                  <a:lnTo>
                    <a:pt x="81" y="16326"/>
                  </a:lnTo>
                  <a:lnTo>
                    <a:pt x="101" y="15377"/>
                  </a:lnTo>
                  <a:lnTo>
                    <a:pt x="142" y="14449"/>
                  </a:lnTo>
                  <a:lnTo>
                    <a:pt x="182" y="13501"/>
                  </a:lnTo>
                  <a:lnTo>
                    <a:pt x="263" y="12572"/>
                  </a:lnTo>
                  <a:lnTo>
                    <a:pt x="343" y="11624"/>
                  </a:lnTo>
                  <a:lnTo>
                    <a:pt x="444" y="10696"/>
                  </a:lnTo>
                  <a:lnTo>
                    <a:pt x="545" y="9747"/>
                  </a:lnTo>
                  <a:lnTo>
                    <a:pt x="686" y="8819"/>
                  </a:lnTo>
                  <a:lnTo>
                    <a:pt x="828" y="7891"/>
                  </a:lnTo>
                  <a:lnTo>
                    <a:pt x="989" y="6962"/>
                  </a:lnTo>
                  <a:lnTo>
                    <a:pt x="1171" y="6034"/>
                  </a:lnTo>
                  <a:lnTo>
                    <a:pt x="1373" y="5126"/>
                  </a:lnTo>
                  <a:lnTo>
                    <a:pt x="1574" y="4198"/>
                  </a:lnTo>
                  <a:lnTo>
                    <a:pt x="1736" y="3572"/>
                  </a:lnTo>
                  <a:lnTo>
                    <a:pt x="1837" y="3269"/>
                  </a:lnTo>
                  <a:lnTo>
                    <a:pt x="1958" y="2967"/>
                  </a:lnTo>
                  <a:lnTo>
                    <a:pt x="2079" y="2664"/>
                  </a:lnTo>
                  <a:lnTo>
                    <a:pt x="2220" y="2402"/>
                  </a:lnTo>
                  <a:lnTo>
                    <a:pt x="2402" y="2139"/>
                  </a:lnTo>
                  <a:lnTo>
                    <a:pt x="2604" y="1897"/>
                  </a:lnTo>
                  <a:lnTo>
                    <a:pt x="2825" y="1695"/>
                  </a:lnTo>
                  <a:lnTo>
                    <a:pt x="3068" y="1514"/>
                  </a:lnTo>
                  <a:lnTo>
                    <a:pt x="3330" y="1352"/>
                  </a:lnTo>
                  <a:lnTo>
                    <a:pt x="3592" y="1211"/>
                  </a:lnTo>
                  <a:lnTo>
                    <a:pt x="3875" y="1090"/>
                  </a:lnTo>
                  <a:lnTo>
                    <a:pt x="4157" y="989"/>
                  </a:lnTo>
                  <a:lnTo>
                    <a:pt x="4702" y="807"/>
                  </a:lnTo>
                  <a:lnTo>
                    <a:pt x="5247" y="666"/>
                  </a:lnTo>
                  <a:lnTo>
                    <a:pt x="5832" y="525"/>
                  </a:lnTo>
                  <a:lnTo>
                    <a:pt x="6458" y="404"/>
                  </a:lnTo>
                  <a:lnTo>
                    <a:pt x="7104" y="303"/>
                  </a:lnTo>
                  <a:lnTo>
                    <a:pt x="7810" y="202"/>
                  </a:lnTo>
                  <a:lnTo>
                    <a:pt x="8577" y="142"/>
                  </a:lnTo>
                  <a:lnTo>
                    <a:pt x="9384" y="81"/>
                  </a:lnTo>
                  <a:close/>
                  <a:moveTo>
                    <a:pt x="9848" y="0"/>
                  </a:moveTo>
                  <a:lnTo>
                    <a:pt x="9303" y="20"/>
                  </a:lnTo>
                  <a:lnTo>
                    <a:pt x="8758" y="41"/>
                  </a:lnTo>
                  <a:lnTo>
                    <a:pt x="8234" y="81"/>
                  </a:lnTo>
                  <a:lnTo>
                    <a:pt x="7709" y="142"/>
                  </a:lnTo>
                  <a:lnTo>
                    <a:pt x="7184" y="202"/>
                  </a:lnTo>
                  <a:lnTo>
                    <a:pt x="6680" y="283"/>
                  </a:lnTo>
                  <a:lnTo>
                    <a:pt x="6175" y="384"/>
                  </a:lnTo>
                  <a:lnTo>
                    <a:pt x="5671" y="485"/>
                  </a:lnTo>
                  <a:lnTo>
                    <a:pt x="5166" y="606"/>
                  </a:lnTo>
                  <a:lnTo>
                    <a:pt x="4682" y="727"/>
                  </a:lnTo>
                  <a:lnTo>
                    <a:pt x="4117" y="908"/>
                  </a:lnTo>
                  <a:lnTo>
                    <a:pt x="3834" y="1009"/>
                  </a:lnTo>
                  <a:lnTo>
                    <a:pt x="3552" y="1130"/>
                  </a:lnTo>
                  <a:lnTo>
                    <a:pt x="3269" y="1272"/>
                  </a:lnTo>
                  <a:lnTo>
                    <a:pt x="3007" y="1433"/>
                  </a:lnTo>
                  <a:lnTo>
                    <a:pt x="2765" y="1635"/>
                  </a:lnTo>
                  <a:lnTo>
                    <a:pt x="2543" y="1837"/>
                  </a:lnTo>
                  <a:lnTo>
                    <a:pt x="2341" y="2079"/>
                  </a:lnTo>
                  <a:lnTo>
                    <a:pt x="2160" y="2341"/>
                  </a:lnTo>
                  <a:lnTo>
                    <a:pt x="1998" y="2624"/>
                  </a:lnTo>
                  <a:lnTo>
                    <a:pt x="1877" y="2926"/>
                  </a:lnTo>
                  <a:lnTo>
                    <a:pt x="1776" y="3229"/>
                  </a:lnTo>
                  <a:lnTo>
                    <a:pt x="1675" y="3552"/>
                  </a:lnTo>
                  <a:lnTo>
                    <a:pt x="1514" y="4178"/>
                  </a:lnTo>
                  <a:lnTo>
                    <a:pt x="1292" y="5106"/>
                  </a:lnTo>
                  <a:lnTo>
                    <a:pt x="1090" y="6014"/>
                  </a:lnTo>
                  <a:lnTo>
                    <a:pt x="908" y="6942"/>
                  </a:lnTo>
                  <a:lnTo>
                    <a:pt x="747" y="7870"/>
                  </a:lnTo>
                  <a:lnTo>
                    <a:pt x="606" y="8819"/>
                  </a:lnTo>
                  <a:lnTo>
                    <a:pt x="485" y="9747"/>
                  </a:lnTo>
                  <a:lnTo>
                    <a:pt x="364" y="10676"/>
                  </a:lnTo>
                  <a:lnTo>
                    <a:pt x="263" y="11624"/>
                  </a:lnTo>
                  <a:lnTo>
                    <a:pt x="182" y="12552"/>
                  </a:lnTo>
                  <a:lnTo>
                    <a:pt x="101" y="13501"/>
                  </a:lnTo>
                  <a:lnTo>
                    <a:pt x="61" y="14449"/>
                  </a:lnTo>
                  <a:lnTo>
                    <a:pt x="20" y="15377"/>
                  </a:lnTo>
                  <a:lnTo>
                    <a:pt x="0" y="16326"/>
                  </a:lnTo>
                  <a:lnTo>
                    <a:pt x="0" y="17274"/>
                  </a:lnTo>
                  <a:lnTo>
                    <a:pt x="20" y="18223"/>
                  </a:lnTo>
                  <a:lnTo>
                    <a:pt x="41" y="19171"/>
                  </a:lnTo>
                  <a:lnTo>
                    <a:pt x="81" y="19474"/>
                  </a:lnTo>
                  <a:lnTo>
                    <a:pt x="162" y="19797"/>
                  </a:lnTo>
                  <a:lnTo>
                    <a:pt x="263" y="20140"/>
                  </a:lnTo>
                  <a:lnTo>
                    <a:pt x="404" y="20483"/>
                  </a:lnTo>
                  <a:lnTo>
                    <a:pt x="565" y="20766"/>
                  </a:lnTo>
                  <a:lnTo>
                    <a:pt x="666" y="20907"/>
                  </a:lnTo>
                  <a:lnTo>
                    <a:pt x="767" y="21028"/>
                  </a:lnTo>
                  <a:lnTo>
                    <a:pt x="868" y="21129"/>
                  </a:lnTo>
                  <a:lnTo>
                    <a:pt x="969" y="21210"/>
                  </a:lnTo>
                  <a:lnTo>
                    <a:pt x="1070" y="21290"/>
                  </a:lnTo>
                  <a:lnTo>
                    <a:pt x="1191" y="21331"/>
                  </a:lnTo>
                  <a:lnTo>
                    <a:pt x="1332" y="21351"/>
                  </a:lnTo>
                  <a:lnTo>
                    <a:pt x="1433" y="21331"/>
                  </a:lnTo>
                  <a:lnTo>
                    <a:pt x="1514" y="21310"/>
                  </a:lnTo>
                  <a:lnTo>
                    <a:pt x="1615" y="21250"/>
                  </a:lnTo>
                  <a:lnTo>
                    <a:pt x="1716" y="21189"/>
                  </a:lnTo>
                  <a:lnTo>
                    <a:pt x="1796" y="21109"/>
                  </a:lnTo>
                  <a:lnTo>
                    <a:pt x="1897" y="21008"/>
                  </a:lnTo>
                  <a:lnTo>
                    <a:pt x="2059" y="20745"/>
                  </a:lnTo>
                  <a:lnTo>
                    <a:pt x="2119" y="20624"/>
                  </a:lnTo>
                  <a:lnTo>
                    <a:pt x="2180" y="20503"/>
                  </a:lnTo>
                  <a:lnTo>
                    <a:pt x="2260" y="20221"/>
                  </a:lnTo>
                  <a:lnTo>
                    <a:pt x="2301" y="19938"/>
                  </a:lnTo>
                  <a:lnTo>
                    <a:pt x="2341" y="19635"/>
                  </a:lnTo>
                  <a:lnTo>
                    <a:pt x="2422" y="19151"/>
                  </a:lnTo>
                  <a:lnTo>
                    <a:pt x="2462" y="18909"/>
                  </a:lnTo>
                  <a:lnTo>
                    <a:pt x="2543" y="18687"/>
                  </a:lnTo>
                  <a:lnTo>
                    <a:pt x="2725" y="18324"/>
                  </a:lnTo>
                  <a:lnTo>
                    <a:pt x="2926" y="17981"/>
                  </a:lnTo>
                  <a:lnTo>
                    <a:pt x="3169" y="17678"/>
                  </a:lnTo>
                  <a:lnTo>
                    <a:pt x="3411" y="17395"/>
                  </a:lnTo>
                  <a:lnTo>
                    <a:pt x="3673" y="17133"/>
                  </a:lnTo>
                  <a:lnTo>
                    <a:pt x="3935" y="16911"/>
                  </a:lnTo>
                  <a:lnTo>
                    <a:pt x="4198" y="16709"/>
                  </a:lnTo>
                  <a:lnTo>
                    <a:pt x="4440" y="16528"/>
                  </a:lnTo>
                  <a:lnTo>
                    <a:pt x="4904" y="16245"/>
                  </a:lnTo>
                  <a:lnTo>
                    <a:pt x="5388" y="15983"/>
                  </a:lnTo>
                  <a:lnTo>
                    <a:pt x="5913" y="15741"/>
                  </a:lnTo>
                  <a:lnTo>
                    <a:pt x="6418" y="15539"/>
                  </a:lnTo>
                  <a:lnTo>
                    <a:pt x="6962" y="15357"/>
                  </a:lnTo>
                  <a:lnTo>
                    <a:pt x="7487" y="15196"/>
                  </a:lnTo>
                  <a:lnTo>
                    <a:pt x="8032" y="15055"/>
                  </a:lnTo>
                  <a:lnTo>
                    <a:pt x="8557" y="14913"/>
                  </a:lnTo>
                  <a:lnTo>
                    <a:pt x="9404" y="14732"/>
                  </a:lnTo>
                  <a:lnTo>
                    <a:pt x="10272" y="14550"/>
                  </a:lnTo>
                  <a:lnTo>
                    <a:pt x="11119" y="14389"/>
                  </a:lnTo>
                  <a:lnTo>
                    <a:pt x="11987" y="14227"/>
                  </a:lnTo>
                  <a:lnTo>
                    <a:pt x="12835" y="14106"/>
                  </a:lnTo>
                  <a:lnTo>
                    <a:pt x="13703" y="13985"/>
                  </a:lnTo>
                  <a:lnTo>
                    <a:pt x="14550" y="13884"/>
                  </a:lnTo>
                  <a:lnTo>
                    <a:pt x="15398" y="13783"/>
                  </a:lnTo>
                  <a:lnTo>
                    <a:pt x="16265" y="13703"/>
                  </a:lnTo>
                  <a:lnTo>
                    <a:pt x="17113" y="13642"/>
                  </a:lnTo>
                  <a:lnTo>
                    <a:pt x="18808" y="13541"/>
                  </a:lnTo>
                  <a:lnTo>
                    <a:pt x="20483" y="13501"/>
                  </a:lnTo>
                  <a:lnTo>
                    <a:pt x="22138" y="13481"/>
                  </a:lnTo>
                  <a:lnTo>
                    <a:pt x="23772" y="13501"/>
                  </a:lnTo>
                  <a:lnTo>
                    <a:pt x="25387" y="13561"/>
                  </a:lnTo>
                  <a:lnTo>
                    <a:pt x="26981" y="13642"/>
                  </a:lnTo>
                  <a:lnTo>
                    <a:pt x="28515" y="13763"/>
                  </a:lnTo>
                  <a:lnTo>
                    <a:pt x="30028" y="13884"/>
                  </a:lnTo>
                  <a:lnTo>
                    <a:pt x="31501" y="14025"/>
                  </a:lnTo>
                  <a:lnTo>
                    <a:pt x="32934" y="14187"/>
                  </a:lnTo>
                  <a:lnTo>
                    <a:pt x="34306" y="14348"/>
                  </a:lnTo>
                  <a:lnTo>
                    <a:pt x="34831" y="14409"/>
                  </a:lnTo>
                  <a:lnTo>
                    <a:pt x="35356" y="14449"/>
                  </a:lnTo>
                  <a:lnTo>
                    <a:pt x="35860" y="14449"/>
                  </a:lnTo>
                  <a:lnTo>
                    <a:pt x="36123" y="14409"/>
                  </a:lnTo>
                  <a:lnTo>
                    <a:pt x="36385" y="14368"/>
                  </a:lnTo>
                  <a:lnTo>
                    <a:pt x="36647" y="14288"/>
                  </a:lnTo>
                  <a:lnTo>
                    <a:pt x="36910" y="14187"/>
                  </a:lnTo>
                  <a:lnTo>
                    <a:pt x="37152" y="14046"/>
                  </a:lnTo>
                  <a:lnTo>
                    <a:pt x="37374" y="13884"/>
                  </a:lnTo>
                  <a:lnTo>
                    <a:pt x="37555" y="13703"/>
                  </a:lnTo>
                  <a:lnTo>
                    <a:pt x="37717" y="13501"/>
                  </a:lnTo>
                  <a:lnTo>
                    <a:pt x="37838" y="13299"/>
                  </a:lnTo>
                  <a:lnTo>
                    <a:pt x="37919" y="13077"/>
                  </a:lnTo>
                  <a:lnTo>
                    <a:pt x="37959" y="12895"/>
                  </a:lnTo>
                  <a:lnTo>
                    <a:pt x="37979" y="12694"/>
                  </a:lnTo>
                  <a:lnTo>
                    <a:pt x="37979" y="12492"/>
                  </a:lnTo>
                  <a:lnTo>
                    <a:pt x="37939" y="12290"/>
                  </a:lnTo>
                  <a:lnTo>
                    <a:pt x="37898" y="12068"/>
                  </a:lnTo>
                  <a:lnTo>
                    <a:pt x="37818" y="11826"/>
                  </a:lnTo>
                  <a:lnTo>
                    <a:pt x="37737" y="11604"/>
                  </a:lnTo>
                  <a:lnTo>
                    <a:pt x="37616" y="11341"/>
                  </a:lnTo>
                  <a:lnTo>
                    <a:pt x="37414" y="10998"/>
                  </a:lnTo>
                  <a:lnTo>
                    <a:pt x="37212" y="10655"/>
                  </a:lnTo>
                  <a:lnTo>
                    <a:pt x="36970" y="10312"/>
                  </a:lnTo>
                  <a:lnTo>
                    <a:pt x="36708" y="9969"/>
                  </a:lnTo>
                  <a:lnTo>
                    <a:pt x="36405" y="9626"/>
                  </a:lnTo>
                  <a:lnTo>
                    <a:pt x="36062" y="9283"/>
                  </a:lnTo>
                  <a:lnTo>
                    <a:pt x="35699" y="8920"/>
                  </a:lnTo>
                  <a:lnTo>
                    <a:pt x="35315" y="8577"/>
                  </a:lnTo>
                  <a:lnTo>
                    <a:pt x="34569" y="7931"/>
                  </a:lnTo>
                  <a:lnTo>
                    <a:pt x="33782" y="7346"/>
                  </a:lnTo>
                  <a:lnTo>
                    <a:pt x="32995" y="6781"/>
                  </a:lnTo>
                  <a:lnTo>
                    <a:pt x="32187" y="6256"/>
                  </a:lnTo>
                  <a:lnTo>
                    <a:pt x="31360" y="5772"/>
                  </a:lnTo>
                  <a:lnTo>
                    <a:pt x="30512" y="5308"/>
                  </a:lnTo>
                  <a:lnTo>
                    <a:pt x="29665" y="4864"/>
                  </a:lnTo>
                  <a:lnTo>
                    <a:pt x="28797" y="4460"/>
                  </a:lnTo>
                  <a:lnTo>
                    <a:pt x="27929" y="4077"/>
                  </a:lnTo>
                  <a:lnTo>
                    <a:pt x="27062" y="3734"/>
                  </a:lnTo>
                  <a:lnTo>
                    <a:pt x="26194" y="3390"/>
                  </a:lnTo>
                  <a:lnTo>
                    <a:pt x="25306" y="3088"/>
                  </a:lnTo>
                  <a:lnTo>
                    <a:pt x="24458" y="2785"/>
                  </a:lnTo>
                  <a:lnTo>
                    <a:pt x="23591" y="2503"/>
                  </a:lnTo>
                  <a:lnTo>
                    <a:pt x="21896" y="1998"/>
                  </a:lnTo>
                  <a:lnTo>
                    <a:pt x="20685" y="1635"/>
                  </a:lnTo>
                  <a:lnTo>
                    <a:pt x="19494" y="1332"/>
                  </a:lnTo>
                  <a:lnTo>
                    <a:pt x="18364" y="1050"/>
                  </a:lnTo>
                  <a:lnTo>
                    <a:pt x="17295" y="807"/>
                  </a:lnTo>
                  <a:lnTo>
                    <a:pt x="16245" y="585"/>
                  </a:lnTo>
                  <a:lnTo>
                    <a:pt x="15236" y="404"/>
                  </a:lnTo>
                  <a:lnTo>
                    <a:pt x="14268" y="263"/>
                  </a:lnTo>
                  <a:lnTo>
                    <a:pt x="13299" y="162"/>
                  </a:lnTo>
                  <a:lnTo>
                    <a:pt x="12128" y="61"/>
                  </a:lnTo>
                  <a:lnTo>
                    <a:pt x="10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7"/>
            <p:cNvSpPr/>
            <p:nvPr/>
          </p:nvSpPr>
          <p:spPr>
            <a:xfrm flipH="1">
              <a:off x="1840885" y="-3884377"/>
              <a:ext cx="415281" cy="285520"/>
            </a:xfrm>
            <a:custGeom>
              <a:rect b="b" l="l" r="r" t="t"/>
              <a:pathLst>
                <a:path extrusionOk="0" h="5107" w="7428">
                  <a:moveTo>
                    <a:pt x="7124" y="82"/>
                  </a:moveTo>
                  <a:lnTo>
                    <a:pt x="7205" y="102"/>
                  </a:lnTo>
                  <a:lnTo>
                    <a:pt x="7286" y="142"/>
                  </a:lnTo>
                  <a:lnTo>
                    <a:pt x="7326" y="223"/>
                  </a:lnTo>
                  <a:lnTo>
                    <a:pt x="7346" y="344"/>
                  </a:lnTo>
                  <a:lnTo>
                    <a:pt x="7346" y="485"/>
                  </a:lnTo>
                  <a:lnTo>
                    <a:pt x="7306" y="647"/>
                  </a:lnTo>
                  <a:lnTo>
                    <a:pt x="7225" y="808"/>
                  </a:lnTo>
                  <a:lnTo>
                    <a:pt x="7064" y="1212"/>
                  </a:lnTo>
                  <a:lnTo>
                    <a:pt x="6842" y="1615"/>
                  </a:lnTo>
                  <a:lnTo>
                    <a:pt x="6600" y="1999"/>
                  </a:lnTo>
                  <a:lnTo>
                    <a:pt x="6357" y="2362"/>
                  </a:lnTo>
                  <a:lnTo>
                    <a:pt x="6055" y="2786"/>
                  </a:lnTo>
                  <a:lnTo>
                    <a:pt x="5732" y="3149"/>
                  </a:lnTo>
                  <a:lnTo>
                    <a:pt x="5389" y="3472"/>
                  </a:lnTo>
                  <a:lnTo>
                    <a:pt x="5026" y="3775"/>
                  </a:lnTo>
                  <a:lnTo>
                    <a:pt x="4642" y="4037"/>
                  </a:lnTo>
                  <a:lnTo>
                    <a:pt x="4259" y="4279"/>
                  </a:lnTo>
                  <a:lnTo>
                    <a:pt x="3835" y="4501"/>
                  </a:lnTo>
                  <a:lnTo>
                    <a:pt x="3411" y="4683"/>
                  </a:lnTo>
                  <a:lnTo>
                    <a:pt x="2987" y="4824"/>
                  </a:lnTo>
                  <a:lnTo>
                    <a:pt x="2745" y="4905"/>
                  </a:lnTo>
                  <a:lnTo>
                    <a:pt x="2463" y="4965"/>
                  </a:lnTo>
                  <a:lnTo>
                    <a:pt x="2160" y="5006"/>
                  </a:lnTo>
                  <a:lnTo>
                    <a:pt x="1837" y="5026"/>
                  </a:lnTo>
                  <a:lnTo>
                    <a:pt x="1514" y="5006"/>
                  </a:lnTo>
                  <a:lnTo>
                    <a:pt x="1353" y="4965"/>
                  </a:lnTo>
                  <a:lnTo>
                    <a:pt x="1171" y="4945"/>
                  </a:lnTo>
                  <a:lnTo>
                    <a:pt x="1010" y="4885"/>
                  </a:lnTo>
                  <a:lnTo>
                    <a:pt x="848" y="4824"/>
                  </a:lnTo>
                  <a:lnTo>
                    <a:pt x="707" y="4743"/>
                  </a:lnTo>
                  <a:lnTo>
                    <a:pt x="546" y="4642"/>
                  </a:lnTo>
                  <a:lnTo>
                    <a:pt x="445" y="4562"/>
                  </a:lnTo>
                  <a:lnTo>
                    <a:pt x="364" y="4461"/>
                  </a:lnTo>
                  <a:lnTo>
                    <a:pt x="283" y="4380"/>
                  </a:lnTo>
                  <a:lnTo>
                    <a:pt x="203" y="4279"/>
                  </a:lnTo>
                  <a:lnTo>
                    <a:pt x="162" y="4178"/>
                  </a:lnTo>
                  <a:lnTo>
                    <a:pt x="122" y="4057"/>
                  </a:lnTo>
                  <a:lnTo>
                    <a:pt x="81" y="3956"/>
                  </a:lnTo>
                  <a:lnTo>
                    <a:pt x="81" y="3855"/>
                  </a:lnTo>
                  <a:lnTo>
                    <a:pt x="81" y="3654"/>
                  </a:lnTo>
                  <a:lnTo>
                    <a:pt x="142" y="3492"/>
                  </a:lnTo>
                  <a:lnTo>
                    <a:pt x="243" y="3331"/>
                  </a:lnTo>
                  <a:lnTo>
                    <a:pt x="364" y="3169"/>
                  </a:lnTo>
                  <a:lnTo>
                    <a:pt x="505" y="3028"/>
                  </a:lnTo>
                  <a:lnTo>
                    <a:pt x="647" y="2907"/>
                  </a:lnTo>
                  <a:lnTo>
                    <a:pt x="949" y="2685"/>
                  </a:lnTo>
                  <a:lnTo>
                    <a:pt x="1656" y="2261"/>
                  </a:lnTo>
                  <a:lnTo>
                    <a:pt x="2362" y="1858"/>
                  </a:lnTo>
                  <a:lnTo>
                    <a:pt x="3088" y="1474"/>
                  </a:lnTo>
                  <a:lnTo>
                    <a:pt x="3835" y="1131"/>
                  </a:lnTo>
                  <a:lnTo>
                    <a:pt x="4602" y="828"/>
                  </a:lnTo>
                  <a:lnTo>
                    <a:pt x="5369" y="566"/>
                  </a:lnTo>
                  <a:lnTo>
                    <a:pt x="6156" y="324"/>
                  </a:lnTo>
                  <a:lnTo>
                    <a:pt x="6943" y="122"/>
                  </a:lnTo>
                  <a:lnTo>
                    <a:pt x="7044" y="102"/>
                  </a:lnTo>
                  <a:lnTo>
                    <a:pt x="7124" y="82"/>
                  </a:lnTo>
                  <a:close/>
                  <a:moveTo>
                    <a:pt x="7145" y="1"/>
                  </a:moveTo>
                  <a:lnTo>
                    <a:pt x="7084" y="21"/>
                  </a:lnTo>
                  <a:lnTo>
                    <a:pt x="6923" y="41"/>
                  </a:lnTo>
                  <a:lnTo>
                    <a:pt x="6136" y="243"/>
                  </a:lnTo>
                  <a:lnTo>
                    <a:pt x="5348" y="485"/>
                  </a:lnTo>
                  <a:lnTo>
                    <a:pt x="4561" y="768"/>
                  </a:lnTo>
                  <a:lnTo>
                    <a:pt x="3795" y="1071"/>
                  </a:lnTo>
                  <a:lnTo>
                    <a:pt x="3048" y="1414"/>
                  </a:lnTo>
                  <a:lnTo>
                    <a:pt x="2321" y="1777"/>
                  </a:lnTo>
                  <a:lnTo>
                    <a:pt x="1595" y="2180"/>
                  </a:lnTo>
                  <a:lnTo>
                    <a:pt x="909" y="2624"/>
                  </a:lnTo>
                  <a:lnTo>
                    <a:pt x="586" y="2846"/>
                  </a:lnTo>
                  <a:lnTo>
                    <a:pt x="445" y="2988"/>
                  </a:lnTo>
                  <a:lnTo>
                    <a:pt x="283" y="3129"/>
                  </a:lnTo>
                  <a:lnTo>
                    <a:pt x="162" y="3290"/>
                  </a:lnTo>
                  <a:lnTo>
                    <a:pt x="81" y="3472"/>
                  </a:lnTo>
                  <a:lnTo>
                    <a:pt x="21" y="3654"/>
                  </a:lnTo>
                  <a:lnTo>
                    <a:pt x="1" y="3754"/>
                  </a:lnTo>
                  <a:lnTo>
                    <a:pt x="1" y="3855"/>
                  </a:lnTo>
                  <a:lnTo>
                    <a:pt x="1" y="3976"/>
                  </a:lnTo>
                  <a:lnTo>
                    <a:pt x="41" y="4077"/>
                  </a:lnTo>
                  <a:lnTo>
                    <a:pt x="81" y="4198"/>
                  </a:lnTo>
                  <a:lnTo>
                    <a:pt x="142" y="4320"/>
                  </a:lnTo>
                  <a:lnTo>
                    <a:pt x="203" y="4420"/>
                  </a:lnTo>
                  <a:lnTo>
                    <a:pt x="303" y="4521"/>
                  </a:lnTo>
                  <a:lnTo>
                    <a:pt x="384" y="4622"/>
                  </a:lnTo>
                  <a:lnTo>
                    <a:pt x="505" y="4703"/>
                  </a:lnTo>
                  <a:lnTo>
                    <a:pt x="667" y="4804"/>
                  </a:lnTo>
                  <a:lnTo>
                    <a:pt x="808" y="4885"/>
                  </a:lnTo>
                  <a:lnTo>
                    <a:pt x="990" y="4965"/>
                  </a:lnTo>
                  <a:lnTo>
                    <a:pt x="1151" y="5006"/>
                  </a:lnTo>
                  <a:lnTo>
                    <a:pt x="1312" y="5046"/>
                  </a:lnTo>
                  <a:lnTo>
                    <a:pt x="1494" y="5086"/>
                  </a:lnTo>
                  <a:lnTo>
                    <a:pt x="1837" y="5107"/>
                  </a:lnTo>
                  <a:lnTo>
                    <a:pt x="2160" y="5086"/>
                  </a:lnTo>
                  <a:lnTo>
                    <a:pt x="2483" y="5046"/>
                  </a:lnTo>
                  <a:lnTo>
                    <a:pt x="2765" y="4985"/>
                  </a:lnTo>
                  <a:lnTo>
                    <a:pt x="3008" y="4905"/>
                  </a:lnTo>
                  <a:lnTo>
                    <a:pt x="3452" y="4763"/>
                  </a:lnTo>
                  <a:lnTo>
                    <a:pt x="3875" y="4582"/>
                  </a:lnTo>
                  <a:lnTo>
                    <a:pt x="4299" y="4360"/>
                  </a:lnTo>
                  <a:lnTo>
                    <a:pt x="4703" y="4118"/>
                  </a:lnTo>
                  <a:lnTo>
                    <a:pt x="5086" y="3835"/>
                  </a:lnTo>
                  <a:lnTo>
                    <a:pt x="5449" y="3532"/>
                  </a:lnTo>
                  <a:lnTo>
                    <a:pt x="5792" y="3189"/>
                  </a:lnTo>
                  <a:lnTo>
                    <a:pt x="6115" y="2846"/>
                  </a:lnTo>
                  <a:lnTo>
                    <a:pt x="6398" y="2443"/>
                  </a:lnTo>
                  <a:lnTo>
                    <a:pt x="6640" y="2080"/>
                  </a:lnTo>
                  <a:lnTo>
                    <a:pt x="6882" y="1676"/>
                  </a:lnTo>
                  <a:lnTo>
                    <a:pt x="7124" y="1252"/>
                  </a:lnTo>
                  <a:lnTo>
                    <a:pt x="7306" y="849"/>
                  </a:lnTo>
                  <a:lnTo>
                    <a:pt x="7366" y="667"/>
                  </a:lnTo>
                  <a:lnTo>
                    <a:pt x="7407" y="485"/>
                  </a:lnTo>
                  <a:lnTo>
                    <a:pt x="7427" y="324"/>
                  </a:lnTo>
                  <a:lnTo>
                    <a:pt x="7407" y="203"/>
                  </a:lnTo>
                  <a:lnTo>
                    <a:pt x="7387" y="142"/>
                  </a:lnTo>
                  <a:lnTo>
                    <a:pt x="7346" y="82"/>
                  </a:lnTo>
                  <a:lnTo>
                    <a:pt x="7286" y="41"/>
                  </a:lnTo>
                  <a:lnTo>
                    <a:pt x="7225" y="21"/>
                  </a:lnTo>
                  <a:lnTo>
                    <a:pt x="714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7"/>
            <p:cNvSpPr/>
            <p:nvPr/>
          </p:nvSpPr>
          <p:spPr>
            <a:xfrm flipH="1">
              <a:off x="104606" y="-3909143"/>
              <a:ext cx="135464" cy="154584"/>
            </a:xfrm>
            <a:custGeom>
              <a:rect b="b" l="l" r="r" t="t"/>
              <a:pathLst>
                <a:path extrusionOk="0" h="2765" w="2423">
                  <a:moveTo>
                    <a:pt x="747" y="81"/>
                  </a:moveTo>
                  <a:lnTo>
                    <a:pt x="888" y="101"/>
                  </a:lnTo>
                  <a:lnTo>
                    <a:pt x="1050" y="121"/>
                  </a:lnTo>
                  <a:lnTo>
                    <a:pt x="1191" y="161"/>
                  </a:lnTo>
                  <a:lnTo>
                    <a:pt x="1332" y="202"/>
                  </a:lnTo>
                  <a:lnTo>
                    <a:pt x="1474" y="262"/>
                  </a:lnTo>
                  <a:lnTo>
                    <a:pt x="1615" y="343"/>
                  </a:lnTo>
                  <a:lnTo>
                    <a:pt x="1736" y="424"/>
                  </a:lnTo>
                  <a:lnTo>
                    <a:pt x="1837" y="505"/>
                  </a:lnTo>
                  <a:lnTo>
                    <a:pt x="1998" y="686"/>
                  </a:lnTo>
                  <a:lnTo>
                    <a:pt x="2140" y="888"/>
                  </a:lnTo>
                  <a:lnTo>
                    <a:pt x="2240" y="1130"/>
                  </a:lnTo>
                  <a:lnTo>
                    <a:pt x="2321" y="1372"/>
                  </a:lnTo>
                  <a:lnTo>
                    <a:pt x="2341" y="1635"/>
                  </a:lnTo>
                  <a:lnTo>
                    <a:pt x="2341" y="1897"/>
                  </a:lnTo>
                  <a:lnTo>
                    <a:pt x="2321" y="2018"/>
                  </a:lnTo>
                  <a:lnTo>
                    <a:pt x="2281" y="2139"/>
                  </a:lnTo>
                  <a:lnTo>
                    <a:pt x="2220" y="2260"/>
                  </a:lnTo>
                  <a:lnTo>
                    <a:pt x="2160" y="2381"/>
                  </a:lnTo>
                  <a:lnTo>
                    <a:pt x="2099" y="2442"/>
                  </a:lnTo>
                  <a:lnTo>
                    <a:pt x="2039" y="2543"/>
                  </a:lnTo>
                  <a:lnTo>
                    <a:pt x="1938" y="2603"/>
                  </a:lnTo>
                  <a:lnTo>
                    <a:pt x="1837" y="2664"/>
                  </a:lnTo>
                  <a:lnTo>
                    <a:pt x="1716" y="2684"/>
                  </a:lnTo>
                  <a:lnTo>
                    <a:pt x="1575" y="2684"/>
                  </a:lnTo>
                  <a:lnTo>
                    <a:pt x="1433" y="2623"/>
                  </a:lnTo>
                  <a:lnTo>
                    <a:pt x="1292" y="2563"/>
                  </a:lnTo>
                  <a:lnTo>
                    <a:pt x="1110" y="2422"/>
                  </a:lnTo>
                  <a:lnTo>
                    <a:pt x="929" y="2220"/>
                  </a:lnTo>
                  <a:lnTo>
                    <a:pt x="727" y="1978"/>
                  </a:lnTo>
                  <a:lnTo>
                    <a:pt x="525" y="1715"/>
                  </a:lnTo>
                  <a:lnTo>
                    <a:pt x="344" y="1433"/>
                  </a:lnTo>
                  <a:lnTo>
                    <a:pt x="202" y="1150"/>
                  </a:lnTo>
                  <a:lnTo>
                    <a:pt x="101" y="888"/>
                  </a:lnTo>
                  <a:lnTo>
                    <a:pt x="81" y="787"/>
                  </a:lnTo>
                  <a:lnTo>
                    <a:pt x="81" y="686"/>
                  </a:lnTo>
                  <a:lnTo>
                    <a:pt x="101" y="484"/>
                  </a:lnTo>
                  <a:lnTo>
                    <a:pt x="122" y="404"/>
                  </a:lnTo>
                  <a:lnTo>
                    <a:pt x="162" y="343"/>
                  </a:lnTo>
                  <a:lnTo>
                    <a:pt x="222" y="283"/>
                  </a:lnTo>
                  <a:lnTo>
                    <a:pt x="283" y="222"/>
                  </a:lnTo>
                  <a:lnTo>
                    <a:pt x="344" y="182"/>
                  </a:lnTo>
                  <a:lnTo>
                    <a:pt x="424" y="141"/>
                  </a:lnTo>
                  <a:lnTo>
                    <a:pt x="566" y="101"/>
                  </a:lnTo>
                  <a:lnTo>
                    <a:pt x="747" y="81"/>
                  </a:lnTo>
                  <a:close/>
                  <a:moveTo>
                    <a:pt x="767" y="0"/>
                  </a:moveTo>
                  <a:lnTo>
                    <a:pt x="566" y="20"/>
                  </a:lnTo>
                  <a:lnTo>
                    <a:pt x="384" y="61"/>
                  </a:lnTo>
                  <a:lnTo>
                    <a:pt x="303" y="101"/>
                  </a:lnTo>
                  <a:lnTo>
                    <a:pt x="222" y="161"/>
                  </a:lnTo>
                  <a:lnTo>
                    <a:pt x="162" y="222"/>
                  </a:lnTo>
                  <a:lnTo>
                    <a:pt x="101" y="303"/>
                  </a:lnTo>
                  <a:lnTo>
                    <a:pt x="61" y="383"/>
                  </a:lnTo>
                  <a:lnTo>
                    <a:pt x="21" y="464"/>
                  </a:lnTo>
                  <a:lnTo>
                    <a:pt x="1" y="565"/>
                  </a:lnTo>
                  <a:lnTo>
                    <a:pt x="1" y="666"/>
                  </a:lnTo>
                  <a:lnTo>
                    <a:pt x="1" y="787"/>
                  </a:lnTo>
                  <a:lnTo>
                    <a:pt x="21" y="908"/>
                  </a:lnTo>
                  <a:lnTo>
                    <a:pt x="61" y="1029"/>
                  </a:lnTo>
                  <a:lnTo>
                    <a:pt x="122" y="1170"/>
                  </a:lnTo>
                  <a:lnTo>
                    <a:pt x="263" y="1453"/>
                  </a:lnTo>
                  <a:lnTo>
                    <a:pt x="444" y="1756"/>
                  </a:lnTo>
                  <a:lnTo>
                    <a:pt x="646" y="2018"/>
                  </a:lnTo>
                  <a:lnTo>
                    <a:pt x="868" y="2280"/>
                  </a:lnTo>
                  <a:lnTo>
                    <a:pt x="1070" y="2482"/>
                  </a:lnTo>
                  <a:lnTo>
                    <a:pt x="1231" y="2623"/>
                  </a:lnTo>
                  <a:lnTo>
                    <a:pt x="1353" y="2684"/>
                  </a:lnTo>
                  <a:lnTo>
                    <a:pt x="1453" y="2724"/>
                  </a:lnTo>
                  <a:lnTo>
                    <a:pt x="1575" y="2765"/>
                  </a:lnTo>
                  <a:lnTo>
                    <a:pt x="1776" y="2765"/>
                  </a:lnTo>
                  <a:lnTo>
                    <a:pt x="1857" y="2744"/>
                  </a:lnTo>
                  <a:lnTo>
                    <a:pt x="1958" y="2684"/>
                  </a:lnTo>
                  <a:lnTo>
                    <a:pt x="2059" y="2623"/>
                  </a:lnTo>
                  <a:lnTo>
                    <a:pt x="2160" y="2523"/>
                  </a:lnTo>
                  <a:lnTo>
                    <a:pt x="2240" y="2422"/>
                  </a:lnTo>
                  <a:lnTo>
                    <a:pt x="2301" y="2301"/>
                  </a:lnTo>
                  <a:lnTo>
                    <a:pt x="2362" y="2159"/>
                  </a:lnTo>
                  <a:lnTo>
                    <a:pt x="2402" y="2038"/>
                  </a:lnTo>
                  <a:lnTo>
                    <a:pt x="2422" y="1897"/>
                  </a:lnTo>
                  <a:lnTo>
                    <a:pt x="2422" y="1776"/>
                  </a:lnTo>
                  <a:lnTo>
                    <a:pt x="2422" y="1635"/>
                  </a:lnTo>
                  <a:lnTo>
                    <a:pt x="2402" y="1372"/>
                  </a:lnTo>
                  <a:lnTo>
                    <a:pt x="2321" y="1110"/>
                  </a:lnTo>
                  <a:lnTo>
                    <a:pt x="2200" y="868"/>
                  </a:lnTo>
                  <a:lnTo>
                    <a:pt x="2059" y="626"/>
                  </a:lnTo>
                  <a:lnTo>
                    <a:pt x="1877" y="444"/>
                  </a:lnTo>
                  <a:lnTo>
                    <a:pt x="1736" y="323"/>
                  </a:lnTo>
                  <a:lnTo>
                    <a:pt x="1575" y="222"/>
                  </a:lnTo>
                  <a:lnTo>
                    <a:pt x="1393" y="141"/>
                  </a:lnTo>
                  <a:lnTo>
                    <a:pt x="1171" y="61"/>
                  </a:lnTo>
                  <a:lnTo>
                    <a:pt x="969" y="20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7"/>
            <p:cNvSpPr/>
            <p:nvPr/>
          </p:nvSpPr>
          <p:spPr>
            <a:xfrm flipH="1">
              <a:off x="-2832066" y="-2489904"/>
              <a:ext cx="1193681" cy="1427263"/>
            </a:xfrm>
            <a:custGeom>
              <a:rect b="b" l="l" r="r" t="t"/>
              <a:pathLst>
                <a:path extrusionOk="0" h="25529" w="21351">
                  <a:moveTo>
                    <a:pt x="16709" y="81"/>
                  </a:moveTo>
                  <a:lnTo>
                    <a:pt x="17052" y="122"/>
                  </a:lnTo>
                  <a:lnTo>
                    <a:pt x="17416" y="202"/>
                  </a:lnTo>
                  <a:lnTo>
                    <a:pt x="17759" y="303"/>
                  </a:lnTo>
                  <a:lnTo>
                    <a:pt x="18102" y="424"/>
                  </a:lnTo>
                  <a:lnTo>
                    <a:pt x="18445" y="586"/>
                  </a:lnTo>
                  <a:lnTo>
                    <a:pt x="18788" y="788"/>
                  </a:lnTo>
                  <a:lnTo>
                    <a:pt x="19111" y="1010"/>
                  </a:lnTo>
                  <a:lnTo>
                    <a:pt x="19434" y="1272"/>
                  </a:lnTo>
                  <a:lnTo>
                    <a:pt x="19736" y="1575"/>
                  </a:lnTo>
                  <a:lnTo>
                    <a:pt x="19999" y="1897"/>
                  </a:lnTo>
                  <a:lnTo>
                    <a:pt x="20261" y="2261"/>
                  </a:lnTo>
                  <a:lnTo>
                    <a:pt x="20483" y="2644"/>
                  </a:lnTo>
                  <a:lnTo>
                    <a:pt x="20644" y="2947"/>
                  </a:lnTo>
                  <a:lnTo>
                    <a:pt x="20766" y="3250"/>
                  </a:lnTo>
                  <a:lnTo>
                    <a:pt x="20887" y="3572"/>
                  </a:lnTo>
                  <a:lnTo>
                    <a:pt x="20987" y="3895"/>
                  </a:lnTo>
                  <a:lnTo>
                    <a:pt x="21068" y="4238"/>
                  </a:lnTo>
                  <a:lnTo>
                    <a:pt x="21149" y="4581"/>
                  </a:lnTo>
                  <a:lnTo>
                    <a:pt x="21209" y="4945"/>
                  </a:lnTo>
                  <a:lnTo>
                    <a:pt x="21250" y="5308"/>
                  </a:lnTo>
                  <a:lnTo>
                    <a:pt x="21270" y="5691"/>
                  </a:lnTo>
                  <a:lnTo>
                    <a:pt x="21270" y="6075"/>
                  </a:lnTo>
                  <a:lnTo>
                    <a:pt x="21270" y="6478"/>
                  </a:lnTo>
                  <a:lnTo>
                    <a:pt x="21250" y="6882"/>
                  </a:lnTo>
                  <a:lnTo>
                    <a:pt x="21230" y="7306"/>
                  </a:lnTo>
                  <a:lnTo>
                    <a:pt x="21169" y="7750"/>
                  </a:lnTo>
                  <a:lnTo>
                    <a:pt x="21109" y="8194"/>
                  </a:lnTo>
                  <a:lnTo>
                    <a:pt x="21028" y="8658"/>
                  </a:lnTo>
                  <a:lnTo>
                    <a:pt x="20947" y="9122"/>
                  </a:lnTo>
                  <a:lnTo>
                    <a:pt x="20846" y="9586"/>
                  </a:lnTo>
                  <a:lnTo>
                    <a:pt x="20725" y="10010"/>
                  </a:lnTo>
                  <a:lnTo>
                    <a:pt x="20604" y="10434"/>
                  </a:lnTo>
                  <a:lnTo>
                    <a:pt x="20483" y="10857"/>
                  </a:lnTo>
                  <a:lnTo>
                    <a:pt x="20342" y="11261"/>
                  </a:lnTo>
                  <a:lnTo>
                    <a:pt x="20180" y="11644"/>
                  </a:lnTo>
                  <a:lnTo>
                    <a:pt x="20019" y="12008"/>
                  </a:lnTo>
                  <a:lnTo>
                    <a:pt x="19857" y="12371"/>
                  </a:lnTo>
                  <a:lnTo>
                    <a:pt x="19676" y="12714"/>
                  </a:lnTo>
                  <a:lnTo>
                    <a:pt x="19474" y="13037"/>
                  </a:lnTo>
                  <a:lnTo>
                    <a:pt x="19272" y="13340"/>
                  </a:lnTo>
                  <a:lnTo>
                    <a:pt x="19070" y="13642"/>
                  </a:lnTo>
                  <a:lnTo>
                    <a:pt x="18848" y="13945"/>
                  </a:lnTo>
                  <a:lnTo>
                    <a:pt x="18606" y="14207"/>
                  </a:lnTo>
                  <a:lnTo>
                    <a:pt x="18364" y="14470"/>
                  </a:lnTo>
                  <a:lnTo>
                    <a:pt x="18142" y="14692"/>
                  </a:lnTo>
                  <a:lnTo>
                    <a:pt x="17920" y="14893"/>
                  </a:lnTo>
                  <a:lnTo>
                    <a:pt x="17436" y="15297"/>
                  </a:lnTo>
                  <a:lnTo>
                    <a:pt x="16931" y="15640"/>
                  </a:lnTo>
                  <a:lnTo>
                    <a:pt x="16386" y="15983"/>
                  </a:lnTo>
                  <a:lnTo>
                    <a:pt x="15842" y="16306"/>
                  </a:lnTo>
                  <a:lnTo>
                    <a:pt x="15297" y="16589"/>
                  </a:lnTo>
                  <a:lnTo>
                    <a:pt x="14187" y="17154"/>
                  </a:lnTo>
                  <a:lnTo>
                    <a:pt x="13481" y="17497"/>
                  </a:lnTo>
                  <a:lnTo>
                    <a:pt x="12774" y="17860"/>
                  </a:lnTo>
                  <a:lnTo>
                    <a:pt x="12088" y="18264"/>
                  </a:lnTo>
                  <a:lnTo>
                    <a:pt x="11422" y="18667"/>
                  </a:lnTo>
                  <a:lnTo>
                    <a:pt x="10958" y="18990"/>
                  </a:lnTo>
                  <a:lnTo>
                    <a:pt x="10494" y="19333"/>
                  </a:lnTo>
                  <a:lnTo>
                    <a:pt x="10070" y="19696"/>
                  </a:lnTo>
                  <a:lnTo>
                    <a:pt x="9646" y="20060"/>
                  </a:lnTo>
                  <a:lnTo>
                    <a:pt x="8799" y="20847"/>
                  </a:lnTo>
                  <a:lnTo>
                    <a:pt x="7992" y="21613"/>
                  </a:lnTo>
                  <a:lnTo>
                    <a:pt x="7205" y="22400"/>
                  </a:lnTo>
                  <a:lnTo>
                    <a:pt x="6377" y="23167"/>
                  </a:lnTo>
                  <a:lnTo>
                    <a:pt x="5953" y="23531"/>
                  </a:lnTo>
                  <a:lnTo>
                    <a:pt x="5509" y="23894"/>
                  </a:lnTo>
                  <a:lnTo>
                    <a:pt x="5065" y="24237"/>
                  </a:lnTo>
                  <a:lnTo>
                    <a:pt x="4601" y="24560"/>
                  </a:lnTo>
                  <a:lnTo>
                    <a:pt x="4178" y="24822"/>
                  </a:lnTo>
                  <a:lnTo>
                    <a:pt x="3935" y="24963"/>
                  </a:lnTo>
                  <a:lnTo>
                    <a:pt x="3673" y="25084"/>
                  </a:lnTo>
                  <a:lnTo>
                    <a:pt x="3411" y="25205"/>
                  </a:lnTo>
                  <a:lnTo>
                    <a:pt x="3148" y="25306"/>
                  </a:lnTo>
                  <a:lnTo>
                    <a:pt x="2866" y="25367"/>
                  </a:lnTo>
                  <a:lnTo>
                    <a:pt x="2563" y="25427"/>
                  </a:lnTo>
                  <a:lnTo>
                    <a:pt x="2260" y="25448"/>
                  </a:lnTo>
                  <a:lnTo>
                    <a:pt x="1978" y="25427"/>
                  </a:lnTo>
                  <a:lnTo>
                    <a:pt x="1695" y="25367"/>
                  </a:lnTo>
                  <a:lnTo>
                    <a:pt x="1433" y="25286"/>
                  </a:lnTo>
                  <a:lnTo>
                    <a:pt x="1171" y="25185"/>
                  </a:lnTo>
                  <a:lnTo>
                    <a:pt x="949" y="25044"/>
                  </a:lnTo>
                  <a:lnTo>
                    <a:pt x="747" y="24883"/>
                  </a:lnTo>
                  <a:lnTo>
                    <a:pt x="585" y="24701"/>
                  </a:lnTo>
                  <a:lnTo>
                    <a:pt x="424" y="24459"/>
                  </a:lnTo>
                  <a:lnTo>
                    <a:pt x="303" y="24196"/>
                  </a:lnTo>
                  <a:lnTo>
                    <a:pt x="222" y="23894"/>
                  </a:lnTo>
                  <a:lnTo>
                    <a:pt x="142" y="23551"/>
                  </a:lnTo>
                  <a:lnTo>
                    <a:pt x="101" y="23167"/>
                  </a:lnTo>
                  <a:lnTo>
                    <a:pt x="81" y="22784"/>
                  </a:lnTo>
                  <a:lnTo>
                    <a:pt x="101" y="22421"/>
                  </a:lnTo>
                  <a:lnTo>
                    <a:pt x="142" y="22037"/>
                  </a:lnTo>
                  <a:lnTo>
                    <a:pt x="202" y="21654"/>
                  </a:lnTo>
                  <a:lnTo>
                    <a:pt x="303" y="21291"/>
                  </a:lnTo>
                  <a:lnTo>
                    <a:pt x="424" y="20947"/>
                  </a:lnTo>
                  <a:lnTo>
                    <a:pt x="585" y="20584"/>
                  </a:lnTo>
                  <a:lnTo>
                    <a:pt x="727" y="20342"/>
                  </a:lnTo>
                  <a:lnTo>
                    <a:pt x="868" y="20080"/>
                  </a:lnTo>
                  <a:lnTo>
                    <a:pt x="1029" y="19838"/>
                  </a:lnTo>
                  <a:lnTo>
                    <a:pt x="1211" y="19616"/>
                  </a:lnTo>
                  <a:lnTo>
                    <a:pt x="1393" y="19373"/>
                  </a:lnTo>
                  <a:lnTo>
                    <a:pt x="1574" y="19172"/>
                  </a:lnTo>
                  <a:lnTo>
                    <a:pt x="1978" y="18768"/>
                  </a:lnTo>
                  <a:lnTo>
                    <a:pt x="2402" y="18385"/>
                  </a:lnTo>
                  <a:lnTo>
                    <a:pt x="2825" y="18042"/>
                  </a:lnTo>
                  <a:lnTo>
                    <a:pt x="3249" y="17739"/>
                  </a:lnTo>
                  <a:lnTo>
                    <a:pt x="3673" y="17456"/>
                  </a:lnTo>
                  <a:lnTo>
                    <a:pt x="4561" y="16871"/>
                  </a:lnTo>
                  <a:lnTo>
                    <a:pt x="5489" y="16306"/>
                  </a:lnTo>
                  <a:lnTo>
                    <a:pt x="6438" y="15761"/>
                  </a:lnTo>
                  <a:lnTo>
                    <a:pt x="7366" y="15257"/>
                  </a:lnTo>
                  <a:lnTo>
                    <a:pt x="7568" y="15136"/>
                  </a:lnTo>
                  <a:lnTo>
                    <a:pt x="8153" y="14793"/>
                  </a:lnTo>
                  <a:lnTo>
                    <a:pt x="8758" y="14429"/>
                  </a:lnTo>
                  <a:lnTo>
                    <a:pt x="9041" y="14228"/>
                  </a:lnTo>
                  <a:lnTo>
                    <a:pt x="9323" y="14026"/>
                  </a:lnTo>
                  <a:lnTo>
                    <a:pt x="9606" y="13804"/>
                  </a:lnTo>
                  <a:lnTo>
                    <a:pt x="9868" y="13541"/>
                  </a:lnTo>
                  <a:lnTo>
                    <a:pt x="10070" y="13340"/>
                  </a:lnTo>
                  <a:lnTo>
                    <a:pt x="10232" y="13138"/>
                  </a:lnTo>
                  <a:lnTo>
                    <a:pt x="10393" y="12916"/>
                  </a:lnTo>
                  <a:lnTo>
                    <a:pt x="10534" y="12694"/>
                  </a:lnTo>
                  <a:lnTo>
                    <a:pt x="10675" y="12452"/>
                  </a:lnTo>
                  <a:lnTo>
                    <a:pt x="10797" y="12210"/>
                  </a:lnTo>
                  <a:lnTo>
                    <a:pt x="10897" y="11967"/>
                  </a:lnTo>
                  <a:lnTo>
                    <a:pt x="10978" y="11725"/>
                  </a:lnTo>
                  <a:lnTo>
                    <a:pt x="11140" y="11221"/>
                  </a:lnTo>
                  <a:lnTo>
                    <a:pt x="11261" y="10716"/>
                  </a:lnTo>
                  <a:lnTo>
                    <a:pt x="11362" y="10191"/>
                  </a:lnTo>
                  <a:lnTo>
                    <a:pt x="11463" y="9647"/>
                  </a:lnTo>
                  <a:lnTo>
                    <a:pt x="11563" y="8839"/>
                  </a:lnTo>
                  <a:lnTo>
                    <a:pt x="11664" y="8012"/>
                  </a:lnTo>
                  <a:lnTo>
                    <a:pt x="11846" y="6599"/>
                  </a:lnTo>
                  <a:lnTo>
                    <a:pt x="11947" y="5893"/>
                  </a:lnTo>
                  <a:lnTo>
                    <a:pt x="12088" y="5187"/>
                  </a:lnTo>
                  <a:lnTo>
                    <a:pt x="12209" y="4682"/>
                  </a:lnTo>
                  <a:lnTo>
                    <a:pt x="12330" y="4218"/>
                  </a:lnTo>
                  <a:lnTo>
                    <a:pt x="12472" y="3754"/>
                  </a:lnTo>
                  <a:lnTo>
                    <a:pt x="12633" y="3330"/>
                  </a:lnTo>
                  <a:lnTo>
                    <a:pt x="12794" y="2947"/>
                  </a:lnTo>
                  <a:lnTo>
                    <a:pt x="12976" y="2563"/>
                  </a:lnTo>
                  <a:lnTo>
                    <a:pt x="13158" y="2220"/>
                  </a:lnTo>
                  <a:lnTo>
                    <a:pt x="13359" y="1897"/>
                  </a:lnTo>
                  <a:lnTo>
                    <a:pt x="13561" y="1615"/>
                  </a:lnTo>
                  <a:lnTo>
                    <a:pt x="13803" y="1332"/>
                  </a:lnTo>
                  <a:lnTo>
                    <a:pt x="14025" y="1090"/>
                  </a:lnTo>
                  <a:lnTo>
                    <a:pt x="14288" y="868"/>
                  </a:lnTo>
                  <a:lnTo>
                    <a:pt x="14550" y="687"/>
                  </a:lnTo>
                  <a:lnTo>
                    <a:pt x="14812" y="525"/>
                  </a:lnTo>
                  <a:lnTo>
                    <a:pt x="15115" y="364"/>
                  </a:lnTo>
                  <a:lnTo>
                    <a:pt x="15418" y="263"/>
                  </a:lnTo>
                  <a:lnTo>
                    <a:pt x="15721" y="162"/>
                  </a:lnTo>
                  <a:lnTo>
                    <a:pt x="16043" y="101"/>
                  </a:lnTo>
                  <a:lnTo>
                    <a:pt x="16366" y="81"/>
                  </a:lnTo>
                  <a:close/>
                  <a:moveTo>
                    <a:pt x="16467" y="1"/>
                  </a:moveTo>
                  <a:lnTo>
                    <a:pt x="16104" y="21"/>
                  </a:lnTo>
                  <a:lnTo>
                    <a:pt x="15741" y="81"/>
                  </a:lnTo>
                  <a:lnTo>
                    <a:pt x="15377" y="182"/>
                  </a:lnTo>
                  <a:lnTo>
                    <a:pt x="15075" y="303"/>
                  </a:lnTo>
                  <a:lnTo>
                    <a:pt x="14792" y="445"/>
                  </a:lnTo>
                  <a:lnTo>
                    <a:pt x="14510" y="606"/>
                  </a:lnTo>
                  <a:lnTo>
                    <a:pt x="14227" y="808"/>
                  </a:lnTo>
                  <a:lnTo>
                    <a:pt x="13985" y="1030"/>
                  </a:lnTo>
                  <a:lnTo>
                    <a:pt x="13743" y="1272"/>
                  </a:lnTo>
                  <a:lnTo>
                    <a:pt x="13501" y="1554"/>
                  </a:lnTo>
                  <a:lnTo>
                    <a:pt x="13299" y="1857"/>
                  </a:lnTo>
                  <a:lnTo>
                    <a:pt x="13097" y="2180"/>
                  </a:lnTo>
                  <a:lnTo>
                    <a:pt x="12895" y="2523"/>
                  </a:lnTo>
                  <a:lnTo>
                    <a:pt x="12714" y="2906"/>
                  </a:lnTo>
                  <a:lnTo>
                    <a:pt x="12552" y="3310"/>
                  </a:lnTo>
                  <a:lnTo>
                    <a:pt x="12391" y="3734"/>
                  </a:lnTo>
                  <a:lnTo>
                    <a:pt x="12250" y="4178"/>
                  </a:lnTo>
                  <a:lnTo>
                    <a:pt x="12128" y="4662"/>
                  </a:lnTo>
                  <a:lnTo>
                    <a:pt x="12007" y="5187"/>
                  </a:lnTo>
                  <a:lnTo>
                    <a:pt x="11886" y="5873"/>
                  </a:lnTo>
                  <a:lnTo>
                    <a:pt x="11765" y="6599"/>
                  </a:lnTo>
                  <a:lnTo>
                    <a:pt x="11584" y="7992"/>
                  </a:lnTo>
                  <a:lnTo>
                    <a:pt x="11483" y="8819"/>
                  </a:lnTo>
                  <a:lnTo>
                    <a:pt x="11382" y="9647"/>
                  </a:lnTo>
                  <a:lnTo>
                    <a:pt x="11281" y="10171"/>
                  </a:lnTo>
                  <a:lnTo>
                    <a:pt x="11180" y="10696"/>
                  </a:lnTo>
                  <a:lnTo>
                    <a:pt x="11059" y="11200"/>
                  </a:lnTo>
                  <a:lnTo>
                    <a:pt x="10918" y="11705"/>
                  </a:lnTo>
                  <a:lnTo>
                    <a:pt x="10817" y="11947"/>
                  </a:lnTo>
                  <a:lnTo>
                    <a:pt x="10716" y="12169"/>
                  </a:lnTo>
                  <a:lnTo>
                    <a:pt x="10595" y="12411"/>
                  </a:lnTo>
                  <a:lnTo>
                    <a:pt x="10474" y="12633"/>
                  </a:lnTo>
                  <a:lnTo>
                    <a:pt x="10332" y="12855"/>
                  </a:lnTo>
                  <a:lnTo>
                    <a:pt x="10171" y="13077"/>
                  </a:lnTo>
                  <a:lnTo>
                    <a:pt x="10010" y="13279"/>
                  </a:lnTo>
                  <a:lnTo>
                    <a:pt x="9808" y="13501"/>
                  </a:lnTo>
                  <a:lnTo>
                    <a:pt x="9545" y="13743"/>
                  </a:lnTo>
                  <a:lnTo>
                    <a:pt x="9283" y="13965"/>
                  </a:lnTo>
                  <a:lnTo>
                    <a:pt x="9001" y="14167"/>
                  </a:lnTo>
                  <a:lnTo>
                    <a:pt x="8718" y="14369"/>
                  </a:lnTo>
                  <a:lnTo>
                    <a:pt x="8113" y="14732"/>
                  </a:lnTo>
                  <a:lnTo>
                    <a:pt x="7527" y="15055"/>
                  </a:lnTo>
                  <a:lnTo>
                    <a:pt x="7326" y="15176"/>
                  </a:lnTo>
                  <a:lnTo>
                    <a:pt x="6397" y="15701"/>
                  </a:lnTo>
                  <a:lnTo>
                    <a:pt x="5449" y="16246"/>
                  </a:lnTo>
                  <a:lnTo>
                    <a:pt x="4521" y="16790"/>
                  </a:lnTo>
                  <a:lnTo>
                    <a:pt x="3612" y="17376"/>
                  </a:lnTo>
                  <a:lnTo>
                    <a:pt x="3209" y="17658"/>
                  </a:lnTo>
                  <a:lnTo>
                    <a:pt x="2765" y="17981"/>
                  </a:lnTo>
                  <a:lnTo>
                    <a:pt x="2341" y="18324"/>
                  </a:lnTo>
                  <a:lnTo>
                    <a:pt x="1917" y="18707"/>
                  </a:lnTo>
                  <a:lnTo>
                    <a:pt x="1514" y="19111"/>
                  </a:lnTo>
                  <a:lnTo>
                    <a:pt x="1312" y="19333"/>
                  </a:lnTo>
                  <a:lnTo>
                    <a:pt x="1130" y="19555"/>
                  </a:lnTo>
                  <a:lnTo>
                    <a:pt x="969" y="19797"/>
                  </a:lnTo>
                  <a:lnTo>
                    <a:pt x="807" y="20039"/>
                  </a:lnTo>
                  <a:lnTo>
                    <a:pt x="646" y="20302"/>
                  </a:lnTo>
                  <a:lnTo>
                    <a:pt x="505" y="20564"/>
                  </a:lnTo>
                  <a:lnTo>
                    <a:pt x="364" y="20907"/>
                  </a:lnTo>
                  <a:lnTo>
                    <a:pt x="222" y="21270"/>
                  </a:lnTo>
                  <a:lnTo>
                    <a:pt x="142" y="21654"/>
                  </a:lnTo>
                  <a:lnTo>
                    <a:pt x="61" y="22017"/>
                  </a:lnTo>
                  <a:lnTo>
                    <a:pt x="20" y="22400"/>
                  </a:lnTo>
                  <a:lnTo>
                    <a:pt x="0" y="22784"/>
                  </a:lnTo>
                  <a:lnTo>
                    <a:pt x="20" y="23167"/>
                  </a:lnTo>
                  <a:lnTo>
                    <a:pt x="61" y="23551"/>
                  </a:lnTo>
                  <a:lnTo>
                    <a:pt x="142" y="23914"/>
                  </a:lnTo>
                  <a:lnTo>
                    <a:pt x="242" y="24237"/>
                  </a:lnTo>
                  <a:lnTo>
                    <a:pt x="364" y="24499"/>
                  </a:lnTo>
                  <a:lnTo>
                    <a:pt x="505" y="24741"/>
                  </a:lnTo>
                  <a:lnTo>
                    <a:pt x="666" y="24923"/>
                  </a:lnTo>
                  <a:lnTo>
                    <a:pt x="848" y="25064"/>
                  </a:lnTo>
                  <a:lnTo>
                    <a:pt x="1050" y="25205"/>
                  </a:lnTo>
                  <a:lnTo>
                    <a:pt x="1251" y="25327"/>
                  </a:lnTo>
                  <a:lnTo>
                    <a:pt x="1494" y="25407"/>
                  </a:lnTo>
                  <a:lnTo>
                    <a:pt x="1736" y="25468"/>
                  </a:lnTo>
                  <a:lnTo>
                    <a:pt x="1978" y="25508"/>
                  </a:lnTo>
                  <a:lnTo>
                    <a:pt x="2260" y="25528"/>
                  </a:lnTo>
                  <a:lnTo>
                    <a:pt x="2563" y="25508"/>
                  </a:lnTo>
                  <a:lnTo>
                    <a:pt x="2866" y="25448"/>
                  </a:lnTo>
                  <a:lnTo>
                    <a:pt x="3169" y="25367"/>
                  </a:lnTo>
                  <a:lnTo>
                    <a:pt x="3451" y="25286"/>
                  </a:lnTo>
                  <a:lnTo>
                    <a:pt x="3713" y="25165"/>
                  </a:lnTo>
                  <a:lnTo>
                    <a:pt x="3976" y="25044"/>
                  </a:lnTo>
                  <a:lnTo>
                    <a:pt x="4218" y="24903"/>
                  </a:lnTo>
                  <a:lnTo>
                    <a:pt x="4642" y="24620"/>
                  </a:lnTo>
                  <a:lnTo>
                    <a:pt x="5106" y="24297"/>
                  </a:lnTo>
                  <a:lnTo>
                    <a:pt x="5550" y="23954"/>
                  </a:lnTo>
                  <a:lnTo>
                    <a:pt x="5994" y="23611"/>
                  </a:lnTo>
                  <a:lnTo>
                    <a:pt x="6418" y="23228"/>
                  </a:lnTo>
                  <a:lnTo>
                    <a:pt x="7245" y="22461"/>
                  </a:lnTo>
                  <a:lnTo>
                    <a:pt x="8052" y="21674"/>
                  </a:lnTo>
                  <a:lnTo>
                    <a:pt x="8859" y="20907"/>
                  </a:lnTo>
                  <a:lnTo>
                    <a:pt x="9687" y="20140"/>
                  </a:lnTo>
                  <a:lnTo>
                    <a:pt x="10110" y="19757"/>
                  </a:lnTo>
                  <a:lnTo>
                    <a:pt x="10554" y="19394"/>
                  </a:lnTo>
                  <a:lnTo>
                    <a:pt x="10998" y="19051"/>
                  </a:lnTo>
                  <a:lnTo>
                    <a:pt x="11463" y="18728"/>
                  </a:lnTo>
                  <a:lnTo>
                    <a:pt x="12128" y="18324"/>
                  </a:lnTo>
                  <a:lnTo>
                    <a:pt x="12815" y="17941"/>
                  </a:lnTo>
                  <a:lnTo>
                    <a:pt x="13521" y="17577"/>
                  </a:lnTo>
                  <a:lnTo>
                    <a:pt x="14207" y="17234"/>
                  </a:lnTo>
                  <a:lnTo>
                    <a:pt x="15337" y="16669"/>
                  </a:lnTo>
                  <a:lnTo>
                    <a:pt x="15902" y="16367"/>
                  </a:lnTo>
                  <a:lnTo>
                    <a:pt x="16447" y="16044"/>
                  </a:lnTo>
                  <a:lnTo>
                    <a:pt x="16972" y="15721"/>
                  </a:lnTo>
                  <a:lnTo>
                    <a:pt x="17476" y="15358"/>
                  </a:lnTo>
                  <a:lnTo>
                    <a:pt x="17981" y="14954"/>
                  </a:lnTo>
                  <a:lnTo>
                    <a:pt x="18203" y="14752"/>
                  </a:lnTo>
                  <a:lnTo>
                    <a:pt x="18425" y="14530"/>
                  </a:lnTo>
                  <a:lnTo>
                    <a:pt x="18667" y="14268"/>
                  </a:lnTo>
                  <a:lnTo>
                    <a:pt x="18909" y="13985"/>
                  </a:lnTo>
                  <a:lnTo>
                    <a:pt x="19131" y="13703"/>
                  </a:lnTo>
                  <a:lnTo>
                    <a:pt x="19333" y="13400"/>
                  </a:lnTo>
                  <a:lnTo>
                    <a:pt x="19535" y="13077"/>
                  </a:lnTo>
                  <a:lnTo>
                    <a:pt x="19736" y="12754"/>
                  </a:lnTo>
                  <a:lnTo>
                    <a:pt x="19918" y="12411"/>
                  </a:lnTo>
                  <a:lnTo>
                    <a:pt x="20100" y="12048"/>
                  </a:lnTo>
                  <a:lnTo>
                    <a:pt x="20261" y="11665"/>
                  </a:lnTo>
                  <a:lnTo>
                    <a:pt x="20402" y="11281"/>
                  </a:lnTo>
                  <a:lnTo>
                    <a:pt x="20544" y="10878"/>
                  </a:lnTo>
                  <a:lnTo>
                    <a:pt x="20685" y="10474"/>
                  </a:lnTo>
                  <a:lnTo>
                    <a:pt x="20806" y="10050"/>
                  </a:lnTo>
                  <a:lnTo>
                    <a:pt x="20927" y="9606"/>
                  </a:lnTo>
                  <a:lnTo>
                    <a:pt x="21028" y="9142"/>
                  </a:lnTo>
                  <a:lnTo>
                    <a:pt x="21109" y="8678"/>
                  </a:lnTo>
                  <a:lnTo>
                    <a:pt x="21189" y="8214"/>
                  </a:lnTo>
                  <a:lnTo>
                    <a:pt x="21250" y="7750"/>
                  </a:lnTo>
                  <a:lnTo>
                    <a:pt x="21310" y="7326"/>
                  </a:lnTo>
                  <a:lnTo>
                    <a:pt x="21331" y="6882"/>
                  </a:lnTo>
                  <a:lnTo>
                    <a:pt x="21351" y="6478"/>
                  </a:lnTo>
                  <a:lnTo>
                    <a:pt x="21351" y="6075"/>
                  </a:lnTo>
                  <a:lnTo>
                    <a:pt x="21351" y="5671"/>
                  </a:lnTo>
                  <a:lnTo>
                    <a:pt x="21331" y="5288"/>
                  </a:lnTo>
                  <a:lnTo>
                    <a:pt x="21270" y="4924"/>
                  </a:lnTo>
                  <a:lnTo>
                    <a:pt x="21230" y="4561"/>
                  </a:lnTo>
                  <a:lnTo>
                    <a:pt x="21149" y="4218"/>
                  </a:lnTo>
                  <a:lnTo>
                    <a:pt x="21068" y="3875"/>
                  </a:lnTo>
                  <a:lnTo>
                    <a:pt x="20967" y="3532"/>
                  </a:lnTo>
                  <a:lnTo>
                    <a:pt x="20846" y="3229"/>
                  </a:lnTo>
                  <a:lnTo>
                    <a:pt x="20705" y="2906"/>
                  </a:lnTo>
                  <a:lnTo>
                    <a:pt x="20564" y="2624"/>
                  </a:lnTo>
                  <a:lnTo>
                    <a:pt x="20362" y="2281"/>
                  </a:lnTo>
                  <a:lnTo>
                    <a:pt x="20140" y="1958"/>
                  </a:lnTo>
                  <a:lnTo>
                    <a:pt x="19898" y="1655"/>
                  </a:lnTo>
                  <a:lnTo>
                    <a:pt x="19615" y="1373"/>
                  </a:lnTo>
                  <a:lnTo>
                    <a:pt x="19333" y="1110"/>
                  </a:lnTo>
                  <a:lnTo>
                    <a:pt x="19010" y="868"/>
                  </a:lnTo>
                  <a:lnTo>
                    <a:pt x="18687" y="646"/>
                  </a:lnTo>
                  <a:lnTo>
                    <a:pt x="18344" y="465"/>
                  </a:lnTo>
                  <a:lnTo>
                    <a:pt x="17981" y="283"/>
                  </a:lnTo>
                  <a:lnTo>
                    <a:pt x="17597" y="162"/>
                  </a:lnTo>
                  <a:lnTo>
                    <a:pt x="17214" y="61"/>
                  </a:lnTo>
                  <a:lnTo>
                    <a:pt x="16851" y="21"/>
                  </a:lnTo>
                  <a:lnTo>
                    <a:pt x="1646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7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7"/>
            <p:cNvSpPr/>
            <p:nvPr/>
          </p:nvSpPr>
          <p:spPr>
            <a:xfrm flipH="1">
              <a:off x="749899" y="-4949394"/>
              <a:ext cx="1884195" cy="733450"/>
            </a:xfrm>
            <a:custGeom>
              <a:rect b="b" l="l" r="r" t="t"/>
              <a:pathLst>
                <a:path extrusionOk="0" h="13119" w="33702">
                  <a:moveTo>
                    <a:pt x="8436" y="82"/>
                  </a:moveTo>
                  <a:lnTo>
                    <a:pt x="9041" y="102"/>
                  </a:lnTo>
                  <a:lnTo>
                    <a:pt x="9667" y="142"/>
                  </a:lnTo>
                  <a:lnTo>
                    <a:pt x="10312" y="183"/>
                  </a:lnTo>
                  <a:lnTo>
                    <a:pt x="10978" y="263"/>
                  </a:lnTo>
                  <a:lnTo>
                    <a:pt x="12532" y="465"/>
                  </a:lnTo>
                  <a:lnTo>
                    <a:pt x="14005" y="707"/>
                  </a:lnTo>
                  <a:lnTo>
                    <a:pt x="15398" y="949"/>
                  </a:lnTo>
                  <a:lnTo>
                    <a:pt x="16689" y="1192"/>
                  </a:lnTo>
                  <a:lnTo>
                    <a:pt x="17900" y="1454"/>
                  </a:lnTo>
                  <a:lnTo>
                    <a:pt x="19030" y="1716"/>
                  </a:lnTo>
                  <a:lnTo>
                    <a:pt x="20080" y="1979"/>
                  </a:lnTo>
                  <a:lnTo>
                    <a:pt x="21048" y="2241"/>
                  </a:lnTo>
                  <a:lnTo>
                    <a:pt x="21956" y="2523"/>
                  </a:lnTo>
                  <a:lnTo>
                    <a:pt x="22804" y="2786"/>
                  </a:lnTo>
                  <a:lnTo>
                    <a:pt x="23571" y="3068"/>
                  </a:lnTo>
                  <a:lnTo>
                    <a:pt x="24277" y="3331"/>
                  </a:lnTo>
                  <a:lnTo>
                    <a:pt x="24943" y="3593"/>
                  </a:lnTo>
                  <a:lnTo>
                    <a:pt x="25548" y="3835"/>
                  </a:lnTo>
                  <a:lnTo>
                    <a:pt x="26598" y="4320"/>
                  </a:lnTo>
                  <a:lnTo>
                    <a:pt x="27607" y="4824"/>
                  </a:lnTo>
                  <a:lnTo>
                    <a:pt x="28071" y="5066"/>
                  </a:lnTo>
                  <a:lnTo>
                    <a:pt x="28535" y="5329"/>
                  </a:lnTo>
                  <a:lnTo>
                    <a:pt x="28999" y="5611"/>
                  </a:lnTo>
                  <a:lnTo>
                    <a:pt x="29423" y="5894"/>
                  </a:lnTo>
                  <a:lnTo>
                    <a:pt x="29847" y="6176"/>
                  </a:lnTo>
                  <a:lnTo>
                    <a:pt x="30271" y="6459"/>
                  </a:lnTo>
                  <a:lnTo>
                    <a:pt x="30654" y="6761"/>
                  </a:lnTo>
                  <a:lnTo>
                    <a:pt x="31058" y="7064"/>
                  </a:lnTo>
                  <a:lnTo>
                    <a:pt x="31421" y="7367"/>
                  </a:lnTo>
                  <a:lnTo>
                    <a:pt x="31784" y="7690"/>
                  </a:lnTo>
                  <a:lnTo>
                    <a:pt x="32127" y="8012"/>
                  </a:lnTo>
                  <a:lnTo>
                    <a:pt x="32450" y="8335"/>
                  </a:lnTo>
                  <a:lnTo>
                    <a:pt x="32773" y="8678"/>
                  </a:lnTo>
                  <a:lnTo>
                    <a:pt x="33076" y="9021"/>
                  </a:lnTo>
                  <a:lnTo>
                    <a:pt x="33237" y="9223"/>
                  </a:lnTo>
                  <a:lnTo>
                    <a:pt x="33378" y="9425"/>
                  </a:lnTo>
                  <a:lnTo>
                    <a:pt x="33520" y="9667"/>
                  </a:lnTo>
                  <a:lnTo>
                    <a:pt x="33560" y="9788"/>
                  </a:lnTo>
                  <a:lnTo>
                    <a:pt x="33600" y="9909"/>
                  </a:lnTo>
                  <a:lnTo>
                    <a:pt x="33620" y="10030"/>
                  </a:lnTo>
                  <a:lnTo>
                    <a:pt x="33620" y="10172"/>
                  </a:lnTo>
                  <a:lnTo>
                    <a:pt x="33600" y="10293"/>
                  </a:lnTo>
                  <a:lnTo>
                    <a:pt x="33580" y="10414"/>
                  </a:lnTo>
                  <a:lnTo>
                    <a:pt x="33520" y="10535"/>
                  </a:lnTo>
                  <a:lnTo>
                    <a:pt x="33459" y="10636"/>
                  </a:lnTo>
                  <a:lnTo>
                    <a:pt x="33378" y="10737"/>
                  </a:lnTo>
                  <a:lnTo>
                    <a:pt x="33257" y="10797"/>
                  </a:lnTo>
                  <a:lnTo>
                    <a:pt x="33176" y="10838"/>
                  </a:lnTo>
                  <a:lnTo>
                    <a:pt x="33096" y="10858"/>
                  </a:lnTo>
                  <a:lnTo>
                    <a:pt x="32894" y="10878"/>
                  </a:lnTo>
                  <a:lnTo>
                    <a:pt x="32692" y="10858"/>
                  </a:lnTo>
                  <a:lnTo>
                    <a:pt x="32470" y="10817"/>
                  </a:lnTo>
                  <a:lnTo>
                    <a:pt x="29019" y="10152"/>
                  </a:lnTo>
                  <a:lnTo>
                    <a:pt x="26840" y="9748"/>
                  </a:lnTo>
                  <a:lnTo>
                    <a:pt x="25750" y="9566"/>
                  </a:lnTo>
                  <a:lnTo>
                    <a:pt x="24640" y="9385"/>
                  </a:lnTo>
                  <a:lnTo>
                    <a:pt x="23551" y="9223"/>
                  </a:lnTo>
                  <a:lnTo>
                    <a:pt x="22420" y="9102"/>
                  </a:lnTo>
                  <a:lnTo>
                    <a:pt x="21311" y="9021"/>
                  </a:lnTo>
                  <a:lnTo>
                    <a:pt x="20201" y="8981"/>
                  </a:lnTo>
                  <a:lnTo>
                    <a:pt x="19071" y="8961"/>
                  </a:lnTo>
                  <a:lnTo>
                    <a:pt x="17941" y="9021"/>
                  </a:lnTo>
                  <a:lnTo>
                    <a:pt x="16831" y="9102"/>
                  </a:lnTo>
                  <a:lnTo>
                    <a:pt x="15721" y="9223"/>
                  </a:lnTo>
                  <a:lnTo>
                    <a:pt x="14591" y="9385"/>
                  </a:lnTo>
                  <a:lnTo>
                    <a:pt x="13501" y="9566"/>
                  </a:lnTo>
                  <a:lnTo>
                    <a:pt x="12391" y="9788"/>
                  </a:lnTo>
                  <a:lnTo>
                    <a:pt x="11281" y="10051"/>
                  </a:lnTo>
                  <a:lnTo>
                    <a:pt x="10191" y="10313"/>
                  </a:lnTo>
                  <a:lnTo>
                    <a:pt x="9081" y="10596"/>
                  </a:lnTo>
                  <a:lnTo>
                    <a:pt x="7992" y="10918"/>
                  </a:lnTo>
                  <a:lnTo>
                    <a:pt x="6922" y="11241"/>
                  </a:lnTo>
                  <a:lnTo>
                    <a:pt x="4763" y="11907"/>
                  </a:lnTo>
                  <a:lnTo>
                    <a:pt x="2604" y="12593"/>
                  </a:lnTo>
                  <a:lnTo>
                    <a:pt x="1595" y="12936"/>
                  </a:lnTo>
                  <a:lnTo>
                    <a:pt x="1433" y="12977"/>
                  </a:lnTo>
                  <a:lnTo>
                    <a:pt x="1231" y="13017"/>
                  </a:lnTo>
                  <a:lnTo>
                    <a:pt x="1050" y="13037"/>
                  </a:lnTo>
                  <a:lnTo>
                    <a:pt x="949" y="13037"/>
                  </a:lnTo>
                  <a:lnTo>
                    <a:pt x="868" y="13017"/>
                  </a:lnTo>
                  <a:lnTo>
                    <a:pt x="767" y="12997"/>
                  </a:lnTo>
                  <a:lnTo>
                    <a:pt x="687" y="12957"/>
                  </a:lnTo>
                  <a:lnTo>
                    <a:pt x="606" y="12896"/>
                  </a:lnTo>
                  <a:lnTo>
                    <a:pt x="525" y="12835"/>
                  </a:lnTo>
                  <a:lnTo>
                    <a:pt x="404" y="12674"/>
                  </a:lnTo>
                  <a:lnTo>
                    <a:pt x="323" y="12492"/>
                  </a:lnTo>
                  <a:lnTo>
                    <a:pt x="243" y="12291"/>
                  </a:lnTo>
                  <a:lnTo>
                    <a:pt x="202" y="12089"/>
                  </a:lnTo>
                  <a:lnTo>
                    <a:pt x="162" y="11867"/>
                  </a:lnTo>
                  <a:lnTo>
                    <a:pt x="142" y="11665"/>
                  </a:lnTo>
                  <a:lnTo>
                    <a:pt x="101" y="10838"/>
                  </a:lnTo>
                  <a:lnTo>
                    <a:pt x="81" y="9990"/>
                  </a:lnTo>
                  <a:lnTo>
                    <a:pt x="101" y="9163"/>
                  </a:lnTo>
                  <a:lnTo>
                    <a:pt x="142" y="8315"/>
                  </a:lnTo>
                  <a:lnTo>
                    <a:pt x="202" y="7488"/>
                  </a:lnTo>
                  <a:lnTo>
                    <a:pt x="283" y="6660"/>
                  </a:lnTo>
                  <a:lnTo>
                    <a:pt x="404" y="5833"/>
                  </a:lnTo>
                  <a:lnTo>
                    <a:pt x="545" y="5006"/>
                  </a:lnTo>
                  <a:lnTo>
                    <a:pt x="666" y="4441"/>
                  </a:lnTo>
                  <a:lnTo>
                    <a:pt x="808" y="3896"/>
                  </a:lnTo>
                  <a:lnTo>
                    <a:pt x="909" y="3654"/>
                  </a:lnTo>
                  <a:lnTo>
                    <a:pt x="989" y="3411"/>
                  </a:lnTo>
                  <a:lnTo>
                    <a:pt x="1110" y="3189"/>
                  </a:lnTo>
                  <a:lnTo>
                    <a:pt x="1231" y="2967"/>
                  </a:lnTo>
                  <a:lnTo>
                    <a:pt x="1413" y="2685"/>
                  </a:lnTo>
                  <a:lnTo>
                    <a:pt x="1635" y="2402"/>
                  </a:lnTo>
                  <a:lnTo>
                    <a:pt x="1877" y="2140"/>
                  </a:lnTo>
                  <a:lnTo>
                    <a:pt x="2160" y="1898"/>
                  </a:lnTo>
                  <a:lnTo>
                    <a:pt x="2462" y="1656"/>
                  </a:lnTo>
                  <a:lnTo>
                    <a:pt x="2805" y="1434"/>
                  </a:lnTo>
                  <a:lnTo>
                    <a:pt x="3189" y="1232"/>
                  </a:lnTo>
                  <a:lnTo>
                    <a:pt x="3572" y="1030"/>
                  </a:lnTo>
                  <a:lnTo>
                    <a:pt x="4117" y="808"/>
                  </a:lnTo>
                  <a:lnTo>
                    <a:pt x="4662" y="627"/>
                  </a:lnTo>
                  <a:lnTo>
                    <a:pt x="5227" y="465"/>
                  </a:lnTo>
                  <a:lnTo>
                    <a:pt x="5832" y="324"/>
                  </a:lnTo>
                  <a:lnTo>
                    <a:pt x="6438" y="223"/>
                  </a:lnTo>
                  <a:lnTo>
                    <a:pt x="7084" y="142"/>
                  </a:lnTo>
                  <a:lnTo>
                    <a:pt x="7750" y="102"/>
                  </a:lnTo>
                  <a:lnTo>
                    <a:pt x="8436" y="82"/>
                  </a:lnTo>
                  <a:close/>
                  <a:moveTo>
                    <a:pt x="8335" y="1"/>
                  </a:moveTo>
                  <a:lnTo>
                    <a:pt x="7830" y="21"/>
                  </a:lnTo>
                  <a:lnTo>
                    <a:pt x="7346" y="41"/>
                  </a:lnTo>
                  <a:lnTo>
                    <a:pt x="6882" y="82"/>
                  </a:lnTo>
                  <a:lnTo>
                    <a:pt x="6438" y="142"/>
                  </a:lnTo>
                  <a:lnTo>
                    <a:pt x="5974" y="223"/>
                  </a:lnTo>
                  <a:lnTo>
                    <a:pt x="5550" y="304"/>
                  </a:lnTo>
                  <a:lnTo>
                    <a:pt x="5126" y="405"/>
                  </a:lnTo>
                  <a:lnTo>
                    <a:pt x="4723" y="526"/>
                  </a:lnTo>
                  <a:lnTo>
                    <a:pt x="4319" y="647"/>
                  </a:lnTo>
                  <a:lnTo>
                    <a:pt x="3915" y="808"/>
                  </a:lnTo>
                  <a:lnTo>
                    <a:pt x="3552" y="970"/>
                  </a:lnTo>
                  <a:lnTo>
                    <a:pt x="3149" y="1151"/>
                  </a:lnTo>
                  <a:lnTo>
                    <a:pt x="2765" y="1373"/>
                  </a:lnTo>
                  <a:lnTo>
                    <a:pt x="2422" y="1595"/>
                  </a:lnTo>
                  <a:lnTo>
                    <a:pt x="2099" y="1837"/>
                  </a:lnTo>
                  <a:lnTo>
                    <a:pt x="1817" y="2080"/>
                  </a:lnTo>
                  <a:lnTo>
                    <a:pt x="1575" y="2362"/>
                  </a:lnTo>
                  <a:lnTo>
                    <a:pt x="1353" y="2624"/>
                  </a:lnTo>
                  <a:lnTo>
                    <a:pt x="1151" y="2927"/>
                  </a:lnTo>
                  <a:lnTo>
                    <a:pt x="1030" y="3169"/>
                  </a:lnTo>
                  <a:lnTo>
                    <a:pt x="909" y="3432"/>
                  </a:lnTo>
                  <a:lnTo>
                    <a:pt x="808" y="3694"/>
                  </a:lnTo>
                  <a:lnTo>
                    <a:pt x="707" y="3956"/>
                  </a:lnTo>
                  <a:lnTo>
                    <a:pt x="586" y="4481"/>
                  </a:lnTo>
                  <a:lnTo>
                    <a:pt x="465" y="4985"/>
                  </a:lnTo>
                  <a:lnTo>
                    <a:pt x="323" y="5813"/>
                  </a:lnTo>
                  <a:lnTo>
                    <a:pt x="222" y="6660"/>
                  </a:lnTo>
                  <a:lnTo>
                    <a:pt x="122" y="7488"/>
                  </a:lnTo>
                  <a:lnTo>
                    <a:pt x="61" y="8315"/>
                  </a:lnTo>
                  <a:lnTo>
                    <a:pt x="21" y="9163"/>
                  </a:lnTo>
                  <a:lnTo>
                    <a:pt x="0" y="9990"/>
                  </a:lnTo>
                  <a:lnTo>
                    <a:pt x="21" y="10838"/>
                  </a:lnTo>
                  <a:lnTo>
                    <a:pt x="61" y="11665"/>
                  </a:lnTo>
                  <a:lnTo>
                    <a:pt x="101" y="11968"/>
                  </a:lnTo>
                  <a:lnTo>
                    <a:pt x="142" y="12230"/>
                  </a:lnTo>
                  <a:lnTo>
                    <a:pt x="222" y="12452"/>
                  </a:lnTo>
                  <a:lnTo>
                    <a:pt x="303" y="12654"/>
                  </a:lnTo>
                  <a:lnTo>
                    <a:pt x="404" y="12815"/>
                  </a:lnTo>
                  <a:lnTo>
                    <a:pt x="545" y="12936"/>
                  </a:lnTo>
                  <a:lnTo>
                    <a:pt x="687" y="13037"/>
                  </a:lnTo>
                  <a:lnTo>
                    <a:pt x="848" y="13098"/>
                  </a:lnTo>
                  <a:lnTo>
                    <a:pt x="949" y="13118"/>
                  </a:lnTo>
                  <a:lnTo>
                    <a:pt x="1191" y="13118"/>
                  </a:lnTo>
                  <a:lnTo>
                    <a:pt x="1353" y="13078"/>
                  </a:lnTo>
                  <a:lnTo>
                    <a:pt x="1615" y="12997"/>
                  </a:lnTo>
                  <a:lnTo>
                    <a:pt x="2644" y="12674"/>
                  </a:lnTo>
                  <a:lnTo>
                    <a:pt x="4783" y="11988"/>
                  </a:lnTo>
                  <a:lnTo>
                    <a:pt x="6942" y="11302"/>
                  </a:lnTo>
                  <a:lnTo>
                    <a:pt x="8012" y="10999"/>
                  </a:lnTo>
                  <a:lnTo>
                    <a:pt x="9102" y="10676"/>
                  </a:lnTo>
                  <a:lnTo>
                    <a:pt x="10191" y="10394"/>
                  </a:lnTo>
                  <a:lnTo>
                    <a:pt x="11301" y="10131"/>
                  </a:lnTo>
                  <a:lnTo>
                    <a:pt x="12391" y="9869"/>
                  </a:lnTo>
                  <a:lnTo>
                    <a:pt x="13501" y="9647"/>
                  </a:lnTo>
                  <a:lnTo>
                    <a:pt x="14611" y="9465"/>
                  </a:lnTo>
                  <a:lnTo>
                    <a:pt x="15721" y="9304"/>
                  </a:lnTo>
                  <a:lnTo>
                    <a:pt x="16831" y="9183"/>
                  </a:lnTo>
                  <a:lnTo>
                    <a:pt x="17961" y="9102"/>
                  </a:lnTo>
                  <a:lnTo>
                    <a:pt x="19071" y="9042"/>
                  </a:lnTo>
                  <a:lnTo>
                    <a:pt x="20201" y="9062"/>
                  </a:lnTo>
                  <a:lnTo>
                    <a:pt x="21311" y="9102"/>
                  </a:lnTo>
                  <a:lnTo>
                    <a:pt x="22420" y="9183"/>
                  </a:lnTo>
                  <a:lnTo>
                    <a:pt x="23530" y="9304"/>
                  </a:lnTo>
                  <a:lnTo>
                    <a:pt x="24640" y="9465"/>
                  </a:lnTo>
                  <a:lnTo>
                    <a:pt x="25750" y="9647"/>
                  </a:lnTo>
                  <a:lnTo>
                    <a:pt x="26840" y="9829"/>
                  </a:lnTo>
                  <a:lnTo>
                    <a:pt x="28999" y="10232"/>
                  </a:lnTo>
                  <a:lnTo>
                    <a:pt x="32470" y="10898"/>
                  </a:lnTo>
                  <a:lnTo>
                    <a:pt x="32692" y="10939"/>
                  </a:lnTo>
                  <a:lnTo>
                    <a:pt x="32894" y="10959"/>
                  </a:lnTo>
                  <a:lnTo>
                    <a:pt x="33116" y="10939"/>
                  </a:lnTo>
                  <a:lnTo>
                    <a:pt x="33197" y="10918"/>
                  </a:lnTo>
                  <a:lnTo>
                    <a:pt x="33298" y="10878"/>
                  </a:lnTo>
                  <a:lnTo>
                    <a:pt x="33419" y="10797"/>
                  </a:lnTo>
                  <a:lnTo>
                    <a:pt x="33520" y="10696"/>
                  </a:lnTo>
                  <a:lnTo>
                    <a:pt x="33600" y="10575"/>
                  </a:lnTo>
                  <a:lnTo>
                    <a:pt x="33661" y="10454"/>
                  </a:lnTo>
                  <a:lnTo>
                    <a:pt x="33681" y="10313"/>
                  </a:lnTo>
                  <a:lnTo>
                    <a:pt x="33701" y="10172"/>
                  </a:lnTo>
                  <a:lnTo>
                    <a:pt x="33701" y="10030"/>
                  </a:lnTo>
                  <a:lnTo>
                    <a:pt x="33681" y="9889"/>
                  </a:lnTo>
                  <a:lnTo>
                    <a:pt x="33641" y="9768"/>
                  </a:lnTo>
                  <a:lnTo>
                    <a:pt x="33600" y="9627"/>
                  </a:lnTo>
                  <a:lnTo>
                    <a:pt x="33459" y="9385"/>
                  </a:lnTo>
                  <a:lnTo>
                    <a:pt x="33298" y="9163"/>
                  </a:lnTo>
                  <a:lnTo>
                    <a:pt x="33136" y="8961"/>
                  </a:lnTo>
                  <a:lnTo>
                    <a:pt x="32833" y="8618"/>
                  </a:lnTo>
                  <a:lnTo>
                    <a:pt x="32511" y="8275"/>
                  </a:lnTo>
                  <a:lnTo>
                    <a:pt x="32188" y="7952"/>
                  </a:lnTo>
                  <a:lnTo>
                    <a:pt x="31824" y="7629"/>
                  </a:lnTo>
                  <a:lnTo>
                    <a:pt x="31481" y="7306"/>
                  </a:lnTo>
                  <a:lnTo>
                    <a:pt x="31098" y="7003"/>
                  </a:lnTo>
                  <a:lnTo>
                    <a:pt x="30714" y="6701"/>
                  </a:lnTo>
                  <a:lnTo>
                    <a:pt x="30311" y="6398"/>
                  </a:lnTo>
                  <a:lnTo>
                    <a:pt x="29907" y="6095"/>
                  </a:lnTo>
                  <a:lnTo>
                    <a:pt x="29483" y="5813"/>
                  </a:lnTo>
                  <a:lnTo>
                    <a:pt x="29040" y="5530"/>
                  </a:lnTo>
                  <a:lnTo>
                    <a:pt x="28575" y="5268"/>
                  </a:lnTo>
                  <a:lnTo>
                    <a:pt x="28111" y="5006"/>
                  </a:lnTo>
                  <a:lnTo>
                    <a:pt x="27627" y="4743"/>
                  </a:lnTo>
                  <a:lnTo>
                    <a:pt x="26638" y="4259"/>
                  </a:lnTo>
                  <a:lnTo>
                    <a:pt x="25569" y="3775"/>
                  </a:lnTo>
                  <a:lnTo>
                    <a:pt x="24963" y="3512"/>
                  </a:lnTo>
                  <a:lnTo>
                    <a:pt x="24317" y="3250"/>
                  </a:lnTo>
                  <a:lnTo>
                    <a:pt x="23591" y="2988"/>
                  </a:lnTo>
                  <a:lnTo>
                    <a:pt x="22824" y="2725"/>
                  </a:lnTo>
                  <a:lnTo>
                    <a:pt x="21977" y="2443"/>
                  </a:lnTo>
                  <a:lnTo>
                    <a:pt x="21068" y="2180"/>
                  </a:lnTo>
                  <a:lnTo>
                    <a:pt x="20100" y="1898"/>
                  </a:lnTo>
                  <a:lnTo>
                    <a:pt x="19050" y="1636"/>
                  </a:lnTo>
                  <a:lnTo>
                    <a:pt x="17920" y="1373"/>
                  </a:lnTo>
                  <a:lnTo>
                    <a:pt x="16710" y="1111"/>
                  </a:lnTo>
                  <a:lnTo>
                    <a:pt x="15398" y="869"/>
                  </a:lnTo>
                  <a:lnTo>
                    <a:pt x="14026" y="627"/>
                  </a:lnTo>
                  <a:lnTo>
                    <a:pt x="12552" y="405"/>
                  </a:lnTo>
                  <a:lnTo>
                    <a:pt x="10978" y="183"/>
                  </a:lnTo>
                  <a:lnTo>
                    <a:pt x="10413" y="122"/>
                  </a:lnTo>
                  <a:lnTo>
                    <a:pt x="9889" y="62"/>
                  </a:lnTo>
                  <a:lnTo>
                    <a:pt x="9344" y="41"/>
                  </a:lnTo>
                  <a:lnTo>
                    <a:pt x="8839" y="21"/>
                  </a:lnTo>
                  <a:lnTo>
                    <a:pt x="83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7"/>
            <p:cNvSpPr/>
            <p:nvPr/>
          </p:nvSpPr>
          <p:spPr>
            <a:xfrm flipH="1">
              <a:off x="1985352" y="-3774912"/>
              <a:ext cx="166996" cy="99348"/>
            </a:xfrm>
            <a:custGeom>
              <a:rect b="b" l="l" r="r" t="t"/>
              <a:pathLst>
                <a:path extrusionOk="0" h="1777" w="2987">
                  <a:moveTo>
                    <a:pt x="2240" y="81"/>
                  </a:moveTo>
                  <a:lnTo>
                    <a:pt x="2442" y="101"/>
                  </a:lnTo>
                  <a:lnTo>
                    <a:pt x="2644" y="122"/>
                  </a:lnTo>
                  <a:lnTo>
                    <a:pt x="2745" y="162"/>
                  </a:lnTo>
                  <a:lnTo>
                    <a:pt x="2805" y="182"/>
                  </a:lnTo>
                  <a:lnTo>
                    <a:pt x="2866" y="243"/>
                  </a:lnTo>
                  <a:lnTo>
                    <a:pt x="2906" y="283"/>
                  </a:lnTo>
                  <a:lnTo>
                    <a:pt x="2906" y="364"/>
                  </a:lnTo>
                  <a:lnTo>
                    <a:pt x="2906" y="444"/>
                  </a:lnTo>
                  <a:lnTo>
                    <a:pt x="2846" y="525"/>
                  </a:lnTo>
                  <a:lnTo>
                    <a:pt x="2765" y="626"/>
                  </a:lnTo>
                  <a:lnTo>
                    <a:pt x="2543" y="868"/>
                  </a:lnTo>
                  <a:lnTo>
                    <a:pt x="2281" y="1070"/>
                  </a:lnTo>
                  <a:lnTo>
                    <a:pt x="1998" y="1252"/>
                  </a:lnTo>
                  <a:lnTo>
                    <a:pt x="1716" y="1413"/>
                  </a:lnTo>
                  <a:lnTo>
                    <a:pt x="1393" y="1534"/>
                  </a:lnTo>
                  <a:lnTo>
                    <a:pt x="1090" y="1615"/>
                  </a:lnTo>
                  <a:lnTo>
                    <a:pt x="747" y="1675"/>
                  </a:lnTo>
                  <a:lnTo>
                    <a:pt x="424" y="1696"/>
                  </a:lnTo>
                  <a:lnTo>
                    <a:pt x="263" y="1696"/>
                  </a:lnTo>
                  <a:lnTo>
                    <a:pt x="182" y="1655"/>
                  </a:lnTo>
                  <a:lnTo>
                    <a:pt x="121" y="1615"/>
                  </a:lnTo>
                  <a:lnTo>
                    <a:pt x="81" y="1554"/>
                  </a:lnTo>
                  <a:lnTo>
                    <a:pt x="81" y="1494"/>
                  </a:lnTo>
                  <a:lnTo>
                    <a:pt x="81" y="1433"/>
                  </a:lnTo>
                  <a:lnTo>
                    <a:pt x="101" y="1373"/>
                  </a:lnTo>
                  <a:lnTo>
                    <a:pt x="182" y="1252"/>
                  </a:lnTo>
                  <a:lnTo>
                    <a:pt x="263" y="1151"/>
                  </a:lnTo>
                  <a:lnTo>
                    <a:pt x="485" y="949"/>
                  </a:lnTo>
                  <a:lnTo>
                    <a:pt x="686" y="747"/>
                  </a:lnTo>
                  <a:lnTo>
                    <a:pt x="929" y="586"/>
                  </a:lnTo>
                  <a:lnTo>
                    <a:pt x="1171" y="424"/>
                  </a:lnTo>
                  <a:lnTo>
                    <a:pt x="1413" y="283"/>
                  </a:lnTo>
                  <a:lnTo>
                    <a:pt x="1675" y="182"/>
                  </a:lnTo>
                  <a:lnTo>
                    <a:pt x="1958" y="101"/>
                  </a:lnTo>
                  <a:lnTo>
                    <a:pt x="2240" y="81"/>
                  </a:lnTo>
                  <a:close/>
                  <a:moveTo>
                    <a:pt x="2119" y="0"/>
                  </a:moveTo>
                  <a:lnTo>
                    <a:pt x="1938" y="21"/>
                  </a:lnTo>
                  <a:lnTo>
                    <a:pt x="1776" y="61"/>
                  </a:lnTo>
                  <a:lnTo>
                    <a:pt x="1615" y="122"/>
                  </a:lnTo>
                  <a:lnTo>
                    <a:pt x="1453" y="182"/>
                  </a:lnTo>
                  <a:lnTo>
                    <a:pt x="1292" y="243"/>
                  </a:lnTo>
                  <a:lnTo>
                    <a:pt x="1009" y="424"/>
                  </a:lnTo>
                  <a:lnTo>
                    <a:pt x="727" y="626"/>
                  </a:lnTo>
                  <a:lnTo>
                    <a:pt x="464" y="848"/>
                  </a:lnTo>
                  <a:lnTo>
                    <a:pt x="222" y="1090"/>
                  </a:lnTo>
                  <a:lnTo>
                    <a:pt x="101" y="1211"/>
                  </a:lnTo>
                  <a:lnTo>
                    <a:pt x="21" y="1332"/>
                  </a:lnTo>
                  <a:lnTo>
                    <a:pt x="0" y="1433"/>
                  </a:lnTo>
                  <a:lnTo>
                    <a:pt x="0" y="1514"/>
                  </a:lnTo>
                  <a:lnTo>
                    <a:pt x="21" y="1595"/>
                  </a:lnTo>
                  <a:lnTo>
                    <a:pt x="61" y="1655"/>
                  </a:lnTo>
                  <a:lnTo>
                    <a:pt x="121" y="1716"/>
                  </a:lnTo>
                  <a:lnTo>
                    <a:pt x="222" y="1756"/>
                  </a:lnTo>
                  <a:lnTo>
                    <a:pt x="303" y="1776"/>
                  </a:lnTo>
                  <a:lnTo>
                    <a:pt x="424" y="1776"/>
                  </a:lnTo>
                  <a:lnTo>
                    <a:pt x="767" y="1756"/>
                  </a:lnTo>
                  <a:lnTo>
                    <a:pt x="1110" y="1696"/>
                  </a:lnTo>
                  <a:lnTo>
                    <a:pt x="1433" y="1615"/>
                  </a:lnTo>
                  <a:lnTo>
                    <a:pt x="1736" y="1474"/>
                  </a:lnTo>
                  <a:lnTo>
                    <a:pt x="2039" y="1332"/>
                  </a:lnTo>
                  <a:lnTo>
                    <a:pt x="2321" y="1131"/>
                  </a:lnTo>
                  <a:lnTo>
                    <a:pt x="2604" y="929"/>
                  </a:lnTo>
                  <a:lnTo>
                    <a:pt x="2826" y="687"/>
                  </a:lnTo>
                  <a:lnTo>
                    <a:pt x="2926" y="565"/>
                  </a:lnTo>
                  <a:lnTo>
                    <a:pt x="2987" y="465"/>
                  </a:lnTo>
                  <a:lnTo>
                    <a:pt x="2987" y="343"/>
                  </a:lnTo>
                  <a:lnTo>
                    <a:pt x="2967" y="263"/>
                  </a:lnTo>
                  <a:lnTo>
                    <a:pt x="2926" y="182"/>
                  </a:lnTo>
                  <a:lnTo>
                    <a:pt x="2866" y="122"/>
                  </a:lnTo>
                  <a:lnTo>
                    <a:pt x="2765" y="81"/>
                  </a:lnTo>
                  <a:lnTo>
                    <a:pt x="2664" y="41"/>
                  </a:lnTo>
                  <a:lnTo>
                    <a:pt x="2462" y="21"/>
                  </a:lnTo>
                  <a:lnTo>
                    <a:pt x="22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7"/>
            <p:cNvSpPr/>
            <p:nvPr/>
          </p:nvSpPr>
          <p:spPr>
            <a:xfrm flipH="1">
              <a:off x="-2673006" y="-2347734"/>
              <a:ext cx="901508" cy="1104564"/>
            </a:xfrm>
            <a:custGeom>
              <a:rect b="b" l="l" r="r" t="t"/>
              <a:pathLst>
                <a:path extrusionOk="0" h="19757" w="16125">
                  <a:moveTo>
                    <a:pt x="13945" y="81"/>
                  </a:moveTo>
                  <a:lnTo>
                    <a:pt x="14187" y="142"/>
                  </a:lnTo>
                  <a:lnTo>
                    <a:pt x="14449" y="222"/>
                  </a:lnTo>
                  <a:lnTo>
                    <a:pt x="14671" y="323"/>
                  </a:lnTo>
                  <a:lnTo>
                    <a:pt x="14893" y="464"/>
                  </a:lnTo>
                  <a:lnTo>
                    <a:pt x="15095" y="626"/>
                  </a:lnTo>
                  <a:lnTo>
                    <a:pt x="15277" y="807"/>
                  </a:lnTo>
                  <a:lnTo>
                    <a:pt x="15438" y="1009"/>
                  </a:lnTo>
                  <a:lnTo>
                    <a:pt x="15620" y="1332"/>
                  </a:lnTo>
                  <a:lnTo>
                    <a:pt x="15761" y="1655"/>
                  </a:lnTo>
                  <a:lnTo>
                    <a:pt x="15862" y="1998"/>
                  </a:lnTo>
                  <a:lnTo>
                    <a:pt x="15943" y="2341"/>
                  </a:lnTo>
                  <a:lnTo>
                    <a:pt x="16003" y="2704"/>
                  </a:lnTo>
                  <a:lnTo>
                    <a:pt x="16023" y="3068"/>
                  </a:lnTo>
                  <a:lnTo>
                    <a:pt x="16044" y="3431"/>
                  </a:lnTo>
                  <a:lnTo>
                    <a:pt x="16044" y="3814"/>
                  </a:lnTo>
                  <a:lnTo>
                    <a:pt x="16023" y="4319"/>
                  </a:lnTo>
                  <a:lnTo>
                    <a:pt x="16003" y="4803"/>
                  </a:lnTo>
                  <a:lnTo>
                    <a:pt x="15963" y="5287"/>
                  </a:lnTo>
                  <a:lnTo>
                    <a:pt x="15923" y="5731"/>
                  </a:lnTo>
                  <a:lnTo>
                    <a:pt x="15862" y="6175"/>
                  </a:lnTo>
                  <a:lnTo>
                    <a:pt x="15781" y="6599"/>
                  </a:lnTo>
                  <a:lnTo>
                    <a:pt x="15701" y="7003"/>
                  </a:lnTo>
                  <a:lnTo>
                    <a:pt x="15600" y="7386"/>
                  </a:lnTo>
                  <a:lnTo>
                    <a:pt x="15479" y="7749"/>
                  </a:lnTo>
                  <a:lnTo>
                    <a:pt x="15337" y="8113"/>
                  </a:lnTo>
                  <a:lnTo>
                    <a:pt x="15196" y="8436"/>
                  </a:lnTo>
                  <a:lnTo>
                    <a:pt x="15055" y="8758"/>
                  </a:lnTo>
                  <a:lnTo>
                    <a:pt x="14873" y="9081"/>
                  </a:lnTo>
                  <a:lnTo>
                    <a:pt x="14692" y="9364"/>
                  </a:lnTo>
                  <a:lnTo>
                    <a:pt x="14490" y="9646"/>
                  </a:lnTo>
                  <a:lnTo>
                    <a:pt x="14268" y="9909"/>
                  </a:lnTo>
                  <a:lnTo>
                    <a:pt x="14086" y="10131"/>
                  </a:lnTo>
                  <a:lnTo>
                    <a:pt x="13884" y="10332"/>
                  </a:lnTo>
                  <a:lnTo>
                    <a:pt x="13683" y="10514"/>
                  </a:lnTo>
                  <a:lnTo>
                    <a:pt x="13461" y="10716"/>
                  </a:lnTo>
                  <a:lnTo>
                    <a:pt x="13017" y="11059"/>
                  </a:lnTo>
                  <a:lnTo>
                    <a:pt x="12532" y="11362"/>
                  </a:lnTo>
                  <a:lnTo>
                    <a:pt x="12048" y="11664"/>
                  </a:lnTo>
                  <a:lnTo>
                    <a:pt x="11543" y="11947"/>
                  </a:lnTo>
                  <a:lnTo>
                    <a:pt x="10514" y="12451"/>
                  </a:lnTo>
                  <a:lnTo>
                    <a:pt x="9586" y="12915"/>
                  </a:lnTo>
                  <a:lnTo>
                    <a:pt x="9122" y="13178"/>
                  </a:lnTo>
                  <a:lnTo>
                    <a:pt x="8678" y="13420"/>
                  </a:lnTo>
                  <a:lnTo>
                    <a:pt x="8032" y="13844"/>
                  </a:lnTo>
                  <a:lnTo>
                    <a:pt x="7427" y="14288"/>
                  </a:lnTo>
                  <a:lnTo>
                    <a:pt x="6821" y="14752"/>
                  </a:lnTo>
                  <a:lnTo>
                    <a:pt x="6236" y="15236"/>
                  </a:lnTo>
                  <a:lnTo>
                    <a:pt x="5671" y="15761"/>
                  </a:lnTo>
                  <a:lnTo>
                    <a:pt x="5106" y="16265"/>
                  </a:lnTo>
                  <a:lnTo>
                    <a:pt x="4037" y="17335"/>
                  </a:lnTo>
                  <a:lnTo>
                    <a:pt x="3350" y="18001"/>
                  </a:lnTo>
                  <a:lnTo>
                    <a:pt x="2644" y="18667"/>
                  </a:lnTo>
                  <a:lnTo>
                    <a:pt x="2281" y="18990"/>
                  </a:lnTo>
                  <a:lnTo>
                    <a:pt x="2099" y="19151"/>
                  </a:lnTo>
                  <a:lnTo>
                    <a:pt x="1897" y="19292"/>
                  </a:lnTo>
                  <a:lnTo>
                    <a:pt x="1696" y="19413"/>
                  </a:lnTo>
                  <a:lnTo>
                    <a:pt x="1474" y="19514"/>
                  </a:lnTo>
                  <a:lnTo>
                    <a:pt x="1272" y="19595"/>
                  </a:lnTo>
                  <a:lnTo>
                    <a:pt x="1030" y="19656"/>
                  </a:lnTo>
                  <a:lnTo>
                    <a:pt x="808" y="19676"/>
                  </a:lnTo>
                  <a:lnTo>
                    <a:pt x="687" y="19656"/>
                  </a:lnTo>
                  <a:lnTo>
                    <a:pt x="566" y="19635"/>
                  </a:lnTo>
                  <a:lnTo>
                    <a:pt x="444" y="19595"/>
                  </a:lnTo>
                  <a:lnTo>
                    <a:pt x="344" y="19555"/>
                  </a:lnTo>
                  <a:lnTo>
                    <a:pt x="243" y="19474"/>
                  </a:lnTo>
                  <a:lnTo>
                    <a:pt x="162" y="19373"/>
                  </a:lnTo>
                  <a:lnTo>
                    <a:pt x="101" y="19232"/>
                  </a:lnTo>
                  <a:lnTo>
                    <a:pt x="81" y="19091"/>
                  </a:lnTo>
                  <a:lnTo>
                    <a:pt x="81" y="18929"/>
                  </a:lnTo>
                  <a:lnTo>
                    <a:pt x="122" y="18788"/>
                  </a:lnTo>
                  <a:lnTo>
                    <a:pt x="162" y="18667"/>
                  </a:lnTo>
                  <a:lnTo>
                    <a:pt x="222" y="18546"/>
                  </a:lnTo>
                  <a:lnTo>
                    <a:pt x="323" y="18364"/>
                  </a:lnTo>
                  <a:lnTo>
                    <a:pt x="444" y="18203"/>
                  </a:lnTo>
                  <a:lnTo>
                    <a:pt x="566" y="18021"/>
                  </a:lnTo>
                  <a:lnTo>
                    <a:pt x="868" y="17718"/>
                  </a:lnTo>
                  <a:lnTo>
                    <a:pt x="1171" y="17436"/>
                  </a:lnTo>
                  <a:lnTo>
                    <a:pt x="1494" y="17173"/>
                  </a:lnTo>
                  <a:lnTo>
                    <a:pt x="2220" y="16588"/>
                  </a:lnTo>
                  <a:lnTo>
                    <a:pt x="2987" y="16043"/>
                  </a:lnTo>
                  <a:lnTo>
                    <a:pt x="3754" y="15499"/>
                  </a:lnTo>
                  <a:lnTo>
                    <a:pt x="4521" y="14974"/>
                  </a:lnTo>
                  <a:lnTo>
                    <a:pt x="5308" y="14429"/>
                  </a:lnTo>
                  <a:lnTo>
                    <a:pt x="6075" y="13884"/>
                  </a:lnTo>
                  <a:lnTo>
                    <a:pt x="6862" y="13319"/>
                  </a:lnTo>
                  <a:lnTo>
                    <a:pt x="7608" y="12734"/>
                  </a:lnTo>
                  <a:lnTo>
                    <a:pt x="8153" y="12270"/>
                  </a:lnTo>
                  <a:lnTo>
                    <a:pt x="8436" y="12007"/>
                  </a:lnTo>
                  <a:lnTo>
                    <a:pt x="8718" y="11725"/>
                  </a:lnTo>
                  <a:lnTo>
                    <a:pt x="9001" y="11422"/>
                  </a:lnTo>
                  <a:lnTo>
                    <a:pt x="9283" y="11119"/>
                  </a:lnTo>
                  <a:lnTo>
                    <a:pt x="9546" y="10776"/>
                  </a:lnTo>
                  <a:lnTo>
                    <a:pt x="9788" y="10413"/>
                  </a:lnTo>
                  <a:lnTo>
                    <a:pt x="9949" y="10131"/>
                  </a:lnTo>
                  <a:lnTo>
                    <a:pt x="10111" y="9828"/>
                  </a:lnTo>
                  <a:lnTo>
                    <a:pt x="10252" y="9525"/>
                  </a:lnTo>
                  <a:lnTo>
                    <a:pt x="10393" y="9202"/>
                  </a:lnTo>
                  <a:lnTo>
                    <a:pt x="10494" y="8879"/>
                  </a:lnTo>
                  <a:lnTo>
                    <a:pt x="10615" y="8557"/>
                  </a:lnTo>
                  <a:lnTo>
                    <a:pt x="10777" y="7911"/>
                  </a:lnTo>
                  <a:lnTo>
                    <a:pt x="10938" y="7245"/>
                  </a:lnTo>
                  <a:lnTo>
                    <a:pt x="11039" y="6559"/>
                  </a:lnTo>
                  <a:lnTo>
                    <a:pt x="11241" y="5207"/>
                  </a:lnTo>
                  <a:lnTo>
                    <a:pt x="11342" y="4399"/>
                  </a:lnTo>
                  <a:lnTo>
                    <a:pt x="11463" y="3612"/>
                  </a:lnTo>
                  <a:lnTo>
                    <a:pt x="11604" y="2825"/>
                  </a:lnTo>
                  <a:lnTo>
                    <a:pt x="11685" y="2422"/>
                  </a:lnTo>
                  <a:lnTo>
                    <a:pt x="11786" y="2038"/>
                  </a:lnTo>
                  <a:lnTo>
                    <a:pt x="11866" y="1756"/>
                  </a:lnTo>
                  <a:lnTo>
                    <a:pt x="11987" y="1473"/>
                  </a:lnTo>
                  <a:lnTo>
                    <a:pt x="12109" y="1171"/>
                  </a:lnTo>
                  <a:lnTo>
                    <a:pt x="12250" y="888"/>
                  </a:lnTo>
                  <a:lnTo>
                    <a:pt x="12452" y="626"/>
                  </a:lnTo>
                  <a:lnTo>
                    <a:pt x="12552" y="525"/>
                  </a:lnTo>
                  <a:lnTo>
                    <a:pt x="12674" y="404"/>
                  </a:lnTo>
                  <a:lnTo>
                    <a:pt x="12795" y="323"/>
                  </a:lnTo>
                  <a:lnTo>
                    <a:pt x="12916" y="242"/>
                  </a:lnTo>
                  <a:lnTo>
                    <a:pt x="13077" y="182"/>
                  </a:lnTo>
                  <a:lnTo>
                    <a:pt x="13218" y="121"/>
                  </a:lnTo>
                  <a:lnTo>
                    <a:pt x="13461" y="81"/>
                  </a:lnTo>
                  <a:close/>
                  <a:moveTo>
                    <a:pt x="13541" y="0"/>
                  </a:moveTo>
                  <a:lnTo>
                    <a:pt x="13380" y="20"/>
                  </a:lnTo>
                  <a:lnTo>
                    <a:pt x="13218" y="41"/>
                  </a:lnTo>
                  <a:lnTo>
                    <a:pt x="13037" y="101"/>
                  </a:lnTo>
                  <a:lnTo>
                    <a:pt x="12896" y="162"/>
                  </a:lnTo>
                  <a:lnTo>
                    <a:pt x="12754" y="242"/>
                  </a:lnTo>
                  <a:lnTo>
                    <a:pt x="12613" y="343"/>
                  </a:lnTo>
                  <a:lnTo>
                    <a:pt x="12492" y="464"/>
                  </a:lnTo>
                  <a:lnTo>
                    <a:pt x="12391" y="565"/>
                  </a:lnTo>
                  <a:lnTo>
                    <a:pt x="12189" y="848"/>
                  </a:lnTo>
                  <a:lnTo>
                    <a:pt x="12028" y="1130"/>
                  </a:lnTo>
                  <a:lnTo>
                    <a:pt x="11907" y="1433"/>
                  </a:lnTo>
                  <a:lnTo>
                    <a:pt x="11806" y="1736"/>
                  </a:lnTo>
                  <a:lnTo>
                    <a:pt x="11705" y="2018"/>
                  </a:lnTo>
                  <a:lnTo>
                    <a:pt x="11604" y="2402"/>
                  </a:lnTo>
                  <a:lnTo>
                    <a:pt x="11523" y="2805"/>
                  </a:lnTo>
                  <a:lnTo>
                    <a:pt x="11382" y="3592"/>
                  </a:lnTo>
                  <a:lnTo>
                    <a:pt x="11261" y="4399"/>
                  </a:lnTo>
                  <a:lnTo>
                    <a:pt x="11160" y="5187"/>
                  </a:lnTo>
                  <a:lnTo>
                    <a:pt x="10958" y="6539"/>
                  </a:lnTo>
                  <a:lnTo>
                    <a:pt x="10857" y="7225"/>
                  </a:lnTo>
                  <a:lnTo>
                    <a:pt x="10716" y="7870"/>
                  </a:lnTo>
                  <a:lnTo>
                    <a:pt x="10534" y="8536"/>
                  </a:lnTo>
                  <a:lnTo>
                    <a:pt x="10434" y="8859"/>
                  </a:lnTo>
                  <a:lnTo>
                    <a:pt x="10313" y="9162"/>
                  </a:lnTo>
                  <a:lnTo>
                    <a:pt x="10191" y="9485"/>
                  </a:lnTo>
                  <a:lnTo>
                    <a:pt x="10050" y="9788"/>
                  </a:lnTo>
                  <a:lnTo>
                    <a:pt x="9889" y="10090"/>
                  </a:lnTo>
                  <a:lnTo>
                    <a:pt x="9707" y="10373"/>
                  </a:lnTo>
                  <a:lnTo>
                    <a:pt x="9465" y="10736"/>
                  </a:lnTo>
                  <a:lnTo>
                    <a:pt x="9223" y="11059"/>
                  </a:lnTo>
                  <a:lnTo>
                    <a:pt x="8940" y="11382"/>
                  </a:lnTo>
                  <a:lnTo>
                    <a:pt x="8658" y="11664"/>
                  </a:lnTo>
                  <a:lnTo>
                    <a:pt x="8375" y="11947"/>
                  </a:lnTo>
                  <a:lnTo>
                    <a:pt x="8093" y="12209"/>
                  </a:lnTo>
                  <a:lnTo>
                    <a:pt x="7568" y="12653"/>
                  </a:lnTo>
                  <a:lnTo>
                    <a:pt x="6801" y="13259"/>
                  </a:lnTo>
                  <a:lnTo>
                    <a:pt x="6034" y="13824"/>
                  </a:lnTo>
                  <a:lnTo>
                    <a:pt x="5247" y="14368"/>
                  </a:lnTo>
                  <a:lnTo>
                    <a:pt x="4480" y="14913"/>
                  </a:lnTo>
                  <a:lnTo>
                    <a:pt x="3714" y="15438"/>
                  </a:lnTo>
                  <a:lnTo>
                    <a:pt x="2927" y="15983"/>
                  </a:lnTo>
                  <a:lnTo>
                    <a:pt x="2180" y="16528"/>
                  </a:lnTo>
                  <a:lnTo>
                    <a:pt x="1433" y="17113"/>
                  </a:lnTo>
                  <a:lnTo>
                    <a:pt x="1131" y="17375"/>
                  </a:lnTo>
                  <a:lnTo>
                    <a:pt x="808" y="17658"/>
                  </a:lnTo>
                  <a:lnTo>
                    <a:pt x="505" y="17981"/>
                  </a:lnTo>
                  <a:lnTo>
                    <a:pt x="384" y="18142"/>
                  </a:lnTo>
                  <a:lnTo>
                    <a:pt x="243" y="18324"/>
                  </a:lnTo>
                  <a:lnTo>
                    <a:pt x="142" y="18526"/>
                  </a:lnTo>
                  <a:lnTo>
                    <a:pt x="81" y="18667"/>
                  </a:lnTo>
                  <a:lnTo>
                    <a:pt x="21" y="18808"/>
                  </a:lnTo>
                  <a:lnTo>
                    <a:pt x="1" y="18949"/>
                  </a:lnTo>
                  <a:lnTo>
                    <a:pt x="1" y="19111"/>
                  </a:lnTo>
                  <a:lnTo>
                    <a:pt x="21" y="19272"/>
                  </a:lnTo>
                  <a:lnTo>
                    <a:pt x="101" y="19434"/>
                  </a:lnTo>
                  <a:lnTo>
                    <a:pt x="162" y="19514"/>
                  </a:lnTo>
                  <a:lnTo>
                    <a:pt x="243" y="19575"/>
                  </a:lnTo>
                  <a:lnTo>
                    <a:pt x="323" y="19635"/>
                  </a:lnTo>
                  <a:lnTo>
                    <a:pt x="424" y="19676"/>
                  </a:lnTo>
                  <a:lnTo>
                    <a:pt x="626" y="19736"/>
                  </a:lnTo>
                  <a:lnTo>
                    <a:pt x="828" y="19757"/>
                  </a:lnTo>
                  <a:lnTo>
                    <a:pt x="1050" y="19736"/>
                  </a:lnTo>
                  <a:lnTo>
                    <a:pt x="1292" y="19676"/>
                  </a:lnTo>
                  <a:lnTo>
                    <a:pt x="1514" y="19595"/>
                  </a:lnTo>
                  <a:lnTo>
                    <a:pt x="1736" y="19494"/>
                  </a:lnTo>
                  <a:lnTo>
                    <a:pt x="1938" y="19353"/>
                  </a:lnTo>
                  <a:lnTo>
                    <a:pt x="2140" y="19212"/>
                  </a:lnTo>
                  <a:lnTo>
                    <a:pt x="2341" y="19050"/>
                  </a:lnTo>
                  <a:lnTo>
                    <a:pt x="2705" y="18727"/>
                  </a:lnTo>
                  <a:lnTo>
                    <a:pt x="3411" y="18061"/>
                  </a:lnTo>
                  <a:lnTo>
                    <a:pt x="4077" y="17395"/>
                  </a:lnTo>
                  <a:lnTo>
                    <a:pt x="5167" y="16326"/>
                  </a:lnTo>
                  <a:lnTo>
                    <a:pt x="5732" y="15821"/>
                  </a:lnTo>
                  <a:lnTo>
                    <a:pt x="6297" y="15297"/>
                  </a:lnTo>
                  <a:lnTo>
                    <a:pt x="6862" y="14812"/>
                  </a:lnTo>
                  <a:lnTo>
                    <a:pt x="7467" y="14348"/>
                  </a:lnTo>
                  <a:lnTo>
                    <a:pt x="8093" y="13904"/>
                  </a:lnTo>
                  <a:lnTo>
                    <a:pt x="8718" y="13501"/>
                  </a:lnTo>
                  <a:lnTo>
                    <a:pt x="9162" y="13238"/>
                  </a:lnTo>
                  <a:lnTo>
                    <a:pt x="9626" y="12996"/>
                  </a:lnTo>
                  <a:lnTo>
                    <a:pt x="10555" y="12532"/>
                  </a:lnTo>
                  <a:lnTo>
                    <a:pt x="11584" y="12007"/>
                  </a:lnTo>
                  <a:lnTo>
                    <a:pt x="12088" y="11725"/>
                  </a:lnTo>
                  <a:lnTo>
                    <a:pt x="12573" y="11442"/>
                  </a:lnTo>
                  <a:lnTo>
                    <a:pt x="13057" y="11119"/>
                  </a:lnTo>
                  <a:lnTo>
                    <a:pt x="13521" y="10776"/>
                  </a:lnTo>
                  <a:lnTo>
                    <a:pt x="13743" y="10575"/>
                  </a:lnTo>
                  <a:lnTo>
                    <a:pt x="13945" y="10393"/>
                  </a:lnTo>
                  <a:lnTo>
                    <a:pt x="14147" y="10171"/>
                  </a:lnTo>
                  <a:lnTo>
                    <a:pt x="14328" y="9969"/>
                  </a:lnTo>
                  <a:lnTo>
                    <a:pt x="14550" y="9687"/>
                  </a:lnTo>
                  <a:lnTo>
                    <a:pt x="14752" y="9404"/>
                  </a:lnTo>
                  <a:lnTo>
                    <a:pt x="14934" y="9122"/>
                  </a:lnTo>
                  <a:lnTo>
                    <a:pt x="15115" y="8799"/>
                  </a:lnTo>
                  <a:lnTo>
                    <a:pt x="15277" y="8476"/>
                  </a:lnTo>
                  <a:lnTo>
                    <a:pt x="15418" y="8133"/>
                  </a:lnTo>
                  <a:lnTo>
                    <a:pt x="15559" y="7790"/>
                  </a:lnTo>
                  <a:lnTo>
                    <a:pt x="15660" y="7406"/>
                  </a:lnTo>
                  <a:lnTo>
                    <a:pt x="15761" y="7023"/>
                  </a:lnTo>
                  <a:lnTo>
                    <a:pt x="15862" y="6619"/>
                  </a:lnTo>
                  <a:lnTo>
                    <a:pt x="15943" y="6196"/>
                  </a:lnTo>
                  <a:lnTo>
                    <a:pt x="16003" y="5752"/>
                  </a:lnTo>
                  <a:lnTo>
                    <a:pt x="16044" y="5287"/>
                  </a:lnTo>
                  <a:lnTo>
                    <a:pt x="16084" y="4823"/>
                  </a:lnTo>
                  <a:lnTo>
                    <a:pt x="16104" y="4319"/>
                  </a:lnTo>
                  <a:lnTo>
                    <a:pt x="16124" y="3814"/>
                  </a:lnTo>
                  <a:lnTo>
                    <a:pt x="16124" y="3431"/>
                  </a:lnTo>
                  <a:lnTo>
                    <a:pt x="16104" y="3068"/>
                  </a:lnTo>
                  <a:lnTo>
                    <a:pt x="16084" y="2684"/>
                  </a:lnTo>
                  <a:lnTo>
                    <a:pt x="16023" y="2321"/>
                  </a:lnTo>
                  <a:lnTo>
                    <a:pt x="15943" y="1958"/>
                  </a:lnTo>
                  <a:lnTo>
                    <a:pt x="15842" y="1615"/>
                  </a:lnTo>
                  <a:lnTo>
                    <a:pt x="15701" y="1292"/>
                  </a:lnTo>
                  <a:lnTo>
                    <a:pt x="15519" y="969"/>
                  </a:lnTo>
                  <a:lnTo>
                    <a:pt x="15418" y="828"/>
                  </a:lnTo>
                  <a:lnTo>
                    <a:pt x="15297" y="707"/>
                  </a:lnTo>
                  <a:lnTo>
                    <a:pt x="15196" y="585"/>
                  </a:lnTo>
                  <a:lnTo>
                    <a:pt x="15055" y="485"/>
                  </a:lnTo>
                  <a:lnTo>
                    <a:pt x="14934" y="384"/>
                  </a:lnTo>
                  <a:lnTo>
                    <a:pt x="14792" y="303"/>
                  </a:lnTo>
                  <a:lnTo>
                    <a:pt x="14490" y="142"/>
                  </a:lnTo>
                  <a:lnTo>
                    <a:pt x="14187" y="61"/>
                  </a:lnTo>
                  <a:lnTo>
                    <a:pt x="14026" y="20"/>
                  </a:lnTo>
                  <a:lnTo>
                    <a:pt x="13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7"/>
            <p:cNvSpPr/>
            <p:nvPr/>
          </p:nvSpPr>
          <p:spPr>
            <a:xfrm flipH="1">
              <a:off x="-3379293" y="-5020451"/>
              <a:ext cx="1990251" cy="2226013"/>
            </a:xfrm>
            <a:custGeom>
              <a:rect b="b" l="l" r="r" t="t"/>
              <a:pathLst>
                <a:path extrusionOk="0" h="39816" w="35599">
                  <a:moveTo>
                    <a:pt x="16346" y="81"/>
                  </a:moveTo>
                  <a:lnTo>
                    <a:pt x="18606" y="102"/>
                  </a:lnTo>
                  <a:lnTo>
                    <a:pt x="19737" y="122"/>
                  </a:lnTo>
                  <a:lnTo>
                    <a:pt x="20867" y="162"/>
                  </a:lnTo>
                  <a:lnTo>
                    <a:pt x="22017" y="223"/>
                  </a:lnTo>
                  <a:lnTo>
                    <a:pt x="23147" y="283"/>
                  </a:lnTo>
                  <a:lnTo>
                    <a:pt x="24277" y="364"/>
                  </a:lnTo>
                  <a:lnTo>
                    <a:pt x="25407" y="465"/>
                  </a:lnTo>
                  <a:lnTo>
                    <a:pt x="26537" y="586"/>
                  </a:lnTo>
                  <a:lnTo>
                    <a:pt x="27667" y="747"/>
                  </a:lnTo>
                  <a:lnTo>
                    <a:pt x="28555" y="868"/>
                  </a:lnTo>
                  <a:lnTo>
                    <a:pt x="29443" y="1050"/>
                  </a:lnTo>
                  <a:lnTo>
                    <a:pt x="29887" y="1151"/>
                  </a:lnTo>
                  <a:lnTo>
                    <a:pt x="30311" y="1272"/>
                  </a:lnTo>
                  <a:lnTo>
                    <a:pt x="30755" y="1413"/>
                  </a:lnTo>
                  <a:lnTo>
                    <a:pt x="31179" y="1554"/>
                  </a:lnTo>
                  <a:lnTo>
                    <a:pt x="31582" y="1736"/>
                  </a:lnTo>
                  <a:lnTo>
                    <a:pt x="31986" y="1918"/>
                  </a:lnTo>
                  <a:lnTo>
                    <a:pt x="32369" y="2140"/>
                  </a:lnTo>
                  <a:lnTo>
                    <a:pt x="32732" y="2382"/>
                  </a:lnTo>
                  <a:lnTo>
                    <a:pt x="33076" y="2644"/>
                  </a:lnTo>
                  <a:lnTo>
                    <a:pt x="33419" y="2927"/>
                  </a:lnTo>
                  <a:lnTo>
                    <a:pt x="33721" y="3250"/>
                  </a:lnTo>
                  <a:lnTo>
                    <a:pt x="34004" y="3593"/>
                  </a:lnTo>
                  <a:lnTo>
                    <a:pt x="34165" y="3815"/>
                  </a:lnTo>
                  <a:lnTo>
                    <a:pt x="34307" y="4057"/>
                  </a:lnTo>
                  <a:lnTo>
                    <a:pt x="34448" y="4299"/>
                  </a:lnTo>
                  <a:lnTo>
                    <a:pt x="34569" y="4561"/>
                  </a:lnTo>
                  <a:lnTo>
                    <a:pt x="34771" y="5066"/>
                  </a:lnTo>
                  <a:lnTo>
                    <a:pt x="34932" y="5611"/>
                  </a:lnTo>
                  <a:lnTo>
                    <a:pt x="35073" y="6135"/>
                  </a:lnTo>
                  <a:lnTo>
                    <a:pt x="35174" y="6680"/>
                  </a:lnTo>
                  <a:lnTo>
                    <a:pt x="35255" y="7205"/>
                  </a:lnTo>
                  <a:lnTo>
                    <a:pt x="35316" y="7730"/>
                  </a:lnTo>
                  <a:lnTo>
                    <a:pt x="35416" y="8577"/>
                  </a:lnTo>
                  <a:lnTo>
                    <a:pt x="35477" y="9445"/>
                  </a:lnTo>
                  <a:lnTo>
                    <a:pt x="35517" y="10333"/>
                  </a:lnTo>
                  <a:lnTo>
                    <a:pt x="35517" y="11261"/>
                  </a:lnTo>
                  <a:lnTo>
                    <a:pt x="35517" y="12230"/>
                  </a:lnTo>
                  <a:lnTo>
                    <a:pt x="35497" y="13219"/>
                  </a:lnTo>
                  <a:lnTo>
                    <a:pt x="35457" y="14248"/>
                  </a:lnTo>
                  <a:lnTo>
                    <a:pt x="35376" y="15337"/>
                  </a:lnTo>
                  <a:lnTo>
                    <a:pt x="35316" y="16165"/>
                  </a:lnTo>
                  <a:lnTo>
                    <a:pt x="35235" y="17033"/>
                  </a:lnTo>
                  <a:lnTo>
                    <a:pt x="35134" y="17921"/>
                  </a:lnTo>
                  <a:lnTo>
                    <a:pt x="34993" y="18808"/>
                  </a:lnTo>
                  <a:lnTo>
                    <a:pt x="34831" y="19717"/>
                  </a:lnTo>
                  <a:lnTo>
                    <a:pt x="34629" y="20625"/>
                  </a:lnTo>
                  <a:lnTo>
                    <a:pt x="34508" y="21089"/>
                  </a:lnTo>
                  <a:lnTo>
                    <a:pt x="34367" y="21533"/>
                  </a:lnTo>
                  <a:lnTo>
                    <a:pt x="34226" y="21997"/>
                  </a:lnTo>
                  <a:lnTo>
                    <a:pt x="34064" y="22441"/>
                  </a:lnTo>
                  <a:lnTo>
                    <a:pt x="33943" y="22784"/>
                  </a:lnTo>
                  <a:lnTo>
                    <a:pt x="33782" y="23127"/>
                  </a:lnTo>
                  <a:lnTo>
                    <a:pt x="33620" y="23490"/>
                  </a:lnTo>
                  <a:lnTo>
                    <a:pt x="33419" y="23833"/>
                  </a:lnTo>
                  <a:lnTo>
                    <a:pt x="33197" y="24176"/>
                  </a:lnTo>
                  <a:lnTo>
                    <a:pt x="32934" y="24479"/>
                  </a:lnTo>
                  <a:lnTo>
                    <a:pt x="32793" y="24641"/>
                  </a:lnTo>
                  <a:lnTo>
                    <a:pt x="32632" y="24782"/>
                  </a:lnTo>
                  <a:lnTo>
                    <a:pt x="32470" y="24903"/>
                  </a:lnTo>
                  <a:lnTo>
                    <a:pt x="32309" y="25024"/>
                  </a:lnTo>
                  <a:lnTo>
                    <a:pt x="32107" y="25145"/>
                  </a:lnTo>
                  <a:lnTo>
                    <a:pt x="31925" y="25226"/>
                  </a:lnTo>
                  <a:lnTo>
                    <a:pt x="31723" y="25327"/>
                  </a:lnTo>
                  <a:lnTo>
                    <a:pt x="31522" y="25387"/>
                  </a:lnTo>
                  <a:lnTo>
                    <a:pt x="31118" y="25508"/>
                  </a:lnTo>
                  <a:lnTo>
                    <a:pt x="30694" y="25569"/>
                  </a:lnTo>
                  <a:lnTo>
                    <a:pt x="30250" y="25609"/>
                  </a:lnTo>
                  <a:lnTo>
                    <a:pt x="29403" y="25609"/>
                  </a:lnTo>
                  <a:lnTo>
                    <a:pt x="28979" y="25589"/>
                  </a:lnTo>
                  <a:lnTo>
                    <a:pt x="27809" y="25488"/>
                  </a:lnTo>
                  <a:lnTo>
                    <a:pt x="26658" y="25347"/>
                  </a:lnTo>
                  <a:lnTo>
                    <a:pt x="25508" y="25185"/>
                  </a:lnTo>
                  <a:lnTo>
                    <a:pt x="24358" y="25004"/>
                  </a:lnTo>
                  <a:lnTo>
                    <a:pt x="23248" y="24842"/>
                  </a:lnTo>
                  <a:lnTo>
                    <a:pt x="22118" y="24681"/>
                  </a:lnTo>
                  <a:lnTo>
                    <a:pt x="20988" y="24540"/>
                  </a:lnTo>
                  <a:lnTo>
                    <a:pt x="19837" y="24439"/>
                  </a:lnTo>
                  <a:lnTo>
                    <a:pt x="19272" y="24398"/>
                  </a:lnTo>
                  <a:lnTo>
                    <a:pt x="18707" y="24378"/>
                  </a:lnTo>
                  <a:lnTo>
                    <a:pt x="17577" y="24378"/>
                  </a:lnTo>
                  <a:lnTo>
                    <a:pt x="17012" y="24419"/>
                  </a:lnTo>
                  <a:lnTo>
                    <a:pt x="16447" y="24459"/>
                  </a:lnTo>
                  <a:lnTo>
                    <a:pt x="15882" y="24540"/>
                  </a:lnTo>
                  <a:lnTo>
                    <a:pt x="15317" y="24620"/>
                  </a:lnTo>
                  <a:lnTo>
                    <a:pt x="14631" y="24762"/>
                  </a:lnTo>
                  <a:lnTo>
                    <a:pt x="13965" y="24943"/>
                  </a:lnTo>
                  <a:lnTo>
                    <a:pt x="13319" y="25165"/>
                  </a:lnTo>
                  <a:lnTo>
                    <a:pt x="12674" y="25407"/>
                  </a:lnTo>
                  <a:lnTo>
                    <a:pt x="12048" y="25690"/>
                  </a:lnTo>
                  <a:lnTo>
                    <a:pt x="11422" y="25993"/>
                  </a:lnTo>
                  <a:lnTo>
                    <a:pt x="10817" y="26336"/>
                  </a:lnTo>
                  <a:lnTo>
                    <a:pt x="10232" y="26699"/>
                  </a:lnTo>
                  <a:lnTo>
                    <a:pt x="9667" y="27102"/>
                  </a:lnTo>
                  <a:lnTo>
                    <a:pt x="9122" y="27526"/>
                  </a:lnTo>
                  <a:lnTo>
                    <a:pt x="8597" y="27990"/>
                  </a:lnTo>
                  <a:lnTo>
                    <a:pt x="8093" y="28455"/>
                  </a:lnTo>
                  <a:lnTo>
                    <a:pt x="7608" y="28959"/>
                  </a:lnTo>
                  <a:lnTo>
                    <a:pt x="7164" y="29484"/>
                  </a:lnTo>
                  <a:lnTo>
                    <a:pt x="6741" y="30029"/>
                  </a:lnTo>
                  <a:lnTo>
                    <a:pt x="6357" y="30594"/>
                  </a:lnTo>
                  <a:lnTo>
                    <a:pt x="6014" y="31159"/>
                  </a:lnTo>
                  <a:lnTo>
                    <a:pt x="5691" y="31744"/>
                  </a:lnTo>
                  <a:lnTo>
                    <a:pt x="5389" y="32329"/>
                  </a:lnTo>
                  <a:lnTo>
                    <a:pt x="5106" y="32914"/>
                  </a:lnTo>
                  <a:lnTo>
                    <a:pt x="4844" y="33520"/>
                  </a:lnTo>
                  <a:lnTo>
                    <a:pt x="4581" y="34125"/>
                  </a:lnTo>
                  <a:lnTo>
                    <a:pt x="4097" y="35336"/>
                  </a:lnTo>
                  <a:lnTo>
                    <a:pt x="3714" y="36264"/>
                  </a:lnTo>
                  <a:lnTo>
                    <a:pt x="3330" y="37172"/>
                  </a:lnTo>
                  <a:lnTo>
                    <a:pt x="2927" y="38080"/>
                  </a:lnTo>
                  <a:lnTo>
                    <a:pt x="2705" y="38524"/>
                  </a:lnTo>
                  <a:lnTo>
                    <a:pt x="2483" y="38948"/>
                  </a:lnTo>
                  <a:lnTo>
                    <a:pt x="2402" y="39089"/>
                  </a:lnTo>
                  <a:lnTo>
                    <a:pt x="2321" y="39211"/>
                  </a:lnTo>
                  <a:lnTo>
                    <a:pt x="2220" y="39332"/>
                  </a:lnTo>
                  <a:lnTo>
                    <a:pt x="2099" y="39453"/>
                  </a:lnTo>
                  <a:lnTo>
                    <a:pt x="1978" y="39554"/>
                  </a:lnTo>
                  <a:lnTo>
                    <a:pt x="1857" y="39634"/>
                  </a:lnTo>
                  <a:lnTo>
                    <a:pt x="1736" y="39695"/>
                  </a:lnTo>
                  <a:lnTo>
                    <a:pt x="1615" y="39715"/>
                  </a:lnTo>
                  <a:lnTo>
                    <a:pt x="1413" y="39715"/>
                  </a:lnTo>
                  <a:lnTo>
                    <a:pt x="1312" y="39654"/>
                  </a:lnTo>
                  <a:lnTo>
                    <a:pt x="1231" y="39594"/>
                  </a:lnTo>
                  <a:lnTo>
                    <a:pt x="1191" y="39513"/>
                  </a:lnTo>
                  <a:lnTo>
                    <a:pt x="1131" y="39433"/>
                  </a:lnTo>
                  <a:lnTo>
                    <a:pt x="1110" y="39352"/>
                  </a:lnTo>
                  <a:lnTo>
                    <a:pt x="1090" y="39251"/>
                  </a:lnTo>
                  <a:lnTo>
                    <a:pt x="1090" y="39049"/>
                  </a:lnTo>
                  <a:lnTo>
                    <a:pt x="1110" y="38847"/>
                  </a:lnTo>
                  <a:lnTo>
                    <a:pt x="1252" y="38040"/>
                  </a:lnTo>
                  <a:lnTo>
                    <a:pt x="1393" y="37253"/>
                  </a:lnTo>
                  <a:lnTo>
                    <a:pt x="1575" y="36466"/>
                  </a:lnTo>
                  <a:lnTo>
                    <a:pt x="1776" y="35699"/>
                  </a:lnTo>
                  <a:lnTo>
                    <a:pt x="2018" y="34630"/>
                  </a:lnTo>
                  <a:lnTo>
                    <a:pt x="2261" y="33560"/>
                  </a:lnTo>
                  <a:lnTo>
                    <a:pt x="2422" y="32551"/>
                  </a:lnTo>
                  <a:lnTo>
                    <a:pt x="2563" y="31562"/>
                  </a:lnTo>
                  <a:lnTo>
                    <a:pt x="2664" y="30533"/>
                  </a:lnTo>
                  <a:lnTo>
                    <a:pt x="2705" y="29524"/>
                  </a:lnTo>
                  <a:lnTo>
                    <a:pt x="2745" y="28515"/>
                  </a:lnTo>
                  <a:lnTo>
                    <a:pt x="2745" y="27506"/>
                  </a:lnTo>
                  <a:lnTo>
                    <a:pt x="2705" y="26477"/>
                  </a:lnTo>
                  <a:lnTo>
                    <a:pt x="2644" y="25468"/>
                  </a:lnTo>
                  <a:lnTo>
                    <a:pt x="2563" y="24439"/>
                  </a:lnTo>
                  <a:lnTo>
                    <a:pt x="2462" y="23430"/>
                  </a:lnTo>
                  <a:lnTo>
                    <a:pt x="2362" y="22401"/>
                  </a:lnTo>
                  <a:lnTo>
                    <a:pt x="2240" y="21392"/>
                  </a:lnTo>
                  <a:lnTo>
                    <a:pt x="1958" y="19374"/>
                  </a:lnTo>
                  <a:lnTo>
                    <a:pt x="1655" y="17355"/>
                  </a:lnTo>
                  <a:lnTo>
                    <a:pt x="1595" y="16972"/>
                  </a:lnTo>
                  <a:lnTo>
                    <a:pt x="1030" y="13219"/>
                  </a:lnTo>
                  <a:lnTo>
                    <a:pt x="485" y="9465"/>
                  </a:lnTo>
                  <a:lnTo>
                    <a:pt x="323" y="8234"/>
                  </a:lnTo>
                  <a:lnTo>
                    <a:pt x="182" y="7043"/>
                  </a:lnTo>
                  <a:lnTo>
                    <a:pt x="142" y="6458"/>
                  </a:lnTo>
                  <a:lnTo>
                    <a:pt x="101" y="5873"/>
                  </a:lnTo>
                  <a:lnTo>
                    <a:pt x="81" y="5308"/>
                  </a:lnTo>
                  <a:lnTo>
                    <a:pt x="81" y="4723"/>
                  </a:lnTo>
                  <a:lnTo>
                    <a:pt x="81" y="4521"/>
                  </a:lnTo>
                  <a:lnTo>
                    <a:pt x="101" y="3633"/>
                  </a:lnTo>
                  <a:lnTo>
                    <a:pt x="142" y="3129"/>
                  </a:lnTo>
                  <a:lnTo>
                    <a:pt x="202" y="2604"/>
                  </a:lnTo>
                  <a:lnTo>
                    <a:pt x="283" y="2099"/>
                  </a:lnTo>
                  <a:lnTo>
                    <a:pt x="323" y="1857"/>
                  </a:lnTo>
                  <a:lnTo>
                    <a:pt x="404" y="1635"/>
                  </a:lnTo>
                  <a:lnTo>
                    <a:pt x="465" y="1413"/>
                  </a:lnTo>
                  <a:lnTo>
                    <a:pt x="566" y="1211"/>
                  </a:lnTo>
                  <a:lnTo>
                    <a:pt x="666" y="1010"/>
                  </a:lnTo>
                  <a:lnTo>
                    <a:pt x="767" y="848"/>
                  </a:lnTo>
                  <a:lnTo>
                    <a:pt x="848" y="747"/>
                  </a:lnTo>
                  <a:lnTo>
                    <a:pt x="929" y="687"/>
                  </a:lnTo>
                  <a:lnTo>
                    <a:pt x="1110" y="545"/>
                  </a:lnTo>
                  <a:lnTo>
                    <a:pt x="1332" y="445"/>
                  </a:lnTo>
                  <a:lnTo>
                    <a:pt x="1575" y="364"/>
                  </a:lnTo>
                  <a:lnTo>
                    <a:pt x="1837" y="303"/>
                  </a:lnTo>
                  <a:lnTo>
                    <a:pt x="2099" y="283"/>
                  </a:lnTo>
                  <a:lnTo>
                    <a:pt x="2382" y="263"/>
                  </a:lnTo>
                  <a:lnTo>
                    <a:pt x="2684" y="243"/>
                  </a:lnTo>
                  <a:lnTo>
                    <a:pt x="3169" y="263"/>
                  </a:lnTo>
                  <a:lnTo>
                    <a:pt x="3633" y="283"/>
                  </a:lnTo>
                  <a:lnTo>
                    <a:pt x="4057" y="303"/>
                  </a:lnTo>
                  <a:lnTo>
                    <a:pt x="4440" y="303"/>
                  </a:lnTo>
                  <a:lnTo>
                    <a:pt x="9586" y="202"/>
                  </a:lnTo>
                  <a:lnTo>
                    <a:pt x="11826" y="142"/>
                  </a:lnTo>
                  <a:lnTo>
                    <a:pt x="14066" y="102"/>
                  </a:lnTo>
                  <a:lnTo>
                    <a:pt x="16346" y="81"/>
                  </a:lnTo>
                  <a:close/>
                  <a:moveTo>
                    <a:pt x="16346" y="1"/>
                  </a:moveTo>
                  <a:lnTo>
                    <a:pt x="14066" y="21"/>
                  </a:lnTo>
                  <a:lnTo>
                    <a:pt x="11826" y="61"/>
                  </a:lnTo>
                  <a:lnTo>
                    <a:pt x="9586" y="122"/>
                  </a:lnTo>
                  <a:lnTo>
                    <a:pt x="4420" y="223"/>
                  </a:lnTo>
                  <a:lnTo>
                    <a:pt x="4057" y="223"/>
                  </a:lnTo>
                  <a:lnTo>
                    <a:pt x="3633" y="202"/>
                  </a:lnTo>
                  <a:lnTo>
                    <a:pt x="2805" y="162"/>
                  </a:lnTo>
                  <a:lnTo>
                    <a:pt x="2382" y="182"/>
                  </a:lnTo>
                  <a:lnTo>
                    <a:pt x="1978" y="202"/>
                  </a:lnTo>
                  <a:lnTo>
                    <a:pt x="1595" y="283"/>
                  </a:lnTo>
                  <a:lnTo>
                    <a:pt x="1413" y="324"/>
                  </a:lnTo>
                  <a:lnTo>
                    <a:pt x="1252" y="384"/>
                  </a:lnTo>
                  <a:lnTo>
                    <a:pt x="1090" y="465"/>
                  </a:lnTo>
                  <a:lnTo>
                    <a:pt x="949" y="566"/>
                  </a:lnTo>
                  <a:lnTo>
                    <a:pt x="828" y="667"/>
                  </a:lnTo>
                  <a:lnTo>
                    <a:pt x="707" y="788"/>
                  </a:lnTo>
                  <a:lnTo>
                    <a:pt x="586" y="969"/>
                  </a:lnTo>
                  <a:lnTo>
                    <a:pt x="485" y="1151"/>
                  </a:lnTo>
                  <a:lnTo>
                    <a:pt x="404" y="1373"/>
                  </a:lnTo>
                  <a:lnTo>
                    <a:pt x="323" y="1575"/>
                  </a:lnTo>
                  <a:lnTo>
                    <a:pt x="263" y="1817"/>
                  </a:lnTo>
                  <a:lnTo>
                    <a:pt x="202" y="2059"/>
                  </a:lnTo>
                  <a:lnTo>
                    <a:pt x="122" y="2563"/>
                  </a:lnTo>
                  <a:lnTo>
                    <a:pt x="61" y="3068"/>
                  </a:lnTo>
                  <a:lnTo>
                    <a:pt x="21" y="3593"/>
                  </a:lnTo>
                  <a:lnTo>
                    <a:pt x="0" y="4521"/>
                  </a:lnTo>
                  <a:lnTo>
                    <a:pt x="0" y="4723"/>
                  </a:lnTo>
                  <a:lnTo>
                    <a:pt x="0" y="5308"/>
                  </a:lnTo>
                  <a:lnTo>
                    <a:pt x="21" y="5873"/>
                  </a:lnTo>
                  <a:lnTo>
                    <a:pt x="61" y="6458"/>
                  </a:lnTo>
                  <a:lnTo>
                    <a:pt x="101" y="7043"/>
                  </a:lnTo>
                  <a:lnTo>
                    <a:pt x="243" y="8234"/>
                  </a:lnTo>
                  <a:lnTo>
                    <a:pt x="404" y="9465"/>
                  </a:lnTo>
                  <a:lnTo>
                    <a:pt x="949" y="13219"/>
                  </a:lnTo>
                  <a:lnTo>
                    <a:pt x="1514" y="16992"/>
                  </a:lnTo>
                  <a:lnTo>
                    <a:pt x="1575" y="17376"/>
                  </a:lnTo>
                  <a:lnTo>
                    <a:pt x="1877" y="19374"/>
                  </a:lnTo>
                  <a:lnTo>
                    <a:pt x="2160" y="21392"/>
                  </a:lnTo>
                  <a:lnTo>
                    <a:pt x="2281" y="22421"/>
                  </a:lnTo>
                  <a:lnTo>
                    <a:pt x="2382" y="23430"/>
                  </a:lnTo>
                  <a:lnTo>
                    <a:pt x="2483" y="24439"/>
                  </a:lnTo>
                  <a:lnTo>
                    <a:pt x="2563" y="25468"/>
                  </a:lnTo>
                  <a:lnTo>
                    <a:pt x="2624" y="26477"/>
                  </a:lnTo>
                  <a:lnTo>
                    <a:pt x="2664" y="27486"/>
                  </a:lnTo>
                  <a:lnTo>
                    <a:pt x="2664" y="28515"/>
                  </a:lnTo>
                  <a:lnTo>
                    <a:pt x="2644" y="29524"/>
                  </a:lnTo>
                  <a:lnTo>
                    <a:pt x="2584" y="30533"/>
                  </a:lnTo>
                  <a:lnTo>
                    <a:pt x="2483" y="31542"/>
                  </a:lnTo>
                  <a:lnTo>
                    <a:pt x="2341" y="32551"/>
                  </a:lnTo>
                  <a:lnTo>
                    <a:pt x="2180" y="33540"/>
                  </a:lnTo>
                  <a:lnTo>
                    <a:pt x="1938" y="34630"/>
                  </a:lnTo>
                  <a:lnTo>
                    <a:pt x="1696" y="35679"/>
                  </a:lnTo>
                  <a:lnTo>
                    <a:pt x="1494" y="36466"/>
                  </a:lnTo>
                  <a:lnTo>
                    <a:pt x="1332" y="37233"/>
                  </a:lnTo>
                  <a:lnTo>
                    <a:pt x="1171" y="38040"/>
                  </a:lnTo>
                  <a:lnTo>
                    <a:pt x="1030" y="38827"/>
                  </a:lnTo>
                  <a:lnTo>
                    <a:pt x="1009" y="39049"/>
                  </a:lnTo>
                  <a:lnTo>
                    <a:pt x="1009" y="39271"/>
                  </a:lnTo>
                  <a:lnTo>
                    <a:pt x="1030" y="39372"/>
                  </a:lnTo>
                  <a:lnTo>
                    <a:pt x="1070" y="39473"/>
                  </a:lnTo>
                  <a:lnTo>
                    <a:pt x="1110" y="39574"/>
                  </a:lnTo>
                  <a:lnTo>
                    <a:pt x="1191" y="39654"/>
                  </a:lnTo>
                  <a:lnTo>
                    <a:pt x="1252" y="39715"/>
                  </a:lnTo>
                  <a:lnTo>
                    <a:pt x="1353" y="39776"/>
                  </a:lnTo>
                  <a:lnTo>
                    <a:pt x="1433" y="39796"/>
                  </a:lnTo>
                  <a:lnTo>
                    <a:pt x="1534" y="39816"/>
                  </a:lnTo>
                  <a:lnTo>
                    <a:pt x="1615" y="39796"/>
                  </a:lnTo>
                  <a:lnTo>
                    <a:pt x="1756" y="39776"/>
                  </a:lnTo>
                  <a:lnTo>
                    <a:pt x="1897" y="39695"/>
                  </a:lnTo>
                  <a:lnTo>
                    <a:pt x="2018" y="39614"/>
                  </a:lnTo>
                  <a:lnTo>
                    <a:pt x="2160" y="39513"/>
                  </a:lnTo>
                  <a:lnTo>
                    <a:pt x="2281" y="39392"/>
                  </a:lnTo>
                  <a:lnTo>
                    <a:pt x="2382" y="39271"/>
                  </a:lnTo>
                  <a:lnTo>
                    <a:pt x="2483" y="39130"/>
                  </a:lnTo>
                  <a:lnTo>
                    <a:pt x="2563" y="38989"/>
                  </a:lnTo>
                  <a:lnTo>
                    <a:pt x="2785" y="38565"/>
                  </a:lnTo>
                  <a:lnTo>
                    <a:pt x="3007" y="38101"/>
                  </a:lnTo>
                  <a:lnTo>
                    <a:pt x="3411" y="37193"/>
                  </a:lnTo>
                  <a:lnTo>
                    <a:pt x="3794" y="36284"/>
                  </a:lnTo>
                  <a:lnTo>
                    <a:pt x="4158" y="35376"/>
                  </a:lnTo>
                  <a:lnTo>
                    <a:pt x="4662" y="34166"/>
                  </a:lnTo>
                  <a:lnTo>
                    <a:pt x="4904" y="33560"/>
                  </a:lnTo>
                  <a:lnTo>
                    <a:pt x="5187" y="32955"/>
                  </a:lnTo>
                  <a:lnTo>
                    <a:pt x="5469" y="32369"/>
                  </a:lnTo>
                  <a:lnTo>
                    <a:pt x="5752" y="31784"/>
                  </a:lnTo>
                  <a:lnTo>
                    <a:pt x="6075" y="31199"/>
                  </a:lnTo>
                  <a:lnTo>
                    <a:pt x="6418" y="30654"/>
                  </a:lnTo>
                  <a:lnTo>
                    <a:pt x="6821" y="30089"/>
                  </a:lnTo>
                  <a:lnTo>
                    <a:pt x="7225" y="29544"/>
                  </a:lnTo>
                  <a:lnTo>
                    <a:pt x="7669" y="29020"/>
                  </a:lnTo>
                  <a:lnTo>
                    <a:pt x="8153" y="28515"/>
                  </a:lnTo>
                  <a:lnTo>
                    <a:pt x="8638" y="28051"/>
                  </a:lnTo>
                  <a:lnTo>
                    <a:pt x="9162" y="27587"/>
                  </a:lnTo>
                  <a:lnTo>
                    <a:pt x="9707" y="27163"/>
                  </a:lnTo>
                  <a:lnTo>
                    <a:pt x="10272" y="26780"/>
                  </a:lnTo>
                  <a:lnTo>
                    <a:pt x="10857" y="26396"/>
                  </a:lnTo>
                  <a:lnTo>
                    <a:pt x="11463" y="26073"/>
                  </a:lnTo>
                  <a:lnTo>
                    <a:pt x="12068" y="25750"/>
                  </a:lnTo>
                  <a:lnTo>
                    <a:pt x="12694" y="25468"/>
                  </a:lnTo>
                  <a:lnTo>
                    <a:pt x="13339" y="25226"/>
                  </a:lnTo>
                  <a:lnTo>
                    <a:pt x="14005" y="25024"/>
                  </a:lnTo>
                  <a:lnTo>
                    <a:pt x="14651" y="24842"/>
                  </a:lnTo>
                  <a:lnTo>
                    <a:pt x="15337" y="24701"/>
                  </a:lnTo>
                  <a:lnTo>
                    <a:pt x="15882" y="24600"/>
                  </a:lnTo>
                  <a:lnTo>
                    <a:pt x="16447" y="24540"/>
                  </a:lnTo>
                  <a:lnTo>
                    <a:pt x="17012" y="24499"/>
                  </a:lnTo>
                  <a:lnTo>
                    <a:pt x="17577" y="24459"/>
                  </a:lnTo>
                  <a:lnTo>
                    <a:pt x="18707" y="24459"/>
                  </a:lnTo>
                  <a:lnTo>
                    <a:pt x="19272" y="24479"/>
                  </a:lnTo>
                  <a:lnTo>
                    <a:pt x="19837" y="24519"/>
                  </a:lnTo>
                  <a:lnTo>
                    <a:pt x="20968" y="24620"/>
                  </a:lnTo>
                  <a:lnTo>
                    <a:pt x="22098" y="24762"/>
                  </a:lnTo>
                  <a:lnTo>
                    <a:pt x="23228" y="24923"/>
                  </a:lnTo>
                  <a:lnTo>
                    <a:pt x="24338" y="25084"/>
                  </a:lnTo>
                  <a:lnTo>
                    <a:pt x="25488" y="25266"/>
                  </a:lnTo>
                  <a:lnTo>
                    <a:pt x="26638" y="25428"/>
                  </a:lnTo>
                  <a:lnTo>
                    <a:pt x="27809" y="25569"/>
                  </a:lnTo>
                  <a:lnTo>
                    <a:pt x="28979" y="25670"/>
                  </a:lnTo>
                  <a:lnTo>
                    <a:pt x="29403" y="25690"/>
                  </a:lnTo>
                  <a:lnTo>
                    <a:pt x="30271" y="25690"/>
                  </a:lnTo>
                  <a:lnTo>
                    <a:pt x="30714" y="25650"/>
                  </a:lnTo>
                  <a:lnTo>
                    <a:pt x="31138" y="25569"/>
                  </a:lnTo>
                  <a:lnTo>
                    <a:pt x="31562" y="25468"/>
                  </a:lnTo>
                  <a:lnTo>
                    <a:pt x="31764" y="25387"/>
                  </a:lnTo>
                  <a:lnTo>
                    <a:pt x="31966" y="25306"/>
                  </a:lnTo>
                  <a:lnTo>
                    <a:pt x="32147" y="25206"/>
                  </a:lnTo>
                  <a:lnTo>
                    <a:pt x="32349" y="25084"/>
                  </a:lnTo>
                  <a:lnTo>
                    <a:pt x="32511" y="24963"/>
                  </a:lnTo>
                  <a:lnTo>
                    <a:pt x="32692" y="24842"/>
                  </a:lnTo>
                  <a:lnTo>
                    <a:pt x="32833" y="24701"/>
                  </a:lnTo>
                  <a:lnTo>
                    <a:pt x="32995" y="24540"/>
                  </a:lnTo>
                  <a:lnTo>
                    <a:pt x="33257" y="24217"/>
                  </a:lnTo>
                  <a:lnTo>
                    <a:pt x="33479" y="23874"/>
                  </a:lnTo>
                  <a:lnTo>
                    <a:pt x="33681" y="23531"/>
                  </a:lnTo>
                  <a:lnTo>
                    <a:pt x="33863" y="23167"/>
                  </a:lnTo>
                  <a:lnTo>
                    <a:pt x="34004" y="22804"/>
                  </a:lnTo>
                  <a:lnTo>
                    <a:pt x="34145" y="22461"/>
                  </a:lnTo>
                  <a:lnTo>
                    <a:pt x="34307" y="22017"/>
                  </a:lnTo>
                  <a:lnTo>
                    <a:pt x="34448" y="21573"/>
                  </a:lnTo>
                  <a:lnTo>
                    <a:pt x="34569" y="21109"/>
                  </a:lnTo>
                  <a:lnTo>
                    <a:pt x="34690" y="20645"/>
                  </a:lnTo>
                  <a:lnTo>
                    <a:pt x="34912" y="19737"/>
                  </a:lnTo>
                  <a:lnTo>
                    <a:pt x="35073" y="18829"/>
                  </a:lnTo>
                  <a:lnTo>
                    <a:pt x="35215" y="17921"/>
                  </a:lnTo>
                  <a:lnTo>
                    <a:pt x="35316" y="17033"/>
                  </a:lnTo>
                  <a:lnTo>
                    <a:pt x="35396" y="16185"/>
                  </a:lnTo>
                  <a:lnTo>
                    <a:pt x="35457" y="15337"/>
                  </a:lnTo>
                  <a:lnTo>
                    <a:pt x="35538" y="14248"/>
                  </a:lnTo>
                  <a:lnTo>
                    <a:pt x="35578" y="13219"/>
                  </a:lnTo>
                  <a:lnTo>
                    <a:pt x="35598" y="12230"/>
                  </a:lnTo>
                  <a:lnTo>
                    <a:pt x="35598" y="11261"/>
                  </a:lnTo>
                  <a:lnTo>
                    <a:pt x="35598" y="10333"/>
                  </a:lnTo>
                  <a:lnTo>
                    <a:pt x="35558" y="9445"/>
                  </a:lnTo>
                  <a:lnTo>
                    <a:pt x="35497" y="8557"/>
                  </a:lnTo>
                  <a:lnTo>
                    <a:pt x="35396" y="7709"/>
                  </a:lnTo>
                  <a:lnTo>
                    <a:pt x="35336" y="7185"/>
                  </a:lnTo>
                  <a:lnTo>
                    <a:pt x="35255" y="6660"/>
                  </a:lnTo>
                  <a:lnTo>
                    <a:pt x="35154" y="6115"/>
                  </a:lnTo>
                  <a:lnTo>
                    <a:pt x="35013" y="5570"/>
                  </a:lnTo>
                  <a:lnTo>
                    <a:pt x="34851" y="5046"/>
                  </a:lnTo>
                  <a:lnTo>
                    <a:pt x="34629" y="4521"/>
                  </a:lnTo>
                  <a:lnTo>
                    <a:pt x="34508" y="4259"/>
                  </a:lnTo>
                  <a:lnTo>
                    <a:pt x="34387" y="4016"/>
                  </a:lnTo>
                  <a:lnTo>
                    <a:pt x="34226" y="3774"/>
                  </a:lnTo>
                  <a:lnTo>
                    <a:pt x="34064" y="3552"/>
                  </a:lnTo>
                  <a:lnTo>
                    <a:pt x="33782" y="3189"/>
                  </a:lnTo>
                  <a:lnTo>
                    <a:pt x="33479" y="2866"/>
                  </a:lnTo>
                  <a:lnTo>
                    <a:pt x="33136" y="2584"/>
                  </a:lnTo>
                  <a:lnTo>
                    <a:pt x="32793" y="2301"/>
                  </a:lnTo>
                  <a:lnTo>
                    <a:pt x="32410" y="2079"/>
                  </a:lnTo>
                  <a:lnTo>
                    <a:pt x="32026" y="1857"/>
                  </a:lnTo>
                  <a:lnTo>
                    <a:pt x="31623" y="1655"/>
                  </a:lnTo>
                  <a:lnTo>
                    <a:pt x="31199" y="1494"/>
                  </a:lnTo>
                  <a:lnTo>
                    <a:pt x="30775" y="1333"/>
                  </a:lnTo>
                  <a:lnTo>
                    <a:pt x="30351" y="1191"/>
                  </a:lnTo>
                  <a:lnTo>
                    <a:pt x="29907" y="1070"/>
                  </a:lnTo>
                  <a:lnTo>
                    <a:pt x="29463" y="969"/>
                  </a:lnTo>
                  <a:lnTo>
                    <a:pt x="28555" y="788"/>
                  </a:lnTo>
                  <a:lnTo>
                    <a:pt x="27667" y="667"/>
                  </a:lnTo>
                  <a:lnTo>
                    <a:pt x="26557" y="525"/>
                  </a:lnTo>
                  <a:lnTo>
                    <a:pt x="25427" y="384"/>
                  </a:lnTo>
                  <a:lnTo>
                    <a:pt x="24277" y="283"/>
                  </a:lnTo>
                  <a:lnTo>
                    <a:pt x="23147" y="202"/>
                  </a:lnTo>
                  <a:lnTo>
                    <a:pt x="22017" y="142"/>
                  </a:lnTo>
                  <a:lnTo>
                    <a:pt x="20887" y="81"/>
                  </a:lnTo>
                  <a:lnTo>
                    <a:pt x="19737" y="41"/>
                  </a:lnTo>
                  <a:lnTo>
                    <a:pt x="18606" y="21"/>
                  </a:lnTo>
                  <a:lnTo>
                    <a:pt x="163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7"/>
            <p:cNvSpPr/>
            <p:nvPr/>
          </p:nvSpPr>
          <p:spPr>
            <a:xfrm flipH="1">
              <a:off x="-1455741" y="-3455631"/>
              <a:ext cx="2960526" cy="1551321"/>
            </a:xfrm>
            <a:custGeom>
              <a:rect b="b" l="l" r="r" t="t"/>
              <a:pathLst>
                <a:path extrusionOk="0" h="27748" w="52954">
                  <a:moveTo>
                    <a:pt x="8698" y="81"/>
                  </a:moveTo>
                  <a:lnTo>
                    <a:pt x="9162" y="121"/>
                  </a:lnTo>
                  <a:lnTo>
                    <a:pt x="9647" y="162"/>
                  </a:lnTo>
                  <a:lnTo>
                    <a:pt x="10111" y="243"/>
                  </a:lnTo>
                  <a:lnTo>
                    <a:pt x="10555" y="343"/>
                  </a:lnTo>
                  <a:lnTo>
                    <a:pt x="10999" y="444"/>
                  </a:lnTo>
                  <a:lnTo>
                    <a:pt x="11443" y="565"/>
                  </a:lnTo>
                  <a:lnTo>
                    <a:pt x="11887" y="707"/>
                  </a:lnTo>
                  <a:lnTo>
                    <a:pt x="12311" y="848"/>
                  </a:lnTo>
                  <a:lnTo>
                    <a:pt x="12734" y="1009"/>
                  </a:lnTo>
                  <a:lnTo>
                    <a:pt x="13582" y="1373"/>
                  </a:lnTo>
                  <a:lnTo>
                    <a:pt x="14389" y="1756"/>
                  </a:lnTo>
                  <a:lnTo>
                    <a:pt x="15176" y="2160"/>
                  </a:lnTo>
                  <a:lnTo>
                    <a:pt x="15943" y="2563"/>
                  </a:lnTo>
                  <a:lnTo>
                    <a:pt x="16669" y="2987"/>
                  </a:lnTo>
                  <a:lnTo>
                    <a:pt x="18021" y="3754"/>
                  </a:lnTo>
                  <a:lnTo>
                    <a:pt x="19353" y="4561"/>
                  </a:lnTo>
                  <a:lnTo>
                    <a:pt x="22017" y="6176"/>
                  </a:lnTo>
                  <a:lnTo>
                    <a:pt x="24439" y="7649"/>
                  </a:lnTo>
                  <a:lnTo>
                    <a:pt x="25670" y="8395"/>
                  </a:lnTo>
                  <a:lnTo>
                    <a:pt x="26901" y="9102"/>
                  </a:lnTo>
                  <a:lnTo>
                    <a:pt x="28152" y="9808"/>
                  </a:lnTo>
                  <a:lnTo>
                    <a:pt x="29403" y="10494"/>
                  </a:lnTo>
                  <a:lnTo>
                    <a:pt x="30654" y="11160"/>
                  </a:lnTo>
                  <a:lnTo>
                    <a:pt x="31925" y="11806"/>
                  </a:lnTo>
                  <a:lnTo>
                    <a:pt x="33217" y="12391"/>
                  </a:lnTo>
                  <a:lnTo>
                    <a:pt x="34509" y="12956"/>
                  </a:lnTo>
                  <a:lnTo>
                    <a:pt x="35820" y="13481"/>
                  </a:lnTo>
                  <a:lnTo>
                    <a:pt x="36486" y="13743"/>
                  </a:lnTo>
                  <a:lnTo>
                    <a:pt x="37152" y="13965"/>
                  </a:lnTo>
                  <a:lnTo>
                    <a:pt x="37818" y="14187"/>
                  </a:lnTo>
                  <a:lnTo>
                    <a:pt x="38484" y="14389"/>
                  </a:lnTo>
                  <a:lnTo>
                    <a:pt x="39170" y="14591"/>
                  </a:lnTo>
                  <a:lnTo>
                    <a:pt x="39856" y="14772"/>
                  </a:lnTo>
                  <a:lnTo>
                    <a:pt x="40542" y="14934"/>
                  </a:lnTo>
                  <a:lnTo>
                    <a:pt x="41228" y="15075"/>
                  </a:lnTo>
                  <a:lnTo>
                    <a:pt x="41935" y="15216"/>
                  </a:lnTo>
                  <a:lnTo>
                    <a:pt x="42621" y="15317"/>
                  </a:lnTo>
                  <a:lnTo>
                    <a:pt x="43246" y="15418"/>
                  </a:lnTo>
                  <a:lnTo>
                    <a:pt x="43852" y="15479"/>
                  </a:lnTo>
                  <a:lnTo>
                    <a:pt x="44437" y="15519"/>
                  </a:lnTo>
                  <a:lnTo>
                    <a:pt x="45002" y="15539"/>
                  </a:lnTo>
                  <a:lnTo>
                    <a:pt x="45567" y="15539"/>
                  </a:lnTo>
                  <a:lnTo>
                    <a:pt x="46092" y="15519"/>
                  </a:lnTo>
                  <a:lnTo>
                    <a:pt x="46596" y="15479"/>
                  </a:lnTo>
                  <a:lnTo>
                    <a:pt x="47081" y="15398"/>
                  </a:lnTo>
                  <a:lnTo>
                    <a:pt x="47565" y="15317"/>
                  </a:lnTo>
                  <a:lnTo>
                    <a:pt x="48009" y="15216"/>
                  </a:lnTo>
                  <a:lnTo>
                    <a:pt x="48453" y="15075"/>
                  </a:lnTo>
                  <a:lnTo>
                    <a:pt x="48877" y="14934"/>
                  </a:lnTo>
                  <a:lnTo>
                    <a:pt x="49280" y="14752"/>
                  </a:lnTo>
                  <a:lnTo>
                    <a:pt x="49664" y="14550"/>
                  </a:lnTo>
                  <a:lnTo>
                    <a:pt x="50027" y="14348"/>
                  </a:lnTo>
                  <a:lnTo>
                    <a:pt x="50390" y="14106"/>
                  </a:lnTo>
                  <a:lnTo>
                    <a:pt x="50612" y="13925"/>
                  </a:lnTo>
                  <a:lnTo>
                    <a:pt x="50814" y="13763"/>
                  </a:lnTo>
                  <a:lnTo>
                    <a:pt x="51036" y="13622"/>
                  </a:lnTo>
                  <a:lnTo>
                    <a:pt x="51258" y="13481"/>
                  </a:lnTo>
                  <a:lnTo>
                    <a:pt x="51500" y="13380"/>
                  </a:lnTo>
                  <a:lnTo>
                    <a:pt x="51662" y="13339"/>
                  </a:lnTo>
                  <a:lnTo>
                    <a:pt x="51823" y="13299"/>
                  </a:lnTo>
                  <a:lnTo>
                    <a:pt x="51984" y="13299"/>
                  </a:lnTo>
                  <a:lnTo>
                    <a:pt x="52146" y="13319"/>
                  </a:lnTo>
                  <a:lnTo>
                    <a:pt x="52307" y="13360"/>
                  </a:lnTo>
                  <a:lnTo>
                    <a:pt x="52449" y="13420"/>
                  </a:lnTo>
                  <a:lnTo>
                    <a:pt x="52570" y="13521"/>
                  </a:lnTo>
                  <a:lnTo>
                    <a:pt x="52691" y="13642"/>
                  </a:lnTo>
                  <a:lnTo>
                    <a:pt x="52771" y="13804"/>
                  </a:lnTo>
                  <a:lnTo>
                    <a:pt x="52832" y="13985"/>
                  </a:lnTo>
                  <a:lnTo>
                    <a:pt x="52852" y="14167"/>
                  </a:lnTo>
                  <a:lnTo>
                    <a:pt x="52872" y="14348"/>
                  </a:lnTo>
                  <a:lnTo>
                    <a:pt x="52872" y="14893"/>
                  </a:lnTo>
                  <a:lnTo>
                    <a:pt x="52832" y="15398"/>
                  </a:lnTo>
                  <a:lnTo>
                    <a:pt x="52751" y="15902"/>
                  </a:lnTo>
                  <a:lnTo>
                    <a:pt x="52630" y="16366"/>
                  </a:lnTo>
                  <a:lnTo>
                    <a:pt x="52489" y="16831"/>
                  </a:lnTo>
                  <a:lnTo>
                    <a:pt x="52307" y="17254"/>
                  </a:lnTo>
                  <a:lnTo>
                    <a:pt x="52085" y="17658"/>
                  </a:lnTo>
                  <a:lnTo>
                    <a:pt x="51823" y="18041"/>
                  </a:lnTo>
                  <a:lnTo>
                    <a:pt x="51540" y="18405"/>
                  </a:lnTo>
                  <a:lnTo>
                    <a:pt x="51238" y="18728"/>
                  </a:lnTo>
                  <a:lnTo>
                    <a:pt x="50895" y="19030"/>
                  </a:lnTo>
                  <a:lnTo>
                    <a:pt x="50511" y="19293"/>
                  </a:lnTo>
                  <a:lnTo>
                    <a:pt x="50128" y="19535"/>
                  </a:lnTo>
                  <a:lnTo>
                    <a:pt x="49684" y="19737"/>
                  </a:lnTo>
                  <a:lnTo>
                    <a:pt x="49240" y="19898"/>
                  </a:lnTo>
                  <a:lnTo>
                    <a:pt x="48756" y="20039"/>
                  </a:lnTo>
                  <a:lnTo>
                    <a:pt x="48211" y="20140"/>
                  </a:lnTo>
                  <a:lnTo>
                    <a:pt x="47666" y="20221"/>
                  </a:lnTo>
                  <a:lnTo>
                    <a:pt x="47121" y="20261"/>
                  </a:lnTo>
                  <a:lnTo>
                    <a:pt x="46031" y="20261"/>
                  </a:lnTo>
                  <a:lnTo>
                    <a:pt x="45507" y="20241"/>
                  </a:lnTo>
                  <a:lnTo>
                    <a:pt x="44437" y="20160"/>
                  </a:lnTo>
                  <a:lnTo>
                    <a:pt x="42924" y="20019"/>
                  </a:lnTo>
                  <a:lnTo>
                    <a:pt x="41410" y="19858"/>
                  </a:lnTo>
                  <a:lnTo>
                    <a:pt x="38403" y="19494"/>
                  </a:lnTo>
                  <a:lnTo>
                    <a:pt x="36183" y="19212"/>
                  </a:lnTo>
                  <a:lnTo>
                    <a:pt x="33964" y="18970"/>
                  </a:lnTo>
                  <a:lnTo>
                    <a:pt x="32834" y="18849"/>
                  </a:lnTo>
                  <a:lnTo>
                    <a:pt x="31724" y="18768"/>
                  </a:lnTo>
                  <a:lnTo>
                    <a:pt x="30614" y="18687"/>
                  </a:lnTo>
                  <a:lnTo>
                    <a:pt x="29484" y="18627"/>
                  </a:lnTo>
                  <a:lnTo>
                    <a:pt x="28374" y="18606"/>
                  </a:lnTo>
                  <a:lnTo>
                    <a:pt x="27264" y="18606"/>
                  </a:lnTo>
                  <a:lnTo>
                    <a:pt x="26134" y="18627"/>
                  </a:lnTo>
                  <a:lnTo>
                    <a:pt x="25024" y="18687"/>
                  </a:lnTo>
                  <a:lnTo>
                    <a:pt x="23914" y="18788"/>
                  </a:lnTo>
                  <a:lnTo>
                    <a:pt x="22824" y="18909"/>
                  </a:lnTo>
                  <a:lnTo>
                    <a:pt x="21714" y="19091"/>
                  </a:lnTo>
                  <a:lnTo>
                    <a:pt x="20625" y="19313"/>
                  </a:lnTo>
                  <a:lnTo>
                    <a:pt x="19555" y="19595"/>
                  </a:lnTo>
                  <a:lnTo>
                    <a:pt x="18486" y="19898"/>
                  </a:lnTo>
                  <a:lnTo>
                    <a:pt x="17456" y="20241"/>
                  </a:lnTo>
                  <a:lnTo>
                    <a:pt x="16407" y="20645"/>
                  </a:lnTo>
                  <a:lnTo>
                    <a:pt x="15398" y="21048"/>
                  </a:lnTo>
                  <a:lnTo>
                    <a:pt x="14389" y="21512"/>
                  </a:lnTo>
                  <a:lnTo>
                    <a:pt x="13400" y="21977"/>
                  </a:lnTo>
                  <a:lnTo>
                    <a:pt x="12411" y="22481"/>
                  </a:lnTo>
                  <a:lnTo>
                    <a:pt x="11423" y="23006"/>
                  </a:lnTo>
                  <a:lnTo>
                    <a:pt x="10454" y="23551"/>
                  </a:lnTo>
                  <a:lnTo>
                    <a:pt x="9505" y="24116"/>
                  </a:lnTo>
                  <a:lnTo>
                    <a:pt x="8537" y="24681"/>
                  </a:lnTo>
                  <a:lnTo>
                    <a:pt x="6660" y="25851"/>
                  </a:lnTo>
                  <a:lnTo>
                    <a:pt x="4783" y="27022"/>
                  </a:lnTo>
                  <a:lnTo>
                    <a:pt x="4703" y="27082"/>
                  </a:lnTo>
                  <a:lnTo>
                    <a:pt x="4339" y="27304"/>
                  </a:lnTo>
                  <a:lnTo>
                    <a:pt x="4017" y="27465"/>
                  </a:lnTo>
                  <a:lnTo>
                    <a:pt x="3694" y="27587"/>
                  </a:lnTo>
                  <a:lnTo>
                    <a:pt x="3411" y="27647"/>
                  </a:lnTo>
                  <a:lnTo>
                    <a:pt x="3149" y="27667"/>
                  </a:lnTo>
                  <a:lnTo>
                    <a:pt x="3028" y="27667"/>
                  </a:lnTo>
                  <a:lnTo>
                    <a:pt x="2907" y="27647"/>
                  </a:lnTo>
                  <a:lnTo>
                    <a:pt x="2806" y="27607"/>
                  </a:lnTo>
                  <a:lnTo>
                    <a:pt x="2685" y="27566"/>
                  </a:lnTo>
                  <a:lnTo>
                    <a:pt x="2584" y="27506"/>
                  </a:lnTo>
                  <a:lnTo>
                    <a:pt x="2503" y="27445"/>
                  </a:lnTo>
                  <a:lnTo>
                    <a:pt x="2382" y="27344"/>
                  </a:lnTo>
                  <a:lnTo>
                    <a:pt x="2301" y="27223"/>
                  </a:lnTo>
                  <a:lnTo>
                    <a:pt x="2220" y="27082"/>
                  </a:lnTo>
                  <a:lnTo>
                    <a:pt x="2140" y="26941"/>
                  </a:lnTo>
                  <a:lnTo>
                    <a:pt x="2039" y="26638"/>
                  </a:lnTo>
                  <a:lnTo>
                    <a:pt x="1958" y="26295"/>
                  </a:lnTo>
                  <a:lnTo>
                    <a:pt x="1716" y="25064"/>
                  </a:lnTo>
                  <a:lnTo>
                    <a:pt x="1474" y="23813"/>
                  </a:lnTo>
                  <a:lnTo>
                    <a:pt x="1232" y="22562"/>
                  </a:lnTo>
                  <a:lnTo>
                    <a:pt x="1030" y="21311"/>
                  </a:lnTo>
                  <a:lnTo>
                    <a:pt x="828" y="20059"/>
                  </a:lnTo>
                  <a:lnTo>
                    <a:pt x="667" y="18808"/>
                  </a:lnTo>
                  <a:lnTo>
                    <a:pt x="505" y="17537"/>
                  </a:lnTo>
                  <a:lnTo>
                    <a:pt x="364" y="16286"/>
                  </a:lnTo>
                  <a:lnTo>
                    <a:pt x="283" y="15378"/>
                  </a:lnTo>
                  <a:lnTo>
                    <a:pt x="202" y="14550"/>
                  </a:lnTo>
                  <a:lnTo>
                    <a:pt x="162" y="13743"/>
                  </a:lnTo>
                  <a:lnTo>
                    <a:pt x="122" y="13017"/>
                  </a:lnTo>
                  <a:lnTo>
                    <a:pt x="102" y="12310"/>
                  </a:lnTo>
                  <a:lnTo>
                    <a:pt x="81" y="11664"/>
                  </a:lnTo>
                  <a:lnTo>
                    <a:pt x="102" y="11059"/>
                  </a:lnTo>
                  <a:lnTo>
                    <a:pt x="102" y="10494"/>
                  </a:lnTo>
                  <a:lnTo>
                    <a:pt x="162" y="9485"/>
                  </a:lnTo>
                  <a:lnTo>
                    <a:pt x="263" y="8597"/>
                  </a:lnTo>
                  <a:lnTo>
                    <a:pt x="364" y="7810"/>
                  </a:lnTo>
                  <a:lnTo>
                    <a:pt x="505" y="7124"/>
                  </a:lnTo>
                  <a:lnTo>
                    <a:pt x="606" y="6680"/>
                  </a:lnTo>
                  <a:lnTo>
                    <a:pt x="707" y="6236"/>
                  </a:lnTo>
                  <a:lnTo>
                    <a:pt x="828" y="5812"/>
                  </a:lnTo>
                  <a:lnTo>
                    <a:pt x="969" y="5409"/>
                  </a:lnTo>
                  <a:lnTo>
                    <a:pt x="1111" y="5005"/>
                  </a:lnTo>
                  <a:lnTo>
                    <a:pt x="1252" y="4642"/>
                  </a:lnTo>
                  <a:lnTo>
                    <a:pt x="1413" y="4279"/>
                  </a:lnTo>
                  <a:lnTo>
                    <a:pt x="1595" y="3915"/>
                  </a:lnTo>
                  <a:lnTo>
                    <a:pt x="1777" y="3592"/>
                  </a:lnTo>
                  <a:lnTo>
                    <a:pt x="1978" y="3270"/>
                  </a:lnTo>
                  <a:lnTo>
                    <a:pt x="2180" y="2967"/>
                  </a:lnTo>
                  <a:lnTo>
                    <a:pt x="2402" y="2684"/>
                  </a:lnTo>
                  <a:lnTo>
                    <a:pt x="2624" y="2402"/>
                  </a:lnTo>
                  <a:lnTo>
                    <a:pt x="2866" y="2160"/>
                  </a:lnTo>
                  <a:lnTo>
                    <a:pt x="3108" y="1918"/>
                  </a:lnTo>
                  <a:lnTo>
                    <a:pt x="3371" y="1675"/>
                  </a:lnTo>
                  <a:lnTo>
                    <a:pt x="3613" y="1494"/>
                  </a:lnTo>
                  <a:lnTo>
                    <a:pt x="3855" y="1312"/>
                  </a:lnTo>
                  <a:lnTo>
                    <a:pt x="4117" y="1151"/>
                  </a:lnTo>
                  <a:lnTo>
                    <a:pt x="4400" y="989"/>
                  </a:lnTo>
                  <a:lnTo>
                    <a:pt x="4682" y="848"/>
                  </a:lnTo>
                  <a:lnTo>
                    <a:pt x="4965" y="707"/>
                  </a:lnTo>
                  <a:lnTo>
                    <a:pt x="5268" y="586"/>
                  </a:lnTo>
                  <a:lnTo>
                    <a:pt x="5570" y="485"/>
                  </a:lnTo>
                  <a:lnTo>
                    <a:pt x="5893" y="384"/>
                  </a:lnTo>
                  <a:lnTo>
                    <a:pt x="6196" y="303"/>
                  </a:lnTo>
                  <a:lnTo>
                    <a:pt x="6539" y="243"/>
                  </a:lnTo>
                  <a:lnTo>
                    <a:pt x="6862" y="182"/>
                  </a:lnTo>
                  <a:lnTo>
                    <a:pt x="7205" y="121"/>
                  </a:lnTo>
                  <a:lnTo>
                    <a:pt x="7548" y="101"/>
                  </a:lnTo>
                  <a:lnTo>
                    <a:pt x="7891" y="81"/>
                  </a:lnTo>
                  <a:close/>
                  <a:moveTo>
                    <a:pt x="7730" y="0"/>
                  </a:moveTo>
                  <a:lnTo>
                    <a:pt x="7265" y="41"/>
                  </a:lnTo>
                  <a:lnTo>
                    <a:pt x="6801" y="101"/>
                  </a:lnTo>
                  <a:lnTo>
                    <a:pt x="6378" y="182"/>
                  </a:lnTo>
                  <a:lnTo>
                    <a:pt x="5934" y="283"/>
                  </a:lnTo>
                  <a:lnTo>
                    <a:pt x="5530" y="424"/>
                  </a:lnTo>
                  <a:lnTo>
                    <a:pt x="5106" y="565"/>
                  </a:lnTo>
                  <a:lnTo>
                    <a:pt x="4723" y="727"/>
                  </a:lnTo>
                  <a:lnTo>
                    <a:pt x="4339" y="929"/>
                  </a:lnTo>
                  <a:lnTo>
                    <a:pt x="3976" y="1130"/>
                  </a:lnTo>
                  <a:lnTo>
                    <a:pt x="3633" y="1373"/>
                  </a:lnTo>
                  <a:lnTo>
                    <a:pt x="3310" y="1615"/>
                  </a:lnTo>
                  <a:lnTo>
                    <a:pt x="3048" y="1857"/>
                  </a:lnTo>
                  <a:lnTo>
                    <a:pt x="2806" y="2099"/>
                  </a:lnTo>
                  <a:lnTo>
                    <a:pt x="2564" y="2361"/>
                  </a:lnTo>
                  <a:lnTo>
                    <a:pt x="2342" y="2624"/>
                  </a:lnTo>
                  <a:lnTo>
                    <a:pt x="2120" y="2927"/>
                  </a:lnTo>
                  <a:lnTo>
                    <a:pt x="1918" y="3229"/>
                  </a:lnTo>
                  <a:lnTo>
                    <a:pt x="1716" y="3552"/>
                  </a:lnTo>
                  <a:lnTo>
                    <a:pt x="1534" y="3875"/>
                  </a:lnTo>
                  <a:lnTo>
                    <a:pt x="1353" y="4238"/>
                  </a:lnTo>
                  <a:lnTo>
                    <a:pt x="1191" y="4601"/>
                  </a:lnTo>
                  <a:lnTo>
                    <a:pt x="1030" y="4985"/>
                  </a:lnTo>
                  <a:lnTo>
                    <a:pt x="889" y="5388"/>
                  </a:lnTo>
                  <a:lnTo>
                    <a:pt x="747" y="5792"/>
                  </a:lnTo>
                  <a:lnTo>
                    <a:pt x="626" y="6216"/>
                  </a:lnTo>
                  <a:lnTo>
                    <a:pt x="525" y="6660"/>
                  </a:lnTo>
                  <a:lnTo>
                    <a:pt x="424" y="7104"/>
                  </a:lnTo>
                  <a:lnTo>
                    <a:pt x="283" y="7810"/>
                  </a:lnTo>
                  <a:lnTo>
                    <a:pt x="182" y="8577"/>
                  </a:lnTo>
                  <a:lnTo>
                    <a:pt x="81" y="9485"/>
                  </a:lnTo>
                  <a:lnTo>
                    <a:pt x="21" y="10494"/>
                  </a:lnTo>
                  <a:lnTo>
                    <a:pt x="21" y="11059"/>
                  </a:lnTo>
                  <a:lnTo>
                    <a:pt x="1" y="11664"/>
                  </a:lnTo>
                  <a:lnTo>
                    <a:pt x="21" y="12310"/>
                  </a:lnTo>
                  <a:lnTo>
                    <a:pt x="41" y="13017"/>
                  </a:lnTo>
                  <a:lnTo>
                    <a:pt x="81" y="13743"/>
                  </a:lnTo>
                  <a:lnTo>
                    <a:pt x="122" y="14550"/>
                  </a:lnTo>
                  <a:lnTo>
                    <a:pt x="202" y="15398"/>
                  </a:lnTo>
                  <a:lnTo>
                    <a:pt x="283" y="16306"/>
                  </a:lnTo>
                  <a:lnTo>
                    <a:pt x="424" y="17557"/>
                  </a:lnTo>
                  <a:lnTo>
                    <a:pt x="586" y="18808"/>
                  </a:lnTo>
                  <a:lnTo>
                    <a:pt x="768" y="20080"/>
                  </a:lnTo>
                  <a:lnTo>
                    <a:pt x="949" y="21331"/>
                  </a:lnTo>
                  <a:lnTo>
                    <a:pt x="1151" y="22582"/>
                  </a:lnTo>
                  <a:lnTo>
                    <a:pt x="1393" y="23833"/>
                  </a:lnTo>
                  <a:lnTo>
                    <a:pt x="1635" y="25084"/>
                  </a:lnTo>
                  <a:lnTo>
                    <a:pt x="1877" y="26315"/>
                  </a:lnTo>
                  <a:lnTo>
                    <a:pt x="1978" y="26658"/>
                  </a:lnTo>
                  <a:lnTo>
                    <a:pt x="2079" y="26981"/>
                  </a:lnTo>
                  <a:lnTo>
                    <a:pt x="2140" y="27143"/>
                  </a:lnTo>
                  <a:lnTo>
                    <a:pt x="2241" y="27264"/>
                  </a:lnTo>
                  <a:lnTo>
                    <a:pt x="2342" y="27405"/>
                  </a:lnTo>
                  <a:lnTo>
                    <a:pt x="2442" y="27506"/>
                  </a:lnTo>
                  <a:lnTo>
                    <a:pt x="2604" y="27607"/>
                  </a:lnTo>
                  <a:lnTo>
                    <a:pt x="2786" y="27687"/>
                  </a:lnTo>
                  <a:lnTo>
                    <a:pt x="2967" y="27728"/>
                  </a:lnTo>
                  <a:lnTo>
                    <a:pt x="3169" y="27748"/>
                  </a:lnTo>
                  <a:lnTo>
                    <a:pt x="3330" y="27748"/>
                  </a:lnTo>
                  <a:lnTo>
                    <a:pt x="3512" y="27708"/>
                  </a:lnTo>
                  <a:lnTo>
                    <a:pt x="3694" y="27667"/>
                  </a:lnTo>
                  <a:lnTo>
                    <a:pt x="3875" y="27607"/>
                  </a:lnTo>
                  <a:lnTo>
                    <a:pt x="4077" y="27526"/>
                  </a:lnTo>
                  <a:lnTo>
                    <a:pt x="4299" y="27425"/>
                  </a:lnTo>
                  <a:lnTo>
                    <a:pt x="4743" y="27163"/>
                  </a:lnTo>
                  <a:lnTo>
                    <a:pt x="4844" y="27102"/>
                  </a:lnTo>
                  <a:lnTo>
                    <a:pt x="6700" y="25912"/>
                  </a:lnTo>
                  <a:lnTo>
                    <a:pt x="8577" y="24761"/>
                  </a:lnTo>
                  <a:lnTo>
                    <a:pt x="9546" y="24176"/>
                  </a:lnTo>
                  <a:lnTo>
                    <a:pt x="10494" y="23631"/>
                  </a:lnTo>
                  <a:lnTo>
                    <a:pt x="11463" y="23086"/>
                  </a:lnTo>
                  <a:lnTo>
                    <a:pt x="12432" y="22562"/>
                  </a:lnTo>
                  <a:lnTo>
                    <a:pt x="13420" y="22057"/>
                  </a:lnTo>
                  <a:lnTo>
                    <a:pt x="14429" y="21573"/>
                  </a:lnTo>
                  <a:lnTo>
                    <a:pt x="15418" y="21129"/>
                  </a:lnTo>
                  <a:lnTo>
                    <a:pt x="16447" y="20705"/>
                  </a:lnTo>
                  <a:lnTo>
                    <a:pt x="17477" y="20322"/>
                  </a:lnTo>
                  <a:lnTo>
                    <a:pt x="18506" y="19979"/>
                  </a:lnTo>
                  <a:lnTo>
                    <a:pt x="19575" y="19676"/>
                  </a:lnTo>
                  <a:lnTo>
                    <a:pt x="20645" y="19393"/>
                  </a:lnTo>
                  <a:lnTo>
                    <a:pt x="21735" y="19171"/>
                  </a:lnTo>
                  <a:lnTo>
                    <a:pt x="22824" y="18990"/>
                  </a:lnTo>
                  <a:lnTo>
                    <a:pt x="23934" y="18869"/>
                  </a:lnTo>
                  <a:lnTo>
                    <a:pt x="25044" y="18768"/>
                  </a:lnTo>
                  <a:lnTo>
                    <a:pt x="26154" y="18707"/>
                  </a:lnTo>
                  <a:lnTo>
                    <a:pt x="27264" y="18687"/>
                  </a:lnTo>
                  <a:lnTo>
                    <a:pt x="28374" y="18687"/>
                  </a:lnTo>
                  <a:lnTo>
                    <a:pt x="29484" y="18707"/>
                  </a:lnTo>
                  <a:lnTo>
                    <a:pt x="30614" y="18768"/>
                  </a:lnTo>
                  <a:lnTo>
                    <a:pt x="31724" y="18849"/>
                  </a:lnTo>
                  <a:lnTo>
                    <a:pt x="32834" y="18929"/>
                  </a:lnTo>
                  <a:lnTo>
                    <a:pt x="33944" y="19050"/>
                  </a:lnTo>
                  <a:lnTo>
                    <a:pt x="36183" y="19293"/>
                  </a:lnTo>
                  <a:lnTo>
                    <a:pt x="38383" y="19575"/>
                  </a:lnTo>
                  <a:lnTo>
                    <a:pt x="41390" y="19938"/>
                  </a:lnTo>
                  <a:lnTo>
                    <a:pt x="42924" y="20100"/>
                  </a:lnTo>
                  <a:lnTo>
                    <a:pt x="44437" y="20241"/>
                  </a:lnTo>
                  <a:lnTo>
                    <a:pt x="45507" y="20322"/>
                  </a:lnTo>
                  <a:lnTo>
                    <a:pt x="46031" y="20342"/>
                  </a:lnTo>
                  <a:lnTo>
                    <a:pt x="47141" y="20342"/>
                  </a:lnTo>
                  <a:lnTo>
                    <a:pt x="47686" y="20302"/>
                  </a:lnTo>
                  <a:lnTo>
                    <a:pt x="48231" y="20221"/>
                  </a:lnTo>
                  <a:lnTo>
                    <a:pt x="48776" y="20120"/>
                  </a:lnTo>
                  <a:lnTo>
                    <a:pt x="49260" y="19979"/>
                  </a:lnTo>
                  <a:lnTo>
                    <a:pt x="49724" y="19797"/>
                  </a:lnTo>
                  <a:lnTo>
                    <a:pt x="50168" y="19595"/>
                  </a:lnTo>
                  <a:lnTo>
                    <a:pt x="50572" y="19353"/>
                  </a:lnTo>
                  <a:lnTo>
                    <a:pt x="50955" y="19071"/>
                  </a:lnTo>
                  <a:lnTo>
                    <a:pt x="51319" y="18748"/>
                  </a:lnTo>
                  <a:lnTo>
                    <a:pt x="51641" y="18405"/>
                  </a:lnTo>
                  <a:lnTo>
                    <a:pt x="51924" y="18041"/>
                  </a:lnTo>
                  <a:lnTo>
                    <a:pt x="52186" y="17638"/>
                  </a:lnTo>
                  <a:lnTo>
                    <a:pt x="52388" y="17234"/>
                  </a:lnTo>
                  <a:lnTo>
                    <a:pt x="52570" y="16790"/>
                  </a:lnTo>
                  <a:lnTo>
                    <a:pt x="52731" y="16346"/>
                  </a:lnTo>
                  <a:lnTo>
                    <a:pt x="52832" y="15862"/>
                  </a:lnTo>
                  <a:lnTo>
                    <a:pt x="52913" y="15378"/>
                  </a:lnTo>
                  <a:lnTo>
                    <a:pt x="52953" y="14873"/>
                  </a:lnTo>
                  <a:lnTo>
                    <a:pt x="52953" y="14348"/>
                  </a:lnTo>
                  <a:lnTo>
                    <a:pt x="52933" y="14147"/>
                  </a:lnTo>
                  <a:lnTo>
                    <a:pt x="52913" y="13965"/>
                  </a:lnTo>
                  <a:lnTo>
                    <a:pt x="52852" y="13763"/>
                  </a:lnTo>
                  <a:lnTo>
                    <a:pt x="52812" y="13662"/>
                  </a:lnTo>
                  <a:lnTo>
                    <a:pt x="52751" y="13582"/>
                  </a:lnTo>
                  <a:lnTo>
                    <a:pt x="52630" y="13461"/>
                  </a:lnTo>
                  <a:lnTo>
                    <a:pt x="52489" y="13360"/>
                  </a:lnTo>
                  <a:lnTo>
                    <a:pt x="52348" y="13279"/>
                  </a:lnTo>
                  <a:lnTo>
                    <a:pt x="52166" y="13239"/>
                  </a:lnTo>
                  <a:lnTo>
                    <a:pt x="51984" y="13218"/>
                  </a:lnTo>
                  <a:lnTo>
                    <a:pt x="51823" y="13218"/>
                  </a:lnTo>
                  <a:lnTo>
                    <a:pt x="51641" y="13259"/>
                  </a:lnTo>
                  <a:lnTo>
                    <a:pt x="51480" y="13299"/>
                  </a:lnTo>
                  <a:lnTo>
                    <a:pt x="51238" y="13400"/>
                  </a:lnTo>
                  <a:lnTo>
                    <a:pt x="50996" y="13541"/>
                  </a:lnTo>
                  <a:lnTo>
                    <a:pt x="50774" y="13703"/>
                  </a:lnTo>
                  <a:lnTo>
                    <a:pt x="50572" y="13864"/>
                  </a:lnTo>
                  <a:lnTo>
                    <a:pt x="50330" y="14026"/>
                  </a:lnTo>
                  <a:lnTo>
                    <a:pt x="49987" y="14268"/>
                  </a:lnTo>
                  <a:lnTo>
                    <a:pt x="49623" y="14490"/>
                  </a:lnTo>
                  <a:lnTo>
                    <a:pt x="49240" y="14691"/>
                  </a:lnTo>
                  <a:lnTo>
                    <a:pt x="48836" y="14853"/>
                  </a:lnTo>
                  <a:lnTo>
                    <a:pt x="48433" y="15014"/>
                  </a:lnTo>
                  <a:lnTo>
                    <a:pt x="47989" y="15135"/>
                  </a:lnTo>
                  <a:lnTo>
                    <a:pt x="47545" y="15236"/>
                  </a:lnTo>
                  <a:lnTo>
                    <a:pt x="47061" y="15337"/>
                  </a:lnTo>
                  <a:lnTo>
                    <a:pt x="46576" y="15398"/>
                  </a:lnTo>
                  <a:lnTo>
                    <a:pt x="46072" y="15438"/>
                  </a:lnTo>
                  <a:lnTo>
                    <a:pt x="45547" y="15458"/>
                  </a:lnTo>
                  <a:lnTo>
                    <a:pt x="45002" y="15458"/>
                  </a:lnTo>
                  <a:lnTo>
                    <a:pt x="44437" y="15438"/>
                  </a:lnTo>
                  <a:lnTo>
                    <a:pt x="43872" y="15398"/>
                  </a:lnTo>
                  <a:lnTo>
                    <a:pt x="43267" y="15337"/>
                  </a:lnTo>
                  <a:lnTo>
                    <a:pt x="42641" y="15236"/>
                  </a:lnTo>
                  <a:lnTo>
                    <a:pt x="41935" y="15135"/>
                  </a:lnTo>
                  <a:lnTo>
                    <a:pt x="41249" y="14994"/>
                  </a:lnTo>
                  <a:lnTo>
                    <a:pt x="40563" y="14853"/>
                  </a:lnTo>
                  <a:lnTo>
                    <a:pt x="39876" y="14691"/>
                  </a:lnTo>
                  <a:lnTo>
                    <a:pt x="39190" y="14510"/>
                  </a:lnTo>
                  <a:lnTo>
                    <a:pt x="38504" y="14308"/>
                  </a:lnTo>
                  <a:lnTo>
                    <a:pt x="37838" y="14106"/>
                  </a:lnTo>
                  <a:lnTo>
                    <a:pt x="37172" y="13884"/>
                  </a:lnTo>
                  <a:lnTo>
                    <a:pt x="36506" y="13662"/>
                  </a:lnTo>
                  <a:lnTo>
                    <a:pt x="35840" y="13420"/>
                  </a:lnTo>
                  <a:lnTo>
                    <a:pt x="34529" y="12895"/>
                  </a:lnTo>
                  <a:lnTo>
                    <a:pt x="33237" y="12330"/>
                  </a:lnTo>
                  <a:lnTo>
                    <a:pt x="31966" y="11725"/>
                  </a:lnTo>
                  <a:lnTo>
                    <a:pt x="30695" y="11079"/>
                  </a:lnTo>
                  <a:lnTo>
                    <a:pt x="29423" y="10434"/>
                  </a:lnTo>
                  <a:lnTo>
                    <a:pt x="28172" y="9747"/>
                  </a:lnTo>
                  <a:lnTo>
                    <a:pt x="26941" y="9041"/>
                  </a:lnTo>
                  <a:lnTo>
                    <a:pt x="25710" y="8315"/>
                  </a:lnTo>
                  <a:lnTo>
                    <a:pt x="24479" y="7588"/>
                  </a:lnTo>
                  <a:lnTo>
                    <a:pt x="22057" y="6115"/>
                  </a:lnTo>
                  <a:lnTo>
                    <a:pt x="19394" y="4501"/>
                  </a:lnTo>
                  <a:lnTo>
                    <a:pt x="18062" y="3693"/>
                  </a:lnTo>
                  <a:lnTo>
                    <a:pt x="16710" y="2906"/>
                  </a:lnTo>
                  <a:lnTo>
                    <a:pt x="15983" y="2503"/>
                  </a:lnTo>
                  <a:lnTo>
                    <a:pt x="15216" y="2079"/>
                  </a:lnTo>
                  <a:lnTo>
                    <a:pt x="14429" y="1675"/>
                  </a:lnTo>
                  <a:lnTo>
                    <a:pt x="13602" y="1292"/>
                  </a:lnTo>
                  <a:lnTo>
                    <a:pt x="12775" y="949"/>
                  </a:lnTo>
                  <a:lnTo>
                    <a:pt x="12331" y="787"/>
                  </a:lnTo>
                  <a:lnTo>
                    <a:pt x="11907" y="626"/>
                  </a:lnTo>
                  <a:lnTo>
                    <a:pt x="11463" y="485"/>
                  </a:lnTo>
                  <a:lnTo>
                    <a:pt x="11019" y="364"/>
                  </a:lnTo>
                  <a:lnTo>
                    <a:pt x="10575" y="263"/>
                  </a:lnTo>
                  <a:lnTo>
                    <a:pt x="10131" y="162"/>
                  </a:lnTo>
                  <a:lnTo>
                    <a:pt x="9627" y="81"/>
                  </a:lnTo>
                  <a:lnTo>
                    <a:pt x="9142" y="41"/>
                  </a:lnTo>
                  <a:lnTo>
                    <a:pt x="86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7"/>
            <p:cNvSpPr/>
            <p:nvPr/>
          </p:nvSpPr>
          <p:spPr>
            <a:xfrm flipH="1">
              <a:off x="1864587" y="-1494826"/>
              <a:ext cx="530339" cy="361051"/>
            </a:xfrm>
            <a:custGeom>
              <a:rect b="b" l="l" r="r" t="t"/>
              <a:pathLst>
                <a:path extrusionOk="0" h="6458" w="9486">
                  <a:moveTo>
                    <a:pt x="8880" y="81"/>
                  </a:moveTo>
                  <a:lnTo>
                    <a:pt x="9021" y="101"/>
                  </a:lnTo>
                  <a:lnTo>
                    <a:pt x="9142" y="142"/>
                  </a:lnTo>
                  <a:lnTo>
                    <a:pt x="9203" y="182"/>
                  </a:lnTo>
                  <a:lnTo>
                    <a:pt x="9263" y="243"/>
                  </a:lnTo>
                  <a:lnTo>
                    <a:pt x="9324" y="364"/>
                  </a:lnTo>
                  <a:lnTo>
                    <a:pt x="9364" y="505"/>
                  </a:lnTo>
                  <a:lnTo>
                    <a:pt x="9384" y="646"/>
                  </a:lnTo>
                  <a:lnTo>
                    <a:pt x="9405" y="868"/>
                  </a:lnTo>
                  <a:lnTo>
                    <a:pt x="9384" y="1070"/>
                  </a:lnTo>
                  <a:lnTo>
                    <a:pt x="9364" y="1272"/>
                  </a:lnTo>
                  <a:lnTo>
                    <a:pt x="9324" y="1474"/>
                  </a:lnTo>
                  <a:lnTo>
                    <a:pt x="9263" y="1675"/>
                  </a:lnTo>
                  <a:lnTo>
                    <a:pt x="9183" y="1877"/>
                  </a:lnTo>
                  <a:lnTo>
                    <a:pt x="9001" y="2261"/>
                  </a:lnTo>
                  <a:lnTo>
                    <a:pt x="8779" y="2624"/>
                  </a:lnTo>
                  <a:lnTo>
                    <a:pt x="8537" y="2967"/>
                  </a:lnTo>
                  <a:lnTo>
                    <a:pt x="8274" y="3290"/>
                  </a:lnTo>
                  <a:lnTo>
                    <a:pt x="8012" y="3592"/>
                  </a:lnTo>
                  <a:lnTo>
                    <a:pt x="7689" y="3936"/>
                  </a:lnTo>
                  <a:lnTo>
                    <a:pt x="7346" y="4299"/>
                  </a:lnTo>
                  <a:lnTo>
                    <a:pt x="6983" y="4662"/>
                  </a:lnTo>
                  <a:lnTo>
                    <a:pt x="6579" y="5005"/>
                  </a:lnTo>
                  <a:lnTo>
                    <a:pt x="6135" y="5348"/>
                  </a:lnTo>
                  <a:lnTo>
                    <a:pt x="5691" y="5651"/>
                  </a:lnTo>
                  <a:lnTo>
                    <a:pt x="5449" y="5772"/>
                  </a:lnTo>
                  <a:lnTo>
                    <a:pt x="5207" y="5913"/>
                  </a:lnTo>
                  <a:lnTo>
                    <a:pt x="4945" y="6014"/>
                  </a:lnTo>
                  <a:lnTo>
                    <a:pt x="4682" y="6115"/>
                  </a:lnTo>
                  <a:lnTo>
                    <a:pt x="4460" y="6196"/>
                  </a:lnTo>
                  <a:lnTo>
                    <a:pt x="4218" y="6256"/>
                  </a:lnTo>
                  <a:lnTo>
                    <a:pt x="3956" y="6317"/>
                  </a:lnTo>
                  <a:lnTo>
                    <a:pt x="3714" y="6357"/>
                  </a:lnTo>
                  <a:lnTo>
                    <a:pt x="3451" y="6377"/>
                  </a:lnTo>
                  <a:lnTo>
                    <a:pt x="2927" y="6377"/>
                  </a:lnTo>
                  <a:lnTo>
                    <a:pt x="2664" y="6337"/>
                  </a:lnTo>
                  <a:lnTo>
                    <a:pt x="2402" y="6297"/>
                  </a:lnTo>
                  <a:lnTo>
                    <a:pt x="2140" y="6236"/>
                  </a:lnTo>
                  <a:lnTo>
                    <a:pt x="1898" y="6155"/>
                  </a:lnTo>
                  <a:lnTo>
                    <a:pt x="1655" y="6054"/>
                  </a:lnTo>
                  <a:lnTo>
                    <a:pt x="1413" y="5933"/>
                  </a:lnTo>
                  <a:lnTo>
                    <a:pt x="1191" y="5792"/>
                  </a:lnTo>
                  <a:lnTo>
                    <a:pt x="969" y="5631"/>
                  </a:lnTo>
                  <a:lnTo>
                    <a:pt x="767" y="5429"/>
                  </a:lnTo>
                  <a:lnTo>
                    <a:pt x="586" y="5227"/>
                  </a:lnTo>
                  <a:lnTo>
                    <a:pt x="424" y="4985"/>
                  </a:lnTo>
                  <a:lnTo>
                    <a:pt x="303" y="4743"/>
                  </a:lnTo>
                  <a:lnTo>
                    <a:pt x="202" y="4501"/>
                  </a:lnTo>
                  <a:lnTo>
                    <a:pt x="122" y="4258"/>
                  </a:lnTo>
                  <a:lnTo>
                    <a:pt x="81" y="4016"/>
                  </a:lnTo>
                  <a:lnTo>
                    <a:pt x="81" y="3774"/>
                  </a:lnTo>
                  <a:lnTo>
                    <a:pt x="122" y="3532"/>
                  </a:lnTo>
                  <a:lnTo>
                    <a:pt x="182" y="3370"/>
                  </a:lnTo>
                  <a:lnTo>
                    <a:pt x="243" y="3189"/>
                  </a:lnTo>
                  <a:lnTo>
                    <a:pt x="344" y="3048"/>
                  </a:lnTo>
                  <a:lnTo>
                    <a:pt x="445" y="2906"/>
                  </a:lnTo>
                  <a:lnTo>
                    <a:pt x="586" y="2785"/>
                  </a:lnTo>
                  <a:lnTo>
                    <a:pt x="747" y="2664"/>
                  </a:lnTo>
                  <a:lnTo>
                    <a:pt x="909" y="2563"/>
                  </a:lnTo>
                  <a:lnTo>
                    <a:pt x="1111" y="2483"/>
                  </a:lnTo>
                  <a:lnTo>
                    <a:pt x="3310" y="1655"/>
                  </a:lnTo>
                  <a:lnTo>
                    <a:pt x="5530" y="868"/>
                  </a:lnTo>
                  <a:lnTo>
                    <a:pt x="6357" y="606"/>
                  </a:lnTo>
                  <a:lnTo>
                    <a:pt x="7165" y="364"/>
                  </a:lnTo>
                  <a:lnTo>
                    <a:pt x="7568" y="263"/>
                  </a:lnTo>
                  <a:lnTo>
                    <a:pt x="7972" y="182"/>
                  </a:lnTo>
                  <a:lnTo>
                    <a:pt x="8375" y="121"/>
                  </a:lnTo>
                  <a:lnTo>
                    <a:pt x="8779" y="81"/>
                  </a:lnTo>
                  <a:close/>
                  <a:moveTo>
                    <a:pt x="8759" y="0"/>
                  </a:moveTo>
                  <a:lnTo>
                    <a:pt x="8355" y="41"/>
                  </a:lnTo>
                  <a:lnTo>
                    <a:pt x="7952" y="101"/>
                  </a:lnTo>
                  <a:lnTo>
                    <a:pt x="7548" y="182"/>
                  </a:lnTo>
                  <a:lnTo>
                    <a:pt x="7144" y="283"/>
                  </a:lnTo>
                  <a:lnTo>
                    <a:pt x="6337" y="525"/>
                  </a:lnTo>
                  <a:lnTo>
                    <a:pt x="5510" y="787"/>
                  </a:lnTo>
                  <a:lnTo>
                    <a:pt x="3290" y="1574"/>
                  </a:lnTo>
                  <a:lnTo>
                    <a:pt x="1070" y="2402"/>
                  </a:lnTo>
                  <a:lnTo>
                    <a:pt x="868" y="2503"/>
                  </a:lnTo>
                  <a:lnTo>
                    <a:pt x="687" y="2604"/>
                  </a:lnTo>
                  <a:lnTo>
                    <a:pt x="525" y="2725"/>
                  </a:lnTo>
                  <a:lnTo>
                    <a:pt x="384" y="2846"/>
                  </a:lnTo>
                  <a:lnTo>
                    <a:pt x="263" y="3007"/>
                  </a:lnTo>
                  <a:lnTo>
                    <a:pt x="182" y="3169"/>
                  </a:lnTo>
                  <a:lnTo>
                    <a:pt x="102" y="3330"/>
                  </a:lnTo>
                  <a:lnTo>
                    <a:pt x="41" y="3512"/>
                  </a:lnTo>
                  <a:lnTo>
                    <a:pt x="1" y="3754"/>
                  </a:lnTo>
                  <a:lnTo>
                    <a:pt x="1" y="4016"/>
                  </a:lnTo>
                  <a:lnTo>
                    <a:pt x="41" y="4279"/>
                  </a:lnTo>
                  <a:lnTo>
                    <a:pt x="122" y="4521"/>
                  </a:lnTo>
                  <a:lnTo>
                    <a:pt x="223" y="4783"/>
                  </a:lnTo>
                  <a:lnTo>
                    <a:pt x="364" y="5025"/>
                  </a:lnTo>
                  <a:lnTo>
                    <a:pt x="525" y="5267"/>
                  </a:lnTo>
                  <a:lnTo>
                    <a:pt x="707" y="5489"/>
                  </a:lnTo>
                  <a:lnTo>
                    <a:pt x="969" y="5732"/>
                  </a:lnTo>
                  <a:lnTo>
                    <a:pt x="1252" y="5933"/>
                  </a:lnTo>
                  <a:lnTo>
                    <a:pt x="1554" y="6095"/>
                  </a:lnTo>
                  <a:lnTo>
                    <a:pt x="1877" y="6236"/>
                  </a:lnTo>
                  <a:lnTo>
                    <a:pt x="2200" y="6337"/>
                  </a:lnTo>
                  <a:lnTo>
                    <a:pt x="2523" y="6397"/>
                  </a:lnTo>
                  <a:lnTo>
                    <a:pt x="2866" y="6438"/>
                  </a:lnTo>
                  <a:lnTo>
                    <a:pt x="3189" y="6458"/>
                  </a:lnTo>
                  <a:lnTo>
                    <a:pt x="3593" y="6438"/>
                  </a:lnTo>
                  <a:lnTo>
                    <a:pt x="3976" y="6397"/>
                  </a:lnTo>
                  <a:lnTo>
                    <a:pt x="4360" y="6317"/>
                  </a:lnTo>
                  <a:lnTo>
                    <a:pt x="4723" y="6196"/>
                  </a:lnTo>
                  <a:lnTo>
                    <a:pt x="4985" y="6095"/>
                  </a:lnTo>
                  <a:lnTo>
                    <a:pt x="5227" y="5974"/>
                  </a:lnTo>
                  <a:lnTo>
                    <a:pt x="5490" y="5853"/>
                  </a:lnTo>
                  <a:lnTo>
                    <a:pt x="5712" y="5711"/>
                  </a:lnTo>
                  <a:lnTo>
                    <a:pt x="6176" y="5409"/>
                  </a:lnTo>
                  <a:lnTo>
                    <a:pt x="6620" y="5066"/>
                  </a:lnTo>
                  <a:lnTo>
                    <a:pt x="7023" y="4723"/>
                  </a:lnTo>
                  <a:lnTo>
                    <a:pt x="7407" y="4359"/>
                  </a:lnTo>
                  <a:lnTo>
                    <a:pt x="7750" y="3996"/>
                  </a:lnTo>
                  <a:lnTo>
                    <a:pt x="8073" y="3653"/>
                  </a:lnTo>
                  <a:lnTo>
                    <a:pt x="8335" y="3330"/>
                  </a:lnTo>
                  <a:lnTo>
                    <a:pt x="8597" y="3007"/>
                  </a:lnTo>
                  <a:lnTo>
                    <a:pt x="8860" y="2664"/>
                  </a:lnTo>
                  <a:lnTo>
                    <a:pt x="9082" y="2281"/>
                  </a:lnTo>
                  <a:lnTo>
                    <a:pt x="9263" y="1897"/>
                  </a:lnTo>
                  <a:lnTo>
                    <a:pt x="9324" y="1696"/>
                  </a:lnTo>
                  <a:lnTo>
                    <a:pt x="9405" y="1494"/>
                  </a:lnTo>
                  <a:lnTo>
                    <a:pt x="9445" y="1292"/>
                  </a:lnTo>
                  <a:lnTo>
                    <a:pt x="9465" y="1070"/>
                  </a:lnTo>
                  <a:lnTo>
                    <a:pt x="9485" y="868"/>
                  </a:lnTo>
                  <a:lnTo>
                    <a:pt x="9465" y="646"/>
                  </a:lnTo>
                  <a:lnTo>
                    <a:pt x="9445" y="444"/>
                  </a:lnTo>
                  <a:lnTo>
                    <a:pt x="9384" y="283"/>
                  </a:lnTo>
                  <a:lnTo>
                    <a:pt x="9304" y="162"/>
                  </a:lnTo>
                  <a:lnTo>
                    <a:pt x="9183" y="61"/>
                  </a:lnTo>
                  <a:lnTo>
                    <a:pt x="9082" y="21"/>
                  </a:lnTo>
                  <a:lnTo>
                    <a:pt x="89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7"/>
            <p:cNvSpPr/>
            <p:nvPr/>
          </p:nvSpPr>
          <p:spPr>
            <a:xfrm flipH="1">
              <a:off x="-756203" y="-5057684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7"/>
            <p:cNvSpPr/>
            <p:nvPr/>
          </p:nvSpPr>
          <p:spPr>
            <a:xfrm flipH="1">
              <a:off x="-2591759" y="-2237207"/>
              <a:ext cx="130935" cy="390458"/>
            </a:xfrm>
            <a:custGeom>
              <a:rect b="b" l="l" r="r" t="t"/>
              <a:pathLst>
                <a:path extrusionOk="0" h="6984" w="2342">
                  <a:moveTo>
                    <a:pt x="1494" y="82"/>
                  </a:moveTo>
                  <a:lnTo>
                    <a:pt x="1615" y="122"/>
                  </a:lnTo>
                  <a:lnTo>
                    <a:pt x="1716" y="162"/>
                  </a:lnTo>
                  <a:lnTo>
                    <a:pt x="1817" y="223"/>
                  </a:lnTo>
                  <a:lnTo>
                    <a:pt x="1897" y="304"/>
                  </a:lnTo>
                  <a:lnTo>
                    <a:pt x="1978" y="404"/>
                  </a:lnTo>
                  <a:lnTo>
                    <a:pt x="2039" y="485"/>
                  </a:lnTo>
                  <a:lnTo>
                    <a:pt x="2099" y="586"/>
                  </a:lnTo>
                  <a:lnTo>
                    <a:pt x="2160" y="707"/>
                  </a:lnTo>
                  <a:lnTo>
                    <a:pt x="2200" y="828"/>
                  </a:lnTo>
                  <a:lnTo>
                    <a:pt x="2240" y="1070"/>
                  </a:lnTo>
                  <a:lnTo>
                    <a:pt x="2261" y="1333"/>
                  </a:lnTo>
                  <a:lnTo>
                    <a:pt x="2261" y="1595"/>
                  </a:lnTo>
                  <a:lnTo>
                    <a:pt x="2240" y="2281"/>
                  </a:lnTo>
                  <a:lnTo>
                    <a:pt x="2180" y="2967"/>
                  </a:lnTo>
                  <a:lnTo>
                    <a:pt x="2059" y="3694"/>
                  </a:lnTo>
                  <a:lnTo>
                    <a:pt x="1897" y="4521"/>
                  </a:lnTo>
                  <a:lnTo>
                    <a:pt x="1837" y="4763"/>
                  </a:lnTo>
                  <a:lnTo>
                    <a:pt x="1776" y="5026"/>
                  </a:lnTo>
                  <a:lnTo>
                    <a:pt x="1675" y="5308"/>
                  </a:lnTo>
                  <a:lnTo>
                    <a:pt x="1554" y="5591"/>
                  </a:lnTo>
                  <a:lnTo>
                    <a:pt x="1413" y="5893"/>
                  </a:lnTo>
                  <a:lnTo>
                    <a:pt x="1231" y="6176"/>
                  </a:lnTo>
                  <a:lnTo>
                    <a:pt x="1030" y="6459"/>
                  </a:lnTo>
                  <a:lnTo>
                    <a:pt x="808" y="6741"/>
                  </a:lnTo>
                  <a:lnTo>
                    <a:pt x="707" y="6822"/>
                  </a:lnTo>
                  <a:lnTo>
                    <a:pt x="626" y="6862"/>
                  </a:lnTo>
                  <a:lnTo>
                    <a:pt x="566" y="6902"/>
                  </a:lnTo>
                  <a:lnTo>
                    <a:pt x="485" y="6882"/>
                  </a:lnTo>
                  <a:lnTo>
                    <a:pt x="444" y="6862"/>
                  </a:lnTo>
                  <a:lnTo>
                    <a:pt x="384" y="6822"/>
                  </a:lnTo>
                  <a:lnTo>
                    <a:pt x="303" y="6701"/>
                  </a:lnTo>
                  <a:lnTo>
                    <a:pt x="243" y="6539"/>
                  </a:lnTo>
                  <a:lnTo>
                    <a:pt x="182" y="6317"/>
                  </a:lnTo>
                  <a:lnTo>
                    <a:pt x="142" y="6055"/>
                  </a:lnTo>
                  <a:lnTo>
                    <a:pt x="101" y="5752"/>
                  </a:lnTo>
                  <a:lnTo>
                    <a:pt x="81" y="5086"/>
                  </a:lnTo>
                  <a:lnTo>
                    <a:pt x="81" y="4602"/>
                  </a:lnTo>
                  <a:lnTo>
                    <a:pt x="81" y="4097"/>
                  </a:lnTo>
                  <a:lnTo>
                    <a:pt x="101" y="3976"/>
                  </a:lnTo>
                  <a:lnTo>
                    <a:pt x="122" y="3310"/>
                  </a:lnTo>
                  <a:lnTo>
                    <a:pt x="162" y="2685"/>
                  </a:lnTo>
                  <a:lnTo>
                    <a:pt x="222" y="2100"/>
                  </a:lnTo>
                  <a:lnTo>
                    <a:pt x="283" y="1535"/>
                  </a:lnTo>
                  <a:lnTo>
                    <a:pt x="323" y="1353"/>
                  </a:lnTo>
                  <a:lnTo>
                    <a:pt x="384" y="1131"/>
                  </a:lnTo>
                  <a:lnTo>
                    <a:pt x="444" y="909"/>
                  </a:lnTo>
                  <a:lnTo>
                    <a:pt x="545" y="667"/>
                  </a:lnTo>
                  <a:lnTo>
                    <a:pt x="687" y="465"/>
                  </a:lnTo>
                  <a:lnTo>
                    <a:pt x="767" y="364"/>
                  </a:lnTo>
                  <a:lnTo>
                    <a:pt x="848" y="263"/>
                  </a:lnTo>
                  <a:lnTo>
                    <a:pt x="949" y="203"/>
                  </a:lnTo>
                  <a:lnTo>
                    <a:pt x="1070" y="142"/>
                  </a:lnTo>
                  <a:lnTo>
                    <a:pt x="1191" y="102"/>
                  </a:lnTo>
                  <a:lnTo>
                    <a:pt x="1312" y="82"/>
                  </a:lnTo>
                  <a:close/>
                  <a:moveTo>
                    <a:pt x="1312" y="1"/>
                  </a:moveTo>
                  <a:lnTo>
                    <a:pt x="1171" y="21"/>
                  </a:lnTo>
                  <a:lnTo>
                    <a:pt x="1030" y="61"/>
                  </a:lnTo>
                  <a:lnTo>
                    <a:pt x="868" y="162"/>
                  </a:lnTo>
                  <a:lnTo>
                    <a:pt x="707" y="304"/>
                  </a:lnTo>
                  <a:lnTo>
                    <a:pt x="566" y="485"/>
                  </a:lnTo>
                  <a:lnTo>
                    <a:pt x="485" y="606"/>
                  </a:lnTo>
                  <a:lnTo>
                    <a:pt x="424" y="748"/>
                  </a:lnTo>
                  <a:lnTo>
                    <a:pt x="364" y="909"/>
                  </a:lnTo>
                  <a:lnTo>
                    <a:pt x="303" y="1091"/>
                  </a:lnTo>
                  <a:lnTo>
                    <a:pt x="263" y="1292"/>
                  </a:lnTo>
                  <a:lnTo>
                    <a:pt x="222" y="1514"/>
                  </a:lnTo>
                  <a:lnTo>
                    <a:pt x="142" y="2079"/>
                  </a:lnTo>
                  <a:lnTo>
                    <a:pt x="81" y="2685"/>
                  </a:lnTo>
                  <a:lnTo>
                    <a:pt x="41" y="3310"/>
                  </a:lnTo>
                  <a:lnTo>
                    <a:pt x="21" y="3976"/>
                  </a:lnTo>
                  <a:lnTo>
                    <a:pt x="1" y="4097"/>
                  </a:lnTo>
                  <a:lnTo>
                    <a:pt x="1" y="4602"/>
                  </a:lnTo>
                  <a:lnTo>
                    <a:pt x="1" y="5106"/>
                  </a:lnTo>
                  <a:lnTo>
                    <a:pt x="21" y="5752"/>
                  </a:lnTo>
                  <a:lnTo>
                    <a:pt x="61" y="6055"/>
                  </a:lnTo>
                  <a:lnTo>
                    <a:pt x="101" y="6337"/>
                  </a:lnTo>
                  <a:lnTo>
                    <a:pt x="142" y="6499"/>
                  </a:lnTo>
                  <a:lnTo>
                    <a:pt x="202" y="6680"/>
                  </a:lnTo>
                  <a:lnTo>
                    <a:pt x="263" y="6781"/>
                  </a:lnTo>
                  <a:lnTo>
                    <a:pt x="303" y="6862"/>
                  </a:lnTo>
                  <a:lnTo>
                    <a:pt x="384" y="6923"/>
                  </a:lnTo>
                  <a:lnTo>
                    <a:pt x="465" y="6963"/>
                  </a:lnTo>
                  <a:lnTo>
                    <a:pt x="525" y="6983"/>
                  </a:lnTo>
                  <a:lnTo>
                    <a:pt x="606" y="6963"/>
                  </a:lnTo>
                  <a:lnTo>
                    <a:pt x="687" y="6923"/>
                  </a:lnTo>
                  <a:lnTo>
                    <a:pt x="767" y="6882"/>
                  </a:lnTo>
                  <a:lnTo>
                    <a:pt x="868" y="6802"/>
                  </a:lnTo>
                  <a:lnTo>
                    <a:pt x="1090" y="6519"/>
                  </a:lnTo>
                  <a:lnTo>
                    <a:pt x="1292" y="6237"/>
                  </a:lnTo>
                  <a:lnTo>
                    <a:pt x="1474" y="5934"/>
                  </a:lnTo>
                  <a:lnTo>
                    <a:pt x="1615" y="5631"/>
                  </a:lnTo>
                  <a:lnTo>
                    <a:pt x="1736" y="5349"/>
                  </a:lnTo>
                  <a:lnTo>
                    <a:pt x="1837" y="5046"/>
                  </a:lnTo>
                  <a:lnTo>
                    <a:pt x="1918" y="4784"/>
                  </a:lnTo>
                  <a:lnTo>
                    <a:pt x="1978" y="4521"/>
                  </a:lnTo>
                  <a:lnTo>
                    <a:pt x="2140" y="3714"/>
                  </a:lnTo>
                  <a:lnTo>
                    <a:pt x="2261" y="2967"/>
                  </a:lnTo>
                  <a:lnTo>
                    <a:pt x="2321" y="2281"/>
                  </a:lnTo>
                  <a:lnTo>
                    <a:pt x="2341" y="1595"/>
                  </a:lnTo>
                  <a:lnTo>
                    <a:pt x="2341" y="1333"/>
                  </a:lnTo>
                  <a:lnTo>
                    <a:pt x="2321" y="1050"/>
                  </a:lnTo>
                  <a:lnTo>
                    <a:pt x="2261" y="788"/>
                  </a:lnTo>
                  <a:lnTo>
                    <a:pt x="2220" y="667"/>
                  </a:lnTo>
                  <a:lnTo>
                    <a:pt x="2180" y="546"/>
                  </a:lnTo>
                  <a:lnTo>
                    <a:pt x="2119" y="445"/>
                  </a:lnTo>
                  <a:lnTo>
                    <a:pt x="2039" y="324"/>
                  </a:lnTo>
                  <a:lnTo>
                    <a:pt x="1938" y="243"/>
                  </a:lnTo>
                  <a:lnTo>
                    <a:pt x="1837" y="142"/>
                  </a:lnTo>
                  <a:lnTo>
                    <a:pt x="1716" y="82"/>
                  </a:lnTo>
                  <a:lnTo>
                    <a:pt x="1595" y="21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7"/>
            <p:cNvSpPr/>
            <p:nvPr/>
          </p:nvSpPr>
          <p:spPr>
            <a:xfrm flipH="1">
              <a:off x="-3345409" y="-5067803"/>
              <a:ext cx="1707024" cy="174879"/>
            </a:xfrm>
            <a:custGeom>
              <a:rect b="b" l="l" r="r" t="t"/>
              <a:pathLst>
                <a:path extrusionOk="0" h="3128" w="30533">
                  <a:moveTo>
                    <a:pt x="17960" y="0"/>
                  </a:moveTo>
                  <a:lnTo>
                    <a:pt x="16750" y="20"/>
                  </a:lnTo>
                  <a:lnTo>
                    <a:pt x="16326" y="20"/>
                  </a:lnTo>
                  <a:lnTo>
                    <a:pt x="13057" y="61"/>
                  </a:lnTo>
                  <a:lnTo>
                    <a:pt x="11422" y="101"/>
                  </a:lnTo>
                  <a:lnTo>
                    <a:pt x="9767" y="182"/>
                  </a:lnTo>
                  <a:lnTo>
                    <a:pt x="8133" y="262"/>
                  </a:lnTo>
                  <a:lnTo>
                    <a:pt x="6478" y="404"/>
                  </a:lnTo>
                  <a:lnTo>
                    <a:pt x="5671" y="484"/>
                  </a:lnTo>
                  <a:lnTo>
                    <a:pt x="4843" y="585"/>
                  </a:lnTo>
                  <a:lnTo>
                    <a:pt x="4036" y="686"/>
                  </a:lnTo>
                  <a:lnTo>
                    <a:pt x="3209" y="807"/>
                  </a:lnTo>
                  <a:lnTo>
                    <a:pt x="2785" y="868"/>
                  </a:lnTo>
                  <a:lnTo>
                    <a:pt x="2361" y="969"/>
                  </a:lnTo>
                  <a:lnTo>
                    <a:pt x="1917" y="1070"/>
                  </a:lnTo>
                  <a:lnTo>
                    <a:pt x="1494" y="1211"/>
                  </a:lnTo>
                  <a:lnTo>
                    <a:pt x="1090" y="1372"/>
                  </a:lnTo>
                  <a:lnTo>
                    <a:pt x="888" y="1473"/>
                  </a:lnTo>
                  <a:lnTo>
                    <a:pt x="686" y="1574"/>
                  </a:lnTo>
                  <a:lnTo>
                    <a:pt x="505" y="1695"/>
                  </a:lnTo>
                  <a:lnTo>
                    <a:pt x="323" y="1836"/>
                  </a:lnTo>
                  <a:lnTo>
                    <a:pt x="162" y="1978"/>
                  </a:lnTo>
                  <a:lnTo>
                    <a:pt x="0" y="2139"/>
                  </a:lnTo>
                  <a:lnTo>
                    <a:pt x="61" y="2200"/>
                  </a:lnTo>
                  <a:lnTo>
                    <a:pt x="222" y="2038"/>
                  </a:lnTo>
                  <a:lnTo>
                    <a:pt x="384" y="1897"/>
                  </a:lnTo>
                  <a:lnTo>
                    <a:pt x="565" y="1756"/>
                  </a:lnTo>
                  <a:lnTo>
                    <a:pt x="747" y="1655"/>
                  </a:lnTo>
                  <a:lnTo>
                    <a:pt x="929" y="1534"/>
                  </a:lnTo>
                  <a:lnTo>
                    <a:pt x="1130" y="1433"/>
                  </a:lnTo>
                  <a:lnTo>
                    <a:pt x="1534" y="1271"/>
                  </a:lnTo>
                  <a:lnTo>
                    <a:pt x="1958" y="1150"/>
                  </a:lnTo>
                  <a:lnTo>
                    <a:pt x="2382" y="1049"/>
                  </a:lnTo>
                  <a:lnTo>
                    <a:pt x="2805" y="949"/>
                  </a:lnTo>
                  <a:lnTo>
                    <a:pt x="3229" y="888"/>
                  </a:lnTo>
                  <a:lnTo>
                    <a:pt x="4036" y="767"/>
                  </a:lnTo>
                  <a:lnTo>
                    <a:pt x="4864" y="666"/>
                  </a:lnTo>
                  <a:lnTo>
                    <a:pt x="5671" y="565"/>
                  </a:lnTo>
                  <a:lnTo>
                    <a:pt x="6498" y="484"/>
                  </a:lnTo>
                  <a:lnTo>
                    <a:pt x="8133" y="343"/>
                  </a:lnTo>
                  <a:lnTo>
                    <a:pt x="9788" y="262"/>
                  </a:lnTo>
                  <a:lnTo>
                    <a:pt x="11422" y="182"/>
                  </a:lnTo>
                  <a:lnTo>
                    <a:pt x="13057" y="141"/>
                  </a:lnTo>
                  <a:lnTo>
                    <a:pt x="16326" y="101"/>
                  </a:lnTo>
                  <a:lnTo>
                    <a:pt x="16750" y="101"/>
                  </a:lnTo>
                  <a:lnTo>
                    <a:pt x="17960" y="81"/>
                  </a:lnTo>
                  <a:lnTo>
                    <a:pt x="19191" y="81"/>
                  </a:lnTo>
                  <a:lnTo>
                    <a:pt x="20402" y="101"/>
                  </a:lnTo>
                  <a:lnTo>
                    <a:pt x="21613" y="161"/>
                  </a:lnTo>
                  <a:lnTo>
                    <a:pt x="22239" y="202"/>
                  </a:lnTo>
                  <a:lnTo>
                    <a:pt x="22844" y="242"/>
                  </a:lnTo>
                  <a:lnTo>
                    <a:pt x="23449" y="303"/>
                  </a:lnTo>
                  <a:lnTo>
                    <a:pt x="24055" y="383"/>
                  </a:lnTo>
                  <a:lnTo>
                    <a:pt x="24640" y="484"/>
                  </a:lnTo>
                  <a:lnTo>
                    <a:pt x="25245" y="585"/>
                  </a:lnTo>
                  <a:lnTo>
                    <a:pt x="25831" y="727"/>
                  </a:lnTo>
                  <a:lnTo>
                    <a:pt x="26436" y="868"/>
                  </a:lnTo>
                  <a:lnTo>
                    <a:pt x="27102" y="1070"/>
                  </a:lnTo>
                  <a:lnTo>
                    <a:pt x="27707" y="1292"/>
                  </a:lnTo>
                  <a:lnTo>
                    <a:pt x="28293" y="1534"/>
                  </a:lnTo>
                  <a:lnTo>
                    <a:pt x="28817" y="1816"/>
                  </a:lnTo>
                  <a:lnTo>
                    <a:pt x="29281" y="2099"/>
                  </a:lnTo>
                  <a:lnTo>
                    <a:pt x="29725" y="2422"/>
                  </a:lnTo>
                  <a:lnTo>
                    <a:pt x="30109" y="2745"/>
                  </a:lnTo>
                  <a:lnTo>
                    <a:pt x="30290" y="2926"/>
                  </a:lnTo>
                  <a:lnTo>
                    <a:pt x="30472" y="3128"/>
                  </a:lnTo>
                  <a:lnTo>
                    <a:pt x="30533" y="3067"/>
                  </a:lnTo>
                  <a:lnTo>
                    <a:pt x="30351" y="2886"/>
                  </a:lnTo>
                  <a:lnTo>
                    <a:pt x="30169" y="2704"/>
                  </a:lnTo>
                  <a:lnTo>
                    <a:pt x="29786" y="2361"/>
                  </a:lnTo>
                  <a:lnTo>
                    <a:pt x="29342" y="2038"/>
                  </a:lnTo>
                  <a:lnTo>
                    <a:pt x="28858" y="1736"/>
                  </a:lnTo>
                  <a:lnTo>
                    <a:pt x="28333" y="1473"/>
                  </a:lnTo>
                  <a:lnTo>
                    <a:pt x="27748" y="1231"/>
                  </a:lnTo>
                  <a:lnTo>
                    <a:pt x="27122" y="989"/>
                  </a:lnTo>
                  <a:lnTo>
                    <a:pt x="26456" y="787"/>
                  </a:lnTo>
                  <a:lnTo>
                    <a:pt x="25851" y="646"/>
                  </a:lnTo>
                  <a:lnTo>
                    <a:pt x="25266" y="525"/>
                  </a:lnTo>
                  <a:lnTo>
                    <a:pt x="24660" y="404"/>
                  </a:lnTo>
                  <a:lnTo>
                    <a:pt x="24055" y="303"/>
                  </a:lnTo>
                  <a:lnTo>
                    <a:pt x="23449" y="222"/>
                  </a:lnTo>
                  <a:lnTo>
                    <a:pt x="22844" y="161"/>
                  </a:lnTo>
                  <a:lnTo>
                    <a:pt x="22239" y="121"/>
                  </a:lnTo>
                  <a:lnTo>
                    <a:pt x="21633" y="81"/>
                  </a:lnTo>
                  <a:lnTo>
                    <a:pt x="20402" y="20"/>
                  </a:lnTo>
                  <a:lnTo>
                    <a:pt x="19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7"/>
            <p:cNvSpPr/>
            <p:nvPr/>
          </p:nvSpPr>
          <p:spPr>
            <a:xfrm flipH="1">
              <a:off x="-3431139" y="-4896338"/>
              <a:ext cx="206522" cy="1040271"/>
            </a:xfrm>
            <a:custGeom>
              <a:rect b="b" l="l" r="r" t="t"/>
              <a:pathLst>
                <a:path extrusionOk="0" h="18607" w="3694">
                  <a:moveTo>
                    <a:pt x="2160" y="0"/>
                  </a:moveTo>
                  <a:lnTo>
                    <a:pt x="2099" y="61"/>
                  </a:lnTo>
                  <a:lnTo>
                    <a:pt x="2281" y="283"/>
                  </a:lnTo>
                  <a:lnTo>
                    <a:pt x="2462" y="545"/>
                  </a:lnTo>
                  <a:lnTo>
                    <a:pt x="2624" y="787"/>
                  </a:lnTo>
                  <a:lnTo>
                    <a:pt x="2765" y="1050"/>
                  </a:lnTo>
                  <a:lnTo>
                    <a:pt x="2886" y="1292"/>
                  </a:lnTo>
                  <a:lnTo>
                    <a:pt x="3007" y="1554"/>
                  </a:lnTo>
                  <a:lnTo>
                    <a:pt x="3209" y="2079"/>
                  </a:lnTo>
                  <a:lnTo>
                    <a:pt x="3350" y="2604"/>
                  </a:lnTo>
                  <a:lnTo>
                    <a:pt x="3471" y="3108"/>
                  </a:lnTo>
                  <a:lnTo>
                    <a:pt x="3532" y="3592"/>
                  </a:lnTo>
                  <a:lnTo>
                    <a:pt x="3572" y="4036"/>
                  </a:lnTo>
                  <a:lnTo>
                    <a:pt x="3613" y="4581"/>
                  </a:lnTo>
                  <a:lnTo>
                    <a:pt x="3613" y="5126"/>
                  </a:lnTo>
                  <a:lnTo>
                    <a:pt x="3592" y="5671"/>
                  </a:lnTo>
                  <a:lnTo>
                    <a:pt x="3552" y="6216"/>
                  </a:lnTo>
                  <a:lnTo>
                    <a:pt x="3431" y="7285"/>
                  </a:lnTo>
                  <a:lnTo>
                    <a:pt x="3290" y="8355"/>
                  </a:lnTo>
                  <a:lnTo>
                    <a:pt x="2684" y="12734"/>
                  </a:lnTo>
                  <a:lnTo>
                    <a:pt x="2604" y="13360"/>
                  </a:lnTo>
                  <a:lnTo>
                    <a:pt x="2503" y="14026"/>
                  </a:lnTo>
                  <a:lnTo>
                    <a:pt x="2361" y="14712"/>
                  </a:lnTo>
                  <a:lnTo>
                    <a:pt x="2281" y="15055"/>
                  </a:lnTo>
                  <a:lnTo>
                    <a:pt x="2180" y="15398"/>
                  </a:lnTo>
                  <a:lnTo>
                    <a:pt x="2059" y="15741"/>
                  </a:lnTo>
                  <a:lnTo>
                    <a:pt x="1938" y="16084"/>
                  </a:lnTo>
                  <a:lnTo>
                    <a:pt x="1796" y="16407"/>
                  </a:lnTo>
                  <a:lnTo>
                    <a:pt x="1635" y="16730"/>
                  </a:lnTo>
                  <a:lnTo>
                    <a:pt x="1453" y="17053"/>
                  </a:lnTo>
                  <a:lnTo>
                    <a:pt x="1252" y="17355"/>
                  </a:lnTo>
                  <a:lnTo>
                    <a:pt x="1030" y="17638"/>
                  </a:lnTo>
                  <a:lnTo>
                    <a:pt x="787" y="17900"/>
                  </a:lnTo>
                  <a:lnTo>
                    <a:pt x="606" y="18082"/>
                  </a:lnTo>
                  <a:lnTo>
                    <a:pt x="404" y="18243"/>
                  </a:lnTo>
                  <a:lnTo>
                    <a:pt x="202" y="18384"/>
                  </a:lnTo>
                  <a:lnTo>
                    <a:pt x="0" y="18526"/>
                  </a:lnTo>
                  <a:lnTo>
                    <a:pt x="41" y="18606"/>
                  </a:lnTo>
                  <a:lnTo>
                    <a:pt x="263" y="18465"/>
                  </a:lnTo>
                  <a:lnTo>
                    <a:pt x="465" y="18304"/>
                  </a:lnTo>
                  <a:lnTo>
                    <a:pt x="666" y="18142"/>
                  </a:lnTo>
                  <a:lnTo>
                    <a:pt x="848" y="17961"/>
                  </a:lnTo>
                  <a:lnTo>
                    <a:pt x="1090" y="17678"/>
                  </a:lnTo>
                  <a:lnTo>
                    <a:pt x="1332" y="17396"/>
                  </a:lnTo>
                  <a:lnTo>
                    <a:pt x="1534" y="17093"/>
                  </a:lnTo>
                  <a:lnTo>
                    <a:pt x="1716" y="16790"/>
                  </a:lnTo>
                  <a:lnTo>
                    <a:pt x="1877" y="16447"/>
                  </a:lnTo>
                  <a:lnTo>
                    <a:pt x="2018" y="16124"/>
                  </a:lnTo>
                  <a:lnTo>
                    <a:pt x="2139" y="15781"/>
                  </a:lnTo>
                  <a:lnTo>
                    <a:pt x="2240" y="15438"/>
                  </a:lnTo>
                  <a:lnTo>
                    <a:pt x="2341" y="15075"/>
                  </a:lnTo>
                  <a:lnTo>
                    <a:pt x="2442" y="14732"/>
                  </a:lnTo>
                  <a:lnTo>
                    <a:pt x="2563" y="14046"/>
                  </a:lnTo>
                  <a:lnTo>
                    <a:pt x="2684" y="13380"/>
                  </a:lnTo>
                  <a:lnTo>
                    <a:pt x="2765" y="12734"/>
                  </a:lnTo>
                  <a:lnTo>
                    <a:pt x="3370" y="8375"/>
                  </a:lnTo>
                  <a:lnTo>
                    <a:pt x="3512" y="7306"/>
                  </a:lnTo>
                  <a:lnTo>
                    <a:pt x="3633" y="6216"/>
                  </a:lnTo>
                  <a:lnTo>
                    <a:pt x="3673" y="5671"/>
                  </a:lnTo>
                  <a:lnTo>
                    <a:pt x="3693" y="5126"/>
                  </a:lnTo>
                  <a:lnTo>
                    <a:pt x="3693" y="4581"/>
                  </a:lnTo>
                  <a:lnTo>
                    <a:pt x="3653" y="4036"/>
                  </a:lnTo>
                  <a:lnTo>
                    <a:pt x="3613" y="3572"/>
                  </a:lnTo>
                  <a:lnTo>
                    <a:pt x="3532" y="3088"/>
                  </a:lnTo>
                  <a:lnTo>
                    <a:pt x="3431" y="2583"/>
                  </a:lnTo>
                  <a:lnTo>
                    <a:pt x="3290" y="2059"/>
                  </a:lnTo>
                  <a:lnTo>
                    <a:pt x="3088" y="1534"/>
                  </a:lnTo>
                  <a:lnTo>
                    <a:pt x="2967" y="1272"/>
                  </a:lnTo>
                  <a:lnTo>
                    <a:pt x="2826" y="1009"/>
                  </a:lnTo>
                  <a:lnTo>
                    <a:pt x="2684" y="747"/>
                  </a:lnTo>
                  <a:lnTo>
                    <a:pt x="2523" y="485"/>
                  </a:lnTo>
                  <a:lnTo>
                    <a:pt x="2341" y="243"/>
                  </a:lnTo>
                  <a:lnTo>
                    <a:pt x="2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7"/>
            <p:cNvSpPr/>
            <p:nvPr/>
          </p:nvSpPr>
          <p:spPr>
            <a:xfrm flipH="1">
              <a:off x="-3448112" y="-5027215"/>
              <a:ext cx="1867255" cy="1352794"/>
            </a:xfrm>
            <a:custGeom>
              <a:rect b="b" l="l" r="r" t="t"/>
              <a:pathLst>
                <a:path extrusionOk="0" h="24197" w="33399">
                  <a:moveTo>
                    <a:pt x="13521" y="1"/>
                  </a:moveTo>
                  <a:lnTo>
                    <a:pt x="12391" y="21"/>
                  </a:lnTo>
                  <a:lnTo>
                    <a:pt x="11200" y="61"/>
                  </a:lnTo>
                  <a:lnTo>
                    <a:pt x="10009" y="101"/>
                  </a:lnTo>
                  <a:lnTo>
                    <a:pt x="8012" y="223"/>
                  </a:lnTo>
                  <a:lnTo>
                    <a:pt x="5832" y="364"/>
                  </a:lnTo>
                  <a:lnTo>
                    <a:pt x="5287" y="404"/>
                  </a:lnTo>
                  <a:lnTo>
                    <a:pt x="4702" y="424"/>
                  </a:lnTo>
                  <a:lnTo>
                    <a:pt x="3996" y="445"/>
                  </a:lnTo>
                  <a:lnTo>
                    <a:pt x="3289" y="485"/>
                  </a:lnTo>
                  <a:lnTo>
                    <a:pt x="2926" y="525"/>
                  </a:lnTo>
                  <a:lnTo>
                    <a:pt x="2603" y="586"/>
                  </a:lnTo>
                  <a:lnTo>
                    <a:pt x="2260" y="646"/>
                  </a:lnTo>
                  <a:lnTo>
                    <a:pt x="1958" y="747"/>
                  </a:lnTo>
                  <a:lnTo>
                    <a:pt x="1796" y="808"/>
                  </a:lnTo>
                  <a:lnTo>
                    <a:pt x="1655" y="868"/>
                  </a:lnTo>
                  <a:lnTo>
                    <a:pt x="1514" y="949"/>
                  </a:lnTo>
                  <a:lnTo>
                    <a:pt x="1372" y="1050"/>
                  </a:lnTo>
                  <a:lnTo>
                    <a:pt x="1251" y="1151"/>
                  </a:lnTo>
                  <a:lnTo>
                    <a:pt x="1130" y="1272"/>
                  </a:lnTo>
                  <a:lnTo>
                    <a:pt x="1009" y="1413"/>
                  </a:lnTo>
                  <a:lnTo>
                    <a:pt x="888" y="1554"/>
                  </a:lnTo>
                  <a:lnTo>
                    <a:pt x="686" y="1877"/>
                  </a:lnTo>
                  <a:lnTo>
                    <a:pt x="505" y="2241"/>
                  </a:lnTo>
                  <a:lnTo>
                    <a:pt x="343" y="2664"/>
                  </a:lnTo>
                  <a:lnTo>
                    <a:pt x="222" y="3128"/>
                  </a:lnTo>
                  <a:lnTo>
                    <a:pt x="141" y="3532"/>
                  </a:lnTo>
                  <a:lnTo>
                    <a:pt x="81" y="3956"/>
                  </a:lnTo>
                  <a:lnTo>
                    <a:pt x="40" y="4380"/>
                  </a:lnTo>
                  <a:lnTo>
                    <a:pt x="0" y="4783"/>
                  </a:lnTo>
                  <a:lnTo>
                    <a:pt x="0" y="5187"/>
                  </a:lnTo>
                  <a:lnTo>
                    <a:pt x="20" y="5550"/>
                  </a:lnTo>
                  <a:lnTo>
                    <a:pt x="40" y="5893"/>
                  </a:lnTo>
                  <a:lnTo>
                    <a:pt x="61" y="6216"/>
                  </a:lnTo>
                  <a:lnTo>
                    <a:pt x="121" y="6680"/>
                  </a:lnTo>
                  <a:lnTo>
                    <a:pt x="222" y="7144"/>
                  </a:lnTo>
                  <a:lnTo>
                    <a:pt x="323" y="7608"/>
                  </a:lnTo>
                  <a:lnTo>
                    <a:pt x="424" y="8052"/>
                  </a:lnTo>
                  <a:lnTo>
                    <a:pt x="686" y="8960"/>
                  </a:lnTo>
                  <a:lnTo>
                    <a:pt x="969" y="9848"/>
                  </a:lnTo>
                  <a:lnTo>
                    <a:pt x="1191" y="10595"/>
                  </a:lnTo>
                  <a:lnTo>
                    <a:pt x="1413" y="11362"/>
                  </a:lnTo>
                  <a:lnTo>
                    <a:pt x="1635" y="12230"/>
                  </a:lnTo>
                  <a:lnTo>
                    <a:pt x="1836" y="13118"/>
                  </a:lnTo>
                  <a:lnTo>
                    <a:pt x="1998" y="14026"/>
                  </a:lnTo>
                  <a:lnTo>
                    <a:pt x="2119" y="14914"/>
                  </a:lnTo>
                  <a:lnTo>
                    <a:pt x="2220" y="15822"/>
                  </a:lnTo>
                  <a:lnTo>
                    <a:pt x="2280" y="16730"/>
                  </a:lnTo>
                  <a:lnTo>
                    <a:pt x="2321" y="17638"/>
                  </a:lnTo>
                  <a:lnTo>
                    <a:pt x="2321" y="18546"/>
                  </a:lnTo>
                  <a:lnTo>
                    <a:pt x="2280" y="19656"/>
                  </a:lnTo>
                  <a:lnTo>
                    <a:pt x="2260" y="20403"/>
                  </a:lnTo>
                  <a:lnTo>
                    <a:pt x="2240" y="21169"/>
                  </a:lnTo>
                  <a:lnTo>
                    <a:pt x="2260" y="21936"/>
                  </a:lnTo>
                  <a:lnTo>
                    <a:pt x="2301" y="22320"/>
                  </a:lnTo>
                  <a:lnTo>
                    <a:pt x="2341" y="22703"/>
                  </a:lnTo>
                  <a:lnTo>
                    <a:pt x="2381" y="23046"/>
                  </a:lnTo>
                  <a:lnTo>
                    <a:pt x="2442" y="23248"/>
                  </a:lnTo>
                  <a:lnTo>
                    <a:pt x="2502" y="23430"/>
                  </a:lnTo>
                  <a:lnTo>
                    <a:pt x="2583" y="23611"/>
                  </a:lnTo>
                  <a:lnTo>
                    <a:pt x="2684" y="23773"/>
                  </a:lnTo>
                  <a:lnTo>
                    <a:pt x="2825" y="23914"/>
                  </a:lnTo>
                  <a:lnTo>
                    <a:pt x="2987" y="24055"/>
                  </a:lnTo>
                  <a:lnTo>
                    <a:pt x="3128" y="24116"/>
                  </a:lnTo>
                  <a:lnTo>
                    <a:pt x="3249" y="24156"/>
                  </a:lnTo>
                  <a:lnTo>
                    <a:pt x="3390" y="24196"/>
                  </a:lnTo>
                  <a:lnTo>
                    <a:pt x="3532" y="24196"/>
                  </a:lnTo>
                  <a:lnTo>
                    <a:pt x="3733" y="24176"/>
                  </a:lnTo>
                  <a:lnTo>
                    <a:pt x="3955" y="24136"/>
                  </a:lnTo>
                  <a:lnTo>
                    <a:pt x="4177" y="24055"/>
                  </a:lnTo>
                  <a:lnTo>
                    <a:pt x="4379" y="23934"/>
                  </a:lnTo>
                  <a:lnTo>
                    <a:pt x="4601" y="23813"/>
                  </a:lnTo>
                  <a:lnTo>
                    <a:pt x="4823" y="23652"/>
                  </a:lnTo>
                  <a:lnTo>
                    <a:pt x="5247" y="23329"/>
                  </a:lnTo>
                  <a:lnTo>
                    <a:pt x="5630" y="23026"/>
                  </a:lnTo>
                  <a:lnTo>
                    <a:pt x="6014" y="22743"/>
                  </a:lnTo>
                  <a:lnTo>
                    <a:pt x="6417" y="22481"/>
                  </a:lnTo>
                  <a:lnTo>
                    <a:pt x="6821" y="22239"/>
                  </a:lnTo>
                  <a:lnTo>
                    <a:pt x="7245" y="21997"/>
                  </a:lnTo>
                  <a:lnTo>
                    <a:pt x="7689" y="21775"/>
                  </a:lnTo>
                  <a:lnTo>
                    <a:pt x="8133" y="21553"/>
                  </a:lnTo>
                  <a:lnTo>
                    <a:pt x="8577" y="21371"/>
                  </a:lnTo>
                  <a:lnTo>
                    <a:pt x="9041" y="21169"/>
                  </a:lnTo>
                  <a:lnTo>
                    <a:pt x="9525" y="21008"/>
                  </a:lnTo>
                  <a:lnTo>
                    <a:pt x="10009" y="20867"/>
                  </a:lnTo>
                  <a:lnTo>
                    <a:pt x="10494" y="20725"/>
                  </a:lnTo>
                  <a:lnTo>
                    <a:pt x="10998" y="20604"/>
                  </a:lnTo>
                  <a:lnTo>
                    <a:pt x="11503" y="20483"/>
                  </a:lnTo>
                  <a:lnTo>
                    <a:pt x="12027" y="20403"/>
                  </a:lnTo>
                  <a:lnTo>
                    <a:pt x="12552" y="20322"/>
                  </a:lnTo>
                  <a:lnTo>
                    <a:pt x="13460" y="20221"/>
                  </a:lnTo>
                  <a:lnTo>
                    <a:pt x="14409" y="20160"/>
                  </a:lnTo>
                  <a:lnTo>
                    <a:pt x="15377" y="20160"/>
                  </a:lnTo>
                  <a:lnTo>
                    <a:pt x="16366" y="20201"/>
                  </a:lnTo>
                  <a:lnTo>
                    <a:pt x="17355" y="20302"/>
                  </a:lnTo>
                  <a:lnTo>
                    <a:pt x="18384" y="20423"/>
                  </a:lnTo>
                  <a:lnTo>
                    <a:pt x="19433" y="20604"/>
                  </a:lnTo>
                  <a:lnTo>
                    <a:pt x="20503" y="20826"/>
                  </a:lnTo>
                  <a:lnTo>
                    <a:pt x="21714" y="21129"/>
                  </a:lnTo>
                  <a:lnTo>
                    <a:pt x="22642" y="21351"/>
                  </a:lnTo>
                  <a:lnTo>
                    <a:pt x="23591" y="21553"/>
                  </a:lnTo>
                  <a:lnTo>
                    <a:pt x="24055" y="21654"/>
                  </a:lnTo>
                  <a:lnTo>
                    <a:pt x="24539" y="21714"/>
                  </a:lnTo>
                  <a:lnTo>
                    <a:pt x="25023" y="21775"/>
                  </a:lnTo>
                  <a:lnTo>
                    <a:pt x="25508" y="21815"/>
                  </a:lnTo>
                  <a:lnTo>
                    <a:pt x="26053" y="21835"/>
                  </a:lnTo>
                  <a:lnTo>
                    <a:pt x="26597" y="21815"/>
                  </a:lnTo>
                  <a:lnTo>
                    <a:pt x="27122" y="21755"/>
                  </a:lnTo>
                  <a:lnTo>
                    <a:pt x="27647" y="21654"/>
                  </a:lnTo>
                  <a:lnTo>
                    <a:pt x="28131" y="21533"/>
                  </a:lnTo>
                  <a:lnTo>
                    <a:pt x="28595" y="21371"/>
                  </a:lnTo>
                  <a:lnTo>
                    <a:pt x="29039" y="21169"/>
                  </a:lnTo>
                  <a:lnTo>
                    <a:pt x="29443" y="20947"/>
                  </a:lnTo>
                  <a:lnTo>
                    <a:pt x="29402" y="20867"/>
                  </a:lnTo>
                  <a:lnTo>
                    <a:pt x="28999" y="21089"/>
                  </a:lnTo>
                  <a:lnTo>
                    <a:pt x="28555" y="21291"/>
                  </a:lnTo>
                  <a:lnTo>
                    <a:pt x="28111" y="21452"/>
                  </a:lnTo>
                  <a:lnTo>
                    <a:pt x="27627" y="21573"/>
                  </a:lnTo>
                  <a:lnTo>
                    <a:pt x="27122" y="21674"/>
                  </a:lnTo>
                  <a:lnTo>
                    <a:pt x="26597" y="21734"/>
                  </a:lnTo>
                  <a:lnTo>
                    <a:pt x="26053" y="21755"/>
                  </a:lnTo>
                  <a:lnTo>
                    <a:pt x="25508" y="21734"/>
                  </a:lnTo>
                  <a:lnTo>
                    <a:pt x="25023" y="21694"/>
                  </a:lnTo>
                  <a:lnTo>
                    <a:pt x="24539" y="21634"/>
                  </a:lnTo>
                  <a:lnTo>
                    <a:pt x="24075" y="21573"/>
                  </a:lnTo>
                  <a:lnTo>
                    <a:pt x="23591" y="21472"/>
                  </a:lnTo>
                  <a:lnTo>
                    <a:pt x="22662" y="21270"/>
                  </a:lnTo>
                  <a:lnTo>
                    <a:pt x="21734" y="21048"/>
                  </a:lnTo>
                  <a:lnTo>
                    <a:pt x="20503" y="20746"/>
                  </a:lnTo>
                  <a:lnTo>
                    <a:pt x="19454" y="20524"/>
                  </a:lnTo>
                  <a:lnTo>
                    <a:pt x="18404" y="20342"/>
                  </a:lnTo>
                  <a:lnTo>
                    <a:pt x="17375" y="20221"/>
                  </a:lnTo>
                  <a:lnTo>
                    <a:pt x="16366" y="20120"/>
                  </a:lnTo>
                  <a:lnTo>
                    <a:pt x="15377" y="20080"/>
                  </a:lnTo>
                  <a:lnTo>
                    <a:pt x="14409" y="20080"/>
                  </a:lnTo>
                  <a:lnTo>
                    <a:pt x="13460" y="20140"/>
                  </a:lnTo>
                  <a:lnTo>
                    <a:pt x="12532" y="20241"/>
                  </a:lnTo>
                  <a:lnTo>
                    <a:pt x="12007" y="20322"/>
                  </a:lnTo>
                  <a:lnTo>
                    <a:pt x="11503" y="20403"/>
                  </a:lnTo>
                  <a:lnTo>
                    <a:pt x="10978" y="20524"/>
                  </a:lnTo>
                  <a:lnTo>
                    <a:pt x="10474" y="20645"/>
                  </a:lnTo>
                  <a:lnTo>
                    <a:pt x="9989" y="20786"/>
                  </a:lnTo>
                  <a:lnTo>
                    <a:pt x="9505" y="20927"/>
                  </a:lnTo>
                  <a:lnTo>
                    <a:pt x="9021" y="21109"/>
                  </a:lnTo>
                  <a:lnTo>
                    <a:pt x="8556" y="21291"/>
                  </a:lnTo>
                  <a:lnTo>
                    <a:pt x="8092" y="21492"/>
                  </a:lnTo>
                  <a:lnTo>
                    <a:pt x="7648" y="21694"/>
                  </a:lnTo>
                  <a:lnTo>
                    <a:pt x="7204" y="21916"/>
                  </a:lnTo>
                  <a:lnTo>
                    <a:pt x="6781" y="22158"/>
                  </a:lnTo>
                  <a:lnTo>
                    <a:pt x="6377" y="22421"/>
                  </a:lnTo>
                  <a:lnTo>
                    <a:pt x="5973" y="22683"/>
                  </a:lnTo>
                  <a:lnTo>
                    <a:pt x="5590" y="22965"/>
                  </a:lnTo>
                  <a:lnTo>
                    <a:pt x="5207" y="23268"/>
                  </a:lnTo>
                  <a:lnTo>
                    <a:pt x="4924" y="23490"/>
                  </a:lnTo>
                  <a:lnTo>
                    <a:pt x="4641" y="23692"/>
                  </a:lnTo>
                  <a:lnTo>
                    <a:pt x="4359" y="23853"/>
                  </a:lnTo>
                  <a:lnTo>
                    <a:pt x="4076" y="23995"/>
                  </a:lnTo>
                  <a:lnTo>
                    <a:pt x="3935" y="24055"/>
                  </a:lnTo>
                  <a:lnTo>
                    <a:pt x="3814" y="24096"/>
                  </a:lnTo>
                  <a:lnTo>
                    <a:pt x="3673" y="24116"/>
                  </a:lnTo>
                  <a:lnTo>
                    <a:pt x="3411" y="24116"/>
                  </a:lnTo>
                  <a:lnTo>
                    <a:pt x="3269" y="24096"/>
                  </a:lnTo>
                  <a:lnTo>
                    <a:pt x="3148" y="24035"/>
                  </a:lnTo>
                  <a:lnTo>
                    <a:pt x="3027" y="23974"/>
                  </a:lnTo>
                  <a:lnTo>
                    <a:pt x="2886" y="23853"/>
                  </a:lnTo>
                  <a:lnTo>
                    <a:pt x="2745" y="23712"/>
                  </a:lnTo>
                  <a:lnTo>
                    <a:pt x="2644" y="23551"/>
                  </a:lnTo>
                  <a:lnTo>
                    <a:pt x="2583" y="23389"/>
                  </a:lnTo>
                  <a:lnTo>
                    <a:pt x="2523" y="23208"/>
                  </a:lnTo>
                  <a:lnTo>
                    <a:pt x="2462" y="23026"/>
                  </a:lnTo>
                  <a:lnTo>
                    <a:pt x="2422" y="22683"/>
                  </a:lnTo>
                  <a:lnTo>
                    <a:pt x="2381" y="22300"/>
                  </a:lnTo>
                  <a:lnTo>
                    <a:pt x="2341" y="21936"/>
                  </a:lnTo>
                  <a:lnTo>
                    <a:pt x="2321" y="21169"/>
                  </a:lnTo>
                  <a:lnTo>
                    <a:pt x="2341" y="20403"/>
                  </a:lnTo>
                  <a:lnTo>
                    <a:pt x="2361" y="19656"/>
                  </a:lnTo>
                  <a:lnTo>
                    <a:pt x="2402" y="18546"/>
                  </a:lnTo>
                  <a:lnTo>
                    <a:pt x="2402" y="17638"/>
                  </a:lnTo>
                  <a:lnTo>
                    <a:pt x="2361" y="16710"/>
                  </a:lnTo>
                  <a:lnTo>
                    <a:pt x="2301" y="15802"/>
                  </a:lnTo>
                  <a:lnTo>
                    <a:pt x="2200" y="14914"/>
                  </a:lnTo>
                  <a:lnTo>
                    <a:pt x="2079" y="14006"/>
                  </a:lnTo>
                  <a:lnTo>
                    <a:pt x="1917" y="13118"/>
                  </a:lnTo>
                  <a:lnTo>
                    <a:pt x="1715" y="12230"/>
                  </a:lnTo>
                  <a:lnTo>
                    <a:pt x="1493" y="11342"/>
                  </a:lnTo>
                  <a:lnTo>
                    <a:pt x="1271" y="10575"/>
                  </a:lnTo>
                  <a:lnTo>
                    <a:pt x="1029" y="9828"/>
                  </a:lnTo>
                  <a:lnTo>
                    <a:pt x="767" y="8940"/>
                  </a:lnTo>
                  <a:lnTo>
                    <a:pt x="505" y="8032"/>
                  </a:lnTo>
                  <a:lnTo>
                    <a:pt x="404" y="7588"/>
                  </a:lnTo>
                  <a:lnTo>
                    <a:pt x="303" y="7124"/>
                  </a:lnTo>
                  <a:lnTo>
                    <a:pt x="202" y="6660"/>
                  </a:lnTo>
                  <a:lnTo>
                    <a:pt x="141" y="6196"/>
                  </a:lnTo>
                  <a:lnTo>
                    <a:pt x="101" y="5853"/>
                  </a:lnTo>
                  <a:lnTo>
                    <a:pt x="81" y="5469"/>
                  </a:lnTo>
                  <a:lnTo>
                    <a:pt x="81" y="5086"/>
                  </a:lnTo>
                  <a:lnTo>
                    <a:pt x="101" y="4682"/>
                  </a:lnTo>
                  <a:lnTo>
                    <a:pt x="121" y="4279"/>
                  </a:lnTo>
                  <a:lnTo>
                    <a:pt x="162" y="3855"/>
                  </a:lnTo>
                  <a:lnTo>
                    <a:pt x="242" y="3451"/>
                  </a:lnTo>
                  <a:lnTo>
                    <a:pt x="323" y="3048"/>
                  </a:lnTo>
                  <a:lnTo>
                    <a:pt x="424" y="2664"/>
                  </a:lnTo>
                  <a:lnTo>
                    <a:pt x="565" y="2301"/>
                  </a:lnTo>
                  <a:lnTo>
                    <a:pt x="727" y="1958"/>
                  </a:lnTo>
                  <a:lnTo>
                    <a:pt x="928" y="1655"/>
                  </a:lnTo>
                  <a:lnTo>
                    <a:pt x="1130" y="1373"/>
                  </a:lnTo>
                  <a:lnTo>
                    <a:pt x="1251" y="1252"/>
                  </a:lnTo>
                  <a:lnTo>
                    <a:pt x="1393" y="1151"/>
                  </a:lnTo>
                  <a:lnTo>
                    <a:pt x="1514" y="1050"/>
                  </a:lnTo>
                  <a:lnTo>
                    <a:pt x="1655" y="949"/>
                  </a:lnTo>
                  <a:lnTo>
                    <a:pt x="1816" y="888"/>
                  </a:lnTo>
                  <a:lnTo>
                    <a:pt x="1978" y="828"/>
                  </a:lnTo>
                  <a:lnTo>
                    <a:pt x="2280" y="727"/>
                  </a:lnTo>
                  <a:lnTo>
                    <a:pt x="2603" y="666"/>
                  </a:lnTo>
                  <a:lnTo>
                    <a:pt x="2946" y="606"/>
                  </a:lnTo>
                  <a:lnTo>
                    <a:pt x="3289" y="566"/>
                  </a:lnTo>
                  <a:lnTo>
                    <a:pt x="3996" y="525"/>
                  </a:lnTo>
                  <a:lnTo>
                    <a:pt x="4702" y="505"/>
                  </a:lnTo>
                  <a:lnTo>
                    <a:pt x="5287" y="485"/>
                  </a:lnTo>
                  <a:lnTo>
                    <a:pt x="5852" y="445"/>
                  </a:lnTo>
                  <a:lnTo>
                    <a:pt x="8012" y="303"/>
                  </a:lnTo>
                  <a:lnTo>
                    <a:pt x="10009" y="182"/>
                  </a:lnTo>
                  <a:lnTo>
                    <a:pt x="11200" y="142"/>
                  </a:lnTo>
                  <a:lnTo>
                    <a:pt x="12391" y="101"/>
                  </a:lnTo>
                  <a:lnTo>
                    <a:pt x="13521" y="81"/>
                  </a:lnTo>
                  <a:lnTo>
                    <a:pt x="14651" y="81"/>
                  </a:lnTo>
                  <a:lnTo>
                    <a:pt x="15741" y="101"/>
                  </a:lnTo>
                  <a:lnTo>
                    <a:pt x="16790" y="122"/>
                  </a:lnTo>
                  <a:lnTo>
                    <a:pt x="17839" y="182"/>
                  </a:lnTo>
                  <a:lnTo>
                    <a:pt x="18868" y="243"/>
                  </a:lnTo>
                  <a:lnTo>
                    <a:pt x="19857" y="323"/>
                  </a:lnTo>
                  <a:lnTo>
                    <a:pt x="20826" y="404"/>
                  </a:lnTo>
                  <a:lnTo>
                    <a:pt x="21795" y="525"/>
                  </a:lnTo>
                  <a:lnTo>
                    <a:pt x="22723" y="666"/>
                  </a:lnTo>
                  <a:lnTo>
                    <a:pt x="23651" y="808"/>
                  </a:lnTo>
                  <a:lnTo>
                    <a:pt x="24559" y="969"/>
                  </a:lnTo>
                  <a:lnTo>
                    <a:pt x="25447" y="1151"/>
                  </a:lnTo>
                  <a:lnTo>
                    <a:pt x="26335" y="1353"/>
                  </a:lnTo>
                  <a:lnTo>
                    <a:pt x="27082" y="1534"/>
                  </a:lnTo>
                  <a:lnTo>
                    <a:pt x="27828" y="1756"/>
                  </a:lnTo>
                  <a:lnTo>
                    <a:pt x="28575" y="2019"/>
                  </a:lnTo>
                  <a:lnTo>
                    <a:pt x="28958" y="2160"/>
                  </a:lnTo>
                  <a:lnTo>
                    <a:pt x="29322" y="2321"/>
                  </a:lnTo>
                  <a:lnTo>
                    <a:pt x="29665" y="2503"/>
                  </a:lnTo>
                  <a:lnTo>
                    <a:pt x="30028" y="2684"/>
                  </a:lnTo>
                  <a:lnTo>
                    <a:pt x="30371" y="2886"/>
                  </a:lnTo>
                  <a:lnTo>
                    <a:pt x="30694" y="3108"/>
                  </a:lnTo>
                  <a:lnTo>
                    <a:pt x="30997" y="3350"/>
                  </a:lnTo>
                  <a:lnTo>
                    <a:pt x="31299" y="3613"/>
                  </a:lnTo>
                  <a:lnTo>
                    <a:pt x="31582" y="3895"/>
                  </a:lnTo>
                  <a:lnTo>
                    <a:pt x="31844" y="4198"/>
                  </a:lnTo>
                  <a:lnTo>
                    <a:pt x="32086" y="4521"/>
                  </a:lnTo>
                  <a:lnTo>
                    <a:pt x="32288" y="4844"/>
                  </a:lnTo>
                  <a:lnTo>
                    <a:pt x="32470" y="5167"/>
                  </a:lnTo>
                  <a:lnTo>
                    <a:pt x="32631" y="5490"/>
                  </a:lnTo>
                  <a:lnTo>
                    <a:pt x="32772" y="5833"/>
                  </a:lnTo>
                  <a:lnTo>
                    <a:pt x="32894" y="6176"/>
                  </a:lnTo>
                  <a:lnTo>
                    <a:pt x="33015" y="6519"/>
                  </a:lnTo>
                  <a:lnTo>
                    <a:pt x="33095" y="6862"/>
                  </a:lnTo>
                  <a:lnTo>
                    <a:pt x="33156" y="7205"/>
                  </a:lnTo>
                  <a:lnTo>
                    <a:pt x="33216" y="7548"/>
                  </a:lnTo>
                  <a:lnTo>
                    <a:pt x="33277" y="8214"/>
                  </a:lnTo>
                  <a:lnTo>
                    <a:pt x="33317" y="8860"/>
                  </a:lnTo>
                  <a:lnTo>
                    <a:pt x="33297" y="9445"/>
                  </a:lnTo>
                  <a:lnTo>
                    <a:pt x="33277" y="9949"/>
                  </a:lnTo>
                  <a:lnTo>
                    <a:pt x="33216" y="10454"/>
                  </a:lnTo>
                  <a:lnTo>
                    <a:pt x="33156" y="10938"/>
                  </a:lnTo>
                  <a:lnTo>
                    <a:pt x="33095" y="11443"/>
                  </a:lnTo>
                  <a:lnTo>
                    <a:pt x="32914" y="12431"/>
                  </a:lnTo>
                  <a:lnTo>
                    <a:pt x="32732" y="13420"/>
                  </a:lnTo>
                  <a:lnTo>
                    <a:pt x="32450" y="14954"/>
                  </a:lnTo>
                  <a:lnTo>
                    <a:pt x="32288" y="15923"/>
                  </a:lnTo>
                  <a:lnTo>
                    <a:pt x="32167" y="16710"/>
                  </a:lnTo>
                  <a:lnTo>
                    <a:pt x="32026" y="17497"/>
                  </a:lnTo>
                  <a:lnTo>
                    <a:pt x="31844" y="18284"/>
                  </a:lnTo>
                  <a:lnTo>
                    <a:pt x="31743" y="18667"/>
                  </a:lnTo>
                  <a:lnTo>
                    <a:pt x="31622" y="19051"/>
                  </a:lnTo>
                  <a:lnTo>
                    <a:pt x="31481" y="19454"/>
                  </a:lnTo>
                  <a:lnTo>
                    <a:pt x="31319" y="19898"/>
                  </a:lnTo>
                  <a:lnTo>
                    <a:pt x="31098" y="20342"/>
                  </a:lnTo>
                  <a:lnTo>
                    <a:pt x="30835" y="20806"/>
                  </a:lnTo>
                  <a:lnTo>
                    <a:pt x="30553" y="21250"/>
                  </a:lnTo>
                  <a:lnTo>
                    <a:pt x="30371" y="21472"/>
                  </a:lnTo>
                  <a:lnTo>
                    <a:pt x="30210" y="21674"/>
                  </a:lnTo>
                  <a:lnTo>
                    <a:pt x="30008" y="21876"/>
                  </a:lnTo>
                  <a:lnTo>
                    <a:pt x="29806" y="22078"/>
                  </a:lnTo>
                  <a:lnTo>
                    <a:pt x="29584" y="22259"/>
                  </a:lnTo>
                  <a:lnTo>
                    <a:pt x="29362" y="22441"/>
                  </a:lnTo>
                  <a:lnTo>
                    <a:pt x="29402" y="22501"/>
                  </a:lnTo>
                  <a:lnTo>
                    <a:pt x="29766" y="22219"/>
                  </a:lnTo>
                  <a:lnTo>
                    <a:pt x="30129" y="21876"/>
                  </a:lnTo>
                  <a:lnTo>
                    <a:pt x="30452" y="21513"/>
                  </a:lnTo>
                  <a:lnTo>
                    <a:pt x="30754" y="21089"/>
                  </a:lnTo>
                  <a:lnTo>
                    <a:pt x="31037" y="20645"/>
                  </a:lnTo>
                  <a:lnTo>
                    <a:pt x="31279" y="20160"/>
                  </a:lnTo>
                  <a:lnTo>
                    <a:pt x="31501" y="19636"/>
                  </a:lnTo>
                  <a:lnTo>
                    <a:pt x="31703" y="19071"/>
                  </a:lnTo>
                  <a:lnTo>
                    <a:pt x="31824" y="18687"/>
                  </a:lnTo>
                  <a:lnTo>
                    <a:pt x="31925" y="18304"/>
                  </a:lnTo>
                  <a:lnTo>
                    <a:pt x="32086" y="17517"/>
                  </a:lnTo>
                  <a:lnTo>
                    <a:pt x="32248" y="16730"/>
                  </a:lnTo>
                  <a:lnTo>
                    <a:pt x="32369" y="15943"/>
                  </a:lnTo>
                  <a:lnTo>
                    <a:pt x="32530" y="14954"/>
                  </a:lnTo>
                  <a:lnTo>
                    <a:pt x="32813" y="13440"/>
                  </a:lnTo>
                  <a:lnTo>
                    <a:pt x="32994" y="12452"/>
                  </a:lnTo>
                  <a:lnTo>
                    <a:pt x="33176" y="11463"/>
                  </a:lnTo>
                  <a:lnTo>
                    <a:pt x="33237" y="10958"/>
                  </a:lnTo>
                  <a:lnTo>
                    <a:pt x="33297" y="10454"/>
                  </a:lnTo>
                  <a:lnTo>
                    <a:pt x="33358" y="9949"/>
                  </a:lnTo>
                  <a:lnTo>
                    <a:pt x="33378" y="9445"/>
                  </a:lnTo>
                  <a:lnTo>
                    <a:pt x="33398" y="8860"/>
                  </a:lnTo>
                  <a:lnTo>
                    <a:pt x="33358" y="8214"/>
                  </a:lnTo>
                  <a:lnTo>
                    <a:pt x="33337" y="7871"/>
                  </a:lnTo>
                  <a:lnTo>
                    <a:pt x="33297" y="7548"/>
                  </a:lnTo>
                  <a:lnTo>
                    <a:pt x="33237" y="7205"/>
                  </a:lnTo>
                  <a:lnTo>
                    <a:pt x="33176" y="6842"/>
                  </a:lnTo>
                  <a:lnTo>
                    <a:pt x="33075" y="6499"/>
                  </a:lnTo>
                  <a:lnTo>
                    <a:pt x="32974" y="6155"/>
                  </a:lnTo>
                  <a:lnTo>
                    <a:pt x="32853" y="5812"/>
                  </a:lnTo>
                  <a:lnTo>
                    <a:pt x="32712" y="5469"/>
                  </a:lnTo>
                  <a:lnTo>
                    <a:pt x="32550" y="5126"/>
                  </a:lnTo>
                  <a:lnTo>
                    <a:pt x="32369" y="4783"/>
                  </a:lnTo>
                  <a:lnTo>
                    <a:pt x="32147" y="4460"/>
                  </a:lnTo>
                  <a:lnTo>
                    <a:pt x="31925" y="4158"/>
                  </a:lnTo>
                  <a:lnTo>
                    <a:pt x="31642" y="3855"/>
                  </a:lnTo>
                  <a:lnTo>
                    <a:pt x="31360" y="3552"/>
                  </a:lnTo>
                  <a:lnTo>
                    <a:pt x="31057" y="3290"/>
                  </a:lnTo>
                  <a:lnTo>
                    <a:pt x="30734" y="3048"/>
                  </a:lnTo>
                  <a:lnTo>
                    <a:pt x="30411" y="2826"/>
                  </a:lnTo>
                  <a:lnTo>
                    <a:pt x="30068" y="2624"/>
                  </a:lnTo>
                  <a:lnTo>
                    <a:pt x="29725" y="2422"/>
                  </a:lnTo>
                  <a:lnTo>
                    <a:pt x="29362" y="2241"/>
                  </a:lnTo>
                  <a:lnTo>
                    <a:pt x="28979" y="2079"/>
                  </a:lnTo>
                  <a:lnTo>
                    <a:pt x="28615" y="1938"/>
                  </a:lnTo>
                  <a:lnTo>
                    <a:pt x="27849" y="1675"/>
                  </a:lnTo>
                  <a:lnTo>
                    <a:pt x="27102" y="1454"/>
                  </a:lnTo>
                  <a:lnTo>
                    <a:pt x="26355" y="1272"/>
                  </a:lnTo>
                  <a:lnTo>
                    <a:pt x="25467" y="1070"/>
                  </a:lnTo>
                  <a:lnTo>
                    <a:pt x="24579" y="888"/>
                  </a:lnTo>
                  <a:lnTo>
                    <a:pt x="23671" y="727"/>
                  </a:lnTo>
                  <a:lnTo>
                    <a:pt x="22743" y="586"/>
                  </a:lnTo>
                  <a:lnTo>
                    <a:pt x="21795" y="445"/>
                  </a:lnTo>
                  <a:lnTo>
                    <a:pt x="20846" y="344"/>
                  </a:lnTo>
                  <a:lnTo>
                    <a:pt x="19857" y="243"/>
                  </a:lnTo>
                  <a:lnTo>
                    <a:pt x="18868" y="162"/>
                  </a:lnTo>
                  <a:lnTo>
                    <a:pt x="17839" y="101"/>
                  </a:lnTo>
                  <a:lnTo>
                    <a:pt x="16810" y="41"/>
                  </a:lnTo>
                  <a:lnTo>
                    <a:pt x="15741" y="21"/>
                  </a:lnTo>
                  <a:lnTo>
                    <a:pt x="146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7"/>
            <p:cNvSpPr/>
            <p:nvPr/>
          </p:nvSpPr>
          <p:spPr>
            <a:xfrm flipH="1">
              <a:off x="-3224708" y="-4984335"/>
              <a:ext cx="1754433" cy="1582965"/>
            </a:xfrm>
            <a:custGeom>
              <a:rect b="b" l="l" r="r" t="t"/>
              <a:pathLst>
                <a:path extrusionOk="0" h="28314" w="31381">
                  <a:moveTo>
                    <a:pt x="3310" y="0"/>
                  </a:moveTo>
                  <a:lnTo>
                    <a:pt x="1938" y="121"/>
                  </a:lnTo>
                  <a:lnTo>
                    <a:pt x="1554" y="162"/>
                  </a:lnTo>
                  <a:lnTo>
                    <a:pt x="1231" y="222"/>
                  </a:lnTo>
                  <a:lnTo>
                    <a:pt x="989" y="303"/>
                  </a:lnTo>
                  <a:lnTo>
                    <a:pt x="868" y="343"/>
                  </a:lnTo>
                  <a:lnTo>
                    <a:pt x="787" y="404"/>
                  </a:lnTo>
                  <a:lnTo>
                    <a:pt x="687" y="485"/>
                  </a:lnTo>
                  <a:lnTo>
                    <a:pt x="626" y="565"/>
                  </a:lnTo>
                  <a:lnTo>
                    <a:pt x="545" y="666"/>
                  </a:lnTo>
                  <a:lnTo>
                    <a:pt x="485" y="787"/>
                  </a:lnTo>
                  <a:lnTo>
                    <a:pt x="384" y="1070"/>
                  </a:lnTo>
                  <a:lnTo>
                    <a:pt x="283" y="1453"/>
                  </a:lnTo>
                  <a:lnTo>
                    <a:pt x="162" y="2180"/>
                  </a:lnTo>
                  <a:lnTo>
                    <a:pt x="61" y="2926"/>
                  </a:lnTo>
                  <a:lnTo>
                    <a:pt x="21" y="3693"/>
                  </a:lnTo>
                  <a:lnTo>
                    <a:pt x="0" y="4501"/>
                  </a:lnTo>
                  <a:lnTo>
                    <a:pt x="21" y="5247"/>
                  </a:lnTo>
                  <a:lnTo>
                    <a:pt x="61" y="5974"/>
                  </a:lnTo>
                  <a:lnTo>
                    <a:pt x="122" y="6700"/>
                  </a:lnTo>
                  <a:lnTo>
                    <a:pt x="202" y="7447"/>
                  </a:lnTo>
                  <a:lnTo>
                    <a:pt x="303" y="8193"/>
                  </a:lnTo>
                  <a:lnTo>
                    <a:pt x="424" y="8940"/>
                  </a:lnTo>
                  <a:lnTo>
                    <a:pt x="666" y="10514"/>
                  </a:lnTo>
                  <a:lnTo>
                    <a:pt x="909" y="11826"/>
                  </a:lnTo>
                  <a:lnTo>
                    <a:pt x="1534" y="15559"/>
                  </a:lnTo>
                  <a:lnTo>
                    <a:pt x="1837" y="17436"/>
                  </a:lnTo>
                  <a:lnTo>
                    <a:pt x="2099" y="19333"/>
                  </a:lnTo>
                  <a:lnTo>
                    <a:pt x="2341" y="21230"/>
                  </a:lnTo>
                  <a:lnTo>
                    <a:pt x="2442" y="22198"/>
                  </a:lnTo>
                  <a:lnTo>
                    <a:pt x="2543" y="23147"/>
                  </a:lnTo>
                  <a:lnTo>
                    <a:pt x="2604" y="24095"/>
                  </a:lnTo>
                  <a:lnTo>
                    <a:pt x="2684" y="25044"/>
                  </a:lnTo>
                  <a:lnTo>
                    <a:pt x="2725" y="26013"/>
                  </a:lnTo>
                  <a:lnTo>
                    <a:pt x="2745" y="26961"/>
                  </a:lnTo>
                  <a:lnTo>
                    <a:pt x="2765" y="27143"/>
                  </a:lnTo>
                  <a:lnTo>
                    <a:pt x="2785" y="27304"/>
                  </a:lnTo>
                  <a:lnTo>
                    <a:pt x="2826" y="27486"/>
                  </a:lnTo>
                  <a:lnTo>
                    <a:pt x="2866" y="27667"/>
                  </a:lnTo>
                  <a:lnTo>
                    <a:pt x="2927" y="27829"/>
                  </a:lnTo>
                  <a:lnTo>
                    <a:pt x="3007" y="27970"/>
                  </a:lnTo>
                  <a:lnTo>
                    <a:pt x="3108" y="28091"/>
                  </a:lnTo>
                  <a:lnTo>
                    <a:pt x="3209" y="28192"/>
                  </a:lnTo>
                  <a:lnTo>
                    <a:pt x="3290" y="28253"/>
                  </a:lnTo>
                  <a:lnTo>
                    <a:pt x="3371" y="28273"/>
                  </a:lnTo>
                  <a:lnTo>
                    <a:pt x="3451" y="28313"/>
                  </a:lnTo>
                  <a:lnTo>
                    <a:pt x="3532" y="28313"/>
                  </a:lnTo>
                  <a:lnTo>
                    <a:pt x="3673" y="28293"/>
                  </a:lnTo>
                  <a:lnTo>
                    <a:pt x="3754" y="28273"/>
                  </a:lnTo>
                  <a:lnTo>
                    <a:pt x="3835" y="28232"/>
                  </a:lnTo>
                  <a:lnTo>
                    <a:pt x="3956" y="28131"/>
                  </a:lnTo>
                  <a:lnTo>
                    <a:pt x="4077" y="28031"/>
                  </a:lnTo>
                  <a:lnTo>
                    <a:pt x="4178" y="27909"/>
                  </a:lnTo>
                  <a:lnTo>
                    <a:pt x="4380" y="27667"/>
                  </a:lnTo>
                  <a:lnTo>
                    <a:pt x="5126" y="26820"/>
                  </a:lnTo>
                  <a:lnTo>
                    <a:pt x="5510" y="26396"/>
                  </a:lnTo>
                  <a:lnTo>
                    <a:pt x="5893" y="25992"/>
                  </a:lnTo>
                  <a:lnTo>
                    <a:pt x="6297" y="25589"/>
                  </a:lnTo>
                  <a:lnTo>
                    <a:pt x="6700" y="25205"/>
                  </a:lnTo>
                  <a:lnTo>
                    <a:pt x="7124" y="24842"/>
                  </a:lnTo>
                  <a:lnTo>
                    <a:pt x="7588" y="24499"/>
                  </a:lnTo>
                  <a:lnTo>
                    <a:pt x="8012" y="24196"/>
                  </a:lnTo>
                  <a:lnTo>
                    <a:pt x="8476" y="23914"/>
                  </a:lnTo>
                  <a:lnTo>
                    <a:pt x="8940" y="23651"/>
                  </a:lnTo>
                  <a:lnTo>
                    <a:pt x="9445" y="23409"/>
                  </a:lnTo>
                  <a:lnTo>
                    <a:pt x="9949" y="23187"/>
                  </a:lnTo>
                  <a:lnTo>
                    <a:pt x="10474" y="22985"/>
                  </a:lnTo>
                  <a:lnTo>
                    <a:pt x="11039" y="22804"/>
                  </a:lnTo>
                  <a:lnTo>
                    <a:pt x="11604" y="22642"/>
                  </a:lnTo>
                  <a:lnTo>
                    <a:pt x="12209" y="22501"/>
                  </a:lnTo>
                  <a:lnTo>
                    <a:pt x="12815" y="22380"/>
                  </a:lnTo>
                  <a:lnTo>
                    <a:pt x="13440" y="22279"/>
                  </a:lnTo>
                  <a:lnTo>
                    <a:pt x="14086" y="22219"/>
                  </a:lnTo>
                  <a:lnTo>
                    <a:pt x="14752" y="22158"/>
                  </a:lnTo>
                  <a:lnTo>
                    <a:pt x="15438" y="22118"/>
                  </a:lnTo>
                  <a:lnTo>
                    <a:pt x="16144" y="22098"/>
                  </a:lnTo>
                  <a:lnTo>
                    <a:pt x="16871" y="22098"/>
                  </a:lnTo>
                  <a:lnTo>
                    <a:pt x="18082" y="22138"/>
                  </a:lnTo>
                  <a:lnTo>
                    <a:pt x="19293" y="22219"/>
                  </a:lnTo>
                  <a:lnTo>
                    <a:pt x="20503" y="22320"/>
                  </a:lnTo>
                  <a:lnTo>
                    <a:pt x="21694" y="22441"/>
                  </a:lnTo>
                  <a:lnTo>
                    <a:pt x="22905" y="22562"/>
                  </a:lnTo>
                  <a:lnTo>
                    <a:pt x="24156" y="22663"/>
                  </a:lnTo>
                  <a:lnTo>
                    <a:pt x="25387" y="22743"/>
                  </a:lnTo>
                  <a:lnTo>
                    <a:pt x="26638" y="22784"/>
                  </a:lnTo>
                  <a:lnTo>
                    <a:pt x="27788" y="22784"/>
                  </a:lnTo>
                  <a:lnTo>
                    <a:pt x="28414" y="22723"/>
                  </a:lnTo>
                  <a:lnTo>
                    <a:pt x="29019" y="22642"/>
                  </a:lnTo>
                  <a:lnTo>
                    <a:pt x="29342" y="22582"/>
                  </a:lnTo>
                  <a:lnTo>
                    <a:pt x="29645" y="22501"/>
                  </a:lnTo>
                  <a:lnTo>
                    <a:pt x="29948" y="22420"/>
                  </a:lnTo>
                  <a:lnTo>
                    <a:pt x="30250" y="22320"/>
                  </a:lnTo>
                  <a:lnTo>
                    <a:pt x="30533" y="22198"/>
                  </a:lnTo>
                  <a:lnTo>
                    <a:pt x="30836" y="22057"/>
                  </a:lnTo>
                  <a:lnTo>
                    <a:pt x="31118" y="21896"/>
                  </a:lnTo>
                  <a:lnTo>
                    <a:pt x="31380" y="21734"/>
                  </a:lnTo>
                  <a:lnTo>
                    <a:pt x="31340" y="21674"/>
                  </a:lnTo>
                  <a:lnTo>
                    <a:pt x="31037" y="21855"/>
                  </a:lnTo>
                  <a:lnTo>
                    <a:pt x="30674" y="22057"/>
                  </a:lnTo>
                  <a:lnTo>
                    <a:pt x="30250" y="22239"/>
                  </a:lnTo>
                  <a:lnTo>
                    <a:pt x="30008" y="22320"/>
                  </a:lnTo>
                  <a:lnTo>
                    <a:pt x="29746" y="22400"/>
                  </a:lnTo>
                  <a:lnTo>
                    <a:pt x="29463" y="22461"/>
                  </a:lnTo>
                  <a:lnTo>
                    <a:pt x="29140" y="22542"/>
                  </a:lnTo>
                  <a:lnTo>
                    <a:pt x="28797" y="22582"/>
                  </a:lnTo>
                  <a:lnTo>
                    <a:pt x="28434" y="22642"/>
                  </a:lnTo>
                  <a:lnTo>
                    <a:pt x="28031" y="22683"/>
                  </a:lnTo>
                  <a:lnTo>
                    <a:pt x="27607" y="22703"/>
                  </a:lnTo>
                  <a:lnTo>
                    <a:pt x="26638" y="22703"/>
                  </a:lnTo>
                  <a:lnTo>
                    <a:pt x="25387" y="22663"/>
                  </a:lnTo>
                  <a:lnTo>
                    <a:pt x="24156" y="22582"/>
                  </a:lnTo>
                  <a:lnTo>
                    <a:pt x="22925" y="22481"/>
                  </a:lnTo>
                  <a:lnTo>
                    <a:pt x="21694" y="22360"/>
                  </a:lnTo>
                  <a:lnTo>
                    <a:pt x="20503" y="22259"/>
                  </a:lnTo>
                  <a:lnTo>
                    <a:pt x="19293" y="22138"/>
                  </a:lnTo>
                  <a:lnTo>
                    <a:pt x="18082" y="22057"/>
                  </a:lnTo>
                  <a:lnTo>
                    <a:pt x="16871" y="22017"/>
                  </a:lnTo>
                  <a:lnTo>
                    <a:pt x="16144" y="22017"/>
                  </a:lnTo>
                  <a:lnTo>
                    <a:pt x="15438" y="22037"/>
                  </a:lnTo>
                  <a:lnTo>
                    <a:pt x="14752" y="22077"/>
                  </a:lnTo>
                  <a:lnTo>
                    <a:pt x="14086" y="22138"/>
                  </a:lnTo>
                  <a:lnTo>
                    <a:pt x="13420" y="22219"/>
                  </a:lnTo>
                  <a:lnTo>
                    <a:pt x="12795" y="22299"/>
                  </a:lnTo>
                  <a:lnTo>
                    <a:pt x="12189" y="22420"/>
                  </a:lnTo>
                  <a:lnTo>
                    <a:pt x="11584" y="22562"/>
                  </a:lnTo>
                  <a:lnTo>
                    <a:pt x="11019" y="22723"/>
                  </a:lnTo>
                  <a:lnTo>
                    <a:pt x="10454" y="22905"/>
                  </a:lnTo>
                  <a:lnTo>
                    <a:pt x="9909" y="23107"/>
                  </a:lnTo>
                  <a:lnTo>
                    <a:pt x="9404" y="23329"/>
                  </a:lnTo>
                  <a:lnTo>
                    <a:pt x="8900" y="23571"/>
                  </a:lnTo>
                  <a:lnTo>
                    <a:pt x="8416" y="23833"/>
                  </a:lnTo>
                  <a:lnTo>
                    <a:pt x="7972" y="24116"/>
                  </a:lnTo>
                  <a:lnTo>
                    <a:pt x="7528" y="24418"/>
                  </a:lnTo>
                  <a:lnTo>
                    <a:pt x="7084" y="24782"/>
                  </a:lnTo>
                  <a:lnTo>
                    <a:pt x="6660" y="25145"/>
                  </a:lnTo>
                  <a:lnTo>
                    <a:pt x="6236" y="25528"/>
                  </a:lnTo>
                  <a:lnTo>
                    <a:pt x="5832" y="25932"/>
                  </a:lnTo>
                  <a:lnTo>
                    <a:pt x="5449" y="26356"/>
                  </a:lnTo>
                  <a:lnTo>
                    <a:pt x="5066" y="26759"/>
                  </a:lnTo>
                  <a:lnTo>
                    <a:pt x="4319" y="27607"/>
                  </a:lnTo>
                  <a:lnTo>
                    <a:pt x="4117" y="27869"/>
                  </a:lnTo>
                  <a:lnTo>
                    <a:pt x="3996" y="27990"/>
                  </a:lnTo>
                  <a:lnTo>
                    <a:pt x="3895" y="28091"/>
                  </a:lnTo>
                  <a:lnTo>
                    <a:pt x="3774" y="28172"/>
                  </a:lnTo>
                  <a:lnTo>
                    <a:pt x="3653" y="28212"/>
                  </a:lnTo>
                  <a:lnTo>
                    <a:pt x="3552" y="28232"/>
                  </a:lnTo>
                  <a:lnTo>
                    <a:pt x="3451" y="28212"/>
                  </a:lnTo>
                  <a:lnTo>
                    <a:pt x="3350" y="28192"/>
                  </a:lnTo>
                  <a:lnTo>
                    <a:pt x="3270" y="28131"/>
                  </a:lnTo>
                  <a:lnTo>
                    <a:pt x="3169" y="28031"/>
                  </a:lnTo>
                  <a:lnTo>
                    <a:pt x="3068" y="27909"/>
                  </a:lnTo>
                  <a:lnTo>
                    <a:pt x="3007" y="27768"/>
                  </a:lnTo>
                  <a:lnTo>
                    <a:pt x="2947" y="27627"/>
                  </a:lnTo>
                  <a:lnTo>
                    <a:pt x="2906" y="27465"/>
                  </a:lnTo>
                  <a:lnTo>
                    <a:pt x="2866" y="27284"/>
                  </a:lnTo>
                  <a:lnTo>
                    <a:pt x="2826" y="26961"/>
                  </a:lnTo>
                  <a:lnTo>
                    <a:pt x="2805" y="26013"/>
                  </a:lnTo>
                  <a:lnTo>
                    <a:pt x="2765" y="25044"/>
                  </a:lnTo>
                  <a:lnTo>
                    <a:pt x="2684" y="24095"/>
                  </a:lnTo>
                  <a:lnTo>
                    <a:pt x="2624" y="23147"/>
                  </a:lnTo>
                  <a:lnTo>
                    <a:pt x="2523" y="22178"/>
                  </a:lnTo>
                  <a:lnTo>
                    <a:pt x="2422" y="21230"/>
                  </a:lnTo>
                  <a:lnTo>
                    <a:pt x="2180" y="19333"/>
                  </a:lnTo>
                  <a:lnTo>
                    <a:pt x="1918" y="17436"/>
                  </a:lnTo>
                  <a:lnTo>
                    <a:pt x="1615" y="15539"/>
                  </a:lnTo>
                  <a:lnTo>
                    <a:pt x="989" y="11806"/>
                  </a:lnTo>
                  <a:lnTo>
                    <a:pt x="747" y="10494"/>
                  </a:lnTo>
                  <a:lnTo>
                    <a:pt x="505" y="8940"/>
                  </a:lnTo>
                  <a:lnTo>
                    <a:pt x="384" y="8173"/>
                  </a:lnTo>
                  <a:lnTo>
                    <a:pt x="283" y="7447"/>
                  </a:lnTo>
                  <a:lnTo>
                    <a:pt x="202" y="6700"/>
                  </a:lnTo>
                  <a:lnTo>
                    <a:pt x="142" y="5974"/>
                  </a:lnTo>
                  <a:lnTo>
                    <a:pt x="101" y="5247"/>
                  </a:lnTo>
                  <a:lnTo>
                    <a:pt x="81" y="4501"/>
                  </a:lnTo>
                  <a:lnTo>
                    <a:pt x="101" y="3693"/>
                  </a:lnTo>
                  <a:lnTo>
                    <a:pt x="142" y="2926"/>
                  </a:lnTo>
                  <a:lnTo>
                    <a:pt x="243" y="2180"/>
                  </a:lnTo>
                  <a:lnTo>
                    <a:pt x="364" y="1474"/>
                  </a:lnTo>
                  <a:lnTo>
                    <a:pt x="444" y="1110"/>
                  </a:lnTo>
                  <a:lnTo>
                    <a:pt x="545" y="828"/>
                  </a:lnTo>
                  <a:lnTo>
                    <a:pt x="606" y="707"/>
                  </a:lnTo>
                  <a:lnTo>
                    <a:pt x="666" y="626"/>
                  </a:lnTo>
                  <a:lnTo>
                    <a:pt x="747" y="545"/>
                  </a:lnTo>
                  <a:lnTo>
                    <a:pt x="828" y="465"/>
                  </a:lnTo>
                  <a:lnTo>
                    <a:pt x="909" y="404"/>
                  </a:lnTo>
                  <a:lnTo>
                    <a:pt x="1009" y="364"/>
                  </a:lnTo>
                  <a:lnTo>
                    <a:pt x="1252" y="303"/>
                  </a:lnTo>
                  <a:lnTo>
                    <a:pt x="1574" y="243"/>
                  </a:lnTo>
                  <a:lnTo>
                    <a:pt x="1958" y="202"/>
                  </a:lnTo>
                  <a:lnTo>
                    <a:pt x="3310" y="81"/>
                  </a:lnTo>
                  <a:lnTo>
                    <a:pt x="33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7"/>
            <p:cNvSpPr/>
            <p:nvPr/>
          </p:nvSpPr>
          <p:spPr>
            <a:xfrm flipH="1">
              <a:off x="-3298053" y="-5040745"/>
              <a:ext cx="1571672" cy="1149682"/>
            </a:xfrm>
            <a:custGeom>
              <a:rect b="b" l="l" r="r" t="t"/>
              <a:pathLst>
                <a:path extrusionOk="0" h="20564" w="28112">
                  <a:moveTo>
                    <a:pt x="7083" y="81"/>
                  </a:moveTo>
                  <a:lnTo>
                    <a:pt x="8436" y="142"/>
                  </a:lnTo>
                  <a:lnTo>
                    <a:pt x="9767" y="202"/>
                  </a:lnTo>
                  <a:lnTo>
                    <a:pt x="12956" y="384"/>
                  </a:lnTo>
                  <a:lnTo>
                    <a:pt x="14550" y="485"/>
                  </a:lnTo>
                  <a:lnTo>
                    <a:pt x="16165" y="586"/>
                  </a:lnTo>
                  <a:lnTo>
                    <a:pt x="17779" y="727"/>
                  </a:lnTo>
                  <a:lnTo>
                    <a:pt x="19393" y="868"/>
                  </a:lnTo>
                  <a:lnTo>
                    <a:pt x="21008" y="1030"/>
                  </a:lnTo>
                  <a:lnTo>
                    <a:pt x="22602" y="1211"/>
                  </a:lnTo>
                  <a:lnTo>
                    <a:pt x="23248" y="1312"/>
                  </a:lnTo>
                  <a:lnTo>
                    <a:pt x="23873" y="1433"/>
                  </a:lnTo>
                  <a:lnTo>
                    <a:pt x="24499" y="1574"/>
                  </a:lnTo>
                  <a:lnTo>
                    <a:pt x="24781" y="1675"/>
                  </a:lnTo>
                  <a:lnTo>
                    <a:pt x="25084" y="1776"/>
                  </a:lnTo>
                  <a:lnTo>
                    <a:pt x="25346" y="1877"/>
                  </a:lnTo>
                  <a:lnTo>
                    <a:pt x="25629" y="2018"/>
                  </a:lnTo>
                  <a:lnTo>
                    <a:pt x="25871" y="2160"/>
                  </a:lnTo>
                  <a:lnTo>
                    <a:pt x="26113" y="2301"/>
                  </a:lnTo>
                  <a:lnTo>
                    <a:pt x="26355" y="2483"/>
                  </a:lnTo>
                  <a:lnTo>
                    <a:pt x="26557" y="2684"/>
                  </a:lnTo>
                  <a:lnTo>
                    <a:pt x="26759" y="2886"/>
                  </a:lnTo>
                  <a:lnTo>
                    <a:pt x="26941" y="3128"/>
                  </a:lnTo>
                  <a:lnTo>
                    <a:pt x="27082" y="3370"/>
                  </a:lnTo>
                  <a:lnTo>
                    <a:pt x="27203" y="3613"/>
                  </a:lnTo>
                  <a:lnTo>
                    <a:pt x="27304" y="3855"/>
                  </a:lnTo>
                  <a:lnTo>
                    <a:pt x="27405" y="4137"/>
                  </a:lnTo>
                  <a:lnTo>
                    <a:pt x="27486" y="4400"/>
                  </a:lnTo>
                  <a:lnTo>
                    <a:pt x="27546" y="4662"/>
                  </a:lnTo>
                  <a:lnTo>
                    <a:pt x="27667" y="5207"/>
                  </a:lnTo>
                  <a:lnTo>
                    <a:pt x="27748" y="5772"/>
                  </a:lnTo>
                  <a:lnTo>
                    <a:pt x="27829" y="6337"/>
                  </a:lnTo>
                  <a:lnTo>
                    <a:pt x="27909" y="6922"/>
                  </a:lnTo>
                  <a:lnTo>
                    <a:pt x="27950" y="7487"/>
                  </a:lnTo>
                  <a:lnTo>
                    <a:pt x="27990" y="8072"/>
                  </a:lnTo>
                  <a:lnTo>
                    <a:pt x="28030" y="8678"/>
                  </a:lnTo>
                  <a:lnTo>
                    <a:pt x="28030" y="9283"/>
                  </a:lnTo>
                  <a:lnTo>
                    <a:pt x="28030" y="9889"/>
                  </a:lnTo>
                  <a:lnTo>
                    <a:pt x="28010" y="10494"/>
                  </a:lnTo>
                  <a:lnTo>
                    <a:pt x="27990" y="11120"/>
                  </a:lnTo>
                  <a:lnTo>
                    <a:pt x="27950" y="11765"/>
                  </a:lnTo>
                  <a:lnTo>
                    <a:pt x="27889" y="12411"/>
                  </a:lnTo>
                  <a:lnTo>
                    <a:pt x="27829" y="13057"/>
                  </a:lnTo>
                  <a:lnTo>
                    <a:pt x="27748" y="13723"/>
                  </a:lnTo>
                  <a:lnTo>
                    <a:pt x="27526" y="15075"/>
                  </a:lnTo>
                  <a:lnTo>
                    <a:pt x="27405" y="15700"/>
                  </a:lnTo>
                  <a:lnTo>
                    <a:pt x="27344" y="16003"/>
                  </a:lnTo>
                  <a:lnTo>
                    <a:pt x="27264" y="16306"/>
                  </a:lnTo>
                  <a:lnTo>
                    <a:pt x="27142" y="16609"/>
                  </a:lnTo>
                  <a:lnTo>
                    <a:pt x="27021" y="16891"/>
                  </a:lnTo>
                  <a:lnTo>
                    <a:pt x="26880" y="17174"/>
                  </a:lnTo>
                  <a:lnTo>
                    <a:pt x="26698" y="17436"/>
                  </a:lnTo>
                  <a:lnTo>
                    <a:pt x="26577" y="17597"/>
                  </a:lnTo>
                  <a:lnTo>
                    <a:pt x="26436" y="17739"/>
                  </a:lnTo>
                  <a:lnTo>
                    <a:pt x="26275" y="17900"/>
                  </a:lnTo>
                  <a:lnTo>
                    <a:pt x="26113" y="18021"/>
                  </a:lnTo>
                  <a:lnTo>
                    <a:pt x="25932" y="18162"/>
                  </a:lnTo>
                  <a:lnTo>
                    <a:pt x="25750" y="18284"/>
                  </a:lnTo>
                  <a:lnTo>
                    <a:pt x="25548" y="18384"/>
                  </a:lnTo>
                  <a:lnTo>
                    <a:pt x="25326" y="18485"/>
                  </a:lnTo>
                  <a:lnTo>
                    <a:pt x="25104" y="18586"/>
                  </a:lnTo>
                  <a:lnTo>
                    <a:pt x="24862" y="18667"/>
                  </a:lnTo>
                  <a:lnTo>
                    <a:pt x="24337" y="18828"/>
                  </a:lnTo>
                  <a:lnTo>
                    <a:pt x="23772" y="18949"/>
                  </a:lnTo>
                  <a:lnTo>
                    <a:pt x="23147" y="19030"/>
                  </a:lnTo>
                  <a:lnTo>
                    <a:pt x="22299" y="19091"/>
                  </a:lnTo>
                  <a:lnTo>
                    <a:pt x="21452" y="19111"/>
                  </a:lnTo>
                  <a:lnTo>
                    <a:pt x="20604" y="19091"/>
                  </a:lnTo>
                  <a:lnTo>
                    <a:pt x="19757" y="19050"/>
                  </a:lnTo>
                  <a:lnTo>
                    <a:pt x="18909" y="18990"/>
                  </a:lnTo>
                  <a:lnTo>
                    <a:pt x="18061" y="18909"/>
                  </a:lnTo>
                  <a:lnTo>
                    <a:pt x="16386" y="18727"/>
                  </a:lnTo>
                  <a:lnTo>
                    <a:pt x="15277" y="18606"/>
                  </a:lnTo>
                  <a:lnTo>
                    <a:pt x="14187" y="18485"/>
                  </a:lnTo>
                  <a:lnTo>
                    <a:pt x="13077" y="18405"/>
                  </a:lnTo>
                  <a:lnTo>
                    <a:pt x="11987" y="18344"/>
                  </a:lnTo>
                  <a:lnTo>
                    <a:pt x="10877" y="18344"/>
                  </a:lnTo>
                  <a:lnTo>
                    <a:pt x="10332" y="18384"/>
                  </a:lnTo>
                  <a:lnTo>
                    <a:pt x="9788" y="18425"/>
                  </a:lnTo>
                  <a:lnTo>
                    <a:pt x="9243" y="18485"/>
                  </a:lnTo>
                  <a:lnTo>
                    <a:pt x="8698" y="18566"/>
                  </a:lnTo>
                  <a:lnTo>
                    <a:pt x="8153" y="18667"/>
                  </a:lnTo>
                  <a:lnTo>
                    <a:pt x="7608" y="18808"/>
                  </a:lnTo>
                  <a:lnTo>
                    <a:pt x="7184" y="18929"/>
                  </a:lnTo>
                  <a:lnTo>
                    <a:pt x="6761" y="19071"/>
                  </a:lnTo>
                  <a:lnTo>
                    <a:pt x="5933" y="19373"/>
                  </a:lnTo>
                  <a:lnTo>
                    <a:pt x="5126" y="19716"/>
                  </a:lnTo>
                  <a:lnTo>
                    <a:pt x="4319" y="20059"/>
                  </a:lnTo>
                  <a:lnTo>
                    <a:pt x="4117" y="20140"/>
                  </a:lnTo>
                  <a:lnTo>
                    <a:pt x="3693" y="20322"/>
                  </a:lnTo>
                  <a:lnTo>
                    <a:pt x="3491" y="20382"/>
                  </a:lnTo>
                  <a:lnTo>
                    <a:pt x="3269" y="20443"/>
                  </a:lnTo>
                  <a:lnTo>
                    <a:pt x="3068" y="20463"/>
                  </a:lnTo>
                  <a:lnTo>
                    <a:pt x="2866" y="20483"/>
                  </a:lnTo>
                  <a:lnTo>
                    <a:pt x="2664" y="20443"/>
                  </a:lnTo>
                  <a:lnTo>
                    <a:pt x="2462" y="20382"/>
                  </a:lnTo>
                  <a:lnTo>
                    <a:pt x="2301" y="20302"/>
                  </a:lnTo>
                  <a:lnTo>
                    <a:pt x="2139" y="20180"/>
                  </a:lnTo>
                  <a:lnTo>
                    <a:pt x="2018" y="20059"/>
                  </a:lnTo>
                  <a:lnTo>
                    <a:pt x="1917" y="19898"/>
                  </a:lnTo>
                  <a:lnTo>
                    <a:pt x="1817" y="19737"/>
                  </a:lnTo>
                  <a:lnTo>
                    <a:pt x="1756" y="19575"/>
                  </a:lnTo>
                  <a:lnTo>
                    <a:pt x="1695" y="19414"/>
                  </a:lnTo>
                  <a:lnTo>
                    <a:pt x="1655" y="19252"/>
                  </a:lnTo>
                  <a:lnTo>
                    <a:pt x="1635" y="18909"/>
                  </a:lnTo>
                  <a:lnTo>
                    <a:pt x="1635" y="18586"/>
                  </a:lnTo>
                  <a:lnTo>
                    <a:pt x="1655" y="18243"/>
                  </a:lnTo>
                  <a:lnTo>
                    <a:pt x="1695" y="17920"/>
                  </a:lnTo>
                  <a:lnTo>
                    <a:pt x="1716" y="17759"/>
                  </a:lnTo>
                  <a:lnTo>
                    <a:pt x="1796" y="16851"/>
                  </a:lnTo>
                  <a:lnTo>
                    <a:pt x="1857" y="15922"/>
                  </a:lnTo>
                  <a:lnTo>
                    <a:pt x="1857" y="15014"/>
                  </a:lnTo>
                  <a:lnTo>
                    <a:pt x="1817" y="14106"/>
                  </a:lnTo>
                  <a:lnTo>
                    <a:pt x="1736" y="13198"/>
                  </a:lnTo>
                  <a:lnTo>
                    <a:pt x="1615" y="12290"/>
                  </a:lnTo>
                  <a:lnTo>
                    <a:pt x="1453" y="11382"/>
                  </a:lnTo>
                  <a:lnTo>
                    <a:pt x="1251" y="10474"/>
                  </a:lnTo>
                  <a:lnTo>
                    <a:pt x="1050" y="9747"/>
                  </a:lnTo>
                  <a:lnTo>
                    <a:pt x="848" y="9021"/>
                  </a:lnTo>
                  <a:lnTo>
                    <a:pt x="626" y="8234"/>
                  </a:lnTo>
                  <a:lnTo>
                    <a:pt x="424" y="7447"/>
                  </a:lnTo>
                  <a:lnTo>
                    <a:pt x="323" y="7043"/>
                  </a:lnTo>
                  <a:lnTo>
                    <a:pt x="242" y="6640"/>
                  </a:lnTo>
                  <a:lnTo>
                    <a:pt x="182" y="6236"/>
                  </a:lnTo>
                  <a:lnTo>
                    <a:pt x="121" y="5812"/>
                  </a:lnTo>
                  <a:lnTo>
                    <a:pt x="101" y="5510"/>
                  </a:lnTo>
                  <a:lnTo>
                    <a:pt x="81" y="5227"/>
                  </a:lnTo>
                  <a:lnTo>
                    <a:pt x="81" y="4924"/>
                  </a:lnTo>
                  <a:lnTo>
                    <a:pt x="101" y="4642"/>
                  </a:lnTo>
                  <a:lnTo>
                    <a:pt x="121" y="4339"/>
                  </a:lnTo>
                  <a:lnTo>
                    <a:pt x="162" y="4077"/>
                  </a:lnTo>
                  <a:lnTo>
                    <a:pt x="222" y="3794"/>
                  </a:lnTo>
                  <a:lnTo>
                    <a:pt x="283" y="3532"/>
                  </a:lnTo>
                  <a:lnTo>
                    <a:pt x="343" y="3270"/>
                  </a:lnTo>
                  <a:lnTo>
                    <a:pt x="444" y="3027"/>
                  </a:lnTo>
                  <a:lnTo>
                    <a:pt x="545" y="2765"/>
                  </a:lnTo>
                  <a:lnTo>
                    <a:pt x="646" y="2543"/>
                  </a:lnTo>
                  <a:lnTo>
                    <a:pt x="767" y="2301"/>
                  </a:lnTo>
                  <a:lnTo>
                    <a:pt x="908" y="2099"/>
                  </a:lnTo>
                  <a:lnTo>
                    <a:pt x="1050" y="1877"/>
                  </a:lnTo>
                  <a:lnTo>
                    <a:pt x="1211" y="1675"/>
                  </a:lnTo>
                  <a:lnTo>
                    <a:pt x="1494" y="1352"/>
                  </a:lnTo>
                  <a:lnTo>
                    <a:pt x="1837" y="1070"/>
                  </a:lnTo>
                  <a:lnTo>
                    <a:pt x="2200" y="828"/>
                  </a:lnTo>
                  <a:lnTo>
                    <a:pt x="2583" y="606"/>
                  </a:lnTo>
                  <a:lnTo>
                    <a:pt x="2987" y="444"/>
                  </a:lnTo>
                  <a:lnTo>
                    <a:pt x="3431" y="303"/>
                  </a:lnTo>
                  <a:lnTo>
                    <a:pt x="3895" y="202"/>
                  </a:lnTo>
                  <a:lnTo>
                    <a:pt x="4379" y="142"/>
                  </a:lnTo>
                  <a:lnTo>
                    <a:pt x="5045" y="101"/>
                  </a:lnTo>
                  <a:lnTo>
                    <a:pt x="5731" y="81"/>
                  </a:lnTo>
                  <a:close/>
                  <a:moveTo>
                    <a:pt x="5731" y="0"/>
                  </a:moveTo>
                  <a:lnTo>
                    <a:pt x="5045" y="21"/>
                  </a:lnTo>
                  <a:lnTo>
                    <a:pt x="4359" y="61"/>
                  </a:lnTo>
                  <a:lnTo>
                    <a:pt x="3875" y="121"/>
                  </a:lnTo>
                  <a:lnTo>
                    <a:pt x="3411" y="222"/>
                  </a:lnTo>
                  <a:lnTo>
                    <a:pt x="2967" y="364"/>
                  </a:lnTo>
                  <a:lnTo>
                    <a:pt x="2543" y="545"/>
                  </a:lnTo>
                  <a:lnTo>
                    <a:pt x="2139" y="767"/>
                  </a:lnTo>
                  <a:lnTo>
                    <a:pt x="1776" y="1009"/>
                  </a:lnTo>
                  <a:lnTo>
                    <a:pt x="1453" y="1312"/>
                  </a:lnTo>
                  <a:lnTo>
                    <a:pt x="1151" y="1635"/>
                  </a:lnTo>
                  <a:lnTo>
                    <a:pt x="989" y="1837"/>
                  </a:lnTo>
                  <a:lnTo>
                    <a:pt x="828" y="2039"/>
                  </a:lnTo>
                  <a:lnTo>
                    <a:pt x="707" y="2261"/>
                  </a:lnTo>
                  <a:lnTo>
                    <a:pt x="565" y="2503"/>
                  </a:lnTo>
                  <a:lnTo>
                    <a:pt x="464" y="2745"/>
                  </a:lnTo>
                  <a:lnTo>
                    <a:pt x="364" y="2987"/>
                  </a:lnTo>
                  <a:lnTo>
                    <a:pt x="283" y="3249"/>
                  </a:lnTo>
                  <a:lnTo>
                    <a:pt x="202" y="3512"/>
                  </a:lnTo>
                  <a:lnTo>
                    <a:pt x="142" y="3774"/>
                  </a:lnTo>
                  <a:lnTo>
                    <a:pt x="81" y="4057"/>
                  </a:lnTo>
                  <a:lnTo>
                    <a:pt x="41" y="4339"/>
                  </a:lnTo>
                  <a:lnTo>
                    <a:pt x="20" y="4622"/>
                  </a:lnTo>
                  <a:lnTo>
                    <a:pt x="0" y="4924"/>
                  </a:lnTo>
                  <a:lnTo>
                    <a:pt x="0" y="5227"/>
                  </a:lnTo>
                  <a:lnTo>
                    <a:pt x="20" y="5530"/>
                  </a:lnTo>
                  <a:lnTo>
                    <a:pt x="41" y="5832"/>
                  </a:lnTo>
                  <a:lnTo>
                    <a:pt x="101" y="6236"/>
                  </a:lnTo>
                  <a:lnTo>
                    <a:pt x="162" y="6660"/>
                  </a:lnTo>
                  <a:lnTo>
                    <a:pt x="242" y="7063"/>
                  </a:lnTo>
                  <a:lnTo>
                    <a:pt x="343" y="7467"/>
                  </a:lnTo>
                  <a:lnTo>
                    <a:pt x="545" y="8254"/>
                  </a:lnTo>
                  <a:lnTo>
                    <a:pt x="767" y="9041"/>
                  </a:lnTo>
                  <a:lnTo>
                    <a:pt x="969" y="9768"/>
                  </a:lnTo>
                  <a:lnTo>
                    <a:pt x="1171" y="10494"/>
                  </a:lnTo>
                  <a:lnTo>
                    <a:pt x="1373" y="11402"/>
                  </a:lnTo>
                  <a:lnTo>
                    <a:pt x="1534" y="12290"/>
                  </a:lnTo>
                  <a:lnTo>
                    <a:pt x="1655" y="13198"/>
                  </a:lnTo>
                  <a:lnTo>
                    <a:pt x="1736" y="14106"/>
                  </a:lnTo>
                  <a:lnTo>
                    <a:pt x="1776" y="15014"/>
                  </a:lnTo>
                  <a:lnTo>
                    <a:pt x="1776" y="15922"/>
                  </a:lnTo>
                  <a:lnTo>
                    <a:pt x="1716" y="16851"/>
                  </a:lnTo>
                  <a:lnTo>
                    <a:pt x="1635" y="17759"/>
                  </a:lnTo>
                  <a:lnTo>
                    <a:pt x="1615" y="17900"/>
                  </a:lnTo>
                  <a:lnTo>
                    <a:pt x="1574" y="18243"/>
                  </a:lnTo>
                  <a:lnTo>
                    <a:pt x="1554" y="18586"/>
                  </a:lnTo>
                  <a:lnTo>
                    <a:pt x="1554" y="18929"/>
                  </a:lnTo>
                  <a:lnTo>
                    <a:pt x="1595" y="19252"/>
                  </a:lnTo>
                  <a:lnTo>
                    <a:pt x="1615" y="19434"/>
                  </a:lnTo>
                  <a:lnTo>
                    <a:pt x="1675" y="19595"/>
                  </a:lnTo>
                  <a:lnTo>
                    <a:pt x="1756" y="19777"/>
                  </a:lnTo>
                  <a:lnTo>
                    <a:pt x="1837" y="19938"/>
                  </a:lnTo>
                  <a:lnTo>
                    <a:pt x="1958" y="20100"/>
                  </a:lnTo>
                  <a:lnTo>
                    <a:pt x="2099" y="20241"/>
                  </a:lnTo>
                  <a:lnTo>
                    <a:pt x="2260" y="20362"/>
                  </a:lnTo>
                  <a:lnTo>
                    <a:pt x="2422" y="20463"/>
                  </a:lnTo>
                  <a:lnTo>
                    <a:pt x="2563" y="20503"/>
                  </a:lnTo>
                  <a:lnTo>
                    <a:pt x="2684" y="20544"/>
                  </a:lnTo>
                  <a:lnTo>
                    <a:pt x="2926" y="20564"/>
                  </a:lnTo>
                  <a:lnTo>
                    <a:pt x="3088" y="20544"/>
                  </a:lnTo>
                  <a:lnTo>
                    <a:pt x="3229" y="20524"/>
                  </a:lnTo>
                  <a:lnTo>
                    <a:pt x="3532" y="20463"/>
                  </a:lnTo>
                  <a:lnTo>
                    <a:pt x="3855" y="20342"/>
                  </a:lnTo>
                  <a:lnTo>
                    <a:pt x="4157" y="20221"/>
                  </a:lnTo>
                  <a:lnTo>
                    <a:pt x="4339" y="20140"/>
                  </a:lnTo>
                  <a:lnTo>
                    <a:pt x="5146" y="19777"/>
                  </a:lnTo>
                  <a:lnTo>
                    <a:pt x="5974" y="19454"/>
                  </a:lnTo>
                  <a:lnTo>
                    <a:pt x="6801" y="19131"/>
                  </a:lnTo>
                  <a:lnTo>
                    <a:pt x="7205" y="19010"/>
                  </a:lnTo>
                  <a:lnTo>
                    <a:pt x="7628" y="18889"/>
                  </a:lnTo>
                  <a:lnTo>
                    <a:pt x="8173" y="18748"/>
                  </a:lnTo>
                  <a:lnTo>
                    <a:pt x="8718" y="18647"/>
                  </a:lnTo>
                  <a:lnTo>
                    <a:pt x="9243" y="18566"/>
                  </a:lnTo>
                  <a:lnTo>
                    <a:pt x="9788" y="18506"/>
                  </a:lnTo>
                  <a:lnTo>
                    <a:pt x="10332" y="18465"/>
                  </a:lnTo>
                  <a:lnTo>
                    <a:pt x="10877" y="18425"/>
                  </a:lnTo>
                  <a:lnTo>
                    <a:pt x="11987" y="18425"/>
                  </a:lnTo>
                  <a:lnTo>
                    <a:pt x="13077" y="18485"/>
                  </a:lnTo>
                  <a:lnTo>
                    <a:pt x="14187" y="18566"/>
                  </a:lnTo>
                  <a:lnTo>
                    <a:pt x="15277" y="18687"/>
                  </a:lnTo>
                  <a:lnTo>
                    <a:pt x="16366" y="18808"/>
                  </a:lnTo>
                  <a:lnTo>
                    <a:pt x="18061" y="18990"/>
                  </a:lnTo>
                  <a:lnTo>
                    <a:pt x="18909" y="19071"/>
                  </a:lnTo>
                  <a:lnTo>
                    <a:pt x="19757" y="19131"/>
                  </a:lnTo>
                  <a:lnTo>
                    <a:pt x="20604" y="19171"/>
                  </a:lnTo>
                  <a:lnTo>
                    <a:pt x="21472" y="19192"/>
                  </a:lnTo>
                  <a:lnTo>
                    <a:pt x="22319" y="19171"/>
                  </a:lnTo>
                  <a:lnTo>
                    <a:pt x="23167" y="19111"/>
                  </a:lnTo>
                  <a:lnTo>
                    <a:pt x="23793" y="19010"/>
                  </a:lnTo>
                  <a:lnTo>
                    <a:pt x="24358" y="18909"/>
                  </a:lnTo>
                  <a:lnTo>
                    <a:pt x="24902" y="18748"/>
                  </a:lnTo>
                  <a:lnTo>
                    <a:pt x="25145" y="18667"/>
                  </a:lnTo>
                  <a:lnTo>
                    <a:pt x="25367" y="18566"/>
                  </a:lnTo>
                  <a:lnTo>
                    <a:pt x="25589" y="18465"/>
                  </a:lnTo>
                  <a:lnTo>
                    <a:pt x="25790" y="18344"/>
                  </a:lnTo>
                  <a:lnTo>
                    <a:pt x="25992" y="18223"/>
                  </a:lnTo>
                  <a:lnTo>
                    <a:pt x="26174" y="18082"/>
                  </a:lnTo>
                  <a:lnTo>
                    <a:pt x="26335" y="17961"/>
                  </a:lnTo>
                  <a:lnTo>
                    <a:pt x="26497" y="17799"/>
                  </a:lnTo>
                  <a:lnTo>
                    <a:pt x="26638" y="17638"/>
                  </a:lnTo>
                  <a:lnTo>
                    <a:pt x="26779" y="17476"/>
                  </a:lnTo>
                  <a:lnTo>
                    <a:pt x="26941" y="17214"/>
                  </a:lnTo>
                  <a:lnTo>
                    <a:pt x="27102" y="16931"/>
                  </a:lnTo>
                  <a:lnTo>
                    <a:pt x="27223" y="16629"/>
                  </a:lnTo>
                  <a:lnTo>
                    <a:pt x="27324" y="16326"/>
                  </a:lnTo>
                  <a:lnTo>
                    <a:pt x="27425" y="16023"/>
                  </a:lnTo>
                  <a:lnTo>
                    <a:pt x="27486" y="15721"/>
                  </a:lnTo>
                  <a:lnTo>
                    <a:pt x="27607" y="15095"/>
                  </a:lnTo>
                  <a:lnTo>
                    <a:pt x="27728" y="14409"/>
                  </a:lnTo>
                  <a:lnTo>
                    <a:pt x="27829" y="13723"/>
                  </a:lnTo>
                  <a:lnTo>
                    <a:pt x="27909" y="13057"/>
                  </a:lnTo>
                  <a:lnTo>
                    <a:pt x="27970" y="12411"/>
                  </a:lnTo>
                  <a:lnTo>
                    <a:pt x="28030" y="11765"/>
                  </a:lnTo>
                  <a:lnTo>
                    <a:pt x="28071" y="11140"/>
                  </a:lnTo>
                  <a:lnTo>
                    <a:pt x="28091" y="10494"/>
                  </a:lnTo>
                  <a:lnTo>
                    <a:pt x="28111" y="9889"/>
                  </a:lnTo>
                  <a:lnTo>
                    <a:pt x="28111" y="9263"/>
                  </a:lnTo>
                  <a:lnTo>
                    <a:pt x="28111" y="8678"/>
                  </a:lnTo>
                  <a:lnTo>
                    <a:pt x="28071" y="8072"/>
                  </a:lnTo>
                  <a:lnTo>
                    <a:pt x="28030" y="7487"/>
                  </a:lnTo>
                  <a:lnTo>
                    <a:pt x="27990" y="6902"/>
                  </a:lnTo>
                  <a:lnTo>
                    <a:pt x="27909" y="6337"/>
                  </a:lnTo>
                  <a:lnTo>
                    <a:pt x="27829" y="5752"/>
                  </a:lnTo>
                  <a:lnTo>
                    <a:pt x="27748" y="5207"/>
                  </a:lnTo>
                  <a:lnTo>
                    <a:pt x="27627" y="4642"/>
                  </a:lnTo>
                  <a:lnTo>
                    <a:pt x="27566" y="4379"/>
                  </a:lnTo>
                  <a:lnTo>
                    <a:pt x="27486" y="4097"/>
                  </a:lnTo>
                  <a:lnTo>
                    <a:pt x="27385" y="3835"/>
                  </a:lnTo>
                  <a:lnTo>
                    <a:pt x="27284" y="3572"/>
                  </a:lnTo>
                  <a:lnTo>
                    <a:pt x="27142" y="3330"/>
                  </a:lnTo>
                  <a:lnTo>
                    <a:pt x="27001" y="3088"/>
                  </a:lnTo>
                  <a:lnTo>
                    <a:pt x="26820" y="2846"/>
                  </a:lnTo>
                  <a:lnTo>
                    <a:pt x="26618" y="2624"/>
                  </a:lnTo>
                  <a:lnTo>
                    <a:pt x="26396" y="2422"/>
                  </a:lnTo>
                  <a:lnTo>
                    <a:pt x="26174" y="2240"/>
                  </a:lnTo>
                  <a:lnTo>
                    <a:pt x="25932" y="2079"/>
                  </a:lnTo>
                  <a:lnTo>
                    <a:pt x="25669" y="1938"/>
                  </a:lnTo>
                  <a:lnTo>
                    <a:pt x="25407" y="1817"/>
                  </a:lnTo>
                  <a:lnTo>
                    <a:pt x="25124" y="1696"/>
                  </a:lnTo>
                  <a:lnTo>
                    <a:pt x="24822" y="1595"/>
                  </a:lnTo>
                  <a:lnTo>
                    <a:pt x="24519" y="1494"/>
                  </a:lnTo>
                  <a:lnTo>
                    <a:pt x="23914" y="1352"/>
                  </a:lnTo>
                  <a:lnTo>
                    <a:pt x="23268" y="1231"/>
                  </a:lnTo>
                  <a:lnTo>
                    <a:pt x="22622" y="1130"/>
                  </a:lnTo>
                  <a:lnTo>
                    <a:pt x="21008" y="949"/>
                  </a:lnTo>
                  <a:lnTo>
                    <a:pt x="19413" y="787"/>
                  </a:lnTo>
                  <a:lnTo>
                    <a:pt x="17799" y="646"/>
                  </a:lnTo>
                  <a:lnTo>
                    <a:pt x="16185" y="505"/>
                  </a:lnTo>
                  <a:lnTo>
                    <a:pt x="14570" y="404"/>
                  </a:lnTo>
                  <a:lnTo>
                    <a:pt x="12956" y="303"/>
                  </a:lnTo>
                  <a:lnTo>
                    <a:pt x="9767" y="121"/>
                  </a:lnTo>
                  <a:lnTo>
                    <a:pt x="8436" y="61"/>
                  </a:lnTo>
                  <a:lnTo>
                    <a:pt x="70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7"/>
            <p:cNvSpPr/>
            <p:nvPr/>
          </p:nvSpPr>
          <p:spPr>
            <a:xfrm flipH="1">
              <a:off x="-3275464" y="-5033980"/>
              <a:ext cx="1393383" cy="700689"/>
            </a:xfrm>
            <a:custGeom>
              <a:rect b="b" l="l" r="r" t="t"/>
              <a:pathLst>
                <a:path extrusionOk="0" h="12533" w="24923">
                  <a:moveTo>
                    <a:pt x="9525" y="0"/>
                  </a:moveTo>
                  <a:lnTo>
                    <a:pt x="8536" y="21"/>
                  </a:lnTo>
                  <a:lnTo>
                    <a:pt x="7547" y="41"/>
                  </a:lnTo>
                  <a:lnTo>
                    <a:pt x="6579" y="61"/>
                  </a:lnTo>
                  <a:lnTo>
                    <a:pt x="5630" y="122"/>
                  </a:lnTo>
                  <a:lnTo>
                    <a:pt x="4682" y="182"/>
                  </a:lnTo>
                  <a:lnTo>
                    <a:pt x="3754" y="263"/>
                  </a:lnTo>
                  <a:lnTo>
                    <a:pt x="3269" y="303"/>
                  </a:lnTo>
                  <a:lnTo>
                    <a:pt x="2785" y="384"/>
                  </a:lnTo>
                  <a:lnTo>
                    <a:pt x="2301" y="485"/>
                  </a:lnTo>
                  <a:lnTo>
                    <a:pt x="2079" y="545"/>
                  </a:lnTo>
                  <a:lnTo>
                    <a:pt x="1857" y="626"/>
                  </a:lnTo>
                  <a:lnTo>
                    <a:pt x="1635" y="727"/>
                  </a:lnTo>
                  <a:lnTo>
                    <a:pt x="1433" y="828"/>
                  </a:lnTo>
                  <a:lnTo>
                    <a:pt x="1231" y="949"/>
                  </a:lnTo>
                  <a:lnTo>
                    <a:pt x="1029" y="1090"/>
                  </a:lnTo>
                  <a:lnTo>
                    <a:pt x="868" y="1252"/>
                  </a:lnTo>
                  <a:lnTo>
                    <a:pt x="686" y="1413"/>
                  </a:lnTo>
                  <a:lnTo>
                    <a:pt x="545" y="1615"/>
                  </a:lnTo>
                  <a:lnTo>
                    <a:pt x="404" y="1817"/>
                  </a:lnTo>
                  <a:lnTo>
                    <a:pt x="283" y="2059"/>
                  </a:lnTo>
                  <a:lnTo>
                    <a:pt x="182" y="2301"/>
                  </a:lnTo>
                  <a:lnTo>
                    <a:pt x="81" y="2543"/>
                  </a:lnTo>
                  <a:lnTo>
                    <a:pt x="0" y="2805"/>
                  </a:lnTo>
                  <a:lnTo>
                    <a:pt x="61" y="2826"/>
                  </a:lnTo>
                  <a:lnTo>
                    <a:pt x="162" y="2584"/>
                  </a:lnTo>
                  <a:lnTo>
                    <a:pt x="242" y="2321"/>
                  </a:lnTo>
                  <a:lnTo>
                    <a:pt x="363" y="2079"/>
                  </a:lnTo>
                  <a:lnTo>
                    <a:pt x="484" y="1857"/>
                  </a:lnTo>
                  <a:lnTo>
                    <a:pt x="606" y="1655"/>
                  </a:lnTo>
                  <a:lnTo>
                    <a:pt x="767" y="1474"/>
                  </a:lnTo>
                  <a:lnTo>
                    <a:pt x="908" y="1292"/>
                  </a:lnTo>
                  <a:lnTo>
                    <a:pt x="1090" y="1151"/>
                  </a:lnTo>
                  <a:lnTo>
                    <a:pt x="1271" y="1009"/>
                  </a:lnTo>
                  <a:lnTo>
                    <a:pt x="1473" y="909"/>
                  </a:lnTo>
                  <a:lnTo>
                    <a:pt x="1675" y="787"/>
                  </a:lnTo>
                  <a:lnTo>
                    <a:pt x="1897" y="707"/>
                  </a:lnTo>
                  <a:lnTo>
                    <a:pt x="2119" y="626"/>
                  </a:lnTo>
                  <a:lnTo>
                    <a:pt x="2341" y="566"/>
                  </a:lnTo>
                  <a:lnTo>
                    <a:pt x="2805" y="465"/>
                  </a:lnTo>
                  <a:lnTo>
                    <a:pt x="3269" y="384"/>
                  </a:lnTo>
                  <a:lnTo>
                    <a:pt x="3754" y="344"/>
                  </a:lnTo>
                  <a:lnTo>
                    <a:pt x="4682" y="263"/>
                  </a:lnTo>
                  <a:lnTo>
                    <a:pt x="5630" y="202"/>
                  </a:lnTo>
                  <a:lnTo>
                    <a:pt x="6579" y="142"/>
                  </a:lnTo>
                  <a:lnTo>
                    <a:pt x="7547" y="122"/>
                  </a:lnTo>
                  <a:lnTo>
                    <a:pt x="8536" y="101"/>
                  </a:lnTo>
                  <a:lnTo>
                    <a:pt x="9525" y="81"/>
                  </a:lnTo>
                  <a:lnTo>
                    <a:pt x="10514" y="81"/>
                  </a:lnTo>
                  <a:lnTo>
                    <a:pt x="11523" y="101"/>
                  </a:lnTo>
                  <a:lnTo>
                    <a:pt x="12552" y="142"/>
                  </a:lnTo>
                  <a:lnTo>
                    <a:pt x="13601" y="182"/>
                  </a:lnTo>
                  <a:lnTo>
                    <a:pt x="14651" y="243"/>
                  </a:lnTo>
                  <a:lnTo>
                    <a:pt x="15720" y="323"/>
                  </a:lnTo>
                  <a:lnTo>
                    <a:pt x="17900" y="505"/>
                  </a:lnTo>
                  <a:lnTo>
                    <a:pt x="20140" y="727"/>
                  </a:lnTo>
                  <a:lnTo>
                    <a:pt x="20927" y="848"/>
                  </a:lnTo>
                  <a:lnTo>
                    <a:pt x="21330" y="909"/>
                  </a:lnTo>
                  <a:lnTo>
                    <a:pt x="21694" y="989"/>
                  </a:lnTo>
                  <a:lnTo>
                    <a:pt x="22057" y="1110"/>
                  </a:lnTo>
                  <a:lnTo>
                    <a:pt x="22400" y="1231"/>
                  </a:lnTo>
                  <a:lnTo>
                    <a:pt x="22723" y="1413"/>
                  </a:lnTo>
                  <a:lnTo>
                    <a:pt x="23046" y="1615"/>
                  </a:lnTo>
                  <a:lnTo>
                    <a:pt x="23248" y="1796"/>
                  </a:lnTo>
                  <a:lnTo>
                    <a:pt x="23449" y="1978"/>
                  </a:lnTo>
                  <a:lnTo>
                    <a:pt x="23631" y="2200"/>
                  </a:lnTo>
                  <a:lnTo>
                    <a:pt x="23792" y="2422"/>
                  </a:lnTo>
                  <a:lnTo>
                    <a:pt x="23954" y="2664"/>
                  </a:lnTo>
                  <a:lnTo>
                    <a:pt x="24075" y="2906"/>
                  </a:lnTo>
                  <a:lnTo>
                    <a:pt x="24196" y="3149"/>
                  </a:lnTo>
                  <a:lnTo>
                    <a:pt x="24297" y="3411"/>
                  </a:lnTo>
                  <a:lnTo>
                    <a:pt x="24378" y="3673"/>
                  </a:lnTo>
                  <a:lnTo>
                    <a:pt x="24458" y="3915"/>
                  </a:lnTo>
                  <a:lnTo>
                    <a:pt x="24579" y="4440"/>
                  </a:lnTo>
                  <a:lnTo>
                    <a:pt x="24660" y="4945"/>
                  </a:lnTo>
                  <a:lnTo>
                    <a:pt x="24721" y="5409"/>
                  </a:lnTo>
                  <a:lnTo>
                    <a:pt x="24781" y="6095"/>
                  </a:lnTo>
                  <a:lnTo>
                    <a:pt x="24822" y="6781"/>
                  </a:lnTo>
                  <a:lnTo>
                    <a:pt x="24842" y="7487"/>
                  </a:lnTo>
                  <a:lnTo>
                    <a:pt x="24822" y="8173"/>
                  </a:lnTo>
                  <a:lnTo>
                    <a:pt x="24801" y="8860"/>
                  </a:lnTo>
                  <a:lnTo>
                    <a:pt x="24741" y="9566"/>
                  </a:lnTo>
                  <a:lnTo>
                    <a:pt x="24660" y="10252"/>
                  </a:lnTo>
                  <a:lnTo>
                    <a:pt x="24559" y="10938"/>
                  </a:lnTo>
                  <a:lnTo>
                    <a:pt x="24479" y="11362"/>
                  </a:lnTo>
                  <a:lnTo>
                    <a:pt x="24398" y="11765"/>
                  </a:lnTo>
                  <a:lnTo>
                    <a:pt x="24297" y="12149"/>
                  </a:lnTo>
                  <a:lnTo>
                    <a:pt x="24196" y="12512"/>
                  </a:lnTo>
                  <a:lnTo>
                    <a:pt x="24257" y="12532"/>
                  </a:lnTo>
                  <a:lnTo>
                    <a:pt x="24378" y="12169"/>
                  </a:lnTo>
                  <a:lnTo>
                    <a:pt x="24479" y="11765"/>
                  </a:lnTo>
                  <a:lnTo>
                    <a:pt x="24559" y="11362"/>
                  </a:lnTo>
                  <a:lnTo>
                    <a:pt x="24640" y="10938"/>
                  </a:lnTo>
                  <a:lnTo>
                    <a:pt x="24741" y="10252"/>
                  </a:lnTo>
                  <a:lnTo>
                    <a:pt x="24822" y="9566"/>
                  </a:lnTo>
                  <a:lnTo>
                    <a:pt x="24882" y="8880"/>
                  </a:lnTo>
                  <a:lnTo>
                    <a:pt x="24902" y="8173"/>
                  </a:lnTo>
                  <a:lnTo>
                    <a:pt x="24922" y="7487"/>
                  </a:lnTo>
                  <a:lnTo>
                    <a:pt x="24902" y="6781"/>
                  </a:lnTo>
                  <a:lnTo>
                    <a:pt x="24862" y="6095"/>
                  </a:lnTo>
                  <a:lnTo>
                    <a:pt x="24801" y="5409"/>
                  </a:lnTo>
                  <a:lnTo>
                    <a:pt x="24741" y="4924"/>
                  </a:lnTo>
                  <a:lnTo>
                    <a:pt x="24660" y="4420"/>
                  </a:lnTo>
                  <a:lnTo>
                    <a:pt x="24539" y="3895"/>
                  </a:lnTo>
                  <a:lnTo>
                    <a:pt x="24458" y="3633"/>
                  </a:lnTo>
                  <a:lnTo>
                    <a:pt x="24357" y="3371"/>
                  </a:lnTo>
                  <a:lnTo>
                    <a:pt x="24257" y="3108"/>
                  </a:lnTo>
                  <a:lnTo>
                    <a:pt x="24156" y="2866"/>
                  </a:lnTo>
                  <a:lnTo>
                    <a:pt x="24014" y="2604"/>
                  </a:lnTo>
                  <a:lnTo>
                    <a:pt x="23873" y="2362"/>
                  </a:lnTo>
                  <a:lnTo>
                    <a:pt x="23692" y="2140"/>
                  </a:lnTo>
                  <a:lnTo>
                    <a:pt x="23510" y="1918"/>
                  </a:lnTo>
                  <a:lnTo>
                    <a:pt x="23308" y="1736"/>
                  </a:lnTo>
                  <a:lnTo>
                    <a:pt x="23086" y="1534"/>
                  </a:lnTo>
                  <a:lnTo>
                    <a:pt x="22763" y="1332"/>
                  </a:lnTo>
                  <a:lnTo>
                    <a:pt x="22440" y="1171"/>
                  </a:lnTo>
                  <a:lnTo>
                    <a:pt x="22077" y="1030"/>
                  </a:lnTo>
                  <a:lnTo>
                    <a:pt x="21714" y="929"/>
                  </a:lnTo>
                  <a:lnTo>
                    <a:pt x="21351" y="828"/>
                  </a:lnTo>
                  <a:lnTo>
                    <a:pt x="20947" y="767"/>
                  </a:lnTo>
                  <a:lnTo>
                    <a:pt x="20160" y="646"/>
                  </a:lnTo>
                  <a:lnTo>
                    <a:pt x="17900" y="424"/>
                  </a:lnTo>
                  <a:lnTo>
                    <a:pt x="15720" y="243"/>
                  </a:lnTo>
                  <a:lnTo>
                    <a:pt x="14651" y="162"/>
                  </a:lnTo>
                  <a:lnTo>
                    <a:pt x="13601" y="101"/>
                  </a:lnTo>
                  <a:lnTo>
                    <a:pt x="12552" y="61"/>
                  </a:lnTo>
                  <a:lnTo>
                    <a:pt x="11543" y="21"/>
                  </a:lnTo>
                  <a:lnTo>
                    <a:pt x="105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7"/>
            <p:cNvSpPr/>
            <p:nvPr/>
          </p:nvSpPr>
          <p:spPr>
            <a:xfrm flipH="1">
              <a:off x="-3238229" y="-4877163"/>
              <a:ext cx="1371970" cy="810100"/>
            </a:xfrm>
            <a:custGeom>
              <a:rect b="b" l="l" r="r" t="t"/>
              <a:pathLst>
                <a:path extrusionOk="0" h="14490" w="24540">
                  <a:moveTo>
                    <a:pt x="283" y="0"/>
                  </a:moveTo>
                  <a:lnTo>
                    <a:pt x="182" y="364"/>
                  </a:lnTo>
                  <a:lnTo>
                    <a:pt x="102" y="747"/>
                  </a:lnTo>
                  <a:lnTo>
                    <a:pt x="41" y="1131"/>
                  </a:lnTo>
                  <a:lnTo>
                    <a:pt x="21" y="1534"/>
                  </a:lnTo>
                  <a:lnTo>
                    <a:pt x="1" y="1938"/>
                  </a:lnTo>
                  <a:lnTo>
                    <a:pt x="21" y="2341"/>
                  </a:lnTo>
                  <a:lnTo>
                    <a:pt x="61" y="2765"/>
                  </a:lnTo>
                  <a:lnTo>
                    <a:pt x="122" y="3189"/>
                  </a:lnTo>
                  <a:lnTo>
                    <a:pt x="223" y="3633"/>
                  </a:lnTo>
                  <a:lnTo>
                    <a:pt x="324" y="4097"/>
                  </a:lnTo>
                  <a:lnTo>
                    <a:pt x="566" y="4985"/>
                  </a:lnTo>
                  <a:lnTo>
                    <a:pt x="848" y="6055"/>
                  </a:lnTo>
                  <a:lnTo>
                    <a:pt x="969" y="6599"/>
                  </a:lnTo>
                  <a:lnTo>
                    <a:pt x="1050" y="7144"/>
                  </a:lnTo>
                  <a:lnTo>
                    <a:pt x="1111" y="7649"/>
                  </a:lnTo>
                  <a:lnTo>
                    <a:pt x="1151" y="8173"/>
                  </a:lnTo>
                  <a:lnTo>
                    <a:pt x="1151" y="8718"/>
                  </a:lnTo>
                  <a:lnTo>
                    <a:pt x="1151" y="9243"/>
                  </a:lnTo>
                  <a:lnTo>
                    <a:pt x="1131" y="9768"/>
                  </a:lnTo>
                  <a:lnTo>
                    <a:pt x="1090" y="10292"/>
                  </a:lnTo>
                  <a:lnTo>
                    <a:pt x="989" y="11342"/>
                  </a:lnTo>
                  <a:lnTo>
                    <a:pt x="929" y="12088"/>
                  </a:lnTo>
                  <a:lnTo>
                    <a:pt x="868" y="12855"/>
                  </a:lnTo>
                  <a:lnTo>
                    <a:pt x="848" y="13218"/>
                  </a:lnTo>
                  <a:lnTo>
                    <a:pt x="868" y="13400"/>
                  </a:lnTo>
                  <a:lnTo>
                    <a:pt x="889" y="13582"/>
                  </a:lnTo>
                  <a:lnTo>
                    <a:pt x="929" y="13743"/>
                  </a:lnTo>
                  <a:lnTo>
                    <a:pt x="989" y="13905"/>
                  </a:lnTo>
                  <a:lnTo>
                    <a:pt x="1070" y="14046"/>
                  </a:lnTo>
                  <a:lnTo>
                    <a:pt x="1171" y="14187"/>
                  </a:lnTo>
                  <a:lnTo>
                    <a:pt x="1252" y="14268"/>
                  </a:lnTo>
                  <a:lnTo>
                    <a:pt x="1353" y="14328"/>
                  </a:lnTo>
                  <a:lnTo>
                    <a:pt x="1433" y="14369"/>
                  </a:lnTo>
                  <a:lnTo>
                    <a:pt x="1534" y="14409"/>
                  </a:lnTo>
                  <a:lnTo>
                    <a:pt x="1756" y="14470"/>
                  </a:lnTo>
                  <a:lnTo>
                    <a:pt x="1958" y="14490"/>
                  </a:lnTo>
                  <a:lnTo>
                    <a:pt x="2180" y="14470"/>
                  </a:lnTo>
                  <a:lnTo>
                    <a:pt x="2402" y="14429"/>
                  </a:lnTo>
                  <a:lnTo>
                    <a:pt x="2644" y="14349"/>
                  </a:lnTo>
                  <a:lnTo>
                    <a:pt x="2886" y="14227"/>
                  </a:lnTo>
                  <a:lnTo>
                    <a:pt x="3330" y="13965"/>
                  </a:lnTo>
                  <a:lnTo>
                    <a:pt x="3532" y="13844"/>
                  </a:lnTo>
                  <a:lnTo>
                    <a:pt x="3895" y="13642"/>
                  </a:lnTo>
                  <a:lnTo>
                    <a:pt x="4259" y="13461"/>
                  </a:lnTo>
                  <a:lnTo>
                    <a:pt x="4642" y="13299"/>
                  </a:lnTo>
                  <a:lnTo>
                    <a:pt x="5046" y="13138"/>
                  </a:lnTo>
                  <a:lnTo>
                    <a:pt x="5449" y="12996"/>
                  </a:lnTo>
                  <a:lnTo>
                    <a:pt x="5873" y="12875"/>
                  </a:lnTo>
                  <a:lnTo>
                    <a:pt x="6317" y="12754"/>
                  </a:lnTo>
                  <a:lnTo>
                    <a:pt x="6761" y="12653"/>
                  </a:lnTo>
                  <a:lnTo>
                    <a:pt x="7225" y="12573"/>
                  </a:lnTo>
                  <a:lnTo>
                    <a:pt x="7689" y="12512"/>
                  </a:lnTo>
                  <a:lnTo>
                    <a:pt x="8174" y="12472"/>
                  </a:lnTo>
                  <a:lnTo>
                    <a:pt x="8678" y="12431"/>
                  </a:lnTo>
                  <a:lnTo>
                    <a:pt x="9183" y="12411"/>
                  </a:lnTo>
                  <a:lnTo>
                    <a:pt x="10232" y="12411"/>
                  </a:lnTo>
                  <a:lnTo>
                    <a:pt x="10777" y="12431"/>
                  </a:lnTo>
                  <a:lnTo>
                    <a:pt x="11887" y="12532"/>
                  </a:lnTo>
                  <a:lnTo>
                    <a:pt x="12976" y="12653"/>
                  </a:lnTo>
                  <a:lnTo>
                    <a:pt x="14066" y="12815"/>
                  </a:lnTo>
                  <a:lnTo>
                    <a:pt x="15156" y="12976"/>
                  </a:lnTo>
                  <a:lnTo>
                    <a:pt x="16690" y="13198"/>
                  </a:lnTo>
                  <a:lnTo>
                    <a:pt x="17477" y="13299"/>
                  </a:lnTo>
                  <a:lnTo>
                    <a:pt x="18243" y="13400"/>
                  </a:lnTo>
                  <a:lnTo>
                    <a:pt x="18768" y="13440"/>
                  </a:lnTo>
                  <a:lnTo>
                    <a:pt x="19273" y="13481"/>
                  </a:lnTo>
                  <a:lnTo>
                    <a:pt x="19797" y="13481"/>
                  </a:lnTo>
                  <a:lnTo>
                    <a:pt x="20302" y="13461"/>
                  </a:lnTo>
                  <a:lnTo>
                    <a:pt x="20806" y="13400"/>
                  </a:lnTo>
                  <a:lnTo>
                    <a:pt x="21048" y="13360"/>
                  </a:lnTo>
                  <a:lnTo>
                    <a:pt x="21291" y="13299"/>
                  </a:lnTo>
                  <a:lnTo>
                    <a:pt x="21533" y="13218"/>
                  </a:lnTo>
                  <a:lnTo>
                    <a:pt x="21775" y="13138"/>
                  </a:lnTo>
                  <a:lnTo>
                    <a:pt x="21997" y="13037"/>
                  </a:lnTo>
                  <a:lnTo>
                    <a:pt x="22219" y="12936"/>
                  </a:lnTo>
                  <a:lnTo>
                    <a:pt x="22421" y="12815"/>
                  </a:lnTo>
                  <a:lnTo>
                    <a:pt x="22602" y="12694"/>
                  </a:lnTo>
                  <a:lnTo>
                    <a:pt x="22784" y="12553"/>
                  </a:lnTo>
                  <a:lnTo>
                    <a:pt x="22966" y="12411"/>
                  </a:lnTo>
                  <a:lnTo>
                    <a:pt x="23127" y="12250"/>
                  </a:lnTo>
                  <a:lnTo>
                    <a:pt x="23288" y="12068"/>
                  </a:lnTo>
                  <a:lnTo>
                    <a:pt x="23450" y="11887"/>
                  </a:lnTo>
                  <a:lnTo>
                    <a:pt x="23591" y="11685"/>
                  </a:lnTo>
                  <a:lnTo>
                    <a:pt x="23874" y="11261"/>
                  </a:lnTo>
                  <a:lnTo>
                    <a:pt x="24116" y="10797"/>
                  </a:lnTo>
                  <a:lnTo>
                    <a:pt x="24358" y="10292"/>
                  </a:lnTo>
                  <a:lnTo>
                    <a:pt x="24540" y="9727"/>
                  </a:lnTo>
                  <a:lnTo>
                    <a:pt x="24479" y="9707"/>
                  </a:lnTo>
                  <a:lnTo>
                    <a:pt x="24277" y="10252"/>
                  </a:lnTo>
                  <a:lnTo>
                    <a:pt x="24055" y="10756"/>
                  </a:lnTo>
                  <a:lnTo>
                    <a:pt x="23813" y="11221"/>
                  </a:lnTo>
                  <a:lnTo>
                    <a:pt x="23531" y="11644"/>
                  </a:lnTo>
                  <a:lnTo>
                    <a:pt x="23228" y="12008"/>
                  </a:lnTo>
                  <a:lnTo>
                    <a:pt x="23066" y="12189"/>
                  </a:lnTo>
                  <a:lnTo>
                    <a:pt x="22905" y="12351"/>
                  </a:lnTo>
                  <a:lnTo>
                    <a:pt x="22744" y="12492"/>
                  </a:lnTo>
                  <a:lnTo>
                    <a:pt x="22562" y="12613"/>
                  </a:lnTo>
                  <a:lnTo>
                    <a:pt x="22380" y="12754"/>
                  </a:lnTo>
                  <a:lnTo>
                    <a:pt x="22178" y="12855"/>
                  </a:lnTo>
                  <a:lnTo>
                    <a:pt x="21957" y="12976"/>
                  </a:lnTo>
                  <a:lnTo>
                    <a:pt x="21735" y="13077"/>
                  </a:lnTo>
                  <a:lnTo>
                    <a:pt x="21492" y="13158"/>
                  </a:lnTo>
                  <a:lnTo>
                    <a:pt x="21270" y="13218"/>
                  </a:lnTo>
                  <a:lnTo>
                    <a:pt x="21028" y="13279"/>
                  </a:lnTo>
                  <a:lnTo>
                    <a:pt x="20786" y="13319"/>
                  </a:lnTo>
                  <a:lnTo>
                    <a:pt x="20282" y="13380"/>
                  </a:lnTo>
                  <a:lnTo>
                    <a:pt x="19777" y="13400"/>
                  </a:lnTo>
                  <a:lnTo>
                    <a:pt x="19273" y="13400"/>
                  </a:lnTo>
                  <a:lnTo>
                    <a:pt x="18768" y="13360"/>
                  </a:lnTo>
                  <a:lnTo>
                    <a:pt x="18264" y="13319"/>
                  </a:lnTo>
                  <a:lnTo>
                    <a:pt x="17477" y="13218"/>
                  </a:lnTo>
                  <a:lnTo>
                    <a:pt x="16710" y="13118"/>
                  </a:lnTo>
                  <a:lnTo>
                    <a:pt x="15156" y="12896"/>
                  </a:lnTo>
                  <a:lnTo>
                    <a:pt x="14086" y="12734"/>
                  </a:lnTo>
                  <a:lnTo>
                    <a:pt x="12997" y="12573"/>
                  </a:lnTo>
                  <a:lnTo>
                    <a:pt x="11887" y="12452"/>
                  </a:lnTo>
                  <a:lnTo>
                    <a:pt x="10797" y="12351"/>
                  </a:lnTo>
                  <a:lnTo>
                    <a:pt x="10252" y="12331"/>
                  </a:lnTo>
                  <a:lnTo>
                    <a:pt x="9183" y="12331"/>
                  </a:lnTo>
                  <a:lnTo>
                    <a:pt x="8658" y="12351"/>
                  </a:lnTo>
                  <a:lnTo>
                    <a:pt x="8174" y="12391"/>
                  </a:lnTo>
                  <a:lnTo>
                    <a:pt x="7669" y="12431"/>
                  </a:lnTo>
                  <a:lnTo>
                    <a:pt x="7205" y="12492"/>
                  </a:lnTo>
                  <a:lnTo>
                    <a:pt x="6741" y="12573"/>
                  </a:lnTo>
                  <a:lnTo>
                    <a:pt x="6277" y="12674"/>
                  </a:lnTo>
                  <a:lnTo>
                    <a:pt x="5853" y="12795"/>
                  </a:lnTo>
                  <a:lnTo>
                    <a:pt x="5429" y="12916"/>
                  </a:lnTo>
                  <a:lnTo>
                    <a:pt x="5005" y="13057"/>
                  </a:lnTo>
                  <a:lnTo>
                    <a:pt x="4602" y="13218"/>
                  </a:lnTo>
                  <a:lnTo>
                    <a:pt x="4218" y="13380"/>
                  </a:lnTo>
                  <a:lnTo>
                    <a:pt x="3855" y="13582"/>
                  </a:lnTo>
                  <a:lnTo>
                    <a:pt x="3492" y="13783"/>
                  </a:lnTo>
                  <a:lnTo>
                    <a:pt x="3290" y="13905"/>
                  </a:lnTo>
                  <a:lnTo>
                    <a:pt x="2846" y="14147"/>
                  </a:lnTo>
                  <a:lnTo>
                    <a:pt x="2624" y="14268"/>
                  </a:lnTo>
                  <a:lnTo>
                    <a:pt x="2382" y="14349"/>
                  </a:lnTo>
                  <a:lnTo>
                    <a:pt x="2241" y="14389"/>
                  </a:lnTo>
                  <a:lnTo>
                    <a:pt x="2079" y="14409"/>
                  </a:lnTo>
                  <a:lnTo>
                    <a:pt x="1938" y="14409"/>
                  </a:lnTo>
                  <a:lnTo>
                    <a:pt x="1776" y="14389"/>
                  </a:lnTo>
                  <a:lnTo>
                    <a:pt x="1635" y="14369"/>
                  </a:lnTo>
                  <a:lnTo>
                    <a:pt x="1494" y="14308"/>
                  </a:lnTo>
                  <a:lnTo>
                    <a:pt x="1353" y="14227"/>
                  </a:lnTo>
                  <a:lnTo>
                    <a:pt x="1232" y="14127"/>
                  </a:lnTo>
                  <a:lnTo>
                    <a:pt x="1131" y="14005"/>
                  </a:lnTo>
                  <a:lnTo>
                    <a:pt x="1050" y="13864"/>
                  </a:lnTo>
                  <a:lnTo>
                    <a:pt x="1010" y="13723"/>
                  </a:lnTo>
                  <a:lnTo>
                    <a:pt x="969" y="13562"/>
                  </a:lnTo>
                  <a:lnTo>
                    <a:pt x="949" y="13380"/>
                  </a:lnTo>
                  <a:lnTo>
                    <a:pt x="929" y="13218"/>
                  </a:lnTo>
                  <a:lnTo>
                    <a:pt x="949" y="12855"/>
                  </a:lnTo>
                  <a:lnTo>
                    <a:pt x="1010" y="12109"/>
                  </a:lnTo>
                  <a:lnTo>
                    <a:pt x="1070" y="11342"/>
                  </a:lnTo>
                  <a:lnTo>
                    <a:pt x="1171" y="10292"/>
                  </a:lnTo>
                  <a:lnTo>
                    <a:pt x="1211" y="9768"/>
                  </a:lnTo>
                  <a:lnTo>
                    <a:pt x="1232" y="9243"/>
                  </a:lnTo>
                  <a:lnTo>
                    <a:pt x="1232" y="8698"/>
                  </a:lnTo>
                  <a:lnTo>
                    <a:pt x="1232" y="8173"/>
                  </a:lnTo>
                  <a:lnTo>
                    <a:pt x="1191" y="7649"/>
                  </a:lnTo>
                  <a:lnTo>
                    <a:pt x="1131" y="7124"/>
                  </a:lnTo>
                  <a:lnTo>
                    <a:pt x="1050" y="6579"/>
                  </a:lnTo>
                  <a:lnTo>
                    <a:pt x="929" y="6034"/>
                  </a:lnTo>
                  <a:lnTo>
                    <a:pt x="646" y="4965"/>
                  </a:lnTo>
                  <a:lnTo>
                    <a:pt x="404" y="4077"/>
                  </a:lnTo>
                  <a:lnTo>
                    <a:pt x="303" y="3633"/>
                  </a:lnTo>
                  <a:lnTo>
                    <a:pt x="202" y="3169"/>
                  </a:lnTo>
                  <a:lnTo>
                    <a:pt x="142" y="2765"/>
                  </a:lnTo>
                  <a:lnTo>
                    <a:pt x="102" y="2341"/>
                  </a:lnTo>
                  <a:lnTo>
                    <a:pt x="81" y="1938"/>
                  </a:lnTo>
                  <a:lnTo>
                    <a:pt x="102" y="1534"/>
                  </a:lnTo>
                  <a:lnTo>
                    <a:pt x="122" y="1151"/>
                  </a:lnTo>
                  <a:lnTo>
                    <a:pt x="182" y="767"/>
                  </a:lnTo>
                  <a:lnTo>
                    <a:pt x="243" y="384"/>
                  </a:lnTo>
                  <a:lnTo>
                    <a:pt x="344" y="21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7"/>
            <p:cNvSpPr/>
            <p:nvPr/>
          </p:nvSpPr>
          <p:spPr>
            <a:xfrm flipH="1">
              <a:off x="-3249516" y="-5106211"/>
              <a:ext cx="1060565" cy="526984"/>
            </a:xfrm>
            <a:custGeom>
              <a:rect b="b" l="l" r="r" t="t"/>
              <a:pathLst>
                <a:path extrusionOk="0" h="9426" w="18970">
                  <a:moveTo>
                    <a:pt x="7103" y="1"/>
                  </a:moveTo>
                  <a:lnTo>
                    <a:pt x="5812" y="41"/>
                  </a:lnTo>
                  <a:lnTo>
                    <a:pt x="4480" y="142"/>
                  </a:lnTo>
                  <a:lnTo>
                    <a:pt x="3976" y="183"/>
                  </a:lnTo>
                  <a:lnTo>
                    <a:pt x="3552" y="223"/>
                  </a:lnTo>
                  <a:lnTo>
                    <a:pt x="3168" y="263"/>
                  </a:lnTo>
                  <a:lnTo>
                    <a:pt x="2805" y="324"/>
                  </a:lnTo>
                  <a:lnTo>
                    <a:pt x="2462" y="425"/>
                  </a:lnTo>
                  <a:lnTo>
                    <a:pt x="2301" y="505"/>
                  </a:lnTo>
                  <a:lnTo>
                    <a:pt x="2139" y="586"/>
                  </a:lnTo>
                  <a:lnTo>
                    <a:pt x="1958" y="667"/>
                  </a:lnTo>
                  <a:lnTo>
                    <a:pt x="1796" y="788"/>
                  </a:lnTo>
                  <a:lnTo>
                    <a:pt x="1635" y="909"/>
                  </a:lnTo>
                  <a:lnTo>
                    <a:pt x="1453" y="1070"/>
                  </a:lnTo>
                  <a:lnTo>
                    <a:pt x="1090" y="1434"/>
                  </a:lnTo>
                  <a:lnTo>
                    <a:pt x="827" y="1736"/>
                  </a:lnTo>
                  <a:lnTo>
                    <a:pt x="585" y="2059"/>
                  </a:lnTo>
                  <a:lnTo>
                    <a:pt x="404" y="2362"/>
                  </a:lnTo>
                  <a:lnTo>
                    <a:pt x="242" y="2665"/>
                  </a:lnTo>
                  <a:lnTo>
                    <a:pt x="121" y="2988"/>
                  </a:lnTo>
                  <a:lnTo>
                    <a:pt x="40" y="3290"/>
                  </a:lnTo>
                  <a:lnTo>
                    <a:pt x="0" y="3593"/>
                  </a:lnTo>
                  <a:lnTo>
                    <a:pt x="0" y="3896"/>
                  </a:lnTo>
                  <a:lnTo>
                    <a:pt x="81" y="3896"/>
                  </a:lnTo>
                  <a:lnTo>
                    <a:pt x="81" y="3593"/>
                  </a:lnTo>
                  <a:lnTo>
                    <a:pt x="121" y="3290"/>
                  </a:lnTo>
                  <a:lnTo>
                    <a:pt x="202" y="3008"/>
                  </a:lnTo>
                  <a:lnTo>
                    <a:pt x="323" y="2705"/>
                  </a:lnTo>
                  <a:lnTo>
                    <a:pt x="464" y="2402"/>
                  </a:lnTo>
                  <a:lnTo>
                    <a:pt x="666" y="2100"/>
                  </a:lnTo>
                  <a:lnTo>
                    <a:pt x="888" y="1797"/>
                  </a:lnTo>
                  <a:lnTo>
                    <a:pt x="1150" y="1474"/>
                  </a:lnTo>
                  <a:lnTo>
                    <a:pt x="1514" y="1131"/>
                  </a:lnTo>
                  <a:lnTo>
                    <a:pt x="1675" y="970"/>
                  </a:lnTo>
                  <a:lnTo>
                    <a:pt x="1837" y="848"/>
                  </a:lnTo>
                  <a:lnTo>
                    <a:pt x="2018" y="748"/>
                  </a:lnTo>
                  <a:lnTo>
                    <a:pt x="2180" y="647"/>
                  </a:lnTo>
                  <a:lnTo>
                    <a:pt x="2341" y="566"/>
                  </a:lnTo>
                  <a:lnTo>
                    <a:pt x="2502" y="505"/>
                  </a:lnTo>
                  <a:lnTo>
                    <a:pt x="2825" y="405"/>
                  </a:lnTo>
                  <a:lnTo>
                    <a:pt x="3189" y="344"/>
                  </a:lnTo>
                  <a:lnTo>
                    <a:pt x="3572" y="304"/>
                  </a:lnTo>
                  <a:lnTo>
                    <a:pt x="3996" y="263"/>
                  </a:lnTo>
                  <a:lnTo>
                    <a:pt x="4500" y="223"/>
                  </a:lnTo>
                  <a:lnTo>
                    <a:pt x="5812" y="122"/>
                  </a:lnTo>
                  <a:lnTo>
                    <a:pt x="7103" y="82"/>
                  </a:lnTo>
                  <a:lnTo>
                    <a:pt x="8355" y="82"/>
                  </a:lnTo>
                  <a:lnTo>
                    <a:pt x="9586" y="102"/>
                  </a:lnTo>
                  <a:lnTo>
                    <a:pt x="10574" y="162"/>
                  </a:lnTo>
                  <a:lnTo>
                    <a:pt x="11099" y="223"/>
                  </a:lnTo>
                  <a:lnTo>
                    <a:pt x="11664" y="283"/>
                  </a:lnTo>
                  <a:lnTo>
                    <a:pt x="12209" y="384"/>
                  </a:lnTo>
                  <a:lnTo>
                    <a:pt x="12794" y="505"/>
                  </a:lnTo>
                  <a:lnTo>
                    <a:pt x="13359" y="647"/>
                  </a:lnTo>
                  <a:lnTo>
                    <a:pt x="13945" y="828"/>
                  </a:lnTo>
                  <a:lnTo>
                    <a:pt x="14348" y="990"/>
                  </a:lnTo>
                  <a:lnTo>
                    <a:pt x="14812" y="1171"/>
                  </a:lnTo>
                  <a:lnTo>
                    <a:pt x="15276" y="1414"/>
                  </a:lnTo>
                  <a:lnTo>
                    <a:pt x="15741" y="1696"/>
                  </a:lnTo>
                  <a:lnTo>
                    <a:pt x="16205" y="2019"/>
                  </a:lnTo>
                  <a:lnTo>
                    <a:pt x="16447" y="2201"/>
                  </a:lnTo>
                  <a:lnTo>
                    <a:pt x="16669" y="2382"/>
                  </a:lnTo>
                  <a:lnTo>
                    <a:pt x="16891" y="2604"/>
                  </a:lnTo>
                  <a:lnTo>
                    <a:pt x="17113" y="2826"/>
                  </a:lnTo>
                  <a:lnTo>
                    <a:pt x="17315" y="3068"/>
                  </a:lnTo>
                  <a:lnTo>
                    <a:pt x="17516" y="3310"/>
                  </a:lnTo>
                  <a:lnTo>
                    <a:pt x="17698" y="3593"/>
                  </a:lnTo>
                  <a:lnTo>
                    <a:pt x="17880" y="3876"/>
                  </a:lnTo>
                  <a:lnTo>
                    <a:pt x="18041" y="4178"/>
                  </a:lnTo>
                  <a:lnTo>
                    <a:pt x="18182" y="4501"/>
                  </a:lnTo>
                  <a:lnTo>
                    <a:pt x="18324" y="4824"/>
                  </a:lnTo>
                  <a:lnTo>
                    <a:pt x="18445" y="5187"/>
                  </a:lnTo>
                  <a:lnTo>
                    <a:pt x="18546" y="5530"/>
                  </a:lnTo>
                  <a:lnTo>
                    <a:pt x="18646" y="5914"/>
                  </a:lnTo>
                  <a:lnTo>
                    <a:pt x="18727" y="6297"/>
                  </a:lnTo>
                  <a:lnTo>
                    <a:pt x="18788" y="6701"/>
                  </a:lnTo>
                  <a:lnTo>
                    <a:pt x="18828" y="7125"/>
                  </a:lnTo>
                  <a:lnTo>
                    <a:pt x="18868" y="7548"/>
                  </a:lnTo>
                  <a:lnTo>
                    <a:pt x="18889" y="7992"/>
                  </a:lnTo>
                  <a:lnTo>
                    <a:pt x="18889" y="8456"/>
                  </a:lnTo>
                  <a:lnTo>
                    <a:pt x="18889" y="8941"/>
                  </a:lnTo>
                  <a:lnTo>
                    <a:pt x="18868" y="9425"/>
                  </a:lnTo>
                  <a:lnTo>
                    <a:pt x="18949" y="9425"/>
                  </a:lnTo>
                  <a:lnTo>
                    <a:pt x="18969" y="8941"/>
                  </a:lnTo>
                  <a:lnTo>
                    <a:pt x="18969" y="8456"/>
                  </a:lnTo>
                  <a:lnTo>
                    <a:pt x="18969" y="7992"/>
                  </a:lnTo>
                  <a:lnTo>
                    <a:pt x="18949" y="7528"/>
                  </a:lnTo>
                  <a:lnTo>
                    <a:pt x="18909" y="7104"/>
                  </a:lnTo>
                  <a:lnTo>
                    <a:pt x="18868" y="6681"/>
                  </a:lnTo>
                  <a:lnTo>
                    <a:pt x="18788" y="6277"/>
                  </a:lnTo>
                  <a:lnTo>
                    <a:pt x="18727" y="5894"/>
                  </a:lnTo>
                  <a:lnTo>
                    <a:pt x="18626" y="5510"/>
                  </a:lnTo>
                  <a:lnTo>
                    <a:pt x="18525" y="5147"/>
                  </a:lnTo>
                  <a:lnTo>
                    <a:pt x="18404" y="4804"/>
                  </a:lnTo>
                  <a:lnTo>
                    <a:pt x="18263" y="4461"/>
                  </a:lnTo>
                  <a:lnTo>
                    <a:pt x="18102" y="4138"/>
                  </a:lnTo>
                  <a:lnTo>
                    <a:pt x="17940" y="3835"/>
                  </a:lnTo>
                  <a:lnTo>
                    <a:pt x="17759" y="3553"/>
                  </a:lnTo>
                  <a:lnTo>
                    <a:pt x="17577" y="3270"/>
                  </a:lnTo>
                  <a:lnTo>
                    <a:pt x="17375" y="3008"/>
                  </a:lnTo>
                  <a:lnTo>
                    <a:pt x="17173" y="2766"/>
                  </a:lnTo>
                  <a:lnTo>
                    <a:pt x="16951" y="2544"/>
                  </a:lnTo>
                  <a:lnTo>
                    <a:pt x="16729" y="2322"/>
                  </a:lnTo>
                  <a:lnTo>
                    <a:pt x="16507" y="2140"/>
                  </a:lnTo>
                  <a:lnTo>
                    <a:pt x="16265" y="1958"/>
                  </a:lnTo>
                  <a:lnTo>
                    <a:pt x="15781" y="1615"/>
                  </a:lnTo>
                  <a:lnTo>
                    <a:pt x="15317" y="1333"/>
                  </a:lnTo>
                  <a:lnTo>
                    <a:pt x="14832" y="1111"/>
                  </a:lnTo>
                  <a:lnTo>
                    <a:pt x="14388" y="909"/>
                  </a:lnTo>
                  <a:lnTo>
                    <a:pt x="13965" y="748"/>
                  </a:lnTo>
                  <a:lnTo>
                    <a:pt x="13400" y="566"/>
                  </a:lnTo>
                  <a:lnTo>
                    <a:pt x="12814" y="425"/>
                  </a:lnTo>
                  <a:lnTo>
                    <a:pt x="12229" y="304"/>
                  </a:lnTo>
                  <a:lnTo>
                    <a:pt x="11664" y="223"/>
                  </a:lnTo>
                  <a:lnTo>
                    <a:pt x="11119" y="142"/>
                  </a:lnTo>
                  <a:lnTo>
                    <a:pt x="10574" y="82"/>
                  </a:lnTo>
                  <a:lnTo>
                    <a:pt x="9586" y="21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7"/>
            <p:cNvSpPr/>
            <p:nvPr/>
          </p:nvSpPr>
          <p:spPr>
            <a:xfrm flipH="1">
              <a:off x="-3364577" y="-5090390"/>
              <a:ext cx="1339208" cy="816864"/>
            </a:xfrm>
            <a:custGeom>
              <a:rect b="b" l="l" r="r" t="t"/>
              <a:pathLst>
                <a:path extrusionOk="0" h="14611" w="23954">
                  <a:moveTo>
                    <a:pt x="8637" y="0"/>
                  </a:moveTo>
                  <a:lnTo>
                    <a:pt x="7870" y="41"/>
                  </a:lnTo>
                  <a:lnTo>
                    <a:pt x="7083" y="81"/>
                  </a:lnTo>
                  <a:lnTo>
                    <a:pt x="6296" y="162"/>
                  </a:lnTo>
                  <a:lnTo>
                    <a:pt x="5509" y="243"/>
                  </a:lnTo>
                  <a:lnTo>
                    <a:pt x="5065" y="303"/>
                  </a:lnTo>
                  <a:lnTo>
                    <a:pt x="4601" y="384"/>
                  </a:lnTo>
                  <a:lnTo>
                    <a:pt x="4097" y="485"/>
                  </a:lnTo>
                  <a:lnTo>
                    <a:pt x="3592" y="626"/>
                  </a:lnTo>
                  <a:lnTo>
                    <a:pt x="3067" y="787"/>
                  </a:lnTo>
                  <a:lnTo>
                    <a:pt x="2563" y="1009"/>
                  </a:lnTo>
                  <a:lnTo>
                    <a:pt x="2321" y="1131"/>
                  </a:lnTo>
                  <a:lnTo>
                    <a:pt x="2079" y="1252"/>
                  </a:lnTo>
                  <a:lnTo>
                    <a:pt x="1836" y="1393"/>
                  </a:lnTo>
                  <a:lnTo>
                    <a:pt x="1614" y="1554"/>
                  </a:lnTo>
                  <a:lnTo>
                    <a:pt x="1392" y="1716"/>
                  </a:lnTo>
                  <a:lnTo>
                    <a:pt x="1191" y="1897"/>
                  </a:lnTo>
                  <a:lnTo>
                    <a:pt x="1009" y="2079"/>
                  </a:lnTo>
                  <a:lnTo>
                    <a:pt x="827" y="2261"/>
                  </a:lnTo>
                  <a:lnTo>
                    <a:pt x="686" y="2462"/>
                  </a:lnTo>
                  <a:lnTo>
                    <a:pt x="545" y="2664"/>
                  </a:lnTo>
                  <a:lnTo>
                    <a:pt x="404" y="2866"/>
                  </a:lnTo>
                  <a:lnTo>
                    <a:pt x="303" y="3088"/>
                  </a:lnTo>
                  <a:lnTo>
                    <a:pt x="222" y="3330"/>
                  </a:lnTo>
                  <a:lnTo>
                    <a:pt x="141" y="3552"/>
                  </a:lnTo>
                  <a:lnTo>
                    <a:pt x="81" y="3814"/>
                  </a:lnTo>
                  <a:lnTo>
                    <a:pt x="40" y="4057"/>
                  </a:lnTo>
                  <a:lnTo>
                    <a:pt x="0" y="4319"/>
                  </a:lnTo>
                  <a:lnTo>
                    <a:pt x="0" y="4581"/>
                  </a:lnTo>
                  <a:lnTo>
                    <a:pt x="0" y="4864"/>
                  </a:lnTo>
                  <a:lnTo>
                    <a:pt x="20" y="5146"/>
                  </a:lnTo>
                  <a:lnTo>
                    <a:pt x="81" y="5611"/>
                  </a:lnTo>
                  <a:lnTo>
                    <a:pt x="182" y="6095"/>
                  </a:lnTo>
                  <a:lnTo>
                    <a:pt x="303" y="6559"/>
                  </a:lnTo>
                  <a:lnTo>
                    <a:pt x="424" y="7023"/>
                  </a:lnTo>
                  <a:lnTo>
                    <a:pt x="565" y="7588"/>
                  </a:lnTo>
                  <a:lnTo>
                    <a:pt x="706" y="8173"/>
                  </a:lnTo>
                  <a:lnTo>
                    <a:pt x="767" y="8537"/>
                  </a:lnTo>
                  <a:lnTo>
                    <a:pt x="827" y="8920"/>
                  </a:lnTo>
                  <a:lnTo>
                    <a:pt x="868" y="9324"/>
                  </a:lnTo>
                  <a:lnTo>
                    <a:pt x="888" y="9707"/>
                  </a:lnTo>
                  <a:lnTo>
                    <a:pt x="908" y="10090"/>
                  </a:lnTo>
                  <a:lnTo>
                    <a:pt x="888" y="10474"/>
                  </a:lnTo>
                  <a:lnTo>
                    <a:pt x="868" y="10857"/>
                  </a:lnTo>
                  <a:lnTo>
                    <a:pt x="827" y="11241"/>
                  </a:lnTo>
                  <a:lnTo>
                    <a:pt x="807" y="11483"/>
                  </a:lnTo>
                  <a:lnTo>
                    <a:pt x="767" y="11765"/>
                  </a:lnTo>
                  <a:lnTo>
                    <a:pt x="747" y="12068"/>
                  </a:lnTo>
                  <a:lnTo>
                    <a:pt x="747" y="12351"/>
                  </a:lnTo>
                  <a:lnTo>
                    <a:pt x="767" y="12653"/>
                  </a:lnTo>
                  <a:lnTo>
                    <a:pt x="807" y="12815"/>
                  </a:lnTo>
                  <a:lnTo>
                    <a:pt x="848" y="12976"/>
                  </a:lnTo>
                  <a:lnTo>
                    <a:pt x="928" y="13138"/>
                  </a:lnTo>
                  <a:lnTo>
                    <a:pt x="1029" y="13299"/>
                  </a:lnTo>
                  <a:lnTo>
                    <a:pt x="1130" y="13440"/>
                  </a:lnTo>
                  <a:lnTo>
                    <a:pt x="1271" y="13561"/>
                  </a:lnTo>
                  <a:lnTo>
                    <a:pt x="1433" y="13662"/>
                  </a:lnTo>
                  <a:lnTo>
                    <a:pt x="1614" y="13723"/>
                  </a:lnTo>
                  <a:lnTo>
                    <a:pt x="1715" y="13763"/>
                  </a:lnTo>
                  <a:lnTo>
                    <a:pt x="2058" y="13763"/>
                  </a:lnTo>
                  <a:lnTo>
                    <a:pt x="2280" y="13723"/>
                  </a:lnTo>
                  <a:lnTo>
                    <a:pt x="2502" y="13683"/>
                  </a:lnTo>
                  <a:lnTo>
                    <a:pt x="3794" y="13420"/>
                  </a:lnTo>
                  <a:lnTo>
                    <a:pt x="4419" y="13299"/>
                  </a:lnTo>
                  <a:lnTo>
                    <a:pt x="5065" y="13198"/>
                  </a:lnTo>
                  <a:lnTo>
                    <a:pt x="5691" y="13118"/>
                  </a:lnTo>
                  <a:lnTo>
                    <a:pt x="6337" y="13057"/>
                  </a:lnTo>
                  <a:lnTo>
                    <a:pt x="6962" y="13037"/>
                  </a:lnTo>
                  <a:lnTo>
                    <a:pt x="7588" y="13037"/>
                  </a:lnTo>
                  <a:lnTo>
                    <a:pt x="8133" y="13077"/>
                  </a:lnTo>
                  <a:lnTo>
                    <a:pt x="8657" y="13138"/>
                  </a:lnTo>
                  <a:lnTo>
                    <a:pt x="9202" y="13218"/>
                  </a:lnTo>
                  <a:lnTo>
                    <a:pt x="9747" y="13319"/>
                  </a:lnTo>
                  <a:lnTo>
                    <a:pt x="10796" y="13561"/>
                  </a:lnTo>
                  <a:lnTo>
                    <a:pt x="11846" y="13824"/>
                  </a:lnTo>
                  <a:lnTo>
                    <a:pt x="13218" y="14167"/>
                  </a:lnTo>
                  <a:lnTo>
                    <a:pt x="13924" y="14328"/>
                  </a:lnTo>
                  <a:lnTo>
                    <a:pt x="14610" y="14449"/>
                  </a:lnTo>
                  <a:lnTo>
                    <a:pt x="15095" y="14530"/>
                  </a:lnTo>
                  <a:lnTo>
                    <a:pt x="15559" y="14570"/>
                  </a:lnTo>
                  <a:lnTo>
                    <a:pt x="16023" y="14611"/>
                  </a:lnTo>
                  <a:lnTo>
                    <a:pt x="16871" y="14611"/>
                  </a:lnTo>
                  <a:lnTo>
                    <a:pt x="17274" y="14570"/>
                  </a:lnTo>
                  <a:lnTo>
                    <a:pt x="17658" y="14530"/>
                  </a:lnTo>
                  <a:lnTo>
                    <a:pt x="18021" y="14449"/>
                  </a:lnTo>
                  <a:lnTo>
                    <a:pt x="18485" y="14328"/>
                  </a:lnTo>
                  <a:lnTo>
                    <a:pt x="18909" y="14187"/>
                  </a:lnTo>
                  <a:lnTo>
                    <a:pt x="19312" y="14005"/>
                  </a:lnTo>
                  <a:lnTo>
                    <a:pt x="19676" y="13783"/>
                  </a:lnTo>
                  <a:lnTo>
                    <a:pt x="20039" y="13541"/>
                  </a:lnTo>
                  <a:lnTo>
                    <a:pt x="20341" y="13279"/>
                  </a:lnTo>
                  <a:lnTo>
                    <a:pt x="20644" y="12976"/>
                  </a:lnTo>
                  <a:lnTo>
                    <a:pt x="20886" y="12674"/>
                  </a:lnTo>
                  <a:lnTo>
                    <a:pt x="21028" y="12472"/>
                  </a:lnTo>
                  <a:lnTo>
                    <a:pt x="21149" y="12270"/>
                  </a:lnTo>
                  <a:lnTo>
                    <a:pt x="21250" y="12048"/>
                  </a:lnTo>
                  <a:lnTo>
                    <a:pt x="21350" y="11846"/>
                  </a:lnTo>
                  <a:lnTo>
                    <a:pt x="21512" y="11402"/>
                  </a:lnTo>
                  <a:lnTo>
                    <a:pt x="21633" y="10958"/>
                  </a:lnTo>
                  <a:lnTo>
                    <a:pt x="21734" y="10494"/>
                  </a:lnTo>
                  <a:lnTo>
                    <a:pt x="21794" y="10030"/>
                  </a:lnTo>
                  <a:lnTo>
                    <a:pt x="21835" y="9586"/>
                  </a:lnTo>
                  <a:lnTo>
                    <a:pt x="21875" y="9142"/>
                  </a:lnTo>
                  <a:lnTo>
                    <a:pt x="21794" y="9142"/>
                  </a:lnTo>
                  <a:lnTo>
                    <a:pt x="21754" y="9586"/>
                  </a:lnTo>
                  <a:lnTo>
                    <a:pt x="21714" y="10030"/>
                  </a:lnTo>
                  <a:lnTo>
                    <a:pt x="21653" y="10474"/>
                  </a:lnTo>
                  <a:lnTo>
                    <a:pt x="21552" y="10918"/>
                  </a:lnTo>
                  <a:lnTo>
                    <a:pt x="21431" y="11362"/>
                  </a:lnTo>
                  <a:lnTo>
                    <a:pt x="21270" y="11806"/>
                  </a:lnTo>
                  <a:lnTo>
                    <a:pt x="21189" y="12008"/>
                  </a:lnTo>
                  <a:lnTo>
                    <a:pt x="21068" y="12230"/>
                  </a:lnTo>
                  <a:lnTo>
                    <a:pt x="20947" y="12431"/>
                  </a:lnTo>
                  <a:lnTo>
                    <a:pt x="20826" y="12613"/>
                  </a:lnTo>
                  <a:lnTo>
                    <a:pt x="20584" y="12936"/>
                  </a:lnTo>
                  <a:lnTo>
                    <a:pt x="20301" y="13218"/>
                  </a:lnTo>
                  <a:lnTo>
                    <a:pt x="19978" y="13481"/>
                  </a:lnTo>
                  <a:lnTo>
                    <a:pt x="19635" y="13723"/>
                  </a:lnTo>
                  <a:lnTo>
                    <a:pt x="19272" y="13925"/>
                  </a:lnTo>
                  <a:lnTo>
                    <a:pt x="18868" y="14106"/>
                  </a:lnTo>
                  <a:lnTo>
                    <a:pt x="18445" y="14248"/>
                  </a:lnTo>
                  <a:lnTo>
                    <a:pt x="18001" y="14369"/>
                  </a:lnTo>
                  <a:lnTo>
                    <a:pt x="17637" y="14449"/>
                  </a:lnTo>
                  <a:lnTo>
                    <a:pt x="17254" y="14490"/>
                  </a:lnTo>
                  <a:lnTo>
                    <a:pt x="16871" y="14530"/>
                  </a:lnTo>
                  <a:lnTo>
                    <a:pt x="16023" y="14530"/>
                  </a:lnTo>
                  <a:lnTo>
                    <a:pt x="15579" y="14490"/>
                  </a:lnTo>
                  <a:lnTo>
                    <a:pt x="15115" y="14449"/>
                  </a:lnTo>
                  <a:lnTo>
                    <a:pt x="14631" y="14369"/>
                  </a:lnTo>
                  <a:lnTo>
                    <a:pt x="13924" y="14248"/>
                  </a:lnTo>
                  <a:lnTo>
                    <a:pt x="13238" y="14086"/>
                  </a:lnTo>
                  <a:lnTo>
                    <a:pt x="11866" y="13743"/>
                  </a:lnTo>
                  <a:lnTo>
                    <a:pt x="10817" y="13481"/>
                  </a:lnTo>
                  <a:lnTo>
                    <a:pt x="9747" y="13239"/>
                  </a:lnTo>
                  <a:lnTo>
                    <a:pt x="9222" y="13138"/>
                  </a:lnTo>
                  <a:lnTo>
                    <a:pt x="8677" y="13057"/>
                  </a:lnTo>
                  <a:lnTo>
                    <a:pt x="8133" y="12996"/>
                  </a:lnTo>
                  <a:lnTo>
                    <a:pt x="7588" y="12956"/>
                  </a:lnTo>
                  <a:lnTo>
                    <a:pt x="6962" y="12956"/>
                  </a:lnTo>
                  <a:lnTo>
                    <a:pt x="6316" y="12976"/>
                  </a:lnTo>
                  <a:lnTo>
                    <a:pt x="5691" y="13037"/>
                  </a:lnTo>
                  <a:lnTo>
                    <a:pt x="5065" y="13118"/>
                  </a:lnTo>
                  <a:lnTo>
                    <a:pt x="4419" y="13218"/>
                  </a:lnTo>
                  <a:lnTo>
                    <a:pt x="3774" y="13339"/>
                  </a:lnTo>
                  <a:lnTo>
                    <a:pt x="2482" y="13602"/>
                  </a:lnTo>
                  <a:lnTo>
                    <a:pt x="2280" y="13642"/>
                  </a:lnTo>
                  <a:lnTo>
                    <a:pt x="2058" y="13683"/>
                  </a:lnTo>
                  <a:lnTo>
                    <a:pt x="1735" y="13683"/>
                  </a:lnTo>
                  <a:lnTo>
                    <a:pt x="1635" y="13662"/>
                  </a:lnTo>
                  <a:lnTo>
                    <a:pt x="1453" y="13582"/>
                  </a:lnTo>
                  <a:lnTo>
                    <a:pt x="1312" y="13501"/>
                  </a:lnTo>
                  <a:lnTo>
                    <a:pt x="1191" y="13380"/>
                  </a:lnTo>
                  <a:lnTo>
                    <a:pt x="1090" y="13239"/>
                  </a:lnTo>
                  <a:lnTo>
                    <a:pt x="989" y="13097"/>
                  </a:lnTo>
                  <a:lnTo>
                    <a:pt x="928" y="12936"/>
                  </a:lnTo>
                  <a:lnTo>
                    <a:pt x="888" y="12795"/>
                  </a:lnTo>
                  <a:lnTo>
                    <a:pt x="848" y="12633"/>
                  </a:lnTo>
                  <a:lnTo>
                    <a:pt x="827" y="12351"/>
                  </a:lnTo>
                  <a:lnTo>
                    <a:pt x="827" y="12068"/>
                  </a:lnTo>
                  <a:lnTo>
                    <a:pt x="848" y="11765"/>
                  </a:lnTo>
                  <a:lnTo>
                    <a:pt x="888" y="11483"/>
                  </a:lnTo>
                  <a:lnTo>
                    <a:pt x="908" y="11261"/>
                  </a:lnTo>
                  <a:lnTo>
                    <a:pt x="948" y="10857"/>
                  </a:lnTo>
                  <a:lnTo>
                    <a:pt x="969" y="10474"/>
                  </a:lnTo>
                  <a:lnTo>
                    <a:pt x="989" y="10090"/>
                  </a:lnTo>
                  <a:lnTo>
                    <a:pt x="969" y="9707"/>
                  </a:lnTo>
                  <a:lnTo>
                    <a:pt x="948" y="9303"/>
                  </a:lnTo>
                  <a:lnTo>
                    <a:pt x="908" y="8920"/>
                  </a:lnTo>
                  <a:lnTo>
                    <a:pt x="848" y="8537"/>
                  </a:lnTo>
                  <a:lnTo>
                    <a:pt x="787" y="8153"/>
                  </a:lnTo>
                  <a:lnTo>
                    <a:pt x="646" y="7568"/>
                  </a:lnTo>
                  <a:lnTo>
                    <a:pt x="505" y="7003"/>
                  </a:lnTo>
                  <a:lnTo>
                    <a:pt x="383" y="6539"/>
                  </a:lnTo>
                  <a:lnTo>
                    <a:pt x="262" y="6075"/>
                  </a:lnTo>
                  <a:lnTo>
                    <a:pt x="161" y="5611"/>
                  </a:lnTo>
                  <a:lnTo>
                    <a:pt x="101" y="5126"/>
                  </a:lnTo>
                  <a:lnTo>
                    <a:pt x="81" y="4844"/>
                  </a:lnTo>
                  <a:lnTo>
                    <a:pt x="81" y="4581"/>
                  </a:lnTo>
                  <a:lnTo>
                    <a:pt x="81" y="4319"/>
                  </a:lnTo>
                  <a:lnTo>
                    <a:pt x="121" y="4077"/>
                  </a:lnTo>
                  <a:lnTo>
                    <a:pt x="161" y="3835"/>
                  </a:lnTo>
                  <a:lnTo>
                    <a:pt x="222" y="3593"/>
                  </a:lnTo>
                  <a:lnTo>
                    <a:pt x="283" y="3350"/>
                  </a:lnTo>
                  <a:lnTo>
                    <a:pt x="383" y="3128"/>
                  </a:lnTo>
                  <a:lnTo>
                    <a:pt x="484" y="2906"/>
                  </a:lnTo>
                  <a:lnTo>
                    <a:pt x="605" y="2705"/>
                  </a:lnTo>
                  <a:lnTo>
                    <a:pt x="747" y="2503"/>
                  </a:lnTo>
                  <a:lnTo>
                    <a:pt x="888" y="2301"/>
                  </a:lnTo>
                  <a:lnTo>
                    <a:pt x="1070" y="2119"/>
                  </a:lnTo>
                  <a:lnTo>
                    <a:pt x="1251" y="1938"/>
                  </a:lnTo>
                  <a:lnTo>
                    <a:pt x="1453" y="1776"/>
                  </a:lnTo>
                  <a:lnTo>
                    <a:pt x="1655" y="1615"/>
                  </a:lnTo>
                  <a:lnTo>
                    <a:pt x="1897" y="1453"/>
                  </a:lnTo>
                  <a:lnTo>
                    <a:pt x="2119" y="1332"/>
                  </a:lnTo>
                  <a:lnTo>
                    <a:pt x="2361" y="1191"/>
                  </a:lnTo>
                  <a:lnTo>
                    <a:pt x="2603" y="1070"/>
                  </a:lnTo>
                  <a:lnTo>
                    <a:pt x="3108" y="868"/>
                  </a:lnTo>
                  <a:lnTo>
                    <a:pt x="3612" y="707"/>
                  </a:lnTo>
                  <a:lnTo>
                    <a:pt x="4117" y="565"/>
                  </a:lnTo>
                  <a:lnTo>
                    <a:pt x="4621" y="465"/>
                  </a:lnTo>
                  <a:lnTo>
                    <a:pt x="5085" y="384"/>
                  </a:lnTo>
                  <a:lnTo>
                    <a:pt x="5529" y="323"/>
                  </a:lnTo>
                  <a:lnTo>
                    <a:pt x="6316" y="243"/>
                  </a:lnTo>
                  <a:lnTo>
                    <a:pt x="7083" y="162"/>
                  </a:lnTo>
                  <a:lnTo>
                    <a:pt x="7870" y="122"/>
                  </a:lnTo>
                  <a:lnTo>
                    <a:pt x="8637" y="81"/>
                  </a:lnTo>
                  <a:lnTo>
                    <a:pt x="10171" y="81"/>
                  </a:lnTo>
                  <a:lnTo>
                    <a:pt x="10938" y="101"/>
                  </a:lnTo>
                  <a:lnTo>
                    <a:pt x="11704" y="142"/>
                  </a:lnTo>
                  <a:lnTo>
                    <a:pt x="12451" y="202"/>
                  </a:lnTo>
                  <a:lnTo>
                    <a:pt x="13218" y="283"/>
                  </a:lnTo>
                  <a:lnTo>
                    <a:pt x="13965" y="364"/>
                  </a:lnTo>
                  <a:lnTo>
                    <a:pt x="14711" y="485"/>
                  </a:lnTo>
                  <a:lnTo>
                    <a:pt x="15458" y="606"/>
                  </a:lnTo>
                  <a:lnTo>
                    <a:pt x="16225" y="767"/>
                  </a:lnTo>
                  <a:lnTo>
                    <a:pt x="16971" y="929"/>
                  </a:lnTo>
                  <a:lnTo>
                    <a:pt x="17718" y="1110"/>
                  </a:lnTo>
                  <a:lnTo>
                    <a:pt x="18445" y="1312"/>
                  </a:lnTo>
                  <a:lnTo>
                    <a:pt x="19191" y="1554"/>
                  </a:lnTo>
                  <a:lnTo>
                    <a:pt x="19554" y="1675"/>
                  </a:lnTo>
                  <a:lnTo>
                    <a:pt x="19938" y="1817"/>
                  </a:lnTo>
                  <a:lnTo>
                    <a:pt x="20301" y="1978"/>
                  </a:lnTo>
                  <a:lnTo>
                    <a:pt x="20644" y="2140"/>
                  </a:lnTo>
                  <a:lnTo>
                    <a:pt x="20987" y="2321"/>
                  </a:lnTo>
                  <a:lnTo>
                    <a:pt x="21330" y="2523"/>
                  </a:lnTo>
                  <a:lnTo>
                    <a:pt x="21653" y="2745"/>
                  </a:lnTo>
                  <a:lnTo>
                    <a:pt x="21956" y="2967"/>
                  </a:lnTo>
                  <a:lnTo>
                    <a:pt x="22259" y="3229"/>
                  </a:lnTo>
                  <a:lnTo>
                    <a:pt x="22541" y="3492"/>
                  </a:lnTo>
                  <a:lnTo>
                    <a:pt x="22783" y="3794"/>
                  </a:lnTo>
                  <a:lnTo>
                    <a:pt x="23025" y="4097"/>
                  </a:lnTo>
                  <a:lnTo>
                    <a:pt x="23207" y="4380"/>
                  </a:lnTo>
                  <a:lnTo>
                    <a:pt x="23368" y="4682"/>
                  </a:lnTo>
                  <a:lnTo>
                    <a:pt x="23510" y="4965"/>
                  </a:lnTo>
                  <a:lnTo>
                    <a:pt x="23611" y="5288"/>
                  </a:lnTo>
                  <a:lnTo>
                    <a:pt x="23712" y="5611"/>
                  </a:lnTo>
                  <a:lnTo>
                    <a:pt x="23792" y="5933"/>
                  </a:lnTo>
                  <a:lnTo>
                    <a:pt x="23833" y="6256"/>
                  </a:lnTo>
                  <a:lnTo>
                    <a:pt x="23873" y="6579"/>
                  </a:lnTo>
                  <a:lnTo>
                    <a:pt x="23873" y="6922"/>
                  </a:lnTo>
                  <a:lnTo>
                    <a:pt x="23873" y="7245"/>
                  </a:lnTo>
                  <a:lnTo>
                    <a:pt x="23833" y="7588"/>
                  </a:lnTo>
                  <a:lnTo>
                    <a:pt x="23772" y="7911"/>
                  </a:lnTo>
                  <a:lnTo>
                    <a:pt x="23712" y="8234"/>
                  </a:lnTo>
                  <a:lnTo>
                    <a:pt x="23611" y="8537"/>
                  </a:lnTo>
                  <a:lnTo>
                    <a:pt x="23490" y="8860"/>
                  </a:lnTo>
                  <a:lnTo>
                    <a:pt x="23328" y="9162"/>
                  </a:lnTo>
                  <a:lnTo>
                    <a:pt x="23409" y="9182"/>
                  </a:lnTo>
                  <a:lnTo>
                    <a:pt x="23550" y="8880"/>
                  </a:lnTo>
                  <a:lnTo>
                    <a:pt x="23671" y="8577"/>
                  </a:lnTo>
                  <a:lnTo>
                    <a:pt x="23772" y="8254"/>
                  </a:lnTo>
                  <a:lnTo>
                    <a:pt x="23853" y="7931"/>
                  </a:lnTo>
                  <a:lnTo>
                    <a:pt x="23913" y="7588"/>
                  </a:lnTo>
                  <a:lnTo>
                    <a:pt x="23954" y="7265"/>
                  </a:lnTo>
                  <a:lnTo>
                    <a:pt x="23954" y="6922"/>
                  </a:lnTo>
                  <a:lnTo>
                    <a:pt x="23954" y="6579"/>
                  </a:lnTo>
                  <a:lnTo>
                    <a:pt x="23913" y="6236"/>
                  </a:lnTo>
                  <a:lnTo>
                    <a:pt x="23873" y="5913"/>
                  </a:lnTo>
                  <a:lnTo>
                    <a:pt x="23792" y="5590"/>
                  </a:lnTo>
                  <a:lnTo>
                    <a:pt x="23691" y="5267"/>
                  </a:lnTo>
                  <a:lnTo>
                    <a:pt x="23570" y="4945"/>
                  </a:lnTo>
                  <a:lnTo>
                    <a:pt x="23429" y="4642"/>
                  </a:lnTo>
                  <a:lnTo>
                    <a:pt x="23268" y="4339"/>
                  </a:lnTo>
                  <a:lnTo>
                    <a:pt x="23086" y="4057"/>
                  </a:lnTo>
                  <a:lnTo>
                    <a:pt x="22844" y="3734"/>
                  </a:lnTo>
                  <a:lnTo>
                    <a:pt x="22602" y="3451"/>
                  </a:lnTo>
                  <a:lnTo>
                    <a:pt x="22319" y="3169"/>
                  </a:lnTo>
                  <a:lnTo>
                    <a:pt x="22016" y="2906"/>
                  </a:lnTo>
                  <a:lnTo>
                    <a:pt x="21694" y="2684"/>
                  </a:lnTo>
                  <a:lnTo>
                    <a:pt x="21371" y="2462"/>
                  </a:lnTo>
                  <a:lnTo>
                    <a:pt x="21048" y="2261"/>
                  </a:lnTo>
                  <a:lnTo>
                    <a:pt x="20685" y="2079"/>
                  </a:lnTo>
                  <a:lnTo>
                    <a:pt x="20341" y="1897"/>
                  </a:lnTo>
                  <a:lnTo>
                    <a:pt x="19978" y="1756"/>
                  </a:lnTo>
                  <a:lnTo>
                    <a:pt x="19595" y="1595"/>
                  </a:lnTo>
                  <a:lnTo>
                    <a:pt x="19232" y="1474"/>
                  </a:lnTo>
                  <a:lnTo>
                    <a:pt x="18465" y="1231"/>
                  </a:lnTo>
                  <a:lnTo>
                    <a:pt x="17738" y="1030"/>
                  </a:lnTo>
                  <a:lnTo>
                    <a:pt x="16971" y="848"/>
                  </a:lnTo>
                  <a:lnTo>
                    <a:pt x="16225" y="687"/>
                  </a:lnTo>
                  <a:lnTo>
                    <a:pt x="15478" y="545"/>
                  </a:lnTo>
                  <a:lnTo>
                    <a:pt x="14731" y="404"/>
                  </a:lnTo>
                  <a:lnTo>
                    <a:pt x="13985" y="283"/>
                  </a:lnTo>
                  <a:lnTo>
                    <a:pt x="13218" y="202"/>
                  </a:lnTo>
                  <a:lnTo>
                    <a:pt x="12471" y="122"/>
                  </a:lnTo>
                  <a:lnTo>
                    <a:pt x="11704" y="61"/>
                  </a:lnTo>
                  <a:lnTo>
                    <a:pt x="10938" y="21"/>
                  </a:lnTo>
                  <a:lnTo>
                    <a:pt x="10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7"/>
            <p:cNvSpPr/>
            <p:nvPr/>
          </p:nvSpPr>
          <p:spPr>
            <a:xfrm flipH="1">
              <a:off x="-3334104" y="-4888456"/>
              <a:ext cx="1145153" cy="459224"/>
            </a:xfrm>
            <a:custGeom>
              <a:rect b="b" l="l" r="r" t="t"/>
              <a:pathLst>
                <a:path extrusionOk="0" h="8214" w="20483">
                  <a:moveTo>
                    <a:pt x="0" y="1"/>
                  </a:moveTo>
                  <a:lnTo>
                    <a:pt x="20" y="182"/>
                  </a:lnTo>
                  <a:lnTo>
                    <a:pt x="40" y="384"/>
                  </a:lnTo>
                  <a:lnTo>
                    <a:pt x="141" y="768"/>
                  </a:lnTo>
                  <a:lnTo>
                    <a:pt x="283" y="1131"/>
                  </a:lnTo>
                  <a:lnTo>
                    <a:pt x="424" y="1494"/>
                  </a:lnTo>
                  <a:lnTo>
                    <a:pt x="585" y="1877"/>
                  </a:lnTo>
                  <a:lnTo>
                    <a:pt x="727" y="2261"/>
                  </a:lnTo>
                  <a:lnTo>
                    <a:pt x="787" y="2463"/>
                  </a:lnTo>
                  <a:lnTo>
                    <a:pt x="827" y="2664"/>
                  </a:lnTo>
                  <a:lnTo>
                    <a:pt x="848" y="2886"/>
                  </a:lnTo>
                  <a:lnTo>
                    <a:pt x="868" y="3088"/>
                  </a:lnTo>
                  <a:lnTo>
                    <a:pt x="848" y="3330"/>
                  </a:lnTo>
                  <a:lnTo>
                    <a:pt x="807" y="3573"/>
                  </a:lnTo>
                  <a:lnTo>
                    <a:pt x="686" y="4057"/>
                  </a:lnTo>
                  <a:lnTo>
                    <a:pt x="585" y="4460"/>
                  </a:lnTo>
                  <a:lnTo>
                    <a:pt x="545" y="4662"/>
                  </a:lnTo>
                  <a:lnTo>
                    <a:pt x="525" y="4864"/>
                  </a:lnTo>
                  <a:lnTo>
                    <a:pt x="525" y="5066"/>
                  </a:lnTo>
                  <a:lnTo>
                    <a:pt x="525" y="5248"/>
                  </a:lnTo>
                  <a:lnTo>
                    <a:pt x="565" y="5449"/>
                  </a:lnTo>
                  <a:lnTo>
                    <a:pt x="646" y="5631"/>
                  </a:lnTo>
                  <a:lnTo>
                    <a:pt x="706" y="5752"/>
                  </a:lnTo>
                  <a:lnTo>
                    <a:pt x="767" y="5873"/>
                  </a:lnTo>
                  <a:lnTo>
                    <a:pt x="848" y="5974"/>
                  </a:lnTo>
                  <a:lnTo>
                    <a:pt x="949" y="6075"/>
                  </a:lnTo>
                  <a:lnTo>
                    <a:pt x="1049" y="6156"/>
                  </a:lnTo>
                  <a:lnTo>
                    <a:pt x="1171" y="6236"/>
                  </a:lnTo>
                  <a:lnTo>
                    <a:pt x="1453" y="6378"/>
                  </a:lnTo>
                  <a:lnTo>
                    <a:pt x="1756" y="6478"/>
                  </a:lnTo>
                  <a:lnTo>
                    <a:pt x="2139" y="6559"/>
                  </a:lnTo>
                  <a:lnTo>
                    <a:pt x="2543" y="6600"/>
                  </a:lnTo>
                  <a:lnTo>
                    <a:pt x="3007" y="6620"/>
                  </a:lnTo>
                  <a:lnTo>
                    <a:pt x="4682" y="6600"/>
                  </a:lnTo>
                  <a:lnTo>
                    <a:pt x="7426" y="6600"/>
                  </a:lnTo>
                  <a:lnTo>
                    <a:pt x="8334" y="6640"/>
                  </a:lnTo>
                  <a:lnTo>
                    <a:pt x="9243" y="6721"/>
                  </a:lnTo>
                  <a:lnTo>
                    <a:pt x="10151" y="6822"/>
                  </a:lnTo>
                  <a:lnTo>
                    <a:pt x="10595" y="6902"/>
                  </a:lnTo>
                  <a:lnTo>
                    <a:pt x="11059" y="6983"/>
                  </a:lnTo>
                  <a:lnTo>
                    <a:pt x="11503" y="7084"/>
                  </a:lnTo>
                  <a:lnTo>
                    <a:pt x="11927" y="7205"/>
                  </a:lnTo>
                  <a:lnTo>
                    <a:pt x="12512" y="7387"/>
                  </a:lnTo>
                  <a:lnTo>
                    <a:pt x="13077" y="7568"/>
                  </a:lnTo>
                  <a:lnTo>
                    <a:pt x="13803" y="7790"/>
                  </a:lnTo>
                  <a:lnTo>
                    <a:pt x="14167" y="7911"/>
                  </a:lnTo>
                  <a:lnTo>
                    <a:pt x="14550" y="8012"/>
                  </a:lnTo>
                  <a:lnTo>
                    <a:pt x="14913" y="8093"/>
                  </a:lnTo>
                  <a:lnTo>
                    <a:pt x="15297" y="8153"/>
                  </a:lnTo>
                  <a:lnTo>
                    <a:pt x="15680" y="8194"/>
                  </a:lnTo>
                  <a:lnTo>
                    <a:pt x="16063" y="8214"/>
                  </a:lnTo>
                  <a:lnTo>
                    <a:pt x="16427" y="8214"/>
                  </a:lnTo>
                  <a:lnTo>
                    <a:pt x="16770" y="8174"/>
                  </a:lnTo>
                  <a:lnTo>
                    <a:pt x="17093" y="8113"/>
                  </a:lnTo>
                  <a:lnTo>
                    <a:pt x="17415" y="8032"/>
                  </a:lnTo>
                  <a:lnTo>
                    <a:pt x="17738" y="7931"/>
                  </a:lnTo>
                  <a:lnTo>
                    <a:pt x="18061" y="7810"/>
                  </a:lnTo>
                  <a:lnTo>
                    <a:pt x="18364" y="7649"/>
                  </a:lnTo>
                  <a:lnTo>
                    <a:pt x="18646" y="7488"/>
                  </a:lnTo>
                  <a:lnTo>
                    <a:pt x="18929" y="7306"/>
                  </a:lnTo>
                  <a:lnTo>
                    <a:pt x="19191" y="7104"/>
                  </a:lnTo>
                  <a:lnTo>
                    <a:pt x="19454" y="6902"/>
                  </a:lnTo>
                  <a:lnTo>
                    <a:pt x="19696" y="6660"/>
                  </a:lnTo>
                  <a:lnTo>
                    <a:pt x="19918" y="6418"/>
                  </a:lnTo>
                  <a:lnTo>
                    <a:pt x="20120" y="6156"/>
                  </a:lnTo>
                  <a:lnTo>
                    <a:pt x="20321" y="5873"/>
                  </a:lnTo>
                  <a:lnTo>
                    <a:pt x="20483" y="5570"/>
                  </a:lnTo>
                  <a:lnTo>
                    <a:pt x="20402" y="5550"/>
                  </a:lnTo>
                  <a:lnTo>
                    <a:pt x="20241" y="5833"/>
                  </a:lnTo>
                  <a:lnTo>
                    <a:pt x="20059" y="6095"/>
                  </a:lnTo>
                  <a:lnTo>
                    <a:pt x="19857" y="6357"/>
                  </a:lnTo>
                  <a:lnTo>
                    <a:pt x="19635" y="6600"/>
                  </a:lnTo>
                  <a:lnTo>
                    <a:pt x="19393" y="6842"/>
                  </a:lnTo>
                  <a:lnTo>
                    <a:pt x="19151" y="7044"/>
                  </a:lnTo>
                  <a:lnTo>
                    <a:pt x="18889" y="7245"/>
                  </a:lnTo>
                  <a:lnTo>
                    <a:pt x="18606" y="7427"/>
                  </a:lnTo>
                  <a:lnTo>
                    <a:pt x="18324" y="7588"/>
                  </a:lnTo>
                  <a:lnTo>
                    <a:pt x="18021" y="7730"/>
                  </a:lnTo>
                  <a:lnTo>
                    <a:pt x="17718" y="7851"/>
                  </a:lnTo>
                  <a:lnTo>
                    <a:pt x="17395" y="7952"/>
                  </a:lnTo>
                  <a:lnTo>
                    <a:pt x="17072" y="8032"/>
                  </a:lnTo>
                  <a:lnTo>
                    <a:pt x="16750" y="8093"/>
                  </a:lnTo>
                  <a:lnTo>
                    <a:pt x="16427" y="8133"/>
                  </a:lnTo>
                  <a:lnTo>
                    <a:pt x="16063" y="8133"/>
                  </a:lnTo>
                  <a:lnTo>
                    <a:pt x="15680" y="8113"/>
                  </a:lnTo>
                  <a:lnTo>
                    <a:pt x="15317" y="8073"/>
                  </a:lnTo>
                  <a:lnTo>
                    <a:pt x="14933" y="8012"/>
                  </a:lnTo>
                  <a:lnTo>
                    <a:pt x="14550" y="7931"/>
                  </a:lnTo>
                  <a:lnTo>
                    <a:pt x="14187" y="7831"/>
                  </a:lnTo>
                  <a:lnTo>
                    <a:pt x="13823" y="7730"/>
                  </a:lnTo>
                  <a:lnTo>
                    <a:pt x="13097" y="7488"/>
                  </a:lnTo>
                  <a:lnTo>
                    <a:pt x="12532" y="7306"/>
                  </a:lnTo>
                  <a:lnTo>
                    <a:pt x="11947" y="7124"/>
                  </a:lnTo>
                  <a:lnTo>
                    <a:pt x="11523" y="7003"/>
                  </a:lnTo>
                  <a:lnTo>
                    <a:pt x="11059" y="6902"/>
                  </a:lnTo>
                  <a:lnTo>
                    <a:pt x="10615" y="6822"/>
                  </a:lnTo>
                  <a:lnTo>
                    <a:pt x="10171" y="6741"/>
                  </a:lnTo>
                  <a:lnTo>
                    <a:pt x="9263" y="6640"/>
                  </a:lnTo>
                  <a:lnTo>
                    <a:pt x="8355" y="6559"/>
                  </a:lnTo>
                  <a:lnTo>
                    <a:pt x="7426" y="6519"/>
                  </a:lnTo>
                  <a:lnTo>
                    <a:pt x="4682" y="6519"/>
                  </a:lnTo>
                  <a:lnTo>
                    <a:pt x="3007" y="6539"/>
                  </a:lnTo>
                  <a:lnTo>
                    <a:pt x="2563" y="6519"/>
                  </a:lnTo>
                  <a:lnTo>
                    <a:pt x="2159" y="6478"/>
                  </a:lnTo>
                  <a:lnTo>
                    <a:pt x="1796" y="6398"/>
                  </a:lnTo>
                  <a:lnTo>
                    <a:pt x="1493" y="6297"/>
                  </a:lnTo>
                  <a:lnTo>
                    <a:pt x="1231" y="6176"/>
                  </a:lnTo>
                  <a:lnTo>
                    <a:pt x="1110" y="6095"/>
                  </a:lnTo>
                  <a:lnTo>
                    <a:pt x="1009" y="6014"/>
                  </a:lnTo>
                  <a:lnTo>
                    <a:pt x="928" y="5913"/>
                  </a:lnTo>
                  <a:lnTo>
                    <a:pt x="848" y="5833"/>
                  </a:lnTo>
                  <a:lnTo>
                    <a:pt x="767" y="5712"/>
                  </a:lnTo>
                  <a:lnTo>
                    <a:pt x="706" y="5611"/>
                  </a:lnTo>
                  <a:lnTo>
                    <a:pt x="646" y="5429"/>
                  </a:lnTo>
                  <a:lnTo>
                    <a:pt x="606" y="5248"/>
                  </a:lnTo>
                  <a:lnTo>
                    <a:pt x="606" y="5046"/>
                  </a:lnTo>
                  <a:lnTo>
                    <a:pt x="606" y="4864"/>
                  </a:lnTo>
                  <a:lnTo>
                    <a:pt x="626" y="4662"/>
                  </a:lnTo>
                  <a:lnTo>
                    <a:pt x="666" y="4481"/>
                  </a:lnTo>
                  <a:lnTo>
                    <a:pt x="767" y="4077"/>
                  </a:lnTo>
                  <a:lnTo>
                    <a:pt x="888" y="3593"/>
                  </a:lnTo>
                  <a:lnTo>
                    <a:pt x="928" y="3330"/>
                  </a:lnTo>
                  <a:lnTo>
                    <a:pt x="949" y="3088"/>
                  </a:lnTo>
                  <a:lnTo>
                    <a:pt x="928" y="2866"/>
                  </a:lnTo>
                  <a:lnTo>
                    <a:pt x="908" y="2664"/>
                  </a:lnTo>
                  <a:lnTo>
                    <a:pt x="868" y="2463"/>
                  </a:lnTo>
                  <a:lnTo>
                    <a:pt x="807" y="2261"/>
                  </a:lnTo>
                  <a:lnTo>
                    <a:pt x="666" y="1857"/>
                  </a:lnTo>
                  <a:lnTo>
                    <a:pt x="505" y="1454"/>
                  </a:lnTo>
                  <a:lnTo>
                    <a:pt x="363" y="1090"/>
                  </a:lnTo>
                  <a:lnTo>
                    <a:pt x="222" y="727"/>
                  </a:lnTo>
                  <a:lnTo>
                    <a:pt x="121" y="364"/>
                  </a:lnTo>
                  <a:lnTo>
                    <a:pt x="101" y="182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7"/>
            <p:cNvSpPr/>
            <p:nvPr/>
          </p:nvSpPr>
          <p:spPr>
            <a:xfrm flipH="1">
              <a:off x="-3310451" y="-5112976"/>
              <a:ext cx="886861" cy="530339"/>
            </a:xfrm>
            <a:custGeom>
              <a:rect b="b" l="l" r="r" t="t"/>
              <a:pathLst>
                <a:path extrusionOk="0" h="9486" w="15863">
                  <a:moveTo>
                    <a:pt x="4117" y="82"/>
                  </a:moveTo>
                  <a:lnTo>
                    <a:pt x="4581" y="122"/>
                  </a:lnTo>
                  <a:lnTo>
                    <a:pt x="5025" y="162"/>
                  </a:lnTo>
                  <a:lnTo>
                    <a:pt x="5429" y="223"/>
                  </a:lnTo>
                  <a:lnTo>
                    <a:pt x="6176" y="344"/>
                  </a:lnTo>
                  <a:lnTo>
                    <a:pt x="6741" y="465"/>
                  </a:lnTo>
                  <a:lnTo>
                    <a:pt x="7427" y="626"/>
                  </a:lnTo>
                  <a:lnTo>
                    <a:pt x="8113" y="788"/>
                  </a:lnTo>
                  <a:lnTo>
                    <a:pt x="8799" y="990"/>
                  </a:lnTo>
                  <a:lnTo>
                    <a:pt x="9485" y="1171"/>
                  </a:lnTo>
                  <a:lnTo>
                    <a:pt x="10171" y="1393"/>
                  </a:lnTo>
                  <a:lnTo>
                    <a:pt x="10837" y="1615"/>
                  </a:lnTo>
                  <a:lnTo>
                    <a:pt x="11503" y="1857"/>
                  </a:lnTo>
                  <a:lnTo>
                    <a:pt x="12169" y="2100"/>
                  </a:lnTo>
                  <a:lnTo>
                    <a:pt x="12815" y="2382"/>
                  </a:lnTo>
                  <a:lnTo>
                    <a:pt x="13158" y="2523"/>
                  </a:lnTo>
                  <a:lnTo>
                    <a:pt x="13481" y="2705"/>
                  </a:lnTo>
                  <a:lnTo>
                    <a:pt x="13824" y="2887"/>
                  </a:lnTo>
                  <a:lnTo>
                    <a:pt x="14127" y="3109"/>
                  </a:lnTo>
                  <a:lnTo>
                    <a:pt x="14429" y="3331"/>
                  </a:lnTo>
                  <a:lnTo>
                    <a:pt x="14712" y="3593"/>
                  </a:lnTo>
                  <a:lnTo>
                    <a:pt x="14954" y="3875"/>
                  </a:lnTo>
                  <a:lnTo>
                    <a:pt x="15176" y="4158"/>
                  </a:lnTo>
                  <a:lnTo>
                    <a:pt x="15358" y="4481"/>
                  </a:lnTo>
                  <a:lnTo>
                    <a:pt x="15519" y="4804"/>
                  </a:lnTo>
                  <a:lnTo>
                    <a:pt x="15620" y="5127"/>
                  </a:lnTo>
                  <a:lnTo>
                    <a:pt x="15721" y="5490"/>
                  </a:lnTo>
                  <a:lnTo>
                    <a:pt x="15761" y="5833"/>
                  </a:lnTo>
                  <a:lnTo>
                    <a:pt x="15781" y="6176"/>
                  </a:lnTo>
                  <a:lnTo>
                    <a:pt x="15741" y="6539"/>
                  </a:lnTo>
                  <a:lnTo>
                    <a:pt x="15680" y="6902"/>
                  </a:lnTo>
                  <a:lnTo>
                    <a:pt x="15580" y="7246"/>
                  </a:lnTo>
                  <a:lnTo>
                    <a:pt x="15438" y="7589"/>
                  </a:lnTo>
                  <a:lnTo>
                    <a:pt x="15257" y="7891"/>
                  </a:lnTo>
                  <a:lnTo>
                    <a:pt x="15055" y="8174"/>
                  </a:lnTo>
                  <a:lnTo>
                    <a:pt x="14813" y="8436"/>
                  </a:lnTo>
                  <a:lnTo>
                    <a:pt x="14550" y="8678"/>
                  </a:lnTo>
                  <a:lnTo>
                    <a:pt x="14389" y="8799"/>
                  </a:lnTo>
                  <a:lnTo>
                    <a:pt x="14207" y="8900"/>
                  </a:lnTo>
                  <a:lnTo>
                    <a:pt x="14026" y="8981"/>
                  </a:lnTo>
                  <a:lnTo>
                    <a:pt x="13844" y="9082"/>
                  </a:lnTo>
                  <a:lnTo>
                    <a:pt x="13481" y="9203"/>
                  </a:lnTo>
                  <a:lnTo>
                    <a:pt x="13097" y="9304"/>
                  </a:lnTo>
                  <a:lnTo>
                    <a:pt x="12734" y="9364"/>
                  </a:lnTo>
                  <a:lnTo>
                    <a:pt x="12371" y="9385"/>
                  </a:lnTo>
                  <a:lnTo>
                    <a:pt x="12028" y="9405"/>
                  </a:lnTo>
                  <a:lnTo>
                    <a:pt x="11725" y="9385"/>
                  </a:lnTo>
                  <a:lnTo>
                    <a:pt x="11362" y="9364"/>
                  </a:lnTo>
                  <a:lnTo>
                    <a:pt x="10999" y="9324"/>
                  </a:lnTo>
                  <a:lnTo>
                    <a:pt x="10615" y="9264"/>
                  </a:lnTo>
                  <a:lnTo>
                    <a:pt x="10272" y="9183"/>
                  </a:lnTo>
                  <a:lnTo>
                    <a:pt x="9546" y="9021"/>
                  </a:lnTo>
                  <a:lnTo>
                    <a:pt x="8839" y="8840"/>
                  </a:lnTo>
                  <a:lnTo>
                    <a:pt x="7810" y="8577"/>
                  </a:lnTo>
                  <a:lnTo>
                    <a:pt x="7306" y="8476"/>
                  </a:lnTo>
                  <a:lnTo>
                    <a:pt x="6781" y="8376"/>
                  </a:lnTo>
                  <a:lnTo>
                    <a:pt x="6055" y="8295"/>
                  </a:lnTo>
                  <a:lnTo>
                    <a:pt x="5328" y="8234"/>
                  </a:lnTo>
                  <a:lnTo>
                    <a:pt x="4622" y="8214"/>
                  </a:lnTo>
                  <a:lnTo>
                    <a:pt x="3895" y="8214"/>
                  </a:lnTo>
                  <a:lnTo>
                    <a:pt x="2866" y="8194"/>
                  </a:lnTo>
                  <a:lnTo>
                    <a:pt x="2341" y="8174"/>
                  </a:lnTo>
                  <a:lnTo>
                    <a:pt x="1837" y="8133"/>
                  </a:lnTo>
                  <a:lnTo>
                    <a:pt x="1393" y="8073"/>
                  </a:lnTo>
                  <a:lnTo>
                    <a:pt x="1171" y="8033"/>
                  </a:lnTo>
                  <a:lnTo>
                    <a:pt x="969" y="7972"/>
                  </a:lnTo>
                  <a:lnTo>
                    <a:pt x="767" y="7871"/>
                  </a:lnTo>
                  <a:lnTo>
                    <a:pt x="586" y="7770"/>
                  </a:lnTo>
                  <a:lnTo>
                    <a:pt x="404" y="7629"/>
                  </a:lnTo>
                  <a:lnTo>
                    <a:pt x="283" y="7467"/>
                  </a:lnTo>
                  <a:lnTo>
                    <a:pt x="223" y="7367"/>
                  </a:lnTo>
                  <a:lnTo>
                    <a:pt x="162" y="7246"/>
                  </a:lnTo>
                  <a:lnTo>
                    <a:pt x="101" y="7024"/>
                  </a:lnTo>
                  <a:lnTo>
                    <a:pt x="81" y="6802"/>
                  </a:lnTo>
                  <a:lnTo>
                    <a:pt x="101" y="6580"/>
                  </a:lnTo>
                  <a:lnTo>
                    <a:pt x="142" y="6337"/>
                  </a:lnTo>
                  <a:lnTo>
                    <a:pt x="182" y="6095"/>
                  </a:lnTo>
                  <a:lnTo>
                    <a:pt x="323" y="5611"/>
                  </a:lnTo>
                  <a:lnTo>
                    <a:pt x="445" y="5248"/>
                  </a:lnTo>
                  <a:lnTo>
                    <a:pt x="525" y="4905"/>
                  </a:lnTo>
                  <a:lnTo>
                    <a:pt x="545" y="4723"/>
                  </a:lnTo>
                  <a:lnTo>
                    <a:pt x="566" y="4562"/>
                  </a:lnTo>
                  <a:lnTo>
                    <a:pt x="586" y="4380"/>
                  </a:lnTo>
                  <a:lnTo>
                    <a:pt x="566" y="4218"/>
                  </a:lnTo>
                  <a:lnTo>
                    <a:pt x="485" y="3795"/>
                  </a:lnTo>
                  <a:lnTo>
                    <a:pt x="384" y="3391"/>
                  </a:lnTo>
                  <a:lnTo>
                    <a:pt x="263" y="2887"/>
                  </a:lnTo>
                  <a:lnTo>
                    <a:pt x="223" y="2644"/>
                  </a:lnTo>
                  <a:lnTo>
                    <a:pt x="182" y="2382"/>
                  </a:lnTo>
                  <a:lnTo>
                    <a:pt x="202" y="2140"/>
                  </a:lnTo>
                  <a:lnTo>
                    <a:pt x="243" y="1898"/>
                  </a:lnTo>
                  <a:lnTo>
                    <a:pt x="323" y="1656"/>
                  </a:lnTo>
                  <a:lnTo>
                    <a:pt x="445" y="1393"/>
                  </a:lnTo>
                  <a:lnTo>
                    <a:pt x="566" y="1212"/>
                  </a:lnTo>
                  <a:lnTo>
                    <a:pt x="707" y="1050"/>
                  </a:lnTo>
                  <a:lnTo>
                    <a:pt x="868" y="889"/>
                  </a:lnTo>
                  <a:lnTo>
                    <a:pt x="1030" y="748"/>
                  </a:lnTo>
                  <a:lnTo>
                    <a:pt x="1211" y="626"/>
                  </a:lnTo>
                  <a:lnTo>
                    <a:pt x="1393" y="526"/>
                  </a:lnTo>
                  <a:lnTo>
                    <a:pt x="1595" y="425"/>
                  </a:lnTo>
                  <a:lnTo>
                    <a:pt x="1797" y="344"/>
                  </a:lnTo>
                  <a:lnTo>
                    <a:pt x="2019" y="283"/>
                  </a:lnTo>
                  <a:lnTo>
                    <a:pt x="2241" y="223"/>
                  </a:lnTo>
                  <a:lnTo>
                    <a:pt x="2705" y="142"/>
                  </a:lnTo>
                  <a:lnTo>
                    <a:pt x="3189" y="82"/>
                  </a:lnTo>
                  <a:close/>
                  <a:moveTo>
                    <a:pt x="3552" y="1"/>
                  </a:moveTo>
                  <a:lnTo>
                    <a:pt x="3088" y="21"/>
                  </a:lnTo>
                  <a:lnTo>
                    <a:pt x="2604" y="61"/>
                  </a:lnTo>
                  <a:lnTo>
                    <a:pt x="2160" y="162"/>
                  </a:lnTo>
                  <a:lnTo>
                    <a:pt x="1938" y="223"/>
                  </a:lnTo>
                  <a:lnTo>
                    <a:pt x="1716" y="283"/>
                  </a:lnTo>
                  <a:lnTo>
                    <a:pt x="1514" y="384"/>
                  </a:lnTo>
                  <a:lnTo>
                    <a:pt x="1312" y="465"/>
                  </a:lnTo>
                  <a:lnTo>
                    <a:pt x="1131" y="586"/>
                  </a:lnTo>
                  <a:lnTo>
                    <a:pt x="949" y="707"/>
                  </a:lnTo>
                  <a:lnTo>
                    <a:pt x="788" y="848"/>
                  </a:lnTo>
                  <a:lnTo>
                    <a:pt x="646" y="990"/>
                  </a:lnTo>
                  <a:lnTo>
                    <a:pt x="505" y="1171"/>
                  </a:lnTo>
                  <a:lnTo>
                    <a:pt x="384" y="1353"/>
                  </a:lnTo>
                  <a:lnTo>
                    <a:pt x="243" y="1615"/>
                  </a:lnTo>
                  <a:lnTo>
                    <a:pt x="162" y="1878"/>
                  </a:lnTo>
                  <a:lnTo>
                    <a:pt x="122" y="2140"/>
                  </a:lnTo>
                  <a:lnTo>
                    <a:pt x="101" y="2382"/>
                  </a:lnTo>
                  <a:lnTo>
                    <a:pt x="142" y="2644"/>
                  </a:lnTo>
                  <a:lnTo>
                    <a:pt x="182" y="2887"/>
                  </a:lnTo>
                  <a:lnTo>
                    <a:pt x="303" y="3411"/>
                  </a:lnTo>
                  <a:lnTo>
                    <a:pt x="404" y="3815"/>
                  </a:lnTo>
                  <a:lnTo>
                    <a:pt x="485" y="4218"/>
                  </a:lnTo>
                  <a:lnTo>
                    <a:pt x="505" y="4380"/>
                  </a:lnTo>
                  <a:lnTo>
                    <a:pt x="485" y="4541"/>
                  </a:lnTo>
                  <a:lnTo>
                    <a:pt x="445" y="4884"/>
                  </a:lnTo>
                  <a:lnTo>
                    <a:pt x="364" y="5227"/>
                  </a:lnTo>
                  <a:lnTo>
                    <a:pt x="263" y="5591"/>
                  </a:lnTo>
                  <a:lnTo>
                    <a:pt x="101" y="6075"/>
                  </a:lnTo>
                  <a:lnTo>
                    <a:pt x="61" y="6337"/>
                  </a:lnTo>
                  <a:lnTo>
                    <a:pt x="21" y="6580"/>
                  </a:lnTo>
                  <a:lnTo>
                    <a:pt x="1" y="6822"/>
                  </a:lnTo>
                  <a:lnTo>
                    <a:pt x="41" y="7064"/>
                  </a:lnTo>
                  <a:lnTo>
                    <a:pt x="101" y="7286"/>
                  </a:lnTo>
                  <a:lnTo>
                    <a:pt x="142" y="7387"/>
                  </a:lnTo>
                  <a:lnTo>
                    <a:pt x="202" y="7508"/>
                  </a:lnTo>
                  <a:lnTo>
                    <a:pt x="344" y="7689"/>
                  </a:lnTo>
                  <a:lnTo>
                    <a:pt x="525" y="7831"/>
                  </a:lnTo>
                  <a:lnTo>
                    <a:pt x="727" y="7952"/>
                  </a:lnTo>
                  <a:lnTo>
                    <a:pt x="929" y="8033"/>
                  </a:lnTo>
                  <a:lnTo>
                    <a:pt x="1151" y="8113"/>
                  </a:lnTo>
                  <a:lnTo>
                    <a:pt x="1373" y="8154"/>
                  </a:lnTo>
                  <a:lnTo>
                    <a:pt x="1817" y="8214"/>
                  </a:lnTo>
                  <a:lnTo>
                    <a:pt x="2341" y="8255"/>
                  </a:lnTo>
                  <a:lnTo>
                    <a:pt x="2866" y="8275"/>
                  </a:lnTo>
                  <a:lnTo>
                    <a:pt x="3895" y="8295"/>
                  </a:lnTo>
                  <a:lnTo>
                    <a:pt x="4602" y="8295"/>
                  </a:lnTo>
                  <a:lnTo>
                    <a:pt x="5328" y="8315"/>
                  </a:lnTo>
                  <a:lnTo>
                    <a:pt x="6055" y="8376"/>
                  </a:lnTo>
                  <a:lnTo>
                    <a:pt x="6761" y="8456"/>
                  </a:lnTo>
                  <a:lnTo>
                    <a:pt x="7286" y="8557"/>
                  </a:lnTo>
                  <a:lnTo>
                    <a:pt x="7790" y="8658"/>
                  </a:lnTo>
                  <a:lnTo>
                    <a:pt x="8819" y="8920"/>
                  </a:lnTo>
                  <a:lnTo>
                    <a:pt x="9526" y="9102"/>
                  </a:lnTo>
                  <a:lnTo>
                    <a:pt x="10252" y="9264"/>
                  </a:lnTo>
                  <a:lnTo>
                    <a:pt x="10615" y="9344"/>
                  </a:lnTo>
                  <a:lnTo>
                    <a:pt x="10979" y="9385"/>
                  </a:lnTo>
                  <a:lnTo>
                    <a:pt x="11342" y="9445"/>
                  </a:lnTo>
                  <a:lnTo>
                    <a:pt x="11725" y="9465"/>
                  </a:lnTo>
                  <a:lnTo>
                    <a:pt x="12048" y="9485"/>
                  </a:lnTo>
                  <a:lnTo>
                    <a:pt x="12351" y="9465"/>
                  </a:lnTo>
                  <a:lnTo>
                    <a:pt x="12674" y="9445"/>
                  </a:lnTo>
                  <a:lnTo>
                    <a:pt x="12997" y="9405"/>
                  </a:lnTo>
                  <a:lnTo>
                    <a:pt x="13319" y="9324"/>
                  </a:lnTo>
                  <a:lnTo>
                    <a:pt x="13662" y="9223"/>
                  </a:lnTo>
                  <a:lnTo>
                    <a:pt x="13985" y="9102"/>
                  </a:lnTo>
                  <a:lnTo>
                    <a:pt x="14288" y="8941"/>
                  </a:lnTo>
                  <a:lnTo>
                    <a:pt x="14591" y="8739"/>
                  </a:lnTo>
                  <a:lnTo>
                    <a:pt x="14873" y="8497"/>
                  </a:lnTo>
                  <a:lnTo>
                    <a:pt x="15115" y="8234"/>
                  </a:lnTo>
                  <a:lnTo>
                    <a:pt x="15337" y="7932"/>
                  </a:lnTo>
                  <a:lnTo>
                    <a:pt x="15499" y="7609"/>
                  </a:lnTo>
                  <a:lnTo>
                    <a:pt x="15660" y="7286"/>
                  </a:lnTo>
                  <a:lnTo>
                    <a:pt x="15761" y="6923"/>
                  </a:lnTo>
                  <a:lnTo>
                    <a:pt x="15822" y="6559"/>
                  </a:lnTo>
                  <a:lnTo>
                    <a:pt x="15862" y="6176"/>
                  </a:lnTo>
                  <a:lnTo>
                    <a:pt x="15842" y="5833"/>
                  </a:lnTo>
                  <a:lnTo>
                    <a:pt x="15802" y="5470"/>
                  </a:lnTo>
                  <a:lnTo>
                    <a:pt x="15701" y="5106"/>
                  </a:lnTo>
                  <a:lnTo>
                    <a:pt x="15580" y="4763"/>
                  </a:lnTo>
                  <a:lnTo>
                    <a:pt x="15418" y="4440"/>
                  </a:lnTo>
                  <a:lnTo>
                    <a:pt x="15236" y="4118"/>
                  </a:lnTo>
                  <a:lnTo>
                    <a:pt x="15015" y="3815"/>
                  </a:lnTo>
                  <a:lnTo>
                    <a:pt x="14772" y="3532"/>
                  </a:lnTo>
                  <a:lnTo>
                    <a:pt x="14490" y="3270"/>
                  </a:lnTo>
                  <a:lnTo>
                    <a:pt x="14187" y="3028"/>
                  </a:lnTo>
                  <a:lnTo>
                    <a:pt x="13864" y="2826"/>
                  </a:lnTo>
                  <a:lnTo>
                    <a:pt x="13541" y="2624"/>
                  </a:lnTo>
                  <a:lnTo>
                    <a:pt x="13198" y="2463"/>
                  </a:lnTo>
                  <a:lnTo>
                    <a:pt x="12855" y="2301"/>
                  </a:lnTo>
                  <a:lnTo>
                    <a:pt x="12189" y="2039"/>
                  </a:lnTo>
                  <a:lnTo>
                    <a:pt x="11523" y="1777"/>
                  </a:lnTo>
                  <a:lnTo>
                    <a:pt x="10857" y="1535"/>
                  </a:lnTo>
                  <a:lnTo>
                    <a:pt x="10191" y="1313"/>
                  </a:lnTo>
                  <a:lnTo>
                    <a:pt x="9505" y="1111"/>
                  </a:lnTo>
                  <a:lnTo>
                    <a:pt x="8819" y="909"/>
                  </a:lnTo>
                  <a:lnTo>
                    <a:pt x="8133" y="707"/>
                  </a:lnTo>
                  <a:lnTo>
                    <a:pt x="7447" y="546"/>
                  </a:lnTo>
                  <a:lnTo>
                    <a:pt x="6761" y="384"/>
                  </a:lnTo>
                  <a:lnTo>
                    <a:pt x="6176" y="263"/>
                  </a:lnTo>
                  <a:lnTo>
                    <a:pt x="5389" y="142"/>
                  </a:lnTo>
                  <a:lnTo>
                    <a:pt x="4965" y="82"/>
                  </a:lnTo>
                  <a:lnTo>
                    <a:pt x="4501" y="21"/>
                  </a:lnTo>
                  <a:lnTo>
                    <a:pt x="40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7"/>
            <p:cNvSpPr/>
            <p:nvPr/>
          </p:nvSpPr>
          <p:spPr>
            <a:xfrm flipH="1">
              <a:off x="-3290097" y="-5084743"/>
              <a:ext cx="669045" cy="364461"/>
            </a:xfrm>
            <a:custGeom>
              <a:rect b="b" l="l" r="r" t="t"/>
              <a:pathLst>
                <a:path extrusionOk="0" h="6519" w="11967">
                  <a:moveTo>
                    <a:pt x="6216" y="81"/>
                  </a:moveTo>
                  <a:lnTo>
                    <a:pt x="6720" y="121"/>
                  </a:lnTo>
                  <a:lnTo>
                    <a:pt x="7204" y="202"/>
                  </a:lnTo>
                  <a:lnTo>
                    <a:pt x="7709" y="283"/>
                  </a:lnTo>
                  <a:lnTo>
                    <a:pt x="8173" y="404"/>
                  </a:lnTo>
                  <a:lnTo>
                    <a:pt x="8657" y="565"/>
                  </a:lnTo>
                  <a:lnTo>
                    <a:pt x="9121" y="727"/>
                  </a:lnTo>
                  <a:lnTo>
                    <a:pt x="9565" y="929"/>
                  </a:lnTo>
                  <a:lnTo>
                    <a:pt x="9868" y="1090"/>
                  </a:lnTo>
                  <a:lnTo>
                    <a:pt x="10171" y="1272"/>
                  </a:lnTo>
                  <a:lnTo>
                    <a:pt x="10433" y="1433"/>
                  </a:lnTo>
                  <a:lnTo>
                    <a:pt x="10675" y="1615"/>
                  </a:lnTo>
                  <a:lnTo>
                    <a:pt x="10897" y="1796"/>
                  </a:lnTo>
                  <a:lnTo>
                    <a:pt x="11099" y="1998"/>
                  </a:lnTo>
                  <a:lnTo>
                    <a:pt x="11261" y="2200"/>
                  </a:lnTo>
                  <a:lnTo>
                    <a:pt x="11422" y="2402"/>
                  </a:lnTo>
                  <a:lnTo>
                    <a:pt x="11583" y="2684"/>
                  </a:lnTo>
                  <a:lnTo>
                    <a:pt x="11725" y="2967"/>
                  </a:lnTo>
                  <a:lnTo>
                    <a:pt x="11805" y="3270"/>
                  </a:lnTo>
                  <a:lnTo>
                    <a:pt x="11866" y="3552"/>
                  </a:lnTo>
                  <a:lnTo>
                    <a:pt x="11886" y="3855"/>
                  </a:lnTo>
                  <a:lnTo>
                    <a:pt x="11866" y="4137"/>
                  </a:lnTo>
                  <a:lnTo>
                    <a:pt x="11805" y="4420"/>
                  </a:lnTo>
                  <a:lnTo>
                    <a:pt x="11725" y="4662"/>
                  </a:lnTo>
                  <a:lnTo>
                    <a:pt x="11644" y="4823"/>
                  </a:lnTo>
                  <a:lnTo>
                    <a:pt x="11543" y="4965"/>
                  </a:lnTo>
                  <a:lnTo>
                    <a:pt x="11442" y="5106"/>
                  </a:lnTo>
                  <a:lnTo>
                    <a:pt x="11321" y="5247"/>
                  </a:lnTo>
                  <a:lnTo>
                    <a:pt x="11180" y="5388"/>
                  </a:lnTo>
                  <a:lnTo>
                    <a:pt x="11039" y="5510"/>
                  </a:lnTo>
                  <a:lnTo>
                    <a:pt x="10877" y="5631"/>
                  </a:lnTo>
                  <a:lnTo>
                    <a:pt x="10695" y="5752"/>
                  </a:lnTo>
                  <a:lnTo>
                    <a:pt x="10494" y="5853"/>
                  </a:lnTo>
                  <a:lnTo>
                    <a:pt x="10292" y="5953"/>
                  </a:lnTo>
                  <a:lnTo>
                    <a:pt x="10070" y="6054"/>
                  </a:lnTo>
                  <a:lnTo>
                    <a:pt x="9848" y="6135"/>
                  </a:lnTo>
                  <a:lnTo>
                    <a:pt x="9606" y="6216"/>
                  </a:lnTo>
                  <a:lnTo>
                    <a:pt x="9364" y="6276"/>
                  </a:lnTo>
                  <a:lnTo>
                    <a:pt x="8859" y="6377"/>
                  </a:lnTo>
                  <a:lnTo>
                    <a:pt x="8314" y="6438"/>
                  </a:lnTo>
                  <a:lnTo>
                    <a:pt x="7729" y="6438"/>
                  </a:lnTo>
                  <a:lnTo>
                    <a:pt x="7103" y="6418"/>
                  </a:lnTo>
                  <a:lnTo>
                    <a:pt x="6438" y="6357"/>
                  </a:lnTo>
                  <a:lnTo>
                    <a:pt x="5731" y="6256"/>
                  </a:lnTo>
                  <a:lnTo>
                    <a:pt x="5025" y="6115"/>
                  </a:lnTo>
                  <a:lnTo>
                    <a:pt x="4339" y="5953"/>
                  </a:lnTo>
                  <a:lnTo>
                    <a:pt x="3653" y="5772"/>
                  </a:lnTo>
                  <a:lnTo>
                    <a:pt x="2987" y="5550"/>
                  </a:lnTo>
                  <a:lnTo>
                    <a:pt x="2321" y="5308"/>
                  </a:lnTo>
                  <a:lnTo>
                    <a:pt x="1655" y="5025"/>
                  </a:lnTo>
                  <a:lnTo>
                    <a:pt x="1009" y="4722"/>
                  </a:lnTo>
                  <a:lnTo>
                    <a:pt x="787" y="4581"/>
                  </a:lnTo>
                  <a:lnTo>
                    <a:pt x="585" y="4460"/>
                  </a:lnTo>
                  <a:lnTo>
                    <a:pt x="424" y="4299"/>
                  </a:lnTo>
                  <a:lnTo>
                    <a:pt x="283" y="4137"/>
                  </a:lnTo>
                  <a:lnTo>
                    <a:pt x="182" y="3956"/>
                  </a:lnTo>
                  <a:lnTo>
                    <a:pt x="121" y="3754"/>
                  </a:lnTo>
                  <a:lnTo>
                    <a:pt x="81" y="3552"/>
                  </a:lnTo>
                  <a:lnTo>
                    <a:pt x="81" y="3350"/>
                  </a:lnTo>
                  <a:lnTo>
                    <a:pt x="101" y="3148"/>
                  </a:lnTo>
                  <a:lnTo>
                    <a:pt x="141" y="2947"/>
                  </a:lnTo>
                  <a:lnTo>
                    <a:pt x="222" y="2745"/>
                  </a:lnTo>
                  <a:lnTo>
                    <a:pt x="303" y="2543"/>
                  </a:lnTo>
                  <a:lnTo>
                    <a:pt x="424" y="2341"/>
                  </a:lnTo>
                  <a:lnTo>
                    <a:pt x="545" y="2139"/>
                  </a:lnTo>
                  <a:lnTo>
                    <a:pt x="686" y="1958"/>
                  </a:lnTo>
                  <a:lnTo>
                    <a:pt x="827" y="1776"/>
                  </a:lnTo>
                  <a:lnTo>
                    <a:pt x="989" y="1595"/>
                  </a:lnTo>
                  <a:lnTo>
                    <a:pt x="1171" y="1433"/>
                  </a:lnTo>
                  <a:lnTo>
                    <a:pt x="1352" y="1272"/>
                  </a:lnTo>
                  <a:lnTo>
                    <a:pt x="1534" y="1130"/>
                  </a:lnTo>
                  <a:lnTo>
                    <a:pt x="1715" y="1009"/>
                  </a:lnTo>
                  <a:lnTo>
                    <a:pt x="1917" y="888"/>
                  </a:lnTo>
                  <a:lnTo>
                    <a:pt x="2099" y="787"/>
                  </a:lnTo>
                  <a:lnTo>
                    <a:pt x="2301" y="707"/>
                  </a:lnTo>
                  <a:lnTo>
                    <a:pt x="2724" y="565"/>
                  </a:lnTo>
                  <a:lnTo>
                    <a:pt x="3148" y="424"/>
                  </a:lnTo>
                  <a:lnTo>
                    <a:pt x="3572" y="323"/>
                  </a:lnTo>
                  <a:lnTo>
                    <a:pt x="3996" y="222"/>
                  </a:lnTo>
                  <a:lnTo>
                    <a:pt x="4419" y="162"/>
                  </a:lnTo>
                  <a:lnTo>
                    <a:pt x="4863" y="121"/>
                  </a:lnTo>
                  <a:lnTo>
                    <a:pt x="5287" y="81"/>
                  </a:lnTo>
                  <a:close/>
                  <a:moveTo>
                    <a:pt x="5550" y="0"/>
                  </a:moveTo>
                  <a:lnTo>
                    <a:pt x="5085" y="21"/>
                  </a:lnTo>
                  <a:lnTo>
                    <a:pt x="4601" y="61"/>
                  </a:lnTo>
                  <a:lnTo>
                    <a:pt x="4137" y="121"/>
                  </a:lnTo>
                  <a:lnTo>
                    <a:pt x="3653" y="222"/>
                  </a:lnTo>
                  <a:lnTo>
                    <a:pt x="3189" y="323"/>
                  </a:lnTo>
                  <a:lnTo>
                    <a:pt x="2724" y="464"/>
                  </a:lnTo>
                  <a:lnTo>
                    <a:pt x="2260" y="626"/>
                  </a:lnTo>
                  <a:lnTo>
                    <a:pt x="2079" y="707"/>
                  </a:lnTo>
                  <a:lnTo>
                    <a:pt x="1877" y="808"/>
                  </a:lnTo>
                  <a:lnTo>
                    <a:pt x="1675" y="929"/>
                  </a:lnTo>
                  <a:lnTo>
                    <a:pt x="1493" y="1070"/>
                  </a:lnTo>
                  <a:lnTo>
                    <a:pt x="1292" y="1211"/>
                  </a:lnTo>
                  <a:lnTo>
                    <a:pt x="1110" y="1373"/>
                  </a:lnTo>
                  <a:lnTo>
                    <a:pt x="928" y="1554"/>
                  </a:lnTo>
                  <a:lnTo>
                    <a:pt x="767" y="1716"/>
                  </a:lnTo>
                  <a:lnTo>
                    <a:pt x="605" y="1917"/>
                  </a:lnTo>
                  <a:lnTo>
                    <a:pt x="464" y="2119"/>
                  </a:lnTo>
                  <a:lnTo>
                    <a:pt x="343" y="2301"/>
                  </a:lnTo>
                  <a:lnTo>
                    <a:pt x="242" y="2523"/>
                  </a:lnTo>
                  <a:lnTo>
                    <a:pt x="141" y="2725"/>
                  </a:lnTo>
                  <a:lnTo>
                    <a:pt x="81" y="2926"/>
                  </a:lnTo>
                  <a:lnTo>
                    <a:pt x="20" y="3128"/>
                  </a:lnTo>
                  <a:lnTo>
                    <a:pt x="0" y="3330"/>
                  </a:lnTo>
                  <a:lnTo>
                    <a:pt x="0" y="3572"/>
                  </a:lnTo>
                  <a:lnTo>
                    <a:pt x="40" y="3774"/>
                  </a:lnTo>
                  <a:lnTo>
                    <a:pt x="121" y="3976"/>
                  </a:lnTo>
                  <a:lnTo>
                    <a:pt x="222" y="4178"/>
                  </a:lnTo>
                  <a:lnTo>
                    <a:pt x="363" y="4339"/>
                  </a:lnTo>
                  <a:lnTo>
                    <a:pt x="525" y="4501"/>
                  </a:lnTo>
                  <a:lnTo>
                    <a:pt x="747" y="4662"/>
                  </a:lnTo>
                  <a:lnTo>
                    <a:pt x="969" y="4783"/>
                  </a:lnTo>
                  <a:lnTo>
                    <a:pt x="1614" y="5106"/>
                  </a:lnTo>
                  <a:lnTo>
                    <a:pt x="2280" y="5368"/>
                  </a:lnTo>
                  <a:lnTo>
                    <a:pt x="2946" y="5631"/>
                  </a:lnTo>
                  <a:lnTo>
                    <a:pt x="3632" y="5853"/>
                  </a:lnTo>
                  <a:lnTo>
                    <a:pt x="4319" y="6034"/>
                  </a:lnTo>
                  <a:lnTo>
                    <a:pt x="5025" y="6196"/>
                  </a:lnTo>
                  <a:lnTo>
                    <a:pt x="5731" y="6337"/>
                  </a:lnTo>
                  <a:lnTo>
                    <a:pt x="6438" y="6438"/>
                  </a:lnTo>
                  <a:lnTo>
                    <a:pt x="7144" y="6498"/>
                  </a:lnTo>
                  <a:lnTo>
                    <a:pt x="7790" y="6519"/>
                  </a:lnTo>
                  <a:lnTo>
                    <a:pt x="8234" y="6519"/>
                  </a:lnTo>
                  <a:lnTo>
                    <a:pt x="8637" y="6478"/>
                  </a:lnTo>
                  <a:lnTo>
                    <a:pt x="9041" y="6418"/>
                  </a:lnTo>
                  <a:lnTo>
                    <a:pt x="9424" y="6357"/>
                  </a:lnTo>
                  <a:lnTo>
                    <a:pt x="9767" y="6256"/>
                  </a:lnTo>
                  <a:lnTo>
                    <a:pt x="10110" y="6135"/>
                  </a:lnTo>
                  <a:lnTo>
                    <a:pt x="10433" y="5974"/>
                  </a:lnTo>
                  <a:lnTo>
                    <a:pt x="10736" y="5812"/>
                  </a:lnTo>
                  <a:lnTo>
                    <a:pt x="10917" y="5691"/>
                  </a:lnTo>
                  <a:lnTo>
                    <a:pt x="11079" y="5570"/>
                  </a:lnTo>
                  <a:lnTo>
                    <a:pt x="11240" y="5429"/>
                  </a:lnTo>
                  <a:lnTo>
                    <a:pt x="11382" y="5308"/>
                  </a:lnTo>
                  <a:lnTo>
                    <a:pt x="11503" y="5166"/>
                  </a:lnTo>
                  <a:lnTo>
                    <a:pt x="11604" y="5005"/>
                  </a:lnTo>
                  <a:lnTo>
                    <a:pt x="11704" y="4864"/>
                  </a:lnTo>
                  <a:lnTo>
                    <a:pt x="11785" y="4702"/>
                  </a:lnTo>
                  <a:lnTo>
                    <a:pt x="11886" y="4440"/>
                  </a:lnTo>
                  <a:lnTo>
                    <a:pt x="11947" y="4137"/>
                  </a:lnTo>
                  <a:lnTo>
                    <a:pt x="11967" y="3855"/>
                  </a:lnTo>
                  <a:lnTo>
                    <a:pt x="11947" y="3552"/>
                  </a:lnTo>
                  <a:lnTo>
                    <a:pt x="11886" y="3249"/>
                  </a:lnTo>
                  <a:lnTo>
                    <a:pt x="11805" y="2947"/>
                  </a:lnTo>
                  <a:lnTo>
                    <a:pt x="11664" y="2644"/>
                  </a:lnTo>
                  <a:lnTo>
                    <a:pt x="11483" y="2361"/>
                  </a:lnTo>
                  <a:lnTo>
                    <a:pt x="11341" y="2160"/>
                  </a:lnTo>
                  <a:lnTo>
                    <a:pt x="11160" y="1938"/>
                  </a:lnTo>
                  <a:lnTo>
                    <a:pt x="10958" y="1736"/>
                  </a:lnTo>
                  <a:lnTo>
                    <a:pt x="10716" y="1554"/>
                  </a:lnTo>
                  <a:lnTo>
                    <a:pt x="10474" y="1373"/>
                  </a:lnTo>
                  <a:lnTo>
                    <a:pt x="10211" y="1191"/>
                  </a:lnTo>
                  <a:lnTo>
                    <a:pt x="9908" y="1030"/>
                  </a:lnTo>
                  <a:lnTo>
                    <a:pt x="9606" y="868"/>
                  </a:lnTo>
                  <a:lnTo>
                    <a:pt x="9182" y="666"/>
                  </a:lnTo>
                  <a:lnTo>
                    <a:pt x="8758" y="505"/>
                  </a:lnTo>
                  <a:lnTo>
                    <a:pt x="8314" y="364"/>
                  </a:lnTo>
                  <a:lnTo>
                    <a:pt x="7870" y="243"/>
                  </a:lnTo>
                  <a:lnTo>
                    <a:pt x="7406" y="142"/>
                  </a:lnTo>
                  <a:lnTo>
                    <a:pt x="6942" y="81"/>
                  </a:lnTo>
                  <a:lnTo>
                    <a:pt x="6478" y="21"/>
                  </a:lnTo>
                  <a:lnTo>
                    <a:pt x="60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7"/>
            <p:cNvSpPr/>
            <p:nvPr/>
          </p:nvSpPr>
          <p:spPr>
            <a:xfrm flipH="1">
              <a:off x="-246264" y="-1063843"/>
              <a:ext cx="235874" cy="188464"/>
            </a:xfrm>
            <a:custGeom>
              <a:rect b="b" l="l" r="r" t="t"/>
              <a:pathLst>
                <a:path extrusionOk="0" h="3371" w="4219">
                  <a:moveTo>
                    <a:pt x="3875" y="81"/>
                  </a:moveTo>
                  <a:lnTo>
                    <a:pt x="3976" y="101"/>
                  </a:lnTo>
                  <a:lnTo>
                    <a:pt x="4057" y="182"/>
                  </a:lnTo>
                  <a:lnTo>
                    <a:pt x="4097" y="263"/>
                  </a:lnTo>
                  <a:lnTo>
                    <a:pt x="4137" y="363"/>
                  </a:lnTo>
                  <a:lnTo>
                    <a:pt x="4137" y="464"/>
                  </a:lnTo>
                  <a:lnTo>
                    <a:pt x="4137" y="585"/>
                  </a:lnTo>
                  <a:lnTo>
                    <a:pt x="4077" y="807"/>
                  </a:lnTo>
                  <a:lnTo>
                    <a:pt x="3936" y="1130"/>
                  </a:lnTo>
                  <a:lnTo>
                    <a:pt x="3794" y="1433"/>
                  </a:lnTo>
                  <a:lnTo>
                    <a:pt x="3613" y="1715"/>
                  </a:lnTo>
                  <a:lnTo>
                    <a:pt x="3411" y="1998"/>
                  </a:lnTo>
                  <a:lnTo>
                    <a:pt x="3189" y="2240"/>
                  </a:lnTo>
                  <a:lnTo>
                    <a:pt x="2947" y="2482"/>
                  </a:lnTo>
                  <a:lnTo>
                    <a:pt x="2684" y="2684"/>
                  </a:lnTo>
                  <a:lnTo>
                    <a:pt x="2422" y="2866"/>
                  </a:lnTo>
                  <a:lnTo>
                    <a:pt x="2180" y="2967"/>
                  </a:lnTo>
                  <a:lnTo>
                    <a:pt x="1897" y="3088"/>
                  </a:lnTo>
                  <a:lnTo>
                    <a:pt x="1575" y="3189"/>
                  </a:lnTo>
                  <a:lnTo>
                    <a:pt x="1252" y="3249"/>
                  </a:lnTo>
                  <a:lnTo>
                    <a:pt x="929" y="3290"/>
                  </a:lnTo>
                  <a:lnTo>
                    <a:pt x="626" y="3290"/>
                  </a:lnTo>
                  <a:lnTo>
                    <a:pt x="505" y="3269"/>
                  </a:lnTo>
                  <a:lnTo>
                    <a:pt x="384" y="3249"/>
                  </a:lnTo>
                  <a:lnTo>
                    <a:pt x="283" y="3209"/>
                  </a:lnTo>
                  <a:lnTo>
                    <a:pt x="202" y="3148"/>
                  </a:lnTo>
                  <a:lnTo>
                    <a:pt x="142" y="3088"/>
                  </a:lnTo>
                  <a:lnTo>
                    <a:pt x="122" y="3007"/>
                  </a:lnTo>
                  <a:lnTo>
                    <a:pt x="101" y="2926"/>
                  </a:lnTo>
                  <a:lnTo>
                    <a:pt x="81" y="2846"/>
                  </a:lnTo>
                  <a:lnTo>
                    <a:pt x="101" y="2745"/>
                  </a:lnTo>
                  <a:lnTo>
                    <a:pt x="122" y="2624"/>
                  </a:lnTo>
                  <a:lnTo>
                    <a:pt x="222" y="2381"/>
                  </a:lnTo>
                  <a:lnTo>
                    <a:pt x="344" y="2159"/>
                  </a:lnTo>
                  <a:lnTo>
                    <a:pt x="485" y="1958"/>
                  </a:lnTo>
                  <a:lnTo>
                    <a:pt x="666" y="1756"/>
                  </a:lnTo>
                  <a:lnTo>
                    <a:pt x="848" y="1574"/>
                  </a:lnTo>
                  <a:lnTo>
                    <a:pt x="1070" y="1393"/>
                  </a:lnTo>
                  <a:lnTo>
                    <a:pt x="1292" y="1231"/>
                  </a:lnTo>
                  <a:lnTo>
                    <a:pt x="1534" y="1070"/>
                  </a:lnTo>
                  <a:lnTo>
                    <a:pt x="1776" y="928"/>
                  </a:lnTo>
                  <a:lnTo>
                    <a:pt x="2261" y="666"/>
                  </a:lnTo>
                  <a:lnTo>
                    <a:pt x="2765" y="444"/>
                  </a:lnTo>
                  <a:lnTo>
                    <a:pt x="3229" y="263"/>
                  </a:lnTo>
                  <a:lnTo>
                    <a:pt x="3653" y="101"/>
                  </a:lnTo>
                  <a:lnTo>
                    <a:pt x="3774" y="81"/>
                  </a:lnTo>
                  <a:close/>
                  <a:moveTo>
                    <a:pt x="3754" y="0"/>
                  </a:moveTo>
                  <a:lnTo>
                    <a:pt x="3633" y="41"/>
                  </a:lnTo>
                  <a:lnTo>
                    <a:pt x="3209" y="182"/>
                  </a:lnTo>
                  <a:lnTo>
                    <a:pt x="2725" y="363"/>
                  </a:lnTo>
                  <a:lnTo>
                    <a:pt x="2220" y="606"/>
                  </a:lnTo>
                  <a:lnTo>
                    <a:pt x="1716" y="868"/>
                  </a:lnTo>
                  <a:lnTo>
                    <a:pt x="1474" y="1009"/>
                  </a:lnTo>
                  <a:lnTo>
                    <a:pt x="1231" y="1171"/>
                  </a:lnTo>
                  <a:lnTo>
                    <a:pt x="1009" y="1352"/>
                  </a:lnTo>
                  <a:lnTo>
                    <a:pt x="787" y="1514"/>
                  </a:lnTo>
                  <a:lnTo>
                    <a:pt x="606" y="1715"/>
                  </a:lnTo>
                  <a:lnTo>
                    <a:pt x="424" y="1917"/>
                  </a:lnTo>
                  <a:lnTo>
                    <a:pt x="283" y="2119"/>
                  </a:lnTo>
                  <a:lnTo>
                    <a:pt x="142" y="2341"/>
                  </a:lnTo>
                  <a:lnTo>
                    <a:pt x="81" y="2482"/>
                  </a:lnTo>
                  <a:lnTo>
                    <a:pt x="41" y="2624"/>
                  </a:lnTo>
                  <a:lnTo>
                    <a:pt x="21" y="2745"/>
                  </a:lnTo>
                  <a:lnTo>
                    <a:pt x="0" y="2866"/>
                  </a:lnTo>
                  <a:lnTo>
                    <a:pt x="21" y="2967"/>
                  </a:lnTo>
                  <a:lnTo>
                    <a:pt x="41" y="3047"/>
                  </a:lnTo>
                  <a:lnTo>
                    <a:pt x="81" y="3128"/>
                  </a:lnTo>
                  <a:lnTo>
                    <a:pt x="142" y="3209"/>
                  </a:lnTo>
                  <a:lnTo>
                    <a:pt x="263" y="3290"/>
                  </a:lnTo>
                  <a:lnTo>
                    <a:pt x="404" y="3330"/>
                  </a:lnTo>
                  <a:lnTo>
                    <a:pt x="586" y="3370"/>
                  </a:lnTo>
                  <a:lnTo>
                    <a:pt x="989" y="3370"/>
                  </a:lnTo>
                  <a:lnTo>
                    <a:pt x="1211" y="3350"/>
                  </a:lnTo>
                  <a:lnTo>
                    <a:pt x="1453" y="3290"/>
                  </a:lnTo>
                  <a:lnTo>
                    <a:pt x="1675" y="3229"/>
                  </a:lnTo>
                  <a:lnTo>
                    <a:pt x="2119" y="3088"/>
                  </a:lnTo>
                  <a:lnTo>
                    <a:pt x="2301" y="3007"/>
                  </a:lnTo>
                  <a:lnTo>
                    <a:pt x="2462" y="2926"/>
                  </a:lnTo>
                  <a:lnTo>
                    <a:pt x="2745" y="2745"/>
                  </a:lnTo>
                  <a:lnTo>
                    <a:pt x="3007" y="2543"/>
                  </a:lnTo>
                  <a:lnTo>
                    <a:pt x="3249" y="2301"/>
                  </a:lnTo>
                  <a:lnTo>
                    <a:pt x="3471" y="2038"/>
                  </a:lnTo>
                  <a:lnTo>
                    <a:pt x="3673" y="1776"/>
                  </a:lnTo>
                  <a:lnTo>
                    <a:pt x="3855" y="1473"/>
                  </a:lnTo>
                  <a:lnTo>
                    <a:pt x="4016" y="1150"/>
                  </a:lnTo>
                  <a:lnTo>
                    <a:pt x="4137" y="828"/>
                  </a:lnTo>
                  <a:lnTo>
                    <a:pt x="4218" y="585"/>
                  </a:lnTo>
                  <a:lnTo>
                    <a:pt x="4218" y="464"/>
                  </a:lnTo>
                  <a:lnTo>
                    <a:pt x="4218" y="343"/>
                  </a:lnTo>
                  <a:lnTo>
                    <a:pt x="4178" y="222"/>
                  </a:lnTo>
                  <a:lnTo>
                    <a:pt x="4097" y="121"/>
                  </a:lnTo>
                  <a:lnTo>
                    <a:pt x="3996" y="41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7"/>
            <p:cNvSpPr/>
            <p:nvPr/>
          </p:nvSpPr>
          <p:spPr>
            <a:xfrm flipH="1">
              <a:off x="-486582" y="-3332637"/>
              <a:ext cx="1826666" cy="1093271"/>
            </a:xfrm>
            <a:custGeom>
              <a:rect b="b" l="l" r="r" t="t"/>
              <a:pathLst>
                <a:path extrusionOk="0" h="19555" w="32673">
                  <a:moveTo>
                    <a:pt x="4340" y="81"/>
                  </a:moveTo>
                  <a:lnTo>
                    <a:pt x="4622" y="101"/>
                  </a:lnTo>
                  <a:lnTo>
                    <a:pt x="4885" y="121"/>
                  </a:lnTo>
                  <a:lnTo>
                    <a:pt x="5167" y="161"/>
                  </a:lnTo>
                  <a:lnTo>
                    <a:pt x="5450" y="222"/>
                  </a:lnTo>
                  <a:lnTo>
                    <a:pt x="5712" y="283"/>
                  </a:lnTo>
                  <a:lnTo>
                    <a:pt x="6216" y="444"/>
                  </a:lnTo>
                  <a:lnTo>
                    <a:pt x="6640" y="626"/>
                  </a:lnTo>
                  <a:lnTo>
                    <a:pt x="7003" y="787"/>
                  </a:lnTo>
                  <a:lnTo>
                    <a:pt x="7266" y="928"/>
                  </a:lnTo>
                  <a:lnTo>
                    <a:pt x="7629" y="1130"/>
                  </a:lnTo>
                  <a:lnTo>
                    <a:pt x="7972" y="1352"/>
                  </a:lnTo>
                  <a:lnTo>
                    <a:pt x="8315" y="1594"/>
                  </a:lnTo>
                  <a:lnTo>
                    <a:pt x="8658" y="1836"/>
                  </a:lnTo>
                  <a:lnTo>
                    <a:pt x="9324" y="2341"/>
                  </a:lnTo>
                  <a:lnTo>
                    <a:pt x="9950" y="2866"/>
                  </a:lnTo>
                  <a:lnTo>
                    <a:pt x="10918" y="3632"/>
                  </a:lnTo>
                  <a:lnTo>
                    <a:pt x="11746" y="4258"/>
                  </a:lnTo>
                  <a:lnTo>
                    <a:pt x="12613" y="4843"/>
                  </a:lnTo>
                  <a:lnTo>
                    <a:pt x="13481" y="5388"/>
                  </a:lnTo>
                  <a:lnTo>
                    <a:pt x="14369" y="5913"/>
                  </a:lnTo>
                  <a:lnTo>
                    <a:pt x="15297" y="6397"/>
                  </a:lnTo>
                  <a:lnTo>
                    <a:pt x="16226" y="6861"/>
                  </a:lnTo>
                  <a:lnTo>
                    <a:pt x="17174" y="7285"/>
                  </a:lnTo>
                  <a:lnTo>
                    <a:pt x="18143" y="7709"/>
                  </a:lnTo>
                  <a:lnTo>
                    <a:pt x="19132" y="8092"/>
                  </a:lnTo>
                  <a:lnTo>
                    <a:pt x="20120" y="8476"/>
                  </a:lnTo>
                  <a:lnTo>
                    <a:pt x="21129" y="8839"/>
                  </a:lnTo>
                  <a:lnTo>
                    <a:pt x="22138" y="9182"/>
                  </a:lnTo>
                  <a:lnTo>
                    <a:pt x="23168" y="9505"/>
                  </a:lnTo>
                  <a:lnTo>
                    <a:pt x="24217" y="9848"/>
                  </a:lnTo>
                  <a:lnTo>
                    <a:pt x="26316" y="10473"/>
                  </a:lnTo>
                  <a:lnTo>
                    <a:pt x="26376" y="10494"/>
                  </a:lnTo>
                  <a:lnTo>
                    <a:pt x="27627" y="10877"/>
                  </a:lnTo>
                  <a:lnTo>
                    <a:pt x="28253" y="11079"/>
                  </a:lnTo>
                  <a:lnTo>
                    <a:pt x="28879" y="11301"/>
                  </a:lnTo>
                  <a:lnTo>
                    <a:pt x="29484" y="11523"/>
                  </a:lnTo>
                  <a:lnTo>
                    <a:pt x="30089" y="11805"/>
                  </a:lnTo>
                  <a:lnTo>
                    <a:pt x="30675" y="12088"/>
                  </a:lnTo>
                  <a:lnTo>
                    <a:pt x="31240" y="12411"/>
                  </a:lnTo>
                  <a:lnTo>
                    <a:pt x="31583" y="12633"/>
                  </a:lnTo>
                  <a:lnTo>
                    <a:pt x="31744" y="12754"/>
                  </a:lnTo>
                  <a:lnTo>
                    <a:pt x="31906" y="12895"/>
                  </a:lnTo>
                  <a:lnTo>
                    <a:pt x="32067" y="13036"/>
                  </a:lnTo>
                  <a:lnTo>
                    <a:pt x="32208" y="13198"/>
                  </a:lnTo>
                  <a:lnTo>
                    <a:pt x="32329" y="13379"/>
                  </a:lnTo>
                  <a:lnTo>
                    <a:pt x="32450" y="13581"/>
                  </a:lnTo>
                  <a:lnTo>
                    <a:pt x="32511" y="13763"/>
                  </a:lnTo>
                  <a:lnTo>
                    <a:pt x="32572" y="13965"/>
                  </a:lnTo>
                  <a:lnTo>
                    <a:pt x="32592" y="14166"/>
                  </a:lnTo>
                  <a:lnTo>
                    <a:pt x="32592" y="14368"/>
                  </a:lnTo>
                  <a:lnTo>
                    <a:pt x="32551" y="14570"/>
                  </a:lnTo>
                  <a:lnTo>
                    <a:pt x="32471" y="14772"/>
                  </a:lnTo>
                  <a:lnTo>
                    <a:pt x="32370" y="14953"/>
                  </a:lnTo>
                  <a:lnTo>
                    <a:pt x="32289" y="15034"/>
                  </a:lnTo>
                  <a:lnTo>
                    <a:pt x="32208" y="15095"/>
                  </a:lnTo>
                  <a:lnTo>
                    <a:pt x="32067" y="15196"/>
                  </a:lnTo>
                  <a:lnTo>
                    <a:pt x="31926" y="15256"/>
                  </a:lnTo>
                  <a:lnTo>
                    <a:pt x="31764" y="15317"/>
                  </a:lnTo>
                  <a:lnTo>
                    <a:pt x="31603" y="15337"/>
                  </a:lnTo>
                  <a:lnTo>
                    <a:pt x="31421" y="15357"/>
                  </a:lnTo>
                  <a:lnTo>
                    <a:pt x="31240" y="15377"/>
                  </a:lnTo>
                  <a:lnTo>
                    <a:pt x="30876" y="15357"/>
                  </a:lnTo>
                  <a:lnTo>
                    <a:pt x="29625" y="15276"/>
                  </a:lnTo>
                  <a:lnTo>
                    <a:pt x="28354" y="15196"/>
                  </a:lnTo>
                  <a:lnTo>
                    <a:pt x="25872" y="14974"/>
                  </a:lnTo>
                  <a:lnTo>
                    <a:pt x="24116" y="14832"/>
                  </a:lnTo>
                  <a:lnTo>
                    <a:pt x="22360" y="14691"/>
                  </a:lnTo>
                  <a:lnTo>
                    <a:pt x="20585" y="14590"/>
                  </a:lnTo>
                  <a:lnTo>
                    <a:pt x="19697" y="14550"/>
                  </a:lnTo>
                  <a:lnTo>
                    <a:pt x="18809" y="14530"/>
                  </a:lnTo>
                  <a:lnTo>
                    <a:pt x="17073" y="14530"/>
                  </a:lnTo>
                  <a:lnTo>
                    <a:pt x="16226" y="14570"/>
                  </a:lnTo>
                  <a:lnTo>
                    <a:pt x="15398" y="14631"/>
                  </a:lnTo>
                  <a:lnTo>
                    <a:pt x="14591" y="14691"/>
                  </a:lnTo>
                  <a:lnTo>
                    <a:pt x="13824" y="14792"/>
                  </a:lnTo>
                  <a:lnTo>
                    <a:pt x="13057" y="14893"/>
                  </a:lnTo>
                  <a:lnTo>
                    <a:pt x="12311" y="15034"/>
                  </a:lnTo>
                  <a:lnTo>
                    <a:pt x="11584" y="15175"/>
                  </a:lnTo>
                  <a:lnTo>
                    <a:pt x="10878" y="15337"/>
                  </a:lnTo>
                  <a:lnTo>
                    <a:pt x="10192" y="15539"/>
                  </a:lnTo>
                  <a:lnTo>
                    <a:pt x="9526" y="15740"/>
                  </a:lnTo>
                  <a:lnTo>
                    <a:pt x="8880" y="15962"/>
                  </a:lnTo>
                  <a:lnTo>
                    <a:pt x="8255" y="16205"/>
                  </a:lnTo>
                  <a:lnTo>
                    <a:pt x="7629" y="16487"/>
                  </a:lnTo>
                  <a:lnTo>
                    <a:pt x="7024" y="16770"/>
                  </a:lnTo>
                  <a:lnTo>
                    <a:pt x="6539" y="17012"/>
                  </a:lnTo>
                  <a:lnTo>
                    <a:pt x="6055" y="17294"/>
                  </a:lnTo>
                  <a:lnTo>
                    <a:pt x="5086" y="17839"/>
                  </a:lnTo>
                  <a:lnTo>
                    <a:pt x="4441" y="18202"/>
                  </a:lnTo>
                  <a:lnTo>
                    <a:pt x="3775" y="18586"/>
                  </a:lnTo>
                  <a:lnTo>
                    <a:pt x="3089" y="18929"/>
                  </a:lnTo>
                  <a:lnTo>
                    <a:pt x="2382" y="19252"/>
                  </a:lnTo>
                  <a:lnTo>
                    <a:pt x="2160" y="19353"/>
                  </a:lnTo>
                  <a:lnTo>
                    <a:pt x="1918" y="19413"/>
                  </a:lnTo>
                  <a:lnTo>
                    <a:pt x="1676" y="19454"/>
                  </a:lnTo>
                  <a:lnTo>
                    <a:pt x="1434" y="19454"/>
                  </a:lnTo>
                  <a:lnTo>
                    <a:pt x="1333" y="19413"/>
                  </a:lnTo>
                  <a:lnTo>
                    <a:pt x="1212" y="19373"/>
                  </a:lnTo>
                  <a:lnTo>
                    <a:pt x="1030" y="19272"/>
                  </a:lnTo>
                  <a:lnTo>
                    <a:pt x="869" y="19111"/>
                  </a:lnTo>
                  <a:lnTo>
                    <a:pt x="748" y="18949"/>
                  </a:lnTo>
                  <a:lnTo>
                    <a:pt x="627" y="18788"/>
                  </a:lnTo>
                  <a:lnTo>
                    <a:pt x="546" y="18606"/>
                  </a:lnTo>
                  <a:lnTo>
                    <a:pt x="425" y="18324"/>
                  </a:lnTo>
                  <a:lnTo>
                    <a:pt x="324" y="18001"/>
                  </a:lnTo>
                  <a:lnTo>
                    <a:pt x="263" y="17678"/>
                  </a:lnTo>
                  <a:lnTo>
                    <a:pt x="203" y="17335"/>
                  </a:lnTo>
                  <a:lnTo>
                    <a:pt x="162" y="16992"/>
                  </a:lnTo>
                  <a:lnTo>
                    <a:pt x="122" y="16326"/>
                  </a:lnTo>
                  <a:lnTo>
                    <a:pt x="102" y="15660"/>
                  </a:lnTo>
                  <a:lnTo>
                    <a:pt x="102" y="14368"/>
                  </a:lnTo>
                  <a:lnTo>
                    <a:pt x="82" y="13137"/>
                  </a:lnTo>
                  <a:lnTo>
                    <a:pt x="102" y="11947"/>
                  </a:lnTo>
                  <a:lnTo>
                    <a:pt x="122" y="10756"/>
                  </a:lnTo>
                  <a:lnTo>
                    <a:pt x="203" y="9485"/>
                  </a:lnTo>
                  <a:lnTo>
                    <a:pt x="324" y="8274"/>
                  </a:lnTo>
                  <a:lnTo>
                    <a:pt x="405" y="7689"/>
                  </a:lnTo>
                  <a:lnTo>
                    <a:pt x="485" y="7124"/>
                  </a:lnTo>
                  <a:lnTo>
                    <a:pt x="586" y="6579"/>
                  </a:lnTo>
                  <a:lnTo>
                    <a:pt x="687" y="6054"/>
                  </a:lnTo>
                  <a:lnTo>
                    <a:pt x="808" y="5529"/>
                  </a:lnTo>
                  <a:lnTo>
                    <a:pt x="929" y="5025"/>
                  </a:lnTo>
                  <a:lnTo>
                    <a:pt x="1071" y="4541"/>
                  </a:lnTo>
                  <a:lnTo>
                    <a:pt x="1232" y="4056"/>
                  </a:lnTo>
                  <a:lnTo>
                    <a:pt x="1393" y="3592"/>
                  </a:lnTo>
                  <a:lnTo>
                    <a:pt x="1555" y="3128"/>
                  </a:lnTo>
                  <a:lnTo>
                    <a:pt x="1736" y="2684"/>
                  </a:lnTo>
                  <a:lnTo>
                    <a:pt x="1938" y="2260"/>
                  </a:lnTo>
                  <a:lnTo>
                    <a:pt x="2039" y="2038"/>
                  </a:lnTo>
                  <a:lnTo>
                    <a:pt x="2301" y="1493"/>
                  </a:lnTo>
                  <a:lnTo>
                    <a:pt x="2463" y="1231"/>
                  </a:lnTo>
                  <a:lnTo>
                    <a:pt x="2624" y="969"/>
                  </a:lnTo>
                  <a:lnTo>
                    <a:pt x="2806" y="727"/>
                  </a:lnTo>
                  <a:lnTo>
                    <a:pt x="3008" y="525"/>
                  </a:lnTo>
                  <a:lnTo>
                    <a:pt x="3129" y="444"/>
                  </a:lnTo>
                  <a:lnTo>
                    <a:pt x="3250" y="363"/>
                  </a:lnTo>
                  <a:lnTo>
                    <a:pt x="3391" y="283"/>
                  </a:lnTo>
                  <a:lnTo>
                    <a:pt x="3532" y="222"/>
                  </a:lnTo>
                  <a:lnTo>
                    <a:pt x="3795" y="161"/>
                  </a:lnTo>
                  <a:lnTo>
                    <a:pt x="4057" y="101"/>
                  </a:lnTo>
                  <a:lnTo>
                    <a:pt x="4340" y="81"/>
                  </a:lnTo>
                  <a:close/>
                  <a:moveTo>
                    <a:pt x="4360" y="0"/>
                  </a:moveTo>
                  <a:lnTo>
                    <a:pt x="3997" y="40"/>
                  </a:lnTo>
                  <a:lnTo>
                    <a:pt x="3714" y="81"/>
                  </a:lnTo>
                  <a:lnTo>
                    <a:pt x="3492" y="161"/>
                  </a:lnTo>
                  <a:lnTo>
                    <a:pt x="3351" y="222"/>
                  </a:lnTo>
                  <a:lnTo>
                    <a:pt x="3210" y="283"/>
                  </a:lnTo>
                  <a:lnTo>
                    <a:pt x="3089" y="363"/>
                  </a:lnTo>
                  <a:lnTo>
                    <a:pt x="2967" y="464"/>
                  </a:lnTo>
                  <a:lnTo>
                    <a:pt x="2745" y="666"/>
                  </a:lnTo>
                  <a:lnTo>
                    <a:pt x="2564" y="908"/>
                  </a:lnTo>
                  <a:lnTo>
                    <a:pt x="2382" y="1170"/>
                  </a:lnTo>
                  <a:lnTo>
                    <a:pt x="2241" y="1453"/>
                  </a:lnTo>
                  <a:lnTo>
                    <a:pt x="1958" y="2018"/>
                  </a:lnTo>
                  <a:lnTo>
                    <a:pt x="1878" y="2220"/>
                  </a:lnTo>
                  <a:lnTo>
                    <a:pt x="1676" y="2664"/>
                  </a:lnTo>
                  <a:lnTo>
                    <a:pt x="1494" y="3108"/>
                  </a:lnTo>
                  <a:lnTo>
                    <a:pt x="1313" y="3552"/>
                  </a:lnTo>
                  <a:lnTo>
                    <a:pt x="1151" y="4036"/>
                  </a:lnTo>
                  <a:lnTo>
                    <a:pt x="990" y="4500"/>
                  </a:lnTo>
                  <a:lnTo>
                    <a:pt x="849" y="5005"/>
                  </a:lnTo>
                  <a:lnTo>
                    <a:pt x="727" y="5509"/>
                  </a:lnTo>
                  <a:lnTo>
                    <a:pt x="606" y="6034"/>
                  </a:lnTo>
                  <a:lnTo>
                    <a:pt x="505" y="6559"/>
                  </a:lnTo>
                  <a:lnTo>
                    <a:pt x="405" y="7103"/>
                  </a:lnTo>
                  <a:lnTo>
                    <a:pt x="324" y="7668"/>
                  </a:lnTo>
                  <a:lnTo>
                    <a:pt x="243" y="8254"/>
                  </a:lnTo>
                  <a:lnTo>
                    <a:pt x="122" y="9464"/>
                  </a:lnTo>
                  <a:lnTo>
                    <a:pt x="41" y="10756"/>
                  </a:lnTo>
                  <a:lnTo>
                    <a:pt x="21" y="11947"/>
                  </a:lnTo>
                  <a:lnTo>
                    <a:pt x="1" y="13137"/>
                  </a:lnTo>
                  <a:lnTo>
                    <a:pt x="21" y="14368"/>
                  </a:lnTo>
                  <a:lnTo>
                    <a:pt x="21" y="15660"/>
                  </a:lnTo>
                  <a:lnTo>
                    <a:pt x="41" y="16326"/>
                  </a:lnTo>
                  <a:lnTo>
                    <a:pt x="82" y="17012"/>
                  </a:lnTo>
                  <a:lnTo>
                    <a:pt x="122" y="17355"/>
                  </a:lnTo>
                  <a:lnTo>
                    <a:pt x="183" y="17678"/>
                  </a:lnTo>
                  <a:lnTo>
                    <a:pt x="263" y="18021"/>
                  </a:lnTo>
                  <a:lnTo>
                    <a:pt x="344" y="18344"/>
                  </a:lnTo>
                  <a:lnTo>
                    <a:pt x="405" y="18505"/>
                  </a:lnTo>
                  <a:lnTo>
                    <a:pt x="485" y="18687"/>
                  </a:lnTo>
                  <a:lnTo>
                    <a:pt x="586" y="18868"/>
                  </a:lnTo>
                  <a:lnTo>
                    <a:pt x="707" y="19030"/>
                  </a:lnTo>
                  <a:lnTo>
                    <a:pt x="849" y="19211"/>
                  </a:lnTo>
                  <a:lnTo>
                    <a:pt x="1010" y="19353"/>
                  </a:lnTo>
                  <a:lnTo>
                    <a:pt x="1192" y="19454"/>
                  </a:lnTo>
                  <a:lnTo>
                    <a:pt x="1313" y="19494"/>
                  </a:lnTo>
                  <a:lnTo>
                    <a:pt x="1414" y="19534"/>
                  </a:lnTo>
                  <a:lnTo>
                    <a:pt x="1615" y="19555"/>
                  </a:lnTo>
                  <a:lnTo>
                    <a:pt x="1817" y="19534"/>
                  </a:lnTo>
                  <a:lnTo>
                    <a:pt x="2039" y="19474"/>
                  </a:lnTo>
                  <a:lnTo>
                    <a:pt x="2241" y="19413"/>
                  </a:lnTo>
                  <a:lnTo>
                    <a:pt x="2423" y="19333"/>
                  </a:lnTo>
                  <a:lnTo>
                    <a:pt x="3129" y="19010"/>
                  </a:lnTo>
                  <a:lnTo>
                    <a:pt x="3795" y="18646"/>
                  </a:lnTo>
                  <a:lnTo>
                    <a:pt x="4481" y="18283"/>
                  </a:lnTo>
                  <a:lnTo>
                    <a:pt x="5127" y="17900"/>
                  </a:lnTo>
                  <a:lnTo>
                    <a:pt x="6095" y="17355"/>
                  </a:lnTo>
                  <a:lnTo>
                    <a:pt x="6580" y="17093"/>
                  </a:lnTo>
                  <a:lnTo>
                    <a:pt x="7064" y="16830"/>
                  </a:lnTo>
                  <a:lnTo>
                    <a:pt x="7669" y="16548"/>
                  </a:lnTo>
                  <a:lnTo>
                    <a:pt x="8275" y="16285"/>
                  </a:lnTo>
                  <a:lnTo>
                    <a:pt x="8900" y="16043"/>
                  </a:lnTo>
                  <a:lnTo>
                    <a:pt x="9566" y="15821"/>
                  </a:lnTo>
                  <a:lnTo>
                    <a:pt x="10232" y="15619"/>
                  </a:lnTo>
                  <a:lnTo>
                    <a:pt x="10898" y="15418"/>
                  </a:lnTo>
                  <a:lnTo>
                    <a:pt x="11604" y="15256"/>
                  </a:lnTo>
                  <a:lnTo>
                    <a:pt x="12331" y="15115"/>
                  </a:lnTo>
                  <a:lnTo>
                    <a:pt x="13078" y="14974"/>
                  </a:lnTo>
                  <a:lnTo>
                    <a:pt x="13824" y="14873"/>
                  </a:lnTo>
                  <a:lnTo>
                    <a:pt x="14611" y="14772"/>
                  </a:lnTo>
                  <a:lnTo>
                    <a:pt x="15419" y="14711"/>
                  </a:lnTo>
                  <a:lnTo>
                    <a:pt x="16226" y="14651"/>
                  </a:lnTo>
                  <a:lnTo>
                    <a:pt x="17073" y="14610"/>
                  </a:lnTo>
                  <a:lnTo>
                    <a:pt x="18809" y="14610"/>
                  </a:lnTo>
                  <a:lnTo>
                    <a:pt x="19697" y="14631"/>
                  </a:lnTo>
                  <a:lnTo>
                    <a:pt x="20585" y="14671"/>
                  </a:lnTo>
                  <a:lnTo>
                    <a:pt x="22360" y="14772"/>
                  </a:lnTo>
                  <a:lnTo>
                    <a:pt x="24116" y="14913"/>
                  </a:lnTo>
                  <a:lnTo>
                    <a:pt x="25852" y="15054"/>
                  </a:lnTo>
                  <a:lnTo>
                    <a:pt x="28354" y="15276"/>
                  </a:lnTo>
                  <a:lnTo>
                    <a:pt x="29605" y="15357"/>
                  </a:lnTo>
                  <a:lnTo>
                    <a:pt x="30876" y="15438"/>
                  </a:lnTo>
                  <a:lnTo>
                    <a:pt x="31240" y="15458"/>
                  </a:lnTo>
                  <a:lnTo>
                    <a:pt x="31441" y="15438"/>
                  </a:lnTo>
                  <a:lnTo>
                    <a:pt x="31623" y="15418"/>
                  </a:lnTo>
                  <a:lnTo>
                    <a:pt x="31785" y="15397"/>
                  </a:lnTo>
                  <a:lnTo>
                    <a:pt x="31966" y="15337"/>
                  </a:lnTo>
                  <a:lnTo>
                    <a:pt x="32128" y="15256"/>
                  </a:lnTo>
                  <a:lnTo>
                    <a:pt x="32269" y="15155"/>
                  </a:lnTo>
                  <a:lnTo>
                    <a:pt x="32350" y="15075"/>
                  </a:lnTo>
                  <a:lnTo>
                    <a:pt x="32430" y="14994"/>
                  </a:lnTo>
                  <a:lnTo>
                    <a:pt x="32551" y="14812"/>
                  </a:lnTo>
                  <a:lnTo>
                    <a:pt x="32612" y="14610"/>
                  </a:lnTo>
                  <a:lnTo>
                    <a:pt x="32672" y="14388"/>
                  </a:lnTo>
                  <a:lnTo>
                    <a:pt x="32672" y="14166"/>
                  </a:lnTo>
                  <a:lnTo>
                    <a:pt x="32652" y="13944"/>
                  </a:lnTo>
                  <a:lnTo>
                    <a:pt x="32592" y="13743"/>
                  </a:lnTo>
                  <a:lnTo>
                    <a:pt x="32511" y="13541"/>
                  </a:lnTo>
                  <a:lnTo>
                    <a:pt x="32410" y="13339"/>
                  </a:lnTo>
                  <a:lnTo>
                    <a:pt x="32269" y="13157"/>
                  </a:lnTo>
                  <a:lnTo>
                    <a:pt x="32128" y="12996"/>
                  </a:lnTo>
                  <a:lnTo>
                    <a:pt x="31966" y="12835"/>
                  </a:lnTo>
                  <a:lnTo>
                    <a:pt x="31805" y="12693"/>
                  </a:lnTo>
                  <a:lnTo>
                    <a:pt x="31623" y="12572"/>
                  </a:lnTo>
                  <a:lnTo>
                    <a:pt x="31280" y="12350"/>
                  </a:lnTo>
                  <a:lnTo>
                    <a:pt x="30715" y="12027"/>
                  </a:lnTo>
                  <a:lnTo>
                    <a:pt x="30130" y="11725"/>
                  </a:lnTo>
                  <a:lnTo>
                    <a:pt x="29524" y="11462"/>
                  </a:lnTo>
                  <a:lnTo>
                    <a:pt x="28919" y="11220"/>
                  </a:lnTo>
                  <a:lnTo>
                    <a:pt x="28293" y="10998"/>
                  </a:lnTo>
                  <a:lnTo>
                    <a:pt x="27648" y="10796"/>
                  </a:lnTo>
                  <a:lnTo>
                    <a:pt x="26396" y="10413"/>
                  </a:lnTo>
                  <a:lnTo>
                    <a:pt x="26336" y="10393"/>
                  </a:lnTo>
                  <a:lnTo>
                    <a:pt x="24237" y="9767"/>
                  </a:lnTo>
                  <a:lnTo>
                    <a:pt x="23208" y="9444"/>
                  </a:lnTo>
                  <a:lnTo>
                    <a:pt x="22179" y="9101"/>
                  </a:lnTo>
                  <a:lnTo>
                    <a:pt x="21170" y="8758"/>
                  </a:lnTo>
                  <a:lnTo>
                    <a:pt x="20161" y="8395"/>
                  </a:lnTo>
                  <a:lnTo>
                    <a:pt x="19152" y="8032"/>
                  </a:lnTo>
                  <a:lnTo>
                    <a:pt x="18183" y="7628"/>
                  </a:lnTo>
                  <a:lnTo>
                    <a:pt x="17215" y="7224"/>
                  </a:lnTo>
                  <a:lnTo>
                    <a:pt x="16266" y="6781"/>
                  </a:lnTo>
                  <a:lnTo>
                    <a:pt x="15338" y="6316"/>
                  </a:lnTo>
                  <a:lnTo>
                    <a:pt x="14410" y="5832"/>
                  </a:lnTo>
                  <a:lnTo>
                    <a:pt x="13522" y="5328"/>
                  </a:lnTo>
                  <a:lnTo>
                    <a:pt x="12654" y="4783"/>
                  </a:lnTo>
                  <a:lnTo>
                    <a:pt x="11806" y="4197"/>
                  </a:lnTo>
                  <a:lnTo>
                    <a:pt x="10979" y="3572"/>
                  </a:lnTo>
                  <a:lnTo>
                    <a:pt x="10010" y="2805"/>
                  </a:lnTo>
                  <a:lnTo>
                    <a:pt x="9365" y="2280"/>
                  </a:lnTo>
                  <a:lnTo>
                    <a:pt x="8699" y="1776"/>
                  </a:lnTo>
                  <a:lnTo>
                    <a:pt x="8356" y="1514"/>
                  </a:lnTo>
                  <a:lnTo>
                    <a:pt x="8012" y="1292"/>
                  </a:lnTo>
                  <a:lnTo>
                    <a:pt x="7669" y="1070"/>
                  </a:lnTo>
                  <a:lnTo>
                    <a:pt x="7306" y="848"/>
                  </a:lnTo>
                  <a:lnTo>
                    <a:pt x="6923" y="666"/>
                  </a:lnTo>
                  <a:lnTo>
                    <a:pt x="6559" y="505"/>
                  </a:lnTo>
                  <a:lnTo>
                    <a:pt x="6216" y="363"/>
                  </a:lnTo>
                  <a:lnTo>
                    <a:pt x="5894" y="242"/>
                  </a:lnTo>
                  <a:lnTo>
                    <a:pt x="5591" y="161"/>
                  </a:lnTo>
                  <a:lnTo>
                    <a:pt x="5308" y="101"/>
                  </a:lnTo>
                  <a:lnTo>
                    <a:pt x="5046" y="61"/>
                  </a:lnTo>
                  <a:lnTo>
                    <a:pt x="4804" y="20"/>
                  </a:lnTo>
                  <a:lnTo>
                    <a:pt x="456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7"/>
            <p:cNvSpPr/>
            <p:nvPr/>
          </p:nvSpPr>
          <p:spPr>
            <a:xfrm flipH="1">
              <a:off x="396816" y="-3077703"/>
              <a:ext cx="794334" cy="541632"/>
            </a:xfrm>
            <a:custGeom>
              <a:rect b="b" l="l" r="r" t="t"/>
              <a:pathLst>
                <a:path extrusionOk="0" h="9688" w="14208">
                  <a:moveTo>
                    <a:pt x="2765" y="81"/>
                  </a:moveTo>
                  <a:lnTo>
                    <a:pt x="2967" y="142"/>
                  </a:lnTo>
                  <a:lnTo>
                    <a:pt x="3189" y="223"/>
                  </a:lnTo>
                  <a:lnTo>
                    <a:pt x="3431" y="324"/>
                  </a:lnTo>
                  <a:lnTo>
                    <a:pt x="3694" y="465"/>
                  </a:lnTo>
                  <a:lnTo>
                    <a:pt x="3956" y="626"/>
                  </a:lnTo>
                  <a:lnTo>
                    <a:pt x="4218" y="828"/>
                  </a:lnTo>
                  <a:lnTo>
                    <a:pt x="4501" y="1070"/>
                  </a:lnTo>
                  <a:lnTo>
                    <a:pt x="5005" y="1474"/>
                  </a:lnTo>
                  <a:lnTo>
                    <a:pt x="5510" y="1837"/>
                  </a:lnTo>
                  <a:lnTo>
                    <a:pt x="6055" y="2200"/>
                  </a:lnTo>
                  <a:lnTo>
                    <a:pt x="6600" y="2523"/>
                  </a:lnTo>
                  <a:lnTo>
                    <a:pt x="7165" y="2826"/>
                  </a:lnTo>
                  <a:lnTo>
                    <a:pt x="7750" y="3088"/>
                  </a:lnTo>
                  <a:lnTo>
                    <a:pt x="8335" y="3330"/>
                  </a:lnTo>
                  <a:lnTo>
                    <a:pt x="8940" y="3532"/>
                  </a:lnTo>
                  <a:lnTo>
                    <a:pt x="9566" y="3714"/>
                  </a:lnTo>
                  <a:lnTo>
                    <a:pt x="10171" y="3895"/>
                  </a:lnTo>
                  <a:lnTo>
                    <a:pt x="11140" y="4158"/>
                  </a:lnTo>
                  <a:lnTo>
                    <a:pt x="11624" y="4319"/>
                  </a:lnTo>
                  <a:lnTo>
                    <a:pt x="12089" y="4481"/>
                  </a:lnTo>
                  <a:lnTo>
                    <a:pt x="12533" y="4683"/>
                  </a:lnTo>
                  <a:lnTo>
                    <a:pt x="12956" y="4904"/>
                  </a:lnTo>
                  <a:lnTo>
                    <a:pt x="13178" y="5046"/>
                  </a:lnTo>
                  <a:lnTo>
                    <a:pt x="13380" y="5167"/>
                  </a:lnTo>
                  <a:lnTo>
                    <a:pt x="13562" y="5328"/>
                  </a:lnTo>
                  <a:lnTo>
                    <a:pt x="13764" y="5490"/>
                  </a:lnTo>
                  <a:lnTo>
                    <a:pt x="13945" y="5671"/>
                  </a:lnTo>
                  <a:lnTo>
                    <a:pt x="14066" y="5853"/>
                  </a:lnTo>
                  <a:lnTo>
                    <a:pt x="14086" y="5934"/>
                  </a:lnTo>
                  <a:lnTo>
                    <a:pt x="14127" y="6014"/>
                  </a:lnTo>
                  <a:lnTo>
                    <a:pt x="14127" y="6095"/>
                  </a:lnTo>
                  <a:lnTo>
                    <a:pt x="14127" y="6176"/>
                  </a:lnTo>
                  <a:lnTo>
                    <a:pt x="14086" y="6317"/>
                  </a:lnTo>
                  <a:lnTo>
                    <a:pt x="14006" y="6458"/>
                  </a:lnTo>
                  <a:lnTo>
                    <a:pt x="13864" y="6579"/>
                  </a:lnTo>
                  <a:lnTo>
                    <a:pt x="13683" y="6721"/>
                  </a:lnTo>
                  <a:lnTo>
                    <a:pt x="13461" y="6842"/>
                  </a:lnTo>
                  <a:lnTo>
                    <a:pt x="13239" y="6963"/>
                  </a:lnTo>
                  <a:lnTo>
                    <a:pt x="12997" y="7064"/>
                  </a:lnTo>
                  <a:lnTo>
                    <a:pt x="12755" y="7165"/>
                  </a:lnTo>
                  <a:lnTo>
                    <a:pt x="12512" y="7225"/>
                  </a:lnTo>
                  <a:lnTo>
                    <a:pt x="12270" y="7286"/>
                  </a:lnTo>
                  <a:lnTo>
                    <a:pt x="11766" y="7387"/>
                  </a:lnTo>
                  <a:lnTo>
                    <a:pt x="11261" y="7447"/>
                  </a:lnTo>
                  <a:lnTo>
                    <a:pt x="10716" y="7467"/>
                  </a:lnTo>
                  <a:lnTo>
                    <a:pt x="9647" y="7488"/>
                  </a:lnTo>
                  <a:lnTo>
                    <a:pt x="8940" y="7508"/>
                  </a:lnTo>
                  <a:lnTo>
                    <a:pt x="8234" y="7528"/>
                  </a:lnTo>
                  <a:lnTo>
                    <a:pt x="7891" y="7548"/>
                  </a:lnTo>
                  <a:lnTo>
                    <a:pt x="7548" y="7588"/>
                  </a:lnTo>
                  <a:lnTo>
                    <a:pt x="7205" y="7649"/>
                  </a:lnTo>
                  <a:lnTo>
                    <a:pt x="6862" y="7710"/>
                  </a:lnTo>
                  <a:lnTo>
                    <a:pt x="6559" y="7790"/>
                  </a:lnTo>
                  <a:lnTo>
                    <a:pt x="6236" y="7891"/>
                  </a:lnTo>
                  <a:lnTo>
                    <a:pt x="5651" y="8113"/>
                  </a:lnTo>
                  <a:lnTo>
                    <a:pt x="5066" y="8375"/>
                  </a:lnTo>
                  <a:lnTo>
                    <a:pt x="4501" y="8658"/>
                  </a:lnTo>
                  <a:lnTo>
                    <a:pt x="3653" y="9041"/>
                  </a:lnTo>
                  <a:lnTo>
                    <a:pt x="3209" y="9223"/>
                  </a:lnTo>
                  <a:lnTo>
                    <a:pt x="2786" y="9384"/>
                  </a:lnTo>
                  <a:lnTo>
                    <a:pt x="2483" y="9485"/>
                  </a:lnTo>
                  <a:lnTo>
                    <a:pt x="2221" y="9546"/>
                  </a:lnTo>
                  <a:lnTo>
                    <a:pt x="1978" y="9586"/>
                  </a:lnTo>
                  <a:lnTo>
                    <a:pt x="1756" y="9606"/>
                  </a:lnTo>
                  <a:lnTo>
                    <a:pt x="1555" y="9606"/>
                  </a:lnTo>
                  <a:lnTo>
                    <a:pt x="1373" y="9586"/>
                  </a:lnTo>
                  <a:lnTo>
                    <a:pt x="1212" y="9566"/>
                  </a:lnTo>
                  <a:lnTo>
                    <a:pt x="1070" y="9526"/>
                  </a:lnTo>
                  <a:lnTo>
                    <a:pt x="929" y="9465"/>
                  </a:lnTo>
                  <a:lnTo>
                    <a:pt x="808" y="9405"/>
                  </a:lnTo>
                  <a:lnTo>
                    <a:pt x="626" y="9284"/>
                  </a:lnTo>
                  <a:lnTo>
                    <a:pt x="485" y="9162"/>
                  </a:lnTo>
                  <a:lnTo>
                    <a:pt x="404" y="9082"/>
                  </a:lnTo>
                  <a:lnTo>
                    <a:pt x="303" y="8920"/>
                  </a:lnTo>
                  <a:lnTo>
                    <a:pt x="243" y="8759"/>
                  </a:lnTo>
                  <a:lnTo>
                    <a:pt x="182" y="8597"/>
                  </a:lnTo>
                  <a:lnTo>
                    <a:pt x="142" y="8436"/>
                  </a:lnTo>
                  <a:lnTo>
                    <a:pt x="102" y="8073"/>
                  </a:lnTo>
                  <a:lnTo>
                    <a:pt x="81" y="7730"/>
                  </a:lnTo>
                  <a:lnTo>
                    <a:pt x="102" y="6983"/>
                  </a:lnTo>
                  <a:lnTo>
                    <a:pt x="142" y="6236"/>
                  </a:lnTo>
                  <a:lnTo>
                    <a:pt x="243" y="5470"/>
                  </a:lnTo>
                  <a:lnTo>
                    <a:pt x="364" y="4703"/>
                  </a:lnTo>
                  <a:lnTo>
                    <a:pt x="525" y="3895"/>
                  </a:lnTo>
                  <a:lnTo>
                    <a:pt x="727" y="3068"/>
                  </a:lnTo>
                  <a:lnTo>
                    <a:pt x="990" y="2200"/>
                  </a:lnTo>
                  <a:lnTo>
                    <a:pt x="1272" y="1292"/>
                  </a:lnTo>
                  <a:lnTo>
                    <a:pt x="1373" y="1050"/>
                  </a:lnTo>
                  <a:lnTo>
                    <a:pt x="1454" y="848"/>
                  </a:lnTo>
                  <a:lnTo>
                    <a:pt x="1575" y="667"/>
                  </a:lnTo>
                  <a:lnTo>
                    <a:pt x="1696" y="505"/>
                  </a:lnTo>
                  <a:lnTo>
                    <a:pt x="1817" y="364"/>
                  </a:lnTo>
                  <a:lnTo>
                    <a:pt x="1958" y="263"/>
                  </a:lnTo>
                  <a:lnTo>
                    <a:pt x="2099" y="162"/>
                  </a:lnTo>
                  <a:lnTo>
                    <a:pt x="2261" y="122"/>
                  </a:lnTo>
                  <a:lnTo>
                    <a:pt x="2402" y="81"/>
                  </a:lnTo>
                  <a:close/>
                  <a:moveTo>
                    <a:pt x="2463" y="1"/>
                  </a:moveTo>
                  <a:lnTo>
                    <a:pt x="2241" y="41"/>
                  </a:lnTo>
                  <a:lnTo>
                    <a:pt x="2079" y="102"/>
                  </a:lnTo>
                  <a:lnTo>
                    <a:pt x="1918" y="182"/>
                  </a:lnTo>
                  <a:lnTo>
                    <a:pt x="1777" y="303"/>
                  </a:lnTo>
                  <a:lnTo>
                    <a:pt x="1635" y="445"/>
                  </a:lnTo>
                  <a:lnTo>
                    <a:pt x="1514" y="606"/>
                  </a:lnTo>
                  <a:lnTo>
                    <a:pt x="1393" y="808"/>
                  </a:lnTo>
                  <a:lnTo>
                    <a:pt x="1292" y="1030"/>
                  </a:lnTo>
                  <a:lnTo>
                    <a:pt x="1191" y="1272"/>
                  </a:lnTo>
                  <a:lnTo>
                    <a:pt x="909" y="2180"/>
                  </a:lnTo>
                  <a:lnTo>
                    <a:pt x="646" y="3048"/>
                  </a:lnTo>
                  <a:lnTo>
                    <a:pt x="445" y="3875"/>
                  </a:lnTo>
                  <a:lnTo>
                    <a:pt x="283" y="4683"/>
                  </a:lnTo>
                  <a:lnTo>
                    <a:pt x="162" y="5470"/>
                  </a:lnTo>
                  <a:lnTo>
                    <a:pt x="61" y="6236"/>
                  </a:lnTo>
                  <a:lnTo>
                    <a:pt x="21" y="6983"/>
                  </a:lnTo>
                  <a:lnTo>
                    <a:pt x="1" y="7730"/>
                  </a:lnTo>
                  <a:lnTo>
                    <a:pt x="21" y="8093"/>
                  </a:lnTo>
                  <a:lnTo>
                    <a:pt x="41" y="8275"/>
                  </a:lnTo>
                  <a:lnTo>
                    <a:pt x="61" y="8456"/>
                  </a:lnTo>
                  <a:lnTo>
                    <a:pt x="102" y="8638"/>
                  </a:lnTo>
                  <a:lnTo>
                    <a:pt x="162" y="8799"/>
                  </a:lnTo>
                  <a:lnTo>
                    <a:pt x="243" y="8961"/>
                  </a:lnTo>
                  <a:lnTo>
                    <a:pt x="344" y="9122"/>
                  </a:lnTo>
                  <a:lnTo>
                    <a:pt x="465" y="9263"/>
                  </a:lnTo>
                  <a:lnTo>
                    <a:pt x="606" y="9384"/>
                  </a:lnTo>
                  <a:lnTo>
                    <a:pt x="768" y="9485"/>
                  </a:lnTo>
                  <a:lnTo>
                    <a:pt x="929" y="9566"/>
                  </a:lnTo>
                  <a:lnTo>
                    <a:pt x="1111" y="9627"/>
                  </a:lnTo>
                  <a:lnTo>
                    <a:pt x="1272" y="9647"/>
                  </a:lnTo>
                  <a:lnTo>
                    <a:pt x="1454" y="9667"/>
                  </a:lnTo>
                  <a:lnTo>
                    <a:pt x="1635" y="9687"/>
                  </a:lnTo>
                  <a:lnTo>
                    <a:pt x="1999" y="9667"/>
                  </a:lnTo>
                  <a:lnTo>
                    <a:pt x="2321" y="9606"/>
                  </a:lnTo>
                  <a:lnTo>
                    <a:pt x="2604" y="9526"/>
                  </a:lnTo>
                  <a:lnTo>
                    <a:pt x="2806" y="9465"/>
                  </a:lnTo>
                  <a:lnTo>
                    <a:pt x="3250" y="9304"/>
                  </a:lnTo>
                  <a:lnTo>
                    <a:pt x="3673" y="9122"/>
                  </a:lnTo>
                  <a:lnTo>
                    <a:pt x="4521" y="8719"/>
                  </a:lnTo>
                  <a:lnTo>
                    <a:pt x="5106" y="8456"/>
                  </a:lnTo>
                  <a:lnTo>
                    <a:pt x="5671" y="8194"/>
                  </a:lnTo>
                  <a:lnTo>
                    <a:pt x="6277" y="7972"/>
                  </a:lnTo>
                  <a:lnTo>
                    <a:pt x="6579" y="7871"/>
                  </a:lnTo>
                  <a:lnTo>
                    <a:pt x="6882" y="7790"/>
                  </a:lnTo>
                  <a:lnTo>
                    <a:pt x="7205" y="7730"/>
                  </a:lnTo>
                  <a:lnTo>
                    <a:pt x="7548" y="7669"/>
                  </a:lnTo>
                  <a:lnTo>
                    <a:pt x="7891" y="7629"/>
                  </a:lnTo>
                  <a:lnTo>
                    <a:pt x="8254" y="7609"/>
                  </a:lnTo>
                  <a:lnTo>
                    <a:pt x="8940" y="7588"/>
                  </a:lnTo>
                  <a:lnTo>
                    <a:pt x="9647" y="7568"/>
                  </a:lnTo>
                  <a:lnTo>
                    <a:pt x="10716" y="7548"/>
                  </a:lnTo>
                  <a:lnTo>
                    <a:pt x="11241" y="7528"/>
                  </a:lnTo>
                  <a:lnTo>
                    <a:pt x="11766" y="7467"/>
                  </a:lnTo>
                  <a:lnTo>
                    <a:pt x="12290" y="7366"/>
                  </a:lnTo>
                  <a:lnTo>
                    <a:pt x="12533" y="7306"/>
                  </a:lnTo>
                  <a:lnTo>
                    <a:pt x="12775" y="7225"/>
                  </a:lnTo>
                  <a:lnTo>
                    <a:pt x="13037" y="7144"/>
                  </a:lnTo>
                  <a:lnTo>
                    <a:pt x="13259" y="7044"/>
                  </a:lnTo>
                  <a:lnTo>
                    <a:pt x="13501" y="6922"/>
                  </a:lnTo>
                  <a:lnTo>
                    <a:pt x="13723" y="6781"/>
                  </a:lnTo>
                  <a:lnTo>
                    <a:pt x="13885" y="6680"/>
                  </a:lnTo>
                  <a:lnTo>
                    <a:pt x="14026" y="6559"/>
                  </a:lnTo>
                  <a:lnTo>
                    <a:pt x="14086" y="6479"/>
                  </a:lnTo>
                  <a:lnTo>
                    <a:pt x="14147" y="6398"/>
                  </a:lnTo>
                  <a:lnTo>
                    <a:pt x="14187" y="6297"/>
                  </a:lnTo>
                  <a:lnTo>
                    <a:pt x="14207" y="6196"/>
                  </a:lnTo>
                  <a:lnTo>
                    <a:pt x="14207" y="6095"/>
                  </a:lnTo>
                  <a:lnTo>
                    <a:pt x="14207" y="6014"/>
                  </a:lnTo>
                  <a:lnTo>
                    <a:pt x="14167" y="5913"/>
                  </a:lnTo>
                  <a:lnTo>
                    <a:pt x="14127" y="5813"/>
                  </a:lnTo>
                  <a:lnTo>
                    <a:pt x="14086" y="5712"/>
                  </a:lnTo>
                  <a:lnTo>
                    <a:pt x="14006" y="5631"/>
                  </a:lnTo>
                  <a:lnTo>
                    <a:pt x="13804" y="5429"/>
                  </a:lnTo>
                  <a:lnTo>
                    <a:pt x="13622" y="5268"/>
                  </a:lnTo>
                  <a:lnTo>
                    <a:pt x="13420" y="5106"/>
                  </a:lnTo>
                  <a:lnTo>
                    <a:pt x="13219" y="4965"/>
                  </a:lnTo>
                  <a:lnTo>
                    <a:pt x="13017" y="4844"/>
                  </a:lnTo>
                  <a:lnTo>
                    <a:pt x="12573" y="4602"/>
                  </a:lnTo>
                  <a:lnTo>
                    <a:pt x="12109" y="4420"/>
                  </a:lnTo>
                  <a:lnTo>
                    <a:pt x="11645" y="4239"/>
                  </a:lnTo>
                  <a:lnTo>
                    <a:pt x="11160" y="4077"/>
                  </a:lnTo>
                  <a:lnTo>
                    <a:pt x="10192" y="3815"/>
                  </a:lnTo>
                  <a:lnTo>
                    <a:pt x="9586" y="3653"/>
                  </a:lnTo>
                  <a:lnTo>
                    <a:pt x="8961" y="3452"/>
                  </a:lnTo>
                  <a:lnTo>
                    <a:pt x="8375" y="3250"/>
                  </a:lnTo>
                  <a:lnTo>
                    <a:pt x="7770" y="3008"/>
                  </a:lnTo>
                  <a:lnTo>
                    <a:pt x="7205" y="2745"/>
                  </a:lnTo>
                  <a:lnTo>
                    <a:pt x="6640" y="2443"/>
                  </a:lnTo>
                  <a:lnTo>
                    <a:pt x="6095" y="2120"/>
                  </a:lnTo>
                  <a:lnTo>
                    <a:pt x="5570" y="1777"/>
                  </a:lnTo>
                  <a:lnTo>
                    <a:pt x="5046" y="1413"/>
                  </a:lnTo>
                  <a:lnTo>
                    <a:pt x="4561" y="1010"/>
                  </a:lnTo>
                  <a:lnTo>
                    <a:pt x="4218" y="727"/>
                  </a:lnTo>
                  <a:lnTo>
                    <a:pt x="3875" y="485"/>
                  </a:lnTo>
                  <a:lnTo>
                    <a:pt x="3573" y="303"/>
                  </a:lnTo>
                  <a:lnTo>
                    <a:pt x="3270" y="162"/>
                  </a:lnTo>
                  <a:lnTo>
                    <a:pt x="2987" y="61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7"/>
            <p:cNvSpPr/>
            <p:nvPr/>
          </p:nvSpPr>
          <p:spPr>
            <a:xfrm flipH="1">
              <a:off x="2086879" y="-1327833"/>
              <a:ext cx="152348" cy="92527"/>
            </a:xfrm>
            <a:custGeom>
              <a:rect b="b" l="l" r="r" t="t"/>
              <a:pathLst>
                <a:path extrusionOk="0" h="1655" w="2725">
                  <a:moveTo>
                    <a:pt x="2099" y="81"/>
                  </a:moveTo>
                  <a:lnTo>
                    <a:pt x="2240" y="101"/>
                  </a:lnTo>
                  <a:lnTo>
                    <a:pt x="2382" y="121"/>
                  </a:lnTo>
                  <a:lnTo>
                    <a:pt x="2483" y="182"/>
                  </a:lnTo>
                  <a:lnTo>
                    <a:pt x="2563" y="262"/>
                  </a:lnTo>
                  <a:lnTo>
                    <a:pt x="2624" y="363"/>
                  </a:lnTo>
                  <a:lnTo>
                    <a:pt x="2644" y="424"/>
                  </a:lnTo>
                  <a:lnTo>
                    <a:pt x="2644" y="484"/>
                  </a:lnTo>
                  <a:lnTo>
                    <a:pt x="2644" y="565"/>
                  </a:lnTo>
                  <a:lnTo>
                    <a:pt x="2604" y="626"/>
                  </a:lnTo>
                  <a:lnTo>
                    <a:pt x="2503" y="767"/>
                  </a:lnTo>
                  <a:lnTo>
                    <a:pt x="2321" y="969"/>
                  </a:lnTo>
                  <a:lnTo>
                    <a:pt x="2099" y="1150"/>
                  </a:lnTo>
                  <a:lnTo>
                    <a:pt x="1857" y="1312"/>
                  </a:lnTo>
                  <a:lnTo>
                    <a:pt x="1595" y="1433"/>
                  </a:lnTo>
                  <a:lnTo>
                    <a:pt x="1332" y="1534"/>
                  </a:lnTo>
                  <a:lnTo>
                    <a:pt x="1191" y="1554"/>
                  </a:lnTo>
                  <a:lnTo>
                    <a:pt x="1050" y="1574"/>
                  </a:lnTo>
                  <a:lnTo>
                    <a:pt x="909" y="1574"/>
                  </a:lnTo>
                  <a:lnTo>
                    <a:pt x="767" y="1554"/>
                  </a:lnTo>
                  <a:lnTo>
                    <a:pt x="646" y="1514"/>
                  </a:lnTo>
                  <a:lnTo>
                    <a:pt x="505" y="1473"/>
                  </a:lnTo>
                  <a:lnTo>
                    <a:pt x="364" y="1392"/>
                  </a:lnTo>
                  <a:lnTo>
                    <a:pt x="263" y="1312"/>
                  </a:lnTo>
                  <a:lnTo>
                    <a:pt x="182" y="1231"/>
                  </a:lnTo>
                  <a:lnTo>
                    <a:pt x="122" y="1110"/>
                  </a:lnTo>
                  <a:lnTo>
                    <a:pt x="81" y="1009"/>
                  </a:lnTo>
                  <a:lnTo>
                    <a:pt x="101" y="868"/>
                  </a:lnTo>
                  <a:lnTo>
                    <a:pt x="142" y="747"/>
                  </a:lnTo>
                  <a:lnTo>
                    <a:pt x="222" y="646"/>
                  </a:lnTo>
                  <a:lnTo>
                    <a:pt x="364" y="505"/>
                  </a:lnTo>
                  <a:lnTo>
                    <a:pt x="566" y="404"/>
                  </a:lnTo>
                  <a:lnTo>
                    <a:pt x="787" y="303"/>
                  </a:lnTo>
                  <a:lnTo>
                    <a:pt x="1030" y="242"/>
                  </a:lnTo>
                  <a:lnTo>
                    <a:pt x="1252" y="182"/>
                  </a:lnTo>
                  <a:lnTo>
                    <a:pt x="1474" y="161"/>
                  </a:lnTo>
                  <a:lnTo>
                    <a:pt x="1655" y="121"/>
                  </a:lnTo>
                  <a:lnTo>
                    <a:pt x="1877" y="101"/>
                  </a:lnTo>
                  <a:lnTo>
                    <a:pt x="2099" y="81"/>
                  </a:lnTo>
                  <a:close/>
                  <a:moveTo>
                    <a:pt x="2018" y="0"/>
                  </a:moveTo>
                  <a:lnTo>
                    <a:pt x="1837" y="20"/>
                  </a:lnTo>
                  <a:lnTo>
                    <a:pt x="1635" y="40"/>
                  </a:lnTo>
                  <a:lnTo>
                    <a:pt x="1474" y="81"/>
                  </a:lnTo>
                  <a:lnTo>
                    <a:pt x="1231" y="101"/>
                  </a:lnTo>
                  <a:lnTo>
                    <a:pt x="989" y="161"/>
                  </a:lnTo>
                  <a:lnTo>
                    <a:pt x="767" y="222"/>
                  </a:lnTo>
                  <a:lnTo>
                    <a:pt x="525" y="323"/>
                  </a:lnTo>
                  <a:lnTo>
                    <a:pt x="323" y="444"/>
                  </a:lnTo>
                  <a:lnTo>
                    <a:pt x="162" y="585"/>
                  </a:lnTo>
                  <a:lnTo>
                    <a:pt x="61" y="727"/>
                  </a:lnTo>
                  <a:lnTo>
                    <a:pt x="21" y="868"/>
                  </a:lnTo>
                  <a:lnTo>
                    <a:pt x="0" y="1009"/>
                  </a:lnTo>
                  <a:lnTo>
                    <a:pt x="41" y="1150"/>
                  </a:lnTo>
                  <a:lnTo>
                    <a:pt x="101" y="1271"/>
                  </a:lnTo>
                  <a:lnTo>
                    <a:pt x="202" y="1372"/>
                  </a:lnTo>
                  <a:lnTo>
                    <a:pt x="323" y="1473"/>
                  </a:lnTo>
                  <a:lnTo>
                    <a:pt x="465" y="1554"/>
                  </a:lnTo>
                  <a:lnTo>
                    <a:pt x="606" y="1594"/>
                  </a:lnTo>
                  <a:lnTo>
                    <a:pt x="727" y="1635"/>
                  </a:lnTo>
                  <a:lnTo>
                    <a:pt x="868" y="1635"/>
                  </a:lnTo>
                  <a:lnTo>
                    <a:pt x="989" y="1655"/>
                  </a:lnTo>
                  <a:lnTo>
                    <a:pt x="1211" y="1635"/>
                  </a:lnTo>
                  <a:lnTo>
                    <a:pt x="1433" y="1574"/>
                  </a:lnTo>
                  <a:lnTo>
                    <a:pt x="1655" y="1514"/>
                  </a:lnTo>
                  <a:lnTo>
                    <a:pt x="1857" y="1392"/>
                  </a:lnTo>
                  <a:lnTo>
                    <a:pt x="2059" y="1271"/>
                  </a:lnTo>
                  <a:lnTo>
                    <a:pt x="2240" y="1130"/>
                  </a:lnTo>
                  <a:lnTo>
                    <a:pt x="2422" y="969"/>
                  </a:lnTo>
                  <a:lnTo>
                    <a:pt x="2563" y="807"/>
                  </a:lnTo>
                  <a:lnTo>
                    <a:pt x="2684" y="666"/>
                  </a:lnTo>
                  <a:lnTo>
                    <a:pt x="2705" y="585"/>
                  </a:lnTo>
                  <a:lnTo>
                    <a:pt x="2725" y="484"/>
                  </a:lnTo>
                  <a:lnTo>
                    <a:pt x="2725" y="424"/>
                  </a:lnTo>
                  <a:lnTo>
                    <a:pt x="2705" y="343"/>
                  </a:lnTo>
                  <a:lnTo>
                    <a:pt x="2684" y="283"/>
                  </a:lnTo>
                  <a:lnTo>
                    <a:pt x="2644" y="222"/>
                  </a:lnTo>
                  <a:lnTo>
                    <a:pt x="2523" y="121"/>
                  </a:lnTo>
                  <a:lnTo>
                    <a:pt x="2402" y="40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7"/>
            <p:cNvSpPr/>
            <p:nvPr/>
          </p:nvSpPr>
          <p:spPr>
            <a:xfrm flipH="1">
              <a:off x="-459496" y="-4947101"/>
              <a:ext cx="453633" cy="455870"/>
            </a:xfrm>
            <a:custGeom>
              <a:rect b="b" l="l" r="r" t="t"/>
              <a:pathLst>
                <a:path extrusionOk="0" h="8154" w="8114">
                  <a:moveTo>
                    <a:pt x="1010" y="81"/>
                  </a:moveTo>
                  <a:lnTo>
                    <a:pt x="1151" y="101"/>
                  </a:lnTo>
                  <a:lnTo>
                    <a:pt x="1413" y="162"/>
                  </a:lnTo>
                  <a:lnTo>
                    <a:pt x="1696" y="263"/>
                  </a:lnTo>
                  <a:lnTo>
                    <a:pt x="1938" y="384"/>
                  </a:lnTo>
                  <a:lnTo>
                    <a:pt x="2200" y="545"/>
                  </a:lnTo>
                  <a:lnTo>
                    <a:pt x="2422" y="707"/>
                  </a:lnTo>
                  <a:lnTo>
                    <a:pt x="2644" y="888"/>
                  </a:lnTo>
                  <a:lnTo>
                    <a:pt x="3108" y="1251"/>
                  </a:lnTo>
                  <a:lnTo>
                    <a:pt x="3552" y="1635"/>
                  </a:lnTo>
                  <a:lnTo>
                    <a:pt x="3976" y="2039"/>
                  </a:lnTo>
                  <a:lnTo>
                    <a:pt x="4400" y="2422"/>
                  </a:lnTo>
                  <a:lnTo>
                    <a:pt x="4783" y="2826"/>
                  </a:lnTo>
                  <a:lnTo>
                    <a:pt x="5167" y="3229"/>
                  </a:lnTo>
                  <a:lnTo>
                    <a:pt x="5530" y="3653"/>
                  </a:lnTo>
                  <a:lnTo>
                    <a:pt x="5873" y="4077"/>
                  </a:lnTo>
                  <a:lnTo>
                    <a:pt x="6196" y="4500"/>
                  </a:lnTo>
                  <a:lnTo>
                    <a:pt x="6499" y="4924"/>
                  </a:lnTo>
                  <a:lnTo>
                    <a:pt x="6781" y="5348"/>
                  </a:lnTo>
                  <a:lnTo>
                    <a:pt x="7064" y="5792"/>
                  </a:lnTo>
                  <a:lnTo>
                    <a:pt x="7306" y="6236"/>
                  </a:lnTo>
                  <a:lnTo>
                    <a:pt x="7548" y="6680"/>
                  </a:lnTo>
                  <a:lnTo>
                    <a:pt x="7770" y="7144"/>
                  </a:lnTo>
                  <a:lnTo>
                    <a:pt x="7972" y="7588"/>
                  </a:lnTo>
                  <a:lnTo>
                    <a:pt x="8012" y="7729"/>
                  </a:lnTo>
                  <a:lnTo>
                    <a:pt x="8032" y="7871"/>
                  </a:lnTo>
                  <a:lnTo>
                    <a:pt x="8032" y="7931"/>
                  </a:lnTo>
                  <a:lnTo>
                    <a:pt x="8012" y="7992"/>
                  </a:lnTo>
                  <a:lnTo>
                    <a:pt x="7972" y="8032"/>
                  </a:lnTo>
                  <a:lnTo>
                    <a:pt x="7932" y="8052"/>
                  </a:lnTo>
                  <a:lnTo>
                    <a:pt x="7851" y="8072"/>
                  </a:lnTo>
                  <a:lnTo>
                    <a:pt x="7790" y="8072"/>
                  </a:lnTo>
                  <a:lnTo>
                    <a:pt x="7649" y="8012"/>
                  </a:lnTo>
                  <a:lnTo>
                    <a:pt x="7346" y="7830"/>
                  </a:lnTo>
                  <a:lnTo>
                    <a:pt x="7084" y="7628"/>
                  </a:lnTo>
                  <a:lnTo>
                    <a:pt x="6822" y="7386"/>
                  </a:lnTo>
                  <a:lnTo>
                    <a:pt x="6559" y="7164"/>
                  </a:lnTo>
                  <a:lnTo>
                    <a:pt x="2523" y="3310"/>
                  </a:lnTo>
                  <a:lnTo>
                    <a:pt x="2180" y="3007"/>
                  </a:lnTo>
                  <a:lnTo>
                    <a:pt x="1514" y="2462"/>
                  </a:lnTo>
                  <a:lnTo>
                    <a:pt x="1151" y="2119"/>
                  </a:lnTo>
                  <a:lnTo>
                    <a:pt x="808" y="1776"/>
                  </a:lnTo>
                  <a:lnTo>
                    <a:pt x="485" y="1413"/>
                  </a:lnTo>
                  <a:lnTo>
                    <a:pt x="364" y="1251"/>
                  </a:lnTo>
                  <a:lnTo>
                    <a:pt x="243" y="1070"/>
                  </a:lnTo>
                  <a:lnTo>
                    <a:pt x="162" y="908"/>
                  </a:lnTo>
                  <a:lnTo>
                    <a:pt x="102" y="767"/>
                  </a:lnTo>
                  <a:lnTo>
                    <a:pt x="81" y="626"/>
                  </a:lnTo>
                  <a:lnTo>
                    <a:pt x="81" y="485"/>
                  </a:lnTo>
                  <a:lnTo>
                    <a:pt x="122" y="424"/>
                  </a:lnTo>
                  <a:lnTo>
                    <a:pt x="142" y="364"/>
                  </a:lnTo>
                  <a:lnTo>
                    <a:pt x="243" y="263"/>
                  </a:lnTo>
                  <a:lnTo>
                    <a:pt x="404" y="182"/>
                  </a:lnTo>
                  <a:lnTo>
                    <a:pt x="606" y="101"/>
                  </a:lnTo>
                  <a:lnTo>
                    <a:pt x="747" y="81"/>
                  </a:lnTo>
                  <a:close/>
                  <a:moveTo>
                    <a:pt x="727" y="0"/>
                  </a:moveTo>
                  <a:lnTo>
                    <a:pt x="586" y="41"/>
                  </a:lnTo>
                  <a:lnTo>
                    <a:pt x="364" y="101"/>
                  </a:lnTo>
                  <a:lnTo>
                    <a:pt x="203" y="202"/>
                  </a:lnTo>
                  <a:lnTo>
                    <a:pt x="122" y="263"/>
                  </a:lnTo>
                  <a:lnTo>
                    <a:pt x="81" y="323"/>
                  </a:lnTo>
                  <a:lnTo>
                    <a:pt x="41" y="384"/>
                  </a:lnTo>
                  <a:lnTo>
                    <a:pt x="21" y="464"/>
                  </a:lnTo>
                  <a:lnTo>
                    <a:pt x="1" y="606"/>
                  </a:lnTo>
                  <a:lnTo>
                    <a:pt x="21" y="767"/>
                  </a:lnTo>
                  <a:lnTo>
                    <a:pt x="81" y="908"/>
                  </a:lnTo>
                  <a:lnTo>
                    <a:pt x="162" y="1090"/>
                  </a:lnTo>
                  <a:lnTo>
                    <a:pt x="263" y="1251"/>
                  </a:lnTo>
                  <a:lnTo>
                    <a:pt x="404" y="1433"/>
                  </a:lnTo>
                  <a:lnTo>
                    <a:pt x="707" y="1796"/>
                  </a:lnTo>
                  <a:lnTo>
                    <a:pt x="1070" y="2139"/>
                  </a:lnTo>
                  <a:lnTo>
                    <a:pt x="1434" y="2482"/>
                  </a:lnTo>
                  <a:lnTo>
                    <a:pt x="2120" y="3088"/>
                  </a:lnTo>
                  <a:lnTo>
                    <a:pt x="2463" y="3370"/>
                  </a:lnTo>
                  <a:lnTo>
                    <a:pt x="6499" y="7225"/>
                  </a:lnTo>
                  <a:lnTo>
                    <a:pt x="6761" y="7467"/>
                  </a:lnTo>
                  <a:lnTo>
                    <a:pt x="7023" y="7689"/>
                  </a:lnTo>
                  <a:lnTo>
                    <a:pt x="7306" y="7911"/>
                  </a:lnTo>
                  <a:lnTo>
                    <a:pt x="7609" y="8093"/>
                  </a:lnTo>
                  <a:lnTo>
                    <a:pt x="7730" y="8133"/>
                  </a:lnTo>
                  <a:lnTo>
                    <a:pt x="7851" y="8153"/>
                  </a:lnTo>
                  <a:lnTo>
                    <a:pt x="7911" y="8153"/>
                  </a:lnTo>
                  <a:lnTo>
                    <a:pt x="7972" y="8133"/>
                  </a:lnTo>
                  <a:lnTo>
                    <a:pt x="8032" y="8093"/>
                  </a:lnTo>
                  <a:lnTo>
                    <a:pt x="8073" y="8032"/>
                  </a:lnTo>
                  <a:lnTo>
                    <a:pt x="8093" y="7971"/>
                  </a:lnTo>
                  <a:lnTo>
                    <a:pt x="8113" y="7891"/>
                  </a:lnTo>
                  <a:lnTo>
                    <a:pt x="8093" y="7729"/>
                  </a:lnTo>
                  <a:lnTo>
                    <a:pt x="8032" y="7568"/>
                  </a:lnTo>
                  <a:lnTo>
                    <a:pt x="7831" y="7104"/>
                  </a:lnTo>
                  <a:lnTo>
                    <a:pt x="7629" y="6640"/>
                  </a:lnTo>
                  <a:lnTo>
                    <a:pt x="7387" y="6196"/>
                  </a:lnTo>
                  <a:lnTo>
                    <a:pt x="7124" y="5752"/>
                  </a:lnTo>
                  <a:lnTo>
                    <a:pt x="6862" y="5308"/>
                  </a:lnTo>
                  <a:lnTo>
                    <a:pt x="6559" y="4884"/>
                  </a:lnTo>
                  <a:lnTo>
                    <a:pt x="6257" y="4440"/>
                  </a:lnTo>
                  <a:lnTo>
                    <a:pt x="5934" y="4016"/>
                  </a:lnTo>
                  <a:lnTo>
                    <a:pt x="5591" y="3592"/>
                  </a:lnTo>
                  <a:lnTo>
                    <a:pt x="5227" y="3189"/>
                  </a:lnTo>
                  <a:lnTo>
                    <a:pt x="4844" y="2785"/>
                  </a:lnTo>
                  <a:lnTo>
                    <a:pt x="4461" y="2382"/>
                  </a:lnTo>
                  <a:lnTo>
                    <a:pt x="4037" y="1978"/>
                  </a:lnTo>
                  <a:lnTo>
                    <a:pt x="3613" y="1574"/>
                  </a:lnTo>
                  <a:lnTo>
                    <a:pt x="3169" y="1191"/>
                  </a:lnTo>
                  <a:lnTo>
                    <a:pt x="2705" y="808"/>
                  </a:lnTo>
                  <a:lnTo>
                    <a:pt x="2463" y="646"/>
                  </a:lnTo>
                  <a:lnTo>
                    <a:pt x="2221" y="464"/>
                  </a:lnTo>
                  <a:lnTo>
                    <a:pt x="1978" y="323"/>
                  </a:lnTo>
                  <a:lnTo>
                    <a:pt x="1716" y="182"/>
                  </a:lnTo>
                  <a:lnTo>
                    <a:pt x="1434" y="81"/>
                  </a:lnTo>
                  <a:lnTo>
                    <a:pt x="1151" y="21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7"/>
            <p:cNvSpPr/>
            <p:nvPr/>
          </p:nvSpPr>
          <p:spPr>
            <a:xfrm flipH="1">
              <a:off x="2120703" y="-1885164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8" y="0"/>
                  </a:moveTo>
                  <a:lnTo>
                    <a:pt x="727" y="20"/>
                  </a:lnTo>
                  <a:lnTo>
                    <a:pt x="545" y="61"/>
                  </a:lnTo>
                  <a:lnTo>
                    <a:pt x="404" y="162"/>
                  </a:lnTo>
                  <a:lnTo>
                    <a:pt x="263" y="262"/>
                  </a:lnTo>
                  <a:lnTo>
                    <a:pt x="162" y="404"/>
                  </a:lnTo>
                  <a:lnTo>
                    <a:pt x="81" y="545"/>
                  </a:lnTo>
                  <a:lnTo>
                    <a:pt x="21" y="727"/>
                  </a:lnTo>
                  <a:lnTo>
                    <a:pt x="0" y="908"/>
                  </a:lnTo>
                  <a:lnTo>
                    <a:pt x="21" y="1090"/>
                  </a:lnTo>
                  <a:lnTo>
                    <a:pt x="81" y="1251"/>
                  </a:lnTo>
                  <a:lnTo>
                    <a:pt x="162" y="141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5" y="1736"/>
                  </a:lnTo>
                  <a:lnTo>
                    <a:pt x="727" y="1776"/>
                  </a:lnTo>
                  <a:lnTo>
                    <a:pt x="908" y="1796"/>
                  </a:lnTo>
                  <a:lnTo>
                    <a:pt x="1090" y="1776"/>
                  </a:lnTo>
                  <a:lnTo>
                    <a:pt x="1252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413"/>
                  </a:lnTo>
                  <a:lnTo>
                    <a:pt x="1736" y="1251"/>
                  </a:lnTo>
                  <a:lnTo>
                    <a:pt x="1776" y="1090"/>
                  </a:lnTo>
                  <a:lnTo>
                    <a:pt x="1796" y="908"/>
                  </a:lnTo>
                  <a:lnTo>
                    <a:pt x="1776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2"/>
                  </a:lnTo>
                  <a:lnTo>
                    <a:pt x="1413" y="162"/>
                  </a:lnTo>
                  <a:lnTo>
                    <a:pt x="1252" y="61"/>
                  </a:lnTo>
                  <a:lnTo>
                    <a:pt x="1090" y="2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7"/>
            <p:cNvSpPr/>
            <p:nvPr/>
          </p:nvSpPr>
          <p:spPr>
            <a:xfrm flipH="1">
              <a:off x="2118467" y="-1887456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1"/>
                  </a:moveTo>
                  <a:lnTo>
                    <a:pt x="1111" y="102"/>
                  </a:lnTo>
                  <a:lnTo>
                    <a:pt x="1272" y="142"/>
                  </a:lnTo>
                  <a:lnTo>
                    <a:pt x="1414" y="223"/>
                  </a:lnTo>
                  <a:lnTo>
                    <a:pt x="1555" y="32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77" y="768"/>
                  </a:lnTo>
                  <a:lnTo>
                    <a:pt x="1797" y="949"/>
                  </a:lnTo>
                  <a:lnTo>
                    <a:pt x="1777" y="1111"/>
                  </a:lnTo>
                  <a:lnTo>
                    <a:pt x="1736" y="1272"/>
                  </a:lnTo>
                  <a:lnTo>
                    <a:pt x="1656" y="1413"/>
                  </a:lnTo>
                  <a:lnTo>
                    <a:pt x="1555" y="1555"/>
                  </a:lnTo>
                  <a:lnTo>
                    <a:pt x="1414" y="1655"/>
                  </a:lnTo>
                  <a:lnTo>
                    <a:pt x="1272" y="1736"/>
                  </a:lnTo>
                  <a:lnTo>
                    <a:pt x="1111" y="1777"/>
                  </a:lnTo>
                  <a:lnTo>
                    <a:pt x="949" y="1797"/>
                  </a:lnTo>
                  <a:lnTo>
                    <a:pt x="768" y="177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44" y="1555"/>
                  </a:lnTo>
                  <a:lnTo>
                    <a:pt x="223" y="1413"/>
                  </a:lnTo>
                  <a:lnTo>
                    <a:pt x="142" y="1272"/>
                  </a:lnTo>
                  <a:lnTo>
                    <a:pt x="102" y="1111"/>
                  </a:lnTo>
                  <a:lnTo>
                    <a:pt x="82" y="949"/>
                  </a:lnTo>
                  <a:lnTo>
                    <a:pt x="102" y="768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44" y="324"/>
                  </a:lnTo>
                  <a:lnTo>
                    <a:pt x="465" y="223"/>
                  </a:lnTo>
                  <a:lnTo>
                    <a:pt x="606" y="142"/>
                  </a:lnTo>
                  <a:lnTo>
                    <a:pt x="768" y="102"/>
                  </a:lnTo>
                  <a:lnTo>
                    <a:pt x="949" y="81"/>
                  </a:lnTo>
                  <a:close/>
                  <a:moveTo>
                    <a:pt x="949" y="1"/>
                  </a:moveTo>
                  <a:lnTo>
                    <a:pt x="748" y="21"/>
                  </a:lnTo>
                  <a:lnTo>
                    <a:pt x="586" y="81"/>
                  </a:lnTo>
                  <a:lnTo>
                    <a:pt x="425" y="162"/>
                  </a:lnTo>
                  <a:lnTo>
                    <a:pt x="284" y="283"/>
                  </a:lnTo>
                  <a:lnTo>
                    <a:pt x="162" y="404"/>
                  </a:lnTo>
                  <a:lnTo>
                    <a:pt x="82" y="566"/>
                  </a:lnTo>
                  <a:lnTo>
                    <a:pt x="21" y="74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2" y="1312"/>
                  </a:lnTo>
                  <a:lnTo>
                    <a:pt x="162" y="1474"/>
                  </a:lnTo>
                  <a:lnTo>
                    <a:pt x="284" y="1615"/>
                  </a:lnTo>
                  <a:lnTo>
                    <a:pt x="425" y="1716"/>
                  </a:lnTo>
                  <a:lnTo>
                    <a:pt x="586" y="1817"/>
                  </a:lnTo>
                  <a:lnTo>
                    <a:pt x="748" y="1857"/>
                  </a:lnTo>
                  <a:lnTo>
                    <a:pt x="949" y="1877"/>
                  </a:lnTo>
                  <a:lnTo>
                    <a:pt x="1131" y="1857"/>
                  </a:lnTo>
                  <a:lnTo>
                    <a:pt x="1313" y="1817"/>
                  </a:lnTo>
                  <a:lnTo>
                    <a:pt x="1474" y="1716"/>
                  </a:lnTo>
                  <a:lnTo>
                    <a:pt x="1615" y="1615"/>
                  </a:lnTo>
                  <a:lnTo>
                    <a:pt x="1716" y="1474"/>
                  </a:lnTo>
                  <a:lnTo>
                    <a:pt x="1817" y="1312"/>
                  </a:lnTo>
                  <a:lnTo>
                    <a:pt x="1858" y="1131"/>
                  </a:lnTo>
                  <a:lnTo>
                    <a:pt x="1878" y="949"/>
                  </a:lnTo>
                  <a:lnTo>
                    <a:pt x="1858" y="747"/>
                  </a:lnTo>
                  <a:lnTo>
                    <a:pt x="1817" y="566"/>
                  </a:lnTo>
                  <a:lnTo>
                    <a:pt x="1716" y="40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3" y="81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7"/>
            <p:cNvSpPr/>
            <p:nvPr/>
          </p:nvSpPr>
          <p:spPr>
            <a:xfrm flipH="1">
              <a:off x="1892829" y="-3305578"/>
              <a:ext cx="100466" cy="101584"/>
            </a:xfrm>
            <a:custGeom>
              <a:rect b="b" l="l" r="r" t="t"/>
              <a:pathLst>
                <a:path extrusionOk="0" h="1817" w="1797">
                  <a:moveTo>
                    <a:pt x="889" y="0"/>
                  </a:moveTo>
                  <a:lnTo>
                    <a:pt x="707" y="21"/>
                  </a:lnTo>
                  <a:lnTo>
                    <a:pt x="546" y="81"/>
                  </a:lnTo>
                  <a:lnTo>
                    <a:pt x="384" y="162"/>
                  </a:lnTo>
                  <a:lnTo>
                    <a:pt x="263" y="263"/>
                  </a:lnTo>
                  <a:lnTo>
                    <a:pt x="142" y="404"/>
                  </a:lnTo>
                  <a:lnTo>
                    <a:pt x="61" y="565"/>
                  </a:lnTo>
                  <a:lnTo>
                    <a:pt x="21" y="727"/>
                  </a:lnTo>
                  <a:lnTo>
                    <a:pt x="1" y="908"/>
                  </a:lnTo>
                  <a:lnTo>
                    <a:pt x="21" y="1090"/>
                  </a:lnTo>
                  <a:lnTo>
                    <a:pt x="61" y="1252"/>
                  </a:lnTo>
                  <a:lnTo>
                    <a:pt x="142" y="1413"/>
                  </a:lnTo>
                  <a:lnTo>
                    <a:pt x="263" y="1554"/>
                  </a:lnTo>
                  <a:lnTo>
                    <a:pt x="384" y="1655"/>
                  </a:lnTo>
                  <a:lnTo>
                    <a:pt x="546" y="1736"/>
                  </a:lnTo>
                  <a:lnTo>
                    <a:pt x="707" y="1796"/>
                  </a:lnTo>
                  <a:lnTo>
                    <a:pt x="889" y="1817"/>
                  </a:lnTo>
                  <a:lnTo>
                    <a:pt x="1070" y="1796"/>
                  </a:lnTo>
                  <a:lnTo>
                    <a:pt x="1252" y="1736"/>
                  </a:lnTo>
                  <a:lnTo>
                    <a:pt x="1393" y="1655"/>
                  </a:lnTo>
                  <a:lnTo>
                    <a:pt x="1534" y="1554"/>
                  </a:lnTo>
                  <a:lnTo>
                    <a:pt x="1635" y="1413"/>
                  </a:lnTo>
                  <a:lnTo>
                    <a:pt x="1736" y="1252"/>
                  </a:lnTo>
                  <a:lnTo>
                    <a:pt x="1777" y="1090"/>
                  </a:lnTo>
                  <a:lnTo>
                    <a:pt x="1797" y="908"/>
                  </a:lnTo>
                  <a:lnTo>
                    <a:pt x="1777" y="727"/>
                  </a:lnTo>
                  <a:lnTo>
                    <a:pt x="1736" y="565"/>
                  </a:lnTo>
                  <a:lnTo>
                    <a:pt x="1635" y="404"/>
                  </a:lnTo>
                  <a:lnTo>
                    <a:pt x="1534" y="263"/>
                  </a:lnTo>
                  <a:lnTo>
                    <a:pt x="1393" y="162"/>
                  </a:lnTo>
                  <a:lnTo>
                    <a:pt x="1252" y="81"/>
                  </a:lnTo>
                  <a:lnTo>
                    <a:pt x="1070" y="21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7"/>
            <p:cNvSpPr/>
            <p:nvPr/>
          </p:nvSpPr>
          <p:spPr>
            <a:xfrm flipH="1">
              <a:off x="1890536" y="-3307870"/>
              <a:ext cx="104994" cy="106112"/>
            </a:xfrm>
            <a:custGeom>
              <a:rect b="b" l="l" r="r" t="t"/>
              <a:pathLst>
                <a:path extrusionOk="0" h="1898" w="1878">
                  <a:moveTo>
                    <a:pt x="929" y="82"/>
                  </a:moveTo>
                  <a:lnTo>
                    <a:pt x="1110" y="102"/>
                  </a:lnTo>
                  <a:lnTo>
                    <a:pt x="1272" y="162"/>
                  </a:lnTo>
                  <a:lnTo>
                    <a:pt x="1413" y="243"/>
                  </a:lnTo>
                  <a:lnTo>
                    <a:pt x="1554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6" y="768"/>
                  </a:lnTo>
                  <a:lnTo>
                    <a:pt x="1796" y="949"/>
                  </a:lnTo>
                  <a:lnTo>
                    <a:pt x="1776" y="1131"/>
                  </a:lnTo>
                  <a:lnTo>
                    <a:pt x="1736" y="1293"/>
                  </a:lnTo>
                  <a:lnTo>
                    <a:pt x="1655" y="1434"/>
                  </a:lnTo>
                  <a:lnTo>
                    <a:pt x="1554" y="1555"/>
                  </a:lnTo>
                  <a:lnTo>
                    <a:pt x="1413" y="1656"/>
                  </a:lnTo>
                  <a:lnTo>
                    <a:pt x="1272" y="1736"/>
                  </a:lnTo>
                  <a:lnTo>
                    <a:pt x="1110" y="1797"/>
                  </a:lnTo>
                  <a:lnTo>
                    <a:pt x="929" y="1817"/>
                  </a:lnTo>
                  <a:lnTo>
                    <a:pt x="767" y="1797"/>
                  </a:lnTo>
                  <a:lnTo>
                    <a:pt x="606" y="1736"/>
                  </a:lnTo>
                  <a:lnTo>
                    <a:pt x="465" y="1656"/>
                  </a:lnTo>
                  <a:lnTo>
                    <a:pt x="323" y="1555"/>
                  </a:lnTo>
                  <a:lnTo>
                    <a:pt x="222" y="1434"/>
                  </a:lnTo>
                  <a:lnTo>
                    <a:pt x="142" y="1293"/>
                  </a:lnTo>
                  <a:lnTo>
                    <a:pt x="101" y="1131"/>
                  </a:lnTo>
                  <a:lnTo>
                    <a:pt x="81" y="949"/>
                  </a:lnTo>
                  <a:lnTo>
                    <a:pt x="101" y="768"/>
                  </a:lnTo>
                  <a:lnTo>
                    <a:pt x="142" y="606"/>
                  </a:lnTo>
                  <a:lnTo>
                    <a:pt x="222" y="465"/>
                  </a:lnTo>
                  <a:lnTo>
                    <a:pt x="323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7" y="102"/>
                  </a:lnTo>
                  <a:lnTo>
                    <a:pt x="929" y="82"/>
                  </a:lnTo>
                  <a:close/>
                  <a:moveTo>
                    <a:pt x="929" y="1"/>
                  </a:moveTo>
                  <a:lnTo>
                    <a:pt x="747" y="21"/>
                  </a:lnTo>
                  <a:lnTo>
                    <a:pt x="565" y="82"/>
                  </a:lnTo>
                  <a:lnTo>
                    <a:pt x="404" y="162"/>
                  </a:lnTo>
                  <a:lnTo>
                    <a:pt x="263" y="284"/>
                  </a:lnTo>
                  <a:lnTo>
                    <a:pt x="162" y="425"/>
                  </a:lnTo>
                  <a:lnTo>
                    <a:pt x="61" y="586"/>
                  </a:lnTo>
                  <a:lnTo>
                    <a:pt x="21" y="768"/>
                  </a:lnTo>
                  <a:lnTo>
                    <a:pt x="0" y="949"/>
                  </a:lnTo>
                  <a:lnTo>
                    <a:pt x="21" y="1131"/>
                  </a:lnTo>
                  <a:lnTo>
                    <a:pt x="61" y="1313"/>
                  </a:lnTo>
                  <a:lnTo>
                    <a:pt x="162" y="1474"/>
                  </a:lnTo>
                  <a:lnTo>
                    <a:pt x="263" y="1615"/>
                  </a:lnTo>
                  <a:lnTo>
                    <a:pt x="404" y="1736"/>
                  </a:lnTo>
                  <a:lnTo>
                    <a:pt x="565" y="1817"/>
                  </a:lnTo>
                  <a:lnTo>
                    <a:pt x="747" y="1878"/>
                  </a:lnTo>
                  <a:lnTo>
                    <a:pt x="929" y="1898"/>
                  </a:lnTo>
                  <a:lnTo>
                    <a:pt x="1130" y="1878"/>
                  </a:lnTo>
                  <a:lnTo>
                    <a:pt x="1312" y="1817"/>
                  </a:lnTo>
                  <a:lnTo>
                    <a:pt x="1453" y="1736"/>
                  </a:lnTo>
                  <a:lnTo>
                    <a:pt x="1595" y="1615"/>
                  </a:lnTo>
                  <a:lnTo>
                    <a:pt x="1716" y="1474"/>
                  </a:lnTo>
                  <a:lnTo>
                    <a:pt x="1796" y="1313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68"/>
                  </a:lnTo>
                  <a:lnTo>
                    <a:pt x="1796" y="586"/>
                  </a:lnTo>
                  <a:lnTo>
                    <a:pt x="1716" y="425"/>
                  </a:lnTo>
                  <a:lnTo>
                    <a:pt x="1595" y="284"/>
                  </a:lnTo>
                  <a:lnTo>
                    <a:pt x="1453" y="162"/>
                  </a:lnTo>
                  <a:lnTo>
                    <a:pt x="1312" y="82"/>
                  </a:lnTo>
                  <a:lnTo>
                    <a:pt x="1130" y="21"/>
                  </a:lnTo>
                  <a:lnTo>
                    <a:pt x="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7"/>
            <p:cNvSpPr/>
            <p:nvPr/>
          </p:nvSpPr>
          <p:spPr>
            <a:xfrm flipH="1">
              <a:off x="511885" y="-3871966"/>
              <a:ext cx="100466" cy="101640"/>
            </a:xfrm>
            <a:custGeom>
              <a:rect b="b" l="l" r="r" t="t"/>
              <a:pathLst>
                <a:path extrusionOk="0" h="1818" w="1797">
                  <a:moveTo>
                    <a:pt x="908" y="1"/>
                  </a:moveTo>
                  <a:lnTo>
                    <a:pt x="727" y="21"/>
                  </a:lnTo>
                  <a:lnTo>
                    <a:pt x="545" y="82"/>
                  </a:lnTo>
                  <a:lnTo>
                    <a:pt x="404" y="162"/>
                  </a:lnTo>
                  <a:lnTo>
                    <a:pt x="262" y="263"/>
                  </a:lnTo>
                  <a:lnTo>
                    <a:pt x="162" y="405"/>
                  </a:lnTo>
                  <a:lnTo>
                    <a:pt x="61" y="566"/>
                  </a:lnTo>
                  <a:lnTo>
                    <a:pt x="20" y="727"/>
                  </a:lnTo>
                  <a:lnTo>
                    <a:pt x="0" y="909"/>
                  </a:lnTo>
                  <a:lnTo>
                    <a:pt x="20" y="1091"/>
                  </a:lnTo>
                  <a:lnTo>
                    <a:pt x="61" y="1252"/>
                  </a:lnTo>
                  <a:lnTo>
                    <a:pt x="162" y="1414"/>
                  </a:lnTo>
                  <a:lnTo>
                    <a:pt x="262" y="1535"/>
                  </a:lnTo>
                  <a:lnTo>
                    <a:pt x="404" y="1656"/>
                  </a:lnTo>
                  <a:lnTo>
                    <a:pt x="545" y="1736"/>
                  </a:lnTo>
                  <a:lnTo>
                    <a:pt x="727" y="1797"/>
                  </a:lnTo>
                  <a:lnTo>
                    <a:pt x="908" y="1817"/>
                  </a:lnTo>
                  <a:lnTo>
                    <a:pt x="1090" y="1797"/>
                  </a:lnTo>
                  <a:lnTo>
                    <a:pt x="1251" y="1736"/>
                  </a:lnTo>
                  <a:lnTo>
                    <a:pt x="1413" y="1656"/>
                  </a:lnTo>
                  <a:lnTo>
                    <a:pt x="1534" y="1535"/>
                  </a:lnTo>
                  <a:lnTo>
                    <a:pt x="1655" y="1414"/>
                  </a:lnTo>
                  <a:lnTo>
                    <a:pt x="1736" y="1252"/>
                  </a:lnTo>
                  <a:lnTo>
                    <a:pt x="1776" y="1091"/>
                  </a:lnTo>
                  <a:lnTo>
                    <a:pt x="1796" y="909"/>
                  </a:lnTo>
                  <a:lnTo>
                    <a:pt x="1776" y="727"/>
                  </a:lnTo>
                  <a:lnTo>
                    <a:pt x="1736" y="566"/>
                  </a:lnTo>
                  <a:lnTo>
                    <a:pt x="1655" y="405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82"/>
                  </a:lnTo>
                  <a:lnTo>
                    <a:pt x="1090" y="21"/>
                  </a:lnTo>
                  <a:lnTo>
                    <a:pt x="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7"/>
            <p:cNvSpPr/>
            <p:nvPr/>
          </p:nvSpPr>
          <p:spPr>
            <a:xfrm flipH="1">
              <a:off x="509648" y="-3874202"/>
              <a:ext cx="104994" cy="106112"/>
            </a:xfrm>
            <a:custGeom>
              <a:rect b="b" l="l" r="r" t="t"/>
              <a:pathLst>
                <a:path extrusionOk="0" h="1898" w="1878">
                  <a:moveTo>
                    <a:pt x="949" y="81"/>
                  </a:moveTo>
                  <a:lnTo>
                    <a:pt x="1111" y="101"/>
                  </a:lnTo>
                  <a:lnTo>
                    <a:pt x="1272" y="162"/>
                  </a:lnTo>
                  <a:lnTo>
                    <a:pt x="1413" y="243"/>
                  </a:lnTo>
                  <a:lnTo>
                    <a:pt x="1555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7" y="767"/>
                  </a:lnTo>
                  <a:lnTo>
                    <a:pt x="1797" y="949"/>
                  </a:lnTo>
                  <a:lnTo>
                    <a:pt x="1777" y="1110"/>
                  </a:lnTo>
                  <a:lnTo>
                    <a:pt x="1736" y="1272"/>
                  </a:lnTo>
                  <a:lnTo>
                    <a:pt x="1655" y="1433"/>
                  </a:lnTo>
                  <a:lnTo>
                    <a:pt x="1555" y="1554"/>
                  </a:lnTo>
                  <a:lnTo>
                    <a:pt x="1413" y="1655"/>
                  </a:lnTo>
                  <a:lnTo>
                    <a:pt x="1272" y="1736"/>
                  </a:lnTo>
                  <a:lnTo>
                    <a:pt x="1111" y="1797"/>
                  </a:lnTo>
                  <a:lnTo>
                    <a:pt x="949" y="181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24" y="1554"/>
                  </a:lnTo>
                  <a:lnTo>
                    <a:pt x="223" y="1433"/>
                  </a:lnTo>
                  <a:lnTo>
                    <a:pt x="142" y="1272"/>
                  </a:lnTo>
                  <a:lnTo>
                    <a:pt x="102" y="1110"/>
                  </a:lnTo>
                  <a:lnTo>
                    <a:pt x="81" y="949"/>
                  </a:lnTo>
                  <a:lnTo>
                    <a:pt x="102" y="767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24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8" y="101"/>
                  </a:lnTo>
                  <a:lnTo>
                    <a:pt x="949" y="81"/>
                  </a:lnTo>
                  <a:close/>
                  <a:moveTo>
                    <a:pt x="949" y="1"/>
                  </a:moveTo>
                  <a:lnTo>
                    <a:pt x="747" y="21"/>
                  </a:lnTo>
                  <a:lnTo>
                    <a:pt x="566" y="81"/>
                  </a:lnTo>
                  <a:lnTo>
                    <a:pt x="425" y="162"/>
                  </a:lnTo>
                  <a:lnTo>
                    <a:pt x="283" y="283"/>
                  </a:lnTo>
                  <a:lnTo>
                    <a:pt x="162" y="424"/>
                  </a:lnTo>
                  <a:lnTo>
                    <a:pt x="81" y="586"/>
                  </a:lnTo>
                  <a:lnTo>
                    <a:pt x="21" y="76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1" y="1312"/>
                  </a:lnTo>
                  <a:lnTo>
                    <a:pt x="162" y="1474"/>
                  </a:lnTo>
                  <a:lnTo>
                    <a:pt x="283" y="1615"/>
                  </a:lnTo>
                  <a:lnTo>
                    <a:pt x="425" y="1736"/>
                  </a:lnTo>
                  <a:lnTo>
                    <a:pt x="566" y="1817"/>
                  </a:lnTo>
                  <a:lnTo>
                    <a:pt x="747" y="1877"/>
                  </a:lnTo>
                  <a:lnTo>
                    <a:pt x="949" y="1898"/>
                  </a:lnTo>
                  <a:lnTo>
                    <a:pt x="1131" y="1877"/>
                  </a:lnTo>
                  <a:lnTo>
                    <a:pt x="1312" y="1817"/>
                  </a:lnTo>
                  <a:lnTo>
                    <a:pt x="1474" y="1736"/>
                  </a:lnTo>
                  <a:lnTo>
                    <a:pt x="1615" y="1615"/>
                  </a:lnTo>
                  <a:lnTo>
                    <a:pt x="1716" y="1474"/>
                  </a:lnTo>
                  <a:lnTo>
                    <a:pt x="1817" y="1312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67"/>
                  </a:lnTo>
                  <a:lnTo>
                    <a:pt x="1817" y="586"/>
                  </a:lnTo>
                  <a:lnTo>
                    <a:pt x="1716" y="42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2" y="81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7"/>
            <p:cNvSpPr/>
            <p:nvPr/>
          </p:nvSpPr>
          <p:spPr>
            <a:xfrm flipH="1">
              <a:off x="-1037114" y="-3361987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8" y="0"/>
                  </a:moveTo>
                  <a:lnTo>
                    <a:pt x="727" y="21"/>
                  </a:lnTo>
                  <a:lnTo>
                    <a:pt x="545" y="61"/>
                  </a:lnTo>
                  <a:lnTo>
                    <a:pt x="404" y="162"/>
                  </a:lnTo>
                  <a:lnTo>
                    <a:pt x="263" y="263"/>
                  </a:lnTo>
                  <a:lnTo>
                    <a:pt x="162" y="404"/>
                  </a:lnTo>
                  <a:lnTo>
                    <a:pt x="81" y="545"/>
                  </a:lnTo>
                  <a:lnTo>
                    <a:pt x="20" y="727"/>
                  </a:lnTo>
                  <a:lnTo>
                    <a:pt x="0" y="908"/>
                  </a:lnTo>
                  <a:lnTo>
                    <a:pt x="20" y="1090"/>
                  </a:lnTo>
                  <a:lnTo>
                    <a:pt x="81" y="1252"/>
                  </a:lnTo>
                  <a:lnTo>
                    <a:pt x="162" y="139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5" y="1736"/>
                  </a:lnTo>
                  <a:lnTo>
                    <a:pt x="727" y="1776"/>
                  </a:lnTo>
                  <a:lnTo>
                    <a:pt x="908" y="1796"/>
                  </a:lnTo>
                  <a:lnTo>
                    <a:pt x="1090" y="1776"/>
                  </a:lnTo>
                  <a:lnTo>
                    <a:pt x="1251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393"/>
                  </a:lnTo>
                  <a:lnTo>
                    <a:pt x="1736" y="1252"/>
                  </a:lnTo>
                  <a:lnTo>
                    <a:pt x="1796" y="1090"/>
                  </a:lnTo>
                  <a:lnTo>
                    <a:pt x="1796" y="908"/>
                  </a:lnTo>
                  <a:lnTo>
                    <a:pt x="1796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61"/>
                  </a:lnTo>
                  <a:lnTo>
                    <a:pt x="1090" y="21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7"/>
            <p:cNvSpPr/>
            <p:nvPr/>
          </p:nvSpPr>
          <p:spPr>
            <a:xfrm flipH="1">
              <a:off x="-1039350" y="-3364280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2"/>
                  </a:moveTo>
                  <a:lnTo>
                    <a:pt x="1111" y="102"/>
                  </a:lnTo>
                  <a:lnTo>
                    <a:pt x="1272" y="142"/>
                  </a:lnTo>
                  <a:lnTo>
                    <a:pt x="1434" y="223"/>
                  </a:lnTo>
                  <a:lnTo>
                    <a:pt x="1555" y="32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97" y="768"/>
                  </a:lnTo>
                  <a:lnTo>
                    <a:pt x="1797" y="949"/>
                  </a:lnTo>
                  <a:lnTo>
                    <a:pt x="1797" y="1111"/>
                  </a:lnTo>
                  <a:lnTo>
                    <a:pt x="1736" y="1272"/>
                  </a:lnTo>
                  <a:lnTo>
                    <a:pt x="1656" y="1414"/>
                  </a:lnTo>
                  <a:lnTo>
                    <a:pt x="1555" y="1555"/>
                  </a:lnTo>
                  <a:lnTo>
                    <a:pt x="1434" y="1656"/>
                  </a:lnTo>
                  <a:lnTo>
                    <a:pt x="1272" y="1736"/>
                  </a:lnTo>
                  <a:lnTo>
                    <a:pt x="1111" y="1777"/>
                  </a:lnTo>
                  <a:lnTo>
                    <a:pt x="949" y="1797"/>
                  </a:lnTo>
                  <a:lnTo>
                    <a:pt x="768" y="1777"/>
                  </a:lnTo>
                  <a:lnTo>
                    <a:pt x="606" y="1736"/>
                  </a:lnTo>
                  <a:lnTo>
                    <a:pt x="465" y="1656"/>
                  </a:lnTo>
                  <a:lnTo>
                    <a:pt x="344" y="1555"/>
                  </a:lnTo>
                  <a:lnTo>
                    <a:pt x="223" y="1414"/>
                  </a:lnTo>
                  <a:lnTo>
                    <a:pt x="162" y="1272"/>
                  </a:lnTo>
                  <a:lnTo>
                    <a:pt x="102" y="1111"/>
                  </a:lnTo>
                  <a:lnTo>
                    <a:pt x="82" y="949"/>
                  </a:lnTo>
                  <a:lnTo>
                    <a:pt x="102" y="768"/>
                  </a:lnTo>
                  <a:lnTo>
                    <a:pt x="162" y="606"/>
                  </a:lnTo>
                  <a:lnTo>
                    <a:pt x="223" y="465"/>
                  </a:lnTo>
                  <a:lnTo>
                    <a:pt x="344" y="324"/>
                  </a:lnTo>
                  <a:lnTo>
                    <a:pt x="465" y="223"/>
                  </a:lnTo>
                  <a:lnTo>
                    <a:pt x="606" y="142"/>
                  </a:lnTo>
                  <a:lnTo>
                    <a:pt x="768" y="102"/>
                  </a:lnTo>
                  <a:lnTo>
                    <a:pt x="949" y="82"/>
                  </a:lnTo>
                  <a:close/>
                  <a:moveTo>
                    <a:pt x="949" y="1"/>
                  </a:moveTo>
                  <a:lnTo>
                    <a:pt x="748" y="21"/>
                  </a:lnTo>
                  <a:lnTo>
                    <a:pt x="586" y="82"/>
                  </a:lnTo>
                  <a:lnTo>
                    <a:pt x="425" y="162"/>
                  </a:lnTo>
                  <a:lnTo>
                    <a:pt x="283" y="284"/>
                  </a:lnTo>
                  <a:lnTo>
                    <a:pt x="162" y="405"/>
                  </a:lnTo>
                  <a:lnTo>
                    <a:pt x="82" y="566"/>
                  </a:lnTo>
                  <a:lnTo>
                    <a:pt x="21" y="748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2" y="1313"/>
                  </a:lnTo>
                  <a:lnTo>
                    <a:pt x="162" y="1474"/>
                  </a:lnTo>
                  <a:lnTo>
                    <a:pt x="283" y="1595"/>
                  </a:lnTo>
                  <a:lnTo>
                    <a:pt x="425" y="1716"/>
                  </a:lnTo>
                  <a:lnTo>
                    <a:pt x="586" y="1817"/>
                  </a:lnTo>
                  <a:lnTo>
                    <a:pt x="748" y="1858"/>
                  </a:lnTo>
                  <a:lnTo>
                    <a:pt x="949" y="1878"/>
                  </a:lnTo>
                  <a:lnTo>
                    <a:pt x="1131" y="1858"/>
                  </a:lnTo>
                  <a:lnTo>
                    <a:pt x="1313" y="1817"/>
                  </a:lnTo>
                  <a:lnTo>
                    <a:pt x="1474" y="1716"/>
                  </a:lnTo>
                  <a:lnTo>
                    <a:pt x="1615" y="1595"/>
                  </a:lnTo>
                  <a:lnTo>
                    <a:pt x="1716" y="1474"/>
                  </a:lnTo>
                  <a:lnTo>
                    <a:pt x="1817" y="1313"/>
                  </a:lnTo>
                  <a:lnTo>
                    <a:pt x="1878" y="1131"/>
                  </a:lnTo>
                  <a:lnTo>
                    <a:pt x="1878" y="949"/>
                  </a:lnTo>
                  <a:lnTo>
                    <a:pt x="1878" y="748"/>
                  </a:lnTo>
                  <a:lnTo>
                    <a:pt x="1817" y="566"/>
                  </a:lnTo>
                  <a:lnTo>
                    <a:pt x="1716" y="405"/>
                  </a:lnTo>
                  <a:lnTo>
                    <a:pt x="1615" y="284"/>
                  </a:lnTo>
                  <a:lnTo>
                    <a:pt x="1474" y="162"/>
                  </a:lnTo>
                  <a:lnTo>
                    <a:pt x="1313" y="82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7"/>
            <p:cNvSpPr/>
            <p:nvPr/>
          </p:nvSpPr>
          <p:spPr>
            <a:xfrm flipH="1">
              <a:off x="1080509" y="-1366241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888" y="1"/>
                  </a:moveTo>
                  <a:lnTo>
                    <a:pt x="707" y="21"/>
                  </a:lnTo>
                  <a:lnTo>
                    <a:pt x="545" y="82"/>
                  </a:lnTo>
                  <a:lnTo>
                    <a:pt x="384" y="162"/>
                  </a:lnTo>
                  <a:lnTo>
                    <a:pt x="263" y="263"/>
                  </a:lnTo>
                  <a:lnTo>
                    <a:pt x="142" y="405"/>
                  </a:lnTo>
                  <a:lnTo>
                    <a:pt x="61" y="546"/>
                  </a:lnTo>
                  <a:lnTo>
                    <a:pt x="21" y="727"/>
                  </a:lnTo>
                  <a:lnTo>
                    <a:pt x="0" y="909"/>
                  </a:lnTo>
                  <a:lnTo>
                    <a:pt x="21" y="1091"/>
                  </a:lnTo>
                  <a:lnTo>
                    <a:pt x="61" y="1252"/>
                  </a:lnTo>
                  <a:lnTo>
                    <a:pt x="142" y="1414"/>
                  </a:lnTo>
                  <a:lnTo>
                    <a:pt x="263" y="1535"/>
                  </a:lnTo>
                  <a:lnTo>
                    <a:pt x="384" y="1656"/>
                  </a:lnTo>
                  <a:lnTo>
                    <a:pt x="545" y="1736"/>
                  </a:lnTo>
                  <a:lnTo>
                    <a:pt x="707" y="1797"/>
                  </a:lnTo>
                  <a:lnTo>
                    <a:pt x="1070" y="1797"/>
                  </a:lnTo>
                  <a:lnTo>
                    <a:pt x="1252" y="1736"/>
                  </a:lnTo>
                  <a:lnTo>
                    <a:pt x="1393" y="1656"/>
                  </a:lnTo>
                  <a:lnTo>
                    <a:pt x="1534" y="1535"/>
                  </a:lnTo>
                  <a:lnTo>
                    <a:pt x="1635" y="1414"/>
                  </a:lnTo>
                  <a:lnTo>
                    <a:pt x="1716" y="1252"/>
                  </a:lnTo>
                  <a:lnTo>
                    <a:pt x="1776" y="1091"/>
                  </a:lnTo>
                  <a:lnTo>
                    <a:pt x="1796" y="909"/>
                  </a:lnTo>
                  <a:lnTo>
                    <a:pt x="1776" y="727"/>
                  </a:lnTo>
                  <a:lnTo>
                    <a:pt x="1716" y="546"/>
                  </a:lnTo>
                  <a:lnTo>
                    <a:pt x="1635" y="405"/>
                  </a:lnTo>
                  <a:lnTo>
                    <a:pt x="1534" y="263"/>
                  </a:lnTo>
                  <a:lnTo>
                    <a:pt x="1393" y="162"/>
                  </a:lnTo>
                  <a:lnTo>
                    <a:pt x="1252" y="82"/>
                  </a:lnTo>
                  <a:lnTo>
                    <a:pt x="1070" y="21"/>
                  </a:lnTo>
                  <a:lnTo>
                    <a:pt x="8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7"/>
            <p:cNvSpPr/>
            <p:nvPr/>
          </p:nvSpPr>
          <p:spPr>
            <a:xfrm flipH="1">
              <a:off x="1078272" y="-1368477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29" y="81"/>
                  </a:moveTo>
                  <a:lnTo>
                    <a:pt x="1111" y="101"/>
                  </a:lnTo>
                  <a:lnTo>
                    <a:pt x="1272" y="142"/>
                  </a:lnTo>
                  <a:lnTo>
                    <a:pt x="1414" y="223"/>
                  </a:lnTo>
                  <a:lnTo>
                    <a:pt x="1535" y="34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77" y="767"/>
                  </a:lnTo>
                  <a:lnTo>
                    <a:pt x="1797" y="949"/>
                  </a:lnTo>
                  <a:lnTo>
                    <a:pt x="1777" y="1110"/>
                  </a:lnTo>
                  <a:lnTo>
                    <a:pt x="1736" y="1272"/>
                  </a:lnTo>
                  <a:lnTo>
                    <a:pt x="1656" y="1433"/>
                  </a:lnTo>
                  <a:lnTo>
                    <a:pt x="1535" y="1554"/>
                  </a:lnTo>
                  <a:lnTo>
                    <a:pt x="1414" y="1655"/>
                  </a:lnTo>
                  <a:lnTo>
                    <a:pt x="1272" y="1736"/>
                  </a:lnTo>
                  <a:lnTo>
                    <a:pt x="1111" y="179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45" y="1655"/>
                  </a:lnTo>
                  <a:lnTo>
                    <a:pt x="324" y="1554"/>
                  </a:lnTo>
                  <a:lnTo>
                    <a:pt x="223" y="1433"/>
                  </a:lnTo>
                  <a:lnTo>
                    <a:pt x="142" y="1272"/>
                  </a:lnTo>
                  <a:lnTo>
                    <a:pt x="82" y="1110"/>
                  </a:lnTo>
                  <a:lnTo>
                    <a:pt x="82" y="949"/>
                  </a:lnTo>
                  <a:lnTo>
                    <a:pt x="82" y="767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24" y="344"/>
                  </a:lnTo>
                  <a:lnTo>
                    <a:pt x="445" y="223"/>
                  </a:lnTo>
                  <a:lnTo>
                    <a:pt x="606" y="142"/>
                  </a:lnTo>
                  <a:lnTo>
                    <a:pt x="768" y="101"/>
                  </a:lnTo>
                  <a:lnTo>
                    <a:pt x="929" y="81"/>
                  </a:lnTo>
                  <a:close/>
                  <a:moveTo>
                    <a:pt x="929" y="1"/>
                  </a:moveTo>
                  <a:lnTo>
                    <a:pt x="748" y="21"/>
                  </a:lnTo>
                  <a:lnTo>
                    <a:pt x="566" y="81"/>
                  </a:lnTo>
                  <a:lnTo>
                    <a:pt x="405" y="162"/>
                  </a:lnTo>
                  <a:lnTo>
                    <a:pt x="263" y="283"/>
                  </a:lnTo>
                  <a:lnTo>
                    <a:pt x="162" y="424"/>
                  </a:lnTo>
                  <a:lnTo>
                    <a:pt x="62" y="586"/>
                  </a:lnTo>
                  <a:lnTo>
                    <a:pt x="21" y="74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62" y="1312"/>
                  </a:lnTo>
                  <a:lnTo>
                    <a:pt x="162" y="1474"/>
                  </a:lnTo>
                  <a:lnTo>
                    <a:pt x="263" y="1615"/>
                  </a:lnTo>
                  <a:lnTo>
                    <a:pt x="405" y="1716"/>
                  </a:lnTo>
                  <a:lnTo>
                    <a:pt x="566" y="1817"/>
                  </a:lnTo>
                  <a:lnTo>
                    <a:pt x="748" y="1857"/>
                  </a:lnTo>
                  <a:lnTo>
                    <a:pt x="929" y="1877"/>
                  </a:lnTo>
                  <a:lnTo>
                    <a:pt x="1131" y="1857"/>
                  </a:lnTo>
                  <a:lnTo>
                    <a:pt x="1293" y="1817"/>
                  </a:lnTo>
                  <a:lnTo>
                    <a:pt x="1454" y="1716"/>
                  </a:lnTo>
                  <a:lnTo>
                    <a:pt x="1595" y="1615"/>
                  </a:lnTo>
                  <a:lnTo>
                    <a:pt x="1716" y="1474"/>
                  </a:lnTo>
                  <a:lnTo>
                    <a:pt x="1797" y="1312"/>
                  </a:lnTo>
                  <a:lnTo>
                    <a:pt x="1858" y="1131"/>
                  </a:lnTo>
                  <a:lnTo>
                    <a:pt x="1878" y="949"/>
                  </a:lnTo>
                  <a:lnTo>
                    <a:pt x="1858" y="747"/>
                  </a:lnTo>
                  <a:lnTo>
                    <a:pt x="1797" y="586"/>
                  </a:lnTo>
                  <a:lnTo>
                    <a:pt x="1716" y="424"/>
                  </a:lnTo>
                  <a:lnTo>
                    <a:pt x="1595" y="283"/>
                  </a:lnTo>
                  <a:lnTo>
                    <a:pt x="1454" y="162"/>
                  </a:lnTo>
                  <a:lnTo>
                    <a:pt x="1293" y="81"/>
                  </a:lnTo>
                  <a:lnTo>
                    <a:pt x="1131" y="21"/>
                  </a:lnTo>
                  <a:lnTo>
                    <a:pt x="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7"/>
            <p:cNvSpPr/>
            <p:nvPr/>
          </p:nvSpPr>
          <p:spPr>
            <a:xfrm flipH="1">
              <a:off x="-1522213" y="-1840048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9" y="0"/>
                  </a:moveTo>
                  <a:lnTo>
                    <a:pt x="727" y="20"/>
                  </a:lnTo>
                  <a:lnTo>
                    <a:pt x="546" y="61"/>
                  </a:lnTo>
                  <a:lnTo>
                    <a:pt x="404" y="162"/>
                  </a:lnTo>
                  <a:lnTo>
                    <a:pt x="263" y="263"/>
                  </a:lnTo>
                  <a:lnTo>
                    <a:pt x="162" y="404"/>
                  </a:lnTo>
                  <a:lnTo>
                    <a:pt x="61" y="545"/>
                  </a:lnTo>
                  <a:lnTo>
                    <a:pt x="21" y="727"/>
                  </a:lnTo>
                  <a:lnTo>
                    <a:pt x="1" y="908"/>
                  </a:lnTo>
                  <a:lnTo>
                    <a:pt x="21" y="1090"/>
                  </a:lnTo>
                  <a:lnTo>
                    <a:pt x="61" y="1251"/>
                  </a:lnTo>
                  <a:lnTo>
                    <a:pt x="162" y="139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6" y="1736"/>
                  </a:lnTo>
                  <a:lnTo>
                    <a:pt x="727" y="1776"/>
                  </a:lnTo>
                  <a:lnTo>
                    <a:pt x="909" y="1796"/>
                  </a:lnTo>
                  <a:lnTo>
                    <a:pt x="1090" y="1776"/>
                  </a:lnTo>
                  <a:lnTo>
                    <a:pt x="1252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393"/>
                  </a:lnTo>
                  <a:lnTo>
                    <a:pt x="1736" y="1251"/>
                  </a:lnTo>
                  <a:lnTo>
                    <a:pt x="1777" y="1090"/>
                  </a:lnTo>
                  <a:lnTo>
                    <a:pt x="1797" y="908"/>
                  </a:lnTo>
                  <a:lnTo>
                    <a:pt x="1777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2" y="61"/>
                  </a:lnTo>
                  <a:lnTo>
                    <a:pt x="1090" y="20"/>
                  </a:lnTo>
                  <a:lnTo>
                    <a:pt x="9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7"/>
            <p:cNvSpPr/>
            <p:nvPr/>
          </p:nvSpPr>
          <p:spPr>
            <a:xfrm flipH="1">
              <a:off x="-1524506" y="-1842340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2"/>
                  </a:moveTo>
                  <a:lnTo>
                    <a:pt x="1110" y="102"/>
                  </a:lnTo>
                  <a:lnTo>
                    <a:pt x="1272" y="142"/>
                  </a:lnTo>
                  <a:lnTo>
                    <a:pt x="1413" y="223"/>
                  </a:lnTo>
                  <a:lnTo>
                    <a:pt x="1554" y="32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6" y="768"/>
                  </a:lnTo>
                  <a:lnTo>
                    <a:pt x="1796" y="949"/>
                  </a:lnTo>
                  <a:lnTo>
                    <a:pt x="1776" y="1111"/>
                  </a:lnTo>
                  <a:lnTo>
                    <a:pt x="1736" y="1272"/>
                  </a:lnTo>
                  <a:lnTo>
                    <a:pt x="1655" y="1414"/>
                  </a:lnTo>
                  <a:lnTo>
                    <a:pt x="1554" y="1555"/>
                  </a:lnTo>
                  <a:lnTo>
                    <a:pt x="1413" y="1656"/>
                  </a:lnTo>
                  <a:lnTo>
                    <a:pt x="1272" y="1736"/>
                  </a:lnTo>
                  <a:lnTo>
                    <a:pt x="1110" y="1777"/>
                  </a:lnTo>
                  <a:lnTo>
                    <a:pt x="949" y="1797"/>
                  </a:lnTo>
                  <a:lnTo>
                    <a:pt x="767" y="1777"/>
                  </a:lnTo>
                  <a:lnTo>
                    <a:pt x="606" y="1736"/>
                  </a:lnTo>
                  <a:lnTo>
                    <a:pt x="464" y="1656"/>
                  </a:lnTo>
                  <a:lnTo>
                    <a:pt x="323" y="1555"/>
                  </a:lnTo>
                  <a:lnTo>
                    <a:pt x="222" y="1414"/>
                  </a:lnTo>
                  <a:lnTo>
                    <a:pt x="142" y="1272"/>
                  </a:lnTo>
                  <a:lnTo>
                    <a:pt x="101" y="1111"/>
                  </a:lnTo>
                  <a:lnTo>
                    <a:pt x="81" y="949"/>
                  </a:lnTo>
                  <a:lnTo>
                    <a:pt x="101" y="768"/>
                  </a:lnTo>
                  <a:lnTo>
                    <a:pt x="142" y="606"/>
                  </a:lnTo>
                  <a:lnTo>
                    <a:pt x="222" y="465"/>
                  </a:lnTo>
                  <a:lnTo>
                    <a:pt x="323" y="324"/>
                  </a:lnTo>
                  <a:lnTo>
                    <a:pt x="464" y="223"/>
                  </a:lnTo>
                  <a:lnTo>
                    <a:pt x="606" y="142"/>
                  </a:lnTo>
                  <a:lnTo>
                    <a:pt x="767" y="102"/>
                  </a:lnTo>
                  <a:lnTo>
                    <a:pt x="949" y="82"/>
                  </a:lnTo>
                  <a:close/>
                  <a:moveTo>
                    <a:pt x="949" y="1"/>
                  </a:moveTo>
                  <a:lnTo>
                    <a:pt x="747" y="21"/>
                  </a:lnTo>
                  <a:lnTo>
                    <a:pt x="565" y="82"/>
                  </a:lnTo>
                  <a:lnTo>
                    <a:pt x="424" y="162"/>
                  </a:lnTo>
                  <a:lnTo>
                    <a:pt x="283" y="283"/>
                  </a:lnTo>
                  <a:lnTo>
                    <a:pt x="162" y="405"/>
                  </a:lnTo>
                  <a:lnTo>
                    <a:pt x="81" y="566"/>
                  </a:lnTo>
                  <a:lnTo>
                    <a:pt x="21" y="748"/>
                  </a:lnTo>
                  <a:lnTo>
                    <a:pt x="0" y="949"/>
                  </a:lnTo>
                  <a:lnTo>
                    <a:pt x="21" y="1131"/>
                  </a:lnTo>
                  <a:lnTo>
                    <a:pt x="81" y="1313"/>
                  </a:lnTo>
                  <a:lnTo>
                    <a:pt x="162" y="1474"/>
                  </a:lnTo>
                  <a:lnTo>
                    <a:pt x="283" y="1595"/>
                  </a:lnTo>
                  <a:lnTo>
                    <a:pt x="424" y="1716"/>
                  </a:lnTo>
                  <a:lnTo>
                    <a:pt x="565" y="1797"/>
                  </a:lnTo>
                  <a:lnTo>
                    <a:pt x="747" y="1857"/>
                  </a:lnTo>
                  <a:lnTo>
                    <a:pt x="949" y="1878"/>
                  </a:lnTo>
                  <a:lnTo>
                    <a:pt x="1130" y="1857"/>
                  </a:lnTo>
                  <a:lnTo>
                    <a:pt x="1312" y="1797"/>
                  </a:lnTo>
                  <a:lnTo>
                    <a:pt x="1473" y="1716"/>
                  </a:lnTo>
                  <a:lnTo>
                    <a:pt x="1615" y="1595"/>
                  </a:lnTo>
                  <a:lnTo>
                    <a:pt x="1716" y="1474"/>
                  </a:lnTo>
                  <a:lnTo>
                    <a:pt x="1817" y="1313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48"/>
                  </a:lnTo>
                  <a:lnTo>
                    <a:pt x="1817" y="566"/>
                  </a:lnTo>
                  <a:lnTo>
                    <a:pt x="1716" y="405"/>
                  </a:lnTo>
                  <a:lnTo>
                    <a:pt x="1615" y="283"/>
                  </a:lnTo>
                  <a:lnTo>
                    <a:pt x="1473" y="162"/>
                  </a:lnTo>
                  <a:lnTo>
                    <a:pt x="1312" y="82"/>
                  </a:lnTo>
                  <a:lnTo>
                    <a:pt x="1130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7"/>
            <p:cNvSpPr/>
            <p:nvPr/>
          </p:nvSpPr>
          <p:spPr>
            <a:xfrm flipH="1">
              <a:off x="-3230321" y="-2914121"/>
              <a:ext cx="101584" cy="101640"/>
            </a:xfrm>
            <a:custGeom>
              <a:rect b="b" l="l" r="r" t="t"/>
              <a:pathLst>
                <a:path extrusionOk="0" h="1818" w="1817">
                  <a:moveTo>
                    <a:pt x="908" y="1"/>
                  </a:moveTo>
                  <a:lnTo>
                    <a:pt x="727" y="21"/>
                  </a:lnTo>
                  <a:lnTo>
                    <a:pt x="565" y="82"/>
                  </a:lnTo>
                  <a:lnTo>
                    <a:pt x="404" y="162"/>
                  </a:lnTo>
                  <a:lnTo>
                    <a:pt x="262" y="263"/>
                  </a:lnTo>
                  <a:lnTo>
                    <a:pt x="162" y="404"/>
                  </a:lnTo>
                  <a:lnTo>
                    <a:pt x="81" y="566"/>
                  </a:lnTo>
                  <a:lnTo>
                    <a:pt x="20" y="727"/>
                  </a:lnTo>
                  <a:lnTo>
                    <a:pt x="0" y="909"/>
                  </a:lnTo>
                  <a:lnTo>
                    <a:pt x="20" y="1091"/>
                  </a:lnTo>
                  <a:lnTo>
                    <a:pt x="81" y="1252"/>
                  </a:lnTo>
                  <a:lnTo>
                    <a:pt x="162" y="1413"/>
                  </a:lnTo>
                  <a:lnTo>
                    <a:pt x="262" y="1555"/>
                  </a:lnTo>
                  <a:lnTo>
                    <a:pt x="404" y="1656"/>
                  </a:lnTo>
                  <a:lnTo>
                    <a:pt x="565" y="1736"/>
                  </a:lnTo>
                  <a:lnTo>
                    <a:pt x="727" y="1797"/>
                  </a:lnTo>
                  <a:lnTo>
                    <a:pt x="908" y="1817"/>
                  </a:lnTo>
                  <a:lnTo>
                    <a:pt x="1090" y="1797"/>
                  </a:lnTo>
                  <a:lnTo>
                    <a:pt x="1251" y="1736"/>
                  </a:lnTo>
                  <a:lnTo>
                    <a:pt x="1413" y="1656"/>
                  </a:lnTo>
                  <a:lnTo>
                    <a:pt x="1534" y="1555"/>
                  </a:lnTo>
                  <a:lnTo>
                    <a:pt x="1655" y="1413"/>
                  </a:lnTo>
                  <a:lnTo>
                    <a:pt x="1736" y="1252"/>
                  </a:lnTo>
                  <a:lnTo>
                    <a:pt x="1796" y="1091"/>
                  </a:lnTo>
                  <a:lnTo>
                    <a:pt x="1816" y="909"/>
                  </a:lnTo>
                  <a:lnTo>
                    <a:pt x="1796" y="727"/>
                  </a:lnTo>
                  <a:lnTo>
                    <a:pt x="1736" y="566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82"/>
                  </a:lnTo>
                  <a:lnTo>
                    <a:pt x="1090" y="21"/>
                  </a:lnTo>
                  <a:lnTo>
                    <a:pt x="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7"/>
            <p:cNvSpPr/>
            <p:nvPr/>
          </p:nvSpPr>
          <p:spPr>
            <a:xfrm flipH="1">
              <a:off x="-3232558" y="-2916358"/>
              <a:ext cx="106112" cy="106112"/>
            </a:xfrm>
            <a:custGeom>
              <a:rect b="b" l="l" r="r" t="t"/>
              <a:pathLst>
                <a:path extrusionOk="0" h="1898" w="1898">
                  <a:moveTo>
                    <a:pt x="949" y="81"/>
                  </a:moveTo>
                  <a:lnTo>
                    <a:pt x="1131" y="101"/>
                  </a:lnTo>
                  <a:lnTo>
                    <a:pt x="1292" y="162"/>
                  </a:lnTo>
                  <a:lnTo>
                    <a:pt x="1434" y="243"/>
                  </a:lnTo>
                  <a:lnTo>
                    <a:pt x="1555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97" y="767"/>
                  </a:lnTo>
                  <a:lnTo>
                    <a:pt x="1817" y="949"/>
                  </a:lnTo>
                  <a:lnTo>
                    <a:pt x="1797" y="1131"/>
                  </a:lnTo>
                  <a:lnTo>
                    <a:pt x="1736" y="1292"/>
                  </a:lnTo>
                  <a:lnTo>
                    <a:pt x="1655" y="1433"/>
                  </a:lnTo>
                  <a:lnTo>
                    <a:pt x="1555" y="1554"/>
                  </a:lnTo>
                  <a:lnTo>
                    <a:pt x="1434" y="1655"/>
                  </a:lnTo>
                  <a:lnTo>
                    <a:pt x="1292" y="1736"/>
                  </a:lnTo>
                  <a:lnTo>
                    <a:pt x="1131" y="1797"/>
                  </a:lnTo>
                  <a:lnTo>
                    <a:pt x="949" y="181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44" y="1554"/>
                  </a:lnTo>
                  <a:lnTo>
                    <a:pt x="243" y="1433"/>
                  </a:lnTo>
                  <a:lnTo>
                    <a:pt x="162" y="1292"/>
                  </a:lnTo>
                  <a:lnTo>
                    <a:pt x="102" y="1131"/>
                  </a:lnTo>
                  <a:lnTo>
                    <a:pt x="81" y="949"/>
                  </a:lnTo>
                  <a:lnTo>
                    <a:pt x="102" y="767"/>
                  </a:lnTo>
                  <a:lnTo>
                    <a:pt x="162" y="606"/>
                  </a:lnTo>
                  <a:lnTo>
                    <a:pt x="243" y="465"/>
                  </a:lnTo>
                  <a:lnTo>
                    <a:pt x="344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8" y="101"/>
                  </a:lnTo>
                  <a:lnTo>
                    <a:pt x="949" y="81"/>
                  </a:lnTo>
                  <a:close/>
                  <a:moveTo>
                    <a:pt x="949" y="0"/>
                  </a:moveTo>
                  <a:lnTo>
                    <a:pt x="768" y="21"/>
                  </a:lnTo>
                  <a:lnTo>
                    <a:pt x="586" y="81"/>
                  </a:lnTo>
                  <a:lnTo>
                    <a:pt x="425" y="162"/>
                  </a:lnTo>
                  <a:lnTo>
                    <a:pt x="283" y="283"/>
                  </a:lnTo>
                  <a:lnTo>
                    <a:pt x="162" y="424"/>
                  </a:lnTo>
                  <a:lnTo>
                    <a:pt x="81" y="586"/>
                  </a:lnTo>
                  <a:lnTo>
                    <a:pt x="21" y="76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1" y="1312"/>
                  </a:lnTo>
                  <a:lnTo>
                    <a:pt x="162" y="1474"/>
                  </a:lnTo>
                  <a:lnTo>
                    <a:pt x="283" y="1615"/>
                  </a:lnTo>
                  <a:lnTo>
                    <a:pt x="425" y="1736"/>
                  </a:lnTo>
                  <a:lnTo>
                    <a:pt x="586" y="1817"/>
                  </a:lnTo>
                  <a:lnTo>
                    <a:pt x="768" y="1877"/>
                  </a:lnTo>
                  <a:lnTo>
                    <a:pt x="949" y="1897"/>
                  </a:lnTo>
                  <a:lnTo>
                    <a:pt x="1131" y="1877"/>
                  </a:lnTo>
                  <a:lnTo>
                    <a:pt x="1312" y="1817"/>
                  </a:lnTo>
                  <a:lnTo>
                    <a:pt x="1474" y="1736"/>
                  </a:lnTo>
                  <a:lnTo>
                    <a:pt x="1615" y="1615"/>
                  </a:lnTo>
                  <a:lnTo>
                    <a:pt x="1736" y="1474"/>
                  </a:lnTo>
                  <a:lnTo>
                    <a:pt x="1817" y="1312"/>
                  </a:lnTo>
                  <a:lnTo>
                    <a:pt x="1877" y="1131"/>
                  </a:lnTo>
                  <a:lnTo>
                    <a:pt x="1898" y="949"/>
                  </a:lnTo>
                  <a:lnTo>
                    <a:pt x="1877" y="767"/>
                  </a:lnTo>
                  <a:lnTo>
                    <a:pt x="1817" y="586"/>
                  </a:lnTo>
                  <a:lnTo>
                    <a:pt x="1736" y="42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2" y="81"/>
                  </a:lnTo>
                  <a:lnTo>
                    <a:pt x="1131" y="21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7"/>
            <p:cNvSpPr/>
            <p:nvPr/>
          </p:nvSpPr>
          <p:spPr>
            <a:xfrm flipH="1">
              <a:off x="-1102524" y="-4869280"/>
              <a:ext cx="101584" cy="100466"/>
            </a:xfrm>
            <a:custGeom>
              <a:rect b="b" l="l" r="r" t="t"/>
              <a:pathLst>
                <a:path extrusionOk="0" h="1797" w="1817">
                  <a:moveTo>
                    <a:pt x="909" y="1"/>
                  </a:moveTo>
                  <a:lnTo>
                    <a:pt x="727" y="21"/>
                  </a:lnTo>
                  <a:lnTo>
                    <a:pt x="566" y="61"/>
                  </a:lnTo>
                  <a:lnTo>
                    <a:pt x="404" y="142"/>
                  </a:lnTo>
                  <a:lnTo>
                    <a:pt x="283" y="263"/>
                  </a:lnTo>
                  <a:lnTo>
                    <a:pt x="162" y="384"/>
                  </a:lnTo>
                  <a:lnTo>
                    <a:pt x="81" y="546"/>
                  </a:lnTo>
                  <a:lnTo>
                    <a:pt x="21" y="707"/>
                  </a:lnTo>
                  <a:lnTo>
                    <a:pt x="1" y="889"/>
                  </a:lnTo>
                  <a:lnTo>
                    <a:pt x="21" y="1070"/>
                  </a:lnTo>
                  <a:lnTo>
                    <a:pt x="81" y="1252"/>
                  </a:lnTo>
                  <a:lnTo>
                    <a:pt x="162" y="1393"/>
                  </a:lnTo>
                  <a:lnTo>
                    <a:pt x="283" y="1534"/>
                  </a:lnTo>
                  <a:lnTo>
                    <a:pt x="404" y="1635"/>
                  </a:lnTo>
                  <a:lnTo>
                    <a:pt x="566" y="1716"/>
                  </a:lnTo>
                  <a:lnTo>
                    <a:pt x="727" y="1777"/>
                  </a:lnTo>
                  <a:lnTo>
                    <a:pt x="909" y="1797"/>
                  </a:lnTo>
                  <a:lnTo>
                    <a:pt x="1090" y="1777"/>
                  </a:lnTo>
                  <a:lnTo>
                    <a:pt x="1272" y="1716"/>
                  </a:lnTo>
                  <a:lnTo>
                    <a:pt x="1413" y="1635"/>
                  </a:lnTo>
                  <a:lnTo>
                    <a:pt x="1554" y="1534"/>
                  </a:lnTo>
                  <a:lnTo>
                    <a:pt x="1655" y="1393"/>
                  </a:lnTo>
                  <a:lnTo>
                    <a:pt x="1736" y="1252"/>
                  </a:lnTo>
                  <a:lnTo>
                    <a:pt x="1797" y="1070"/>
                  </a:lnTo>
                  <a:lnTo>
                    <a:pt x="1817" y="889"/>
                  </a:lnTo>
                  <a:lnTo>
                    <a:pt x="1797" y="707"/>
                  </a:lnTo>
                  <a:lnTo>
                    <a:pt x="1736" y="546"/>
                  </a:lnTo>
                  <a:lnTo>
                    <a:pt x="1655" y="384"/>
                  </a:lnTo>
                  <a:lnTo>
                    <a:pt x="1554" y="263"/>
                  </a:lnTo>
                  <a:lnTo>
                    <a:pt x="1413" y="142"/>
                  </a:lnTo>
                  <a:lnTo>
                    <a:pt x="1272" y="61"/>
                  </a:lnTo>
                  <a:lnTo>
                    <a:pt x="1090" y="21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7"/>
            <p:cNvSpPr/>
            <p:nvPr/>
          </p:nvSpPr>
          <p:spPr>
            <a:xfrm flipH="1">
              <a:off x="-1104816" y="-4871516"/>
              <a:ext cx="106112" cy="104994"/>
            </a:xfrm>
            <a:custGeom>
              <a:rect b="b" l="l" r="r" t="t"/>
              <a:pathLst>
                <a:path extrusionOk="0" h="1878" w="1898">
                  <a:moveTo>
                    <a:pt x="949" y="81"/>
                  </a:moveTo>
                  <a:lnTo>
                    <a:pt x="1130" y="101"/>
                  </a:lnTo>
                  <a:lnTo>
                    <a:pt x="1292" y="142"/>
                  </a:lnTo>
                  <a:lnTo>
                    <a:pt x="1433" y="222"/>
                  </a:lnTo>
                  <a:lnTo>
                    <a:pt x="1554" y="323"/>
                  </a:lnTo>
                  <a:lnTo>
                    <a:pt x="1655" y="444"/>
                  </a:lnTo>
                  <a:lnTo>
                    <a:pt x="1736" y="606"/>
                  </a:lnTo>
                  <a:lnTo>
                    <a:pt x="1796" y="767"/>
                  </a:lnTo>
                  <a:lnTo>
                    <a:pt x="1816" y="929"/>
                  </a:lnTo>
                  <a:lnTo>
                    <a:pt x="1796" y="1110"/>
                  </a:lnTo>
                  <a:lnTo>
                    <a:pt x="1736" y="1272"/>
                  </a:lnTo>
                  <a:lnTo>
                    <a:pt x="1655" y="1413"/>
                  </a:lnTo>
                  <a:lnTo>
                    <a:pt x="1554" y="1534"/>
                  </a:lnTo>
                  <a:lnTo>
                    <a:pt x="1433" y="1655"/>
                  </a:lnTo>
                  <a:lnTo>
                    <a:pt x="1292" y="1736"/>
                  </a:lnTo>
                  <a:lnTo>
                    <a:pt x="1130" y="1776"/>
                  </a:lnTo>
                  <a:lnTo>
                    <a:pt x="949" y="1796"/>
                  </a:lnTo>
                  <a:lnTo>
                    <a:pt x="787" y="1776"/>
                  </a:lnTo>
                  <a:lnTo>
                    <a:pt x="626" y="1736"/>
                  </a:lnTo>
                  <a:lnTo>
                    <a:pt x="464" y="1655"/>
                  </a:lnTo>
                  <a:lnTo>
                    <a:pt x="343" y="1534"/>
                  </a:lnTo>
                  <a:lnTo>
                    <a:pt x="242" y="1413"/>
                  </a:lnTo>
                  <a:lnTo>
                    <a:pt x="162" y="1272"/>
                  </a:lnTo>
                  <a:lnTo>
                    <a:pt x="101" y="1110"/>
                  </a:lnTo>
                  <a:lnTo>
                    <a:pt x="81" y="929"/>
                  </a:lnTo>
                  <a:lnTo>
                    <a:pt x="101" y="767"/>
                  </a:lnTo>
                  <a:lnTo>
                    <a:pt x="162" y="606"/>
                  </a:lnTo>
                  <a:lnTo>
                    <a:pt x="242" y="444"/>
                  </a:lnTo>
                  <a:lnTo>
                    <a:pt x="343" y="323"/>
                  </a:lnTo>
                  <a:lnTo>
                    <a:pt x="464" y="222"/>
                  </a:lnTo>
                  <a:lnTo>
                    <a:pt x="626" y="142"/>
                  </a:lnTo>
                  <a:lnTo>
                    <a:pt x="787" y="101"/>
                  </a:lnTo>
                  <a:lnTo>
                    <a:pt x="949" y="81"/>
                  </a:lnTo>
                  <a:close/>
                  <a:moveTo>
                    <a:pt x="949" y="0"/>
                  </a:moveTo>
                  <a:lnTo>
                    <a:pt x="767" y="21"/>
                  </a:lnTo>
                  <a:lnTo>
                    <a:pt x="585" y="61"/>
                  </a:lnTo>
                  <a:lnTo>
                    <a:pt x="424" y="162"/>
                  </a:lnTo>
                  <a:lnTo>
                    <a:pt x="283" y="263"/>
                  </a:lnTo>
                  <a:lnTo>
                    <a:pt x="162" y="404"/>
                  </a:lnTo>
                  <a:lnTo>
                    <a:pt x="81" y="565"/>
                  </a:lnTo>
                  <a:lnTo>
                    <a:pt x="20" y="747"/>
                  </a:lnTo>
                  <a:lnTo>
                    <a:pt x="0" y="929"/>
                  </a:lnTo>
                  <a:lnTo>
                    <a:pt x="20" y="1130"/>
                  </a:lnTo>
                  <a:lnTo>
                    <a:pt x="81" y="1292"/>
                  </a:lnTo>
                  <a:lnTo>
                    <a:pt x="162" y="1453"/>
                  </a:lnTo>
                  <a:lnTo>
                    <a:pt x="283" y="1595"/>
                  </a:lnTo>
                  <a:lnTo>
                    <a:pt x="424" y="1716"/>
                  </a:lnTo>
                  <a:lnTo>
                    <a:pt x="585" y="1796"/>
                  </a:lnTo>
                  <a:lnTo>
                    <a:pt x="767" y="1857"/>
                  </a:lnTo>
                  <a:lnTo>
                    <a:pt x="949" y="1877"/>
                  </a:lnTo>
                  <a:lnTo>
                    <a:pt x="1150" y="1857"/>
                  </a:lnTo>
                  <a:lnTo>
                    <a:pt x="1312" y="1796"/>
                  </a:lnTo>
                  <a:lnTo>
                    <a:pt x="1473" y="1716"/>
                  </a:lnTo>
                  <a:lnTo>
                    <a:pt x="1615" y="1595"/>
                  </a:lnTo>
                  <a:lnTo>
                    <a:pt x="1736" y="1453"/>
                  </a:lnTo>
                  <a:lnTo>
                    <a:pt x="1816" y="1292"/>
                  </a:lnTo>
                  <a:lnTo>
                    <a:pt x="1877" y="1130"/>
                  </a:lnTo>
                  <a:lnTo>
                    <a:pt x="1897" y="929"/>
                  </a:lnTo>
                  <a:lnTo>
                    <a:pt x="1877" y="747"/>
                  </a:lnTo>
                  <a:lnTo>
                    <a:pt x="1816" y="565"/>
                  </a:lnTo>
                  <a:lnTo>
                    <a:pt x="1736" y="404"/>
                  </a:lnTo>
                  <a:lnTo>
                    <a:pt x="1615" y="263"/>
                  </a:lnTo>
                  <a:lnTo>
                    <a:pt x="1473" y="162"/>
                  </a:lnTo>
                  <a:lnTo>
                    <a:pt x="1312" y="61"/>
                  </a:lnTo>
                  <a:lnTo>
                    <a:pt x="1150" y="21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7"/>
            <p:cNvSpPr/>
            <p:nvPr/>
          </p:nvSpPr>
          <p:spPr>
            <a:xfrm flipH="1">
              <a:off x="915810" y="-2826125"/>
              <a:ext cx="4584" cy="51994"/>
            </a:xfrm>
            <a:custGeom>
              <a:rect b="b" l="l" r="r" t="t"/>
              <a:pathLst>
                <a:path extrusionOk="0" h="930" w="82">
                  <a:moveTo>
                    <a:pt x="1" y="1"/>
                  </a:moveTo>
                  <a:lnTo>
                    <a:pt x="1" y="929"/>
                  </a:lnTo>
                  <a:lnTo>
                    <a:pt x="82" y="929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7"/>
            <p:cNvSpPr/>
            <p:nvPr/>
          </p:nvSpPr>
          <p:spPr>
            <a:xfrm flipH="1">
              <a:off x="892105" y="-2802420"/>
              <a:ext cx="51938" cy="4584"/>
            </a:xfrm>
            <a:custGeom>
              <a:rect b="b" l="l" r="r" t="t"/>
              <a:pathLst>
                <a:path extrusionOk="0" h="82" w="929">
                  <a:moveTo>
                    <a:pt x="0" y="1"/>
                  </a:moveTo>
                  <a:lnTo>
                    <a:pt x="0" y="81"/>
                  </a:lnTo>
                  <a:lnTo>
                    <a:pt x="928" y="81"/>
                  </a:lnTo>
                  <a:lnTo>
                    <a:pt x="92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7"/>
            <p:cNvSpPr/>
            <p:nvPr/>
          </p:nvSpPr>
          <p:spPr>
            <a:xfrm flipH="1">
              <a:off x="161018" y="-3857262"/>
              <a:ext cx="4584" cy="55348"/>
            </a:xfrm>
            <a:custGeom>
              <a:rect b="b" l="l" r="r" t="t"/>
              <a:pathLst>
                <a:path extrusionOk="0" h="990" w="82">
                  <a:moveTo>
                    <a:pt x="0" y="0"/>
                  </a:moveTo>
                  <a:lnTo>
                    <a:pt x="0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7"/>
            <p:cNvSpPr/>
            <p:nvPr/>
          </p:nvSpPr>
          <p:spPr>
            <a:xfrm flipH="1">
              <a:off x="136195" y="-3832440"/>
              <a:ext cx="55348" cy="4529"/>
            </a:xfrm>
            <a:custGeom>
              <a:rect b="b" l="l" r="r" t="t"/>
              <a:pathLst>
                <a:path extrusionOk="0" h="81" w="990">
                  <a:moveTo>
                    <a:pt x="0" y="0"/>
                  </a:moveTo>
                  <a:lnTo>
                    <a:pt x="0" y="81"/>
                  </a:lnTo>
                  <a:lnTo>
                    <a:pt x="989" y="81"/>
                  </a:lnTo>
                  <a:lnTo>
                    <a:pt x="9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7"/>
            <p:cNvSpPr/>
            <p:nvPr/>
          </p:nvSpPr>
          <p:spPr>
            <a:xfrm flipH="1">
              <a:off x="-2522936" y="-2096155"/>
              <a:ext cx="4584" cy="55348"/>
            </a:xfrm>
            <a:custGeom>
              <a:rect b="b" l="l" r="r" t="t"/>
              <a:pathLst>
                <a:path extrusionOk="0" h="990" w="82">
                  <a:moveTo>
                    <a:pt x="1" y="0"/>
                  </a:moveTo>
                  <a:lnTo>
                    <a:pt x="1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7"/>
            <p:cNvSpPr/>
            <p:nvPr/>
          </p:nvSpPr>
          <p:spPr>
            <a:xfrm flipH="1">
              <a:off x="-2548878" y="-2071332"/>
              <a:ext cx="55348" cy="4584"/>
            </a:xfrm>
            <a:custGeom>
              <a:rect b="b" l="l" r="r" t="t"/>
              <a:pathLst>
                <a:path extrusionOk="0" h="82" w="990">
                  <a:moveTo>
                    <a:pt x="1" y="0"/>
                  </a:moveTo>
                  <a:lnTo>
                    <a:pt x="1" y="81"/>
                  </a:lnTo>
                  <a:lnTo>
                    <a:pt x="990" y="81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" name="Google Shape;556;p7"/>
          <p:cNvGrpSpPr/>
          <p:nvPr/>
        </p:nvGrpSpPr>
        <p:grpSpPr>
          <a:xfrm>
            <a:off x="7135796" y="3599491"/>
            <a:ext cx="1209708" cy="1147945"/>
            <a:chOff x="5235125" y="2636100"/>
            <a:chExt cx="796175" cy="755525"/>
          </a:xfrm>
        </p:grpSpPr>
        <p:sp>
          <p:nvSpPr>
            <p:cNvPr id="557" name="Google Shape;557;p7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7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7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7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7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7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7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7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7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7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7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7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7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7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7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7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7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7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7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7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7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7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7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7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7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7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7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7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7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7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7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7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7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7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7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7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7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7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7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7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7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7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7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7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7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7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7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7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7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7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7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7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7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7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7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7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7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7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7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7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7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7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7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7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621" name="Shape 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" name="Google Shape;622;p8"/>
          <p:cNvSpPr txBox="1"/>
          <p:nvPr>
            <p:ph type="title"/>
          </p:nvPr>
        </p:nvSpPr>
        <p:spPr>
          <a:xfrm>
            <a:off x="1827300" y="1626600"/>
            <a:ext cx="5489400" cy="189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7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623" name="Google Shape;623;p8"/>
          <p:cNvSpPr/>
          <p:nvPr/>
        </p:nvSpPr>
        <p:spPr>
          <a:xfrm flipH="1">
            <a:off x="-37500" y="3947100"/>
            <a:ext cx="9219000" cy="1196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" name="Google Shape;624;p8"/>
          <p:cNvSpPr/>
          <p:nvPr/>
        </p:nvSpPr>
        <p:spPr>
          <a:xfrm flipH="1">
            <a:off x="-37500" y="0"/>
            <a:ext cx="9219000" cy="1196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" name="Google Shape;625;p8"/>
          <p:cNvSpPr/>
          <p:nvPr/>
        </p:nvSpPr>
        <p:spPr>
          <a:xfrm>
            <a:off x="689070" y="3805180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" name="Google Shape;626;p8"/>
          <p:cNvSpPr/>
          <p:nvPr/>
        </p:nvSpPr>
        <p:spPr>
          <a:xfrm flipH="1">
            <a:off x="80418" y="3516899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" name="Google Shape;627;p8"/>
          <p:cNvSpPr/>
          <p:nvPr/>
        </p:nvSpPr>
        <p:spPr>
          <a:xfrm flipH="1">
            <a:off x="282366" y="3573308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" name="Google Shape;628;p8"/>
          <p:cNvSpPr/>
          <p:nvPr/>
        </p:nvSpPr>
        <p:spPr>
          <a:xfrm flipH="1">
            <a:off x="568954" y="3680481"/>
            <a:ext cx="1642730" cy="740159"/>
          </a:xfrm>
          <a:custGeom>
            <a:rect b="b" l="l" r="r" t="t"/>
            <a:pathLst>
              <a:path extrusionOk="0" h="13239" w="29383">
                <a:moveTo>
                  <a:pt x="28272" y="81"/>
                </a:moveTo>
                <a:lnTo>
                  <a:pt x="28474" y="102"/>
                </a:lnTo>
                <a:lnTo>
                  <a:pt x="28696" y="142"/>
                </a:lnTo>
                <a:lnTo>
                  <a:pt x="28898" y="202"/>
                </a:lnTo>
                <a:lnTo>
                  <a:pt x="29019" y="243"/>
                </a:lnTo>
                <a:lnTo>
                  <a:pt x="29140" y="303"/>
                </a:lnTo>
                <a:lnTo>
                  <a:pt x="29201" y="364"/>
                </a:lnTo>
                <a:lnTo>
                  <a:pt x="29261" y="404"/>
                </a:lnTo>
                <a:lnTo>
                  <a:pt x="29281" y="465"/>
                </a:lnTo>
                <a:lnTo>
                  <a:pt x="29302" y="545"/>
                </a:lnTo>
                <a:lnTo>
                  <a:pt x="29302" y="626"/>
                </a:lnTo>
                <a:lnTo>
                  <a:pt x="29281" y="707"/>
                </a:lnTo>
                <a:lnTo>
                  <a:pt x="29201" y="848"/>
                </a:lnTo>
                <a:lnTo>
                  <a:pt x="29059" y="1070"/>
                </a:lnTo>
                <a:lnTo>
                  <a:pt x="28918" y="1272"/>
                </a:lnTo>
                <a:lnTo>
                  <a:pt x="28595" y="1676"/>
                </a:lnTo>
                <a:lnTo>
                  <a:pt x="28232" y="2079"/>
                </a:lnTo>
                <a:lnTo>
                  <a:pt x="27889" y="2442"/>
                </a:lnTo>
                <a:lnTo>
                  <a:pt x="27566" y="2785"/>
                </a:lnTo>
                <a:lnTo>
                  <a:pt x="27263" y="3129"/>
                </a:lnTo>
                <a:lnTo>
                  <a:pt x="26961" y="3492"/>
                </a:lnTo>
                <a:lnTo>
                  <a:pt x="26698" y="3855"/>
                </a:lnTo>
                <a:lnTo>
                  <a:pt x="26476" y="4198"/>
                </a:lnTo>
                <a:lnTo>
                  <a:pt x="26295" y="4521"/>
                </a:lnTo>
                <a:lnTo>
                  <a:pt x="26133" y="4884"/>
                </a:lnTo>
                <a:lnTo>
                  <a:pt x="25972" y="5247"/>
                </a:lnTo>
                <a:lnTo>
                  <a:pt x="25689" y="5974"/>
                </a:lnTo>
                <a:lnTo>
                  <a:pt x="25447" y="6721"/>
                </a:lnTo>
                <a:lnTo>
                  <a:pt x="25124" y="7649"/>
                </a:lnTo>
                <a:lnTo>
                  <a:pt x="24943" y="8113"/>
                </a:lnTo>
                <a:lnTo>
                  <a:pt x="24741" y="8557"/>
                </a:lnTo>
                <a:lnTo>
                  <a:pt x="24539" y="8981"/>
                </a:lnTo>
                <a:lnTo>
                  <a:pt x="24297" y="9405"/>
                </a:lnTo>
                <a:lnTo>
                  <a:pt x="24014" y="9788"/>
                </a:lnTo>
                <a:lnTo>
                  <a:pt x="23853" y="9990"/>
                </a:lnTo>
                <a:lnTo>
                  <a:pt x="23692" y="10171"/>
                </a:lnTo>
                <a:lnTo>
                  <a:pt x="23409" y="10414"/>
                </a:lnTo>
                <a:lnTo>
                  <a:pt x="23106" y="10676"/>
                </a:lnTo>
                <a:lnTo>
                  <a:pt x="22784" y="10898"/>
                </a:lnTo>
                <a:lnTo>
                  <a:pt x="22420" y="11100"/>
                </a:lnTo>
                <a:lnTo>
                  <a:pt x="22017" y="11301"/>
                </a:lnTo>
                <a:lnTo>
                  <a:pt x="21593" y="11483"/>
                </a:lnTo>
                <a:lnTo>
                  <a:pt x="21129" y="11645"/>
                </a:lnTo>
                <a:lnTo>
                  <a:pt x="20644" y="11786"/>
                </a:lnTo>
                <a:lnTo>
                  <a:pt x="19958" y="11947"/>
                </a:lnTo>
                <a:lnTo>
                  <a:pt x="19272" y="12088"/>
                </a:lnTo>
                <a:lnTo>
                  <a:pt x="18566" y="12210"/>
                </a:lnTo>
                <a:lnTo>
                  <a:pt x="17880" y="12290"/>
                </a:lnTo>
                <a:lnTo>
                  <a:pt x="17173" y="12371"/>
                </a:lnTo>
                <a:lnTo>
                  <a:pt x="16467" y="12432"/>
                </a:lnTo>
                <a:lnTo>
                  <a:pt x="15075" y="12532"/>
                </a:lnTo>
                <a:lnTo>
                  <a:pt x="14106" y="12593"/>
                </a:lnTo>
                <a:lnTo>
                  <a:pt x="12774" y="12694"/>
                </a:lnTo>
                <a:lnTo>
                  <a:pt x="11442" y="12815"/>
                </a:lnTo>
                <a:lnTo>
                  <a:pt x="9142" y="12997"/>
                </a:lnTo>
                <a:lnTo>
                  <a:pt x="7971" y="13077"/>
                </a:lnTo>
                <a:lnTo>
                  <a:pt x="6801" y="13138"/>
                </a:lnTo>
                <a:lnTo>
                  <a:pt x="5630" y="13158"/>
                </a:lnTo>
                <a:lnTo>
                  <a:pt x="4480" y="13158"/>
                </a:lnTo>
                <a:lnTo>
                  <a:pt x="3895" y="13138"/>
                </a:lnTo>
                <a:lnTo>
                  <a:pt x="3310" y="13098"/>
                </a:lnTo>
                <a:lnTo>
                  <a:pt x="2725" y="13057"/>
                </a:lnTo>
                <a:lnTo>
                  <a:pt x="2139" y="12976"/>
                </a:lnTo>
                <a:lnTo>
                  <a:pt x="1857" y="12936"/>
                </a:lnTo>
                <a:lnTo>
                  <a:pt x="1554" y="12855"/>
                </a:lnTo>
                <a:lnTo>
                  <a:pt x="1251" y="12754"/>
                </a:lnTo>
                <a:lnTo>
                  <a:pt x="969" y="12613"/>
                </a:lnTo>
                <a:lnTo>
                  <a:pt x="707" y="12452"/>
                </a:lnTo>
                <a:lnTo>
                  <a:pt x="485" y="12270"/>
                </a:lnTo>
                <a:lnTo>
                  <a:pt x="384" y="12169"/>
                </a:lnTo>
                <a:lnTo>
                  <a:pt x="303" y="12048"/>
                </a:lnTo>
                <a:lnTo>
                  <a:pt x="222" y="11947"/>
                </a:lnTo>
                <a:lnTo>
                  <a:pt x="162" y="11826"/>
                </a:lnTo>
                <a:lnTo>
                  <a:pt x="121" y="11685"/>
                </a:lnTo>
                <a:lnTo>
                  <a:pt x="81" y="11544"/>
                </a:lnTo>
                <a:lnTo>
                  <a:pt x="81" y="11382"/>
                </a:lnTo>
                <a:lnTo>
                  <a:pt x="101" y="11241"/>
                </a:lnTo>
                <a:lnTo>
                  <a:pt x="142" y="11079"/>
                </a:lnTo>
                <a:lnTo>
                  <a:pt x="202" y="10938"/>
                </a:lnTo>
                <a:lnTo>
                  <a:pt x="283" y="10777"/>
                </a:lnTo>
                <a:lnTo>
                  <a:pt x="384" y="10615"/>
                </a:lnTo>
                <a:lnTo>
                  <a:pt x="646" y="10313"/>
                </a:lnTo>
                <a:lnTo>
                  <a:pt x="929" y="10010"/>
                </a:lnTo>
                <a:lnTo>
                  <a:pt x="1272" y="9727"/>
                </a:lnTo>
                <a:lnTo>
                  <a:pt x="1635" y="9465"/>
                </a:lnTo>
                <a:lnTo>
                  <a:pt x="2038" y="9203"/>
                </a:lnTo>
                <a:lnTo>
                  <a:pt x="2422" y="8940"/>
                </a:lnTo>
                <a:lnTo>
                  <a:pt x="3229" y="8476"/>
                </a:lnTo>
                <a:lnTo>
                  <a:pt x="4016" y="7992"/>
                </a:lnTo>
                <a:lnTo>
                  <a:pt x="5005" y="7407"/>
                </a:lnTo>
                <a:lnTo>
                  <a:pt x="6014" y="6821"/>
                </a:lnTo>
                <a:lnTo>
                  <a:pt x="7063" y="6277"/>
                </a:lnTo>
                <a:lnTo>
                  <a:pt x="8153" y="5732"/>
                </a:lnTo>
                <a:lnTo>
                  <a:pt x="9283" y="5207"/>
                </a:lnTo>
                <a:lnTo>
                  <a:pt x="10433" y="4682"/>
                </a:lnTo>
                <a:lnTo>
                  <a:pt x="11644" y="4198"/>
                </a:lnTo>
                <a:lnTo>
                  <a:pt x="12895" y="3714"/>
                </a:lnTo>
                <a:lnTo>
                  <a:pt x="14146" y="3250"/>
                </a:lnTo>
                <a:lnTo>
                  <a:pt x="15438" y="2826"/>
                </a:lnTo>
                <a:lnTo>
                  <a:pt x="16790" y="2382"/>
                </a:lnTo>
                <a:lnTo>
                  <a:pt x="18182" y="1958"/>
                </a:lnTo>
                <a:lnTo>
                  <a:pt x="19151" y="1676"/>
                </a:lnTo>
                <a:lnTo>
                  <a:pt x="20180" y="1393"/>
                </a:lnTo>
                <a:lnTo>
                  <a:pt x="21250" y="1111"/>
                </a:lnTo>
                <a:lnTo>
                  <a:pt x="22380" y="848"/>
                </a:lnTo>
                <a:lnTo>
                  <a:pt x="23550" y="606"/>
                </a:lnTo>
                <a:lnTo>
                  <a:pt x="24761" y="404"/>
                </a:lnTo>
                <a:lnTo>
                  <a:pt x="25972" y="223"/>
                </a:lnTo>
                <a:lnTo>
                  <a:pt x="26598" y="162"/>
                </a:lnTo>
                <a:lnTo>
                  <a:pt x="27223" y="102"/>
                </a:lnTo>
                <a:lnTo>
                  <a:pt x="27647" y="81"/>
                </a:lnTo>
                <a:close/>
                <a:moveTo>
                  <a:pt x="27647" y="1"/>
                </a:moveTo>
                <a:lnTo>
                  <a:pt x="27223" y="21"/>
                </a:lnTo>
                <a:lnTo>
                  <a:pt x="26598" y="81"/>
                </a:lnTo>
                <a:lnTo>
                  <a:pt x="25972" y="142"/>
                </a:lnTo>
                <a:lnTo>
                  <a:pt x="24741" y="324"/>
                </a:lnTo>
                <a:lnTo>
                  <a:pt x="23550" y="525"/>
                </a:lnTo>
                <a:lnTo>
                  <a:pt x="22360" y="767"/>
                </a:lnTo>
                <a:lnTo>
                  <a:pt x="21230" y="1030"/>
                </a:lnTo>
                <a:lnTo>
                  <a:pt x="20160" y="1312"/>
                </a:lnTo>
                <a:lnTo>
                  <a:pt x="19131" y="1595"/>
                </a:lnTo>
                <a:lnTo>
                  <a:pt x="18162" y="1877"/>
                </a:lnTo>
                <a:lnTo>
                  <a:pt x="16750" y="2301"/>
                </a:lnTo>
                <a:lnTo>
                  <a:pt x="15418" y="2745"/>
                </a:lnTo>
                <a:lnTo>
                  <a:pt x="14106" y="3189"/>
                </a:lnTo>
                <a:lnTo>
                  <a:pt x="12855" y="3633"/>
                </a:lnTo>
                <a:lnTo>
                  <a:pt x="11604" y="4117"/>
                </a:lnTo>
                <a:lnTo>
                  <a:pt x="10413" y="4622"/>
                </a:lnTo>
                <a:lnTo>
                  <a:pt x="9243" y="5126"/>
                </a:lnTo>
                <a:lnTo>
                  <a:pt x="8113" y="5651"/>
                </a:lnTo>
                <a:lnTo>
                  <a:pt x="7023" y="6196"/>
                </a:lnTo>
                <a:lnTo>
                  <a:pt x="5974" y="6761"/>
                </a:lnTo>
                <a:lnTo>
                  <a:pt x="4965" y="7326"/>
                </a:lnTo>
                <a:lnTo>
                  <a:pt x="3976" y="7931"/>
                </a:lnTo>
                <a:lnTo>
                  <a:pt x="3189" y="8396"/>
                </a:lnTo>
                <a:lnTo>
                  <a:pt x="2381" y="8880"/>
                </a:lnTo>
                <a:lnTo>
                  <a:pt x="1978" y="9142"/>
                </a:lnTo>
                <a:lnTo>
                  <a:pt x="1594" y="9405"/>
                </a:lnTo>
                <a:lnTo>
                  <a:pt x="1211" y="9667"/>
                </a:lnTo>
                <a:lnTo>
                  <a:pt x="888" y="9949"/>
                </a:lnTo>
                <a:lnTo>
                  <a:pt x="585" y="10252"/>
                </a:lnTo>
                <a:lnTo>
                  <a:pt x="444" y="10414"/>
                </a:lnTo>
                <a:lnTo>
                  <a:pt x="323" y="10575"/>
                </a:lnTo>
                <a:lnTo>
                  <a:pt x="202" y="10736"/>
                </a:lnTo>
                <a:lnTo>
                  <a:pt x="121" y="10898"/>
                </a:lnTo>
                <a:lnTo>
                  <a:pt x="61" y="11059"/>
                </a:lnTo>
                <a:lnTo>
                  <a:pt x="20" y="11241"/>
                </a:lnTo>
                <a:lnTo>
                  <a:pt x="0" y="11382"/>
                </a:lnTo>
                <a:lnTo>
                  <a:pt x="0" y="11544"/>
                </a:lnTo>
                <a:lnTo>
                  <a:pt x="41" y="11705"/>
                </a:lnTo>
                <a:lnTo>
                  <a:pt x="101" y="11867"/>
                </a:lnTo>
                <a:lnTo>
                  <a:pt x="202" y="12048"/>
                </a:lnTo>
                <a:lnTo>
                  <a:pt x="343" y="12230"/>
                </a:lnTo>
                <a:lnTo>
                  <a:pt x="545" y="12411"/>
                </a:lnTo>
                <a:lnTo>
                  <a:pt x="787" y="12593"/>
                </a:lnTo>
                <a:lnTo>
                  <a:pt x="1070" y="12754"/>
                </a:lnTo>
                <a:lnTo>
                  <a:pt x="1393" y="12896"/>
                </a:lnTo>
                <a:lnTo>
                  <a:pt x="1736" y="12997"/>
                </a:lnTo>
                <a:lnTo>
                  <a:pt x="2139" y="13057"/>
                </a:lnTo>
                <a:lnTo>
                  <a:pt x="2947" y="13158"/>
                </a:lnTo>
                <a:lnTo>
                  <a:pt x="3754" y="13198"/>
                </a:lnTo>
                <a:lnTo>
                  <a:pt x="4561" y="13239"/>
                </a:lnTo>
                <a:lnTo>
                  <a:pt x="6135" y="13239"/>
                </a:lnTo>
                <a:lnTo>
                  <a:pt x="6902" y="13219"/>
                </a:lnTo>
                <a:lnTo>
                  <a:pt x="8435" y="13138"/>
                </a:lnTo>
                <a:lnTo>
                  <a:pt x="9949" y="13017"/>
                </a:lnTo>
                <a:lnTo>
                  <a:pt x="11442" y="12896"/>
                </a:lnTo>
                <a:lnTo>
                  <a:pt x="12774" y="12775"/>
                </a:lnTo>
                <a:lnTo>
                  <a:pt x="14106" y="12674"/>
                </a:lnTo>
                <a:lnTo>
                  <a:pt x="15075" y="12613"/>
                </a:lnTo>
                <a:lnTo>
                  <a:pt x="16467" y="12512"/>
                </a:lnTo>
                <a:lnTo>
                  <a:pt x="17173" y="12452"/>
                </a:lnTo>
                <a:lnTo>
                  <a:pt x="17880" y="12371"/>
                </a:lnTo>
                <a:lnTo>
                  <a:pt x="18586" y="12290"/>
                </a:lnTo>
                <a:lnTo>
                  <a:pt x="19272" y="12169"/>
                </a:lnTo>
                <a:lnTo>
                  <a:pt x="19978" y="12028"/>
                </a:lnTo>
                <a:lnTo>
                  <a:pt x="20665" y="11867"/>
                </a:lnTo>
                <a:lnTo>
                  <a:pt x="21149" y="11705"/>
                </a:lnTo>
                <a:lnTo>
                  <a:pt x="21613" y="11544"/>
                </a:lnTo>
                <a:lnTo>
                  <a:pt x="22057" y="11362"/>
                </a:lnTo>
                <a:lnTo>
                  <a:pt x="22461" y="11180"/>
                </a:lnTo>
                <a:lnTo>
                  <a:pt x="22824" y="10958"/>
                </a:lnTo>
                <a:lnTo>
                  <a:pt x="23167" y="10736"/>
                </a:lnTo>
                <a:lnTo>
                  <a:pt x="23470" y="10474"/>
                </a:lnTo>
                <a:lnTo>
                  <a:pt x="23752" y="10212"/>
                </a:lnTo>
                <a:lnTo>
                  <a:pt x="23914" y="10030"/>
                </a:lnTo>
                <a:lnTo>
                  <a:pt x="24075" y="9849"/>
                </a:lnTo>
                <a:lnTo>
                  <a:pt x="24358" y="9445"/>
                </a:lnTo>
                <a:lnTo>
                  <a:pt x="24600" y="9021"/>
                </a:lnTo>
                <a:lnTo>
                  <a:pt x="24822" y="8597"/>
                </a:lnTo>
                <a:lnTo>
                  <a:pt x="25023" y="8133"/>
                </a:lnTo>
                <a:lnTo>
                  <a:pt x="25185" y="7669"/>
                </a:lnTo>
                <a:lnTo>
                  <a:pt x="25508" y="6741"/>
                </a:lnTo>
                <a:lnTo>
                  <a:pt x="25770" y="6014"/>
                </a:lnTo>
                <a:lnTo>
                  <a:pt x="26053" y="5268"/>
                </a:lnTo>
                <a:lnTo>
                  <a:pt x="26194" y="4925"/>
                </a:lnTo>
                <a:lnTo>
                  <a:pt x="26376" y="4561"/>
                </a:lnTo>
                <a:lnTo>
                  <a:pt x="26557" y="4238"/>
                </a:lnTo>
                <a:lnTo>
                  <a:pt x="26759" y="3895"/>
                </a:lnTo>
                <a:lnTo>
                  <a:pt x="27021" y="3532"/>
                </a:lnTo>
                <a:lnTo>
                  <a:pt x="27324" y="3169"/>
                </a:lnTo>
                <a:lnTo>
                  <a:pt x="27627" y="2826"/>
                </a:lnTo>
                <a:lnTo>
                  <a:pt x="27950" y="2503"/>
                </a:lnTo>
                <a:lnTo>
                  <a:pt x="28293" y="2120"/>
                </a:lnTo>
                <a:lnTo>
                  <a:pt x="28656" y="1736"/>
                </a:lnTo>
                <a:lnTo>
                  <a:pt x="28979" y="1333"/>
                </a:lnTo>
                <a:lnTo>
                  <a:pt x="29120" y="1111"/>
                </a:lnTo>
                <a:lnTo>
                  <a:pt x="29261" y="889"/>
                </a:lnTo>
                <a:lnTo>
                  <a:pt x="29362" y="727"/>
                </a:lnTo>
                <a:lnTo>
                  <a:pt x="29382" y="626"/>
                </a:lnTo>
                <a:lnTo>
                  <a:pt x="29382" y="545"/>
                </a:lnTo>
                <a:lnTo>
                  <a:pt x="29362" y="445"/>
                </a:lnTo>
                <a:lnTo>
                  <a:pt x="29322" y="364"/>
                </a:lnTo>
                <a:lnTo>
                  <a:pt x="29261" y="303"/>
                </a:lnTo>
                <a:lnTo>
                  <a:pt x="29201" y="243"/>
                </a:lnTo>
                <a:lnTo>
                  <a:pt x="29059" y="162"/>
                </a:lnTo>
                <a:lnTo>
                  <a:pt x="28918" y="122"/>
                </a:lnTo>
                <a:lnTo>
                  <a:pt x="28716" y="61"/>
                </a:lnTo>
                <a:lnTo>
                  <a:pt x="28494" y="21"/>
                </a:lnTo>
                <a:lnTo>
                  <a:pt x="2829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" name="Google Shape;629;p8"/>
          <p:cNvSpPr/>
          <p:nvPr/>
        </p:nvSpPr>
        <p:spPr>
          <a:xfrm flipH="1">
            <a:off x="1140961" y="4091169"/>
            <a:ext cx="235874" cy="188464"/>
          </a:xfrm>
          <a:custGeom>
            <a:rect b="b" l="l" r="r" t="t"/>
            <a:pathLst>
              <a:path extrusionOk="0" h="3371" w="4219">
                <a:moveTo>
                  <a:pt x="3875" y="81"/>
                </a:moveTo>
                <a:lnTo>
                  <a:pt x="3976" y="101"/>
                </a:lnTo>
                <a:lnTo>
                  <a:pt x="4057" y="182"/>
                </a:lnTo>
                <a:lnTo>
                  <a:pt x="4097" y="263"/>
                </a:lnTo>
                <a:lnTo>
                  <a:pt x="4137" y="363"/>
                </a:lnTo>
                <a:lnTo>
                  <a:pt x="4137" y="464"/>
                </a:lnTo>
                <a:lnTo>
                  <a:pt x="4137" y="585"/>
                </a:lnTo>
                <a:lnTo>
                  <a:pt x="4077" y="807"/>
                </a:lnTo>
                <a:lnTo>
                  <a:pt x="3936" y="1130"/>
                </a:lnTo>
                <a:lnTo>
                  <a:pt x="3794" y="1433"/>
                </a:lnTo>
                <a:lnTo>
                  <a:pt x="3613" y="1715"/>
                </a:lnTo>
                <a:lnTo>
                  <a:pt x="3411" y="1998"/>
                </a:lnTo>
                <a:lnTo>
                  <a:pt x="3189" y="2240"/>
                </a:lnTo>
                <a:lnTo>
                  <a:pt x="2947" y="2482"/>
                </a:lnTo>
                <a:lnTo>
                  <a:pt x="2684" y="2684"/>
                </a:lnTo>
                <a:lnTo>
                  <a:pt x="2422" y="2866"/>
                </a:lnTo>
                <a:lnTo>
                  <a:pt x="2180" y="2967"/>
                </a:lnTo>
                <a:lnTo>
                  <a:pt x="1897" y="3088"/>
                </a:lnTo>
                <a:lnTo>
                  <a:pt x="1575" y="3189"/>
                </a:lnTo>
                <a:lnTo>
                  <a:pt x="1252" y="3249"/>
                </a:lnTo>
                <a:lnTo>
                  <a:pt x="929" y="3290"/>
                </a:lnTo>
                <a:lnTo>
                  <a:pt x="626" y="3290"/>
                </a:lnTo>
                <a:lnTo>
                  <a:pt x="505" y="3269"/>
                </a:lnTo>
                <a:lnTo>
                  <a:pt x="384" y="3249"/>
                </a:lnTo>
                <a:lnTo>
                  <a:pt x="283" y="3209"/>
                </a:lnTo>
                <a:lnTo>
                  <a:pt x="202" y="3148"/>
                </a:lnTo>
                <a:lnTo>
                  <a:pt x="142" y="3088"/>
                </a:lnTo>
                <a:lnTo>
                  <a:pt x="122" y="3007"/>
                </a:lnTo>
                <a:lnTo>
                  <a:pt x="101" y="2926"/>
                </a:lnTo>
                <a:lnTo>
                  <a:pt x="81" y="2846"/>
                </a:lnTo>
                <a:lnTo>
                  <a:pt x="101" y="2745"/>
                </a:lnTo>
                <a:lnTo>
                  <a:pt x="122" y="2624"/>
                </a:lnTo>
                <a:lnTo>
                  <a:pt x="222" y="2381"/>
                </a:lnTo>
                <a:lnTo>
                  <a:pt x="344" y="2159"/>
                </a:lnTo>
                <a:lnTo>
                  <a:pt x="485" y="1958"/>
                </a:lnTo>
                <a:lnTo>
                  <a:pt x="666" y="1756"/>
                </a:lnTo>
                <a:lnTo>
                  <a:pt x="848" y="1574"/>
                </a:lnTo>
                <a:lnTo>
                  <a:pt x="1070" y="1393"/>
                </a:lnTo>
                <a:lnTo>
                  <a:pt x="1292" y="1231"/>
                </a:lnTo>
                <a:lnTo>
                  <a:pt x="1534" y="1070"/>
                </a:lnTo>
                <a:lnTo>
                  <a:pt x="1776" y="928"/>
                </a:lnTo>
                <a:lnTo>
                  <a:pt x="2261" y="666"/>
                </a:lnTo>
                <a:lnTo>
                  <a:pt x="2765" y="444"/>
                </a:lnTo>
                <a:lnTo>
                  <a:pt x="3229" y="263"/>
                </a:lnTo>
                <a:lnTo>
                  <a:pt x="3653" y="101"/>
                </a:lnTo>
                <a:lnTo>
                  <a:pt x="3774" y="81"/>
                </a:lnTo>
                <a:close/>
                <a:moveTo>
                  <a:pt x="3754" y="0"/>
                </a:moveTo>
                <a:lnTo>
                  <a:pt x="3633" y="41"/>
                </a:lnTo>
                <a:lnTo>
                  <a:pt x="3209" y="182"/>
                </a:lnTo>
                <a:lnTo>
                  <a:pt x="2725" y="363"/>
                </a:lnTo>
                <a:lnTo>
                  <a:pt x="2220" y="606"/>
                </a:lnTo>
                <a:lnTo>
                  <a:pt x="1716" y="868"/>
                </a:lnTo>
                <a:lnTo>
                  <a:pt x="1474" y="1009"/>
                </a:lnTo>
                <a:lnTo>
                  <a:pt x="1231" y="1171"/>
                </a:lnTo>
                <a:lnTo>
                  <a:pt x="1009" y="1352"/>
                </a:lnTo>
                <a:lnTo>
                  <a:pt x="787" y="1514"/>
                </a:lnTo>
                <a:lnTo>
                  <a:pt x="606" y="1715"/>
                </a:lnTo>
                <a:lnTo>
                  <a:pt x="424" y="1917"/>
                </a:lnTo>
                <a:lnTo>
                  <a:pt x="283" y="2119"/>
                </a:lnTo>
                <a:lnTo>
                  <a:pt x="142" y="2341"/>
                </a:lnTo>
                <a:lnTo>
                  <a:pt x="81" y="2482"/>
                </a:lnTo>
                <a:lnTo>
                  <a:pt x="41" y="2624"/>
                </a:lnTo>
                <a:lnTo>
                  <a:pt x="21" y="2745"/>
                </a:lnTo>
                <a:lnTo>
                  <a:pt x="0" y="2866"/>
                </a:lnTo>
                <a:lnTo>
                  <a:pt x="21" y="2967"/>
                </a:lnTo>
                <a:lnTo>
                  <a:pt x="41" y="3047"/>
                </a:lnTo>
                <a:lnTo>
                  <a:pt x="81" y="3128"/>
                </a:lnTo>
                <a:lnTo>
                  <a:pt x="142" y="3209"/>
                </a:lnTo>
                <a:lnTo>
                  <a:pt x="263" y="3290"/>
                </a:lnTo>
                <a:lnTo>
                  <a:pt x="404" y="3330"/>
                </a:lnTo>
                <a:lnTo>
                  <a:pt x="586" y="3370"/>
                </a:lnTo>
                <a:lnTo>
                  <a:pt x="989" y="3370"/>
                </a:lnTo>
                <a:lnTo>
                  <a:pt x="1211" y="3350"/>
                </a:lnTo>
                <a:lnTo>
                  <a:pt x="1453" y="3290"/>
                </a:lnTo>
                <a:lnTo>
                  <a:pt x="1675" y="3229"/>
                </a:lnTo>
                <a:lnTo>
                  <a:pt x="2119" y="3088"/>
                </a:lnTo>
                <a:lnTo>
                  <a:pt x="2301" y="3007"/>
                </a:lnTo>
                <a:lnTo>
                  <a:pt x="2462" y="2926"/>
                </a:lnTo>
                <a:lnTo>
                  <a:pt x="2745" y="2745"/>
                </a:lnTo>
                <a:lnTo>
                  <a:pt x="3007" y="2543"/>
                </a:lnTo>
                <a:lnTo>
                  <a:pt x="3249" y="2301"/>
                </a:lnTo>
                <a:lnTo>
                  <a:pt x="3471" y="2038"/>
                </a:lnTo>
                <a:lnTo>
                  <a:pt x="3673" y="1776"/>
                </a:lnTo>
                <a:lnTo>
                  <a:pt x="3855" y="1473"/>
                </a:lnTo>
                <a:lnTo>
                  <a:pt x="4016" y="1150"/>
                </a:lnTo>
                <a:lnTo>
                  <a:pt x="4137" y="828"/>
                </a:lnTo>
                <a:lnTo>
                  <a:pt x="4218" y="585"/>
                </a:lnTo>
                <a:lnTo>
                  <a:pt x="4218" y="464"/>
                </a:lnTo>
                <a:lnTo>
                  <a:pt x="4218" y="343"/>
                </a:lnTo>
                <a:lnTo>
                  <a:pt x="4178" y="222"/>
                </a:lnTo>
                <a:lnTo>
                  <a:pt x="4097" y="121"/>
                </a:lnTo>
                <a:lnTo>
                  <a:pt x="3996" y="41"/>
                </a:lnTo>
                <a:lnTo>
                  <a:pt x="395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" name="Google Shape;630;p8"/>
          <p:cNvSpPr/>
          <p:nvPr/>
        </p:nvSpPr>
        <p:spPr>
          <a:xfrm>
            <a:off x="8495347" y="204440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" name="Google Shape;631;p8"/>
          <p:cNvSpPr/>
          <p:nvPr/>
        </p:nvSpPr>
        <p:spPr>
          <a:xfrm flipH="1">
            <a:off x="6624317" y="-129457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" name="Google Shape;632;p8"/>
          <p:cNvSpPr/>
          <p:nvPr/>
        </p:nvSpPr>
        <p:spPr>
          <a:xfrm flipH="1">
            <a:off x="7823600" y="1072027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" name="Google Shape;633;p8"/>
          <p:cNvSpPr/>
          <p:nvPr/>
        </p:nvSpPr>
        <p:spPr>
          <a:xfrm flipH="1">
            <a:off x="6751789" y="14949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" name="Google Shape;634;p8"/>
          <p:cNvSpPr/>
          <p:nvPr/>
        </p:nvSpPr>
        <p:spPr>
          <a:xfrm flipH="1">
            <a:off x="7968010" y="1140848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" name="Google Shape;635;p8"/>
          <p:cNvSpPr/>
          <p:nvPr/>
        </p:nvSpPr>
        <p:spPr>
          <a:xfrm flipH="1">
            <a:off x="6877024" y="75831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" name="Google Shape;636;p8"/>
          <p:cNvSpPr/>
          <p:nvPr/>
        </p:nvSpPr>
        <p:spPr>
          <a:xfrm flipH="1">
            <a:off x="8112477" y="1250313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" name="Google Shape;637;p8"/>
          <p:cNvSpPr/>
          <p:nvPr/>
        </p:nvSpPr>
        <p:spPr>
          <a:xfrm>
            <a:off x="414425" y="211116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" name="Google Shape;638;p8"/>
          <p:cNvSpPr/>
          <p:nvPr/>
        </p:nvSpPr>
        <p:spPr>
          <a:xfrm rot="5400000">
            <a:off x="414425" y="816218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" name="Google Shape;639;p8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" name="Google Shape;640;p8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" name="Google Shape;641;p8"/>
          <p:cNvGrpSpPr/>
          <p:nvPr/>
        </p:nvGrpSpPr>
        <p:grpSpPr>
          <a:xfrm>
            <a:off x="3970979" y="4195255"/>
            <a:ext cx="1205112" cy="835252"/>
            <a:chOff x="3970979" y="4168866"/>
            <a:chExt cx="1205112" cy="835252"/>
          </a:xfrm>
        </p:grpSpPr>
        <p:sp>
          <p:nvSpPr>
            <p:cNvPr id="642" name="Google Shape;642;p8"/>
            <p:cNvSpPr/>
            <p:nvPr/>
          </p:nvSpPr>
          <p:spPr>
            <a:xfrm>
              <a:off x="4793924" y="463642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8"/>
            <p:cNvSpPr/>
            <p:nvPr/>
          </p:nvSpPr>
          <p:spPr>
            <a:xfrm>
              <a:off x="4955626" y="4789730"/>
              <a:ext cx="56484" cy="5268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8"/>
            <p:cNvSpPr/>
            <p:nvPr/>
          </p:nvSpPr>
          <p:spPr>
            <a:xfrm>
              <a:off x="4465201" y="416886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8"/>
            <p:cNvSpPr/>
            <p:nvPr/>
          </p:nvSpPr>
          <p:spPr>
            <a:xfrm>
              <a:off x="4632221" y="416886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8"/>
            <p:cNvSpPr/>
            <p:nvPr/>
          </p:nvSpPr>
          <p:spPr>
            <a:xfrm>
              <a:off x="4466721" y="432449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8"/>
            <p:cNvSpPr/>
            <p:nvPr/>
          </p:nvSpPr>
          <p:spPr>
            <a:xfrm>
              <a:off x="4629942" y="432373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8"/>
            <p:cNvSpPr/>
            <p:nvPr/>
          </p:nvSpPr>
          <p:spPr>
            <a:xfrm>
              <a:off x="4796203" y="432449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8"/>
            <p:cNvSpPr/>
            <p:nvPr/>
          </p:nvSpPr>
          <p:spPr>
            <a:xfrm>
              <a:off x="4459086" y="447548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8"/>
            <p:cNvSpPr/>
            <p:nvPr/>
          </p:nvSpPr>
          <p:spPr>
            <a:xfrm>
              <a:off x="4631462" y="448007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8"/>
            <p:cNvSpPr/>
            <p:nvPr/>
          </p:nvSpPr>
          <p:spPr>
            <a:xfrm>
              <a:off x="4796203" y="448083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8"/>
            <p:cNvSpPr/>
            <p:nvPr/>
          </p:nvSpPr>
          <p:spPr>
            <a:xfrm>
              <a:off x="4957905" y="4945317"/>
              <a:ext cx="54205" cy="51166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8"/>
            <p:cNvSpPr/>
            <p:nvPr/>
          </p:nvSpPr>
          <p:spPr>
            <a:xfrm>
              <a:off x="4462163" y="463490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8"/>
            <p:cNvSpPr/>
            <p:nvPr/>
          </p:nvSpPr>
          <p:spPr>
            <a:xfrm>
              <a:off x="4630702" y="463566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8"/>
            <p:cNvSpPr/>
            <p:nvPr/>
          </p:nvSpPr>
          <p:spPr>
            <a:xfrm>
              <a:off x="4797000" y="416966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8"/>
            <p:cNvSpPr/>
            <p:nvPr/>
          </p:nvSpPr>
          <p:spPr>
            <a:xfrm>
              <a:off x="4793924" y="4946874"/>
              <a:ext cx="54205" cy="50368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8"/>
            <p:cNvSpPr/>
            <p:nvPr/>
          </p:nvSpPr>
          <p:spPr>
            <a:xfrm>
              <a:off x="4626144" y="4942278"/>
              <a:ext cx="70196" cy="58003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8"/>
            <p:cNvSpPr/>
            <p:nvPr/>
          </p:nvSpPr>
          <p:spPr>
            <a:xfrm>
              <a:off x="4464442" y="4944557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8"/>
            <p:cNvSpPr/>
            <p:nvPr/>
          </p:nvSpPr>
          <p:spPr>
            <a:xfrm>
              <a:off x="4299701" y="4939999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8"/>
            <p:cNvSpPr/>
            <p:nvPr/>
          </p:nvSpPr>
          <p:spPr>
            <a:xfrm>
              <a:off x="4790125" y="4792010"/>
              <a:ext cx="57243" cy="5420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8"/>
            <p:cNvSpPr/>
            <p:nvPr/>
          </p:nvSpPr>
          <p:spPr>
            <a:xfrm>
              <a:off x="4464442" y="4790490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8"/>
            <p:cNvSpPr/>
            <p:nvPr/>
          </p:nvSpPr>
          <p:spPr>
            <a:xfrm>
              <a:off x="4630702" y="4788971"/>
              <a:ext cx="58003" cy="54964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8"/>
            <p:cNvSpPr/>
            <p:nvPr/>
          </p:nvSpPr>
          <p:spPr>
            <a:xfrm>
              <a:off x="4960982" y="417194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8"/>
            <p:cNvSpPr/>
            <p:nvPr/>
          </p:nvSpPr>
          <p:spPr>
            <a:xfrm>
              <a:off x="4301220" y="4787451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8"/>
            <p:cNvSpPr/>
            <p:nvPr/>
          </p:nvSpPr>
          <p:spPr>
            <a:xfrm>
              <a:off x="5123443" y="4792769"/>
              <a:ext cx="51888" cy="48089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8"/>
            <p:cNvSpPr/>
            <p:nvPr/>
          </p:nvSpPr>
          <p:spPr>
            <a:xfrm>
              <a:off x="4303499" y="416966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8"/>
            <p:cNvSpPr/>
            <p:nvPr/>
          </p:nvSpPr>
          <p:spPr>
            <a:xfrm>
              <a:off x="4137239" y="4943798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8"/>
            <p:cNvSpPr/>
            <p:nvPr/>
          </p:nvSpPr>
          <p:spPr>
            <a:xfrm>
              <a:off x="4136479" y="4785932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8"/>
            <p:cNvSpPr/>
            <p:nvPr/>
          </p:nvSpPr>
          <p:spPr>
            <a:xfrm>
              <a:off x="4303499" y="432449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8"/>
            <p:cNvSpPr/>
            <p:nvPr/>
          </p:nvSpPr>
          <p:spPr>
            <a:xfrm>
              <a:off x="4959424" y="463642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8"/>
            <p:cNvSpPr/>
            <p:nvPr/>
          </p:nvSpPr>
          <p:spPr>
            <a:xfrm>
              <a:off x="4301980" y="463566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8"/>
            <p:cNvSpPr/>
            <p:nvPr/>
          </p:nvSpPr>
          <p:spPr>
            <a:xfrm>
              <a:off x="5122684" y="4947634"/>
              <a:ext cx="53407" cy="51128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8"/>
            <p:cNvSpPr/>
            <p:nvPr/>
          </p:nvSpPr>
          <p:spPr>
            <a:xfrm>
              <a:off x="4960222" y="432676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8"/>
            <p:cNvSpPr/>
            <p:nvPr/>
          </p:nvSpPr>
          <p:spPr>
            <a:xfrm>
              <a:off x="4137239" y="463414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8"/>
            <p:cNvSpPr/>
            <p:nvPr/>
          </p:nvSpPr>
          <p:spPr>
            <a:xfrm>
              <a:off x="4959424" y="448235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8"/>
            <p:cNvSpPr/>
            <p:nvPr/>
          </p:nvSpPr>
          <p:spPr>
            <a:xfrm>
              <a:off x="4302740" y="447931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8"/>
            <p:cNvSpPr/>
            <p:nvPr/>
          </p:nvSpPr>
          <p:spPr>
            <a:xfrm>
              <a:off x="4138758" y="447092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8"/>
            <p:cNvSpPr/>
            <p:nvPr/>
          </p:nvSpPr>
          <p:spPr>
            <a:xfrm>
              <a:off x="3970979" y="463490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8"/>
            <p:cNvSpPr/>
            <p:nvPr/>
          </p:nvSpPr>
          <p:spPr>
            <a:xfrm>
              <a:off x="3973258" y="448007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8"/>
            <p:cNvSpPr/>
            <p:nvPr/>
          </p:nvSpPr>
          <p:spPr>
            <a:xfrm>
              <a:off x="5123443" y="463870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8"/>
            <p:cNvSpPr/>
            <p:nvPr/>
          </p:nvSpPr>
          <p:spPr>
            <a:xfrm>
              <a:off x="3970979" y="4789730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8"/>
            <p:cNvSpPr/>
            <p:nvPr/>
          </p:nvSpPr>
          <p:spPr>
            <a:xfrm>
              <a:off x="4137239" y="432601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8"/>
            <p:cNvSpPr/>
            <p:nvPr/>
          </p:nvSpPr>
          <p:spPr>
            <a:xfrm>
              <a:off x="3972498" y="4945317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8"/>
            <p:cNvSpPr/>
            <p:nvPr/>
          </p:nvSpPr>
          <p:spPr>
            <a:xfrm>
              <a:off x="4134960" y="417042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8"/>
            <p:cNvSpPr/>
            <p:nvPr/>
          </p:nvSpPr>
          <p:spPr>
            <a:xfrm>
              <a:off x="5121886" y="448387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8"/>
            <p:cNvSpPr/>
            <p:nvPr/>
          </p:nvSpPr>
          <p:spPr>
            <a:xfrm>
              <a:off x="5124203" y="432828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8"/>
            <p:cNvSpPr/>
            <p:nvPr/>
          </p:nvSpPr>
          <p:spPr>
            <a:xfrm>
              <a:off x="3974777" y="432373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8"/>
            <p:cNvSpPr/>
            <p:nvPr/>
          </p:nvSpPr>
          <p:spPr>
            <a:xfrm>
              <a:off x="3975537" y="416886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8"/>
            <p:cNvSpPr/>
            <p:nvPr/>
          </p:nvSpPr>
          <p:spPr>
            <a:xfrm>
              <a:off x="5124963" y="417270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" name="Google Shape;690;p8"/>
          <p:cNvSpPr/>
          <p:nvPr/>
        </p:nvSpPr>
        <p:spPr>
          <a:xfrm flipH="1">
            <a:off x="8130627" y="1470868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" name="Google Shape;691;p8"/>
          <p:cNvSpPr/>
          <p:nvPr/>
        </p:nvSpPr>
        <p:spPr>
          <a:xfrm flipH="1">
            <a:off x="7216227" y="576260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" name="Google Shape;692;p8"/>
          <p:cNvSpPr/>
          <p:nvPr/>
        </p:nvSpPr>
        <p:spPr>
          <a:xfrm flipH="1">
            <a:off x="7978227" y="854670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" name="Google Shape;693;p8"/>
          <p:cNvSpPr/>
          <p:nvPr/>
        </p:nvSpPr>
        <p:spPr>
          <a:xfrm flipH="1">
            <a:off x="1674905" y="115122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8"/>
          <p:cNvSpPr/>
          <p:nvPr/>
        </p:nvSpPr>
        <p:spPr>
          <a:xfrm flipH="1">
            <a:off x="1776437" y="222295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8"/>
          <p:cNvSpPr/>
          <p:nvPr/>
        </p:nvSpPr>
        <p:spPr>
          <a:xfrm flipH="1">
            <a:off x="1773752" y="691105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8"/>
          <p:cNvSpPr/>
          <p:nvPr/>
        </p:nvSpPr>
        <p:spPr>
          <a:xfrm flipH="1">
            <a:off x="2058760" y="415309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8"/>
          <p:cNvSpPr/>
          <p:nvPr/>
        </p:nvSpPr>
        <p:spPr>
          <a:xfrm flipH="1">
            <a:off x="2058760" y="496490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698" name="Shape 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" name="Google Shape;699;p9"/>
          <p:cNvSpPr txBox="1"/>
          <p:nvPr>
            <p:ph type="title"/>
          </p:nvPr>
        </p:nvSpPr>
        <p:spPr>
          <a:xfrm>
            <a:off x="2148900" y="2510023"/>
            <a:ext cx="4846200" cy="411600"/>
          </a:xfrm>
          <a:prstGeom prst="rect">
            <a:avLst/>
          </a:prstGeom>
          <a:effectLst>
            <a:outerShdw rotWithShape="0" algn="bl" dir="5400000" dist="19050">
              <a:schemeClr val="lt1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45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00" name="Google Shape;700;p9"/>
          <p:cNvSpPr txBox="1"/>
          <p:nvPr>
            <p:ph idx="1" type="subTitle"/>
          </p:nvPr>
        </p:nvSpPr>
        <p:spPr>
          <a:xfrm>
            <a:off x="2148900" y="3077090"/>
            <a:ext cx="48462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01" name="Google Shape;701;p9"/>
          <p:cNvSpPr/>
          <p:nvPr/>
        </p:nvSpPr>
        <p:spPr>
          <a:xfrm flipH="1">
            <a:off x="843077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9"/>
          <p:cNvSpPr/>
          <p:nvPr/>
        </p:nvSpPr>
        <p:spPr>
          <a:xfrm flipH="1">
            <a:off x="12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" name="Google Shape;703;p9"/>
          <p:cNvSpPr/>
          <p:nvPr/>
        </p:nvSpPr>
        <p:spPr>
          <a:xfrm>
            <a:off x="440572" y="562503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9"/>
          <p:cNvSpPr/>
          <p:nvPr/>
        </p:nvSpPr>
        <p:spPr>
          <a:xfrm flipH="1">
            <a:off x="-1430458" y="228606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9"/>
          <p:cNvSpPr/>
          <p:nvPr/>
        </p:nvSpPr>
        <p:spPr>
          <a:xfrm flipH="1">
            <a:off x="-231175" y="143009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" name="Google Shape;706;p9"/>
          <p:cNvSpPr/>
          <p:nvPr/>
        </p:nvSpPr>
        <p:spPr>
          <a:xfrm flipH="1">
            <a:off x="-1302986" y="373012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" name="Google Shape;707;p9"/>
          <p:cNvSpPr/>
          <p:nvPr/>
        </p:nvSpPr>
        <p:spPr>
          <a:xfrm flipH="1">
            <a:off x="-86765" y="1498911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" name="Google Shape;708;p9"/>
          <p:cNvSpPr/>
          <p:nvPr/>
        </p:nvSpPr>
        <p:spPr>
          <a:xfrm flipH="1">
            <a:off x="-1177751" y="433894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" name="Google Shape;709;p9"/>
          <p:cNvSpPr/>
          <p:nvPr/>
        </p:nvSpPr>
        <p:spPr>
          <a:xfrm flipH="1">
            <a:off x="57702" y="160837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" name="Google Shape;710;p9"/>
          <p:cNvSpPr/>
          <p:nvPr/>
        </p:nvSpPr>
        <p:spPr>
          <a:xfrm flipH="1">
            <a:off x="8481959" y="305387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" name="Google Shape;711;p9"/>
          <p:cNvSpPr/>
          <p:nvPr/>
        </p:nvSpPr>
        <p:spPr>
          <a:xfrm flipH="1">
            <a:off x="8140105" y="42305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" name="Google Shape;712;p9"/>
          <p:cNvSpPr/>
          <p:nvPr/>
        </p:nvSpPr>
        <p:spPr>
          <a:xfrm flipH="1">
            <a:off x="8601547" y="314075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" name="Google Shape;713;p9"/>
          <p:cNvSpPr/>
          <p:nvPr/>
        </p:nvSpPr>
        <p:spPr>
          <a:xfrm flipH="1">
            <a:off x="8241637" y="43377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9"/>
          <p:cNvSpPr/>
          <p:nvPr/>
        </p:nvSpPr>
        <p:spPr>
          <a:xfrm flipH="1">
            <a:off x="8701959" y="325245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" name="Google Shape;715;p9"/>
          <p:cNvSpPr/>
          <p:nvPr/>
        </p:nvSpPr>
        <p:spPr>
          <a:xfrm flipH="1">
            <a:off x="8861019" y="339462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" name="Google Shape;716;p9"/>
          <p:cNvSpPr/>
          <p:nvPr/>
        </p:nvSpPr>
        <p:spPr>
          <a:xfrm flipH="1">
            <a:off x="8942266" y="350515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" name="Google Shape;717;p9"/>
          <p:cNvSpPr/>
          <p:nvPr/>
        </p:nvSpPr>
        <p:spPr>
          <a:xfrm flipH="1">
            <a:off x="9011089" y="364620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" name="Google Shape;718;p9"/>
          <p:cNvSpPr/>
          <p:nvPr/>
        </p:nvSpPr>
        <p:spPr>
          <a:xfrm flipH="1">
            <a:off x="8985147" y="367103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" name="Google Shape;719;p9"/>
          <p:cNvSpPr/>
          <p:nvPr/>
        </p:nvSpPr>
        <p:spPr>
          <a:xfrm>
            <a:off x="8489408" y="11779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" name="Google Shape;720;p9"/>
          <p:cNvSpPr/>
          <p:nvPr/>
        </p:nvSpPr>
        <p:spPr>
          <a:xfrm rot="5400000">
            <a:off x="8489408" y="7228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" name="Google Shape;721;p9"/>
          <p:cNvGrpSpPr/>
          <p:nvPr/>
        </p:nvGrpSpPr>
        <p:grpSpPr>
          <a:xfrm>
            <a:off x="111415" y="4314125"/>
            <a:ext cx="754524" cy="750237"/>
            <a:chOff x="8523754" y="10"/>
            <a:chExt cx="516408" cy="513439"/>
          </a:xfrm>
        </p:grpSpPr>
        <p:sp>
          <p:nvSpPr>
            <p:cNvPr id="722" name="Google Shape;722;p9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9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" name="Google Shape;724;p9"/>
          <p:cNvGrpSpPr/>
          <p:nvPr/>
        </p:nvGrpSpPr>
        <p:grpSpPr>
          <a:xfrm>
            <a:off x="3960075" y="4692585"/>
            <a:ext cx="1202833" cy="365416"/>
            <a:chOff x="3973270" y="4603191"/>
            <a:chExt cx="1202833" cy="365416"/>
          </a:xfrm>
        </p:grpSpPr>
        <p:sp>
          <p:nvSpPr>
            <p:cNvPr id="725" name="Google Shape;725;p9"/>
            <p:cNvSpPr/>
            <p:nvPr/>
          </p:nvSpPr>
          <p:spPr>
            <a:xfrm>
              <a:off x="4465214" y="4603191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9"/>
            <p:cNvSpPr/>
            <p:nvPr/>
          </p:nvSpPr>
          <p:spPr>
            <a:xfrm>
              <a:off x="4632234" y="4603191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9"/>
            <p:cNvSpPr/>
            <p:nvPr/>
          </p:nvSpPr>
          <p:spPr>
            <a:xfrm>
              <a:off x="4466733" y="4758815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9"/>
            <p:cNvSpPr/>
            <p:nvPr/>
          </p:nvSpPr>
          <p:spPr>
            <a:xfrm>
              <a:off x="4629955" y="4758055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9"/>
            <p:cNvSpPr/>
            <p:nvPr/>
          </p:nvSpPr>
          <p:spPr>
            <a:xfrm>
              <a:off x="4796215" y="4758815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9"/>
            <p:cNvSpPr/>
            <p:nvPr/>
          </p:nvSpPr>
          <p:spPr>
            <a:xfrm>
              <a:off x="4459098" y="4909806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9"/>
            <p:cNvSpPr/>
            <p:nvPr/>
          </p:nvSpPr>
          <p:spPr>
            <a:xfrm>
              <a:off x="4631474" y="4914402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9"/>
            <p:cNvSpPr/>
            <p:nvPr/>
          </p:nvSpPr>
          <p:spPr>
            <a:xfrm>
              <a:off x="4796215" y="4915161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9"/>
            <p:cNvSpPr/>
            <p:nvPr/>
          </p:nvSpPr>
          <p:spPr>
            <a:xfrm>
              <a:off x="4797013" y="4603988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9"/>
            <p:cNvSpPr/>
            <p:nvPr/>
          </p:nvSpPr>
          <p:spPr>
            <a:xfrm>
              <a:off x="4960994" y="4606267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9"/>
            <p:cNvSpPr/>
            <p:nvPr/>
          </p:nvSpPr>
          <p:spPr>
            <a:xfrm>
              <a:off x="4303512" y="4603988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9"/>
            <p:cNvSpPr/>
            <p:nvPr/>
          </p:nvSpPr>
          <p:spPr>
            <a:xfrm>
              <a:off x="4303512" y="4758815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9"/>
            <p:cNvSpPr/>
            <p:nvPr/>
          </p:nvSpPr>
          <p:spPr>
            <a:xfrm>
              <a:off x="4960234" y="4761094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9"/>
            <p:cNvSpPr/>
            <p:nvPr/>
          </p:nvSpPr>
          <p:spPr>
            <a:xfrm>
              <a:off x="4959437" y="4916681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9"/>
            <p:cNvSpPr/>
            <p:nvPr/>
          </p:nvSpPr>
          <p:spPr>
            <a:xfrm>
              <a:off x="4302752" y="4913642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9"/>
            <p:cNvSpPr/>
            <p:nvPr/>
          </p:nvSpPr>
          <p:spPr>
            <a:xfrm>
              <a:off x="4138771" y="4905247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9"/>
            <p:cNvSpPr/>
            <p:nvPr/>
          </p:nvSpPr>
          <p:spPr>
            <a:xfrm>
              <a:off x="3973270" y="4914402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9"/>
            <p:cNvSpPr/>
            <p:nvPr/>
          </p:nvSpPr>
          <p:spPr>
            <a:xfrm>
              <a:off x="4137251" y="4760335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9"/>
            <p:cNvSpPr/>
            <p:nvPr/>
          </p:nvSpPr>
          <p:spPr>
            <a:xfrm>
              <a:off x="4134972" y="4604748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9"/>
            <p:cNvSpPr/>
            <p:nvPr/>
          </p:nvSpPr>
          <p:spPr>
            <a:xfrm>
              <a:off x="5121899" y="4918200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9"/>
            <p:cNvSpPr/>
            <p:nvPr/>
          </p:nvSpPr>
          <p:spPr>
            <a:xfrm>
              <a:off x="5124216" y="4762614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9"/>
            <p:cNvSpPr/>
            <p:nvPr/>
          </p:nvSpPr>
          <p:spPr>
            <a:xfrm>
              <a:off x="3974790" y="4758055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9"/>
            <p:cNvSpPr/>
            <p:nvPr/>
          </p:nvSpPr>
          <p:spPr>
            <a:xfrm>
              <a:off x="3975549" y="4603191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9"/>
            <p:cNvSpPr/>
            <p:nvPr/>
          </p:nvSpPr>
          <p:spPr>
            <a:xfrm>
              <a:off x="5124975" y="4607027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" name="Google Shape;749;p9"/>
          <p:cNvSpPr/>
          <p:nvPr/>
        </p:nvSpPr>
        <p:spPr>
          <a:xfrm flipH="1">
            <a:off x="8638349" y="308629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" name="Google Shape;750;p9"/>
          <p:cNvSpPr/>
          <p:nvPr/>
        </p:nvSpPr>
        <p:spPr>
          <a:xfrm flipH="1">
            <a:off x="8790749" y="361969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" name="Google Shape;751;p9"/>
          <p:cNvSpPr/>
          <p:nvPr/>
        </p:nvSpPr>
        <p:spPr>
          <a:xfrm flipH="1">
            <a:off x="8638349" y="450770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" name="Google Shape;752;p9"/>
          <p:cNvSpPr/>
          <p:nvPr/>
        </p:nvSpPr>
        <p:spPr>
          <a:xfrm flipH="1">
            <a:off x="865949" y="13204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" name="Google Shape;753;p9"/>
          <p:cNvSpPr/>
          <p:nvPr/>
        </p:nvSpPr>
        <p:spPr>
          <a:xfrm flipH="1">
            <a:off x="256349" y="125749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754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10"/>
          <p:cNvSpPr/>
          <p:nvPr/>
        </p:nvSpPr>
        <p:spPr>
          <a:xfrm>
            <a:off x="0" y="1450"/>
            <a:ext cx="4572000" cy="1935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" name="Google Shape;756;p10"/>
          <p:cNvSpPr/>
          <p:nvPr/>
        </p:nvSpPr>
        <p:spPr>
          <a:xfrm>
            <a:off x="8561250" y="1929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" name="Google Shape;757;p10"/>
          <p:cNvSpPr/>
          <p:nvPr/>
        </p:nvSpPr>
        <p:spPr>
          <a:xfrm>
            <a:off x="8561263" y="7246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" name="Google Shape;758;p10"/>
          <p:cNvGrpSpPr/>
          <p:nvPr/>
        </p:nvGrpSpPr>
        <p:grpSpPr>
          <a:xfrm rot="-5400000">
            <a:off x="2692007" y="-1167429"/>
            <a:ext cx="1730784" cy="1441910"/>
            <a:chOff x="-979618" y="-5128741"/>
            <a:chExt cx="1730784" cy="1441910"/>
          </a:xfrm>
        </p:grpSpPr>
        <p:sp>
          <p:nvSpPr>
            <p:cNvPr id="759" name="Google Shape;759;p10"/>
            <p:cNvSpPr/>
            <p:nvPr/>
          </p:nvSpPr>
          <p:spPr>
            <a:xfrm flipH="1">
              <a:off x="-979618" y="-5128741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10"/>
            <p:cNvSpPr/>
            <p:nvPr/>
          </p:nvSpPr>
          <p:spPr>
            <a:xfrm flipH="1">
              <a:off x="-756203" y="-5057684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10"/>
            <p:cNvSpPr/>
            <p:nvPr/>
          </p:nvSpPr>
          <p:spPr>
            <a:xfrm flipH="1">
              <a:off x="-459496" y="-4947101"/>
              <a:ext cx="453633" cy="455870"/>
            </a:xfrm>
            <a:custGeom>
              <a:rect b="b" l="l" r="r" t="t"/>
              <a:pathLst>
                <a:path extrusionOk="0" h="8154" w="8114">
                  <a:moveTo>
                    <a:pt x="1010" y="81"/>
                  </a:moveTo>
                  <a:lnTo>
                    <a:pt x="1151" y="101"/>
                  </a:lnTo>
                  <a:lnTo>
                    <a:pt x="1413" y="162"/>
                  </a:lnTo>
                  <a:lnTo>
                    <a:pt x="1696" y="263"/>
                  </a:lnTo>
                  <a:lnTo>
                    <a:pt x="1938" y="384"/>
                  </a:lnTo>
                  <a:lnTo>
                    <a:pt x="2200" y="545"/>
                  </a:lnTo>
                  <a:lnTo>
                    <a:pt x="2422" y="707"/>
                  </a:lnTo>
                  <a:lnTo>
                    <a:pt x="2644" y="888"/>
                  </a:lnTo>
                  <a:lnTo>
                    <a:pt x="3108" y="1251"/>
                  </a:lnTo>
                  <a:lnTo>
                    <a:pt x="3552" y="1635"/>
                  </a:lnTo>
                  <a:lnTo>
                    <a:pt x="3976" y="2039"/>
                  </a:lnTo>
                  <a:lnTo>
                    <a:pt x="4400" y="2422"/>
                  </a:lnTo>
                  <a:lnTo>
                    <a:pt x="4783" y="2826"/>
                  </a:lnTo>
                  <a:lnTo>
                    <a:pt x="5167" y="3229"/>
                  </a:lnTo>
                  <a:lnTo>
                    <a:pt x="5530" y="3653"/>
                  </a:lnTo>
                  <a:lnTo>
                    <a:pt x="5873" y="4077"/>
                  </a:lnTo>
                  <a:lnTo>
                    <a:pt x="6196" y="4500"/>
                  </a:lnTo>
                  <a:lnTo>
                    <a:pt x="6499" y="4924"/>
                  </a:lnTo>
                  <a:lnTo>
                    <a:pt x="6781" y="5348"/>
                  </a:lnTo>
                  <a:lnTo>
                    <a:pt x="7064" y="5792"/>
                  </a:lnTo>
                  <a:lnTo>
                    <a:pt x="7306" y="6236"/>
                  </a:lnTo>
                  <a:lnTo>
                    <a:pt x="7548" y="6680"/>
                  </a:lnTo>
                  <a:lnTo>
                    <a:pt x="7770" y="7144"/>
                  </a:lnTo>
                  <a:lnTo>
                    <a:pt x="7972" y="7588"/>
                  </a:lnTo>
                  <a:lnTo>
                    <a:pt x="8012" y="7729"/>
                  </a:lnTo>
                  <a:lnTo>
                    <a:pt x="8032" y="7871"/>
                  </a:lnTo>
                  <a:lnTo>
                    <a:pt x="8032" y="7931"/>
                  </a:lnTo>
                  <a:lnTo>
                    <a:pt x="8012" y="7992"/>
                  </a:lnTo>
                  <a:lnTo>
                    <a:pt x="7972" y="8032"/>
                  </a:lnTo>
                  <a:lnTo>
                    <a:pt x="7932" y="8052"/>
                  </a:lnTo>
                  <a:lnTo>
                    <a:pt x="7851" y="8072"/>
                  </a:lnTo>
                  <a:lnTo>
                    <a:pt x="7790" y="8072"/>
                  </a:lnTo>
                  <a:lnTo>
                    <a:pt x="7649" y="8012"/>
                  </a:lnTo>
                  <a:lnTo>
                    <a:pt x="7346" y="7830"/>
                  </a:lnTo>
                  <a:lnTo>
                    <a:pt x="7084" y="7628"/>
                  </a:lnTo>
                  <a:lnTo>
                    <a:pt x="6822" y="7386"/>
                  </a:lnTo>
                  <a:lnTo>
                    <a:pt x="6559" y="7164"/>
                  </a:lnTo>
                  <a:lnTo>
                    <a:pt x="2523" y="3310"/>
                  </a:lnTo>
                  <a:lnTo>
                    <a:pt x="2180" y="3007"/>
                  </a:lnTo>
                  <a:lnTo>
                    <a:pt x="1514" y="2462"/>
                  </a:lnTo>
                  <a:lnTo>
                    <a:pt x="1151" y="2119"/>
                  </a:lnTo>
                  <a:lnTo>
                    <a:pt x="808" y="1776"/>
                  </a:lnTo>
                  <a:lnTo>
                    <a:pt x="485" y="1413"/>
                  </a:lnTo>
                  <a:lnTo>
                    <a:pt x="364" y="1251"/>
                  </a:lnTo>
                  <a:lnTo>
                    <a:pt x="243" y="1070"/>
                  </a:lnTo>
                  <a:lnTo>
                    <a:pt x="162" y="908"/>
                  </a:lnTo>
                  <a:lnTo>
                    <a:pt x="102" y="767"/>
                  </a:lnTo>
                  <a:lnTo>
                    <a:pt x="81" y="626"/>
                  </a:lnTo>
                  <a:lnTo>
                    <a:pt x="81" y="485"/>
                  </a:lnTo>
                  <a:lnTo>
                    <a:pt x="122" y="424"/>
                  </a:lnTo>
                  <a:lnTo>
                    <a:pt x="142" y="364"/>
                  </a:lnTo>
                  <a:lnTo>
                    <a:pt x="243" y="263"/>
                  </a:lnTo>
                  <a:lnTo>
                    <a:pt x="404" y="182"/>
                  </a:lnTo>
                  <a:lnTo>
                    <a:pt x="606" y="101"/>
                  </a:lnTo>
                  <a:lnTo>
                    <a:pt x="747" y="81"/>
                  </a:lnTo>
                  <a:close/>
                  <a:moveTo>
                    <a:pt x="727" y="0"/>
                  </a:moveTo>
                  <a:lnTo>
                    <a:pt x="586" y="41"/>
                  </a:lnTo>
                  <a:lnTo>
                    <a:pt x="364" y="101"/>
                  </a:lnTo>
                  <a:lnTo>
                    <a:pt x="203" y="202"/>
                  </a:lnTo>
                  <a:lnTo>
                    <a:pt x="122" y="263"/>
                  </a:lnTo>
                  <a:lnTo>
                    <a:pt x="81" y="323"/>
                  </a:lnTo>
                  <a:lnTo>
                    <a:pt x="41" y="384"/>
                  </a:lnTo>
                  <a:lnTo>
                    <a:pt x="21" y="464"/>
                  </a:lnTo>
                  <a:lnTo>
                    <a:pt x="1" y="606"/>
                  </a:lnTo>
                  <a:lnTo>
                    <a:pt x="21" y="767"/>
                  </a:lnTo>
                  <a:lnTo>
                    <a:pt x="81" y="908"/>
                  </a:lnTo>
                  <a:lnTo>
                    <a:pt x="162" y="1090"/>
                  </a:lnTo>
                  <a:lnTo>
                    <a:pt x="263" y="1251"/>
                  </a:lnTo>
                  <a:lnTo>
                    <a:pt x="404" y="1433"/>
                  </a:lnTo>
                  <a:lnTo>
                    <a:pt x="707" y="1796"/>
                  </a:lnTo>
                  <a:lnTo>
                    <a:pt x="1070" y="2139"/>
                  </a:lnTo>
                  <a:lnTo>
                    <a:pt x="1434" y="2482"/>
                  </a:lnTo>
                  <a:lnTo>
                    <a:pt x="2120" y="3088"/>
                  </a:lnTo>
                  <a:lnTo>
                    <a:pt x="2463" y="3370"/>
                  </a:lnTo>
                  <a:lnTo>
                    <a:pt x="6499" y="7225"/>
                  </a:lnTo>
                  <a:lnTo>
                    <a:pt x="6761" y="7467"/>
                  </a:lnTo>
                  <a:lnTo>
                    <a:pt x="7023" y="7689"/>
                  </a:lnTo>
                  <a:lnTo>
                    <a:pt x="7306" y="7911"/>
                  </a:lnTo>
                  <a:lnTo>
                    <a:pt x="7609" y="8093"/>
                  </a:lnTo>
                  <a:lnTo>
                    <a:pt x="7730" y="8133"/>
                  </a:lnTo>
                  <a:lnTo>
                    <a:pt x="7851" y="8153"/>
                  </a:lnTo>
                  <a:lnTo>
                    <a:pt x="7911" y="8153"/>
                  </a:lnTo>
                  <a:lnTo>
                    <a:pt x="7972" y="8133"/>
                  </a:lnTo>
                  <a:lnTo>
                    <a:pt x="8032" y="8093"/>
                  </a:lnTo>
                  <a:lnTo>
                    <a:pt x="8073" y="8032"/>
                  </a:lnTo>
                  <a:lnTo>
                    <a:pt x="8093" y="7971"/>
                  </a:lnTo>
                  <a:lnTo>
                    <a:pt x="8113" y="7891"/>
                  </a:lnTo>
                  <a:lnTo>
                    <a:pt x="8093" y="7729"/>
                  </a:lnTo>
                  <a:lnTo>
                    <a:pt x="8032" y="7568"/>
                  </a:lnTo>
                  <a:lnTo>
                    <a:pt x="7831" y="7104"/>
                  </a:lnTo>
                  <a:lnTo>
                    <a:pt x="7629" y="6640"/>
                  </a:lnTo>
                  <a:lnTo>
                    <a:pt x="7387" y="6196"/>
                  </a:lnTo>
                  <a:lnTo>
                    <a:pt x="7124" y="5752"/>
                  </a:lnTo>
                  <a:lnTo>
                    <a:pt x="6862" y="5308"/>
                  </a:lnTo>
                  <a:lnTo>
                    <a:pt x="6559" y="4884"/>
                  </a:lnTo>
                  <a:lnTo>
                    <a:pt x="6257" y="4440"/>
                  </a:lnTo>
                  <a:lnTo>
                    <a:pt x="5934" y="4016"/>
                  </a:lnTo>
                  <a:lnTo>
                    <a:pt x="5591" y="3592"/>
                  </a:lnTo>
                  <a:lnTo>
                    <a:pt x="5227" y="3189"/>
                  </a:lnTo>
                  <a:lnTo>
                    <a:pt x="4844" y="2785"/>
                  </a:lnTo>
                  <a:lnTo>
                    <a:pt x="4461" y="2382"/>
                  </a:lnTo>
                  <a:lnTo>
                    <a:pt x="4037" y="1978"/>
                  </a:lnTo>
                  <a:lnTo>
                    <a:pt x="3613" y="1574"/>
                  </a:lnTo>
                  <a:lnTo>
                    <a:pt x="3169" y="1191"/>
                  </a:lnTo>
                  <a:lnTo>
                    <a:pt x="2705" y="808"/>
                  </a:lnTo>
                  <a:lnTo>
                    <a:pt x="2463" y="646"/>
                  </a:lnTo>
                  <a:lnTo>
                    <a:pt x="2221" y="464"/>
                  </a:lnTo>
                  <a:lnTo>
                    <a:pt x="1978" y="323"/>
                  </a:lnTo>
                  <a:lnTo>
                    <a:pt x="1716" y="182"/>
                  </a:lnTo>
                  <a:lnTo>
                    <a:pt x="1434" y="81"/>
                  </a:lnTo>
                  <a:lnTo>
                    <a:pt x="1151" y="21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" name="Google Shape;762;p10"/>
          <p:cNvGrpSpPr/>
          <p:nvPr/>
        </p:nvGrpSpPr>
        <p:grpSpPr>
          <a:xfrm>
            <a:off x="-1975258" y="34168"/>
            <a:ext cx="2383952" cy="1642730"/>
            <a:chOff x="497192" y="-5154682"/>
            <a:chExt cx="2383952" cy="1642730"/>
          </a:xfrm>
        </p:grpSpPr>
        <p:sp>
          <p:nvSpPr>
            <p:cNvPr id="763" name="Google Shape;763;p10"/>
            <p:cNvSpPr/>
            <p:nvPr/>
          </p:nvSpPr>
          <p:spPr>
            <a:xfrm flipH="1">
              <a:off x="497192" y="-5154682"/>
              <a:ext cx="2383952" cy="1642730"/>
            </a:xfrm>
            <a:custGeom>
              <a:rect b="b" l="l" r="r" t="t"/>
              <a:pathLst>
                <a:path extrusionOk="0" h="29383" w="42641">
                  <a:moveTo>
                    <a:pt x="9364" y="81"/>
                  </a:moveTo>
                  <a:lnTo>
                    <a:pt x="10796" y="141"/>
                  </a:lnTo>
                  <a:lnTo>
                    <a:pt x="12209" y="222"/>
                  </a:lnTo>
                  <a:lnTo>
                    <a:pt x="13642" y="363"/>
                  </a:lnTo>
                  <a:lnTo>
                    <a:pt x="15054" y="505"/>
                  </a:lnTo>
                  <a:lnTo>
                    <a:pt x="16467" y="706"/>
                  </a:lnTo>
                  <a:lnTo>
                    <a:pt x="17880" y="928"/>
                  </a:lnTo>
                  <a:lnTo>
                    <a:pt x="19292" y="1191"/>
                  </a:lnTo>
                  <a:lnTo>
                    <a:pt x="20685" y="1494"/>
                  </a:lnTo>
                  <a:lnTo>
                    <a:pt x="22077" y="1816"/>
                  </a:lnTo>
                  <a:lnTo>
                    <a:pt x="23469" y="2180"/>
                  </a:lnTo>
                  <a:lnTo>
                    <a:pt x="24842" y="2563"/>
                  </a:lnTo>
                  <a:lnTo>
                    <a:pt x="26194" y="2987"/>
                  </a:lnTo>
                  <a:lnTo>
                    <a:pt x="27546" y="3451"/>
                  </a:lnTo>
                  <a:lnTo>
                    <a:pt x="28878" y="3935"/>
                  </a:lnTo>
                  <a:lnTo>
                    <a:pt x="30210" y="4460"/>
                  </a:lnTo>
                  <a:lnTo>
                    <a:pt x="31340" y="4944"/>
                  </a:lnTo>
                  <a:lnTo>
                    <a:pt x="32409" y="5429"/>
                  </a:lnTo>
                  <a:lnTo>
                    <a:pt x="33418" y="5933"/>
                  </a:lnTo>
                  <a:lnTo>
                    <a:pt x="34346" y="6438"/>
                  </a:lnTo>
                  <a:lnTo>
                    <a:pt x="35234" y="6962"/>
                  </a:lnTo>
                  <a:lnTo>
                    <a:pt x="36062" y="7487"/>
                  </a:lnTo>
                  <a:lnTo>
                    <a:pt x="36829" y="8032"/>
                  </a:lnTo>
                  <a:lnTo>
                    <a:pt x="37555" y="8597"/>
                  </a:lnTo>
                  <a:lnTo>
                    <a:pt x="37979" y="8960"/>
                  </a:lnTo>
                  <a:lnTo>
                    <a:pt x="38403" y="9344"/>
                  </a:lnTo>
                  <a:lnTo>
                    <a:pt x="38806" y="9727"/>
                  </a:lnTo>
                  <a:lnTo>
                    <a:pt x="39190" y="10131"/>
                  </a:lnTo>
                  <a:lnTo>
                    <a:pt x="39573" y="10534"/>
                  </a:lnTo>
                  <a:lnTo>
                    <a:pt x="39916" y="10938"/>
                  </a:lnTo>
                  <a:lnTo>
                    <a:pt x="40239" y="11362"/>
                  </a:lnTo>
                  <a:lnTo>
                    <a:pt x="40562" y="11785"/>
                  </a:lnTo>
                  <a:lnTo>
                    <a:pt x="40844" y="12209"/>
                  </a:lnTo>
                  <a:lnTo>
                    <a:pt x="41127" y="12653"/>
                  </a:lnTo>
                  <a:lnTo>
                    <a:pt x="41369" y="13097"/>
                  </a:lnTo>
                  <a:lnTo>
                    <a:pt x="41611" y="13541"/>
                  </a:lnTo>
                  <a:lnTo>
                    <a:pt x="41813" y="14005"/>
                  </a:lnTo>
                  <a:lnTo>
                    <a:pt x="42015" y="14469"/>
                  </a:lnTo>
                  <a:lnTo>
                    <a:pt x="42176" y="14913"/>
                  </a:lnTo>
                  <a:lnTo>
                    <a:pt x="42338" y="15398"/>
                  </a:lnTo>
                  <a:lnTo>
                    <a:pt x="42459" y="15862"/>
                  </a:lnTo>
                  <a:lnTo>
                    <a:pt x="42499" y="16104"/>
                  </a:lnTo>
                  <a:lnTo>
                    <a:pt x="42540" y="16366"/>
                  </a:lnTo>
                  <a:lnTo>
                    <a:pt x="42560" y="16608"/>
                  </a:lnTo>
                  <a:lnTo>
                    <a:pt x="42560" y="16851"/>
                  </a:lnTo>
                  <a:lnTo>
                    <a:pt x="42540" y="17113"/>
                  </a:lnTo>
                  <a:lnTo>
                    <a:pt x="42519" y="17355"/>
                  </a:lnTo>
                  <a:lnTo>
                    <a:pt x="42479" y="17577"/>
                  </a:lnTo>
                  <a:lnTo>
                    <a:pt x="42418" y="17799"/>
                  </a:lnTo>
                  <a:lnTo>
                    <a:pt x="42338" y="18021"/>
                  </a:lnTo>
                  <a:lnTo>
                    <a:pt x="42217" y="18223"/>
                  </a:lnTo>
                  <a:lnTo>
                    <a:pt x="42096" y="18404"/>
                  </a:lnTo>
                  <a:lnTo>
                    <a:pt x="41954" y="18566"/>
                  </a:lnTo>
                  <a:lnTo>
                    <a:pt x="41773" y="18707"/>
                  </a:lnTo>
                  <a:lnTo>
                    <a:pt x="41571" y="18848"/>
                  </a:lnTo>
                  <a:lnTo>
                    <a:pt x="41409" y="18909"/>
                  </a:lnTo>
                  <a:lnTo>
                    <a:pt x="41228" y="18969"/>
                  </a:lnTo>
                  <a:lnTo>
                    <a:pt x="41046" y="19010"/>
                  </a:lnTo>
                  <a:lnTo>
                    <a:pt x="40865" y="19050"/>
                  </a:lnTo>
                  <a:lnTo>
                    <a:pt x="40461" y="19070"/>
                  </a:lnTo>
                  <a:lnTo>
                    <a:pt x="40057" y="19070"/>
                  </a:lnTo>
                  <a:lnTo>
                    <a:pt x="38948" y="19050"/>
                  </a:lnTo>
                  <a:lnTo>
                    <a:pt x="37838" y="19010"/>
                  </a:lnTo>
                  <a:lnTo>
                    <a:pt x="35618" y="18909"/>
                  </a:lnTo>
                  <a:lnTo>
                    <a:pt x="33398" y="18788"/>
                  </a:lnTo>
                  <a:lnTo>
                    <a:pt x="31198" y="18626"/>
                  </a:lnTo>
                  <a:lnTo>
                    <a:pt x="28918" y="18485"/>
                  </a:lnTo>
                  <a:lnTo>
                    <a:pt x="26597" y="18344"/>
                  </a:lnTo>
                  <a:lnTo>
                    <a:pt x="24277" y="18243"/>
                  </a:lnTo>
                  <a:lnTo>
                    <a:pt x="23126" y="18223"/>
                  </a:lnTo>
                  <a:lnTo>
                    <a:pt x="21956" y="18203"/>
                  </a:lnTo>
                  <a:lnTo>
                    <a:pt x="20806" y="18182"/>
                  </a:lnTo>
                  <a:lnTo>
                    <a:pt x="19635" y="18203"/>
                  </a:lnTo>
                  <a:lnTo>
                    <a:pt x="18465" y="18243"/>
                  </a:lnTo>
                  <a:lnTo>
                    <a:pt x="17315" y="18304"/>
                  </a:lnTo>
                  <a:lnTo>
                    <a:pt x="16164" y="18384"/>
                  </a:lnTo>
                  <a:lnTo>
                    <a:pt x="14994" y="18485"/>
                  </a:lnTo>
                  <a:lnTo>
                    <a:pt x="13844" y="18626"/>
                  </a:lnTo>
                  <a:lnTo>
                    <a:pt x="12693" y="18788"/>
                  </a:lnTo>
                  <a:lnTo>
                    <a:pt x="12007" y="18909"/>
                  </a:lnTo>
                  <a:lnTo>
                    <a:pt x="11321" y="19050"/>
                  </a:lnTo>
                  <a:lnTo>
                    <a:pt x="10615" y="19232"/>
                  </a:lnTo>
                  <a:lnTo>
                    <a:pt x="10272" y="19333"/>
                  </a:lnTo>
                  <a:lnTo>
                    <a:pt x="9929" y="19454"/>
                  </a:lnTo>
                  <a:lnTo>
                    <a:pt x="9586" y="19595"/>
                  </a:lnTo>
                  <a:lnTo>
                    <a:pt x="9263" y="19736"/>
                  </a:lnTo>
                  <a:lnTo>
                    <a:pt x="8940" y="19898"/>
                  </a:lnTo>
                  <a:lnTo>
                    <a:pt x="8617" y="20059"/>
                  </a:lnTo>
                  <a:lnTo>
                    <a:pt x="8314" y="20261"/>
                  </a:lnTo>
                  <a:lnTo>
                    <a:pt x="8032" y="20463"/>
                  </a:lnTo>
                  <a:lnTo>
                    <a:pt x="7749" y="20705"/>
                  </a:lnTo>
                  <a:lnTo>
                    <a:pt x="7487" y="20947"/>
                  </a:lnTo>
                  <a:lnTo>
                    <a:pt x="7245" y="21230"/>
                  </a:lnTo>
                  <a:lnTo>
                    <a:pt x="7003" y="21512"/>
                  </a:lnTo>
                  <a:lnTo>
                    <a:pt x="6801" y="21815"/>
                  </a:lnTo>
                  <a:lnTo>
                    <a:pt x="6619" y="22118"/>
                  </a:lnTo>
                  <a:lnTo>
                    <a:pt x="6458" y="22440"/>
                  </a:lnTo>
                  <a:lnTo>
                    <a:pt x="6316" y="22763"/>
                  </a:lnTo>
                  <a:lnTo>
                    <a:pt x="6195" y="23086"/>
                  </a:lnTo>
                  <a:lnTo>
                    <a:pt x="6094" y="23429"/>
                  </a:lnTo>
                  <a:lnTo>
                    <a:pt x="5994" y="23752"/>
                  </a:lnTo>
                  <a:lnTo>
                    <a:pt x="5913" y="24075"/>
                  </a:lnTo>
                  <a:lnTo>
                    <a:pt x="5792" y="24701"/>
                  </a:lnTo>
                  <a:lnTo>
                    <a:pt x="5711" y="25306"/>
                  </a:lnTo>
                  <a:lnTo>
                    <a:pt x="5650" y="25871"/>
                  </a:lnTo>
                  <a:lnTo>
                    <a:pt x="5650" y="26154"/>
                  </a:lnTo>
                  <a:lnTo>
                    <a:pt x="5650" y="26497"/>
                  </a:lnTo>
                  <a:lnTo>
                    <a:pt x="5650" y="27243"/>
                  </a:lnTo>
                  <a:lnTo>
                    <a:pt x="5630" y="27627"/>
                  </a:lnTo>
                  <a:lnTo>
                    <a:pt x="5610" y="28010"/>
                  </a:lnTo>
                  <a:lnTo>
                    <a:pt x="5529" y="28373"/>
                  </a:lnTo>
                  <a:lnTo>
                    <a:pt x="5489" y="28555"/>
                  </a:lnTo>
                  <a:lnTo>
                    <a:pt x="5428" y="28696"/>
                  </a:lnTo>
                  <a:lnTo>
                    <a:pt x="5368" y="28838"/>
                  </a:lnTo>
                  <a:lnTo>
                    <a:pt x="5287" y="28979"/>
                  </a:lnTo>
                  <a:lnTo>
                    <a:pt x="5206" y="29080"/>
                  </a:lnTo>
                  <a:lnTo>
                    <a:pt x="5106" y="29181"/>
                  </a:lnTo>
                  <a:lnTo>
                    <a:pt x="5005" y="29221"/>
                  </a:lnTo>
                  <a:lnTo>
                    <a:pt x="4904" y="29261"/>
                  </a:lnTo>
                  <a:lnTo>
                    <a:pt x="4803" y="29281"/>
                  </a:lnTo>
                  <a:lnTo>
                    <a:pt x="4702" y="29302"/>
                  </a:lnTo>
                  <a:lnTo>
                    <a:pt x="4581" y="29302"/>
                  </a:lnTo>
                  <a:lnTo>
                    <a:pt x="4440" y="29281"/>
                  </a:lnTo>
                  <a:lnTo>
                    <a:pt x="4177" y="29201"/>
                  </a:lnTo>
                  <a:lnTo>
                    <a:pt x="3955" y="29100"/>
                  </a:lnTo>
                  <a:lnTo>
                    <a:pt x="3774" y="28959"/>
                  </a:lnTo>
                  <a:lnTo>
                    <a:pt x="3592" y="28797"/>
                  </a:lnTo>
                  <a:lnTo>
                    <a:pt x="3451" y="28616"/>
                  </a:lnTo>
                  <a:lnTo>
                    <a:pt x="3310" y="28414"/>
                  </a:lnTo>
                  <a:lnTo>
                    <a:pt x="3188" y="28192"/>
                  </a:lnTo>
                  <a:lnTo>
                    <a:pt x="2946" y="27728"/>
                  </a:lnTo>
                  <a:lnTo>
                    <a:pt x="2523" y="26678"/>
                  </a:lnTo>
                  <a:lnTo>
                    <a:pt x="2119" y="25629"/>
                  </a:lnTo>
                  <a:lnTo>
                    <a:pt x="1756" y="24539"/>
                  </a:lnTo>
                  <a:lnTo>
                    <a:pt x="1433" y="23429"/>
                  </a:lnTo>
                  <a:lnTo>
                    <a:pt x="1130" y="22279"/>
                  </a:lnTo>
                  <a:lnTo>
                    <a:pt x="868" y="21129"/>
                  </a:lnTo>
                  <a:lnTo>
                    <a:pt x="646" y="19938"/>
                  </a:lnTo>
                  <a:lnTo>
                    <a:pt x="464" y="18707"/>
                  </a:lnTo>
                  <a:lnTo>
                    <a:pt x="323" y="17476"/>
                  </a:lnTo>
                  <a:lnTo>
                    <a:pt x="202" y="16205"/>
                  </a:lnTo>
                  <a:lnTo>
                    <a:pt x="141" y="14913"/>
                  </a:lnTo>
                  <a:lnTo>
                    <a:pt x="101" y="13602"/>
                  </a:lnTo>
                  <a:lnTo>
                    <a:pt x="81" y="12250"/>
                  </a:lnTo>
                  <a:lnTo>
                    <a:pt x="121" y="10897"/>
                  </a:lnTo>
                  <a:lnTo>
                    <a:pt x="202" y="9505"/>
                  </a:lnTo>
                  <a:lnTo>
                    <a:pt x="303" y="8092"/>
                  </a:lnTo>
                  <a:lnTo>
                    <a:pt x="404" y="7144"/>
                  </a:lnTo>
                  <a:lnTo>
                    <a:pt x="464" y="6639"/>
                  </a:lnTo>
                  <a:lnTo>
                    <a:pt x="545" y="6135"/>
                  </a:lnTo>
                  <a:lnTo>
                    <a:pt x="646" y="5630"/>
                  </a:lnTo>
                  <a:lnTo>
                    <a:pt x="767" y="5106"/>
                  </a:lnTo>
                  <a:lnTo>
                    <a:pt x="928" y="4601"/>
                  </a:lnTo>
                  <a:lnTo>
                    <a:pt x="1090" y="4097"/>
                  </a:lnTo>
                  <a:lnTo>
                    <a:pt x="1292" y="3612"/>
                  </a:lnTo>
                  <a:lnTo>
                    <a:pt x="1514" y="3128"/>
                  </a:lnTo>
                  <a:lnTo>
                    <a:pt x="1776" y="2684"/>
                  </a:lnTo>
                  <a:lnTo>
                    <a:pt x="2058" y="2240"/>
                  </a:lnTo>
                  <a:lnTo>
                    <a:pt x="2220" y="2038"/>
                  </a:lnTo>
                  <a:lnTo>
                    <a:pt x="2381" y="1837"/>
                  </a:lnTo>
                  <a:lnTo>
                    <a:pt x="2563" y="1655"/>
                  </a:lnTo>
                  <a:lnTo>
                    <a:pt x="2765" y="1473"/>
                  </a:lnTo>
                  <a:lnTo>
                    <a:pt x="2967" y="1312"/>
                  </a:lnTo>
                  <a:lnTo>
                    <a:pt x="3168" y="1150"/>
                  </a:lnTo>
                  <a:lnTo>
                    <a:pt x="3390" y="989"/>
                  </a:lnTo>
                  <a:lnTo>
                    <a:pt x="3612" y="848"/>
                  </a:lnTo>
                  <a:lnTo>
                    <a:pt x="3854" y="727"/>
                  </a:lnTo>
                  <a:lnTo>
                    <a:pt x="4117" y="626"/>
                  </a:lnTo>
                  <a:lnTo>
                    <a:pt x="4359" y="525"/>
                  </a:lnTo>
                  <a:lnTo>
                    <a:pt x="4621" y="424"/>
                  </a:lnTo>
                  <a:lnTo>
                    <a:pt x="5146" y="303"/>
                  </a:lnTo>
                  <a:lnTo>
                    <a:pt x="5691" y="202"/>
                  </a:lnTo>
                  <a:lnTo>
                    <a:pt x="6236" y="141"/>
                  </a:lnTo>
                  <a:lnTo>
                    <a:pt x="6760" y="101"/>
                  </a:lnTo>
                  <a:lnTo>
                    <a:pt x="7305" y="81"/>
                  </a:lnTo>
                  <a:close/>
                  <a:moveTo>
                    <a:pt x="7305" y="0"/>
                  </a:moveTo>
                  <a:lnTo>
                    <a:pt x="6760" y="20"/>
                  </a:lnTo>
                  <a:lnTo>
                    <a:pt x="6215" y="61"/>
                  </a:lnTo>
                  <a:lnTo>
                    <a:pt x="5671" y="121"/>
                  </a:lnTo>
                  <a:lnTo>
                    <a:pt x="5126" y="222"/>
                  </a:lnTo>
                  <a:lnTo>
                    <a:pt x="4601" y="363"/>
                  </a:lnTo>
                  <a:lnTo>
                    <a:pt x="4339" y="444"/>
                  </a:lnTo>
                  <a:lnTo>
                    <a:pt x="4076" y="545"/>
                  </a:lnTo>
                  <a:lnTo>
                    <a:pt x="3834" y="666"/>
                  </a:lnTo>
                  <a:lnTo>
                    <a:pt x="3572" y="787"/>
                  </a:lnTo>
                  <a:lnTo>
                    <a:pt x="3350" y="928"/>
                  </a:lnTo>
                  <a:lnTo>
                    <a:pt x="3128" y="1070"/>
                  </a:lnTo>
                  <a:lnTo>
                    <a:pt x="2906" y="1231"/>
                  </a:lnTo>
                  <a:lnTo>
                    <a:pt x="2704" y="1413"/>
                  </a:lnTo>
                  <a:lnTo>
                    <a:pt x="2523" y="1594"/>
                  </a:lnTo>
                  <a:lnTo>
                    <a:pt x="2341" y="1776"/>
                  </a:lnTo>
                  <a:lnTo>
                    <a:pt x="2159" y="1978"/>
                  </a:lnTo>
                  <a:lnTo>
                    <a:pt x="1998" y="2200"/>
                  </a:lnTo>
                  <a:lnTo>
                    <a:pt x="1695" y="2624"/>
                  </a:lnTo>
                  <a:lnTo>
                    <a:pt x="1453" y="3088"/>
                  </a:lnTo>
                  <a:lnTo>
                    <a:pt x="1211" y="3572"/>
                  </a:lnTo>
                  <a:lnTo>
                    <a:pt x="1009" y="4056"/>
                  </a:lnTo>
                  <a:lnTo>
                    <a:pt x="848" y="4561"/>
                  </a:lnTo>
                  <a:lnTo>
                    <a:pt x="706" y="5086"/>
                  </a:lnTo>
                  <a:lnTo>
                    <a:pt x="585" y="5590"/>
                  </a:lnTo>
                  <a:lnTo>
                    <a:pt x="464" y="6115"/>
                  </a:lnTo>
                  <a:lnTo>
                    <a:pt x="383" y="6619"/>
                  </a:lnTo>
                  <a:lnTo>
                    <a:pt x="323" y="7124"/>
                  </a:lnTo>
                  <a:lnTo>
                    <a:pt x="222" y="8092"/>
                  </a:lnTo>
                  <a:lnTo>
                    <a:pt x="121" y="9505"/>
                  </a:lnTo>
                  <a:lnTo>
                    <a:pt x="40" y="10897"/>
                  </a:lnTo>
                  <a:lnTo>
                    <a:pt x="0" y="12250"/>
                  </a:lnTo>
                  <a:lnTo>
                    <a:pt x="20" y="13602"/>
                  </a:lnTo>
                  <a:lnTo>
                    <a:pt x="61" y="14913"/>
                  </a:lnTo>
                  <a:lnTo>
                    <a:pt x="121" y="16205"/>
                  </a:lnTo>
                  <a:lnTo>
                    <a:pt x="242" y="17476"/>
                  </a:lnTo>
                  <a:lnTo>
                    <a:pt x="383" y="18727"/>
                  </a:lnTo>
                  <a:lnTo>
                    <a:pt x="565" y="19938"/>
                  </a:lnTo>
                  <a:lnTo>
                    <a:pt x="787" y="21149"/>
                  </a:lnTo>
                  <a:lnTo>
                    <a:pt x="1049" y="22319"/>
                  </a:lnTo>
                  <a:lnTo>
                    <a:pt x="1352" y="23449"/>
                  </a:lnTo>
                  <a:lnTo>
                    <a:pt x="1675" y="24559"/>
                  </a:lnTo>
                  <a:lnTo>
                    <a:pt x="2038" y="25649"/>
                  </a:lnTo>
                  <a:lnTo>
                    <a:pt x="2442" y="26719"/>
                  </a:lnTo>
                  <a:lnTo>
                    <a:pt x="2886" y="27748"/>
                  </a:lnTo>
                  <a:lnTo>
                    <a:pt x="3108" y="28232"/>
                  </a:lnTo>
                  <a:lnTo>
                    <a:pt x="3249" y="28454"/>
                  </a:lnTo>
                  <a:lnTo>
                    <a:pt x="3390" y="28676"/>
                  </a:lnTo>
                  <a:lnTo>
                    <a:pt x="3552" y="28858"/>
                  </a:lnTo>
                  <a:lnTo>
                    <a:pt x="3733" y="29019"/>
                  </a:lnTo>
                  <a:lnTo>
                    <a:pt x="3915" y="29160"/>
                  </a:lnTo>
                  <a:lnTo>
                    <a:pt x="4137" y="29261"/>
                  </a:lnTo>
                  <a:lnTo>
                    <a:pt x="4419" y="29362"/>
                  </a:lnTo>
                  <a:lnTo>
                    <a:pt x="4541" y="29382"/>
                  </a:lnTo>
                  <a:lnTo>
                    <a:pt x="4662" y="29382"/>
                  </a:lnTo>
                  <a:lnTo>
                    <a:pt x="4803" y="29362"/>
                  </a:lnTo>
                  <a:lnTo>
                    <a:pt x="4924" y="29342"/>
                  </a:lnTo>
                  <a:lnTo>
                    <a:pt x="5045" y="29302"/>
                  </a:lnTo>
                  <a:lnTo>
                    <a:pt x="5146" y="29241"/>
                  </a:lnTo>
                  <a:lnTo>
                    <a:pt x="5247" y="29140"/>
                  </a:lnTo>
                  <a:lnTo>
                    <a:pt x="5348" y="29039"/>
                  </a:lnTo>
                  <a:lnTo>
                    <a:pt x="5428" y="28898"/>
                  </a:lnTo>
                  <a:lnTo>
                    <a:pt x="5509" y="28757"/>
                  </a:lnTo>
                  <a:lnTo>
                    <a:pt x="5570" y="28595"/>
                  </a:lnTo>
                  <a:lnTo>
                    <a:pt x="5610" y="28414"/>
                  </a:lnTo>
                  <a:lnTo>
                    <a:pt x="5671" y="28051"/>
                  </a:lnTo>
                  <a:lnTo>
                    <a:pt x="5711" y="27647"/>
                  </a:lnTo>
                  <a:lnTo>
                    <a:pt x="5731" y="27243"/>
                  </a:lnTo>
                  <a:lnTo>
                    <a:pt x="5731" y="26497"/>
                  </a:lnTo>
                  <a:lnTo>
                    <a:pt x="5731" y="26154"/>
                  </a:lnTo>
                  <a:lnTo>
                    <a:pt x="5731" y="25891"/>
                  </a:lnTo>
                  <a:lnTo>
                    <a:pt x="5792" y="25326"/>
                  </a:lnTo>
                  <a:lnTo>
                    <a:pt x="5872" y="24721"/>
                  </a:lnTo>
                  <a:lnTo>
                    <a:pt x="5994" y="24095"/>
                  </a:lnTo>
                  <a:lnTo>
                    <a:pt x="6074" y="23772"/>
                  </a:lnTo>
                  <a:lnTo>
                    <a:pt x="6155" y="23449"/>
                  </a:lnTo>
                  <a:lnTo>
                    <a:pt x="6276" y="23127"/>
                  </a:lnTo>
                  <a:lnTo>
                    <a:pt x="6397" y="22804"/>
                  </a:lnTo>
                  <a:lnTo>
                    <a:pt x="6538" y="22481"/>
                  </a:lnTo>
                  <a:lnTo>
                    <a:pt x="6700" y="22178"/>
                  </a:lnTo>
                  <a:lnTo>
                    <a:pt x="6881" y="21855"/>
                  </a:lnTo>
                  <a:lnTo>
                    <a:pt x="7083" y="21573"/>
                  </a:lnTo>
                  <a:lnTo>
                    <a:pt x="7305" y="21270"/>
                  </a:lnTo>
                  <a:lnTo>
                    <a:pt x="7547" y="21008"/>
                  </a:lnTo>
                  <a:lnTo>
                    <a:pt x="7810" y="20765"/>
                  </a:lnTo>
                  <a:lnTo>
                    <a:pt x="8092" y="20523"/>
                  </a:lnTo>
                  <a:lnTo>
                    <a:pt x="8375" y="20322"/>
                  </a:lnTo>
                  <a:lnTo>
                    <a:pt x="8677" y="20140"/>
                  </a:lnTo>
                  <a:lnTo>
                    <a:pt x="8980" y="19958"/>
                  </a:lnTo>
                  <a:lnTo>
                    <a:pt x="9303" y="19797"/>
                  </a:lnTo>
                  <a:lnTo>
                    <a:pt x="9626" y="19656"/>
                  </a:lnTo>
                  <a:lnTo>
                    <a:pt x="9969" y="19535"/>
                  </a:lnTo>
                  <a:lnTo>
                    <a:pt x="10292" y="19413"/>
                  </a:lnTo>
                  <a:lnTo>
                    <a:pt x="10635" y="19313"/>
                  </a:lnTo>
                  <a:lnTo>
                    <a:pt x="11341" y="19131"/>
                  </a:lnTo>
                  <a:lnTo>
                    <a:pt x="12027" y="18990"/>
                  </a:lnTo>
                  <a:lnTo>
                    <a:pt x="12713" y="18869"/>
                  </a:lnTo>
                  <a:lnTo>
                    <a:pt x="13864" y="18707"/>
                  </a:lnTo>
                  <a:lnTo>
                    <a:pt x="15014" y="18566"/>
                  </a:lnTo>
                  <a:lnTo>
                    <a:pt x="16164" y="18465"/>
                  </a:lnTo>
                  <a:lnTo>
                    <a:pt x="17315" y="18384"/>
                  </a:lnTo>
                  <a:lnTo>
                    <a:pt x="18485" y="18324"/>
                  </a:lnTo>
                  <a:lnTo>
                    <a:pt x="19635" y="18283"/>
                  </a:lnTo>
                  <a:lnTo>
                    <a:pt x="20806" y="18263"/>
                  </a:lnTo>
                  <a:lnTo>
                    <a:pt x="21956" y="18283"/>
                  </a:lnTo>
                  <a:lnTo>
                    <a:pt x="23126" y="18304"/>
                  </a:lnTo>
                  <a:lnTo>
                    <a:pt x="24277" y="18324"/>
                  </a:lnTo>
                  <a:lnTo>
                    <a:pt x="26597" y="18425"/>
                  </a:lnTo>
                  <a:lnTo>
                    <a:pt x="28918" y="18566"/>
                  </a:lnTo>
                  <a:lnTo>
                    <a:pt x="31198" y="18707"/>
                  </a:lnTo>
                  <a:lnTo>
                    <a:pt x="33398" y="18869"/>
                  </a:lnTo>
                  <a:lnTo>
                    <a:pt x="35618" y="18990"/>
                  </a:lnTo>
                  <a:lnTo>
                    <a:pt x="37838" y="19091"/>
                  </a:lnTo>
                  <a:lnTo>
                    <a:pt x="38948" y="19131"/>
                  </a:lnTo>
                  <a:lnTo>
                    <a:pt x="40057" y="19151"/>
                  </a:lnTo>
                  <a:lnTo>
                    <a:pt x="40481" y="19151"/>
                  </a:lnTo>
                  <a:lnTo>
                    <a:pt x="40885" y="19131"/>
                  </a:lnTo>
                  <a:lnTo>
                    <a:pt x="41066" y="19091"/>
                  </a:lnTo>
                  <a:lnTo>
                    <a:pt x="41248" y="19050"/>
                  </a:lnTo>
                  <a:lnTo>
                    <a:pt x="41430" y="18990"/>
                  </a:lnTo>
                  <a:lnTo>
                    <a:pt x="41611" y="18909"/>
                  </a:lnTo>
                  <a:lnTo>
                    <a:pt x="41813" y="18788"/>
                  </a:lnTo>
                  <a:lnTo>
                    <a:pt x="41995" y="18626"/>
                  </a:lnTo>
                  <a:lnTo>
                    <a:pt x="42156" y="18465"/>
                  </a:lnTo>
                  <a:lnTo>
                    <a:pt x="42297" y="18263"/>
                  </a:lnTo>
                  <a:lnTo>
                    <a:pt x="42398" y="18061"/>
                  </a:lnTo>
                  <a:lnTo>
                    <a:pt x="42479" y="17839"/>
                  </a:lnTo>
                  <a:lnTo>
                    <a:pt x="42560" y="17617"/>
                  </a:lnTo>
                  <a:lnTo>
                    <a:pt x="42600" y="17375"/>
                  </a:lnTo>
                  <a:lnTo>
                    <a:pt x="42620" y="17133"/>
                  </a:lnTo>
                  <a:lnTo>
                    <a:pt x="42640" y="16871"/>
                  </a:lnTo>
                  <a:lnTo>
                    <a:pt x="42640" y="16608"/>
                  </a:lnTo>
                  <a:lnTo>
                    <a:pt x="42620" y="16366"/>
                  </a:lnTo>
                  <a:lnTo>
                    <a:pt x="42580" y="16104"/>
                  </a:lnTo>
                  <a:lnTo>
                    <a:pt x="42540" y="15862"/>
                  </a:lnTo>
                  <a:lnTo>
                    <a:pt x="42418" y="15357"/>
                  </a:lnTo>
                  <a:lnTo>
                    <a:pt x="42257" y="14893"/>
                  </a:lnTo>
                  <a:lnTo>
                    <a:pt x="42096" y="14429"/>
                  </a:lnTo>
                  <a:lnTo>
                    <a:pt x="41894" y="13965"/>
                  </a:lnTo>
                  <a:lnTo>
                    <a:pt x="41672" y="13521"/>
                  </a:lnTo>
                  <a:lnTo>
                    <a:pt x="41450" y="13057"/>
                  </a:lnTo>
                  <a:lnTo>
                    <a:pt x="41187" y="12613"/>
                  </a:lnTo>
                  <a:lnTo>
                    <a:pt x="40925" y="12169"/>
                  </a:lnTo>
                  <a:lnTo>
                    <a:pt x="40622" y="11745"/>
                  </a:lnTo>
                  <a:lnTo>
                    <a:pt x="40320" y="11301"/>
                  </a:lnTo>
                  <a:lnTo>
                    <a:pt x="39977" y="10897"/>
                  </a:lnTo>
                  <a:lnTo>
                    <a:pt x="39634" y="10474"/>
                  </a:lnTo>
                  <a:lnTo>
                    <a:pt x="39250" y="10070"/>
                  </a:lnTo>
                  <a:lnTo>
                    <a:pt x="38867" y="9666"/>
                  </a:lnTo>
                  <a:lnTo>
                    <a:pt x="38463" y="9283"/>
                  </a:lnTo>
                  <a:lnTo>
                    <a:pt x="38039" y="8900"/>
                  </a:lnTo>
                  <a:lnTo>
                    <a:pt x="37595" y="8536"/>
                  </a:lnTo>
                  <a:lnTo>
                    <a:pt x="36869" y="7971"/>
                  </a:lnTo>
                  <a:lnTo>
                    <a:pt x="36102" y="7426"/>
                  </a:lnTo>
                  <a:lnTo>
                    <a:pt x="35275" y="6882"/>
                  </a:lnTo>
                  <a:lnTo>
                    <a:pt x="34387" y="6377"/>
                  </a:lnTo>
                  <a:lnTo>
                    <a:pt x="33459" y="5873"/>
                  </a:lnTo>
                  <a:lnTo>
                    <a:pt x="32450" y="5368"/>
                  </a:lnTo>
                  <a:lnTo>
                    <a:pt x="31380" y="4884"/>
                  </a:lnTo>
                  <a:lnTo>
                    <a:pt x="30230" y="4379"/>
                  </a:lnTo>
                  <a:lnTo>
                    <a:pt x="28918" y="3875"/>
                  </a:lnTo>
                  <a:lnTo>
                    <a:pt x="27586" y="3370"/>
                  </a:lnTo>
                  <a:lnTo>
                    <a:pt x="26234" y="2906"/>
                  </a:lnTo>
                  <a:lnTo>
                    <a:pt x="24862" y="2482"/>
                  </a:lnTo>
                  <a:lnTo>
                    <a:pt x="23490" y="2099"/>
                  </a:lnTo>
                  <a:lnTo>
                    <a:pt x="22097" y="1736"/>
                  </a:lnTo>
                  <a:lnTo>
                    <a:pt x="20705" y="1413"/>
                  </a:lnTo>
                  <a:lnTo>
                    <a:pt x="19312" y="1110"/>
                  </a:lnTo>
                  <a:lnTo>
                    <a:pt x="17900" y="848"/>
                  </a:lnTo>
                  <a:lnTo>
                    <a:pt x="16487" y="626"/>
                  </a:lnTo>
                  <a:lnTo>
                    <a:pt x="15075" y="424"/>
                  </a:lnTo>
                  <a:lnTo>
                    <a:pt x="13642" y="283"/>
                  </a:lnTo>
                  <a:lnTo>
                    <a:pt x="12229" y="141"/>
                  </a:lnTo>
                  <a:lnTo>
                    <a:pt x="10796" y="61"/>
                  </a:lnTo>
                  <a:lnTo>
                    <a:pt x="93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10"/>
            <p:cNvSpPr/>
            <p:nvPr/>
          </p:nvSpPr>
          <p:spPr>
            <a:xfrm flipH="1">
              <a:off x="624664" y="-5010276"/>
              <a:ext cx="2123367" cy="1193681"/>
            </a:xfrm>
            <a:custGeom>
              <a:rect b="b" l="l" r="r" t="t"/>
              <a:pathLst>
                <a:path extrusionOk="0" h="21351" w="37980">
                  <a:moveTo>
                    <a:pt x="10776" y="81"/>
                  </a:moveTo>
                  <a:lnTo>
                    <a:pt x="11341" y="101"/>
                  </a:lnTo>
                  <a:lnTo>
                    <a:pt x="11927" y="121"/>
                  </a:lnTo>
                  <a:lnTo>
                    <a:pt x="12532" y="182"/>
                  </a:lnTo>
                  <a:lnTo>
                    <a:pt x="13178" y="222"/>
                  </a:lnTo>
                  <a:lnTo>
                    <a:pt x="13824" y="303"/>
                  </a:lnTo>
                  <a:lnTo>
                    <a:pt x="14510" y="404"/>
                  </a:lnTo>
                  <a:lnTo>
                    <a:pt x="15216" y="505"/>
                  </a:lnTo>
                  <a:lnTo>
                    <a:pt x="15943" y="626"/>
                  </a:lnTo>
                  <a:lnTo>
                    <a:pt x="16709" y="767"/>
                  </a:lnTo>
                  <a:lnTo>
                    <a:pt x="17496" y="949"/>
                  </a:lnTo>
                  <a:lnTo>
                    <a:pt x="18324" y="1130"/>
                  </a:lnTo>
                  <a:lnTo>
                    <a:pt x="19171" y="1332"/>
                  </a:lnTo>
                  <a:lnTo>
                    <a:pt x="20039" y="1554"/>
                  </a:lnTo>
                  <a:lnTo>
                    <a:pt x="20947" y="1796"/>
                  </a:lnTo>
                  <a:lnTo>
                    <a:pt x="21875" y="2059"/>
                  </a:lnTo>
                  <a:lnTo>
                    <a:pt x="23571" y="2583"/>
                  </a:lnTo>
                  <a:lnTo>
                    <a:pt x="24418" y="2866"/>
                  </a:lnTo>
                  <a:lnTo>
                    <a:pt x="25286" y="3148"/>
                  </a:lnTo>
                  <a:lnTo>
                    <a:pt x="26154" y="3471"/>
                  </a:lnTo>
                  <a:lnTo>
                    <a:pt x="27021" y="3794"/>
                  </a:lnTo>
                  <a:lnTo>
                    <a:pt x="27889" y="4157"/>
                  </a:lnTo>
                  <a:lnTo>
                    <a:pt x="28757" y="4541"/>
                  </a:lnTo>
                  <a:lnTo>
                    <a:pt x="29625" y="4944"/>
                  </a:lnTo>
                  <a:lnTo>
                    <a:pt x="30472" y="5368"/>
                  </a:lnTo>
                  <a:lnTo>
                    <a:pt x="31300" y="5832"/>
                  </a:lnTo>
                  <a:lnTo>
                    <a:pt x="32127" y="6317"/>
                  </a:lnTo>
                  <a:lnTo>
                    <a:pt x="32954" y="6841"/>
                  </a:lnTo>
                  <a:lnTo>
                    <a:pt x="33741" y="7406"/>
                  </a:lnTo>
                  <a:lnTo>
                    <a:pt x="34508" y="7992"/>
                  </a:lnTo>
                  <a:lnTo>
                    <a:pt x="35255" y="8637"/>
                  </a:lnTo>
                  <a:lnTo>
                    <a:pt x="35638" y="8980"/>
                  </a:lnTo>
                  <a:lnTo>
                    <a:pt x="36001" y="9344"/>
                  </a:lnTo>
                  <a:lnTo>
                    <a:pt x="36345" y="9687"/>
                  </a:lnTo>
                  <a:lnTo>
                    <a:pt x="36627" y="10030"/>
                  </a:lnTo>
                  <a:lnTo>
                    <a:pt x="36910" y="10373"/>
                  </a:lnTo>
                  <a:lnTo>
                    <a:pt x="37132" y="10696"/>
                  </a:lnTo>
                  <a:lnTo>
                    <a:pt x="37354" y="11039"/>
                  </a:lnTo>
                  <a:lnTo>
                    <a:pt x="37535" y="11382"/>
                  </a:lnTo>
                  <a:lnTo>
                    <a:pt x="37656" y="11624"/>
                  </a:lnTo>
                  <a:lnTo>
                    <a:pt x="37737" y="11846"/>
                  </a:lnTo>
                  <a:lnTo>
                    <a:pt x="37818" y="12068"/>
                  </a:lnTo>
                  <a:lnTo>
                    <a:pt x="37858" y="12290"/>
                  </a:lnTo>
                  <a:lnTo>
                    <a:pt x="37898" y="12492"/>
                  </a:lnTo>
                  <a:lnTo>
                    <a:pt x="37898" y="12694"/>
                  </a:lnTo>
                  <a:lnTo>
                    <a:pt x="37878" y="12875"/>
                  </a:lnTo>
                  <a:lnTo>
                    <a:pt x="37838" y="13057"/>
                  </a:lnTo>
                  <a:lnTo>
                    <a:pt x="37757" y="13259"/>
                  </a:lnTo>
                  <a:lnTo>
                    <a:pt x="37636" y="13460"/>
                  </a:lnTo>
                  <a:lnTo>
                    <a:pt x="37495" y="13662"/>
                  </a:lnTo>
                  <a:lnTo>
                    <a:pt x="37313" y="13824"/>
                  </a:lnTo>
                  <a:lnTo>
                    <a:pt x="37111" y="13985"/>
                  </a:lnTo>
                  <a:lnTo>
                    <a:pt x="36869" y="14106"/>
                  </a:lnTo>
                  <a:lnTo>
                    <a:pt x="36627" y="14207"/>
                  </a:lnTo>
                  <a:lnTo>
                    <a:pt x="36365" y="14288"/>
                  </a:lnTo>
                  <a:lnTo>
                    <a:pt x="36102" y="14328"/>
                  </a:lnTo>
                  <a:lnTo>
                    <a:pt x="35860" y="14368"/>
                  </a:lnTo>
                  <a:lnTo>
                    <a:pt x="35336" y="14368"/>
                  </a:lnTo>
                  <a:lnTo>
                    <a:pt x="34831" y="14328"/>
                  </a:lnTo>
                  <a:lnTo>
                    <a:pt x="34327" y="14268"/>
                  </a:lnTo>
                  <a:lnTo>
                    <a:pt x="34306" y="14268"/>
                  </a:lnTo>
                  <a:lnTo>
                    <a:pt x="32934" y="14106"/>
                  </a:lnTo>
                  <a:lnTo>
                    <a:pt x="31501" y="13945"/>
                  </a:lnTo>
                  <a:lnTo>
                    <a:pt x="30028" y="13803"/>
                  </a:lnTo>
                  <a:lnTo>
                    <a:pt x="28535" y="13682"/>
                  </a:lnTo>
                  <a:lnTo>
                    <a:pt x="26981" y="13561"/>
                  </a:lnTo>
                  <a:lnTo>
                    <a:pt x="25387" y="13481"/>
                  </a:lnTo>
                  <a:lnTo>
                    <a:pt x="23772" y="13420"/>
                  </a:lnTo>
                  <a:lnTo>
                    <a:pt x="22138" y="13400"/>
                  </a:lnTo>
                  <a:lnTo>
                    <a:pt x="20483" y="13420"/>
                  </a:lnTo>
                  <a:lnTo>
                    <a:pt x="18788" y="13460"/>
                  </a:lnTo>
                  <a:lnTo>
                    <a:pt x="17093" y="13561"/>
                  </a:lnTo>
                  <a:lnTo>
                    <a:pt x="16245" y="13622"/>
                  </a:lnTo>
                  <a:lnTo>
                    <a:pt x="15398" y="13703"/>
                  </a:lnTo>
                  <a:lnTo>
                    <a:pt x="14530" y="13803"/>
                  </a:lnTo>
                  <a:lnTo>
                    <a:pt x="13682" y="13904"/>
                  </a:lnTo>
                  <a:lnTo>
                    <a:pt x="12815" y="14025"/>
                  </a:lnTo>
                  <a:lnTo>
                    <a:pt x="11967" y="14146"/>
                  </a:lnTo>
                  <a:lnTo>
                    <a:pt x="11099" y="14308"/>
                  </a:lnTo>
                  <a:lnTo>
                    <a:pt x="10252" y="14469"/>
                  </a:lnTo>
                  <a:lnTo>
                    <a:pt x="9384" y="14651"/>
                  </a:lnTo>
                  <a:lnTo>
                    <a:pt x="8536" y="14833"/>
                  </a:lnTo>
                  <a:lnTo>
                    <a:pt x="7992" y="14974"/>
                  </a:lnTo>
                  <a:lnTo>
                    <a:pt x="7467" y="15115"/>
                  </a:lnTo>
                  <a:lnTo>
                    <a:pt x="6922" y="15277"/>
                  </a:lnTo>
                  <a:lnTo>
                    <a:pt x="6397" y="15458"/>
                  </a:lnTo>
                  <a:lnTo>
                    <a:pt x="5873" y="15660"/>
                  </a:lnTo>
                  <a:lnTo>
                    <a:pt x="5368" y="15902"/>
                  </a:lnTo>
                  <a:lnTo>
                    <a:pt x="4864" y="16164"/>
                  </a:lnTo>
                  <a:lnTo>
                    <a:pt x="4379" y="16467"/>
                  </a:lnTo>
                  <a:lnTo>
                    <a:pt x="4137" y="16649"/>
                  </a:lnTo>
                  <a:lnTo>
                    <a:pt x="3875" y="16851"/>
                  </a:lnTo>
                  <a:lnTo>
                    <a:pt x="3613" y="17073"/>
                  </a:lnTo>
                  <a:lnTo>
                    <a:pt x="3350" y="17335"/>
                  </a:lnTo>
                  <a:lnTo>
                    <a:pt x="3108" y="17617"/>
                  </a:lnTo>
                  <a:lnTo>
                    <a:pt x="2866" y="17940"/>
                  </a:lnTo>
                  <a:lnTo>
                    <a:pt x="2644" y="18283"/>
                  </a:lnTo>
                  <a:lnTo>
                    <a:pt x="2462" y="18667"/>
                  </a:lnTo>
                  <a:lnTo>
                    <a:pt x="2382" y="18889"/>
                  </a:lnTo>
                  <a:lnTo>
                    <a:pt x="2341" y="19131"/>
                  </a:lnTo>
                  <a:lnTo>
                    <a:pt x="2260" y="19635"/>
                  </a:lnTo>
                  <a:lnTo>
                    <a:pt x="2220" y="19918"/>
                  </a:lnTo>
                  <a:lnTo>
                    <a:pt x="2180" y="20201"/>
                  </a:lnTo>
                  <a:lnTo>
                    <a:pt x="2099" y="20463"/>
                  </a:lnTo>
                  <a:lnTo>
                    <a:pt x="2059" y="20584"/>
                  </a:lnTo>
                  <a:lnTo>
                    <a:pt x="1998" y="20705"/>
                  </a:lnTo>
                  <a:lnTo>
                    <a:pt x="1897" y="20846"/>
                  </a:lnTo>
                  <a:lnTo>
                    <a:pt x="1816" y="20988"/>
                  </a:lnTo>
                  <a:lnTo>
                    <a:pt x="1716" y="21088"/>
                  </a:lnTo>
                  <a:lnTo>
                    <a:pt x="1615" y="21169"/>
                  </a:lnTo>
                  <a:lnTo>
                    <a:pt x="1514" y="21210"/>
                  </a:lnTo>
                  <a:lnTo>
                    <a:pt x="1413" y="21250"/>
                  </a:lnTo>
                  <a:lnTo>
                    <a:pt x="1312" y="21270"/>
                  </a:lnTo>
                  <a:lnTo>
                    <a:pt x="1211" y="21250"/>
                  </a:lnTo>
                  <a:lnTo>
                    <a:pt x="1110" y="21210"/>
                  </a:lnTo>
                  <a:lnTo>
                    <a:pt x="1009" y="21149"/>
                  </a:lnTo>
                  <a:lnTo>
                    <a:pt x="908" y="21068"/>
                  </a:lnTo>
                  <a:lnTo>
                    <a:pt x="807" y="20967"/>
                  </a:lnTo>
                  <a:lnTo>
                    <a:pt x="707" y="20846"/>
                  </a:lnTo>
                  <a:lnTo>
                    <a:pt x="626" y="20725"/>
                  </a:lnTo>
                  <a:lnTo>
                    <a:pt x="464" y="20422"/>
                  </a:lnTo>
                  <a:lnTo>
                    <a:pt x="323" y="20100"/>
                  </a:lnTo>
                  <a:lnTo>
                    <a:pt x="222" y="19777"/>
                  </a:lnTo>
                  <a:lnTo>
                    <a:pt x="162" y="19454"/>
                  </a:lnTo>
                  <a:lnTo>
                    <a:pt x="121" y="19151"/>
                  </a:lnTo>
                  <a:lnTo>
                    <a:pt x="101" y="18223"/>
                  </a:lnTo>
                  <a:lnTo>
                    <a:pt x="81" y="17274"/>
                  </a:lnTo>
                  <a:lnTo>
                    <a:pt x="81" y="16326"/>
                  </a:lnTo>
                  <a:lnTo>
                    <a:pt x="101" y="15377"/>
                  </a:lnTo>
                  <a:lnTo>
                    <a:pt x="142" y="14449"/>
                  </a:lnTo>
                  <a:lnTo>
                    <a:pt x="182" y="13501"/>
                  </a:lnTo>
                  <a:lnTo>
                    <a:pt x="263" y="12572"/>
                  </a:lnTo>
                  <a:lnTo>
                    <a:pt x="343" y="11624"/>
                  </a:lnTo>
                  <a:lnTo>
                    <a:pt x="444" y="10696"/>
                  </a:lnTo>
                  <a:lnTo>
                    <a:pt x="545" y="9747"/>
                  </a:lnTo>
                  <a:lnTo>
                    <a:pt x="686" y="8819"/>
                  </a:lnTo>
                  <a:lnTo>
                    <a:pt x="828" y="7891"/>
                  </a:lnTo>
                  <a:lnTo>
                    <a:pt x="989" y="6962"/>
                  </a:lnTo>
                  <a:lnTo>
                    <a:pt x="1171" y="6034"/>
                  </a:lnTo>
                  <a:lnTo>
                    <a:pt x="1373" y="5126"/>
                  </a:lnTo>
                  <a:lnTo>
                    <a:pt x="1574" y="4198"/>
                  </a:lnTo>
                  <a:lnTo>
                    <a:pt x="1736" y="3572"/>
                  </a:lnTo>
                  <a:lnTo>
                    <a:pt x="1837" y="3269"/>
                  </a:lnTo>
                  <a:lnTo>
                    <a:pt x="1958" y="2967"/>
                  </a:lnTo>
                  <a:lnTo>
                    <a:pt x="2079" y="2664"/>
                  </a:lnTo>
                  <a:lnTo>
                    <a:pt x="2220" y="2402"/>
                  </a:lnTo>
                  <a:lnTo>
                    <a:pt x="2402" y="2139"/>
                  </a:lnTo>
                  <a:lnTo>
                    <a:pt x="2604" y="1897"/>
                  </a:lnTo>
                  <a:lnTo>
                    <a:pt x="2825" y="1695"/>
                  </a:lnTo>
                  <a:lnTo>
                    <a:pt x="3068" y="1514"/>
                  </a:lnTo>
                  <a:lnTo>
                    <a:pt x="3330" y="1352"/>
                  </a:lnTo>
                  <a:lnTo>
                    <a:pt x="3592" y="1211"/>
                  </a:lnTo>
                  <a:lnTo>
                    <a:pt x="3875" y="1090"/>
                  </a:lnTo>
                  <a:lnTo>
                    <a:pt x="4157" y="989"/>
                  </a:lnTo>
                  <a:lnTo>
                    <a:pt x="4702" y="807"/>
                  </a:lnTo>
                  <a:lnTo>
                    <a:pt x="5247" y="666"/>
                  </a:lnTo>
                  <a:lnTo>
                    <a:pt x="5832" y="525"/>
                  </a:lnTo>
                  <a:lnTo>
                    <a:pt x="6458" y="404"/>
                  </a:lnTo>
                  <a:lnTo>
                    <a:pt x="7104" y="303"/>
                  </a:lnTo>
                  <a:lnTo>
                    <a:pt x="7810" y="202"/>
                  </a:lnTo>
                  <a:lnTo>
                    <a:pt x="8577" y="142"/>
                  </a:lnTo>
                  <a:lnTo>
                    <a:pt x="9384" y="81"/>
                  </a:lnTo>
                  <a:close/>
                  <a:moveTo>
                    <a:pt x="9848" y="0"/>
                  </a:moveTo>
                  <a:lnTo>
                    <a:pt x="9303" y="20"/>
                  </a:lnTo>
                  <a:lnTo>
                    <a:pt x="8758" y="41"/>
                  </a:lnTo>
                  <a:lnTo>
                    <a:pt x="8234" y="81"/>
                  </a:lnTo>
                  <a:lnTo>
                    <a:pt x="7709" y="142"/>
                  </a:lnTo>
                  <a:lnTo>
                    <a:pt x="7184" y="202"/>
                  </a:lnTo>
                  <a:lnTo>
                    <a:pt x="6680" y="283"/>
                  </a:lnTo>
                  <a:lnTo>
                    <a:pt x="6175" y="384"/>
                  </a:lnTo>
                  <a:lnTo>
                    <a:pt x="5671" y="485"/>
                  </a:lnTo>
                  <a:lnTo>
                    <a:pt x="5166" y="606"/>
                  </a:lnTo>
                  <a:lnTo>
                    <a:pt x="4682" y="727"/>
                  </a:lnTo>
                  <a:lnTo>
                    <a:pt x="4117" y="908"/>
                  </a:lnTo>
                  <a:lnTo>
                    <a:pt x="3834" y="1009"/>
                  </a:lnTo>
                  <a:lnTo>
                    <a:pt x="3552" y="1130"/>
                  </a:lnTo>
                  <a:lnTo>
                    <a:pt x="3269" y="1272"/>
                  </a:lnTo>
                  <a:lnTo>
                    <a:pt x="3007" y="1433"/>
                  </a:lnTo>
                  <a:lnTo>
                    <a:pt x="2765" y="1635"/>
                  </a:lnTo>
                  <a:lnTo>
                    <a:pt x="2543" y="1837"/>
                  </a:lnTo>
                  <a:lnTo>
                    <a:pt x="2341" y="2079"/>
                  </a:lnTo>
                  <a:lnTo>
                    <a:pt x="2160" y="2341"/>
                  </a:lnTo>
                  <a:lnTo>
                    <a:pt x="1998" y="2624"/>
                  </a:lnTo>
                  <a:lnTo>
                    <a:pt x="1877" y="2926"/>
                  </a:lnTo>
                  <a:lnTo>
                    <a:pt x="1776" y="3229"/>
                  </a:lnTo>
                  <a:lnTo>
                    <a:pt x="1675" y="3552"/>
                  </a:lnTo>
                  <a:lnTo>
                    <a:pt x="1514" y="4178"/>
                  </a:lnTo>
                  <a:lnTo>
                    <a:pt x="1292" y="5106"/>
                  </a:lnTo>
                  <a:lnTo>
                    <a:pt x="1090" y="6014"/>
                  </a:lnTo>
                  <a:lnTo>
                    <a:pt x="908" y="6942"/>
                  </a:lnTo>
                  <a:lnTo>
                    <a:pt x="747" y="7870"/>
                  </a:lnTo>
                  <a:lnTo>
                    <a:pt x="606" y="8819"/>
                  </a:lnTo>
                  <a:lnTo>
                    <a:pt x="485" y="9747"/>
                  </a:lnTo>
                  <a:lnTo>
                    <a:pt x="364" y="10676"/>
                  </a:lnTo>
                  <a:lnTo>
                    <a:pt x="263" y="11624"/>
                  </a:lnTo>
                  <a:lnTo>
                    <a:pt x="182" y="12552"/>
                  </a:lnTo>
                  <a:lnTo>
                    <a:pt x="101" y="13501"/>
                  </a:lnTo>
                  <a:lnTo>
                    <a:pt x="61" y="14449"/>
                  </a:lnTo>
                  <a:lnTo>
                    <a:pt x="20" y="15377"/>
                  </a:lnTo>
                  <a:lnTo>
                    <a:pt x="0" y="16326"/>
                  </a:lnTo>
                  <a:lnTo>
                    <a:pt x="0" y="17274"/>
                  </a:lnTo>
                  <a:lnTo>
                    <a:pt x="20" y="18223"/>
                  </a:lnTo>
                  <a:lnTo>
                    <a:pt x="41" y="19171"/>
                  </a:lnTo>
                  <a:lnTo>
                    <a:pt x="81" y="19474"/>
                  </a:lnTo>
                  <a:lnTo>
                    <a:pt x="162" y="19797"/>
                  </a:lnTo>
                  <a:lnTo>
                    <a:pt x="263" y="20140"/>
                  </a:lnTo>
                  <a:lnTo>
                    <a:pt x="404" y="20483"/>
                  </a:lnTo>
                  <a:lnTo>
                    <a:pt x="565" y="20766"/>
                  </a:lnTo>
                  <a:lnTo>
                    <a:pt x="666" y="20907"/>
                  </a:lnTo>
                  <a:lnTo>
                    <a:pt x="767" y="21028"/>
                  </a:lnTo>
                  <a:lnTo>
                    <a:pt x="868" y="21129"/>
                  </a:lnTo>
                  <a:lnTo>
                    <a:pt x="969" y="21210"/>
                  </a:lnTo>
                  <a:lnTo>
                    <a:pt x="1070" y="21290"/>
                  </a:lnTo>
                  <a:lnTo>
                    <a:pt x="1191" y="21331"/>
                  </a:lnTo>
                  <a:lnTo>
                    <a:pt x="1332" y="21351"/>
                  </a:lnTo>
                  <a:lnTo>
                    <a:pt x="1433" y="21331"/>
                  </a:lnTo>
                  <a:lnTo>
                    <a:pt x="1514" y="21310"/>
                  </a:lnTo>
                  <a:lnTo>
                    <a:pt x="1615" y="21250"/>
                  </a:lnTo>
                  <a:lnTo>
                    <a:pt x="1716" y="21189"/>
                  </a:lnTo>
                  <a:lnTo>
                    <a:pt x="1796" y="21109"/>
                  </a:lnTo>
                  <a:lnTo>
                    <a:pt x="1897" y="21008"/>
                  </a:lnTo>
                  <a:lnTo>
                    <a:pt x="2059" y="20745"/>
                  </a:lnTo>
                  <a:lnTo>
                    <a:pt x="2119" y="20624"/>
                  </a:lnTo>
                  <a:lnTo>
                    <a:pt x="2180" y="20503"/>
                  </a:lnTo>
                  <a:lnTo>
                    <a:pt x="2260" y="20221"/>
                  </a:lnTo>
                  <a:lnTo>
                    <a:pt x="2301" y="19938"/>
                  </a:lnTo>
                  <a:lnTo>
                    <a:pt x="2341" y="19635"/>
                  </a:lnTo>
                  <a:lnTo>
                    <a:pt x="2422" y="19151"/>
                  </a:lnTo>
                  <a:lnTo>
                    <a:pt x="2462" y="18909"/>
                  </a:lnTo>
                  <a:lnTo>
                    <a:pt x="2543" y="18687"/>
                  </a:lnTo>
                  <a:lnTo>
                    <a:pt x="2725" y="18324"/>
                  </a:lnTo>
                  <a:lnTo>
                    <a:pt x="2926" y="17981"/>
                  </a:lnTo>
                  <a:lnTo>
                    <a:pt x="3169" y="17678"/>
                  </a:lnTo>
                  <a:lnTo>
                    <a:pt x="3411" y="17395"/>
                  </a:lnTo>
                  <a:lnTo>
                    <a:pt x="3673" y="17133"/>
                  </a:lnTo>
                  <a:lnTo>
                    <a:pt x="3935" y="16911"/>
                  </a:lnTo>
                  <a:lnTo>
                    <a:pt x="4198" y="16709"/>
                  </a:lnTo>
                  <a:lnTo>
                    <a:pt x="4440" y="16528"/>
                  </a:lnTo>
                  <a:lnTo>
                    <a:pt x="4904" y="16245"/>
                  </a:lnTo>
                  <a:lnTo>
                    <a:pt x="5388" y="15983"/>
                  </a:lnTo>
                  <a:lnTo>
                    <a:pt x="5913" y="15741"/>
                  </a:lnTo>
                  <a:lnTo>
                    <a:pt x="6418" y="15539"/>
                  </a:lnTo>
                  <a:lnTo>
                    <a:pt x="6962" y="15357"/>
                  </a:lnTo>
                  <a:lnTo>
                    <a:pt x="7487" y="15196"/>
                  </a:lnTo>
                  <a:lnTo>
                    <a:pt x="8032" y="15055"/>
                  </a:lnTo>
                  <a:lnTo>
                    <a:pt x="8557" y="14913"/>
                  </a:lnTo>
                  <a:lnTo>
                    <a:pt x="9404" y="14732"/>
                  </a:lnTo>
                  <a:lnTo>
                    <a:pt x="10272" y="14550"/>
                  </a:lnTo>
                  <a:lnTo>
                    <a:pt x="11119" y="14389"/>
                  </a:lnTo>
                  <a:lnTo>
                    <a:pt x="11987" y="14227"/>
                  </a:lnTo>
                  <a:lnTo>
                    <a:pt x="12835" y="14106"/>
                  </a:lnTo>
                  <a:lnTo>
                    <a:pt x="13703" y="13985"/>
                  </a:lnTo>
                  <a:lnTo>
                    <a:pt x="14550" y="13884"/>
                  </a:lnTo>
                  <a:lnTo>
                    <a:pt x="15398" y="13783"/>
                  </a:lnTo>
                  <a:lnTo>
                    <a:pt x="16265" y="13703"/>
                  </a:lnTo>
                  <a:lnTo>
                    <a:pt x="17113" y="13642"/>
                  </a:lnTo>
                  <a:lnTo>
                    <a:pt x="18808" y="13541"/>
                  </a:lnTo>
                  <a:lnTo>
                    <a:pt x="20483" y="13501"/>
                  </a:lnTo>
                  <a:lnTo>
                    <a:pt x="22138" y="13481"/>
                  </a:lnTo>
                  <a:lnTo>
                    <a:pt x="23772" y="13501"/>
                  </a:lnTo>
                  <a:lnTo>
                    <a:pt x="25387" y="13561"/>
                  </a:lnTo>
                  <a:lnTo>
                    <a:pt x="26981" y="13642"/>
                  </a:lnTo>
                  <a:lnTo>
                    <a:pt x="28515" y="13763"/>
                  </a:lnTo>
                  <a:lnTo>
                    <a:pt x="30028" y="13884"/>
                  </a:lnTo>
                  <a:lnTo>
                    <a:pt x="31501" y="14025"/>
                  </a:lnTo>
                  <a:lnTo>
                    <a:pt x="32934" y="14187"/>
                  </a:lnTo>
                  <a:lnTo>
                    <a:pt x="34306" y="14348"/>
                  </a:lnTo>
                  <a:lnTo>
                    <a:pt x="34831" y="14409"/>
                  </a:lnTo>
                  <a:lnTo>
                    <a:pt x="35356" y="14449"/>
                  </a:lnTo>
                  <a:lnTo>
                    <a:pt x="35860" y="14449"/>
                  </a:lnTo>
                  <a:lnTo>
                    <a:pt x="36123" y="14409"/>
                  </a:lnTo>
                  <a:lnTo>
                    <a:pt x="36385" y="14368"/>
                  </a:lnTo>
                  <a:lnTo>
                    <a:pt x="36647" y="14288"/>
                  </a:lnTo>
                  <a:lnTo>
                    <a:pt x="36910" y="14187"/>
                  </a:lnTo>
                  <a:lnTo>
                    <a:pt x="37152" y="14046"/>
                  </a:lnTo>
                  <a:lnTo>
                    <a:pt x="37374" y="13884"/>
                  </a:lnTo>
                  <a:lnTo>
                    <a:pt x="37555" y="13703"/>
                  </a:lnTo>
                  <a:lnTo>
                    <a:pt x="37717" y="13501"/>
                  </a:lnTo>
                  <a:lnTo>
                    <a:pt x="37838" y="13299"/>
                  </a:lnTo>
                  <a:lnTo>
                    <a:pt x="37919" y="13077"/>
                  </a:lnTo>
                  <a:lnTo>
                    <a:pt x="37959" y="12895"/>
                  </a:lnTo>
                  <a:lnTo>
                    <a:pt x="37979" y="12694"/>
                  </a:lnTo>
                  <a:lnTo>
                    <a:pt x="37979" y="12492"/>
                  </a:lnTo>
                  <a:lnTo>
                    <a:pt x="37939" y="12290"/>
                  </a:lnTo>
                  <a:lnTo>
                    <a:pt x="37898" y="12068"/>
                  </a:lnTo>
                  <a:lnTo>
                    <a:pt x="37818" y="11826"/>
                  </a:lnTo>
                  <a:lnTo>
                    <a:pt x="37737" y="11604"/>
                  </a:lnTo>
                  <a:lnTo>
                    <a:pt x="37616" y="11341"/>
                  </a:lnTo>
                  <a:lnTo>
                    <a:pt x="37414" y="10998"/>
                  </a:lnTo>
                  <a:lnTo>
                    <a:pt x="37212" y="10655"/>
                  </a:lnTo>
                  <a:lnTo>
                    <a:pt x="36970" y="10312"/>
                  </a:lnTo>
                  <a:lnTo>
                    <a:pt x="36708" y="9969"/>
                  </a:lnTo>
                  <a:lnTo>
                    <a:pt x="36405" y="9626"/>
                  </a:lnTo>
                  <a:lnTo>
                    <a:pt x="36062" y="9283"/>
                  </a:lnTo>
                  <a:lnTo>
                    <a:pt x="35699" y="8920"/>
                  </a:lnTo>
                  <a:lnTo>
                    <a:pt x="35315" y="8577"/>
                  </a:lnTo>
                  <a:lnTo>
                    <a:pt x="34569" y="7931"/>
                  </a:lnTo>
                  <a:lnTo>
                    <a:pt x="33782" y="7346"/>
                  </a:lnTo>
                  <a:lnTo>
                    <a:pt x="32995" y="6781"/>
                  </a:lnTo>
                  <a:lnTo>
                    <a:pt x="32187" y="6256"/>
                  </a:lnTo>
                  <a:lnTo>
                    <a:pt x="31360" y="5772"/>
                  </a:lnTo>
                  <a:lnTo>
                    <a:pt x="30512" y="5308"/>
                  </a:lnTo>
                  <a:lnTo>
                    <a:pt x="29665" y="4864"/>
                  </a:lnTo>
                  <a:lnTo>
                    <a:pt x="28797" y="4460"/>
                  </a:lnTo>
                  <a:lnTo>
                    <a:pt x="27929" y="4077"/>
                  </a:lnTo>
                  <a:lnTo>
                    <a:pt x="27062" y="3734"/>
                  </a:lnTo>
                  <a:lnTo>
                    <a:pt x="26194" y="3390"/>
                  </a:lnTo>
                  <a:lnTo>
                    <a:pt x="25306" y="3088"/>
                  </a:lnTo>
                  <a:lnTo>
                    <a:pt x="24458" y="2785"/>
                  </a:lnTo>
                  <a:lnTo>
                    <a:pt x="23591" y="2503"/>
                  </a:lnTo>
                  <a:lnTo>
                    <a:pt x="21896" y="1998"/>
                  </a:lnTo>
                  <a:lnTo>
                    <a:pt x="20685" y="1635"/>
                  </a:lnTo>
                  <a:lnTo>
                    <a:pt x="19494" y="1332"/>
                  </a:lnTo>
                  <a:lnTo>
                    <a:pt x="18364" y="1050"/>
                  </a:lnTo>
                  <a:lnTo>
                    <a:pt x="17295" y="807"/>
                  </a:lnTo>
                  <a:lnTo>
                    <a:pt x="16245" y="585"/>
                  </a:lnTo>
                  <a:lnTo>
                    <a:pt x="15236" y="404"/>
                  </a:lnTo>
                  <a:lnTo>
                    <a:pt x="14268" y="263"/>
                  </a:lnTo>
                  <a:lnTo>
                    <a:pt x="13299" y="162"/>
                  </a:lnTo>
                  <a:lnTo>
                    <a:pt x="12128" y="61"/>
                  </a:lnTo>
                  <a:lnTo>
                    <a:pt x="10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10"/>
            <p:cNvSpPr/>
            <p:nvPr/>
          </p:nvSpPr>
          <p:spPr>
            <a:xfrm flipH="1">
              <a:off x="749899" y="-4949394"/>
              <a:ext cx="1884195" cy="733450"/>
            </a:xfrm>
            <a:custGeom>
              <a:rect b="b" l="l" r="r" t="t"/>
              <a:pathLst>
                <a:path extrusionOk="0" h="13119" w="33702">
                  <a:moveTo>
                    <a:pt x="8436" y="82"/>
                  </a:moveTo>
                  <a:lnTo>
                    <a:pt x="9041" y="102"/>
                  </a:lnTo>
                  <a:lnTo>
                    <a:pt x="9667" y="142"/>
                  </a:lnTo>
                  <a:lnTo>
                    <a:pt x="10312" y="183"/>
                  </a:lnTo>
                  <a:lnTo>
                    <a:pt x="10978" y="263"/>
                  </a:lnTo>
                  <a:lnTo>
                    <a:pt x="12532" y="465"/>
                  </a:lnTo>
                  <a:lnTo>
                    <a:pt x="14005" y="707"/>
                  </a:lnTo>
                  <a:lnTo>
                    <a:pt x="15398" y="949"/>
                  </a:lnTo>
                  <a:lnTo>
                    <a:pt x="16689" y="1192"/>
                  </a:lnTo>
                  <a:lnTo>
                    <a:pt x="17900" y="1454"/>
                  </a:lnTo>
                  <a:lnTo>
                    <a:pt x="19030" y="1716"/>
                  </a:lnTo>
                  <a:lnTo>
                    <a:pt x="20080" y="1979"/>
                  </a:lnTo>
                  <a:lnTo>
                    <a:pt x="21048" y="2241"/>
                  </a:lnTo>
                  <a:lnTo>
                    <a:pt x="21956" y="2523"/>
                  </a:lnTo>
                  <a:lnTo>
                    <a:pt x="22804" y="2786"/>
                  </a:lnTo>
                  <a:lnTo>
                    <a:pt x="23571" y="3068"/>
                  </a:lnTo>
                  <a:lnTo>
                    <a:pt x="24277" y="3331"/>
                  </a:lnTo>
                  <a:lnTo>
                    <a:pt x="24943" y="3593"/>
                  </a:lnTo>
                  <a:lnTo>
                    <a:pt x="25548" y="3835"/>
                  </a:lnTo>
                  <a:lnTo>
                    <a:pt x="26598" y="4320"/>
                  </a:lnTo>
                  <a:lnTo>
                    <a:pt x="27607" y="4824"/>
                  </a:lnTo>
                  <a:lnTo>
                    <a:pt x="28071" y="5066"/>
                  </a:lnTo>
                  <a:lnTo>
                    <a:pt x="28535" y="5329"/>
                  </a:lnTo>
                  <a:lnTo>
                    <a:pt x="28999" y="5611"/>
                  </a:lnTo>
                  <a:lnTo>
                    <a:pt x="29423" y="5894"/>
                  </a:lnTo>
                  <a:lnTo>
                    <a:pt x="29847" y="6176"/>
                  </a:lnTo>
                  <a:lnTo>
                    <a:pt x="30271" y="6459"/>
                  </a:lnTo>
                  <a:lnTo>
                    <a:pt x="30654" y="6761"/>
                  </a:lnTo>
                  <a:lnTo>
                    <a:pt x="31058" y="7064"/>
                  </a:lnTo>
                  <a:lnTo>
                    <a:pt x="31421" y="7367"/>
                  </a:lnTo>
                  <a:lnTo>
                    <a:pt x="31784" y="7690"/>
                  </a:lnTo>
                  <a:lnTo>
                    <a:pt x="32127" y="8012"/>
                  </a:lnTo>
                  <a:lnTo>
                    <a:pt x="32450" y="8335"/>
                  </a:lnTo>
                  <a:lnTo>
                    <a:pt x="32773" y="8678"/>
                  </a:lnTo>
                  <a:lnTo>
                    <a:pt x="33076" y="9021"/>
                  </a:lnTo>
                  <a:lnTo>
                    <a:pt x="33237" y="9223"/>
                  </a:lnTo>
                  <a:lnTo>
                    <a:pt x="33378" y="9425"/>
                  </a:lnTo>
                  <a:lnTo>
                    <a:pt x="33520" y="9667"/>
                  </a:lnTo>
                  <a:lnTo>
                    <a:pt x="33560" y="9788"/>
                  </a:lnTo>
                  <a:lnTo>
                    <a:pt x="33600" y="9909"/>
                  </a:lnTo>
                  <a:lnTo>
                    <a:pt x="33620" y="10030"/>
                  </a:lnTo>
                  <a:lnTo>
                    <a:pt x="33620" y="10172"/>
                  </a:lnTo>
                  <a:lnTo>
                    <a:pt x="33600" y="10293"/>
                  </a:lnTo>
                  <a:lnTo>
                    <a:pt x="33580" y="10414"/>
                  </a:lnTo>
                  <a:lnTo>
                    <a:pt x="33520" y="10535"/>
                  </a:lnTo>
                  <a:lnTo>
                    <a:pt x="33459" y="10636"/>
                  </a:lnTo>
                  <a:lnTo>
                    <a:pt x="33378" y="10737"/>
                  </a:lnTo>
                  <a:lnTo>
                    <a:pt x="33257" y="10797"/>
                  </a:lnTo>
                  <a:lnTo>
                    <a:pt x="33176" y="10838"/>
                  </a:lnTo>
                  <a:lnTo>
                    <a:pt x="33096" y="10858"/>
                  </a:lnTo>
                  <a:lnTo>
                    <a:pt x="32894" y="10878"/>
                  </a:lnTo>
                  <a:lnTo>
                    <a:pt x="32692" y="10858"/>
                  </a:lnTo>
                  <a:lnTo>
                    <a:pt x="32470" y="10817"/>
                  </a:lnTo>
                  <a:lnTo>
                    <a:pt x="29019" y="10152"/>
                  </a:lnTo>
                  <a:lnTo>
                    <a:pt x="26840" y="9748"/>
                  </a:lnTo>
                  <a:lnTo>
                    <a:pt x="25750" y="9566"/>
                  </a:lnTo>
                  <a:lnTo>
                    <a:pt x="24640" y="9385"/>
                  </a:lnTo>
                  <a:lnTo>
                    <a:pt x="23551" y="9223"/>
                  </a:lnTo>
                  <a:lnTo>
                    <a:pt x="22420" y="9102"/>
                  </a:lnTo>
                  <a:lnTo>
                    <a:pt x="21311" y="9021"/>
                  </a:lnTo>
                  <a:lnTo>
                    <a:pt x="20201" y="8981"/>
                  </a:lnTo>
                  <a:lnTo>
                    <a:pt x="19071" y="8961"/>
                  </a:lnTo>
                  <a:lnTo>
                    <a:pt x="17941" y="9021"/>
                  </a:lnTo>
                  <a:lnTo>
                    <a:pt x="16831" y="9102"/>
                  </a:lnTo>
                  <a:lnTo>
                    <a:pt x="15721" y="9223"/>
                  </a:lnTo>
                  <a:lnTo>
                    <a:pt x="14591" y="9385"/>
                  </a:lnTo>
                  <a:lnTo>
                    <a:pt x="13501" y="9566"/>
                  </a:lnTo>
                  <a:lnTo>
                    <a:pt x="12391" y="9788"/>
                  </a:lnTo>
                  <a:lnTo>
                    <a:pt x="11281" y="10051"/>
                  </a:lnTo>
                  <a:lnTo>
                    <a:pt x="10191" y="10313"/>
                  </a:lnTo>
                  <a:lnTo>
                    <a:pt x="9081" y="10596"/>
                  </a:lnTo>
                  <a:lnTo>
                    <a:pt x="7992" y="10918"/>
                  </a:lnTo>
                  <a:lnTo>
                    <a:pt x="6922" y="11241"/>
                  </a:lnTo>
                  <a:lnTo>
                    <a:pt x="4763" y="11907"/>
                  </a:lnTo>
                  <a:lnTo>
                    <a:pt x="2604" y="12593"/>
                  </a:lnTo>
                  <a:lnTo>
                    <a:pt x="1595" y="12936"/>
                  </a:lnTo>
                  <a:lnTo>
                    <a:pt x="1433" y="12977"/>
                  </a:lnTo>
                  <a:lnTo>
                    <a:pt x="1231" y="13017"/>
                  </a:lnTo>
                  <a:lnTo>
                    <a:pt x="1050" y="13037"/>
                  </a:lnTo>
                  <a:lnTo>
                    <a:pt x="949" y="13037"/>
                  </a:lnTo>
                  <a:lnTo>
                    <a:pt x="868" y="13017"/>
                  </a:lnTo>
                  <a:lnTo>
                    <a:pt x="767" y="12997"/>
                  </a:lnTo>
                  <a:lnTo>
                    <a:pt x="687" y="12957"/>
                  </a:lnTo>
                  <a:lnTo>
                    <a:pt x="606" y="12896"/>
                  </a:lnTo>
                  <a:lnTo>
                    <a:pt x="525" y="12835"/>
                  </a:lnTo>
                  <a:lnTo>
                    <a:pt x="404" y="12674"/>
                  </a:lnTo>
                  <a:lnTo>
                    <a:pt x="323" y="12492"/>
                  </a:lnTo>
                  <a:lnTo>
                    <a:pt x="243" y="12291"/>
                  </a:lnTo>
                  <a:lnTo>
                    <a:pt x="202" y="12089"/>
                  </a:lnTo>
                  <a:lnTo>
                    <a:pt x="162" y="11867"/>
                  </a:lnTo>
                  <a:lnTo>
                    <a:pt x="142" y="11665"/>
                  </a:lnTo>
                  <a:lnTo>
                    <a:pt x="101" y="10838"/>
                  </a:lnTo>
                  <a:lnTo>
                    <a:pt x="81" y="9990"/>
                  </a:lnTo>
                  <a:lnTo>
                    <a:pt x="101" y="9163"/>
                  </a:lnTo>
                  <a:lnTo>
                    <a:pt x="142" y="8315"/>
                  </a:lnTo>
                  <a:lnTo>
                    <a:pt x="202" y="7488"/>
                  </a:lnTo>
                  <a:lnTo>
                    <a:pt x="283" y="6660"/>
                  </a:lnTo>
                  <a:lnTo>
                    <a:pt x="404" y="5833"/>
                  </a:lnTo>
                  <a:lnTo>
                    <a:pt x="545" y="5006"/>
                  </a:lnTo>
                  <a:lnTo>
                    <a:pt x="666" y="4441"/>
                  </a:lnTo>
                  <a:lnTo>
                    <a:pt x="808" y="3896"/>
                  </a:lnTo>
                  <a:lnTo>
                    <a:pt x="909" y="3654"/>
                  </a:lnTo>
                  <a:lnTo>
                    <a:pt x="989" y="3411"/>
                  </a:lnTo>
                  <a:lnTo>
                    <a:pt x="1110" y="3189"/>
                  </a:lnTo>
                  <a:lnTo>
                    <a:pt x="1231" y="2967"/>
                  </a:lnTo>
                  <a:lnTo>
                    <a:pt x="1413" y="2685"/>
                  </a:lnTo>
                  <a:lnTo>
                    <a:pt x="1635" y="2402"/>
                  </a:lnTo>
                  <a:lnTo>
                    <a:pt x="1877" y="2140"/>
                  </a:lnTo>
                  <a:lnTo>
                    <a:pt x="2160" y="1898"/>
                  </a:lnTo>
                  <a:lnTo>
                    <a:pt x="2462" y="1656"/>
                  </a:lnTo>
                  <a:lnTo>
                    <a:pt x="2805" y="1434"/>
                  </a:lnTo>
                  <a:lnTo>
                    <a:pt x="3189" y="1232"/>
                  </a:lnTo>
                  <a:lnTo>
                    <a:pt x="3572" y="1030"/>
                  </a:lnTo>
                  <a:lnTo>
                    <a:pt x="4117" y="808"/>
                  </a:lnTo>
                  <a:lnTo>
                    <a:pt x="4662" y="627"/>
                  </a:lnTo>
                  <a:lnTo>
                    <a:pt x="5227" y="465"/>
                  </a:lnTo>
                  <a:lnTo>
                    <a:pt x="5832" y="324"/>
                  </a:lnTo>
                  <a:lnTo>
                    <a:pt x="6438" y="223"/>
                  </a:lnTo>
                  <a:lnTo>
                    <a:pt x="7084" y="142"/>
                  </a:lnTo>
                  <a:lnTo>
                    <a:pt x="7750" y="102"/>
                  </a:lnTo>
                  <a:lnTo>
                    <a:pt x="8436" y="82"/>
                  </a:lnTo>
                  <a:close/>
                  <a:moveTo>
                    <a:pt x="8335" y="1"/>
                  </a:moveTo>
                  <a:lnTo>
                    <a:pt x="7830" y="21"/>
                  </a:lnTo>
                  <a:lnTo>
                    <a:pt x="7346" y="41"/>
                  </a:lnTo>
                  <a:lnTo>
                    <a:pt x="6882" y="82"/>
                  </a:lnTo>
                  <a:lnTo>
                    <a:pt x="6438" y="142"/>
                  </a:lnTo>
                  <a:lnTo>
                    <a:pt x="5974" y="223"/>
                  </a:lnTo>
                  <a:lnTo>
                    <a:pt x="5550" y="304"/>
                  </a:lnTo>
                  <a:lnTo>
                    <a:pt x="5126" y="405"/>
                  </a:lnTo>
                  <a:lnTo>
                    <a:pt x="4723" y="526"/>
                  </a:lnTo>
                  <a:lnTo>
                    <a:pt x="4319" y="647"/>
                  </a:lnTo>
                  <a:lnTo>
                    <a:pt x="3915" y="808"/>
                  </a:lnTo>
                  <a:lnTo>
                    <a:pt x="3552" y="970"/>
                  </a:lnTo>
                  <a:lnTo>
                    <a:pt x="3149" y="1151"/>
                  </a:lnTo>
                  <a:lnTo>
                    <a:pt x="2765" y="1373"/>
                  </a:lnTo>
                  <a:lnTo>
                    <a:pt x="2422" y="1595"/>
                  </a:lnTo>
                  <a:lnTo>
                    <a:pt x="2099" y="1837"/>
                  </a:lnTo>
                  <a:lnTo>
                    <a:pt x="1817" y="2080"/>
                  </a:lnTo>
                  <a:lnTo>
                    <a:pt x="1575" y="2362"/>
                  </a:lnTo>
                  <a:lnTo>
                    <a:pt x="1353" y="2624"/>
                  </a:lnTo>
                  <a:lnTo>
                    <a:pt x="1151" y="2927"/>
                  </a:lnTo>
                  <a:lnTo>
                    <a:pt x="1030" y="3169"/>
                  </a:lnTo>
                  <a:lnTo>
                    <a:pt x="909" y="3432"/>
                  </a:lnTo>
                  <a:lnTo>
                    <a:pt x="808" y="3694"/>
                  </a:lnTo>
                  <a:lnTo>
                    <a:pt x="707" y="3956"/>
                  </a:lnTo>
                  <a:lnTo>
                    <a:pt x="586" y="4481"/>
                  </a:lnTo>
                  <a:lnTo>
                    <a:pt x="465" y="4985"/>
                  </a:lnTo>
                  <a:lnTo>
                    <a:pt x="323" y="5813"/>
                  </a:lnTo>
                  <a:lnTo>
                    <a:pt x="222" y="6660"/>
                  </a:lnTo>
                  <a:lnTo>
                    <a:pt x="122" y="7488"/>
                  </a:lnTo>
                  <a:lnTo>
                    <a:pt x="61" y="8315"/>
                  </a:lnTo>
                  <a:lnTo>
                    <a:pt x="21" y="9163"/>
                  </a:lnTo>
                  <a:lnTo>
                    <a:pt x="0" y="9990"/>
                  </a:lnTo>
                  <a:lnTo>
                    <a:pt x="21" y="10838"/>
                  </a:lnTo>
                  <a:lnTo>
                    <a:pt x="61" y="11665"/>
                  </a:lnTo>
                  <a:lnTo>
                    <a:pt x="101" y="11968"/>
                  </a:lnTo>
                  <a:lnTo>
                    <a:pt x="142" y="12230"/>
                  </a:lnTo>
                  <a:lnTo>
                    <a:pt x="222" y="12452"/>
                  </a:lnTo>
                  <a:lnTo>
                    <a:pt x="303" y="12654"/>
                  </a:lnTo>
                  <a:lnTo>
                    <a:pt x="404" y="12815"/>
                  </a:lnTo>
                  <a:lnTo>
                    <a:pt x="545" y="12936"/>
                  </a:lnTo>
                  <a:lnTo>
                    <a:pt x="687" y="13037"/>
                  </a:lnTo>
                  <a:lnTo>
                    <a:pt x="848" y="13098"/>
                  </a:lnTo>
                  <a:lnTo>
                    <a:pt x="949" y="13118"/>
                  </a:lnTo>
                  <a:lnTo>
                    <a:pt x="1191" y="13118"/>
                  </a:lnTo>
                  <a:lnTo>
                    <a:pt x="1353" y="13078"/>
                  </a:lnTo>
                  <a:lnTo>
                    <a:pt x="1615" y="12997"/>
                  </a:lnTo>
                  <a:lnTo>
                    <a:pt x="2644" y="12674"/>
                  </a:lnTo>
                  <a:lnTo>
                    <a:pt x="4783" y="11988"/>
                  </a:lnTo>
                  <a:lnTo>
                    <a:pt x="6942" y="11302"/>
                  </a:lnTo>
                  <a:lnTo>
                    <a:pt x="8012" y="10999"/>
                  </a:lnTo>
                  <a:lnTo>
                    <a:pt x="9102" y="10676"/>
                  </a:lnTo>
                  <a:lnTo>
                    <a:pt x="10191" y="10394"/>
                  </a:lnTo>
                  <a:lnTo>
                    <a:pt x="11301" y="10131"/>
                  </a:lnTo>
                  <a:lnTo>
                    <a:pt x="12391" y="9869"/>
                  </a:lnTo>
                  <a:lnTo>
                    <a:pt x="13501" y="9647"/>
                  </a:lnTo>
                  <a:lnTo>
                    <a:pt x="14611" y="9465"/>
                  </a:lnTo>
                  <a:lnTo>
                    <a:pt x="15721" y="9304"/>
                  </a:lnTo>
                  <a:lnTo>
                    <a:pt x="16831" y="9183"/>
                  </a:lnTo>
                  <a:lnTo>
                    <a:pt x="17961" y="9102"/>
                  </a:lnTo>
                  <a:lnTo>
                    <a:pt x="19071" y="9042"/>
                  </a:lnTo>
                  <a:lnTo>
                    <a:pt x="20201" y="9062"/>
                  </a:lnTo>
                  <a:lnTo>
                    <a:pt x="21311" y="9102"/>
                  </a:lnTo>
                  <a:lnTo>
                    <a:pt x="22420" y="9183"/>
                  </a:lnTo>
                  <a:lnTo>
                    <a:pt x="23530" y="9304"/>
                  </a:lnTo>
                  <a:lnTo>
                    <a:pt x="24640" y="9465"/>
                  </a:lnTo>
                  <a:lnTo>
                    <a:pt x="25750" y="9647"/>
                  </a:lnTo>
                  <a:lnTo>
                    <a:pt x="26840" y="9829"/>
                  </a:lnTo>
                  <a:lnTo>
                    <a:pt x="28999" y="10232"/>
                  </a:lnTo>
                  <a:lnTo>
                    <a:pt x="32470" y="10898"/>
                  </a:lnTo>
                  <a:lnTo>
                    <a:pt x="32692" y="10939"/>
                  </a:lnTo>
                  <a:lnTo>
                    <a:pt x="32894" y="10959"/>
                  </a:lnTo>
                  <a:lnTo>
                    <a:pt x="33116" y="10939"/>
                  </a:lnTo>
                  <a:lnTo>
                    <a:pt x="33197" y="10918"/>
                  </a:lnTo>
                  <a:lnTo>
                    <a:pt x="33298" y="10878"/>
                  </a:lnTo>
                  <a:lnTo>
                    <a:pt x="33419" y="10797"/>
                  </a:lnTo>
                  <a:lnTo>
                    <a:pt x="33520" y="10696"/>
                  </a:lnTo>
                  <a:lnTo>
                    <a:pt x="33600" y="10575"/>
                  </a:lnTo>
                  <a:lnTo>
                    <a:pt x="33661" y="10454"/>
                  </a:lnTo>
                  <a:lnTo>
                    <a:pt x="33681" y="10313"/>
                  </a:lnTo>
                  <a:lnTo>
                    <a:pt x="33701" y="10172"/>
                  </a:lnTo>
                  <a:lnTo>
                    <a:pt x="33701" y="10030"/>
                  </a:lnTo>
                  <a:lnTo>
                    <a:pt x="33681" y="9889"/>
                  </a:lnTo>
                  <a:lnTo>
                    <a:pt x="33641" y="9768"/>
                  </a:lnTo>
                  <a:lnTo>
                    <a:pt x="33600" y="9627"/>
                  </a:lnTo>
                  <a:lnTo>
                    <a:pt x="33459" y="9385"/>
                  </a:lnTo>
                  <a:lnTo>
                    <a:pt x="33298" y="9163"/>
                  </a:lnTo>
                  <a:lnTo>
                    <a:pt x="33136" y="8961"/>
                  </a:lnTo>
                  <a:lnTo>
                    <a:pt x="32833" y="8618"/>
                  </a:lnTo>
                  <a:lnTo>
                    <a:pt x="32511" y="8275"/>
                  </a:lnTo>
                  <a:lnTo>
                    <a:pt x="32188" y="7952"/>
                  </a:lnTo>
                  <a:lnTo>
                    <a:pt x="31824" y="7629"/>
                  </a:lnTo>
                  <a:lnTo>
                    <a:pt x="31481" y="7306"/>
                  </a:lnTo>
                  <a:lnTo>
                    <a:pt x="31098" y="7003"/>
                  </a:lnTo>
                  <a:lnTo>
                    <a:pt x="30714" y="6701"/>
                  </a:lnTo>
                  <a:lnTo>
                    <a:pt x="30311" y="6398"/>
                  </a:lnTo>
                  <a:lnTo>
                    <a:pt x="29907" y="6095"/>
                  </a:lnTo>
                  <a:lnTo>
                    <a:pt x="29483" y="5813"/>
                  </a:lnTo>
                  <a:lnTo>
                    <a:pt x="29040" y="5530"/>
                  </a:lnTo>
                  <a:lnTo>
                    <a:pt x="28575" y="5268"/>
                  </a:lnTo>
                  <a:lnTo>
                    <a:pt x="28111" y="5006"/>
                  </a:lnTo>
                  <a:lnTo>
                    <a:pt x="27627" y="4743"/>
                  </a:lnTo>
                  <a:lnTo>
                    <a:pt x="26638" y="4259"/>
                  </a:lnTo>
                  <a:lnTo>
                    <a:pt x="25569" y="3775"/>
                  </a:lnTo>
                  <a:lnTo>
                    <a:pt x="24963" y="3512"/>
                  </a:lnTo>
                  <a:lnTo>
                    <a:pt x="24317" y="3250"/>
                  </a:lnTo>
                  <a:lnTo>
                    <a:pt x="23591" y="2988"/>
                  </a:lnTo>
                  <a:lnTo>
                    <a:pt x="22824" y="2725"/>
                  </a:lnTo>
                  <a:lnTo>
                    <a:pt x="21977" y="2443"/>
                  </a:lnTo>
                  <a:lnTo>
                    <a:pt x="21068" y="2180"/>
                  </a:lnTo>
                  <a:lnTo>
                    <a:pt x="20100" y="1898"/>
                  </a:lnTo>
                  <a:lnTo>
                    <a:pt x="19050" y="1636"/>
                  </a:lnTo>
                  <a:lnTo>
                    <a:pt x="17920" y="1373"/>
                  </a:lnTo>
                  <a:lnTo>
                    <a:pt x="16710" y="1111"/>
                  </a:lnTo>
                  <a:lnTo>
                    <a:pt x="15398" y="869"/>
                  </a:lnTo>
                  <a:lnTo>
                    <a:pt x="14026" y="627"/>
                  </a:lnTo>
                  <a:lnTo>
                    <a:pt x="12552" y="405"/>
                  </a:lnTo>
                  <a:lnTo>
                    <a:pt x="10978" y="183"/>
                  </a:lnTo>
                  <a:lnTo>
                    <a:pt x="10413" y="122"/>
                  </a:lnTo>
                  <a:lnTo>
                    <a:pt x="9889" y="62"/>
                  </a:lnTo>
                  <a:lnTo>
                    <a:pt x="9344" y="41"/>
                  </a:lnTo>
                  <a:lnTo>
                    <a:pt x="8839" y="21"/>
                  </a:lnTo>
                  <a:lnTo>
                    <a:pt x="83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" name="Google Shape;766;p10"/>
          <p:cNvSpPr/>
          <p:nvPr/>
        </p:nvSpPr>
        <p:spPr>
          <a:xfrm>
            <a:off x="131905" y="3777016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" name="Google Shape;767;p10"/>
          <p:cNvSpPr/>
          <p:nvPr/>
        </p:nvSpPr>
        <p:spPr>
          <a:xfrm rot="5400000">
            <a:off x="739740" y="4382123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" name="Google Shape;768;p10"/>
          <p:cNvSpPr/>
          <p:nvPr/>
        </p:nvSpPr>
        <p:spPr>
          <a:xfrm rot="5400000">
            <a:off x="131905" y="4382118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" name="Google Shape;769;p10"/>
          <p:cNvGrpSpPr/>
          <p:nvPr/>
        </p:nvGrpSpPr>
        <p:grpSpPr>
          <a:xfrm>
            <a:off x="7934296" y="4599416"/>
            <a:ext cx="1209708" cy="1147945"/>
            <a:chOff x="5235125" y="2636100"/>
            <a:chExt cx="796175" cy="755525"/>
          </a:xfrm>
        </p:grpSpPr>
        <p:sp>
          <p:nvSpPr>
            <p:cNvPr id="770" name="Google Shape;770;p10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10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10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10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10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10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10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10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10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10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10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10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10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10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10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10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10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10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10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10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10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10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10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10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10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10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10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10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10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10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10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10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10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10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10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10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10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10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10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10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10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10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10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10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10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10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10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10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10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10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10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10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10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10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10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10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10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10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10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10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10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10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10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10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" name="Google Shape;834;p10"/>
          <p:cNvSpPr txBox="1"/>
          <p:nvPr>
            <p:ph idx="1" type="body"/>
          </p:nvPr>
        </p:nvSpPr>
        <p:spPr>
          <a:xfrm>
            <a:off x="713225" y="844300"/>
            <a:ext cx="3402900" cy="72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800">
                <a:latin typeface="Lexend Deca"/>
                <a:ea typeface="Lexend Deca"/>
                <a:cs typeface="Lexend Deca"/>
                <a:sym typeface="Lexend Deca"/>
              </a:defRPr>
            </a:lvl1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835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" name="Google Shape;836;p11"/>
          <p:cNvSpPr txBox="1"/>
          <p:nvPr>
            <p:ph hasCustomPrompt="1" type="title"/>
          </p:nvPr>
        </p:nvSpPr>
        <p:spPr>
          <a:xfrm>
            <a:off x="1517400" y="1704150"/>
            <a:ext cx="6109200" cy="137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0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37" name="Google Shape;837;p11"/>
          <p:cNvSpPr txBox="1"/>
          <p:nvPr>
            <p:ph idx="1" type="body"/>
          </p:nvPr>
        </p:nvSpPr>
        <p:spPr>
          <a:xfrm>
            <a:off x="1576800" y="3241200"/>
            <a:ext cx="59904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algn="ctr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ctr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ctr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ctr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ctr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ctr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838" name="Google Shape;838;p11"/>
          <p:cNvSpPr/>
          <p:nvPr/>
        </p:nvSpPr>
        <p:spPr>
          <a:xfrm flipH="1">
            <a:off x="7635600" y="-11400"/>
            <a:ext cx="1521600" cy="5166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" name="Google Shape;839;p11"/>
          <p:cNvSpPr/>
          <p:nvPr/>
        </p:nvSpPr>
        <p:spPr>
          <a:xfrm flipH="1">
            <a:off x="-99" y="-11400"/>
            <a:ext cx="1521600" cy="5166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" name="Google Shape;840;p11"/>
          <p:cNvSpPr/>
          <p:nvPr/>
        </p:nvSpPr>
        <p:spPr>
          <a:xfrm flipH="1" rot="10800000">
            <a:off x="-5" y="10453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" name="Google Shape;841;p11"/>
          <p:cNvSpPr/>
          <p:nvPr/>
        </p:nvSpPr>
        <p:spPr>
          <a:xfrm rot="10800000">
            <a:off x="333238" y="144117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" name="Google Shape;842;p11"/>
          <p:cNvSpPr/>
          <p:nvPr/>
        </p:nvSpPr>
        <p:spPr>
          <a:xfrm>
            <a:off x="8457005" y="3773706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" name="Google Shape;843;p11"/>
          <p:cNvSpPr/>
          <p:nvPr/>
        </p:nvSpPr>
        <p:spPr>
          <a:xfrm rot="5400000">
            <a:off x="8457005" y="4378808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" name="Google Shape;844;p11"/>
          <p:cNvGrpSpPr/>
          <p:nvPr/>
        </p:nvGrpSpPr>
        <p:grpSpPr>
          <a:xfrm>
            <a:off x="3970508" y="100006"/>
            <a:ext cx="1202833" cy="365416"/>
            <a:chOff x="3973358" y="4599416"/>
            <a:chExt cx="1202833" cy="365416"/>
          </a:xfrm>
        </p:grpSpPr>
        <p:sp>
          <p:nvSpPr>
            <p:cNvPr id="845" name="Google Shape;845;p11"/>
            <p:cNvSpPr/>
            <p:nvPr/>
          </p:nvSpPr>
          <p:spPr>
            <a:xfrm>
              <a:off x="4465301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4632321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11"/>
            <p:cNvSpPr/>
            <p:nvPr/>
          </p:nvSpPr>
          <p:spPr>
            <a:xfrm>
              <a:off x="4466821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11"/>
            <p:cNvSpPr/>
            <p:nvPr/>
          </p:nvSpPr>
          <p:spPr>
            <a:xfrm>
              <a:off x="4630042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11"/>
            <p:cNvSpPr/>
            <p:nvPr/>
          </p:nvSpPr>
          <p:spPr>
            <a:xfrm>
              <a:off x="4796303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11"/>
            <p:cNvSpPr/>
            <p:nvPr/>
          </p:nvSpPr>
          <p:spPr>
            <a:xfrm>
              <a:off x="4459186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11"/>
            <p:cNvSpPr/>
            <p:nvPr/>
          </p:nvSpPr>
          <p:spPr>
            <a:xfrm>
              <a:off x="4631562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11"/>
            <p:cNvSpPr/>
            <p:nvPr/>
          </p:nvSpPr>
          <p:spPr>
            <a:xfrm>
              <a:off x="4796303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11"/>
            <p:cNvSpPr/>
            <p:nvPr/>
          </p:nvSpPr>
          <p:spPr>
            <a:xfrm>
              <a:off x="4797100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11"/>
            <p:cNvSpPr/>
            <p:nvPr/>
          </p:nvSpPr>
          <p:spPr>
            <a:xfrm>
              <a:off x="4961082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11"/>
            <p:cNvSpPr/>
            <p:nvPr/>
          </p:nvSpPr>
          <p:spPr>
            <a:xfrm>
              <a:off x="4303599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11"/>
            <p:cNvSpPr/>
            <p:nvPr/>
          </p:nvSpPr>
          <p:spPr>
            <a:xfrm>
              <a:off x="4303599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11"/>
            <p:cNvSpPr/>
            <p:nvPr/>
          </p:nvSpPr>
          <p:spPr>
            <a:xfrm>
              <a:off x="4960322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11"/>
            <p:cNvSpPr/>
            <p:nvPr/>
          </p:nvSpPr>
          <p:spPr>
            <a:xfrm>
              <a:off x="4959524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11"/>
            <p:cNvSpPr/>
            <p:nvPr/>
          </p:nvSpPr>
          <p:spPr>
            <a:xfrm>
              <a:off x="4302840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11"/>
            <p:cNvSpPr/>
            <p:nvPr/>
          </p:nvSpPr>
          <p:spPr>
            <a:xfrm>
              <a:off x="4138858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11"/>
            <p:cNvSpPr/>
            <p:nvPr/>
          </p:nvSpPr>
          <p:spPr>
            <a:xfrm>
              <a:off x="3973358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11"/>
            <p:cNvSpPr/>
            <p:nvPr/>
          </p:nvSpPr>
          <p:spPr>
            <a:xfrm>
              <a:off x="4137339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11"/>
            <p:cNvSpPr/>
            <p:nvPr/>
          </p:nvSpPr>
          <p:spPr>
            <a:xfrm>
              <a:off x="4135060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11"/>
            <p:cNvSpPr/>
            <p:nvPr/>
          </p:nvSpPr>
          <p:spPr>
            <a:xfrm>
              <a:off x="5121986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11"/>
            <p:cNvSpPr/>
            <p:nvPr/>
          </p:nvSpPr>
          <p:spPr>
            <a:xfrm>
              <a:off x="5124303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11"/>
            <p:cNvSpPr/>
            <p:nvPr/>
          </p:nvSpPr>
          <p:spPr>
            <a:xfrm>
              <a:off x="3974877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11"/>
            <p:cNvSpPr/>
            <p:nvPr/>
          </p:nvSpPr>
          <p:spPr>
            <a:xfrm>
              <a:off x="3975637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11"/>
            <p:cNvSpPr/>
            <p:nvPr/>
          </p:nvSpPr>
          <p:spPr>
            <a:xfrm>
              <a:off x="5125063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" name="Google Shape;869;p11"/>
          <p:cNvGrpSpPr/>
          <p:nvPr/>
        </p:nvGrpSpPr>
        <p:grpSpPr>
          <a:xfrm>
            <a:off x="3973358" y="4712231"/>
            <a:ext cx="1202833" cy="365416"/>
            <a:chOff x="3973358" y="4599416"/>
            <a:chExt cx="1202833" cy="365416"/>
          </a:xfrm>
        </p:grpSpPr>
        <p:sp>
          <p:nvSpPr>
            <p:cNvPr id="870" name="Google Shape;870;p11"/>
            <p:cNvSpPr/>
            <p:nvPr/>
          </p:nvSpPr>
          <p:spPr>
            <a:xfrm>
              <a:off x="4465301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11"/>
            <p:cNvSpPr/>
            <p:nvPr/>
          </p:nvSpPr>
          <p:spPr>
            <a:xfrm>
              <a:off x="4632321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11"/>
            <p:cNvSpPr/>
            <p:nvPr/>
          </p:nvSpPr>
          <p:spPr>
            <a:xfrm>
              <a:off x="4466821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11"/>
            <p:cNvSpPr/>
            <p:nvPr/>
          </p:nvSpPr>
          <p:spPr>
            <a:xfrm>
              <a:off x="4630042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11"/>
            <p:cNvSpPr/>
            <p:nvPr/>
          </p:nvSpPr>
          <p:spPr>
            <a:xfrm>
              <a:off x="4796303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11"/>
            <p:cNvSpPr/>
            <p:nvPr/>
          </p:nvSpPr>
          <p:spPr>
            <a:xfrm>
              <a:off x="4459186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11"/>
            <p:cNvSpPr/>
            <p:nvPr/>
          </p:nvSpPr>
          <p:spPr>
            <a:xfrm>
              <a:off x="4631562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11"/>
            <p:cNvSpPr/>
            <p:nvPr/>
          </p:nvSpPr>
          <p:spPr>
            <a:xfrm>
              <a:off x="4796303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11"/>
            <p:cNvSpPr/>
            <p:nvPr/>
          </p:nvSpPr>
          <p:spPr>
            <a:xfrm>
              <a:off x="4797100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11"/>
            <p:cNvSpPr/>
            <p:nvPr/>
          </p:nvSpPr>
          <p:spPr>
            <a:xfrm>
              <a:off x="4961082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11"/>
            <p:cNvSpPr/>
            <p:nvPr/>
          </p:nvSpPr>
          <p:spPr>
            <a:xfrm>
              <a:off x="4303599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11"/>
            <p:cNvSpPr/>
            <p:nvPr/>
          </p:nvSpPr>
          <p:spPr>
            <a:xfrm>
              <a:off x="4303599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11"/>
            <p:cNvSpPr/>
            <p:nvPr/>
          </p:nvSpPr>
          <p:spPr>
            <a:xfrm>
              <a:off x="4960322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11"/>
            <p:cNvSpPr/>
            <p:nvPr/>
          </p:nvSpPr>
          <p:spPr>
            <a:xfrm>
              <a:off x="4959524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11"/>
            <p:cNvSpPr/>
            <p:nvPr/>
          </p:nvSpPr>
          <p:spPr>
            <a:xfrm>
              <a:off x="4302840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11"/>
            <p:cNvSpPr/>
            <p:nvPr/>
          </p:nvSpPr>
          <p:spPr>
            <a:xfrm>
              <a:off x="4138858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11"/>
            <p:cNvSpPr/>
            <p:nvPr/>
          </p:nvSpPr>
          <p:spPr>
            <a:xfrm>
              <a:off x="3973358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11"/>
            <p:cNvSpPr/>
            <p:nvPr/>
          </p:nvSpPr>
          <p:spPr>
            <a:xfrm>
              <a:off x="4137339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11"/>
            <p:cNvSpPr/>
            <p:nvPr/>
          </p:nvSpPr>
          <p:spPr>
            <a:xfrm>
              <a:off x="4135060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11"/>
            <p:cNvSpPr/>
            <p:nvPr/>
          </p:nvSpPr>
          <p:spPr>
            <a:xfrm>
              <a:off x="5121986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11"/>
            <p:cNvSpPr/>
            <p:nvPr/>
          </p:nvSpPr>
          <p:spPr>
            <a:xfrm>
              <a:off x="5124303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11"/>
            <p:cNvSpPr/>
            <p:nvPr/>
          </p:nvSpPr>
          <p:spPr>
            <a:xfrm>
              <a:off x="3974877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11"/>
            <p:cNvSpPr/>
            <p:nvPr/>
          </p:nvSpPr>
          <p:spPr>
            <a:xfrm>
              <a:off x="3975637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11"/>
            <p:cNvSpPr/>
            <p:nvPr/>
          </p:nvSpPr>
          <p:spPr>
            <a:xfrm>
              <a:off x="5125063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" name="Google Shape;894;p11"/>
          <p:cNvSpPr/>
          <p:nvPr/>
        </p:nvSpPr>
        <p:spPr>
          <a:xfrm flipH="1">
            <a:off x="307771" y="1300619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p11"/>
          <p:cNvSpPr/>
          <p:nvPr/>
        </p:nvSpPr>
        <p:spPr>
          <a:xfrm flipH="1">
            <a:off x="456659" y="142355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" name="Google Shape;896;p11"/>
          <p:cNvSpPr/>
          <p:nvPr/>
        </p:nvSpPr>
        <p:spPr>
          <a:xfrm flipH="1">
            <a:off x="8159359" y="24172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" name="Google Shape;897;p11"/>
          <p:cNvSpPr/>
          <p:nvPr/>
        </p:nvSpPr>
        <p:spPr>
          <a:xfrm flipH="1">
            <a:off x="7817505" y="141844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" name="Google Shape;898;p11"/>
          <p:cNvSpPr/>
          <p:nvPr/>
        </p:nvSpPr>
        <p:spPr>
          <a:xfrm flipH="1">
            <a:off x="8278947" y="32860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11"/>
          <p:cNvSpPr/>
          <p:nvPr/>
        </p:nvSpPr>
        <p:spPr>
          <a:xfrm flipH="1">
            <a:off x="7919037" y="152562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" name="Google Shape;900;p11"/>
          <p:cNvSpPr/>
          <p:nvPr/>
        </p:nvSpPr>
        <p:spPr>
          <a:xfrm flipH="1">
            <a:off x="8379359" y="44030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11"/>
          <p:cNvSpPr/>
          <p:nvPr/>
        </p:nvSpPr>
        <p:spPr>
          <a:xfrm flipH="1">
            <a:off x="8538419" y="58247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11"/>
          <p:cNvSpPr/>
          <p:nvPr/>
        </p:nvSpPr>
        <p:spPr>
          <a:xfrm flipH="1">
            <a:off x="8619666" y="69300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11"/>
          <p:cNvSpPr/>
          <p:nvPr/>
        </p:nvSpPr>
        <p:spPr>
          <a:xfrm flipH="1">
            <a:off x="8688489" y="83405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11"/>
          <p:cNvSpPr/>
          <p:nvPr/>
        </p:nvSpPr>
        <p:spPr>
          <a:xfrm flipH="1">
            <a:off x="8662547" y="85888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11"/>
          <p:cNvSpPr/>
          <p:nvPr/>
        </p:nvSpPr>
        <p:spPr>
          <a:xfrm flipH="1">
            <a:off x="-1651941" y="3249282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" name="Google Shape;906;p11"/>
          <p:cNvSpPr/>
          <p:nvPr/>
        </p:nvSpPr>
        <p:spPr>
          <a:xfrm flipH="1">
            <a:off x="-682782" y="3372276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" name="Google Shape;907;p11"/>
          <p:cNvSpPr/>
          <p:nvPr/>
        </p:nvSpPr>
        <p:spPr>
          <a:xfrm flipH="1">
            <a:off x="200616" y="3627209"/>
            <a:ext cx="794334" cy="541632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" name="Google Shape;908;p11"/>
          <p:cNvSpPr/>
          <p:nvPr/>
        </p:nvSpPr>
        <p:spPr>
          <a:xfrm flipH="1">
            <a:off x="719610" y="3878788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" name="Google Shape;909;p11"/>
          <p:cNvSpPr/>
          <p:nvPr/>
        </p:nvSpPr>
        <p:spPr>
          <a:xfrm flipH="1">
            <a:off x="695905" y="3902492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" name="Google Shape;910;p11"/>
          <p:cNvSpPr/>
          <p:nvPr/>
        </p:nvSpPr>
        <p:spPr>
          <a:xfrm flipH="1">
            <a:off x="8234036" y="20053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" name="Google Shape;911;p11"/>
          <p:cNvSpPr/>
          <p:nvPr/>
        </p:nvSpPr>
        <p:spPr>
          <a:xfrm flipH="1">
            <a:off x="8761836" y="36916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" name="Google Shape;912;p11"/>
          <p:cNvSpPr/>
          <p:nvPr/>
        </p:nvSpPr>
        <p:spPr>
          <a:xfrm flipH="1">
            <a:off x="8862311" y="1431335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11"/>
          <p:cNvSpPr/>
          <p:nvPr/>
        </p:nvSpPr>
        <p:spPr>
          <a:xfrm flipH="1">
            <a:off x="1261229" y="19037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11"/>
          <p:cNvSpPr/>
          <p:nvPr/>
        </p:nvSpPr>
        <p:spPr>
          <a:xfrm flipH="1">
            <a:off x="403236" y="20561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11"/>
          <p:cNvSpPr/>
          <p:nvPr/>
        </p:nvSpPr>
        <p:spPr>
          <a:xfrm flipH="1">
            <a:off x="555636" y="37325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11"/>
          <p:cNvSpPr/>
          <p:nvPr/>
        </p:nvSpPr>
        <p:spPr>
          <a:xfrm flipH="1">
            <a:off x="1089036" y="41897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917" name="Shape 9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918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13"/>
          <p:cNvSpPr txBox="1"/>
          <p:nvPr>
            <p:ph idx="1" type="subTitle"/>
          </p:nvPr>
        </p:nvSpPr>
        <p:spPr>
          <a:xfrm>
            <a:off x="714799" y="1926081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20" name="Google Shape;920;p13"/>
          <p:cNvSpPr txBox="1"/>
          <p:nvPr>
            <p:ph idx="2" type="subTitle"/>
          </p:nvPr>
        </p:nvSpPr>
        <p:spPr>
          <a:xfrm>
            <a:off x="871699" y="2293986"/>
            <a:ext cx="2255700" cy="39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21" name="Google Shape;921;p13"/>
          <p:cNvSpPr txBox="1"/>
          <p:nvPr>
            <p:ph idx="3" type="subTitle"/>
          </p:nvPr>
        </p:nvSpPr>
        <p:spPr>
          <a:xfrm>
            <a:off x="714799" y="3813768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22" name="Google Shape;922;p13"/>
          <p:cNvSpPr txBox="1"/>
          <p:nvPr>
            <p:ph idx="4" type="subTitle"/>
          </p:nvPr>
        </p:nvSpPr>
        <p:spPr>
          <a:xfrm>
            <a:off x="871699" y="4178202"/>
            <a:ext cx="22557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23" name="Google Shape;923;p13"/>
          <p:cNvSpPr txBox="1"/>
          <p:nvPr>
            <p:ph hasCustomPrompt="1" type="title"/>
          </p:nvPr>
        </p:nvSpPr>
        <p:spPr>
          <a:xfrm>
            <a:off x="1600099" y="1282367"/>
            <a:ext cx="7989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924" name="Google Shape;924;p13"/>
          <p:cNvSpPr txBox="1"/>
          <p:nvPr>
            <p:ph hasCustomPrompt="1" idx="5" type="title"/>
          </p:nvPr>
        </p:nvSpPr>
        <p:spPr>
          <a:xfrm>
            <a:off x="4174200" y="1282367"/>
            <a:ext cx="7956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925" name="Google Shape;925;p13"/>
          <p:cNvSpPr txBox="1"/>
          <p:nvPr>
            <p:ph idx="6"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26" name="Google Shape;926;p13"/>
          <p:cNvSpPr/>
          <p:nvPr/>
        </p:nvSpPr>
        <p:spPr>
          <a:xfrm flipH="1">
            <a:off x="8540" y="15950"/>
            <a:ext cx="7314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" name="Google Shape;927;p13"/>
          <p:cNvSpPr txBox="1"/>
          <p:nvPr>
            <p:ph idx="7" type="subTitle"/>
          </p:nvPr>
        </p:nvSpPr>
        <p:spPr>
          <a:xfrm>
            <a:off x="3287250" y="1926081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28" name="Google Shape;928;p13"/>
          <p:cNvSpPr txBox="1"/>
          <p:nvPr>
            <p:ph idx="8" type="subTitle"/>
          </p:nvPr>
        </p:nvSpPr>
        <p:spPr>
          <a:xfrm>
            <a:off x="3444150" y="2293986"/>
            <a:ext cx="2255700" cy="39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29" name="Google Shape;929;p13"/>
          <p:cNvSpPr txBox="1"/>
          <p:nvPr>
            <p:ph idx="9" type="subTitle"/>
          </p:nvPr>
        </p:nvSpPr>
        <p:spPr>
          <a:xfrm>
            <a:off x="3287250" y="3813768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30" name="Google Shape;930;p13"/>
          <p:cNvSpPr txBox="1"/>
          <p:nvPr>
            <p:ph idx="13" type="subTitle"/>
          </p:nvPr>
        </p:nvSpPr>
        <p:spPr>
          <a:xfrm>
            <a:off x="3444150" y="4178202"/>
            <a:ext cx="22557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31" name="Google Shape;931;p13"/>
          <p:cNvSpPr txBox="1"/>
          <p:nvPr>
            <p:ph hasCustomPrompt="1" idx="14" type="title"/>
          </p:nvPr>
        </p:nvSpPr>
        <p:spPr>
          <a:xfrm>
            <a:off x="1600999" y="3175731"/>
            <a:ext cx="7971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932" name="Google Shape;932;p13"/>
          <p:cNvSpPr txBox="1"/>
          <p:nvPr>
            <p:ph hasCustomPrompt="1" idx="15" type="title"/>
          </p:nvPr>
        </p:nvSpPr>
        <p:spPr>
          <a:xfrm>
            <a:off x="4172550" y="3175731"/>
            <a:ext cx="7989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grpSp>
        <p:nvGrpSpPr>
          <p:cNvPr id="933" name="Google Shape;933;p13"/>
          <p:cNvGrpSpPr/>
          <p:nvPr/>
        </p:nvGrpSpPr>
        <p:grpSpPr>
          <a:xfrm rot="2456699">
            <a:off x="-1168525" y="4122558"/>
            <a:ext cx="2289126" cy="1739695"/>
            <a:chOff x="-1055215" y="-5268675"/>
            <a:chExt cx="2289244" cy="1739785"/>
          </a:xfrm>
        </p:grpSpPr>
        <p:sp>
          <p:nvSpPr>
            <p:cNvPr id="934" name="Google Shape;934;p13"/>
            <p:cNvSpPr/>
            <p:nvPr/>
          </p:nvSpPr>
          <p:spPr>
            <a:xfrm flipH="1">
              <a:off x="-1055215" y="-5268675"/>
              <a:ext cx="2289244" cy="1739785"/>
            </a:xfrm>
            <a:custGeom>
              <a:rect b="b" l="l" r="r" t="t"/>
              <a:pathLst>
                <a:path extrusionOk="0" h="31119" w="40947">
                  <a:moveTo>
                    <a:pt x="32571" y="82"/>
                  </a:moveTo>
                  <a:lnTo>
                    <a:pt x="33116" y="102"/>
                  </a:lnTo>
                  <a:lnTo>
                    <a:pt x="33601" y="162"/>
                  </a:lnTo>
                  <a:lnTo>
                    <a:pt x="33823" y="203"/>
                  </a:lnTo>
                  <a:lnTo>
                    <a:pt x="34024" y="243"/>
                  </a:lnTo>
                  <a:lnTo>
                    <a:pt x="34206" y="304"/>
                  </a:lnTo>
                  <a:lnTo>
                    <a:pt x="34388" y="384"/>
                  </a:lnTo>
                  <a:lnTo>
                    <a:pt x="34549" y="465"/>
                  </a:lnTo>
                  <a:lnTo>
                    <a:pt x="34690" y="546"/>
                  </a:lnTo>
                  <a:lnTo>
                    <a:pt x="34832" y="647"/>
                  </a:lnTo>
                  <a:lnTo>
                    <a:pt x="34933" y="748"/>
                  </a:lnTo>
                  <a:lnTo>
                    <a:pt x="35033" y="869"/>
                  </a:lnTo>
                  <a:lnTo>
                    <a:pt x="35134" y="990"/>
                  </a:lnTo>
                  <a:lnTo>
                    <a:pt x="35195" y="1131"/>
                  </a:lnTo>
                  <a:lnTo>
                    <a:pt x="35255" y="1272"/>
                  </a:lnTo>
                  <a:lnTo>
                    <a:pt x="35296" y="1454"/>
                  </a:lnTo>
                  <a:lnTo>
                    <a:pt x="35316" y="1656"/>
                  </a:lnTo>
                  <a:lnTo>
                    <a:pt x="35336" y="1858"/>
                  </a:lnTo>
                  <a:lnTo>
                    <a:pt x="35316" y="2059"/>
                  </a:lnTo>
                  <a:lnTo>
                    <a:pt x="35235" y="2443"/>
                  </a:lnTo>
                  <a:lnTo>
                    <a:pt x="35155" y="2826"/>
                  </a:lnTo>
                  <a:lnTo>
                    <a:pt x="35074" y="3169"/>
                  </a:lnTo>
                  <a:lnTo>
                    <a:pt x="34993" y="3492"/>
                  </a:lnTo>
                  <a:lnTo>
                    <a:pt x="34973" y="3835"/>
                  </a:lnTo>
                  <a:lnTo>
                    <a:pt x="34973" y="3997"/>
                  </a:lnTo>
                  <a:lnTo>
                    <a:pt x="34973" y="4158"/>
                  </a:lnTo>
                  <a:lnTo>
                    <a:pt x="35033" y="4400"/>
                  </a:lnTo>
                  <a:lnTo>
                    <a:pt x="35094" y="4642"/>
                  </a:lnTo>
                  <a:lnTo>
                    <a:pt x="35175" y="4864"/>
                  </a:lnTo>
                  <a:lnTo>
                    <a:pt x="35276" y="5086"/>
                  </a:lnTo>
                  <a:lnTo>
                    <a:pt x="35498" y="5510"/>
                  </a:lnTo>
                  <a:lnTo>
                    <a:pt x="35760" y="5914"/>
                  </a:lnTo>
                  <a:lnTo>
                    <a:pt x="36083" y="6438"/>
                  </a:lnTo>
                  <a:lnTo>
                    <a:pt x="36486" y="7165"/>
                  </a:lnTo>
                  <a:lnTo>
                    <a:pt x="36890" y="7912"/>
                  </a:lnTo>
                  <a:lnTo>
                    <a:pt x="37273" y="8658"/>
                  </a:lnTo>
                  <a:lnTo>
                    <a:pt x="37637" y="9425"/>
                  </a:lnTo>
                  <a:lnTo>
                    <a:pt x="37980" y="10212"/>
                  </a:lnTo>
                  <a:lnTo>
                    <a:pt x="38303" y="10999"/>
                  </a:lnTo>
                  <a:lnTo>
                    <a:pt x="38625" y="11786"/>
                  </a:lnTo>
                  <a:lnTo>
                    <a:pt x="38908" y="12573"/>
                  </a:lnTo>
                  <a:lnTo>
                    <a:pt x="39170" y="13380"/>
                  </a:lnTo>
                  <a:lnTo>
                    <a:pt x="39412" y="14188"/>
                  </a:lnTo>
                  <a:lnTo>
                    <a:pt x="39655" y="14995"/>
                  </a:lnTo>
                  <a:lnTo>
                    <a:pt x="39856" y="15802"/>
                  </a:lnTo>
                  <a:lnTo>
                    <a:pt x="40038" y="16629"/>
                  </a:lnTo>
                  <a:lnTo>
                    <a:pt x="40220" y="17457"/>
                  </a:lnTo>
                  <a:lnTo>
                    <a:pt x="40361" y="18284"/>
                  </a:lnTo>
                  <a:lnTo>
                    <a:pt x="40502" y="19112"/>
                  </a:lnTo>
                  <a:lnTo>
                    <a:pt x="40603" y="19939"/>
                  </a:lnTo>
                  <a:lnTo>
                    <a:pt x="40704" y="20766"/>
                  </a:lnTo>
                  <a:lnTo>
                    <a:pt x="40765" y="21614"/>
                  </a:lnTo>
                  <a:lnTo>
                    <a:pt x="40825" y="22441"/>
                  </a:lnTo>
                  <a:lnTo>
                    <a:pt x="40845" y="23269"/>
                  </a:lnTo>
                  <a:lnTo>
                    <a:pt x="40865" y="24116"/>
                  </a:lnTo>
                  <a:lnTo>
                    <a:pt x="40865" y="24944"/>
                  </a:lnTo>
                  <a:lnTo>
                    <a:pt x="40825" y="25771"/>
                  </a:lnTo>
                  <a:lnTo>
                    <a:pt x="40785" y="26437"/>
                  </a:lnTo>
                  <a:lnTo>
                    <a:pt x="40744" y="26800"/>
                  </a:lnTo>
                  <a:lnTo>
                    <a:pt x="40684" y="27163"/>
                  </a:lnTo>
                  <a:lnTo>
                    <a:pt x="40603" y="27547"/>
                  </a:lnTo>
                  <a:lnTo>
                    <a:pt x="40502" y="27950"/>
                  </a:lnTo>
                  <a:lnTo>
                    <a:pt x="40401" y="28334"/>
                  </a:lnTo>
                  <a:lnTo>
                    <a:pt x="40260" y="28717"/>
                  </a:lnTo>
                  <a:lnTo>
                    <a:pt x="40099" y="29081"/>
                  </a:lnTo>
                  <a:lnTo>
                    <a:pt x="39917" y="29424"/>
                  </a:lnTo>
                  <a:lnTo>
                    <a:pt x="39695" y="29767"/>
                  </a:lnTo>
                  <a:lnTo>
                    <a:pt x="39453" y="30069"/>
                  </a:lnTo>
                  <a:lnTo>
                    <a:pt x="39191" y="30332"/>
                  </a:lnTo>
                  <a:lnTo>
                    <a:pt x="39029" y="30453"/>
                  </a:lnTo>
                  <a:lnTo>
                    <a:pt x="38868" y="30574"/>
                  </a:lnTo>
                  <a:lnTo>
                    <a:pt x="38706" y="30675"/>
                  </a:lnTo>
                  <a:lnTo>
                    <a:pt x="38525" y="30776"/>
                  </a:lnTo>
                  <a:lnTo>
                    <a:pt x="38343" y="30856"/>
                  </a:lnTo>
                  <a:lnTo>
                    <a:pt x="38141" y="30917"/>
                  </a:lnTo>
                  <a:lnTo>
                    <a:pt x="37960" y="30977"/>
                  </a:lnTo>
                  <a:lnTo>
                    <a:pt x="37758" y="30998"/>
                  </a:lnTo>
                  <a:lnTo>
                    <a:pt x="37394" y="31038"/>
                  </a:lnTo>
                  <a:lnTo>
                    <a:pt x="37011" y="31038"/>
                  </a:lnTo>
                  <a:lnTo>
                    <a:pt x="36628" y="30998"/>
                  </a:lnTo>
                  <a:lnTo>
                    <a:pt x="36244" y="30937"/>
                  </a:lnTo>
                  <a:lnTo>
                    <a:pt x="35881" y="30836"/>
                  </a:lnTo>
                  <a:lnTo>
                    <a:pt x="35538" y="30735"/>
                  </a:lnTo>
                  <a:lnTo>
                    <a:pt x="35215" y="30634"/>
                  </a:lnTo>
                  <a:lnTo>
                    <a:pt x="34690" y="30433"/>
                  </a:lnTo>
                  <a:lnTo>
                    <a:pt x="34186" y="30231"/>
                  </a:lnTo>
                  <a:lnTo>
                    <a:pt x="33681" y="30009"/>
                  </a:lnTo>
                  <a:lnTo>
                    <a:pt x="33177" y="29767"/>
                  </a:lnTo>
                  <a:lnTo>
                    <a:pt x="32693" y="29524"/>
                  </a:lnTo>
                  <a:lnTo>
                    <a:pt x="32208" y="29262"/>
                  </a:lnTo>
                  <a:lnTo>
                    <a:pt x="31724" y="28980"/>
                  </a:lnTo>
                  <a:lnTo>
                    <a:pt x="31260" y="28697"/>
                  </a:lnTo>
                  <a:lnTo>
                    <a:pt x="30796" y="28394"/>
                  </a:lnTo>
                  <a:lnTo>
                    <a:pt x="30331" y="28071"/>
                  </a:lnTo>
                  <a:lnTo>
                    <a:pt x="29888" y="27749"/>
                  </a:lnTo>
                  <a:lnTo>
                    <a:pt x="29444" y="27406"/>
                  </a:lnTo>
                  <a:lnTo>
                    <a:pt x="28576" y="26719"/>
                  </a:lnTo>
                  <a:lnTo>
                    <a:pt x="27728" y="25993"/>
                  </a:lnTo>
                  <a:lnTo>
                    <a:pt x="26901" y="25226"/>
                  </a:lnTo>
                  <a:lnTo>
                    <a:pt x="26094" y="24419"/>
                  </a:lnTo>
                  <a:lnTo>
                    <a:pt x="25307" y="23612"/>
                  </a:lnTo>
                  <a:lnTo>
                    <a:pt x="24540" y="22784"/>
                  </a:lnTo>
                  <a:lnTo>
                    <a:pt x="23773" y="21937"/>
                  </a:lnTo>
                  <a:lnTo>
                    <a:pt x="23026" y="21069"/>
                  </a:lnTo>
                  <a:lnTo>
                    <a:pt x="21573" y="19334"/>
                  </a:lnTo>
                  <a:lnTo>
                    <a:pt x="21150" y="18809"/>
                  </a:lnTo>
                  <a:lnTo>
                    <a:pt x="19757" y="17134"/>
                  </a:lnTo>
                  <a:lnTo>
                    <a:pt x="18345" y="15479"/>
                  </a:lnTo>
                  <a:lnTo>
                    <a:pt x="17638" y="14652"/>
                  </a:lnTo>
                  <a:lnTo>
                    <a:pt x="16892" y="13845"/>
                  </a:lnTo>
                  <a:lnTo>
                    <a:pt x="16145" y="13058"/>
                  </a:lnTo>
                  <a:lnTo>
                    <a:pt x="15378" y="12291"/>
                  </a:lnTo>
                  <a:lnTo>
                    <a:pt x="14591" y="11544"/>
                  </a:lnTo>
                  <a:lnTo>
                    <a:pt x="13804" y="10838"/>
                  </a:lnTo>
                  <a:lnTo>
                    <a:pt x="12977" y="10131"/>
                  </a:lnTo>
                  <a:lnTo>
                    <a:pt x="12129" y="9486"/>
                  </a:lnTo>
                  <a:lnTo>
                    <a:pt x="11261" y="8880"/>
                  </a:lnTo>
                  <a:lnTo>
                    <a:pt x="10797" y="8578"/>
                  </a:lnTo>
                  <a:lnTo>
                    <a:pt x="10353" y="8295"/>
                  </a:lnTo>
                  <a:lnTo>
                    <a:pt x="9889" y="8012"/>
                  </a:lnTo>
                  <a:lnTo>
                    <a:pt x="9425" y="7770"/>
                  </a:lnTo>
                  <a:lnTo>
                    <a:pt x="8941" y="7508"/>
                  </a:lnTo>
                  <a:lnTo>
                    <a:pt x="8456" y="7266"/>
                  </a:lnTo>
                  <a:lnTo>
                    <a:pt x="7911" y="7024"/>
                  </a:lnTo>
                  <a:lnTo>
                    <a:pt x="7346" y="6782"/>
                  </a:lnTo>
                  <a:lnTo>
                    <a:pt x="6781" y="6560"/>
                  </a:lnTo>
                  <a:lnTo>
                    <a:pt x="6196" y="6358"/>
                  </a:lnTo>
                  <a:lnTo>
                    <a:pt x="5066" y="5954"/>
                  </a:lnTo>
                  <a:lnTo>
                    <a:pt x="3916" y="5591"/>
                  </a:lnTo>
                  <a:lnTo>
                    <a:pt x="2342" y="5066"/>
                  </a:lnTo>
                  <a:lnTo>
                    <a:pt x="2079" y="4965"/>
                  </a:lnTo>
                  <a:lnTo>
                    <a:pt x="1716" y="4804"/>
                  </a:lnTo>
                  <a:lnTo>
                    <a:pt x="1313" y="4602"/>
                  </a:lnTo>
                  <a:lnTo>
                    <a:pt x="1111" y="4461"/>
                  </a:lnTo>
                  <a:lnTo>
                    <a:pt x="909" y="4340"/>
                  </a:lnTo>
                  <a:lnTo>
                    <a:pt x="727" y="4178"/>
                  </a:lnTo>
                  <a:lnTo>
                    <a:pt x="546" y="4017"/>
                  </a:lnTo>
                  <a:lnTo>
                    <a:pt x="384" y="3835"/>
                  </a:lnTo>
                  <a:lnTo>
                    <a:pt x="263" y="3633"/>
                  </a:lnTo>
                  <a:lnTo>
                    <a:pt x="162" y="3432"/>
                  </a:lnTo>
                  <a:lnTo>
                    <a:pt x="102" y="3210"/>
                  </a:lnTo>
                  <a:lnTo>
                    <a:pt x="82" y="2967"/>
                  </a:lnTo>
                  <a:lnTo>
                    <a:pt x="102" y="2725"/>
                  </a:lnTo>
                  <a:lnTo>
                    <a:pt x="162" y="2544"/>
                  </a:lnTo>
                  <a:lnTo>
                    <a:pt x="223" y="2382"/>
                  </a:lnTo>
                  <a:lnTo>
                    <a:pt x="324" y="2221"/>
                  </a:lnTo>
                  <a:lnTo>
                    <a:pt x="425" y="2080"/>
                  </a:lnTo>
                  <a:lnTo>
                    <a:pt x="526" y="1938"/>
                  </a:lnTo>
                  <a:lnTo>
                    <a:pt x="647" y="1837"/>
                  </a:lnTo>
                  <a:lnTo>
                    <a:pt x="889" y="1636"/>
                  </a:lnTo>
                  <a:lnTo>
                    <a:pt x="1070" y="1494"/>
                  </a:lnTo>
                  <a:lnTo>
                    <a:pt x="1272" y="1393"/>
                  </a:lnTo>
                  <a:lnTo>
                    <a:pt x="1474" y="1293"/>
                  </a:lnTo>
                  <a:lnTo>
                    <a:pt x="1676" y="1192"/>
                  </a:lnTo>
                  <a:lnTo>
                    <a:pt x="2100" y="1030"/>
                  </a:lnTo>
                  <a:lnTo>
                    <a:pt x="2523" y="909"/>
                  </a:lnTo>
                  <a:lnTo>
                    <a:pt x="2967" y="808"/>
                  </a:lnTo>
                  <a:lnTo>
                    <a:pt x="3411" y="727"/>
                  </a:lnTo>
                  <a:lnTo>
                    <a:pt x="3855" y="667"/>
                  </a:lnTo>
                  <a:lnTo>
                    <a:pt x="4279" y="627"/>
                  </a:lnTo>
                  <a:lnTo>
                    <a:pt x="5349" y="526"/>
                  </a:lnTo>
                  <a:lnTo>
                    <a:pt x="6438" y="465"/>
                  </a:lnTo>
                  <a:lnTo>
                    <a:pt x="7528" y="405"/>
                  </a:lnTo>
                  <a:lnTo>
                    <a:pt x="8598" y="364"/>
                  </a:lnTo>
                  <a:lnTo>
                    <a:pt x="10757" y="304"/>
                  </a:lnTo>
                  <a:lnTo>
                    <a:pt x="12896" y="284"/>
                  </a:lnTo>
                  <a:lnTo>
                    <a:pt x="32471" y="82"/>
                  </a:lnTo>
                  <a:close/>
                  <a:moveTo>
                    <a:pt x="32471" y="1"/>
                  </a:moveTo>
                  <a:lnTo>
                    <a:pt x="12896" y="203"/>
                  </a:lnTo>
                  <a:lnTo>
                    <a:pt x="10757" y="223"/>
                  </a:lnTo>
                  <a:lnTo>
                    <a:pt x="8598" y="284"/>
                  </a:lnTo>
                  <a:lnTo>
                    <a:pt x="7508" y="324"/>
                  </a:lnTo>
                  <a:lnTo>
                    <a:pt x="6438" y="384"/>
                  </a:lnTo>
                  <a:lnTo>
                    <a:pt x="5349" y="445"/>
                  </a:lnTo>
                  <a:lnTo>
                    <a:pt x="4279" y="546"/>
                  </a:lnTo>
                  <a:lnTo>
                    <a:pt x="3835" y="586"/>
                  </a:lnTo>
                  <a:lnTo>
                    <a:pt x="3391" y="647"/>
                  </a:lnTo>
                  <a:lnTo>
                    <a:pt x="2947" y="727"/>
                  </a:lnTo>
                  <a:lnTo>
                    <a:pt x="2503" y="828"/>
                  </a:lnTo>
                  <a:lnTo>
                    <a:pt x="2059" y="949"/>
                  </a:lnTo>
                  <a:lnTo>
                    <a:pt x="1635" y="1111"/>
                  </a:lnTo>
                  <a:lnTo>
                    <a:pt x="1434" y="1212"/>
                  </a:lnTo>
                  <a:lnTo>
                    <a:pt x="1232" y="1313"/>
                  </a:lnTo>
                  <a:lnTo>
                    <a:pt x="1030" y="1434"/>
                  </a:lnTo>
                  <a:lnTo>
                    <a:pt x="848" y="1575"/>
                  </a:lnTo>
                  <a:lnTo>
                    <a:pt x="586" y="1777"/>
                  </a:lnTo>
                  <a:lnTo>
                    <a:pt x="465" y="1898"/>
                  </a:lnTo>
                  <a:lnTo>
                    <a:pt x="344" y="2039"/>
                  </a:lnTo>
                  <a:lnTo>
                    <a:pt x="243" y="2180"/>
                  </a:lnTo>
                  <a:lnTo>
                    <a:pt x="142" y="2342"/>
                  </a:lnTo>
                  <a:lnTo>
                    <a:pt x="82" y="2524"/>
                  </a:lnTo>
                  <a:lnTo>
                    <a:pt x="21" y="2705"/>
                  </a:lnTo>
                  <a:lnTo>
                    <a:pt x="1" y="2846"/>
                  </a:lnTo>
                  <a:lnTo>
                    <a:pt x="1" y="2967"/>
                  </a:lnTo>
                  <a:lnTo>
                    <a:pt x="21" y="3210"/>
                  </a:lnTo>
                  <a:lnTo>
                    <a:pt x="82" y="3452"/>
                  </a:lnTo>
                  <a:lnTo>
                    <a:pt x="183" y="3674"/>
                  </a:lnTo>
                  <a:lnTo>
                    <a:pt x="324" y="3876"/>
                  </a:lnTo>
                  <a:lnTo>
                    <a:pt x="465" y="4057"/>
                  </a:lnTo>
                  <a:lnTo>
                    <a:pt x="647" y="4219"/>
                  </a:lnTo>
                  <a:lnTo>
                    <a:pt x="848" y="4380"/>
                  </a:lnTo>
                  <a:lnTo>
                    <a:pt x="1050" y="4521"/>
                  </a:lnTo>
                  <a:lnTo>
                    <a:pt x="1252" y="4663"/>
                  </a:lnTo>
                  <a:lnTo>
                    <a:pt x="1676" y="4864"/>
                  </a:lnTo>
                  <a:lnTo>
                    <a:pt x="2039" y="5026"/>
                  </a:lnTo>
                  <a:lnTo>
                    <a:pt x="2322" y="5147"/>
                  </a:lnTo>
                  <a:lnTo>
                    <a:pt x="3896" y="5651"/>
                  </a:lnTo>
                  <a:lnTo>
                    <a:pt x="5026" y="6035"/>
                  </a:lnTo>
                  <a:lnTo>
                    <a:pt x="6176" y="6438"/>
                  </a:lnTo>
                  <a:lnTo>
                    <a:pt x="6741" y="6640"/>
                  </a:lnTo>
                  <a:lnTo>
                    <a:pt x="7306" y="6862"/>
                  </a:lnTo>
                  <a:lnTo>
                    <a:pt x="7871" y="7104"/>
                  </a:lnTo>
                  <a:lnTo>
                    <a:pt x="8416" y="7347"/>
                  </a:lnTo>
                  <a:lnTo>
                    <a:pt x="8900" y="7589"/>
                  </a:lnTo>
                  <a:lnTo>
                    <a:pt x="9385" y="7831"/>
                  </a:lnTo>
                  <a:lnTo>
                    <a:pt x="9849" y="8093"/>
                  </a:lnTo>
                  <a:lnTo>
                    <a:pt x="10313" y="8356"/>
                  </a:lnTo>
                  <a:lnTo>
                    <a:pt x="10757" y="8638"/>
                  </a:lnTo>
                  <a:lnTo>
                    <a:pt x="11201" y="8941"/>
                  </a:lnTo>
                  <a:lnTo>
                    <a:pt x="12089" y="9546"/>
                  </a:lnTo>
                  <a:lnTo>
                    <a:pt x="12936" y="10212"/>
                  </a:lnTo>
                  <a:lnTo>
                    <a:pt x="13743" y="10898"/>
                  </a:lnTo>
                  <a:lnTo>
                    <a:pt x="14551" y="11605"/>
                  </a:lnTo>
                  <a:lnTo>
                    <a:pt x="15338" y="12351"/>
                  </a:lnTo>
                  <a:lnTo>
                    <a:pt x="16084" y="13118"/>
                  </a:lnTo>
                  <a:lnTo>
                    <a:pt x="16831" y="13905"/>
                  </a:lnTo>
                  <a:lnTo>
                    <a:pt x="17578" y="14712"/>
                  </a:lnTo>
                  <a:lnTo>
                    <a:pt x="18284" y="15519"/>
                  </a:lnTo>
                  <a:lnTo>
                    <a:pt x="19697" y="17194"/>
                  </a:lnTo>
                  <a:lnTo>
                    <a:pt x="21089" y="18869"/>
                  </a:lnTo>
                  <a:lnTo>
                    <a:pt x="21513" y="19394"/>
                  </a:lnTo>
                  <a:lnTo>
                    <a:pt x="22986" y="21130"/>
                  </a:lnTo>
                  <a:lnTo>
                    <a:pt x="23712" y="21977"/>
                  </a:lnTo>
                  <a:lnTo>
                    <a:pt x="24479" y="22845"/>
                  </a:lnTo>
                  <a:lnTo>
                    <a:pt x="25246" y="23672"/>
                  </a:lnTo>
                  <a:lnTo>
                    <a:pt x="26053" y="24500"/>
                  </a:lnTo>
                  <a:lnTo>
                    <a:pt x="26861" y="25287"/>
                  </a:lnTo>
                  <a:lnTo>
                    <a:pt x="27688" y="26053"/>
                  </a:lnTo>
                  <a:lnTo>
                    <a:pt x="28535" y="26780"/>
                  </a:lnTo>
                  <a:lnTo>
                    <a:pt x="29403" y="27486"/>
                  </a:lnTo>
                  <a:lnTo>
                    <a:pt x="29847" y="27809"/>
                  </a:lnTo>
                  <a:lnTo>
                    <a:pt x="30291" y="28152"/>
                  </a:lnTo>
                  <a:lnTo>
                    <a:pt x="30755" y="28455"/>
                  </a:lnTo>
                  <a:lnTo>
                    <a:pt x="31219" y="28758"/>
                  </a:lnTo>
                  <a:lnTo>
                    <a:pt x="31684" y="29040"/>
                  </a:lnTo>
                  <a:lnTo>
                    <a:pt x="32168" y="29323"/>
                  </a:lnTo>
                  <a:lnTo>
                    <a:pt x="32652" y="29585"/>
                  </a:lnTo>
                  <a:lnTo>
                    <a:pt x="33137" y="29847"/>
                  </a:lnTo>
                  <a:lnTo>
                    <a:pt x="33641" y="30090"/>
                  </a:lnTo>
                  <a:lnTo>
                    <a:pt x="34146" y="30311"/>
                  </a:lnTo>
                  <a:lnTo>
                    <a:pt x="34670" y="30513"/>
                  </a:lnTo>
                  <a:lnTo>
                    <a:pt x="35195" y="30715"/>
                  </a:lnTo>
                  <a:lnTo>
                    <a:pt x="35659" y="30856"/>
                  </a:lnTo>
                  <a:lnTo>
                    <a:pt x="36164" y="30998"/>
                  </a:lnTo>
                  <a:lnTo>
                    <a:pt x="36426" y="31058"/>
                  </a:lnTo>
                  <a:lnTo>
                    <a:pt x="36688" y="31099"/>
                  </a:lnTo>
                  <a:lnTo>
                    <a:pt x="36971" y="31119"/>
                  </a:lnTo>
                  <a:lnTo>
                    <a:pt x="37475" y="31119"/>
                  </a:lnTo>
                  <a:lnTo>
                    <a:pt x="37697" y="31099"/>
                  </a:lnTo>
                  <a:lnTo>
                    <a:pt x="37939" y="31058"/>
                  </a:lnTo>
                  <a:lnTo>
                    <a:pt x="38161" y="30998"/>
                  </a:lnTo>
                  <a:lnTo>
                    <a:pt x="38363" y="30917"/>
                  </a:lnTo>
                  <a:lnTo>
                    <a:pt x="38565" y="30836"/>
                  </a:lnTo>
                  <a:lnTo>
                    <a:pt x="38747" y="30755"/>
                  </a:lnTo>
                  <a:lnTo>
                    <a:pt x="38908" y="30655"/>
                  </a:lnTo>
                  <a:lnTo>
                    <a:pt x="39069" y="30533"/>
                  </a:lnTo>
                  <a:lnTo>
                    <a:pt x="39231" y="30412"/>
                  </a:lnTo>
                  <a:lnTo>
                    <a:pt x="39372" y="30271"/>
                  </a:lnTo>
                  <a:lnTo>
                    <a:pt x="39513" y="30130"/>
                  </a:lnTo>
                  <a:lnTo>
                    <a:pt x="39756" y="29827"/>
                  </a:lnTo>
                  <a:lnTo>
                    <a:pt x="39978" y="29484"/>
                  </a:lnTo>
                  <a:lnTo>
                    <a:pt x="40179" y="29121"/>
                  </a:lnTo>
                  <a:lnTo>
                    <a:pt x="40341" y="28758"/>
                  </a:lnTo>
                  <a:lnTo>
                    <a:pt x="40462" y="28374"/>
                  </a:lnTo>
                  <a:lnTo>
                    <a:pt x="40583" y="27971"/>
                  </a:lnTo>
                  <a:lnTo>
                    <a:pt x="40684" y="27587"/>
                  </a:lnTo>
                  <a:lnTo>
                    <a:pt x="40765" y="27184"/>
                  </a:lnTo>
                  <a:lnTo>
                    <a:pt x="40805" y="26820"/>
                  </a:lnTo>
                  <a:lnTo>
                    <a:pt x="40865" y="26437"/>
                  </a:lnTo>
                  <a:lnTo>
                    <a:pt x="40906" y="25771"/>
                  </a:lnTo>
                  <a:lnTo>
                    <a:pt x="40946" y="24944"/>
                  </a:lnTo>
                  <a:lnTo>
                    <a:pt x="40946" y="24116"/>
                  </a:lnTo>
                  <a:lnTo>
                    <a:pt x="40926" y="23269"/>
                  </a:lnTo>
                  <a:lnTo>
                    <a:pt x="40906" y="22441"/>
                  </a:lnTo>
                  <a:lnTo>
                    <a:pt x="40845" y="21594"/>
                  </a:lnTo>
                  <a:lnTo>
                    <a:pt x="40785" y="20766"/>
                  </a:lnTo>
                  <a:lnTo>
                    <a:pt x="40684" y="19939"/>
                  </a:lnTo>
                  <a:lnTo>
                    <a:pt x="40583" y="19091"/>
                  </a:lnTo>
                  <a:lnTo>
                    <a:pt x="40442" y="18264"/>
                  </a:lnTo>
                  <a:lnTo>
                    <a:pt x="40300" y="17437"/>
                  </a:lnTo>
                  <a:lnTo>
                    <a:pt x="40119" y="16609"/>
                  </a:lnTo>
                  <a:lnTo>
                    <a:pt x="39937" y="15782"/>
                  </a:lnTo>
                  <a:lnTo>
                    <a:pt x="39715" y="14975"/>
                  </a:lnTo>
                  <a:lnTo>
                    <a:pt x="39493" y="14147"/>
                  </a:lnTo>
                  <a:lnTo>
                    <a:pt x="39251" y="13360"/>
                  </a:lnTo>
                  <a:lnTo>
                    <a:pt x="38989" y="12553"/>
                  </a:lnTo>
                  <a:lnTo>
                    <a:pt x="38686" y="11746"/>
                  </a:lnTo>
                  <a:lnTo>
                    <a:pt x="38383" y="10959"/>
                  </a:lnTo>
                  <a:lnTo>
                    <a:pt x="38060" y="10172"/>
                  </a:lnTo>
                  <a:lnTo>
                    <a:pt x="37717" y="9405"/>
                  </a:lnTo>
                  <a:lnTo>
                    <a:pt x="37354" y="8638"/>
                  </a:lnTo>
                  <a:lnTo>
                    <a:pt x="36971" y="7871"/>
                  </a:lnTo>
                  <a:lnTo>
                    <a:pt x="36567" y="7125"/>
                  </a:lnTo>
                  <a:lnTo>
                    <a:pt x="36143" y="6398"/>
                  </a:lnTo>
                  <a:lnTo>
                    <a:pt x="35841" y="5873"/>
                  </a:lnTo>
                  <a:lnTo>
                    <a:pt x="35578" y="5470"/>
                  </a:lnTo>
                  <a:lnTo>
                    <a:pt x="35336" y="5046"/>
                  </a:lnTo>
                  <a:lnTo>
                    <a:pt x="35255" y="4844"/>
                  </a:lnTo>
                  <a:lnTo>
                    <a:pt x="35175" y="4622"/>
                  </a:lnTo>
                  <a:lnTo>
                    <a:pt x="35094" y="4380"/>
                  </a:lnTo>
                  <a:lnTo>
                    <a:pt x="35054" y="4158"/>
                  </a:lnTo>
                  <a:lnTo>
                    <a:pt x="35054" y="3997"/>
                  </a:lnTo>
                  <a:lnTo>
                    <a:pt x="35054" y="3835"/>
                  </a:lnTo>
                  <a:lnTo>
                    <a:pt x="35074" y="3492"/>
                  </a:lnTo>
                  <a:lnTo>
                    <a:pt x="35155" y="3169"/>
                  </a:lnTo>
                  <a:lnTo>
                    <a:pt x="35235" y="2846"/>
                  </a:lnTo>
                  <a:lnTo>
                    <a:pt x="35316" y="2463"/>
                  </a:lnTo>
                  <a:lnTo>
                    <a:pt x="35397" y="2059"/>
                  </a:lnTo>
                  <a:lnTo>
                    <a:pt x="35417" y="1858"/>
                  </a:lnTo>
                  <a:lnTo>
                    <a:pt x="35397" y="1656"/>
                  </a:lnTo>
                  <a:lnTo>
                    <a:pt x="35376" y="1454"/>
                  </a:lnTo>
                  <a:lnTo>
                    <a:pt x="35336" y="1252"/>
                  </a:lnTo>
                  <a:lnTo>
                    <a:pt x="35276" y="1091"/>
                  </a:lnTo>
                  <a:lnTo>
                    <a:pt x="35195" y="949"/>
                  </a:lnTo>
                  <a:lnTo>
                    <a:pt x="35094" y="808"/>
                  </a:lnTo>
                  <a:lnTo>
                    <a:pt x="34993" y="687"/>
                  </a:lnTo>
                  <a:lnTo>
                    <a:pt x="34872" y="586"/>
                  </a:lnTo>
                  <a:lnTo>
                    <a:pt x="34731" y="485"/>
                  </a:lnTo>
                  <a:lnTo>
                    <a:pt x="34569" y="384"/>
                  </a:lnTo>
                  <a:lnTo>
                    <a:pt x="34408" y="304"/>
                  </a:lnTo>
                  <a:lnTo>
                    <a:pt x="34226" y="223"/>
                  </a:lnTo>
                  <a:lnTo>
                    <a:pt x="34024" y="162"/>
                  </a:lnTo>
                  <a:lnTo>
                    <a:pt x="33802" y="122"/>
                  </a:lnTo>
                  <a:lnTo>
                    <a:pt x="33560" y="82"/>
                  </a:lnTo>
                  <a:lnTo>
                    <a:pt x="33056" y="21"/>
                  </a:lnTo>
                  <a:lnTo>
                    <a:pt x="32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13"/>
            <p:cNvSpPr/>
            <p:nvPr/>
          </p:nvSpPr>
          <p:spPr>
            <a:xfrm flipH="1">
              <a:off x="-979618" y="-5128741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13"/>
            <p:cNvSpPr/>
            <p:nvPr/>
          </p:nvSpPr>
          <p:spPr>
            <a:xfrm flipH="1">
              <a:off x="-756203" y="-5057684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" name="Google Shape;937;p13"/>
          <p:cNvGrpSpPr/>
          <p:nvPr/>
        </p:nvGrpSpPr>
        <p:grpSpPr>
          <a:xfrm rot="-5400000">
            <a:off x="-245893" y="2684791"/>
            <a:ext cx="1205112" cy="520243"/>
            <a:chOff x="3970982" y="4604466"/>
            <a:chExt cx="1205112" cy="520243"/>
          </a:xfrm>
        </p:grpSpPr>
        <p:sp>
          <p:nvSpPr>
            <p:cNvPr id="938" name="Google Shape;938;p13"/>
            <p:cNvSpPr/>
            <p:nvPr/>
          </p:nvSpPr>
          <p:spPr>
            <a:xfrm>
              <a:off x="4793927" y="507202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13"/>
            <p:cNvSpPr/>
            <p:nvPr/>
          </p:nvSpPr>
          <p:spPr>
            <a:xfrm>
              <a:off x="4465205" y="460446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13"/>
            <p:cNvSpPr/>
            <p:nvPr/>
          </p:nvSpPr>
          <p:spPr>
            <a:xfrm>
              <a:off x="4632225" y="460446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13"/>
            <p:cNvSpPr/>
            <p:nvPr/>
          </p:nvSpPr>
          <p:spPr>
            <a:xfrm>
              <a:off x="4466725" y="476009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13"/>
            <p:cNvSpPr/>
            <p:nvPr/>
          </p:nvSpPr>
          <p:spPr>
            <a:xfrm>
              <a:off x="4629946" y="475933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13"/>
            <p:cNvSpPr/>
            <p:nvPr/>
          </p:nvSpPr>
          <p:spPr>
            <a:xfrm>
              <a:off x="4796206" y="476009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13"/>
            <p:cNvSpPr/>
            <p:nvPr/>
          </p:nvSpPr>
          <p:spPr>
            <a:xfrm>
              <a:off x="4459090" y="491108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13"/>
            <p:cNvSpPr/>
            <p:nvPr/>
          </p:nvSpPr>
          <p:spPr>
            <a:xfrm>
              <a:off x="4631466" y="491567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13"/>
            <p:cNvSpPr/>
            <p:nvPr/>
          </p:nvSpPr>
          <p:spPr>
            <a:xfrm>
              <a:off x="4796206" y="491643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13"/>
            <p:cNvSpPr/>
            <p:nvPr/>
          </p:nvSpPr>
          <p:spPr>
            <a:xfrm>
              <a:off x="4462166" y="507050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13"/>
            <p:cNvSpPr/>
            <p:nvPr/>
          </p:nvSpPr>
          <p:spPr>
            <a:xfrm>
              <a:off x="4630706" y="507126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13"/>
            <p:cNvSpPr/>
            <p:nvPr/>
          </p:nvSpPr>
          <p:spPr>
            <a:xfrm>
              <a:off x="4797004" y="460526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13"/>
            <p:cNvSpPr/>
            <p:nvPr/>
          </p:nvSpPr>
          <p:spPr>
            <a:xfrm>
              <a:off x="4960985" y="460754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13"/>
            <p:cNvSpPr/>
            <p:nvPr/>
          </p:nvSpPr>
          <p:spPr>
            <a:xfrm>
              <a:off x="4303503" y="460526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13"/>
            <p:cNvSpPr/>
            <p:nvPr/>
          </p:nvSpPr>
          <p:spPr>
            <a:xfrm>
              <a:off x="4303503" y="476009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13"/>
            <p:cNvSpPr/>
            <p:nvPr/>
          </p:nvSpPr>
          <p:spPr>
            <a:xfrm>
              <a:off x="4959428" y="507202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13"/>
            <p:cNvSpPr/>
            <p:nvPr/>
          </p:nvSpPr>
          <p:spPr>
            <a:xfrm>
              <a:off x="4301984" y="507126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13"/>
            <p:cNvSpPr/>
            <p:nvPr/>
          </p:nvSpPr>
          <p:spPr>
            <a:xfrm>
              <a:off x="4960226" y="476236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13"/>
            <p:cNvSpPr/>
            <p:nvPr/>
          </p:nvSpPr>
          <p:spPr>
            <a:xfrm>
              <a:off x="4137243" y="506974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13"/>
            <p:cNvSpPr/>
            <p:nvPr/>
          </p:nvSpPr>
          <p:spPr>
            <a:xfrm>
              <a:off x="4959428" y="491795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13"/>
            <p:cNvSpPr/>
            <p:nvPr/>
          </p:nvSpPr>
          <p:spPr>
            <a:xfrm>
              <a:off x="4302743" y="491491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13"/>
            <p:cNvSpPr/>
            <p:nvPr/>
          </p:nvSpPr>
          <p:spPr>
            <a:xfrm>
              <a:off x="4138762" y="490652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13"/>
            <p:cNvSpPr/>
            <p:nvPr/>
          </p:nvSpPr>
          <p:spPr>
            <a:xfrm>
              <a:off x="3970982" y="507050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13"/>
            <p:cNvSpPr/>
            <p:nvPr/>
          </p:nvSpPr>
          <p:spPr>
            <a:xfrm>
              <a:off x="3973261" y="491567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13"/>
            <p:cNvSpPr/>
            <p:nvPr/>
          </p:nvSpPr>
          <p:spPr>
            <a:xfrm>
              <a:off x="5123447" y="507430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13"/>
            <p:cNvSpPr/>
            <p:nvPr/>
          </p:nvSpPr>
          <p:spPr>
            <a:xfrm>
              <a:off x="4137243" y="476161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13"/>
            <p:cNvSpPr/>
            <p:nvPr/>
          </p:nvSpPr>
          <p:spPr>
            <a:xfrm>
              <a:off x="4134964" y="460602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13"/>
            <p:cNvSpPr/>
            <p:nvPr/>
          </p:nvSpPr>
          <p:spPr>
            <a:xfrm>
              <a:off x="5121890" y="491947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13"/>
            <p:cNvSpPr/>
            <p:nvPr/>
          </p:nvSpPr>
          <p:spPr>
            <a:xfrm>
              <a:off x="5124207" y="476388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13"/>
            <p:cNvSpPr/>
            <p:nvPr/>
          </p:nvSpPr>
          <p:spPr>
            <a:xfrm>
              <a:off x="3974781" y="475933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13"/>
            <p:cNvSpPr/>
            <p:nvPr/>
          </p:nvSpPr>
          <p:spPr>
            <a:xfrm>
              <a:off x="3975541" y="460446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13"/>
            <p:cNvSpPr/>
            <p:nvPr/>
          </p:nvSpPr>
          <p:spPr>
            <a:xfrm>
              <a:off x="5124967" y="460830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" name="Google Shape;970;p13"/>
          <p:cNvSpPr/>
          <p:nvPr/>
        </p:nvSpPr>
        <p:spPr>
          <a:xfrm>
            <a:off x="-385975" y="-555275"/>
            <a:ext cx="1002000" cy="1002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1" name="Google Shape;971;p13"/>
          <p:cNvSpPr/>
          <p:nvPr/>
        </p:nvSpPr>
        <p:spPr>
          <a:xfrm>
            <a:off x="128050" y="64811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" name="Google Shape;972;p13"/>
          <p:cNvSpPr/>
          <p:nvPr/>
        </p:nvSpPr>
        <p:spPr>
          <a:xfrm>
            <a:off x="128063" y="117983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" name="Google Shape;973;p13"/>
          <p:cNvSpPr/>
          <p:nvPr/>
        </p:nvSpPr>
        <p:spPr>
          <a:xfrm flipH="1">
            <a:off x="8432000" y="15950"/>
            <a:ext cx="7314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" name="Google Shape;974;p13"/>
          <p:cNvSpPr/>
          <p:nvPr/>
        </p:nvSpPr>
        <p:spPr>
          <a:xfrm flipH="1" rot="-5400000">
            <a:off x="8208225" y="-8"/>
            <a:ext cx="961200" cy="9612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" name="Google Shape;975;p13"/>
          <p:cNvSpPr/>
          <p:nvPr/>
        </p:nvSpPr>
        <p:spPr>
          <a:xfrm>
            <a:off x="8868620" y="2789380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" name="Google Shape;976;p13"/>
          <p:cNvGrpSpPr/>
          <p:nvPr/>
        </p:nvGrpSpPr>
        <p:grpSpPr>
          <a:xfrm>
            <a:off x="8563132" y="407721"/>
            <a:ext cx="1730784" cy="1441910"/>
            <a:chOff x="-979618" y="-5128741"/>
            <a:chExt cx="1730784" cy="1441910"/>
          </a:xfrm>
        </p:grpSpPr>
        <p:sp>
          <p:nvSpPr>
            <p:cNvPr id="977" name="Google Shape;977;p13"/>
            <p:cNvSpPr/>
            <p:nvPr/>
          </p:nvSpPr>
          <p:spPr>
            <a:xfrm flipH="1">
              <a:off x="-979618" y="-5128741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13"/>
            <p:cNvSpPr/>
            <p:nvPr/>
          </p:nvSpPr>
          <p:spPr>
            <a:xfrm flipH="1">
              <a:off x="-756203" y="-5057684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13"/>
            <p:cNvSpPr/>
            <p:nvPr/>
          </p:nvSpPr>
          <p:spPr>
            <a:xfrm flipH="1">
              <a:off x="-459496" y="-4947101"/>
              <a:ext cx="453633" cy="455870"/>
            </a:xfrm>
            <a:custGeom>
              <a:rect b="b" l="l" r="r" t="t"/>
              <a:pathLst>
                <a:path extrusionOk="0" h="8154" w="8114">
                  <a:moveTo>
                    <a:pt x="1010" y="81"/>
                  </a:moveTo>
                  <a:lnTo>
                    <a:pt x="1151" y="101"/>
                  </a:lnTo>
                  <a:lnTo>
                    <a:pt x="1413" y="162"/>
                  </a:lnTo>
                  <a:lnTo>
                    <a:pt x="1696" y="263"/>
                  </a:lnTo>
                  <a:lnTo>
                    <a:pt x="1938" y="384"/>
                  </a:lnTo>
                  <a:lnTo>
                    <a:pt x="2200" y="545"/>
                  </a:lnTo>
                  <a:lnTo>
                    <a:pt x="2422" y="707"/>
                  </a:lnTo>
                  <a:lnTo>
                    <a:pt x="2644" y="888"/>
                  </a:lnTo>
                  <a:lnTo>
                    <a:pt x="3108" y="1251"/>
                  </a:lnTo>
                  <a:lnTo>
                    <a:pt x="3552" y="1635"/>
                  </a:lnTo>
                  <a:lnTo>
                    <a:pt x="3976" y="2039"/>
                  </a:lnTo>
                  <a:lnTo>
                    <a:pt x="4400" y="2422"/>
                  </a:lnTo>
                  <a:lnTo>
                    <a:pt x="4783" y="2826"/>
                  </a:lnTo>
                  <a:lnTo>
                    <a:pt x="5167" y="3229"/>
                  </a:lnTo>
                  <a:lnTo>
                    <a:pt x="5530" y="3653"/>
                  </a:lnTo>
                  <a:lnTo>
                    <a:pt x="5873" y="4077"/>
                  </a:lnTo>
                  <a:lnTo>
                    <a:pt x="6196" y="4500"/>
                  </a:lnTo>
                  <a:lnTo>
                    <a:pt x="6499" y="4924"/>
                  </a:lnTo>
                  <a:lnTo>
                    <a:pt x="6781" y="5348"/>
                  </a:lnTo>
                  <a:lnTo>
                    <a:pt x="7064" y="5792"/>
                  </a:lnTo>
                  <a:lnTo>
                    <a:pt x="7306" y="6236"/>
                  </a:lnTo>
                  <a:lnTo>
                    <a:pt x="7548" y="6680"/>
                  </a:lnTo>
                  <a:lnTo>
                    <a:pt x="7770" y="7144"/>
                  </a:lnTo>
                  <a:lnTo>
                    <a:pt x="7972" y="7588"/>
                  </a:lnTo>
                  <a:lnTo>
                    <a:pt x="8012" y="7729"/>
                  </a:lnTo>
                  <a:lnTo>
                    <a:pt x="8032" y="7871"/>
                  </a:lnTo>
                  <a:lnTo>
                    <a:pt x="8032" y="7931"/>
                  </a:lnTo>
                  <a:lnTo>
                    <a:pt x="8012" y="7992"/>
                  </a:lnTo>
                  <a:lnTo>
                    <a:pt x="7972" y="8032"/>
                  </a:lnTo>
                  <a:lnTo>
                    <a:pt x="7932" y="8052"/>
                  </a:lnTo>
                  <a:lnTo>
                    <a:pt x="7851" y="8072"/>
                  </a:lnTo>
                  <a:lnTo>
                    <a:pt x="7790" y="8072"/>
                  </a:lnTo>
                  <a:lnTo>
                    <a:pt x="7649" y="8012"/>
                  </a:lnTo>
                  <a:lnTo>
                    <a:pt x="7346" y="7830"/>
                  </a:lnTo>
                  <a:lnTo>
                    <a:pt x="7084" y="7628"/>
                  </a:lnTo>
                  <a:lnTo>
                    <a:pt x="6822" y="7386"/>
                  </a:lnTo>
                  <a:lnTo>
                    <a:pt x="6559" y="7164"/>
                  </a:lnTo>
                  <a:lnTo>
                    <a:pt x="2523" y="3310"/>
                  </a:lnTo>
                  <a:lnTo>
                    <a:pt x="2180" y="3007"/>
                  </a:lnTo>
                  <a:lnTo>
                    <a:pt x="1514" y="2462"/>
                  </a:lnTo>
                  <a:lnTo>
                    <a:pt x="1151" y="2119"/>
                  </a:lnTo>
                  <a:lnTo>
                    <a:pt x="808" y="1776"/>
                  </a:lnTo>
                  <a:lnTo>
                    <a:pt x="485" y="1413"/>
                  </a:lnTo>
                  <a:lnTo>
                    <a:pt x="364" y="1251"/>
                  </a:lnTo>
                  <a:lnTo>
                    <a:pt x="243" y="1070"/>
                  </a:lnTo>
                  <a:lnTo>
                    <a:pt x="162" y="908"/>
                  </a:lnTo>
                  <a:lnTo>
                    <a:pt x="102" y="767"/>
                  </a:lnTo>
                  <a:lnTo>
                    <a:pt x="81" y="626"/>
                  </a:lnTo>
                  <a:lnTo>
                    <a:pt x="81" y="485"/>
                  </a:lnTo>
                  <a:lnTo>
                    <a:pt x="122" y="424"/>
                  </a:lnTo>
                  <a:lnTo>
                    <a:pt x="142" y="364"/>
                  </a:lnTo>
                  <a:lnTo>
                    <a:pt x="243" y="263"/>
                  </a:lnTo>
                  <a:lnTo>
                    <a:pt x="404" y="182"/>
                  </a:lnTo>
                  <a:lnTo>
                    <a:pt x="606" y="101"/>
                  </a:lnTo>
                  <a:lnTo>
                    <a:pt x="747" y="81"/>
                  </a:lnTo>
                  <a:close/>
                  <a:moveTo>
                    <a:pt x="727" y="0"/>
                  </a:moveTo>
                  <a:lnTo>
                    <a:pt x="586" y="41"/>
                  </a:lnTo>
                  <a:lnTo>
                    <a:pt x="364" y="101"/>
                  </a:lnTo>
                  <a:lnTo>
                    <a:pt x="203" y="202"/>
                  </a:lnTo>
                  <a:lnTo>
                    <a:pt x="122" y="263"/>
                  </a:lnTo>
                  <a:lnTo>
                    <a:pt x="81" y="323"/>
                  </a:lnTo>
                  <a:lnTo>
                    <a:pt x="41" y="384"/>
                  </a:lnTo>
                  <a:lnTo>
                    <a:pt x="21" y="464"/>
                  </a:lnTo>
                  <a:lnTo>
                    <a:pt x="1" y="606"/>
                  </a:lnTo>
                  <a:lnTo>
                    <a:pt x="21" y="767"/>
                  </a:lnTo>
                  <a:lnTo>
                    <a:pt x="81" y="908"/>
                  </a:lnTo>
                  <a:lnTo>
                    <a:pt x="162" y="1090"/>
                  </a:lnTo>
                  <a:lnTo>
                    <a:pt x="263" y="1251"/>
                  </a:lnTo>
                  <a:lnTo>
                    <a:pt x="404" y="1433"/>
                  </a:lnTo>
                  <a:lnTo>
                    <a:pt x="707" y="1796"/>
                  </a:lnTo>
                  <a:lnTo>
                    <a:pt x="1070" y="2139"/>
                  </a:lnTo>
                  <a:lnTo>
                    <a:pt x="1434" y="2482"/>
                  </a:lnTo>
                  <a:lnTo>
                    <a:pt x="2120" y="3088"/>
                  </a:lnTo>
                  <a:lnTo>
                    <a:pt x="2463" y="3370"/>
                  </a:lnTo>
                  <a:lnTo>
                    <a:pt x="6499" y="7225"/>
                  </a:lnTo>
                  <a:lnTo>
                    <a:pt x="6761" y="7467"/>
                  </a:lnTo>
                  <a:lnTo>
                    <a:pt x="7023" y="7689"/>
                  </a:lnTo>
                  <a:lnTo>
                    <a:pt x="7306" y="7911"/>
                  </a:lnTo>
                  <a:lnTo>
                    <a:pt x="7609" y="8093"/>
                  </a:lnTo>
                  <a:lnTo>
                    <a:pt x="7730" y="8133"/>
                  </a:lnTo>
                  <a:lnTo>
                    <a:pt x="7851" y="8153"/>
                  </a:lnTo>
                  <a:lnTo>
                    <a:pt x="7911" y="8153"/>
                  </a:lnTo>
                  <a:lnTo>
                    <a:pt x="7972" y="8133"/>
                  </a:lnTo>
                  <a:lnTo>
                    <a:pt x="8032" y="8093"/>
                  </a:lnTo>
                  <a:lnTo>
                    <a:pt x="8073" y="8032"/>
                  </a:lnTo>
                  <a:lnTo>
                    <a:pt x="8093" y="7971"/>
                  </a:lnTo>
                  <a:lnTo>
                    <a:pt x="8113" y="7891"/>
                  </a:lnTo>
                  <a:lnTo>
                    <a:pt x="8093" y="7729"/>
                  </a:lnTo>
                  <a:lnTo>
                    <a:pt x="8032" y="7568"/>
                  </a:lnTo>
                  <a:lnTo>
                    <a:pt x="7831" y="7104"/>
                  </a:lnTo>
                  <a:lnTo>
                    <a:pt x="7629" y="6640"/>
                  </a:lnTo>
                  <a:lnTo>
                    <a:pt x="7387" y="6196"/>
                  </a:lnTo>
                  <a:lnTo>
                    <a:pt x="7124" y="5752"/>
                  </a:lnTo>
                  <a:lnTo>
                    <a:pt x="6862" y="5308"/>
                  </a:lnTo>
                  <a:lnTo>
                    <a:pt x="6559" y="4884"/>
                  </a:lnTo>
                  <a:lnTo>
                    <a:pt x="6257" y="4440"/>
                  </a:lnTo>
                  <a:lnTo>
                    <a:pt x="5934" y="4016"/>
                  </a:lnTo>
                  <a:lnTo>
                    <a:pt x="5591" y="3592"/>
                  </a:lnTo>
                  <a:lnTo>
                    <a:pt x="5227" y="3189"/>
                  </a:lnTo>
                  <a:lnTo>
                    <a:pt x="4844" y="2785"/>
                  </a:lnTo>
                  <a:lnTo>
                    <a:pt x="4461" y="2382"/>
                  </a:lnTo>
                  <a:lnTo>
                    <a:pt x="4037" y="1978"/>
                  </a:lnTo>
                  <a:lnTo>
                    <a:pt x="3613" y="1574"/>
                  </a:lnTo>
                  <a:lnTo>
                    <a:pt x="3169" y="1191"/>
                  </a:lnTo>
                  <a:lnTo>
                    <a:pt x="2705" y="808"/>
                  </a:lnTo>
                  <a:lnTo>
                    <a:pt x="2463" y="646"/>
                  </a:lnTo>
                  <a:lnTo>
                    <a:pt x="2221" y="464"/>
                  </a:lnTo>
                  <a:lnTo>
                    <a:pt x="1978" y="323"/>
                  </a:lnTo>
                  <a:lnTo>
                    <a:pt x="1716" y="182"/>
                  </a:lnTo>
                  <a:lnTo>
                    <a:pt x="1434" y="81"/>
                  </a:lnTo>
                  <a:lnTo>
                    <a:pt x="1151" y="21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" name="Google Shape;980;p13"/>
          <p:cNvGrpSpPr/>
          <p:nvPr/>
        </p:nvGrpSpPr>
        <p:grpSpPr>
          <a:xfrm>
            <a:off x="8716221" y="3079094"/>
            <a:ext cx="1001862" cy="1525380"/>
            <a:chOff x="2060921" y="-3413869"/>
            <a:chExt cx="1001862" cy="1525380"/>
          </a:xfrm>
        </p:grpSpPr>
        <p:sp>
          <p:nvSpPr>
            <p:cNvPr id="981" name="Google Shape;981;p13"/>
            <p:cNvSpPr/>
            <p:nvPr/>
          </p:nvSpPr>
          <p:spPr>
            <a:xfrm flipH="1">
              <a:off x="2060921" y="-3413869"/>
              <a:ext cx="1001862" cy="1525380"/>
            </a:xfrm>
            <a:custGeom>
              <a:rect b="b" l="l" r="r" t="t"/>
              <a:pathLst>
                <a:path extrusionOk="0" h="27284" w="17920">
                  <a:moveTo>
                    <a:pt x="9041" y="81"/>
                  </a:moveTo>
                  <a:lnTo>
                    <a:pt x="9464" y="101"/>
                  </a:lnTo>
                  <a:lnTo>
                    <a:pt x="9888" y="141"/>
                  </a:lnTo>
                  <a:lnTo>
                    <a:pt x="10312" y="222"/>
                  </a:lnTo>
                  <a:lnTo>
                    <a:pt x="10716" y="323"/>
                  </a:lnTo>
                  <a:lnTo>
                    <a:pt x="11139" y="444"/>
                  </a:lnTo>
                  <a:lnTo>
                    <a:pt x="11543" y="605"/>
                  </a:lnTo>
                  <a:lnTo>
                    <a:pt x="11947" y="767"/>
                  </a:lnTo>
                  <a:lnTo>
                    <a:pt x="12350" y="969"/>
                  </a:lnTo>
                  <a:lnTo>
                    <a:pt x="12734" y="1191"/>
                  </a:lnTo>
                  <a:lnTo>
                    <a:pt x="13117" y="1433"/>
                  </a:lnTo>
                  <a:lnTo>
                    <a:pt x="13480" y="1715"/>
                  </a:lnTo>
                  <a:lnTo>
                    <a:pt x="13844" y="1998"/>
                  </a:lnTo>
                  <a:lnTo>
                    <a:pt x="14187" y="2301"/>
                  </a:lnTo>
                  <a:lnTo>
                    <a:pt x="14530" y="2644"/>
                  </a:lnTo>
                  <a:lnTo>
                    <a:pt x="14832" y="2987"/>
                  </a:lnTo>
                  <a:lnTo>
                    <a:pt x="15155" y="3350"/>
                  </a:lnTo>
                  <a:lnTo>
                    <a:pt x="15397" y="3673"/>
                  </a:lnTo>
                  <a:lnTo>
                    <a:pt x="15619" y="4016"/>
                  </a:lnTo>
                  <a:lnTo>
                    <a:pt x="15841" y="4359"/>
                  </a:lnTo>
                  <a:lnTo>
                    <a:pt x="16063" y="4722"/>
                  </a:lnTo>
                  <a:lnTo>
                    <a:pt x="16265" y="5106"/>
                  </a:lnTo>
                  <a:lnTo>
                    <a:pt x="16447" y="5489"/>
                  </a:lnTo>
                  <a:lnTo>
                    <a:pt x="16628" y="5893"/>
                  </a:lnTo>
                  <a:lnTo>
                    <a:pt x="16790" y="6296"/>
                  </a:lnTo>
                  <a:lnTo>
                    <a:pt x="16931" y="6720"/>
                  </a:lnTo>
                  <a:lnTo>
                    <a:pt x="17072" y="7144"/>
                  </a:lnTo>
                  <a:lnTo>
                    <a:pt x="17214" y="7588"/>
                  </a:lnTo>
                  <a:lnTo>
                    <a:pt x="17315" y="8052"/>
                  </a:lnTo>
                  <a:lnTo>
                    <a:pt x="17436" y="8516"/>
                  </a:lnTo>
                  <a:lnTo>
                    <a:pt x="17516" y="8980"/>
                  </a:lnTo>
                  <a:lnTo>
                    <a:pt x="17597" y="9485"/>
                  </a:lnTo>
                  <a:lnTo>
                    <a:pt x="17678" y="9969"/>
                  </a:lnTo>
                  <a:lnTo>
                    <a:pt x="17738" y="10514"/>
                  </a:lnTo>
                  <a:lnTo>
                    <a:pt x="17779" y="11079"/>
                  </a:lnTo>
                  <a:lnTo>
                    <a:pt x="17819" y="11624"/>
                  </a:lnTo>
                  <a:lnTo>
                    <a:pt x="17839" y="12189"/>
                  </a:lnTo>
                  <a:lnTo>
                    <a:pt x="17839" y="12774"/>
                  </a:lnTo>
                  <a:lnTo>
                    <a:pt x="17819" y="13339"/>
                  </a:lnTo>
                  <a:lnTo>
                    <a:pt x="17799" y="13924"/>
                  </a:lnTo>
                  <a:lnTo>
                    <a:pt x="17758" y="14510"/>
                  </a:lnTo>
                  <a:lnTo>
                    <a:pt x="17718" y="15115"/>
                  </a:lnTo>
                  <a:lnTo>
                    <a:pt x="17637" y="15720"/>
                  </a:lnTo>
                  <a:lnTo>
                    <a:pt x="17557" y="16326"/>
                  </a:lnTo>
                  <a:lnTo>
                    <a:pt x="17456" y="16951"/>
                  </a:lnTo>
                  <a:lnTo>
                    <a:pt x="17355" y="17577"/>
                  </a:lnTo>
                  <a:lnTo>
                    <a:pt x="17234" y="18202"/>
                  </a:lnTo>
                  <a:lnTo>
                    <a:pt x="17093" y="18848"/>
                  </a:lnTo>
                  <a:lnTo>
                    <a:pt x="16931" y="19514"/>
                  </a:lnTo>
                  <a:lnTo>
                    <a:pt x="16709" y="20362"/>
                  </a:lnTo>
                  <a:lnTo>
                    <a:pt x="16447" y="21230"/>
                  </a:lnTo>
                  <a:lnTo>
                    <a:pt x="16285" y="21673"/>
                  </a:lnTo>
                  <a:lnTo>
                    <a:pt x="16124" y="22117"/>
                  </a:lnTo>
                  <a:lnTo>
                    <a:pt x="15942" y="22561"/>
                  </a:lnTo>
                  <a:lnTo>
                    <a:pt x="15740" y="23005"/>
                  </a:lnTo>
                  <a:lnTo>
                    <a:pt x="15518" y="23429"/>
                  </a:lnTo>
                  <a:lnTo>
                    <a:pt x="15276" y="23873"/>
                  </a:lnTo>
                  <a:lnTo>
                    <a:pt x="15014" y="24277"/>
                  </a:lnTo>
                  <a:lnTo>
                    <a:pt x="14731" y="24680"/>
                  </a:lnTo>
                  <a:lnTo>
                    <a:pt x="14429" y="25064"/>
                  </a:lnTo>
                  <a:lnTo>
                    <a:pt x="14106" y="25427"/>
                  </a:lnTo>
                  <a:lnTo>
                    <a:pt x="13743" y="25770"/>
                  </a:lnTo>
                  <a:lnTo>
                    <a:pt x="13359" y="26093"/>
                  </a:lnTo>
                  <a:lnTo>
                    <a:pt x="13077" y="26295"/>
                  </a:lnTo>
                  <a:lnTo>
                    <a:pt x="12774" y="26476"/>
                  </a:lnTo>
                  <a:lnTo>
                    <a:pt x="12491" y="26658"/>
                  </a:lnTo>
                  <a:lnTo>
                    <a:pt x="12209" y="26799"/>
                  </a:lnTo>
                  <a:lnTo>
                    <a:pt x="11906" y="26920"/>
                  </a:lnTo>
                  <a:lnTo>
                    <a:pt x="11624" y="27021"/>
                  </a:lnTo>
                  <a:lnTo>
                    <a:pt x="11321" y="27102"/>
                  </a:lnTo>
                  <a:lnTo>
                    <a:pt x="11018" y="27162"/>
                  </a:lnTo>
                  <a:lnTo>
                    <a:pt x="10716" y="27203"/>
                  </a:lnTo>
                  <a:lnTo>
                    <a:pt x="10110" y="27203"/>
                  </a:lnTo>
                  <a:lnTo>
                    <a:pt x="9808" y="27183"/>
                  </a:lnTo>
                  <a:lnTo>
                    <a:pt x="9485" y="27142"/>
                  </a:lnTo>
                  <a:lnTo>
                    <a:pt x="9182" y="27062"/>
                  </a:lnTo>
                  <a:lnTo>
                    <a:pt x="8859" y="26981"/>
                  </a:lnTo>
                  <a:lnTo>
                    <a:pt x="8556" y="26860"/>
                  </a:lnTo>
                  <a:lnTo>
                    <a:pt x="8234" y="26739"/>
                  </a:lnTo>
                  <a:lnTo>
                    <a:pt x="7931" y="26577"/>
                  </a:lnTo>
                  <a:lnTo>
                    <a:pt x="7628" y="26416"/>
                  </a:lnTo>
                  <a:lnTo>
                    <a:pt x="7346" y="26234"/>
                  </a:lnTo>
                  <a:lnTo>
                    <a:pt x="7063" y="26053"/>
                  </a:lnTo>
                  <a:lnTo>
                    <a:pt x="6781" y="25851"/>
                  </a:lnTo>
                  <a:lnTo>
                    <a:pt x="6256" y="25427"/>
                  </a:lnTo>
                  <a:lnTo>
                    <a:pt x="5772" y="24983"/>
                  </a:lnTo>
                  <a:lnTo>
                    <a:pt x="5328" y="24539"/>
                  </a:lnTo>
                  <a:lnTo>
                    <a:pt x="4944" y="24095"/>
                  </a:lnTo>
                  <a:lnTo>
                    <a:pt x="4581" y="23671"/>
                  </a:lnTo>
                  <a:lnTo>
                    <a:pt x="4238" y="23227"/>
                  </a:lnTo>
                  <a:lnTo>
                    <a:pt x="3895" y="22763"/>
                  </a:lnTo>
                  <a:lnTo>
                    <a:pt x="3572" y="22279"/>
                  </a:lnTo>
                  <a:lnTo>
                    <a:pt x="3249" y="21815"/>
                  </a:lnTo>
                  <a:lnTo>
                    <a:pt x="2967" y="21330"/>
                  </a:lnTo>
                  <a:lnTo>
                    <a:pt x="2664" y="20826"/>
                  </a:lnTo>
                  <a:lnTo>
                    <a:pt x="2401" y="20342"/>
                  </a:lnTo>
                  <a:lnTo>
                    <a:pt x="2139" y="19837"/>
                  </a:lnTo>
                  <a:lnTo>
                    <a:pt x="1897" y="19333"/>
                  </a:lnTo>
                  <a:lnTo>
                    <a:pt x="1675" y="18808"/>
                  </a:lnTo>
                  <a:lnTo>
                    <a:pt x="1453" y="18303"/>
                  </a:lnTo>
                  <a:lnTo>
                    <a:pt x="1251" y="17779"/>
                  </a:lnTo>
                  <a:lnTo>
                    <a:pt x="1070" y="17254"/>
                  </a:lnTo>
                  <a:lnTo>
                    <a:pt x="888" y="16729"/>
                  </a:lnTo>
                  <a:lnTo>
                    <a:pt x="727" y="16205"/>
                  </a:lnTo>
                  <a:lnTo>
                    <a:pt x="585" y="15680"/>
                  </a:lnTo>
                  <a:lnTo>
                    <a:pt x="464" y="15095"/>
                  </a:lnTo>
                  <a:lnTo>
                    <a:pt x="343" y="14530"/>
                  </a:lnTo>
                  <a:lnTo>
                    <a:pt x="262" y="13965"/>
                  </a:lnTo>
                  <a:lnTo>
                    <a:pt x="182" y="13400"/>
                  </a:lnTo>
                  <a:lnTo>
                    <a:pt x="121" y="12835"/>
                  </a:lnTo>
                  <a:lnTo>
                    <a:pt x="101" y="12270"/>
                  </a:lnTo>
                  <a:lnTo>
                    <a:pt x="81" y="11725"/>
                  </a:lnTo>
                  <a:lnTo>
                    <a:pt x="81" y="11160"/>
                  </a:lnTo>
                  <a:lnTo>
                    <a:pt x="101" y="10615"/>
                  </a:lnTo>
                  <a:lnTo>
                    <a:pt x="141" y="10070"/>
                  </a:lnTo>
                  <a:lnTo>
                    <a:pt x="202" y="9525"/>
                  </a:lnTo>
                  <a:lnTo>
                    <a:pt x="283" y="9000"/>
                  </a:lnTo>
                  <a:lnTo>
                    <a:pt x="383" y="8476"/>
                  </a:lnTo>
                  <a:lnTo>
                    <a:pt x="505" y="7951"/>
                  </a:lnTo>
                  <a:lnTo>
                    <a:pt x="646" y="7447"/>
                  </a:lnTo>
                  <a:lnTo>
                    <a:pt x="787" y="6942"/>
                  </a:lnTo>
                  <a:lnTo>
                    <a:pt x="1049" y="6236"/>
                  </a:lnTo>
                  <a:lnTo>
                    <a:pt x="1352" y="5570"/>
                  </a:lnTo>
                  <a:lnTo>
                    <a:pt x="1695" y="4924"/>
                  </a:lnTo>
                  <a:lnTo>
                    <a:pt x="2079" y="4298"/>
                  </a:lnTo>
                  <a:lnTo>
                    <a:pt x="2482" y="3693"/>
                  </a:lnTo>
                  <a:lnTo>
                    <a:pt x="2946" y="3128"/>
                  </a:lnTo>
                  <a:lnTo>
                    <a:pt x="3188" y="2866"/>
                  </a:lnTo>
                  <a:lnTo>
                    <a:pt x="3431" y="2603"/>
                  </a:lnTo>
                  <a:lnTo>
                    <a:pt x="3673" y="2361"/>
                  </a:lnTo>
                  <a:lnTo>
                    <a:pt x="3935" y="2119"/>
                  </a:lnTo>
                  <a:lnTo>
                    <a:pt x="4218" y="1877"/>
                  </a:lnTo>
                  <a:lnTo>
                    <a:pt x="4520" y="1655"/>
                  </a:lnTo>
                  <a:lnTo>
                    <a:pt x="4803" y="1433"/>
                  </a:lnTo>
                  <a:lnTo>
                    <a:pt x="5106" y="1231"/>
                  </a:lnTo>
                  <a:lnTo>
                    <a:pt x="5408" y="1049"/>
                  </a:lnTo>
                  <a:lnTo>
                    <a:pt x="5731" y="888"/>
                  </a:lnTo>
                  <a:lnTo>
                    <a:pt x="6034" y="727"/>
                  </a:lnTo>
                  <a:lnTo>
                    <a:pt x="6337" y="605"/>
                  </a:lnTo>
                  <a:lnTo>
                    <a:pt x="6659" y="484"/>
                  </a:lnTo>
                  <a:lnTo>
                    <a:pt x="6982" y="363"/>
                  </a:lnTo>
                  <a:lnTo>
                    <a:pt x="7305" y="283"/>
                  </a:lnTo>
                  <a:lnTo>
                    <a:pt x="7628" y="202"/>
                  </a:lnTo>
                  <a:lnTo>
                    <a:pt x="7951" y="162"/>
                  </a:lnTo>
                  <a:lnTo>
                    <a:pt x="8274" y="121"/>
                  </a:lnTo>
                  <a:lnTo>
                    <a:pt x="8597" y="81"/>
                  </a:lnTo>
                  <a:close/>
                  <a:moveTo>
                    <a:pt x="8698" y="0"/>
                  </a:moveTo>
                  <a:lnTo>
                    <a:pt x="8355" y="20"/>
                  </a:lnTo>
                  <a:lnTo>
                    <a:pt x="8032" y="61"/>
                  </a:lnTo>
                  <a:lnTo>
                    <a:pt x="7689" y="121"/>
                  </a:lnTo>
                  <a:lnTo>
                    <a:pt x="7366" y="182"/>
                  </a:lnTo>
                  <a:lnTo>
                    <a:pt x="7023" y="283"/>
                  </a:lnTo>
                  <a:lnTo>
                    <a:pt x="6700" y="383"/>
                  </a:lnTo>
                  <a:lnTo>
                    <a:pt x="6377" y="505"/>
                  </a:lnTo>
                  <a:lnTo>
                    <a:pt x="6054" y="646"/>
                  </a:lnTo>
                  <a:lnTo>
                    <a:pt x="5731" y="787"/>
                  </a:lnTo>
                  <a:lnTo>
                    <a:pt x="5408" y="969"/>
                  </a:lnTo>
                  <a:lnTo>
                    <a:pt x="5085" y="1150"/>
                  </a:lnTo>
                  <a:lnTo>
                    <a:pt x="4783" y="1352"/>
                  </a:lnTo>
                  <a:lnTo>
                    <a:pt x="4480" y="1574"/>
                  </a:lnTo>
                  <a:lnTo>
                    <a:pt x="4177" y="1816"/>
                  </a:lnTo>
                  <a:lnTo>
                    <a:pt x="3895" y="2058"/>
                  </a:lnTo>
                  <a:lnTo>
                    <a:pt x="3632" y="2301"/>
                  </a:lnTo>
                  <a:lnTo>
                    <a:pt x="3370" y="2543"/>
                  </a:lnTo>
                  <a:lnTo>
                    <a:pt x="3128" y="2805"/>
                  </a:lnTo>
                  <a:lnTo>
                    <a:pt x="2886" y="3088"/>
                  </a:lnTo>
                  <a:lnTo>
                    <a:pt x="2422" y="3653"/>
                  </a:lnTo>
                  <a:lnTo>
                    <a:pt x="1998" y="4258"/>
                  </a:lnTo>
                  <a:lnTo>
                    <a:pt x="1614" y="4884"/>
                  </a:lnTo>
                  <a:lnTo>
                    <a:pt x="1271" y="5529"/>
                  </a:lnTo>
                  <a:lnTo>
                    <a:pt x="969" y="6216"/>
                  </a:lnTo>
                  <a:lnTo>
                    <a:pt x="848" y="6559"/>
                  </a:lnTo>
                  <a:lnTo>
                    <a:pt x="727" y="6902"/>
                  </a:lnTo>
                  <a:lnTo>
                    <a:pt x="565" y="7406"/>
                  </a:lnTo>
                  <a:lnTo>
                    <a:pt x="424" y="7931"/>
                  </a:lnTo>
                  <a:lnTo>
                    <a:pt x="303" y="8456"/>
                  </a:lnTo>
                  <a:lnTo>
                    <a:pt x="202" y="8980"/>
                  </a:lnTo>
                  <a:lnTo>
                    <a:pt x="121" y="9525"/>
                  </a:lnTo>
                  <a:lnTo>
                    <a:pt x="61" y="10070"/>
                  </a:lnTo>
                  <a:lnTo>
                    <a:pt x="20" y="10615"/>
                  </a:lnTo>
                  <a:lnTo>
                    <a:pt x="0" y="11160"/>
                  </a:lnTo>
                  <a:lnTo>
                    <a:pt x="0" y="11725"/>
                  </a:lnTo>
                  <a:lnTo>
                    <a:pt x="20" y="12270"/>
                  </a:lnTo>
                  <a:lnTo>
                    <a:pt x="40" y="12835"/>
                  </a:lnTo>
                  <a:lnTo>
                    <a:pt x="101" y="13400"/>
                  </a:lnTo>
                  <a:lnTo>
                    <a:pt x="182" y="13965"/>
                  </a:lnTo>
                  <a:lnTo>
                    <a:pt x="262" y="14550"/>
                  </a:lnTo>
                  <a:lnTo>
                    <a:pt x="383" y="15115"/>
                  </a:lnTo>
                  <a:lnTo>
                    <a:pt x="525" y="15700"/>
                  </a:lnTo>
                  <a:lnTo>
                    <a:pt x="666" y="16225"/>
                  </a:lnTo>
                  <a:lnTo>
                    <a:pt x="807" y="16750"/>
                  </a:lnTo>
                  <a:lnTo>
                    <a:pt x="989" y="17274"/>
                  </a:lnTo>
                  <a:lnTo>
                    <a:pt x="1170" y="17799"/>
                  </a:lnTo>
                  <a:lnTo>
                    <a:pt x="1372" y="18324"/>
                  </a:lnTo>
                  <a:lnTo>
                    <a:pt x="1594" y="18848"/>
                  </a:lnTo>
                  <a:lnTo>
                    <a:pt x="1816" y="19353"/>
                  </a:lnTo>
                  <a:lnTo>
                    <a:pt x="2058" y="19877"/>
                  </a:lnTo>
                  <a:lnTo>
                    <a:pt x="2321" y="20382"/>
                  </a:lnTo>
                  <a:lnTo>
                    <a:pt x="2603" y="20866"/>
                  </a:lnTo>
                  <a:lnTo>
                    <a:pt x="2886" y="21371"/>
                  </a:lnTo>
                  <a:lnTo>
                    <a:pt x="3188" y="21855"/>
                  </a:lnTo>
                  <a:lnTo>
                    <a:pt x="3511" y="22339"/>
                  </a:lnTo>
                  <a:lnTo>
                    <a:pt x="3834" y="22804"/>
                  </a:lnTo>
                  <a:lnTo>
                    <a:pt x="4177" y="23268"/>
                  </a:lnTo>
                  <a:lnTo>
                    <a:pt x="4520" y="23732"/>
                  </a:lnTo>
                  <a:lnTo>
                    <a:pt x="4964" y="24236"/>
                  </a:lnTo>
                  <a:lnTo>
                    <a:pt x="5206" y="24519"/>
                  </a:lnTo>
                  <a:lnTo>
                    <a:pt x="5489" y="24822"/>
                  </a:lnTo>
                  <a:lnTo>
                    <a:pt x="5792" y="25104"/>
                  </a:lnTo>
                  <a:lnTo>
                    <a:pt x="6115" y="25407"/>
                  </a:lnTo>
                  <a:lnTo>
                    <a:pt x="6458" y="25689"/>
                  </a:lnTo>
                  <a:lnTo>
                    <a:pt x="6821" y="25972"/>
                  </a:lnTo>
                  <a:lnTo>
                    <a:pt x="7204" y="26254"/>
                  </a:lnTo>
                  <a:lnTo>
                    <a:pt x="7608" y="26497"/>
                  </a:lnTo>
                  <a:lnTo>
                    <a:pt x="8032" y="26718"/>
                  </a:lnTo>
                  <a:lnTo>
                    <a:pt x="8455" y="26900"/>
                  </a:lnTo>
                  <a:lnTo>
                    <a:pt x="8920" y="27062"/>
                  </a:lnTo>
                  <a:lnTo>
                    <a:pt x="9364" y="27183"/>
                  </a:lnTo>
                  <a:lnTo>
                    <a:pt x="9606" y="27223"/>
                  </a:lnTo>
                  <a:lnTo>
                    <a:pt x="9848" y="27263"/>
                  </a:lnTo>
                  <a:lnTo>
                    <a:pt x="10090" y="27284"/>
                  </a:lnTo>
                  <a:lnTo>
                    <a:pt x="10695" y="27284"/>
                  </a:lnTo>
                  <a:lnTo>
                    <a:pt x="11079" y="27223"/>
                  </a:lnTo>
                  <a:lnTo>
                    <a:pt x="11462" y="27142"/>
                  </a:lnTo>
                  <a:lnTo>
                    <a:pt x="11846" y="27021"/>
                  </a:lnTo>
                  <a:lnTo>
                    <a:pt x="12229" y="26880"/>
                  </a:lnTo>
                  <a:lnTo>
                    <a:pt x="12613" y="26678"/>
                  </a:lnTo>
                  <a:lnTo>
                    <a:pt x="12996" y="26436"/>
                  </a:lnTo>
                  <a:lnTo>
                    <a:pt x="13400" y="26153"/>
                  </a:lnTo>
                  <a:lnTo>
                    <a:pt x="13783" y="25831"/>
                  </a:lnTo>
                  <a:lnTo>
                    <a:pt x="14146" y="25488"/>
                  </a:lnTo>
                  <a:lnTo>
                    <a:pt x="14489" y="25124"/>
                  </a:lnTo>
                  <a:lnTo>
                    <a:pt x="14792" y="24721"/>
                  </a:lnTo>
                  <a:lnTo>
                    <a:pt x="15095" y="24317"/>
                  </a:lnTo>
                  <a:lnTo>
                    <a:pt x="15357" y="23913"/>
                  </a:lnTo>
                  <a:lnTo>
                    <a:pt x="15599" y="23490"/>
                  </a:lnTo>
                  <a:lnTo>
                    <a:pt x="15821" y="23046"/>
                  </a:lnTo>
                  <a:lnTo>
                    <a:pt x="16023" y="22602"/>
                  </a:lnTo>
                  <a:lnTo>
                    <a:pt x="16205" y="22158"/>
                  </a:lnTo>
                  <a:lnTo>
                    <a:pt x="16366" y="21714"/>
                  </a:lnTo>
                  <a:lnTo>
                    <a:pt x="16527" y="21270"/>
                  </a:lnTo>
                  <a:lnTo>
                    <a:pt x="16790" y="20382"/>
                  </a:lnTo>
                  <a:lnTo>
                    <a:pt x="17012" y="19534"/>
                  </a:lnTo>
                  <a:lnTo>
                    <a:pt x="17173" y="18868"/>
                  </a:lnTo>
                  <a:lnTo>
                    <a:pt x="17315" y="18223"/>
                  </a:lnTo>
                  <a:lnTo>
                    <a:pt x="17436" y="17597"/>
                  </a:lnTo>
                  <a:lnTo>
                    <a:pt x="17537" y="16951"/>
                  </a:lnTo>
                  <a:lnTo>
                    <a:pt x="17637" y="16346"/>
                  </a:lnTo>
                  <a:lnTo>
                    <a:pt x="17718" y="15720"/>
                  </a:lnTo>
                  <a:lnTo>
                    <a:pt x="17799" y="15115"/>
                  </a:lnTo>
                  <a:lnTo>
                    <a:pt x="17839" y="14530"/>
                  </a:lnTo>
                  <a:lnTo>
                    <a:pt x="17880" y="13924"/>
                  </a:lnTo>
                  <a:lnTo>
                    <a:pt x="17900" y="13339"/>
                  </a:lnTo>
                  <a:lnTo>
                    <a:pt x="17920" y="12774"/>
                  </a:lnTo>
                  <a:lnTo>
                    <a:pt x="17920" y="12189"/>
                  </a:lnTo>
                  <a:lnTo>
                    <a:pt x="17900" y="11624"/>
                  </a:lnTo>
                  <a:lnTo>
                    <a:pt x="17859" y="11059"/>
                  </a:lnTo>
                  <a:lnTo>
                    <a:pt x="17819" y="10514"/>
                  </a:lnTo>
                  <a:lnTo>
                    <a:pt x="17758" y="9969"/>
                  </a:lnTo>
                  <a:lnTo>
                    <a:pt x="17678" y="9465"/>
                  </a:lnTo>
                  <a:lnTo>
                    <a:pt x="17597" y="8980"/>
                  </a:lnTo>
                  <a:lnTo>
                    <a:pt x="17516" y="8496"/>
                  </a:lnTo>
                  <a:lnTo>
                    <a:pt x="17395" y="8032"/>
                  </a:lnTo>
                  <a:lnTo>
                    <a:pt x="17294" y="7568"/>
                  </a:lnTo>
                  <a:lnTo>
                    <a:pt x="17153" y="7124"/>
                  </a:lnTo>
                  <a:lnTo>
                    <a:pt x="17012" y="6700"/>
                  </a:lnTo>
                  <a:lnTo>
                    <a:pt x="16850" y="6276"/>
                  </a:lnTo>
                  <a:lnTo>
                    <a:pt x="16689" y="5852"/>
                  </a:lnTo>
                  <a:lnTo>
                    <a:pt x="16507" y="5449"/>
                  </a:lnTo>
                  <a:lnTo>
                    <a:pt x="16326" y="5065"/>
                  </a:lnTo>
                  <a:lnTo>
                    <a:pt x="16124" y="4682"/>
                  </a:lnTo>
                  <a:lnTo>
                    <a:pt x="15922" y="4319"/>
                  </a:lnTo>
                  <a:lnTo>
                    <a:pt x="15700" y="3976"/>
                  </a:lnTo>
                  <a:lnTo>
                    <a:pt x="15458" y="3632"/>
                  </a:lnTo>
                  <a:lnTo>
                    <a:pt x="15216" y="3310"/>
                  </a:lnTo>
                  <a:lnTo>
                    <a:pt x="14913" y="2926"/>
                  </a:lnTo>
                  <a:lnTo>
                    <a:pt x="14590" y="2583"/>
                  </a:lnTo>
                  <a:lnTo>
                    <a:pt x="14247" y="2240"/>
                  </a:lnTo>
                  <a:lnTo>
                    <a:pt x="13904" y="1937"/>
                  </a:lnTo>
                  <a:lnTo>
                    <a:pt x="13541" y="1635"/>
                  </a:lnTo>
                  <a:lnTo>
                    <a:pt x="13157" y="1372"/>
                  </a:lnTo>
                  <a:lnTo>
                    <a:pt x="12774" y="1130"/>
                  </a:lnTo>
                  <a:lnTo>
                    <a:pt x="12391" y="908"/>
                  </a:lnTo>
                  <a:lnTo>
                    <a:pt x="11987" y="706"/>
                  </a:lnTo>
                  <a:lnTo>
                    <a:pt x="11583" y="525"/>
                  </a:lnTo>
                  <a:lnTo>
                    <a:pt x="11160" y="363"/>
                  </a:lnTo>
                  <a:lnTo>
                    <a:pt x="10736" y="242"/>
                  </a:lnTo>
                  <a:lnTo>
                    <a:pt x="10312" y="141"/>
                  </a:lnTo>
                  <a:lnTo>
                    <a:pt x="9888" y="61"/>
                  </a:lnTo>
                  <a:lnTo>
                    <a:pt x="9464" y="20"/>
                  </a:lnTo>
                  <a:lnTo>
                    <a:pt x="90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13"/>
            <p:cNvSpPr/>
            <p:nvPr/>
          </p:nvSpPr>
          <p:spPr>
            <a:xfrm flipH="1">
              <a:off x="2209809" y="-3290930"/>
              <a:ext cx="560808" cy="1296383"/>
            </a:xfrm>
            <a:custGeom>
              <a:rect b="b" l="l" r="r" t="t"/>
              <a:pathLst>
                <a:path extrusionOk="0" h="23188" w="10031">
                  <a:moveTo>
                    <a:pt x="4703" y="61"/>
                  </a:moveTo>
                  <a:lnTo>
                    <a:pt x="4985" y="81"/>
                  </a:lnTo>
                  <a:lnTo>
                    <a:pt x="5268" y="122"/>
                  </a:lnTo>
                  <a:lnTo>
                    <a:pt x="5550" y="202"/>
                  </a:lnTo>
                  <a:lnTo>
                    <a:pt x="5833" y="303"/>
                  </a:lnTo>
                  <a:lnTo>
                    <a:pt x="6075" y="424"/>
                  </a:lnTo>
                  <a:lnTo>
                    <a:pt x="6297" y="566"/>
                  </a:lnTo>
                  <a:lnTo>
                    <a:pt x="6519" y="707"/>
                  </a:lnTo>
                  <a:lnTo>
                    <a:pt x="6741" y="868"/>
                  </a:lnTo>
                  <a:lnTo>
                    <a:pt x="6963" y="1070"/>
                  </a:lnTo>
                  <a:lnTo>
                    <a:pt x="7165" y="1272"/>
                  </a:lnTo>
                  <a:lnTo>
                    <a:pt x="7366" y="1494"/>
                  </a:lnTo>
                  <a:lnTo>
                    <a:pt x="7548" y="1736"/>
                  </a:lnTo>
                  <a:lnTo>
                    <a:pt x="7730" y="1999"/>
                  </a:lnTo>
                  <a:lnTo>
                    <a:pt x="7911" y="2281"/>
                  </a:lnTo>
                  <a:lnTo>
                    <a:pt x="8073" y="2584"/>
                  </a:lnTo>
                  <a:lnTo>
                    <a:pt x="8234" y="2907"/>
                  </a:lnTo>
                  <a:lnTo>
                    <a:pt x="8396" y="3230"/>
                  </a:lnTo>
                  <a:lnTo>
                    <a:pt x="8537" y="3593"/>
                  </a:lnTo>
                  <a:lnTo>
                    <a:pt x="8678" y="3976"/>
                  </a:lnTo>
                  <a:lnTo>
                    <a:pt x="8819" y="4380"/>
                  </a:lnTo>
                  <a:lnTo>
                    <a:pt x="9082" y="5207"/>
                  </a:lnTo>
                  <a:lnTo>
                    <a:pt x="9304" y="6075"/>
                  </a:lnTo>
                  <a:lnTo>
                    <a:pt x="9505" y="6922"/>
                  </a:lnTo>
                  <a:lnTo>
                    <a:pt x="9647" y="7790"/>
                  </a:lnTo>
                  <a:lnTo>
                    <a:pt x="9788" y="8678"/>
                  </a:lnTo>
                  <a:lnTo>
                    <a:pt x="9869" y="9546"/>
                  </a:lnTo>
                  <a:lnTo>
                    <a:pt x="9929" y="10434"/>
                  </a:lnTo>
                  <a:lnTo>
                    <a:pt x="9949" y="11302"/>
                  </a:lnTo>
                  <a:lnTo>
                    <a:pt x="9949" y="12189"/>
                  </a:lnTo>
                  <a:lnTo>
                    <a:pt x="9909" y="13077"/>
                  </a:lnTo>
                  <a:lnTo>
                    <a:pt x="9828" y="13945"/>
                  </a:lnTo>
                  <a:lnTo>
                    <a:pt x="9727" y="14833"/>
                  </a:lnTo>
                  <a:lnTo>
                    <a:pt x="9586" y="15701"/>
                  </a:lnTo>
                  <a:lnTo>
                    <a:pt x="9405" y="16569"/>
                  </a:lnTo>
                  <a:lnTo>
                    <a:pt x="9203" y="17416"/>
                  </a:lnTo>
                  <a:lnTo>
                    <a:pt x="8961" y="18264"/>
                  </a:lnTo>
                  <a:lnTo>
                    <a:pt x="8799" y="18768"/>
                  </a:lnTo>
                  <a:lnTo>
                    <a:pt x="8618" y="19293"/>
                  </a:lnTo>
                  <a:lnTo>
                    <a:pt x="8396" y="19838"/>
                  </a:lnTo>
                  <a:lnTo>
                    <a:pt x="8133" y="20362"/>
                  </a:lnTo>
                  <a:lnTo>
                    <a:pt x="7992" y="20625"/>
                  </a:lnTo>
                  <a:lnTo>
                    <a:pt x="7831" y="20867"/>
                  </a:lnTo>
                  <a:lnTo>
                    <a:pt x="7669" y="21129"/>
                  </a:lnTo>
                  <a:lnTo>
                    <a:pt x="7487" y="21371"/>
                  </a:lnTo>
                  <a:lnTo>
                    <a:pt x="7286" y="21593"/>
                  </a:lnTo>
                  <a:lnTo>
                    <a:pt x="7084" y="21815"/>
                  </a:lnTo>
                  <a:lnTo>
                    <a:pt x="6862" y="22037"/>
                  </a:lnTo>
                  <a:lnTo>
                    <a:pt x="6620" y="22239"/>
                  </a:lnTo>
                  <a:lnTo>
                    <a:pt x="6398" y="22401"/>
                  </a:lnTo>
                  <a:lnTo>
                    <a:pt x="6196" y="22542"/>
                  </a:lnTo>
                  <a:lnTo>
                    <a:pt x="5974" y="22663"/>
                  </a:lnTo>
                  <a:lnTo>
                    <a:pt x="5772" y="22764"/>
                  </a:lnTo>
                  <a:lnTo>
                    <a:pt x="5550" y="22865"/>
                  </a:lnTo>
                  <a:lnTo>
                    <a:pt x="5348" y="22945"/>
                  </a:lnTo>
                  <a:lnTo>
                    <a:pt x="5147" y="23006"/>
                  </a:lnTo>
                  <a:lnTo>
                    <a:pt x="4945" y="23046"/>
                  </a:lnTo>
                  <a:lnTo>
                    <a:pt x="4743" y="23087"/>
                  </a:lnTo>
                  <a:lnTo>
                    <a:pt x="4541" y="23107"/>
                  </a:lnTo>
                  <a:lnTo>
                    <a:pt x="4339" y="23107"/>
                  </a:lnTo>
                  <a:lnTo>
                    <a:pt x="4138" y="23087"/>
                  </a:lnTo>
                  <a:lnTo>
                    <a:pt x="3936" y="23046"/>
                  </a:lnTo>
                  <a:lnTo>
                    <a:pt x="3754" y="23006"/>
                  </a:lnTo>
                  <a:lnTo>
                    <a:pt x="3552" y="22925"/>
                  </a:lnTo>
                  <a:lnTo>
                    <a:pt x="3351" y="22845"/>
                  </a:lnTo>
                  <a:lnTo>
                    <a:pt x="3169" y="22764"/>
                  </a:lnTo>
                  <a:lnTo>
                    <a:pt x="2987" y="22643"/>
                  </a:lnTo>
                  <a:lnTo>
                    <a:pt x="2806" y="22522"/>
                  </a:lnTo>
                  <a:lnTo>
                    <a:pt x="2644" y="22380"/>
                  </a:lnTo>
                  <a:lnTo>
                    <a:pt x="2321" y="22078"/>
                  </a:lnTo>
                  <a:lnTo>
                    <a:pt x="1999" y="21714"/>
                  </a:lnTo>
                  <a:lnTo>
                    <a:pt x="1716" y="21331"/>
                  </a:lnTo>
                  <a:lnTo>
                    <a:pt x="1454" y="20927"/>
                  </a:lnTo>
                  <a:lnTo>
                    <a:pt x="1211" y="20483"/>
                  </a:lnTo>
                  <a:lnTo>
                    <a:pt x="990" y="20019"/>
                  </a:lnTo>
                  <a:lnTo>
                    <a:pt x="788" y="19535"/>
                  </a:lnTo>
                  <a:lnTo>
                    <a:pt x="626" y="19051"/>
                  </a:lnTo>
                  <a:lnTo>
                    <a:pt x="465" y="18566"/>
                  </a:lnTo>
                  <a:lnTo>
                    <a:pt x="344" y="18082"/>
                  </a:lnTo>
                  <a:lnTo>
                    <a:pt x="243" y="17598"/>
                  </a:lnTo>
                  <a:lnTo>
                    <a:pt x="162" y="17134"/>
                  </a:lnTo>
                  <a:lnTo>
                    <a:pt x="122" y="16690"/>
                  </a:lnTo>
                  <a:lnTo>
                    <a:pt x="102" y="16286"/>
                  </a:lnTo>
                  <a:lnTo>
                    <a:pt x="81" y="15600"/>
                  </a:lnTo>
                  <a:lnTo>
                    <a:pt x="81" y="14934"/>
                  </a:lnTo>
                  <a:lnTo>
                    <a:pt x="102" y="14268"/>
                  </a:lnTo>
                  <a:lnTo>
                    <a:pt x="142" y="13582"/>
                  </a:lnTo>
                  <a:lnTo>
                    <a:pt x="182" y="12916"/>
                  </a:lnTo>
                  <a:lnTo>
                    <a:pt x="243" y="12250"/>
                  </a:lnTo>
                  <a:lnTo>
                    <a:pt x="404" y="10918"/>
                  </a:lnTo>
                  <a:lnTo>
                    <a:pt x="586" y="9586"/>
                  </a:lnTo>
                  <a:lnTo>
                    <a:pt x="788" y="8254"/>
                  </a:lnTo>
                  <a:lnTo>
                    <a:pt x="1252" y="5631"/>
                  </a:lnTo>
                  <a:lnTo>
                    <a:pt x="1454" y="4622"/>
                  </a:lnTo>
                  <a:lnTo>
                    <a:pt x="1555" y="4117"/>
                  </a:lnTo>
                  <a:lnTo>
                    <a:pt x="1676" y="3613"/>
                  </a:lnTo>
                  <a:lnTo>
                    <a:pt x="1837" y="3108"/>
                  </a:lnTo>
                  <a:lnTo>
                    <a:pt x="1999" y="2604"/>
                  </a:lnTo>
                  <a:lnTo>
                    <a:pt x="2200" y="2140"/>
                  </a:lnTo>
                  <a:lnTo>
                    <a:pt x="2442" y="1655"/>
                  </a:lnTo>
                  <a:lnTo>
                    <a:pt x="2584" y="1393"/>
                  </a:lnTo>
                  <a:lnTo>
                    <a:pt x="2745" y="1151"/>
                  </a:lnTo>
                  <a:lnTo>
                    <a:pt x="2927" y="949"/>
                  </a:lnTo>
                  <a:lnTo>
                    <a:pt x="3108" y="747"/>
                  </a:lnTo>
                  <a:lnTo>
                    <a:pt x="3290" y="586"/>
                  </a:lnTo>
                  <a:lnTo>
                    <a:pt x="3472" y="445"/>
                  </a:lnTo>
                  <a:lnTo>
                    <a:pt x="3673" y="324"/>
                  </a:lnTo>
                  <a:lnTo>
                    <a:pt x="3875" y="223"/>
                  </a:lnTo>
                  <a:lnTo>
                    <a:pt x="4077" y="162"/>
                  </a:lnTo>
                  <a:lnTo>
                    <a:pt x="4279" y="102"/>
                  </a:lnTo>
                  <a:lnTo>
                    <a:pt x="4481" y="81"/>
                  </a:lnTo>
                  <a:lnTo>
                    <a:pt x="4703" y="61"/>
                  </a:lnTo>
                  <a:close/>
                  <a:moveTo>
                    <a:pt x="4561" y="1"/>
                  </a:moveTo>
                  <a:lnTo>
                    <a:pt x="4319" y="21"/>
                  </a:lnTo>
                  <a:lnTo>
                    <a:pt x="4077" y="61"/>
                  </a:lnTo>
                  <a:lnTo>
                    <a:pt x="3855" y="142"/>
                  </a:lnTo>
                  <a:lnTo>
                    <a:pt x="3633" y="243"/>
                  </a:lnTo>
                  <a:lnTo>
                    <a:pt x="3431" y="364"/>
                  </a:lnTo>
                  <a:lnTo>
                    <a:pt x="3229" y="525"/>
                  </a:lnTo>
                  <a:lnTo>
                    <a:pt x="3048" y="687"/>
                  </a:lnTo>
                  <a:lnTo>
                    <a:pt x="2866" y="889"/>
                  </a:lnTo>
                  <a:lnTo>
                    <a:pt x="2685" y="1111"/>
                  </a:lnTo>
                  <a:lnTo>
                    <a:pt x="2523" y="1353"/>
                  </a:lnTo>
                  <a:lnTo>
                    <a:pt x="2362" y="1615"/>
                  </a:lnTo>
                  <a:lnTo>
                    <a:pt x="2120" y="2099"/>
                  </a:lnTo>
                  <a:lnTo>
                    <a:pt x="1918" y="2584"/>
                  </a:lnTo>
                  <a:lnTo>
                    <a:pt x="1756" y="3068"/>
                  </a:lnTo>
                  <a:lnTo>
                    <a:pt x="1615" y="3573"/>
                  </a:lnTo>
                  <a:lnTo>
                    <a:pt x="1474" y="4097"/>
                  </a:lnTo>
                  <a:lnTo>
                    <a:pt x="1373" y="4602"/>
                  </a:lnTo>
                  <a:lnTo>
                    <a:pt x="1171" y="5631"/>
                  </a:lnTo>
                  <a:lnTo>
                    <a:pt x="707" y="8254"/>
                  </a:lnTo>
                  <a:lnTo>
                    <a:pt x="505" y="9566"/>
                  </a:lnTo>
                  <a:lnTo>
                    <a:pt x="324" y="10898"/>
                  </a:lnTo>
                  <a:lnTo>
                    <a:pt x="162" y="12250"/>
                  </a:lnTo>
                  <a:lnTo>
                    <a:pt x="102" y="12916"/>
                  </a:lnTo>
                  <a:lnTo>
                    <a:pt x="61" y="13582"/>
                  </a:lnTo>
                  <a:lnTo>
                    <a:pt x="21" y="14268"/>
                  </a:lnTo>
                  <a:lnTo>
                    <a:pt x="1" y="14934"/>
                  </a:lnTo>
                  <a:lnTo>
                    <a:pt x="1" y="15600"/>
                  </a:lnTo>
                  <a:lnTo>
                    <a:pt x="21" y="16286"/>
                  </a:lnTo>
                  <a:lnTo>
                    <a:pt x="41" y="16710"/>
                  </a:lnTo>
                  <a:lnTo>
                    <a:pt x="81" y="17154"/>
                  </a:lnTo>
                  <a:lnTo>
                    <a:pt x="162" y="17618"/>
                  </a:lnTo>
                  <a:lnTo>
                    <a:pt x="263" y="18102"/>
                  </a:lnTo>
                  <a:lnTo>
                    <a:pt x="404" y="18587"/>
                  </a:lnTo>
                  <a:lnTo>
                    <a:pt x="546" y="19071"/>
                  </a:lnTo>
                  <a:lnTo>
                    <a:pt x="727" y="19575"/>
                  </a:lnTo>
                  <a:lnTo>
                    <a:pt x="929" y="20060"/>
                  </a:lnTo>
                  <a:lnTo>
                    <a:pt x="1151" y="20524"/>
                  </a:lnTo>
                  <a:lnTo>
                    <a:pt x="1393" y="20968"/>
                  </a:lnTo>
                  <a:lnTo>
                    <a:pt x="1655" y="21392"/>
                  </a:lnTo>
                  <a:lnTo>
                    <a:pt x="1958" y="21775"/>
                  </a:lnTo>
                  <a:lnTo>
                    <a:pt x="2261" y="22138"/>
                  </a:lnTo>
                  <a:lnTo>
                    <a:pt x="2604" y="22461"/>
                  </a:lnTo>
                  <a:lnTo>
                    <a:pt x="2765" y="22582"/>
                  </a:lnTo>
                  <a:lnTo>
                    <a:pt x="2947" y="22723"/>
                  </a:lnTo>
                  <a:lnTo>
                    <a:pt x="3129" y="22824"/>
                  </a:lnTo>
                  <a:lnTo>
                    <a:pt x="3330" y="22925"/>
                  </a:lnTo>
                  <a:lnTo>
                    <a:pt x="3593" y="23046"/>
                  </a:lnTo>
                  <a:lnTo>
                    <a:pt x="3875" y="23127"/>
                  </a:lnTo>
                  <a:lnTo>
                    <a:pt x="4158" y="23167"/>
                  </a:lnTo>
                  <a:lnTo>
                    <a:pt x="4460" y="23188"/>
                  </a:lnTo>
                  <a:lnTo>
                    <a:pt x="4723" y="23167"/>
                  </a:lnTo>
                  <a:lnTo>
                    <a:pt x="4985" y="23127"/>
                  </a:lnTo>
                  <a:lnTo>
                    <a:pt x="5268" y="23067"/>
                  </a:lnTo>
                  <a:lnTo>
                    <a:pt x="5550" y="22966"/>
                  </a:lnTo>
                  <a:lnTo>
                    <a:pt x="5813" y="22845"/>
                  </a:lnTo>
                  <a:lnTo>
                    <a:pt x="6095" y="22683"/>
                  </a:lnTo>
                  <a:lnTo>
                    <a:pt x="6378" y="22501"/>
                  </a:lnTo>
                  <a:lnTo>
                    <a:pt x="6680" y="22300"/>
                  </a:lnTo>
                  <a:lnTo>
                    <a:pt x="6922" y="22098"/>
                  </a:lnTo>
                  <a:lnTo>
                    <a:pt x="7144" y="21876"/>
                  </a:lnTo>
                  <a:lnTo>
                    <a:pt x="7346" y="21654"/>
                  </a:lnTo>
                  <a:lnTo>
                    <a:pt x="7548" y="21412"/>
                  </a:lnTo>
                  <a:lnTo>
                    <a:pt x="7730" y="21170"/>
                  </a:lnTo>
                  <a:lnTo>
                    <a:pt x="7911" y="20927"/>
                  </a:lnTo>
                  <a:lnTo>
                    <a:pt x="8053" y="20665"/>
                  </a:lnTo>
                  <a:lnTo>
                    <a:pt x="8214" y="20403"/>
                  </a:lnTo>
                  <a:lnTo>
                    <a:pt x="8476" y="19878"/>
                  </a:lnTo>
                  <a:lnTo>
                    <a:pt x="8698" y="19333"/>
                  </a:lnTo>
                  <a:lnTo>
                    <a:pt x="8880" y="18809"/>
                  </a:lnTo>
                  <a:lnTo>
                    <a:pt x="9041" y="18284"/>
                  </a:lnTo>
                  <a:lnTo>
                    <a:pt x="9283" y="17436"/>
                  </a:lnTo>
                  <a:lnTo>
                    <a:pt x="9485" y="16589"/>
                  </a:lnTo>
                  <a:lnTo>
                    <a:pt x="9667" y="15721"/>
                  </a:lnTo>
                  <a:lnTo>
                    <a:pt x="9808" y="14833"/>
                  </a:lnTo>
                  <a:lnTo>
                    <a:pt x="9909" y="13965"/>
                  </a:lnTo>
                  <a:lnTo>
                    <a:pt x="9990" y="13077"/>
                  </a:lnTo>
                  <a:lnTo>
                    <a:pt x="10030" y="12189"/>
                  </a:lnTo>
                  <a:lnTo>
                    <a:pt x="10030" y="11302"/>
                  </a:lnTo>
                  <a:lnTo>
                    <a:pt x="10010" y="10434"/>
                  </a:lnTo>
                  <a:lnTo>
                    <a:pt x="9949" y="9546"/>
                  </a:lnTo>
                  <a:lnTo>
                    <a:pt x="9869" y="8658"/>
                  </a:lnTo>
                  <a:lnTo>
                    <a:pt x="9727" y="7790"/>
                  </a:lnTo>
                  <a:lnTo>
                    <a:pt x="9566" y="6902"/>
                  </a:lnTo>
                  <a:lnTo>
                    <a:pt x="9384" y="6055"/>
                  </a:lnTo>
                  <a:lnTo>
                    <a:pt x="9162" y="5187"/>
                  </a:lnTo>
                  <a:lnTo>
                    <a:pt x="8900" y="4339"/>
                  </a:lnTo>
                  <a:lnTo>
                    <a:pt x="8759" y="3936"/>
                  </a:lnTo>
                  <a:lnTo>
                    <a:pt x="8618" y="3552"/>
                  </a:lnTo>
                  <a:lnTo>
                    <a:pt x="8476" y="3209"/>
                  </a:lnTo>
                  <a:lnTo>
                    <a:pt x="8315" y="2866"/>
                  </a:lnTo>
                  <a:lnTo>
                    <a:pt x="8153" y="2523"/>
                  </a:lnTo>
                  <a:lnTo>
                    <a:pt x="7972" y="2220"/>
                  </a:lnTo>
                  <a:lnTo>
                    <a:pt x="7790" y="1938"/>
                  </a:lnTo>
                  <a:lnTo>
                    <a:pt x="7609" y="1676"/>
                  </a:lnTo>
                  <a:lnTo>
                    <a:pt x="7407" y="1433"/>
                  </a:lnTo>
                  <a:lnTo>
                    <a:pt x="7225" y="1211"/>
                  </a:lnTo>
                  <a:lnTo>
                    <a:pt x="7003" y="990"/>
                  </a:lnTo>
                  <a:lnTo>
                    <a:pt x="6801" y="808"/>
                  </a:lnTo>
                  <a:lnTo>
                    <a:pt x="6579" y="646"/>
                  </a:lnTo>
                  <a:lnTo>
                    <a:pt x="6337" y="485"/>
                  </a:lnTo>
                  <a:lnTo>
                    <a:pt x="6095" y="344"/>
                  </a:lnTo>
                  <a:lnTo>
                    <a:pt x="5853" y="243"/>
                  </a:lnTo>
                  <a:lnTo>
                    <a:pt x="5591" y="142"/>
                  </a:lnTo>
                  <a:lnTo>
                    <a:pt x="5328" y="61"/>
                  </a:lnTo>
                  <a:lnTo>
                    <a:pt x="5066" y="21"/>
                  </a:lnTo>
                  <a:lnTo>
                    <a:pt x="4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" name="Google Shape;983;p13"/>
          <p:cNvSpPr txBox="1"/>
          <p:nvPr>
            <p:ph hasCustomPrompt="1" idx="16" type="title"/>
          </p:nvPr>
        </p:nvSpPr>
        <p:spPr>
          <a:xfrm>
            <a:off x="6748988" y="1282367"/>
            <a:ext cx="7956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984" name="Google Shape;984;p13"/>
          <p:cNvSpPr txBox="1"/>
          <p:nvPr>
            <p:ph idx="17" type="subTitle"/>
          </p:nvPr>
        </p:nvSpPr>
        <p:spPr>
          <a:xfrm>
            <a:off x="5862038" y="1926081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85" name="Google Shape;985;p13"/>
          <p:cNvSpPr txBox="1"/>
          <p:nvPr>
            <p:ph idx="18" type="subTitle"/>
          </p:nvPr>
        </p:nvSpPr>
        <p:spPr>
          <a:xfrm>
            <a:off x="6018938" y="2293986"/>
            <a:ext cx="2255700" cy="39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86" name="Google Shape;986;p13"/>
          <p:cNvSpPr txBox="1"/>
          <p:nvPr>
            <p:ph idx="19" type="subTitle"/>
          </p:nvPr>
        </p:nvSpPr>
        <p:spPr>
          <a:xfrm>
            <a:off x="5862038" y="3813768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87" name="Google Shape;987;p13"/>
          <p:cNvSpPr txBox="1"/>
          <p:nvPr>
            <p:ph idx="20" type="subTitle"/>
          </p:nvPr>
        </p:nvSpPr>
        <p:spPr>
          <a:xfrm>
            <a:off x="6018938" y="4178202"/>
            <a:ext cx="22557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88" name="Google Shape;988;p13"/>
          <p:cNvSpPr txBox="1"/>
          <p:nvPr>
            <p:ph hasCustomPrompt="1" idx="21" type="title"/>
          </p:nvPr>
        </p:nvSpPr>
        <p:spPr>
          <a:xfrm>
            <a:off x="6747338" y="3175731"/>
            <a:ext cx="7989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8">
    <p:spTree>
      <p:nvGrpSpPr>
        <p:cNvPr id="989" name="Shape 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" name="Google Shape;990;p14"/>
          <p:cNvSpPr txBox="1"/>
          <p:nvPr>
            <p:ph type="title"/>
          </p:nvPr>
        </p:nvSpPr>
        <p:spPr>
          <a:xfrm>
            <a:off x="1371600" y="3114683"/>
            <a:ext cx="64008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991" name="Google Shape;991;p14"/>
          <p:cNvSpPr txBox="1"/>
          <p:nvPr>
            <p:ph idx="1" type="subTitle"/>
          </p:nvPr>
        </p:nvSpPr>
        <p:spPr>
          <a:xfrm>
            <a:off x="1371600" y="1845817"/>
            <a:ext cx="64008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92" name="Google Shape;992;p14"/>
          <p:cNvSpPr/>
          <p:nvPr/>
        </p:nvSpPr>
        <p:spPr>
          <a:xfrm flipH="1">
            <a:off x="0" y="0"/>
            <a:ext cx="9144000" cy="133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" name="Google Shape;993;p14"/>
          <p:cNvSpPr/>
          <p:nvPr/>
        </p:nvSpPr>
        <p:spPr>
          <a:xfrm flipH="1">
            <a:off x="0" y="3809750"/>
            <a:ext cx="9144000" cy="133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" name="Google Shape;994;p14"/>
          <p:cNvGrpSpPr/>
          <p:nvPr/>
        </p:nvGrpSpPr>
        <p:grpSpPr>
          <a:xfrm>
            <a:off x="4194777" y="4230733"/>
            <a:ext cx="754445" cy="775380"/>
            <a:chOff x="4194777" y="3988596"/>
            <a:chExt cx="754445" cy="775380"/>
          </a:xfrm>
        </p:grpSpPr>
        <p:sp>
          <p:nvSpPr>
            <p:cNvPr id="995" name="Google Shape;995;p14"/>
            <p:cNvSpPr/>
            <p:nvPr/>
          </p:nvSpPr>
          <p:spPr>
            <a:xfrm>
              <a:off x="4194777" y="4386645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14"/>
            <p:cNvSpPr/>
            <p:nvPr/>
          </p:nvSpPr>
          <p:spPr>
            <a:xfrm>
              <a:off x="4194777" y="3988596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" name="Google Shape;997;p14"/>
          <p:cNvGrpSpPr/>
          <p:nvPr/>
        </p:nvGrpSpPr>
        <p:grpSpPr>
          <a:xfrm>
            <a:off x="3967142" y="49806"/>
            <a:ext cx="1209708" cy="682666"/>
            <a:chOff x="3967142" y="49806"/>
            <a:chExt cx="1209708" cy="682666"/>
          </a:xfrm>
        </p:grpSpPr>
        <p:sp>
          <p:nvSpPr>
            <p:cNvPr id="998" name="Google Shape;998;p14"/>
            <p:cNvSpPr/>
            <p:nvPr/>
          </p:nvSpPr>
          <p:spPr>
            <a:xfrm>
              <a:off x="4793924" y="52086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14"/>
            <p:cNvSpPr/>
            <p:nvPr/>
          </p:nvSpPr>
          <p:spPr>
            <a:xfrm>
              <a:off x="4955626" y="205393"/>
              <a:ext cx="56484" cy="5268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14"/>
            <p:cNvSpPr/>
            <p:nvPr/>
          </p:nvSpPr>
          <p:spPr>
            <a:xfrm>
              <a:off x="4957145" y="671431"/>
              <a:ext cx="57243" cy="55724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14"/>
            <p:cNvSpPr/>
            <p:nvPr/>
          </p:nvSpPr>
          <p:spPr>
            <a:xfrm>
              <a:off x="4791644" y="672950"/>
              <a:ext cx="58003" cy="51888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14"/>
            <p:cNvSpPr/>
            <p:nvPr/>
          </p:nvSpPr>
          <p:spPr>
            <a:xfrm>
              <a:off x="4626904" y="669912"/>
              <a:ext cx="61042" cy="59522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14"/>
            <p:cNvSpPr/>
            <p:nvPr/>
          </p:nvSpPr>
          <p:spPr>
            <a:xfrm>
              <a:off x="4464442" y="670671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14"/>
            <p:cNvSpPr/>
            <p:nvPr/>
          </p:nvSpPr>
          <p:spPr>
            <a:xfrm>
              <a:off x="4301980" y="671431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14"/>
            <p:cNvSpPr/>
            <p:nvPr/>
          </p:nvSpPr>
          <p:spPr>
            <a:xfrm>
              <a:off x="4958664" y="518123"/>
              <a:ext cx="55724" cy="51888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14"/>
            <p:cNvSpPr/>
            <p:nvPr/>
          </p:nvSpPr>
          <p:spPr>
            <a:xfrm>
              <a:off x="4793924" y="512008"/>
              <a:ext cx="54964" cy="60282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14"/>
            <p:cNvSpPr/>
            <p:nvPr/>
          </p:nvSpPr>
          <p:spPr>
            <a:xfrm>
              <a:off x="4628423" y="516604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14"/>
            <p:cNvSpPr/>
            <p:nvPr/>
          </p:nvSpPr>
          <p:spPr>
            <a:xfrm>
              <a:off x="4464442" y="512768"/>
              <a:ext cx="57243" cy="58003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14"/>
            <p:cNvSpPr/>
            <p:nvPr/>
          </p:nvSpPr>
          <p:spPr>
            <a:xfrm>
              <a:off x="4300460" y="512768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14"/>
            <p:cNvSpPr/>
            <p:nvPr/>
          </p:nvSpPr>
          <p:spPr>
            <a:xfrm>
              <a:off x="4957905" y="360980"/>
              <a:ext cx="54205" cy="51166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14"/>
            <p:cNvSpPr/>
            <p:nvPr/>
          </p:nvSpPr>
          <p:spPr>
            <a:xfrm>
              <a:off x="4462163" y="50566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14"/>
            <p:cNvSpPr/>
            <p:nvPr/>
          </p:nvSpPr>
          <p:spPr>
            <a:xfrm>
              <a:off x="4630702" y="51326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14"/>
            <p:cNvSpPr/>
            <p:nvPr/>
          </p:nvSpPr>
          <p:spPr>
            <a:xfrm>
              <a:off x="4793924" y="362537"/>
              <a:ext cx="54205" cy="50368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14"/>
            <p:cNvSpPr/>
            <p:nvPr/>
          </p:nvSpPr>
          <p:spPr>
            <a:xfrm>
              <a:off x="4626144" y="357941"/>
              <a:ext cx="70196" cy="58003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14"/>
            <p:cNvSpPr/>
            <p:nvPr/>
          </p:nvSpPr>
          <p:spPr>
            <a:xfrm>
              <a:off x="4464442" y="360220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14"/>
            <p:cNvSpPr/>
            <p:nvPr/>
          </p:nvSpPr>
          <p:spPr>
            <a:xfrm>
              <a:off x="4299701" y="355662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14"/>
            <p:cNvSpPr/>
            <p:nvPr/>
          </p:nvSpPr>
          <p:spPr>
            <a:xfrm>
              <a:off x="4790125" y="207672"/>
              <a:ext cx="57243" cy="5420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14"/>
            <p:cNvSpPr/>
            <p:nvPr/>
          </p:nvSpPr>
          <p:spPr>
            <a:xfrm>
              <a:off x="4464442" y="206153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14"/>
            <p:cNvSpPr/>
            <p:nvPr/>
          </p:nvSpPr>
          <p:spPr>
            <a:xfrm>
              <a:off x="4630702" y="204633"/>
              <a:ext cx="58003" cy="54964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14"/>
            <p:cNvSpPr/>
            <p:nvPr/>
          </p:nvSpPr>
          <p:spPr>
            <a:xfrm>
              <a:off x="4301220" y="203114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14"/>
            <p:cNvSpPr/>
            <p:nvPr/>
          </p:nvSpPr>
          <p:spPr>
            <a:xfrm>
              <a:off x="5123443" y="208432"/>
              <a:ext cx="51888" cy="48089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14"/>
            <p:cNvSpPr/>
            <p:nvPr/>
          </p:nvSpPr>
          <p:spPr>
            <a:xfrm>
              <a:off x="4137239" y="359460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14"/>
            <p:cNvSpPr/>
            <p:nvPr/>
          </p:nvSpPr>
          <p:spPr>
            <a:xfrm>
              <a:off x="4136479" y="201594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14"/>
            <p:cNvSpPr/>
            <p:nvPr/>
          </p:nvSpPr>
          <p:spPr>
            <a:xfrm>
              <a:off x="5112732" y="672191"/>
              <a:ext cx="63359" cy="54964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14"/>
            <p:cNvSpPr/>
            <p:nvPr/>
          </p:nvSpPr>
          <p:spPr>
            <a:xfrm>
              <a:off x="4959424" y="52086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14"/>
            <p:cNvSpPr/>
            <p:nvPr/>
          </p:nvSpPr>
          <p:spPr>
            <a:xfrm>
              <a:off x="4301980" y="51326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14"/>
            <p:cNvSpPr/>
            <p:nvPr/>
          </p:nvSpPr>
          <p:spPr>
            <a:xfrm>
              <a:off x="5122684" y="363297"/>
              <a:ext cx="53407" cy="51128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14"/>
            <p:cNvSpPr/>
            <p:nvPr/>
          </p:nvSpPr>
          <p:spPr>
            <a:xfrm>
              <a:off x="4137239" y="515844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14"/>
            <p:cNvSpPr/>
            <p:nvPr/>
          </p:nvSpPr>
          <p:spPr>
            <a:xfrm>
              <a:off x="4137239" y="49806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14"/>
            <p:cNvSpPr/>
            <p:nvPr/>
          </p:nvSpPr>
          <p:spPr>
            <a:xfrm>
              <a:off x="4135719" y="670671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14"/>
            <p:cNvSpPr/>
            <p:nvPr/>
          </p:nvSpPr>
          <p:spPr>
            <a:xfrm>
              <a:off x="3967142" y="667594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14"/>
            <p:cNvSpPr/>
            <p:nvPr/>
          </p:nvSpPr>
          <p:spPr>
            <a:xfrm>
              <a:off x="5121886" y="518123"/>
              <a:ext cx="54964" cy="51128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14"/>
            <p:cNvSpPr/>
            <p:nvPr/>
          </p:nvSpPr>
          <p:spPr>
            <a:xfrm>
              <a:off x="3970979" y="50566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14"/>
            <p:cNvSpPr/>
            <p:nvPr/>
          </p:nvSpPr>
          <p:spPr>
            <a:xfrm>
              <a:off x="3972498" y="515047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14"/>
            <p:cNvSpPr/>
            <p:nvPr/>
          </p:nvSpPr>
          <p:spPr>
            <a:xfrm>
              <a:off x="5123443" y="54365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14"/>
            <p:cNvSpPr/>
            <p:nvPr/>
          </p:nvSpPr>
          <p:spPr>
            <a:xfrm>
              <a:off x="3970979" y="205393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14"/>
            <p:cNvSpPr/>
            <p:nvPr/>
          </p:nvSpPr>
          <p:spPr>
            <a:xfrm>
              <a:off x="3972498" y="360980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8" name="Google Shape;1038;p14"/>
          <p:cNvSpPr/>
          <p:nvPr/>
        </p:nvSpPr>
        <p:spPr>
          <a:xfrm>
            <a:off x="-1202060" y="4015678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" name="Google Shape;1039;p14"/>
          <p:cNvSpPr/>
          <p:nvPr/>
        </p:nvSpPr>
        <p:spPr>
          <a:xfrm rot="10800000">
            <a:off x="6427817" y="-594069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" name="Google Shape;1040;p14"/>
          <p:cNvSpPr/>
          <p:nvPr/>
        </p:nvSpPr>
        <p:spPr>
          <a:xfrm rot="10800000">
            <a:off x="6555289" y="-289427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14"/>
          <p:cNvSpPr/>
          <p:nvPr/>
        </p:nvSpPr>
        <p:spPr>
          <a:xfrm rot="10800000">
            <a:off x="6680524" y="109922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" name="Google Shape;1042;p14"/>
          <p:cNvSpPr/>
          <p:nvPr/>
        </p:nvSpPr>
        <p:spPr>
          <a:xfrm flipH="1">
            <a:off x="587959" y="3928804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" name="Google Shape;1043;p14"/>
          <p:cNvSpPr/>
          <p:nvPr/>
        </p:nvSpPr>
        <p:spPr>
          <a:xfrm flipH="1">
            <a:off x="1617730" y="4051172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" name="Google Shape;1044;p14"/>
          <p:cNvSpPr/>
          <p:nvPr/>
        </p:nvSpPr>
        <p:spPr>
          <a:xfrm flipH="1">
            <a:off x="707547" y="4015683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p14"/>
          <p:cNvSpPr/>
          <p:nvPr/>
        </p:nvSpPr>
        <p:spPr>
          <a:xfrm flipH="1">
            <a:off x="1719262" y="4158345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14"/>
          <p:cNvSpPr/>
          <p:nvPr/>
        </p:nvSpPr>
        <p:spPr>
          <a:xfrm flipH="1">
            <a:off x="807959" y="4127384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14"/>
          <p:cNvSpPr/>
          <p:nvPr/>
        </p:nvSpPr>
        <p:spPr>
          <a:xfrm flipH="1">
            <a:off x="967019" y="4269554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14"/>
          <p:cNvSpPr/>
          <p:nvPr/>
        </p:nvSpPr>
        <p:spPr>
          <a:xfrm flipH="1">
            <a:off x="1048266" y="4380081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14"/>
          <p:cNvSpPr/>
          <p:nvPr/>
        </p:nvSpPr>
        <p:spPr>
          <a:xfrm flipH="1">
            <a:off x="1117089" y="4521133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14"/>
          <p:cNvSpPr/>
          <p:nvPr/>
        </p:nvSpPr>
        <p:spPr>
          <a:xfrm flipH="1">
            <a:off x="1091147" y="4545955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14"/>
          <p:cNvSpPr/>
          <p:nvPr/>
        </p:nvSpPr>
        <p:spPr>
          <a:xfrm>
            <a:off x="414425" y="228604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" name="Google Shape;1052;p14"/>
          <p:cNvSpPr/>
          <p:nvPr/>
        </p:nvSpPr>
        <p:spPr>
          <a:xfrm rot="5400000">
            <a:off x="414425" y="833706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14"/>
          <p:cNvSpPr/>
          <p:nvPr/>
        </p:nvSpPr>
        <p:spPr>
          <a:xfrm flipH="1">
            <a:off x="7962321" y="3945669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14"/>
          <p:cNvSpPr/>
          <p:nvPr/>
        </p:nvSpPr>
        <p:spPr>
          <a:xfrm flipH="1">
            <a:off x="8111209" y="406860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14"/>
          <p:cNvSpPr/>
          <p:nvPr/>
        </p:nvSpPr>
        <p:spPr>
          <a:xfrm flipH="1">
            <a:off x="8260143" y="4570694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14"/>
          <p:cNvSpPr/>
          <p:nvPr/>
        </p:nvSpPr>
        <p:spPr>
          <a:xfrm flipH="1">
            <a:off x="8325556" y="4641807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14"/>
          <p:cNvSpPr/>
          <p:nvPr/>
        </p:nvSpPr>
        <p:spPr>
          <a:xfrm flipH="1">
            <a:off x="8357145" y="4718510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" name="Google Shape;1058;p14"/>
          <p:cNvSpPr/>
          <p:nvPr/>
        </p:nvSpPr>
        <p:spPr>
          <a:xfrm flipH="1">
            <a:off x="8198093" y="338981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14"/>
          <p:cNvSpPr/>
          <p:nvPr/>
        </p:nvSpPr>
        <p:spPr>
          <a:xfrm flipH="1">
            <a:off x="8263506" y="410094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" name="Google Shape;1060;p14"/>
          <p:cNvSpPr/>
          <p:nvPr/>
        </p:nvSpPr>
        <p:spPr>
          <a:xfrm flipH="1">
            <a:off x="8295095" y="486798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" name="Google Shape;1061;p14"/>
          <p:cNvSpPr/>
          <p:nvPr/>
        </p:nvSpPr>
        <p:spPr>
          <a:xfrm flipH="1">
            <a:off x="6032243" y="89619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" name="Google Shape;1062;p14"/>
          <p:cNvSpPr/>
          <p:nvPr/>
        </p:nvSpPr>
        <p:spPr>
          <a:xfrm flipH="1">
            <a:off x="6097656" y="160732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14"/>
          <p:cNvSpPr/>
          <p:nvPr/>
        </p:nvSpPr>
        <p:spPr>
          <a:xfrm flipH="1">
            <a:off x="6129245" y="237435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14"/>
          <p:cNvSpPr/>
          <p:nvPr/>
        </p:nvSpPr>
        <p:spPr>
          <a:xfrm>
            <a:off x="2103168" y="4015669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14"/>
          <p:cNvSpPr/>
          <p:nvPr/>
        </p:nvSpPr>
        <p:spPr>
          <a:xfrm>
            <a:off x="2165224" y="4086782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14"/>
          <p:cNvSpPr/>
          <p:nvPr/>
        </p:nvSpPr>
        <p:spPr>
          <a:xfrm>
            <a:off x="2213751" y="4163485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" name="Google Shape;1067;p14"/>
          <p:cNvSpPr/>
          <p:nvPr/>
        </p:nvSpPr>
        <p:spPr>
          <a:xfrm flipH="1">
            <a:off x="8647184" y="8544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" name="Google Shape;1068;p14"/>
          <p:cNvSpPr/>
          <p:nvPr/>
        </p:nvSpPr>
        <p:spPr>
          <a:xfrm flipH="1">
            <a:off x="8189984" y="1686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" name="Google Shape;1069;p14"/>
          <p:cNvSpPr/>
          <p:nvPr/>
        </p:nvSpPr>
        <p:spPr>
          <a:xfrm flipH="1">
            <a:off x="6513584" y="924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" name="Google Shape;1070;p14"/>
          <p:cNvSpPr/>
          <p:nvPr/>
        </p:nvSpPr>
        <p:spPr>
          <a:xfrm flipH="1">
            <a:off x="1941584" y="42072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" name="Google Shape;1071;p14"/>
          <p:cNvSpPr/>
          <p:nvPr/>
        </p:nvSpPr>
        <p:spPr>
          <a:xfrm flipH="1">
            <a:off x="1408184" y="42834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" name="Google Shape;1072;p14"/>
          <p:cNvSpPr/>
          <p:nvPr/>
        </p:nvSpPr>
        <p:spPr>
          <a:xfrm flipH="1">
            <a:off x="8037584" y="42072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" name="Google Shape;1073;p14"/>
          <p:cNvSpPr/>
          <p:nvPr/>
        </p:nvSpPr>
        <p:spPr>
          <a:xfrm flipH="1">
            <a:off x="8570984" y="44358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" name="Google Shape;1074;p14"/>
          <p:cNvSpPr/>
          <p:nvPr/>
        </p:nvSpPr>
        <p:spPr>
          <a:xfrm flipH="1">
            <a:off x="8875784" y="48168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" name="Google Shape;1075;p14"/>
          <p:cNvSpPr/>
          <p:nvPr/>
        </p:nvSpPr>
        <p:spPr>
          <a:xfrm flipH="1">
            <a:off x="874784" y="40548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10">
    <p:spTree>
      <p:nvGrpSpPr>
        <p:cNvPr id="1076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15"/>
          <p:cNvSpPr/>
          <p:nvPr/>
        </p:nvSpPr>
        <p:spPr>
          <a:xfrm>
            <a:off x="1043501" y="4397225"/>
            <a:ext cx="404700" cy="40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" name="Google Shape;1078;p15"/>
          <p:cNvSpPr/>
          <p:nvPr/>
        </p:nvSpPr>
        <p:spPr>
          <a:xfrm flipH="1">
            <a:off x="-50" y="0"/>
            <a:ext cx="1254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" name="Google Shape;1079;p15"/>
          <p:cNvSpPr txBox="1"/>
          <p:nvPr>
            <p:ph type="title"/>
          </p:nvPr>
        </p:nvSpPr>
        <p:spPr>
          <a:xfrm>
            <a:off x="2620991" y="2157263"/>
            <a:ext cx="50736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80" name="Google Shape;1080;p15"/>
          <p:cNvSpPr txBox="1"/>
          <p:nvPr>
            <p:ph idx="1" type="subTitle"/>
          </p:nvPr>
        </p:nvSpPr>
        <p:spPr>
          <a:xfrm>
            <a:off x="2620991" y="2803238"/>
            <a:ext cx="50748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081" name="Google Shape;1081;p15"/>
          <p:cNvSpPr/>
          <p:nvPr/>
        </p:nvSpPr>
        <p:spPr>
          <a:xfrm>
            <a:off x="549120" y="-533624"/>
            <a:ext cx="1193700" cy="119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" name="Google Shape;1082;p15"/>
          <p:cNvSpPr txBox="1"/>
          <p:nvPr>
            <p:ph hasCustomPrompt="1" idx="2" type="title"/>
          </p:nvPr>
        </p:nvSpPr>
        <p:spPr>
          <a:xfrm>
            <a:off x="1448209" y="2334000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1083" name="Google Shape;1083;p15"/>
          <p:cNvGrpSpPr/>
          <p:nvPr/>
        </p:nvGrpSpPr>
        <p:grpSpPr>
          <a:xfrm>
            <a:off x="8506980" y="1997778"/>
            <a:ext cx="560659" cy="1147945"/>
            <a:chOff x="8430780" y="1997778"/>
            <a:chExt cx="560659" cy="1147945"/>
          </a:xfrm>
        </p:grpSpPr>
        <p:sp>
          <p:nvSpPr>
            <p:cNvPr id="1084" name="Google Shape;1084;p15"/>
            <p:cNvSpPr/>
            <p:nvPr/>
          </p:nvSpPr>
          <p:spPr>
            <a:xfrm>
              <a:off x="8928839" y="1997778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15"/>
            <p:cNvSpPr/>
            <p:nvPr/>
          </p:nvSpPr>
          <p:spPr>
            <a:xfrm>
              <a:off x="8930358" y="2153402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15"/>
            <p:cNvSpPr/>
            <p:nvPr/>
          </p:nvSpPr>
          <p:spPr>
            <a:xfrm>
              <a:off x="8928079" y="3083921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15"/>
            <p:cNvSpPr/>
            <p:nvPr/>
          </p:nvSpPr>
          <p:spPr>
            <a:xfrm>
              <a:off x="8765617" y="3084680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15"/>
            <p:cNvSpPr/>
            <p:nvPr/>
          </p:nvSpPr>
          <p:spPr>
            <a:xfrm>
              <a:off x="8922723" y="2304393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15"/>
            <p:cNvSpPr/>
            <p:nvPr/>
          </p:nvSpPr>
          <p:spPr>
            <a:xfrm>
              <a:off x="8928079" y="2926017"/>
              <a:ext cx="57243" cy="58003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15"/>
            <p:cNvSpPr/>
            <p:nvPr/>
          </p:nvSpPr>
          <p:spPr>
            <a:xfrm>
              <a:off x="8764098" y="2926017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15"/>
            <p:cNvSpPr/>
            <p:nvPr/>
          </p:nvSpPr>
          <p:spPr>
            <a:xfrm>
              <a:off x="8925800" y="2463816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15"/>
            <p:cNvSpPr/>
            <p:nvPr/>
          </p:nvSpPr>
          <p:spPr>
            <a:xfrm>
              <a:off x="8928079" y="2773469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15"/>
            <p:cNvSpPr/>
            <p:nvPr/>
          </p:nvSpPr>
          <p:spPr>
            <a:xfrm>
              <a:off x="8763338" y="2768911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15"/>
            <p:cNvSpPr/>
            <p:nvPr/>
          </p:nvSpPr>
          <p:spPr>
            <a:xfrm>
              <a:off x="8928079" y="2619402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15"/>
            <p:cNvSpPr/>
            <p:nvPr/>
          </p:nvSpPr>
          <p:spPr>
            <a:xfrm>
              <a:off x="8764858" y="2616363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15"/>
            <p:cNvSpPr/>
            <p:nvPr/>
          </p:nvSpPr>
          <p:spPr>
            <a:xfrm>
              <a:off x="8767137" y="1998575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15"/>
            <p:cNvSpPr/>
            <p:nvPr/>
          </p:nvSpPr>
          <p:spPr>
            <a:xfrm>
              <a:off x="8600876" y="2772710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15"/>
            <p:cNvSpPr/>
            <p:nvPr/>
          </p:nvSpPr>
          <p:spPr>
            <a:xfrm>
              <a:off x="8600117" y="2614844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15"/>
            <p:cNvSpPr/>
            <p:nvPr/>
          </p:nvSpPr>
          <p:spPr>
            <a:xfrm>
              <a:off x="8767137" y="2153402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15"/>
            <p:cNvSpPr/>
            <p:nvPr/>
          </p:nvSpPr>
          <p:spPr>
            <a:xfrm>
              <a:off x="8765617" y="2464575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8600876" y="2929094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8600876" y="2463056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8599357" y="3083921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8430780" y="3080844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8766377" y="2308229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8602396" y="2299834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8434616" y="2463816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8436895" y="2308989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8436135" y="2928296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15"/>
            <p:cNvSpPr/>
            <p:nvPr/>
          </p:nvSpPr>
          <p:spPr>
            <a:xfrm>
              <a:off x="8434616" y="2618642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15"/>
            <p:cNvSpPr/>
            <p:nvPr/>
          </p:nvSpPr>
          <p:spPr>
            <a:xfrm>
              <a:off x="8600876" y="2154922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15"/>
            <p:cNvSpPr/>
            <p:nvPr/>
          </p:nvSpPr>
          <p:spPr>
            <a:xfrm>
              <a:off x="8436135" y="2774229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15"/>
            <p:cNvSpPr/>
            <p:nvPr/>
          </p:nvSpPr>
          <p:spPr>
            <a:xfrm>
              <a:off x="8598597" y="1999335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15"/>
            <p:cNvSpPr/>
            <p:nvPr/>
          </p:nvSpPr>
          <p:spPr>
            <a:xfrm>
              <a:off x="8438415" y="2152643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15"/>
            <p:cNvSpPr/>
            <p:nvPr/>
          </p:nvSpPr>
          <p:spPr>
            <a:xfrm>
              <a:off x="8439174" y="1997778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6" name="Google Shape;1116;p15"/>
          <p:cNvSpPr/>
          <p:nvPr/>
        </p:nvSpPr>
        <p:spPr>
          <a:xfrm flipH="1">
            <a:off x="446346" y="15239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" name="Google Shape;1117;p15"/>
          <p:cNvSpPr/>
          <p:nvPr/>
        </p:nvSpPr>
        <p:spPr>
          <a:xfrm flipH="1">
            <a:off x="595234" y="27533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8" name="Google Shape;1118;p15"/>
          <p:cNvGrpSpPr/>
          <p:nvPr/>
        </p:nvGrpSpPr>
        <p:grpSpPr>
          <a:xfrm flipH="1">
            <a:off x="-1817332" y="3630549"/>
            <a:ext cx="2946940" cy="1512969"/>
            <a:chOff x="-64732" y="3630549"/>
            <a:chExt cx="2946940" cy="1512969"/>
          </a:xfrm>
        </p:grpSpPr>
        <p:sp>
          <p:nvSpPr>
            <p:cNvPr id="1119" name="Google Shape;1119;p15"/>
            <p:cNvSpPr/>
            <p:nvPr/>
          </p:nvSpPr>
          <p:spPr>
            <a:xfrm flipH="1">
              <a:off x="-64732" y="3630549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15"/>
            <p:cNvSpPr/>
            <p:nvPr/>
          </p:nvSpPr>
          <p:spPr>
            <a:xfrm flipH="1">
              <a:off x="137216" y="3686958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15"/>
            <p:cNvSpPr/>
            <p:nvPr/>
          </p:nvSpPr>
          <p:spPr>
            <a:xfrm flipH="1">
              <a:off x="995811" y="4204819"/>
              <a:ext cx="235874" cy="188464"/>
            </a:xfrm>
            <a:custGeom>
              <a:rect b="b" l="l" r="r" t="t"/>
              <a:pathLst>
                <a:path extrusionOk="0" h="3371" w="4219">
                  <a:moveTo>
                    <a:pt x="3875" y="81"/>
                  </a:moveTo>
                  <a:lnTo>
                    <a:pt x="3976" y="101"/>
                  </a:lnTo>
                  <a:lnTo>
                    <a:pt x="4057" y="182"/>
                  </a:lnTo>
                  <a:lnTo>
                    <a:pt x="4097" y="263"/>
                  </a:lnTo>
                  <a:lnTo>
                    <a:pt x="4137" y="363"/>
                  </a:lnTo>
                  <a:lnTo>
                    <a:pt x="4137" y="464"/>
                  </a:lnTo>
                  <a:lnTo>
                    <a:pt x="4137" y="585"/>
                  </a:lnTo>
                  <a:lnTo>
                    <a:pt x="4077" y="807"/>
                  </a:lnTo>
                  <a:lnTo>
                    <a:pt x="3936" y="1130"/>
                  </a:lnTo>
                  <a:lnTo>
                    <a:pt x="3794" y="1433"/>
                  </a:lnTo>
                  <a:lnTo>
                    <a:pt x="3613" y="1715"/>
                  </a:lnTo>
                  <a:lnTo>
                    <a:pt x="3411" y="1998"/>
                  </a:lnTo>
                  <a:lnTo>
                    <a:pt x="3189" y="2240"/>
                  </a:lnTo>
                  <a:lnTo>
                    <a:pt x="2947" y="2482"/>
                  </a:lnTo>
                  <a:lnTo>
                    <a:pt x="2684" y="2684"/>
                  </a:lnTo>
                  <a:lnTo>
                    <a:pt x="2422" y="2866"/>
                  </a:lnTo>
                  <a:lnTo>
                    <a:pt x="2180" y="2967"/>
                  </a:lnTo>
                  <a:lnTo>
                    <a:pt x="1897" y="3088"/>
                  </a:lnTo>
                  <a:lnTo>
                    <a:pt x="1575" y="3189"/>
                  </a:lnTo>
                  <a:lnTo>
                    <a:pt x="1252" y="3249"/>
                  </a:lnTo>
                  <a:lnTo>
                    <a:pt x="929" y="3290"/>
                  </a:lnTo>
                  <a:lnTo>
                    <a:pt x="626" y="3290"/>
                  </a:lnTo>
                  <a:lnTo>
                    <a:pt x="505" y="3269"/>
                  </a:lnTo>
                  <a:lnTo>
                    <a:pt x="384" y="3249"/>
                  </a:lnTo>
                  <a:lnTo>
                    <a:pt x="283" y="3209"/>
                  </a:lnTo>
                  <a:lnTo>
                    <a:pt x="202" y="3148"/>
                  </a:lnTo>
                  <a:lnTo>
                    <a:pt x="142" y="3088"/>
                  </a:lnTo>
                  <a:lnTo>
                    <a:pt x="122" y="3007"/>
                  </a:lnTo>
                  <a:lnTo>
                    <a:pt x="101" y="2926"/>
                  </a:lnTo>
                  <a:lnTo>
                    <a:pt x="81" y="2846"/>
                  </a:lnTo>
                  <a:lnTo>
                    <a:pt x="101" y="2745"/>
                  </a:lnTo>
                  <a:lnTo>
                    <a:pt x="122" y="2624"/>
                  </a:lnTo>
                  <a:lnTo>
                    <a:pt x="222" y="2381"/>
                  </a:lnTo>
                  <a:lnTo>
                    <a:pt x="344" y="2159"/>
                  </a:lnTo>
                  <a:lnTo>
                    <a:pt x="485" y="1958"/>
                  </a:lnTo>
                  <a:lnTo>
                    <a:pt x="666" y="1756"/>
                  </a:lnTo>
                  <a:lnTo>
                    <a:pt x="848" y="1574"/>
                  </a:lnTo>
                  <a:lnTo>
                    <a:pt x="1070" y="1393"/>
                  </a:lnTo>
                  <a:lnTo>
                    <a:pt x="1292" y="1231"/>
                  </a:lnTo>
                  <a:lnTo>
                    <a:pt x="1534" y="1070"/>
                  </a:lnTo>
                  <a:lnTo>
                    <a:pt x="1776" y="928"/>
                  </a:lnTo>
                  <a:lnTo>
                    <a:pt x="2261" y="666"/>
                  </a:lnTo>
                  <a:lnTo>
                    <a:pt x="2765" y="444"/>
                  </a:lnTo>
                  <a:lnTo>
                    <a:pt x="3229" y="263"/>
                  </a:lnTo>
                  <a:lnTo>
                    <a:pt x="3653" y="101"/>
                  </a:lnTo>
                  <a:lnTo>
                    <a:pt x="3774" y="81"/>
                  </a:lnTo>
                  <a:close/>
                  <a:moveTo>
                    <a:pt x="3754" y="0"/>
                  </a:moveTo>
                  <a:lnTo>
                    <a:pt x="3633" y="41"/>
                  </a:lnTo>
                  <a:lnTo>
                    <a:pt x="3209" y="182"/>
                  </a:lnTo>
                  <a:lnTo>
                    <a:pt x="2725" y="363"/>
                  </a:lnTo>
                  <a:lnTo>
                    <a:pt x="2220" y="606"/>
                  </a:lnTo>
                  <a:lnTo>
                    <a:pt x="1716" y="868"/>
                  </a:lnTo>
                  <a:lnTo>
                    <a:pt x="1474" y="1009"/>
                  </a:lnTo>
                  <a:lnTo>
                    <a:pt x="1231" y="1171"/>
                  </a:lnTo>
                  <a:lnTo>
                    <a:pt x="1009" y="1352"/>
                  </a:lnTo>
                  <a:lnTo>
                    <a:pt x="787" y="1514"/>
                  </a:lnTo>
                  <a:lnTo>
                    <a:pt x="606" y="1715"/>
                  </a:lnTo>
                  <a:lnTo>
                    <a:pt x="424" y="1917"/>
                  </a:lnTo>
                  <a:lnTo>
                    <a:pt x="283" y="2119"/>
                  </a:lnTo>
                  <a:lnTo>
                    <a:pt x="142" y="2341"/>
                  </a:lnTo>
                  <a:lnTo>
                    <a:pt x="81" y="2482"/>
                  </a:lnTo>
                  <a:lnTo>
                    <a:pt x="41" y="2624"/>
                  </a:lnTo>
                  <a:lnTo>
                    <a:pt x="21" y="2745"/>
                  </a:lnTo>
                  <a:lnTo>
                    <a:pt x="0" y="2866"/>
                  </a:lnTo>
                  <a:lnTo>
                    <a:pt x="21" y="2967"/>
                  </a:lnTo>
                  <a:lnTo>
                    <a:pt x="41" y="3047"/>
                  </a:lnTo>
                  <a:lnTo>
                    <a:pt x="81" y="3128"/>
                  </a:lnTo>
                  <a:lnTo>
                    <a:pt x="142" y="3209"/>
                  </a:lnTo>
                  <a:lnTo>
                    <a:pt x="263" y="3290"/>
                  </a:lnTo>
                  <a:lnTo>
                    <a:pt x="404" y="3330"/>
                  </a:lnTo>
                  <a:lnTo>
                    <a:pt x="586" y="3370"/>
                  </a:lnTo>
                  <a:lnTo>
                    <a:pt x="989" y="3370"/>
                  </a:lnTo>
                  <a:lnTo>
                    <a:pt x="1211" y="3350"/>
                  </a:lnTo>
                  <a:lnTo>
                    <a:pt x="1453" y="3290"/>
                  </a:lnTo>
                  <a:lnTo>
                    <a:pt x="1675" y="3229"/>
                  </a:lnTo>
                  <a:lnTo>
                    <a:pt x="2119" y="3088"/>
                  </a:lnTo>
                  <a:lnTo>
                    <a:pt x="2301" y="3007"/>
                  </a:lnTo>
                  <a:lnTo>
                    <a:pt x="2462" y="2926"/>
                  </a:lnTo>
                  <a:lnTo>
                    <a:pt x="2745" y="2745"/>
                  </a:lnTo>
                  <a:lnTo>
                    <a:pt x="3007" y="2543"/>
                  </a:lnTo>
                  <a:lnTo>
                    <a:pt x="3249" y="2301"/>
                  </a:lnTo>
                  <a:lnTo>
                    <a:pt x="3471" y="2038"/>
                  </a:lnTo>
                  <a:lnTo>
                    <a:pt x="3673" y="1776"/>
                  </a:lnTo>
                  <a:lnTo>
                    <a:pt x="3855" y="1473"/>
                  </a:lnTo>
                  <a:lnTo>
                    <a:pt x="4016" y="1150"/>
                  </a:lnTo>
                  <a:lnTo>
                    <a:pt x="4137" y="828"/>
                  </a:lnTo>
                  <a:lnTo>
                    <a:pt x="4218" y="585"/>
                  </a:lnTo>
                  <a:lnTo>
                    <a:pt x="4218" y="464"/>
                  </a:lnTo>
                  <a:lnTo>
                    <a:pt x="4218" y="343"/>
                  </a:lnTo>
                  <a:lnTo>
                    <a:pt x="4178" y="222"/>
                  </a:lnTo>
                  <a:lnTo>
                    <a:pt x="4097" y="121"/>
                  </a:lnTo>
                  <a:lnTo>
                    <a:pt x="3996" y="41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2" name="Google Shape;1122;p15"/>
          <p:cNvSpPr/>
          <p:nvPr/>
        </p:nvSpPr>
        <p:spPr>
          <a:xfrm rot="1768943">
            <a:off x="-573228" y="1847838"/>
            <a:ext cx="1596426" cy="1802947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" name="Google Shape;1123;p15"/>
          <p:cNvSpPr/>
          <p:nvPr/>
        </p:nvSpPr>
        <p:spPr>
          <a:xfrm rot="1768943">
            <a:off x="-494796" y="1923889"/>
            <a:ext cx="1395608" cy="1650656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" name="Google Shape;1124;p15"/>
          <p:cNvSpPr/>
          <p:nvPr/>
        </p:nvSpPr>
        <p:spPr>
          <a:xfrm rot="1768943">
            <a:off x="-393343" y="2035865"/>
            <a:ext cx="1193672" cy="1427252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" name="Google Shape;1125;p15"/>
          <p:cNvSpPr/>
          <p:nvPr/>
        </p:nvSpPr>
        <p:spPr>
          <a:xfrm rot="1768943">
            <a:off x="-249113" y="2174134"/>
            <a:ext cx="901502" cy="1104556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" name="Google Shape;1126;p15"/>
          <p:cNvSpPr/>
          <p:nvPr/>
        </p:nvSpPr>
        <p:spPr>
          <a:xfrm rot="1768943">
            <a:off x="522166" y="2466225"/>
            <a:ext cx="130934" cy="390455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" name="Google Shape;1127;p15"/>
          <p:cNvSpPr/>
          <p:nvPr/>
        </p:nvSpPr>
        <p:spPr>
          <a:xfrm flipH="1">
            <a:off x="950984" y="3925083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" name="Google Shape;1128;p15"/>
          <p:cNvSpPr/>
          <p:nvPr/>
        </p:nvSpPr>
        <p:spPr>
          <a:xfrm flipH="1">
            <a:off x="1027184" y="28356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" name="Google Shape;1129;p15"/>
          <p:cNvSpPr/>
          <p:nvPr/>
        </p:nvSpPr>
        <p:spPr>
          <a:xfrm flipH="1">
            <a:off x="417584" y="28356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" name="Google Shape;1130;p15"/>
          <p:cNvSpPr/>
          <p:nvPr/>
        </p:nvSpPr>
        <p:spPr>
          <a:xfrm flipH="1">
            <a:off x="569984" y="14640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" name="Google Shape;1131;p15"/>
          <p:cNvSpPr/>
          <p:nvPr/>
        </p:nvSpPr>
        <p:spPr>
          <a:xfrm flipH="1">
            <a:off x="1069391" y="12354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" name="Google Shape;1132;p15"/>
          <p:cNvSpPr/>
          <p:nvPr/>
        </p:nvSpPr>
        <p:spPr>
          <a:xfrm flipH="1">
            <a:off x="493784" y="4306083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" name="Google Shape;1133;p15"/>
          <p:cNvSpPr/>
          <p:nvPr/>
        </p:nvSpPr>
        <p:spPr>
          <a:xfrm flipH="1">
            <a:off x="81907" y="3727360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" name="Google Shape;1134;p15"/>
          <p:cNvSpPr/>
          <p:nvPr/>
        </p:nvSpPr>
        <p:spPr>
          <a:xfrm flipH="1">
            <a:off x="1600605" y="4330360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" name="Google Shape;1135;p15"/>
          <p:cNvSpPr/>
          <p:nvPr/>
        </p:nvSpPr>
        <p:spPr>
          <a:xfrm flipH="1">
            <a:off x="1702137" y="4437532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" name="Google Shape;1136;p15"/>
          <p:cNvSpPr/>
          <p:nvPr/>
        </p:nvSpPr>
        <p:spPr>
          <a:xfrm flipH="1">
            <a:off x="8131975" y="3785679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" name="Google Shape;1137;p15"/>
          <p:cNvSpPr/>
          <p:nvPr/>
        </p:nvSpPr>
        <p:spPr>
          <a:xfrm flipH="1" rot="-5400000">
            <a:off x="8131975" y="4390781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" name="Google Shape;1138;p15"/>
          <p:cNvSpPr/>
          <p:nvPr/>
        </p:nvSpPr>
        <p:spPr>
          <a:xfrm>
            <a:off x="8131965" y="-1496272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" name="Google Shape;1139;p15"/>
          <p:cNvSpPr/>
          <p:nvPr/>
        </p:nvSpPr>
        <p:spPr>
          <a:xfrm flipH="1">
            <a:off x="7161667" y="-74694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" name="Google Shape;1140;p15"/>
          <p:cNvSpPr/>
          <p:nvPr/>
        </p:nvSpPr>
        <p:spPr>
          <a:xfrm>
            <a:off x="4176600" y="459941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" name="Google Shape;1141;p15"/>
          <p:cNvSpPr/>
          <p:nvPr/>
        </p:nvSpPr>
        <p:spPr>
          <a:xfrm flipH="1">
            <a:off x="7289139" y="69712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" name="Google Shape;1142;p15"/>
          <p:cNvSpPr/>
          <p:nvPr/>
        </p:nvSpPr>
        <p:spPr>
          <a:xfrm flipH="1">
            <a:off x="7414374" y="130594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" name="Google Shape;1143;p15"/>
          <p:cNvSpPr/>
          <p:nvPr/>
        </p:nvSpPr>
        <p:spPr>
          <a:xfrm flipH="1" rot="10238554">
            <a:off x="3571755" y="-1362274"/>
            <a:ext cx="2383906" cy="1642699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" name="Google Shape;1144;p15"/>
          <p:cNvSpPr/>
          <p:nvPr/>
        </p:nvSpPr>
        <p:spPr>
          <a:xfrm flipH="1" rot="10238554">
            <a:off x="3717855" y="-1059166"/>
            <a:ext cx="2123326" cy="1193658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" name="Google Shape;1145;p15"/>
          <p:cNvSpPr/>
          <p:nvPr/>
        </p:nvSpPr>
        <p:spPr>
          <a:xfrm flipH="1" rot="10238554">
            <a:off x="3859382" y="-661161"/>
            <a:ext cx="1884159" cy="733437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CUSTOM_10_1">
    <p:spTree>
      <p:nvGrpSpPr>
        <p:cNvPr id="1146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7" name="Google Shape;1147;p16"/>
          <p:cNvSpPr txBox="1"/>
          <p:nvPr>
            <p:ph type="title"/>
          </p:nvPr>
        </p:nvSpPr>
        <p:spPr>
          <a:xfrm>
            <a:off x="1140488" y="2132184"/>
            <a:ext cx="56223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148" name="Google Shape;1148;p16"/>
          <p:cNvSpPr txBox="1"/>
          <p:nvPr>
            <p:ph idx="1" type="subTitle"/>
          </p:nvPr>
        </p:nvSpPr>
        <p:spPr>
          <a:xfrm>
            <a:off x="1139288" y="2828316"/>
            <a:ext cx="56235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149" name="Google Shape;1149;p16"/>
          <p:cNvSpPr txBox="1"/>
          <p:nvPr>
            <p:ph hasCustomPrompt="1" idx="2" type="title"/>
          </p:nvPr>
        </p:nvSpPr>
        <p:spPr>
          <a:xfrm>
            <a:off x="6916613" y="2334000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1150" name="Google Shape;1150;p16"/>
          <p:cNvGrpSpPr/>
          <p:nvPr/>
        </p:nvGrpSpPr>
        <p:grpSpPr>
          <a:xfrm>
            <a:off x="2607452" y="3919366"/>
            <a:ext cx="1209708" cy="1147945"/>
            <a:chOff x="5235125" y="2636100"/>
            <a:chExt cx="796175" cy="755525"/>
          </a:xfrm>
        </p:grpSpPr>
        <p:sp>
          <p:nvSpPr>
            <p:cNvPr id="1151" name="Google Shape;1151;p16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16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16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16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16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16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16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16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16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16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16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16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16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16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16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16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16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16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16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16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16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16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16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16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16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16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16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16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16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16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16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16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16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16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16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16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16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16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16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16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16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16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16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16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16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16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16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16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16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16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16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16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16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16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16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16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16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16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16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16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16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16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16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16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" name="Google Shape;1215;p16"/>
          <p:cNvGrpSpPr/>
          <p:nvPr/>
        </p:nvGrpSpPr>
        <p:grpSpPr>
          <a:xfrm>
            <a:off x="7858180" y="99016"/>
            <a:ext cx="1209708" cy="1147945"/>
            <a:chOff x="5235125" y="2636100"/>
            <a:chExt cx="796175" cy="755525"/>
          </a:xfrm>
        </p:grpSpPr>
        <p:sp>
          <p:nvSpPr>
            <p:cNvPr id="1216" name="Google Shape;1216;p16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16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16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16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16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16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16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16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16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16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16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16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16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16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16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16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16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16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16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16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16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16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16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16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16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16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16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16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16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16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16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16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16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16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16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16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16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16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16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16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16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16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16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16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16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16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16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16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16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16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16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16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16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16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16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16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16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16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16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16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16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16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16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16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0" name="Google Shape;1280;p16"/>
          <p:cNvSpPr/>
          <p:nvPr/>
        </p:nvSpPr>
        <p:spPr>
          <a:xfrm flipH="1">
            <a:off x="-36" y="3578225"/>
            <a:ext cx="9153000" cy="1565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" name="Google Shape;1281;p16"/>
          <p:cNvSpPr/>
          <p:nvPr/>
        </p:nvSpPr>
        <p:spPr>
          <a:xfrm flipH="1">
            <a:off x="-36" y="0"/>
            <a:ext cx="9153000" cy="1565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" name="Google Shape;1282;p16"/>
          <p:cNvSpPr/>
          <p:nvPr/>
        </p:nvSpPr>
        <p:spPr>
          <a:xfrm>
            <a:off x="6842470" y="-729095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" name="Google Shape;1283;p16"/>
          <p:cNvSpPr/>
          <p:nvPr/>
        </p:nvSpPr>
        <p:spPr>
          <a:xfrm>
            <a:off x="3317210" y="-105347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" name="Google Shape;1284;p16"/>
          <p:cNvSpPr/>
          <p:nvPr/>
        </p:nvSpPr>
        <p:spPr>
          <a:xfrm flipH="1">
            <a:off x="2851457" y="3730613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" name="Google Shape;1285;p16"/>
          <p:cNvSpPr/>
          <p:nvPr/>
        </p:nvSpPr>
        <p:spPr>
          <a:xfrm flipH="1">
            <a:off x="1446180" y="-439244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6" name="Google Shape;1286;p16"/>
          <p:cNvSpPr/>
          <p:nvPr/>
        </p:nvSpPr>
        <p:spPr>
          <a:xfrm flipH="1">
            <a:off x="5852818" y="-483976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7" name="Google Shape;1287;p16"/>
          <p:cNvSpPr/>
          <p:nvPr/>
        </p:nvSpPr>
        <p:spPr>
          <a:xfrm flipH="1">
            <a:off x="2645462" y="76224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" name="Google Shape;1288;p16"/>
          <p:cNvSpPr/>
          <p:nvPr/>
        </p:nvSpPr>
        <p:spPr>
          <a:xfrm flipH="1">
            <a:off x="3945865" y="4790431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" name="Google Shape;1289;p16"/>
          <p:cNvSpPr/>
          <p:nvPr/>
        </p:nvSpPr>
        <p:spPr>
          <a:xfrm flipH="1">
            <a:off x="6283366" y="-122767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" name="Google Shape;1290;p16"/>
          <p:cNvSpPr/>
          <p:nvPr/>
        </p:nvSpPr>
        <p:spPr>
          <a:xfrm flipH="1">
            <a:off x="2927054" y="3870546"/>
            <a:ext cx="1730784" cy="1441910"/>
          </a:xfrm>
          <a:custGeom>
            <a:rect b="b" l="l" r="r" t="t"/>
            <a:pathLst>
              <a:path extrusionOk="0" h="25791" w="30958">
                <a:moveTo>
                  <a:pt x="13179" y="81"/>
                </a:moveTo>
                <a:lnTo>
                  <a:pt x="14551" y="101"/>
                </a:lnTo>
                <a:lnTo>
                  <a:pt x="15257" y="121"/>
                </a:lnTo>
                <a:lnTo>
                  <a:pt x="15963" y="162"/>
                </a:lnTo>
                <a:lnTo>
                  <a:pt x="16690" y="242"/>
                </a:lnTo>
                <a:lnTo>
                  <a:pt x="17416" y="323"/>
                </a:lnTo>
                <a:lnTo>
                  <a:pt x="18143" y="444"/>
                </a:lnTo>
                <a:lnTo>
                  <a:pt x="18869" y="586"/>
                </a:lnTo>
                <a:lnTo>
                  <a:pt x="19576" y="767"/>
                </a:lnTo>
                <a:lnTo>
                  <a:pt x="20282" y="969"/>
                </a:lnTo>
                <a:lnTo>
                  <a:pt x="20988" y="1211"/>
                </a:lnTo>
                <a:lnTo>
                  <a:pt x="21654" y="1494"/>
                </a:lnTo>
                <a:lnTo>
                  <a:pt x="21997" y="1655"/>
                </a:lnTo>
                <a:lnTo>
                  <a:pt x="22320" y="1837"/>
                </a:lnTo>
                <a:lnTo>
                  <a:pt x="22643" y="2018"/>
                </a:lnTo>
                <a:lnTo>
                  <a:pt x="22946" y="2200"/>
                </a:lnTo>
                <a:lnTo>
                  <a:pt x="23269" y="2402"/>
                </a:lnTo>
                <a:lnTo>
                  <a:pt x="23551" y="2624"/>
                </a:lnTo>
                <a:lnTo>
                  <a:pt x="23854" y="2866"/>
                </a:lnTo>
                <a:lnTo>
                  <a:pt x="24136" y="3108"/>
                </a:lnTo>
                <a:lnTo>
                  <a:pt x="24540" y="3491"/>
                </a:lnTo>
                <a:lnTo>
                  <a:pt x="24923" y="3895"/>
                </a:lnTo>
                <a:lnTo>
                  <a:pt x="25287" y="4339"/>
                </a:lnTo>
                <a:lnTo>
                  <a:pt x="25670" y="4823"/>
                </a:lnTo>
                <a:lnTo>
                  <a:pt x="26013" y="5348"/>
                </a:lnTo>
                <a:lnTo>
                  <a:pt x="26356" y="5913"/>
                </a:lnTo>
                <a:lnTo>
                  <a:pt x="26719" y="6518"/>
                </a:lnTo>
                <a:lnTo>
                  <a:pt x="27042" y="7164"/>
                </a:lnTo>
                <a:lnTo>
                  <a:pt x="27345" y="7749"/>
                </a:lnTo>
                <a:lnTo>
                  <a:pt x="27607" y="8335"/>
                </a:lnTo>
                <a:lnTo>
                  <a:pt x="27870" y="8940"/>
                </a:lnTo>
                <a:lnTo>
                  <a:pt x="28112" y="9546"/>
                </a:lnTo>
                <a:lnTo>
                  <a:pt x="28556" y="10756"/>
                </a:lnTo>
                <a:lnTo>
                  <a:pt x="28959" y="11947"/>
                </a:lnTo>
                <a:lnTo>
                  <a:pt x="29343" y="13138"/>
                </a:lnTo>
                <a:lnTo>
                  <a:pt x="29666" y="14328"/>
                </a:lnTo>
                <a:lnTo>
                  <a:pt x="29948" y="15478"/>
                </a:lnTo>
                <a:lnTo>
                  <a:pt x="30231" y="16588"/>
                </a:lnTo>
                <a:lnTo>
                  <a:pt x="30453" y="17577"/>
                </a:lnTo>
                <a:lnTo>
                  <a:pt x="30654" y="18606"/>
                </a:lnTo>
                <a:lnTo>
                  <a:pt x="30735" y="19111"/>
                </a:lnTo>
                <a:lnTo>
                  <a:pt x="30816" y="19636"/>
                </a:lnTo>
                <a:lnTo>
                  <a:pt x="30856" y="20160"/>
                </a:lnTo>
                <a:lnTo>
                  <a:pt x="30876" y="20685"/>
                </a:lnTo>
                <a:lnTo>
                  <a:pt x="30876" y="21169"/>
                </a:lnTo>
                <a:lnTo>
                  <a:pt x="30856" y="21674"/>
                </a:lnTo>
                <a:lnTo>
                  <a:pt x="30796" y="22219"/>
                </a:lnTo>
                <a:lnTo>
                  <a:pt x="30695" y="22784"/>
                </a:lnTo>
                <a:lnTo>
                  <a:pt x="30614" y="23046"/>
                </a:lnTo>
                <a:lnTo>
                  <a:pt x="30533" y="23329"/>
                </a:lnTo>
                <a:lnTo>
                  <a:pt x="30412" y="23611"/>
                </a:lnTo>
                <a:lnTo>
                  <a:pt x="30311" y="23873"/>
                </a:lnTo>
                <a:lnTo>
                  <a:pt x="30170" y="24136"/>
                </a:lnTo>
                <a:lnTo>
                  <a:pt x="30009" y="24398"/>
                </a:lnTo>
                <a:lnTo>
                  <a:pt x="29847" y="24640"/>
                </a:lnTo>
                <a:lnTo>
                  <a:pt x="29645" y="24882"/>
                </a:lnTo>
                <a:lnTo>
                  <a:pt x="29383" y="25145"/>
                </a:lnTo>
                <a:lnTo>
                  <a:pt x="29242" y="25266"/>
                </a:lnTo>
                <a:lnTo>
                  <a:pt x="29101" y="25387"/>
                </a:lnTo>
                <a:lnTo>
                  <a:pt x="28939" y="25468"/>
                </a:lnTo>
                <a:lnTo>
                  <a:pt x="28798" y="25548"/>
                </a:lnTo>
                <a:lnTo>
                  <a:pt x="28657" y="25609"/>
                </a:lnTo>
                <a:lnTo>
                  <a:pt x="28515" y="25649"/>
                </a:lnTo>
                <a:lnTo>
                  <a:pt x="28334" y="25690"/>
                </a:lnTo>
                <a:lnTo>
                  <a:pt x="28152" y="25710"/>
                </a:lnTo>
                <a:lnTo>
                  <a:pt x="27991" y="25710"/>
                </a:lnTo>
                <a:lnTo>
                  <a:pt x="27809" y="25690"/>
                </a:lnTo>
                <a:lnTo>
                  <a:pt x="27648" y="25669"/>
                </a:lnTo>
                <a:lnTo>
                  <a:pt x="27466" y="25629"/>
                </a:lnTo>
                <a:lnTo>
                  <a:pt x="27143" y="25508"/>
                </a:lnTo>
                <a:lnTo>
                  <a:pt x="26800" y="25347"/>
                </a:lnTo>
                <a:lnTo>
                  <a:pt x="26477" y="25165"/>
                </a:lnTo>
                <a:lnTo>
                  <a:pt x="26154" y="24963"/>
                </a:lnTo>
                <a:lnTo>
                  <a:pt x="25852" y="24741"/>
                </a:lnTo>
                <a:lnTo>
                  <a:pt x="25145" y="24196"/>
                </a:lnTo>
                <a:lnTo>
                  <a:pt x="24419" y="23631"/>
                </a:lnTo>
                <a:lnTo>
                  <a:pt x="23692" y="23046"/>
                </a:lnTo>
                <a:lnTo>
                  <a:pt x="22946" y="22420"/>
                </a:lnTo>
                <a:lnTo>
                  <a:pt x="22199" y="21775"/>
                </a:lnTo>
                <a:lnTo>
                  <a:pt x="21412" y="21109"/>
                </a:lnTo>
                <a:lnTo>
                  <a:pt x="20625" y="20382"/>
                </a:lnTo>
                <a:lnTo>
                  <a:pt x="19798" y="19636"/>
                </a:lnTo>
                <a:lnTo>
                  <a:pt x="18506" y="18405"/>
                </a:lnTo>
                <a:lnTo>
                  <a:pt x="17215" y="17153"/>
                </a:lnTo>
                <a:lnTo>
                  <a:pt x="14692" y="14671"/>
                </a:lnTo>
                <a:lnTo>
                  <a:pt x="12270" y="12290"/>
                </a:lnTo>
                <a:lnTo>
                  <a:pt x="11039" y="11079"/>
                </a:lnTo>
                <a:lnTo>
                  <a:pt x="9808" y="9909"/>
                </a:lnTo>
                <a:lnTo>
                  <a:pt x="8376" y="8597"/>
                </a:lnTo>
                <a:lnTo>
                  <a:pt x="7024" y="7406"/>
                </a:lnTo>
                <a:lnTo>
                  <a:pt x="5732" y="6317"/>
                </a:lnTo>
                <a:lnTo>
                  <a:pt x="4461" y="5308"/>
                </a:lnTo>
                <a:lnTo>
                  <a:pt x="4118" y="5086"/>
                </a:lnTo>
                <a:lnTo>
                  <a:pt x="3593" y="4743"/>
                </a:lnTo>
                <a:lnTo>
                  <a:pt x="2523" y="4057"/>
                </a:lnTo>
                <a:lnTo>
                  <a:pt x="1958" y="3673"/>
                </a:lnTo>
                <a:lnTo>
                  <a:pt x="1414" y="3290"/>
                </a:lnTo>
                <a:lnTo>
                  <a:pt x="929" y="2886"/>
                </a:lnTo>
                <a:lnTo>
                  <a:pt x="707" y="2704"/>
                </a:lnTo>
                <a:lnTo>
                  <a:pt x="526" y="2503"/>
                </a:lnTo>
                <a:lnTo>
                  <a:pt x="364" y="2341"/>
                </a:lnTo>
                <a:lnTo>
                  <a:pt x="223" y="2160"/>
                </a:lnTo>
                <a:lnTo>
                  <a:pt x="142" y="1998"/>
                </a:lnTo>
                <a:lnTo>
                  <a:pt x="82" y="1857"/>
                </a:lnTo>
                <a:lnTo>
                  <a:pt x="82" y="1776"/>
                </a:lnTo>
                <a:lnTo>
                  <a:pt x="82" y="1716"/>
                </a:lnTo>
                <a:lnTo>
                  <a:pt x="102" y="1655"/>
                </a:lnTo>
                <a:lnTo>
                  <a:pt x="142" y="1595"/>
                </a:lnTo>
                <a:lnTo>
                  <a:pt x="243" y="1473"/>
                </a:lnTo>
                <a:lnTo>
                  <a:pt x="364" y="1373"/>
                </a:lnTo>
                <a:lnTo>
                  <a:pt x="485" y="1292"/>
                </a:lnTo>
                <a:lnTo>
                  <a:pt x="647" y="1231"/>
                </a:lnTo>
                <a:lnTo>
                  <a:pt x="788" y="1171"/>
                </a:lnTo>
                <a:lnTo>
                  <a:pt x="949" y="1130"/>
                </a:lnTo>
                <a:lnTo>
                  <a:pt x="1292" y="1070"/>
                </a:lnTo>
                <a:lnTo>
                  <a:pt x="2745" y="848"/>
                </a:lnTo>
                <a:lnTo>
                  <a:pt x="4219" y="646"/>
                </a:lnTo>
                <a:lnTo>
                  <a:pt x="5712" y="464"/>
                </a:lnTo>
                <a:lnTo>
                  <a:pt x="7185" y="323"/>
                </a:lnTo>
                <a:lnTo>
                  <a:pt x="8658" y="222"/>
                </a:lnTo>
                <a:lnTo>
                  <a:pt x="10152" y="142"/>
                </a:lnTo>
                <a:lnTo>
                  <a:pt x="11645" y="81"/>
                </a:lnTo>
                <a:close/>
                <a:moveTo>
                  <a:pt x="11645" y="0"/>
                </a:moveTo>
                <a:lnTo>
                  <a:pt x="10152" y="61"/>
                </a:lnTo>
                <a:lnTo>
                  <a:pt x="8658" y="142"/>
                </a:lnTo>
                <a:lnTo>
                  <a:pt x="7185" y="242"/>
                </a:lnTo>
                <a:lnTo>
                  <a:pt x="5692" y="384"/>
                </a:lnTo>
                <a:lnTo>
                  <a:pt x="4219" y="565"/>
                </a:lnTo>
                <a:lnTo>
                  <a:pt x="2745" y="767"/>
                </a:lnTo>
                <a:lnTo>
                  <a:pt x="1272" y="989"/>
                </a:lnTo>
                <a:lnTo>
                  <a:pt x="929" y="1070"/>
                </a:lnTo>
                <a:lnTo>
                  <a:pt x="768" y="1110"/>
                </a:lnTo>
                <a:lnTo>
                  <a:pt x="606" y="1151"/>
                </a:lnTo>
                <a:lnTo>
                  <a:pt x="445" y="1231"/>
                </a:lnTo>
                <a:lnTo>
                  <a:pt x="304" y="1312"/>
                </a:lnTo>
                <a:lnTo>
                  <a:pt x="183" y="1413"/>
                </a:lnTo>
                <a:lnTo>
                  <a:pt x="82" y="1554"/>
                </a:lnTo>
                <a:lnTo>
                  <a:pt x="41" y="1615"/>
                </a:lnTo>
                <a:lnTo>
                  <a:pt x="1" y="1695"/>
                </a:lnTo>
                <a:lnTo>
                  <a:pt x="1" y="1776"/>
                </a:lnTo>
                <a:lnTo>
                  <a:pt x="1" y="1857"/>
                </a:lnTo>
                <a:lnTo>
                  <a:pt x="61" y="2018"/>
                </a:lnTo>
                <a:lnTo>
                  <a:pt x="142" y="2180"/>
                </a:lnTo>
                <a:lnTo>
                  <a:pt x="283" y="2361"/>
                </a:lnTo>
                <a:lnTo>
                  <a:pt x="445" y="2543"/>
                </a:lnTo>
                <a:lnTo>
                  <a:pt x="627" y="2725"/>
                </a:lnTo>
                <a:lnTo>
                  <a:pt x="849" y="2926"/>
                </a:lnTo>
                <a:lnTo>
                  <a:pt x="1333" y="3310"/>
                </a:lnTo>
                <a:lnTo>
                  <a:pt x="1878" y="3713"/>
                </a:lnTo>
                <a:lnTo>
                  <a:pt x="2443" y="4097"/>
                </a:lnTo>
                <a:lnTo>
                  <a:pt x="3532" y="4803"/>
                </a:lnTo>
                <a:lnTo>
                  <a:pt x="4077" y="5146"/>
                </a:lnTo>
                <a:lnTo>
                  <a:pt x="4420" y="5388"/>
                </a:lnTo>
                <a:lnTo>
                  <a:pt x="5672" y="6377"/>
                </a:lnTo>
                <a:lnTo>
                  <a:pt x="6963" y="7467"/>
                </a:lnTo>
                <a:lnTo>
                  <a:pt x="8315" y="8658"/>
                </a:lnTo>
                <a:lnTo>
                  <a:pt x="9748" y="9969"/>
                </a:lnTo>
                <a:lnTo>
                  <a:pt x="10999" y="11140"/>
                </a:lnTo>
                <a:lnTo>
                  <a:pt x="12230" y="12351"/>
                </a:lnTo>
                <a:lnTo>
                  <a:pt x="14631" y="14732"/>
                </a:lnTo>
                <a:lnTo>
                  <a:pt x="17154" y="17214"/>
                </a:lnTo>
                <a:lnTo>
                  <a:pt x="18445" y="18465"/>
                </a:lnTo>
                <a:lnTo>
                  <a:pt x="19737" y="19696"/>
                </a:lnTo>
                <a:lnTo>
                  <a:pt x="20564" y="20443"/>
                </a:lnTo>
                <a:lnTo>
                  <a:pt x="21372" y="21169"/>
                </a:lnTo>
                <a:lnTo>
                  <a:pt x="22138" y="21835"/>
                </a:lnTo>
                <a:lnTo>
                  <a:pt x="22885" y="22501"/>
                </a:lnTo>
                <a:lnTo>
                  <a:pt x="23632" y="23107"/>
                </a:lnTo>
                <a:lnTo>
                  <a:pt x="24358" y="23692"/>
                </a:lnTo>
                <a:lnTo>
                  <a:pt x="25085" y="24257"/>
                </a:lnTo>
                <a:lnTo>
                  <a:pt x="25811" y="24802"/>
                </a:lnTo>
                <a:lnTo>
                  <a:pt x="26336" y="25165"/>
                </a:lnTo>
                <a:lnTo>
                  <a:pt x="26598" y="25326"/>
                </a:lnTo>
                <a:lnTo>
                  <a:pt x="26881" y="25488"/>
                </a:lnTo>
                <a:lnTo>
                  <a:pt x="27183" y="25609"/>
                </a:lnTo>
                <a:lnTo>
                  <a:pt x="27466" y="25710"/>
                </a:lnTo>
                <a:lnTo>
                  <a:pt x="27769" y="25770"/>
                </a:lnTo>
                <a:lnTo>
                  <a:pt x="28051" y="25790"/>
                </a:lnTo>
                <a:lnTo>
                  <a:pt x="28293" y="25770"/>
                </a:lnTo>
                <a:lnTo>
                  <a:pt x="28536" y="25730"/>
                </a:lnTo>
                <a:lnTo>
                  <a:pt x="28677" y="25690"/>
                </a:lnTo>
                <a:lnTo>
                  <a:pt x="28838" y="25609"/>
                </a:lnTo>
                <a:lnTo>
                  <a:pt x="28979" y="25548"/>
                </a:lnTo>
                <a:lnTo>
                  <a:pt x="29141" y="25447"/>
                </a:lnTo>
                <a:lnTo>
                  <a:pt x="29282" y="25347"/>
                </a:lnTo>
                <a:lnTo>
                  <a:pt x="29423" y="25225"/>
                </a:lnTo>
                <a:lnTo>
                  <a:pt x="29706" y="24923"/>
                </a:lnTo>
                <a:lnTo>
                  <a:pt x="29908" y="24681"/>
                </a:lnTo>
                <a:lnTo>
                  <a:pt x="30089" y="24438"/>
                </a:lnTo>
                <a:lnTo>
                  <a:pt x="30231" y="24176"/>
                </a:lnTo>
                <a:lnTo>
                  <a:pt x="30372" y="23914"/>
                </a:lnTo>
                <a:lnTo>
                  <a:pt x="30493" y="23631"/>
                </a:lnTo>
                <a:lnTo>
                  <a:pt x="30594" y="23369"/>
                </a:lnTo>
                <a:lnTo>
                  <a:pt x="30695" y="23086"/>
                </a:lnTo>
                <a:lnTo>
                  <a:pt x="30755" y="22804"/>
                </a:lnTo>
                <a:lnTo>
                  <a:pt x="30816" y="22521"/>
                </a:lnTo>
                <a:lnTo>
                  <a:pt x="30876" y="22239"/>
                </a:lnTo>
                <a:lnTo>
                  <a:pt x="30937" y="21694"/>
                </a:lnTo>
                <a:lnTo>
                  <a:pt x="30957" y="21169"/>
                </a:lnTo>
                <a:lnTo>
                  <a:pt x="30957" y="20685"/>
                </a:lnTo>
                <a:lnTo>
                  <a:pt x="30937" y="20160"/>
                </a:lnTo>
                <a:lnTo>
                  <a:pt x="30897" y="19636"/>
                </a:lnTo>
                <a:lnTo>
                  <a:pt x="30816" y="19111"/>
                </a:lnTo>
                <a:lnTo>
                  <a:pt x="30735" y="18586"/>
                </a:lnTo>
                <a:lnTo>
                  <a:pt x="30533" y="17557"/>
                </a:lnTo>
                <a:lnTo>
                  <a:pt x="30311" y="16568"/>
                </a:lnTo>
                <a:lnTo>
                  <a:pt x="30029" y="15458"/>
                </a:lnTo>
                <a:lnTo>
                  <a:pt x="29746" y="14308"/>
                </a:lnTo>
                <a:lnTo>
                  <a:pt x="29403" y="13117"/>
                </a:lnTo>
                <a:lnTo>
                  <a:pt x="29040" y="11927"/>
                </a:lnTo>
                <a:lnTo>
                  <a:pt x="28636" y="10716"/>
                </a:lnTo>
                <a:lnTo>
                  <a:pt x="28192" y="9505"/>
                </a:lnTo>
                <a:lnTo>
                  <a:pt x="27950" y="8900"/>
                </a:lnTo>
                <a:lnTo>
                  <a:pt x="27688" y="8315"/>
                </a:lnTo>
                <a:lnTo>
                  <a:pt x="27405" y="7709"/>
                </a:lnTo>
                <a:lnTo>
                  <a:pt x="27123" y="7124"/>
                </a:lnTo>
                <a:lnTo>
                  <a:pt x="26780" y="6478"/>
                </a:lnTo>
                <a:lnTo>
                  <a:pt x="26437" y="5853"/>
                </a:lnTo>
                <a:lnTo>
                  <a:pt x="26074" y="5288"/>
                </a:lnTo>
                <a:lnTo>
                  <a:pt x="25730" y="4783"/>
                </a:lnTo>
                <a:lnTo>
                  <a:pt x="25367" y="4279"/>
                </a:lnTo>
                <a:lnTo>
                  <a:pt x="24984" y="3835"/>
                </a:lnTo>
                <a:lnTo>
                  <a:pt x="24600" y="3431"/>
                </a:lnTo>
                <a:lnTo>
                  <a:pt x="24197" y="3048"/>
                </a:lnTo>
                <a:lnTo>
                  <a:pt x="23672" y="2604"/>
                </a:lnTo>
                <a:lnTo>
                  <a:pt x="23127" y="2220"/>
                </a:lnTo>
                <a:lnTo>
                  <a:pt x="22522" y="1857"/>
                </a:lnTo>
                <a:lnTo>
                  <a:pt x="21896" y="1514"/>
                </a:lnTo>
                <a:lnTo>
                  <a:pt x="21251" y="1231"/>
                </a:lnTo>
                <a:lnTo>
                  <a:pt x="20544" y="969"/>
                </a:lnTo>
                <a:lnTo>
                  <a:pt x="19798" y="727"/>
                </a:lnTo>
                <a:lnTo>
                  <a:pt x="19031" y="525"/>
                </a:lnTo>
                <a:lnTo>
                  <a:pt x="18405" y="404"/>
                </a:lnTo>
                <a:lnTo>
                  <a:pt x="17759" y="303"/>
                </a:lnTo>
                <a:lnTo>
                  <a:pt x="17093" y="202"/>
                </a:lnTo>
                <a:lnTo>
                  <a:pt x="16387" y="121"/>
                </a:lnTo>
                <a:lnTo>
                  <a:pt x="15640" y="61"/>
                </a:lnTo>
                <a:lnTo>
                  <a:pt x="14853" y="21"/>
                </a:lnTo>
                <a:lnTo>
                  <a:pt x="1404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" name="Google Shape;1291;p16"/>
          <p:cNvSpPr/>
          <p:nvPr/>
        </p:nvSpPr>
        <p:spPr>
          <a:xfrm flipH="1">
            <a:off x="1573651" y="-294838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" name="Google Shape;1292;p16"/>
          <p:cNvSpPr/>
          <p:nvPr/>
        </p:nvSpPr>
        <p:spPr>
          <a:xfrm flipH="1">
            <a:off x="2789873" y="831061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" name="Google Shape;1293;p16"/>
          <p:cNvSpPr/>
          <p:nvPr/>
        </p:nvSpPr>
        <p:spPr>
          <a:xfrm flipH="1">
            <a:off x="4011278" y="4861544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" name="Google Shape;1294;p16"/>
          <p:cNvSpPr/>
          <p:nvPr/>
        </p:nvSpPr>
        <p:spPr>
          <a:xfrm flipH="1">
            <a:off x="6569954" y="-15594"/>
            <a:ext cx="1642730" cy="740159"/>
          </a:xfrm>
          <a:custGeom>
            <a:rect b="b" l="l" r="r" t="t"/>
            <a:pathLst>
              <a:path extrusionOk="0" h="13239" w="29383">
                <a:moveTo>
                  <a:pt x="28272" y="81"/>
                </a:moveTo>
                <a:lnTo>
                  <a:pt x="28474" y="102"/>
                </a:lnTo>
                <a:lnTo>
                  <a:pt x="28696" y="142"/>
                </a:lnTo>
                <a:lnTo>
                  <a:pt x="28898" y="202"/>
                </a:lnTo>
                <a:lnTo>
                  <a:pt x="29019" y="243"/>
                </a:lnTo>
                <a:lnTo>
                  <a:pt x="29140" y="303"/>
                </a:lnTo>
                <a:lnTo>
                  <a:pt x="29201" y="364"/>
                </a:lnTo>
                <a:lnTo>
                  <a:pt x="29261" y="404"/>
                </a:lnTo>
                <a:lnTo>
                  <a:pt x="29281" y="465"/>
                </a:lnTo>
                <a:lnTo>
                  <a:pt x="29302" y="545"/>
                </a:lnTo>
                <a:lnTo>
                  <a:pt x="29302" y="626"/>
                </a:lnTo>
                <a:lnTo>
                  <a:pt x="29281" y="707"/>
                </a:lnTo>
                <a:lnTo>
                  <a:pt x="29201" y="848"/>
                </a:lnTo>
                <a:lnTo>
                  <a:pt x="29059" y="1070"/>
                </a:lnTo>
                <a:lnTo>
                  <a:pt x="28918" y="1272"/>
                </a:lnTo>
                <a:lnTo>
                  <a:pt x="28595" y="1676"/>
                </a:lnTo>
                <a:lnTo>
                  <a:pt x="28232" y="2079"/>
                </a:lnTo>
                <a:lnTo>
                  <a:pt x="27889" y="2442"/>
                </a:lnTo>
                <a:lnTo>
                  <a:pt x="27566" y="2785"/>
                </a:lnTo>
                <a:lnTo>
                  <a:pt x="27263" y="3129"/>
                </a:lnTo>
                <a:lnTo>
                  <a:pt x="26961" y="3492"/>
                </a:lnTo>
                <a:lnTo>
                  <a:pt x="26698" y="3855"/>
                </a:lnTo>
                <a:lnTo>
                  <a:pt x="26476" y="4198"/>
                </a:lnTo>
                <a:lnTo>
                  <a:pt x="26295" y="4521"/>
                </a:lnTo>
                <a:lnTo>
                  <a:pt x="26133" y="4884"/>
                </a:lnTo>
                <a:lnTo>
                  <a:pt x="25972" y="5247"/>
                </a:lnTo>
                <a:lnTo>
                  <a:pt x="25689" y="5974"/>
                </a:lnTo>
                <a:lnTo>
                  <a:pt x="25447" y="6721"/>
                </a:lnTo>
                <a:lnTo>
                  <a:pt x="25124" y="7649"/>
                </a:lnTo>
                <a:lnTo>
                  <a:pt x="24943" y="8113"/>
                </a:lnTo>
                <a:lnTo>
                  <a:pt x="24741" y="8557"/>
                </a:lnTo>
                <a:lnTo>
                  <a:pt x="24539" y="8981"/>
                </a:lnTo>
                <a:lnTo>
                  <a:pt x="24297" y="9405"/>
                </a:lnTo>
                <a:lnTo>
                  <a:pt x="24014" y="9788"/>
                </a:lnTo>
                <a:lnTo>
                  <a:pt x="23853" y="9990"/>
                </a:lnTo>
                <a:lnTo>
                  <a:pt x="23692" y="10171"/>
                </a:lnTo>
                <a:lnTo>
                  <a:pt x="23409" y="10414"/>
                </a:lnTo>
                <a:lnTo>
                  <a:pt x="23106" y="10676"/>
                </a:lnTo>
                <a:lnTo>
                  <a:pt x="22784" y="10898"/>
                </a:lnTo>
                <a:lnTo>
                  <a:pt x="22420" y="11100"/>
                </a:lnTo>
                <a:lnTo>
                  <a:pt x="22017" y="11301"/>
                </a:lnTo>
                <a:lnTo>
                  <a:pt x="21593" y="11483"/>
                </a:lnTo>
                <a:lnTo>
                  <a:pt x="21129" y="11645"/>
                </a:lnTo>
                <a:lnTo>
                  <a:pt x="20644" y="11786"/>
                </a:lnTo>
                <a:lnTo>
                  <a:pt x="19958" y="11947"/>
                </a:lnTo>
                <a:lnTo>
                  <a:pt x="19272" y="12088"/>
                </a:lnTo>
                <a:lnTo>
                  <a:pt x="18566" y="12210"/>
                </a:lnTo>
                <a:lnTo>
                  <a:pt x="17880" y="12290"/>
                </a:lnTo>
                <a:lnTo>
                  <a:pt x="17173" y="12371"/>
                </a:lnTo>
                <a:lnTo>
                  <a:pt x="16467" y="12432"/>
                </a:lnTo>
                <a:lnTo>
                  <a:pt x="15075" y="12532"/>
                </a:lnTo>
                <a:lnTo>
                  <a:pt x="14106" y="12593"/>
                </a:lnTo>
                <a:lnTo>
                  <a:pt x="12774" y="12694"/>
                </a:lnTo>
                <a:lnTo>
                  <a:pt x="11442" y="12815"/>
                </a:lnTo>
                <a:lnTo>
                  <a:pt x="9142" y="12997"/>
                </a:lnTo>
                <a:lnTo>
                  <a:pt x="7971" y="13077"/>
                </a:lnTo>
                <a:lnTo>
                  <a:pt x="6801" y="13138"/>
                </a:lnTo>
                <a:lnTo>
                  <a:pt x="5630" y="13158"/>
                </a:lnTo>
                <a:lnTo>
                  <a:pt x="4480" y="13158"/>
                </a:lnTo>
                <a:lnTo>
                  <a:pt x="3895" y="13138"/>
                </a:lnTo>
                <a:lnTo>
                  <a:pt x="3310" y="13098"/>
                </a:lnTo>
                <a:lnTo>
                  <a:pt x="2725" y="13057"/>
                </a:lnTo>
                <a:lnTo>
                  <a:pt x="2139" y="12976"/>
                </a:lnTo>
                <a:lnTo>
                  <a:pt x="1857" y="12936"/>
                </a:lnTo>
                <a:lnTo>
                  <a:pt x="1554" y="12855"/>
                </a:lnTo>
                <a:lnTo>
                  <a:pt x="1251" y="12754"/>
                </a:lnTo>
                <a:lnTo>
                  <a:pt x="969" y="12613"/>
                </a:lnTo>
                <a:lnTo>
                  <a:pt x="707" y="12452"/>
                </a:lnTo>
                <a:lnTo>
                  <a:pt x="485" y="12270"/>
                </a:lnTo>
                <a:lnTo>
                  <a:pt x="384" y="12169"/>
                </a:lnTo>
                <a:lnTo>
                  <a:pt x="303" y="12048"/>
                </a:lnTo>
                <a:lnTo>
                  <a:pt x="222" y="11947"/>
                </a:lnTo>
                <a:lnTo>
                  <a:pt x="162" y="11826"/>
                </a:lnTo>
                <a:lnTo>
                  <a:pt x="121" y="11685"/>
                </a:lnTo>
                <a:lnTo>
                  <a:pt x="81" y="11544"/>
                </a:lnTo>
                <a:lnTo>
                  <a:pt x="81" y="11382"/>
                </a:lnTo>
                <a:lnTo>
                  <a:pt x="101" y="11241"/>
                </a:lnTo>
                <a:lnTo>
                  <a:pt x="142" y="11079"/>
                </a:lnTo>
                <a:lnTo>
                  <a:pt x="202" y="10938"/>
                </a:lnTo>
                <a:lnTo>
                  <a:pt x="283" y="10777"/>
                </a:lnTo>
                <a:lnTo>
                  <a:pt x="384" y="10615"/>
                </a:lnTo>
                <a:lnTo>
                  <a:pt x="646" y="10313"/>
                </a:lnTo>
                <a:lnTo>
                  <a:pt x="929" y="10010"/>
                </a:lnTo>
                <a:lnTo>
                  <a:pt x="1272" y="9727"/>
                </a:lnTo>
                <a:lnTo>
                  <a:pt x="1635" y="9465"/>
                </a:lnTo>
                <a:lnTo>
                  <a:pt x="2038" y="9203"/>
                </a:lnTo>
                <a:lnTo>
                  <a:pt x="2422" y="8940"/>
                </a:lnTo>
                <a:lnTo>
                  <a:pt x="3229" y="8476"/>
                </a:lnTo>
                <a:lnTo>
                  <a:pt x="4016" y="7992"/>
                </a:lnTo>
                <a:lnTo>
                  <a:pt x="5005" y="7407"/>
                </a:lnTo>
                <a:lnTo>
                  <a:pt x="6014" y="6821"/>
                </a:lnTo>
                <a:lnTo>
                  <a:pt x="7063" y="6277"/>
                </a:lnTo>
                <a:lnTo>
                  <a:pt x="8153" y="5732"/>
                </a:lnTo>
                <a:lnTo>
                  <a:pt x="9283" y="5207"/>
                </a:lnTo>
                <a:lnTo>
                  <a:pt x="10433" y="4682"/>
                </a:lnTo>
                <a:lnTo>
                  <a:pt x="11644" y="4198"/>
                </a:lnTo>
                <a:lnTo>
                  <a:pt x="12895" y="3714"/>
                </a:lnTo>
                <a:lnTo>
                  <a:pt x="14146" y="3250"/>
                </a:lnTo>
                <a:lnTo>
                  <a:pt x="15438" y="2826"/>
                </a:lnTo>
                <a:lnTo>
                  <a:pt x="16790" y="2382"/>
                </a:lnTo>
                <a:lnTo>
                  <a:pt x="18182" y="1958"/>
                </a:lnTo>
                <a:lnTo>
                  <a:pt x="19151" y="1676"/>
                </a:lnTo>
                <a:lnTo>
                  <a:pt x="20180" y="1393"/>
                </a:lnTo>
                <a:lnTo>
                  <a:pt x="21250" y="1111"/>
                </a:lnTo>
                <a:lnTo>
                  <a:pt x="22380" y="848"/>
                </a:lnTo>
                <a:lnTo>
                  <a:pt x="23550" y="606"/>
                </a:lnTo>
                <a:lnTo>
                  <a:pt x="24761" y="404"/>
                </a:lnTo>
                <a:lnTo>
                  <a:pt x="25972" y="223"/>
                </a:lnTo>
                <a:lnTo>
                  <a:pt x="26598" y="162"/>
                </a:lnTo>
                <a:lnTo>
                  <a:pt x="27223" y="102"/>
                </a:lnTo>
                <a:lnTo>
                  <a:pt x="27647" y="81"/>
                </a:lnTo>
                <a:close/>
                <a:moveTo>
                  <a:pt x="27647" y="1"/>
                </a:moveTo>
                <a:lnTo>
                  <a:pt x="27223" y="21"/>
                </a:lnTo>
                <a:lnTo>
                  <a:pt x="26598" y="81"/>
                </a:lnTo>
                <a:lnTo>
                  <a:pt x="25972" y="142"/>
                </a:lnTo>
                <a:lnTo>
                  <a:pt x="24741" y="324"/>
                </a:lnTo>
                <a:lnTo>
                  <a:pt x="23550" y="525"/>
                </a:lnTo>
                <a:lnTo>
                  <a:pt x="22360" y="767"/>
                </a:lnTo>
                <a:lnTo>
                  <a:pt x="21230" y="1030"/>
                </a:lnTo>
                <a:lnTo>
                  <a:pt x="20160" y="1312"/>
                </a:lnTo>
                <a:lnTo>
                  <a:pt x="19131" y="1595"/>
                </a:lnTo>
                <a:lnTo>
                  <a:pt x="18162" y="1877"/>
                </a:lnTo>
                <a:lnTo>
                  <a:pt x="16750" y="2301"/>
                </a:lnTo>
                <a:lnTo>
                  <a:pt x="15418" y="2745"/>
                </a:lnTo>
                <a:lnTo>
                  <a:pt x="14106" y="3189"/>
                </a:lnTo>
                <a:lnTo>
                  <a:pt x="12855" y="3633"/>
                </a:lnTo>
                <a:lnTo>
                  <a:pt x="11604" y="4117"/>
                </a:lnTo>
                <a:lnTo>
                  <a:pt x="10413" y="4622"/>
                </a:lnTo>
                <a:lnTo>
                  <a:pt x="9243" y="5126"/>
                </a:lnTo>
                <a:lnTo>
                  <a:pt x="8113" y="5651"/>
                </a:lnTo>
                <a:lnTo>
                  <a:pt x="7023" y="6196"/>
                </a:lnTo>
                <a:lnTo>
                  <a:pt x="5974" y="6761"/>
                </a:lnTo>
                <a:lnTo>
                  <a:pt x="4965" y="7326"/>
                </a:lnTo>
                <a:lnTo>
                  <a:pt x="3976" y="7931"/>
                </a:lnTo>
                <a:lnTo>
                  <a:pt x="3189" y="8396"/>
                </a:lnTo>
                <a:lnTo>
                  <a:pt x="2381" y="8880"/>
                </a:lnTo>
                <a:lnTo>
                  <a:pt x="1978" y="9142"/>
                </a:lnTo>
                <a:lnTo>
                  <a:pt x="1594" y="9405"/>
                </a:lnTo>
                <a:lnTo>
                  <a:pt x="1211" y="9667"/>
                </a:lnTo>
                <a:lnTo>
                  <a:pt x="888" y="9949"/>
                </a:lnTo>
                <a:lnTo>
                  <a:pt x="585" y="10252"/>
                </a:lnTo>
                <a:lnTo>
                  <a:pt x="444" y="10414"/>
                </a:lnTo>
                <a:lnTo>
                  <a:pt x="323" y="10575"/>
                </a:lnTo>
                <a:lnTo>
                  <a:pt x="202" y="10736"/>
                </a:lnTo>
                <a:lnTo>
                  <a:pt x="121" y="10898"/>
                </a:lnTo>
                <a:lnTo>
                  <a:pt x="61" y="11059"/>
                </a:lnTo>
                <a:lnTo>
                  <a:pt x="20" y="11241"/>
                </a:lnTo>
                <a:lnTo>
                  <a:pt x="0" y="11382"/>
                </a:lnTo>
                <a:lnTo>
                  <a:pt x="0" y="11544"/>
                </a:lnTo>
                <a:lnTo>
                  <a:pt x="41" y="11705"/>
                </a:lnTo>
                <a:lnTo>
                  <a:pt x="101" y="11867"/>
                </a:lnTo>
                <a:lnTo>
                  <a:pt x="202" y="12048"/>
                </a:lnTo>
                <a:lnTo>
                  <a:pt x="343" y="12230"/>
                </a:lnTo>
                <a:lnTo>
                  <a:pt x="545" y="12411"/>
                </a:lnTo>
                <a:lnTo>
                  <a:pt x="787" y="12593"/>
                </a:lnTo>
                <a:lnTo>
                  <a:pt x="1070" y="12754"/>
                </a:lnTo>
                <a:lnTo>
                  <a:pt x="1393" y="12896"/>
                </a:lnTo>
                <a:lnTo>
                  <a:pt x="1736" y="12997"/>
                </a:lnTo>
                <a:lnTo>
                  <a:pt x="2139" y="13057"/>
                </a:lnTo>
                <a:lnTo>
                  <a:pt x="2947" y="13158"/>
                </a:lnTo>
                <a:lnTo>
                  <a:pt x="3754" y="13198"/>
                </a:lnTo>
                <a:lnTo>
                  <a:pt x="4561" y="13239"/>
                </a:lnTo>
                <a:lnTo>
                  <a:pt x="6135" y="13239"/>
                </a:lnTo>
                <a:lnTo>
                  <a:pt x="6902" y="13219"/>
                </a:lnTo>
                <a:lnTo>
                  <a:pt x="8435" y="13138"/>
                </a:lnTo>
                <a:lnTo>
                  <a:pt x="9949" y="13017"/>
                </a:lnTo>
                <a:lnTo>
                  <a:pt x="11442" y="12896"/>
                </a:lnTo>
                <a:lnTo>
                  <a:pt x="12774" y="12775"/>
                </a:lnTo>
                <a:lnTo>
                  <a:pt x="14106" y="12674"/>
                </a:lnTo>
                <a:lnTo>
                  <a:pt x="15075" y="12613"/>
                </a:lnTo>
                <a:lnTo>
                  <a:pt x="16467" y="12512"/>
                </a:lnTo>
                <a:lnTo>
                  <a:pt x="17173" y="12452"/>
                </a:lnTo>
                <a:lnTo>
                  <a:pt x="17880" y="12371"/>
                </a:lnTo>
                <a:lnTo>
                  <a:pt x="18586" y="12290"/>
                </a:lnTo>
                <a:lnTo>
                  <a:pt x="19272" y="12169"/>
                </a:lnTo>
                <a:lnTo>
                  <a:pt x="19978" y="12028"/>
                </a:lnTo>
                <a:lnTo>
                  <a:pt x="20665" y="11867"/>
                </a:lnTo>
                <a:lnTo>
                  <a:pt x="21149" y="11705"/>
                </a:lnTo>
                <a:lnTo>
                  <a:pt x="21613" y="11544"/>
                </a:lnTo>
                <a:lnTo>
                  <a:pt x="22057" y="11362"/>
                </a:lnTo>
                <a:lnTo>
                  <a:pt x="22461" y="11180"/>
                </a:lnTo>
                <a:lnTo>
                  <a:pt x="22824" y="10958"/>
                </a:lnTo>
                <a:lnTo>
                  <a:pt x="23167" y="10736"/>
                </a:lnTo>
                <a:lnTo>
                  <a:pt x="23470" y="10474"/>
                </a:lnTo>
                <a:lnTo>
                  <a:pt x="23752" y="10212"/>
                </a:lnTo>
                <a:lnTo>
                  <a:pt x="23914" y="10030"/>
                </a:lnTo>
                <a:lnTo>
                  <a:pt x="24075" y="9849"/>
                </a:lnTo>
                <a:lnTo>
                  <a:pt x="24358" y="9445"/>
                </a:lnTo>
                <a:lnTo>
                  <a:pt x="24600" y="9021"/>
                </a:lnTo>
                <a:lnTo>
                  <a:pt x="24822" y="8597"/>
                </a:lnTo>
                <a:lnTo>
                  <a:pt x="25023" y="8133"/>
                </a:lnTo>
                <a:lnTo>
                  <a:pt x="25185" y="7669"/>
                </a:lnTo>
                <a:lnTo>
                  <a:pt x="25508" y="6741"/>
                </a:lnTo>
                <a:lnTo>
                  <a:pt x="25770" y="6014"/>
                </a:lnTo>
                <a:lnTo>
                  <a:pt x="26053" y="5268"/>
                </a:lnTo>
                <a:lnTo>
                  <a:pt x="26194" y="4925"/>
                </a:lnTo>
                <a:lnTo>
                  <a:pt x="26376" y="4561"/>
                </a:lnTo>
                <a:lnTo>
                  <a:pt x="26557" y="4238"/>
                </a:lnTo>
                <a:lnTo>
                  <a:pt x="26759" y="3895"/>
                </a:lnTo>
                <a:lnTo>
                  <a:pt x="27021" y="3532"/>
                </a:lnTo>
                <a:lnTo>
                  <a:pt x="27324" y="3169"/>
                </a:lnTo>
                <a:lnTo>
                  <a:pt x="27627" y="2826"/>
                </a:lnTo>
                <a:lnTo>
                  <a:pt x="27950" y="2503"/>
                </a:lnTo>
                <a:lnTo>
                  <a:pt x="28293" y="2120"/>
                </a:lnTo>
                <a:lnTo>
                  <a:pt x="28656" y="1736"/>
                </a:lnTo>
                <a:lnTo>
                  <a:pt x="28979" y="1333"/>
                </a:lnTo>
                <a:lnTo>
                  <a:pt x="29120" y="1111"/>
                </a:lnTo>
                <a:lnTo>
                  <a:pt x="29261" y="889"/>
                </a:lnTo>
                <a:lnTo>
                  <a:pt x="29362" y="727"/>
                </a:lnTo>
                <a:lnTo>
                  <a:pt x="29382" y="626"/>
                </a:lnTo>
                <a:lnTo>
                  <a:pt x="29382" y="545"/>
                </a:lnTo>
                <a:lnTo>
                  <a:pt x="29362" y="445"/>
                </a:lnTo>
                <a:lnTo>
                  <a:pt x="29322" y="364"/>
                </a:lnTo>
                <a:lnTo>
                  <a:pt x="29261" y="303"/>
                </a:lnTo>
                <a:lnTo>
                  <a:pt x="29201" y="243"/>
                </a:lnTo>
                <a:lnTo>
                  <a:pt x="29059" y="162"/>
                </a:lnTo>
                <a:lnTo>
                  <a:pt x="28918" y="122"/>
                </a:lnTo>
                <a:lnTo>
                  <a:pt x="28716" y="61"/>
                </a:lnTo>
                <a:lnTo>
                  <a:pt x="28494" y="21"/>
                </a:lnTo>
                <a:lnTo>
                  <a:pt x="2829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" name="Google Shape;1295;p16"/>
          <p:cNvSpPr/>
          <p:nvPr/>
        </p:nvSpPr>
        <p:spPr>
          <a:xfrm flipH="1">
            <a:off x="1698886" y="-23395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" name="Google Shape;1296;p16"/>
          <p:cNvSpPr/>
          <p:nvPr/>
        </p:nvSpPr>
        <p:spPr>
          <a:xfrm flipH="1">
            <a:off x="2934340" y="94052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" name="Google Shape;1297;p16"/>
          <p:cNvSpPr/>
          <p:nvPr/>
        </p:nvSpPr>
        <p:spPr>
          <a:xfrm flipH="1">
            <a:off x="3150469" y="3941603"/>
            <a:ext cx="1058329" cy="998564"/>
          </a:xfrm>
          <a:custGeom>
            <a:rect b="b" l="l" r="r" t="t"/>
            <a:pathLst>
              <a:path extrusionOk="0" h="17861" w="18930">
                <a:moveTo>
                  <a:pt x="3431" y="81"/>
                </a:moveTo>
                <a:lnTo>
                  <a:pt x="4117" y="102"/>
                </a:lnTo>
                <a:lnTo>
                  <a:pt x="4824" y="162"/>
                </a:lnTo>
                <a:lnTo>
                  <a:pt x="5510" y="263"/>
                </a:lnTo>
                <a:lnTo>
                  <a:pt x="6216" y="404"/>
                </a:lnTo>
                <a:lnTo>
                  <a:pt x="6882" y="566"/>
                </a:lnTo>
                <a:lnTo>
                  <a:pt x="7568" y="768"/>
                </a:lnTo>
                <a:lnTo>
                  <a:pt x="8234" y="1010"/>
                </a:lnTo>
                <a:lnTo>
                  <a:pt x="8880" y="1272"/>
                </a:lnTo>
                <a:lnTo>
                  <a:pt x="9505" y="1575"/>
                </a:lnTo>
                <a:lnTo>
                  <a:pt x="10131" y="1918"/>
                </a:lnTo>
                <a:lnTo>
                  <a:pt x="10736" y="2281"/>
                </a:lnTo>
                <a:lnTo>
                  <a:pt x="11301" y="2664"/>
                </a:lnTo>
                <a:lnTo>
                  <a:pt x="11866" y="3088"/>
                </a:lnTo>
                <a:lnTo>
                  <a:pt x="12391" y="3552"/>
                </a:lnTo>
                <a:lnTo>
                  <a:pt x="12896" y="4017"/>
                </a:lnTo>
                <a:lnTo>
                  <a:pt x="13380" y="4521"/>
                </a:lnTo>
                <a:lnTo>
                  <a:pt x="13824" y="5026"/>
                </a:lnTo>
                <a:lnTo>
                  <a:pt x="14248" y="5570"/>
                </a:lnTo>
                <a:lnTo>
                  <a:pt x="14651" y="6115"/>
                </a:lnTo>
                <a:lnTo>
                  <a:pt x="15035" y="6680"/>
                </a:lnTo>
                <a:lnTo>
                  <a:pt x="15418" y="7245"/>
                </a:lnTo>
                <a:lnTo>
                  <a:pt x="15761" y="7831"/>
                </a:lnTo>
                <a:lnTo>
                  <a:pt x="16084" y="8416"/>
                </a:lnTo>
                <a:lnTo>
                  <a:pt x="16387" y="9021"/>
                </a:lnTo>
                <a:lnTo>
                  <a:pt x="16689" y="9627"/>
                </a:lnTo>
                <a:lnTo>
                  <a:pt x="16972" y="10232"/>
                </a:lnTo>
                <a:lnTo>
                  <a:pt x="17497" y="11423"/>
                </a:lnTo>
                <a:lnTo>
                  <a:pt x="17981" y="12593"/>
                </a:lnTo>
                <a:lnTo>
                  <a:pt x="18183" y="13158"/>
                </a:lnTo>
                <a:lnTo>
                  <a:pt x="18385" y="13723"/>
                </a:lnTo>
                <a:lnTo>
                  <a:pt x="18566" y="14288"/>
                </a:lnTo>
                <a:lnTo>
                  <a:pt x="18707" y="14853"/>
                </a:lnTo>
                <a:lnTo>
                  <a:pt x="18768" y="15136"/>
                </a:lnTo>
                <a:lnTo>
                  <a:pt x="18808" y="15438"/>
                </a:lnTo>
                <a:lnTo>
                  <a:pt x="18829" y="15721"/>
                </a:lnTo>
                <a:lnTo>
                  <a:pt x="18849" y="16003"/>
                </a:lnTo>
                <a:lnTo>
                  <a:pt x="18849" y="16286"/>
                </a:lnTo>
                <a:lnTo>
                  <a:pt x="18829" y="16589"/>
                </a:lnTo>
                <a:lnTo>
                  <a:pt x="18788" y="16871"/>
                </a:lnTo>
                <a:lnTo>
                  <a:pt x="18728" y="17154"/>
                </a:lnTo>
                <a:lnTo>
                  <a:pt x="18687" y="17295"/>
                </a:lnTo>
                <a:lnTo>
                  <a:pt x="18647" y="17416"/>
                </a:lnTo>
                <a:lnTo>
                  <a:pt x="18586" y="17537"/>
                </a:lnTo>
                <a:lnTo>
                  <a:pt x="18486" y="17658"/>
                </a:lnTo>
                <a:lnTo>
                  <a:pt x="18405" y="17699"/>
                </a:lnTo>
                <a:lnTo>
                  <a:pt x="18324" y="17739"/>
                </a:lnTo>
                <a:lnTo>
                  <a:pt x="18243" y="17759"/>
                </a:lnTo>
                <a:lnTo>
                  <a:pt x="18163" y="17779"/>
                </a:lnTo>
                <a:lnTo>
                  <a:pt x="17981" y="17759"/>
                </a:lnTo>
                <a:lnTo>
                  <a:pt x="17799" y="17699"/>
                </a:lnTo>
                <a:lnTo>
                  <a:pt x="17638" y="17618"/>
                </a:lnTo>
                <a:lnTo>
                  <a:pt x="17477" y="17517"/>
                </a:lnTo>
                <a:lnTo>
                  <a:pt x="17234" y="17315"/>
                </a:lnTo>
                <a:lnTo>
                  <a:pt x="16346" y="16548"/>
                </a:lnTo>
                <a:lnTo>
                  <a:pt x="15418" y="15701"/>
                </a:lnTo>
                <a:lnTo>
                  <a:pt x="14429" y="14793"/>
                </a:lnTo>
                <a:lnTo>
                  <a:pt x="13319" y="13743"/>
                </a:lnTo>
                <a:lnTo>
                  <a:pt x="11140" y="11645"/>
                </a:lnTo>
                <a:lnTo>
                  <a:pt x="8860" y="9465"/>
                </a:lnTo>
                <a:lnTo>
                  <a:pt x="7709" y="8375"/>
                </a:lnTo>
                <a:lnTo>
                  <a:pt x="6539" y="7306"/>
                </a:lnTo>
                <a:lnTo>
                  <a:pt x="5611" y="6478"/>
                </a:lnTo>
                <a:lnTo>
                  <a:pt x="4703" y="5691"/>
                </a:lnTo>
                <a:lnTo>
                  <a:pt x="3835" y="4965"/>
                </a:lnTo>
                <a:lnTo>
                  <a:pt x="3007" y="4279"/>
                </a:lnTo>
                <a:lnTo>
                  <a:pt x="2644" y="4017"/>
                </a:lnTo>
                <a:lnTo>
                  <a:pt x="2220" y="3734"/>
                </a:lnTo>
                <a:lnTo>
                  <a:pt x="1575" y="3290"/>
                </a:lnTo>
                <a:lnTo>
                  <a:pt x="1252" y="3048"/>
                </a:lnTo>
                <a:lnTo>
                  <a:pt x="929" y="2806"/>
                </a:lnTo>
                <a:lnTo>
                  <a:pt x="667" y="2564"/>
                </a:lnTo>
                <a:lnTo>
                  <a:pt x="424" y="2301"/>
                </a:lnTo>
                <a:lnTo>
                  <a:pt x="323" y="2160"/>
                </a:lnTo>
                <a:lnTo>
                  <a:pt x="243" y="2019"/>
                </a:lnTo>
                <a:lnTo>
                  <a:pt x="182" y="1898"/>
                </a:lnTo>
                <a:lnTo>
                  <a:pt x="122" y="1756"/>
                </a:lnTo>
                <a:lnTo>
                  <a:pt x="81" y="1575"/>
                </a:lnTo>
                <a:lnTo>
                  <a:pt x="102" y="1413"/>
                </a:lnTo>
                <a:lnTo>
                  <a:pt x="122" y="1232"/>
                </a:lnTo>
                <a:lnTo>
                  <a:pt x="202" y="1070"/>
                </a:lnTo>
                <a:lnTo>
                  <a:pt x="283" y="909"/>
                </a:lnTo>
                <a:lnTo>
                  <a:pt x="384" y="768"/>
                </a:lnTo>
                <a:lnTo>
                  <a:pt x="505" y="646"/>
                </a:lnTo>
                <a:lnTo>
                  <a:pt x="646" y="546"/>
                </a:lnTo>
                <a:lnTo>
                  <a:pt x="808" y="445"/>
                </a:lnTo>
                <a:lnTo>
                  <a:pt x="969" y="384"/>
                </a:lnTo>
                <a:lnTo>
                  <a:pt x="1131" y="324"/>
                </a:lnTo>
                <a:lnTo>
                  <a:pt x="1312" y="263"/>
                </a:lnTo>
                <a:lnTo>
                  <a:pt x="1655" y="202"/>
                </a:lnTo>
                <a:lnTo>
                  <a:pt x="2019" y="142"/>
                </a:lnTo>
                <a:lnTo>
                  <a:pt x="2725" y="102"/>
                </a:lnTo>
                <a:lnTo>
                  <a:pt x="3431" y="81"/>
                </a:lnTo>
                <a:close/>
                <a:moveTo>
                  <a:pt x="3431" y="1"/>
                </a:moveTo>
                <a:lnTo>
                  <a:pt x="2725" y="21"/>
                </a:lnTo>
                <a:lnTo>
                  <a:pt x="2019" y="61"/>
                </a:lnTo>
                <a:lnTo>
                  <a:pt x="1655" y="122"/>
                </a:lnTo>
                <a:lnTo>
                  <a:pt x="1272" y="182"/>
                </a:lnTo>
                <a:lnTo>
                  <a:pt x="1111" y="243"/>
                </a:lnTo>
                <a:lnTo>
                  <a:pt x="929" y="303"/>
                </a:lnTo>
                <a:lnTo>
                  <a:pt x="767" y="384"/>
                </a:lnTo>
                <a:lnTo>
                  <a:pt x="606" y="485"/>
                </a:lnTo>
                <a:lnTo>
                  <a:pt x="465" y="586"/>
                </a:lnTo>
                <a:lnTo>
                  <a:pt x="323" y="727"/>
                </a:lnTo>
                <a:lnTo>
                  <a:pt x="223" y="868"/>
                </a:lnTo>
                <a:lnTo>
                  <a:pt x="122" y="1050"/>
                </a:lnTo>
                <a:lnTo>
                  <a:pt x="41" y="1211"/>
                </a:lnTo>
                <a:lnTo>
                  <a:pt x="21" y="1393"/>
                </a:lnTo>
                <a:lnTo>
                  <a:pt x="1" y="1595"/>
                </a:lnTo>
                <a:lnTo>
                  <a:pt x="41" y="1777"/>
                </a:lnTo>
                <a:lnTo>
                  <a:pt x="102" y="1918"/>
                </a:lnTo>
                <a:lnTo>
                  <a:pt x="162" y="2059"/>
                </a:lnTo>
                <a:lnTo>
                  <a:pt x="263" y="2200"/>
                </a:lnTo>
                <a:lnTo>
                  <a:pt x="364" y="2342"/>
                </a:lnTo>
                <a:lnTo>
                  <a:pt x="586" y="2604"/>
                </a:lnTo>
                <a:lnTo>
                  <a:pt x="868" y="2866"/>
                </a:lnTo>
                <a:lnTo>
                  <a:pt x="1191" y="3108"/>
                </a:lnTo>
                <a:lnTo>
                  <a:pt x="1514" y="3351"/>
                </a:lnTo>
                <a:lnTo>
                  <a:pt x="2180" y="3795"/>
                </a:lnTo>
                <a:lnTo>
                  <a:pt x="2604" y="4077"/>
                </a:lnTo>
                <a:lnTo>
                  <a:pt x="2947" y="4339"/>
                </a:lnTo>
                <a:lnTo>
                  <a:pt x="3794" y="5026"/>
                </a:lnTo>
                <a:lnTo>
                  <a:pt x="4662" y="5752"/>
                </a:lnTo>
                <a:lnTo>
                  <a:pt x="5550" y="6539"/>
                </a:lnTo>
                <a:lnTo>
                  <a:pt x="6499" y="7366"/>
                </a:lnTo>
                <a:lnTo>
                  <a:pt x="7649" y="8436"/>
                </a:lnTo>
                <a:lnTo>
                  <a:pt x="8799" y="9526"/>
                </a:lnTo>
                <a:lnTo>
                  <a:pt x="11079" y="11705"/>
                </a:lnTo>
                <a:lnTo>
                  <a:pt x="13279" y="13804"/>
                </a:lnTo>
                <a:lnTo>
                  <a:pt x="14369" y="14853"/>
                </a:lnTo>
                <a:lnTo>
                  <a:pt x="15358" y="15761"/>
                </a:lnTo>
                <a:lnTo>
                  <a:pt x="16286" y="16609"/>
                </a:lnTo>
                <a:lnTo>
                  <a:pt x="17174" y="17376"/>
                </a:lnTo>
                <a:lnTo>
                  <a:pt x="17355" y="17537"/>
                </a:lnTo>
                <a:lnTo>
                  <a:pt x="17598" y="17678"/>
                </a:lnTo>
                <a:lnTo>
                  <a:pt x="17719" y="17739"/>
                </a:lnTo>
                <a:lnTo>
                  <a:pt x="17860" y="17800"/>
                </a:lnTo>
                <a:lnTo>
                  <a:pt x="18001" y="17840"/>
                </a:lnTo>
                <a:lnTo>
                  <a:pt x="18142" y="17860"/>
                </a:lnTo>
                <a:lnTo>
                  <a:pt x="18243" y="17840"/>
                </a:lnTo>
                <a:lnTo>
                  <a:pt x="18344" y="17820"/>
                </a:lnTo>
                <a:lnTo>
                  <a:pt x="18445" y="17779"/>
                </a:lnTo>
                <a:lnTo>
                  <a:pt x="18526" y="17719"/>
                </a:lnTo>
                <a:lnTo>
                  <a:pt x="18647" y="17598"/>
                </a:lnTo>
                <a:lnTo>
                  <a:pt x="18707" y="17456"/>
                </a:lnTo>
                <a:lnTo>
                  <a:pt x="18768" y="17315"/>
                </a:lnTo>
                <a:lnTo>
                  <a:pt x="18808" y="17174"/>
                </a:lnTo>
                <a:lnTo>
                  <a:pt x="18869" y="16891"/>
                </a:lnTo>
                <a:lnTo>
                  <a:pt x="18909" y="16589"/>
                </a:lnTo>
                <a:lnTo>
                  <a:pt x="18929" y="16306"/>
                </a:lnTo>
                <a:lnTo>
                  <a:pt x="18929" y="16003"/>
                </a:lnTo>
                <a:lnTo>
                  <a:pt x="18909" y="15721"/>
                </a:lnTo>
                <a:lnTo>
                  <a:pt x="18889" y="15418"/>
                </a:lnTo>
                <a:lnTo>
                  <a:pt x="18849" y="15136"/>
                </a:lnTo>
                <a:lnTo>
                  <a:pt x="18788" y="14853"/>
                </a:lnTo>
                <a:lnTo>
                  <a:pt x="18647" y="14268"/>
                </a:lnTo>
                <a:lnTo>
                  <a:pt x="18465" y="13703"/>
                </a:lnTo>
                <a:lnTo>
                  <a:pt x="18264" y="13138"/>
                </a:lnTo>
                <a:lnTo>
                  <a:pt x="18042" y="12573"/>
                </a:lnTo>
                <a:lnTo>
                  <a:pt x="17577" y="11382"/>
                </a:lnTo>
                <a:lnTo>
                  <a:pt x="17053" y="10192"/>
                </a:lnTo>
                <a:lnTo>
                  <a:pt x="16770" y="9586"/>
                </a:lnTo>
                <a:lnTo>
                  <a:pt x="16468" y="8981"/>
                </a:lnTo>
                <a:lnTo>
                  <a:pt x="16145" y="8375"/>
                </a:lnTo>
                <a:lnTo>
                  <a:pt x="15822" y="7790"/>
                </a:lnTo>
                <a:lnTo>
                  <a:pt x="15479" y="7205"/>
                </a:lnTo>
                <a:lnTo>
                  <a:pt x="15115" y="6620"/>
                </a:lnTo>
                <a:lnTo>
                  <a:pt x="14732" y="6055"/>
                </a:lnTo>
                <a:lnTo>
                  <a:pt x="14308" y="5510"/>
                </a:lnTo>
                <a:lnTo>
                  <a:pt x="13884" y="4965"/>
                </a:lnTo>
                <a:lnTo>
                  <a:pt x="13441" y="4460"/>
                </a:lnTo>
                <a:lnTo>
                  <a:pt x="12956" y="3956"/>
                </a:lnTo>
                <a:lnTo>
                  <a:pt x="12452" y="3492"/>
                </a:lnTo>
                <a:lnTo>
                  <a:pt x="11927" y="3028"/>
                </a:lnTo>
                <a:lnTo>
                  <a:pt x="11362" y="2604"/>
                </a:lnTo>
                <a:lnTo>
                  <a:pt x="10777" y="2200"/>
                </a:lnTo>
                <a:lnTo>
                  <a:pt x="10171" y="1837"/>
                </a:lnTo>
                <a:lnTo>
                  <a:pt x="9546" y="1494"/>
                </a:lnTo>
                <a:lnTo>
                  <a:pt x="8900" y="1191"/>
                </a:lnTo>
                <a:lnTo>
                  <a:pt x="8254" y="929"/>
                </a:lnTo>
                <a:lnTo>
                  <a:pt x="7588" y="687"/>
                </a:lnTo>
                <a:lnTo>
                  <a:pt x="6902" y="485"/>
                </a:lnTo>
                <a:lnTo>
                  <a:pt x="6216" y="324"/>
                </a:lnTo>
                <a:lnTo>
                  <a:pt x="5530" y="182"/>
                </a:lnTo>
                <a:lnTo>
                  <a:pt x="4824" y="81"/>
                </a:lnTo>
                <a:lnTo>
                  <a:pt x="4138" y="21"/>
                </a:lnTo>
                <a:lnTo>
                  <a:pt x="343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" name="Google Shape;1298;p16"/>
          <p:cNvSpPr/>
          <p:nvPr/>
        </p:nvSpPr>
        <p:spPr>
          <a:xfrm flipH="1">
            <a:off x="7141961" y="395094"/>
            <a:ext cx="235874" cy="188464"/>
          </a:xfrm>
          <a:custGeom>
            <a:rect b="b" l="l" r="r" t="t"/>
            <a:pathLst>
              <a:path extrusionOk="0" h="3371" w="4219">
                <a:moveTo>
                  <a:pt x="3875" y="81"/>
                </a:moveTo>
                <a:lnTo>
                  <a:pt x="3976" y="101"/>
                </a:lnTo>
                <a:lnTo>
                  <a:pt x="4057" y="182"/>
                </a:lnTo>
                <a:lnTo>
                  <a:pt x="4097" y="263"/>
                </a:lnTo>
                <a:lnTo>
                  <a:pt x="4137" y="363"/>
                </a:lnTo>
                <a:lnTo>
                  <a:pt x="4137" y="464"/>
                </a:lnTo>
                <a:lnTo>
                  <a:pt x="4137" y="585"/>
                </a:lnTo>
                <a:lnTo>
                  <a:pt x="4077" y="807"/>
                </a:lnTo>
                <a:lnTo>
                  <a:pt x="3936" y="1130"/>
                </a:lnTo>
                <a:lnTo>
                  <a:pt x="3794" y="1433"/>
                </a:lnTo>
                <a:lnTo>
                  <a:pt x="3613" y="1715"/>
                </a:lnTo>
                <a:lnTo>
                  <a:pt x="3411" y="1998"/>
                </a:lnTo>
                <a:lnTo>
                  <a:pt x="3189" y="2240"/>
                </a:lnTo>
                <a:lnTo>
                  <a:pt x="2947" y="2482"/>
                </a:lnTo>
                <a:lnTo>
                  <a:pt x="2684" y="2684"/>
                </a:lnTo>
                <a:lnTo>
                  <a:pt x="2422" y="2866"/>
                </a:lnTo>
                <a:lnTo>
                  <a:pt x="2180" y="2967"/>
                </a:lnTo>
                <a:lnTo>
                  <a:pt x="1897" y="3088"/>
                </a:lnTo>
                <a:lnTo>
                  <a:pt x="1575" y="3189"/>
                </a:lnTo>
                <a:lnTo>
                  <a:pt x="1252" y="3249"/>
                </a:lnTo>
                <a:lnTo>
                  <a:pt x="929" y="3290"/>
                </a:lnTo>
                <a:lnTo>
                  <a:pt x="626" y="3290"/>
                </a:lnTo>
                <a:lnTo>
                  <a:pt x="505" y="3269"/>
                </a:lnTo>
                <a:lnTo>
                  <a:pt x="384" y="3249"/>
                </a:lnTo>
                <a:lnTo>
                  <a:pt x="283" y="3209"/>
                </a:lnTo>
                <a:lnTo>
                  <a:pt x="202" y="3148"/>
                </a:lnTo>
                <a:lnTo>
                  <a:pt x="142" y="3088"/>
                </a:lnTo>
                <a:lnTo>
                  <a:pt x="122" y="3007"/>
                </a:lnTo>
                <a:lnTo>
                  <a:pt x="101" y="2926"/>
                </a:lnTo>
                <a:lnTo>
                  <a:pt x="81" y="2846"/>
                </a:lnTo>
                <a:lnTo>
                  <a:pt x="101" y="2745"/>
                </a:lnTo>
                <a:lnTo>
                  <a:pt x="122" y="2624"/>
                </a:lnTo>
                <a:lnTo>
                  <a:pt x="222" y="2381"/>
                </a:lnTo>
                <a:lnTo>
                  <a:pt x="344" y="2159"/>
                </a:lnTo>
                <a:lnTo>
                  <a:pt x="485" y="1958"/>
                </a:lnTo>
                <a:lnTo>
                  <a:pt x="666" y="1756"/>
                </a:lnTo>
                <a:lnTo>
                  <a:pt x="848" y="1574"/>
                </a:lnTo>
                <a:lnTo>
                  <a:pt x="1070" y="1393"/>
                </a:lnTo>
                <a:lnTo>
                  <a:pt x="1292" y="1231"/>
                </a:lnTo>
                <a:lnTo>
                  <a:pt x="1534" y="1070"/>
                </a:lnTo>
                <a:lnTo>
                  <a:pt x="1776" y="928"/>
                </a:lnTo>
                <a:lnTo>
                  <a:pt x="2261" y="666"/>
                </a:lnTo>
                <a:lnTo>
                  <a:pt x="2765" y="444"/>
                </a:lnTo>
                <a:lnTo>
                  <a:pt x="3229" y="263"/>
                </a:lnTo>
                <a:lnTo>
                  <a:pt x="3653" y="101"/>
                </a:lnTo>
                <a:lnTo>
                  <a:pt x="3774" y="81"/>
                </a:lnTo>
                <a:close/>
                <a:moveTo>
                  <a:pt x="3754" y="0"/>
                </a:moveTo>
                <a:lnTo>
                  <a:pt x="3633" y="41"/>
                </a:lnTo>
                <a:lnTo>
                  <a:pt x="3209" y="182"/>
                </a:lnTo>
                <a:lnTo>
                  <a:pt x="2725" y="363"/>
                </a:lnTo>
                <a:lnTo>
                  <a:pt x="2220" y="606"/>
                </a:lnTo>
                <a:lnTo>
                  <a:pt x="1716" y="868"/>
                </a:lnTo>
                <a:lnTo>
                  <a:pt x="1474" y="1009"/>
                </a:lnTo>
                <a:lnTo>
                  <a:pt x="1231" y="1171"/>
                </a:lnTo>
                <a:lnTo>
                  <a:pt x="1009" y="1352"/>
                </a:lnTo>
                <a:lnTo>
                  <a:pt x="787" y="1514"/>
                </a:lnTo>
                <a:lnTo>
                  <a:pt x="606" y="1715"/>
                </a:lnTo>
                <a:lnTo>
                  <a:pt x="424" y="1917"/>
                </a:lnTo>
                <a:lnTo>
                  <a:pt x="283" y="2119"/>
                </a:lnTo>
                <a:lnTo>
                  <a:pt x="142" y="2341"/>
                </a:lnTo>
                <a:lnTo>
                  <a:pt x="81" y="2482"/>
                </a:lnTo>
                <a:lnTo>
                  <a:pt x="41" y="2624"/>
                </a:lnTo>
                <a:lnTo>
                  <a:pt x="21" y="2745"/>
                </a:lnTo>
                <a:lnTo>
                  <a:pt x="0" y="2866"/>
                </a:lnTo>
                <a:lnTo>
                  <a:pt x="21" y="2967"/>
                </a:lnTo>
                <a:lnTo>
                  <a:pt x="41" y="3047"/>
                </a:lnTo>
                <a:lnTo>
                  <a:pt x="81" y="3128"/>
                </a:lnTo>
                <a:lnTo>
                  <a:pt x="142" y="3209"/>
                </a:lnTo>
                <a:lnTo>
                  <a:pt x="263" y="3290"/>
                </a:lnTo>
                <a:lnTo>
                  <a:pt x="404" y="3330"/>
                </a:lnTo>
                <a:lnTo>
                  <a:pt x="586" y="3370"/>
                </a:lnTo>
                <a:lnTo>
                  <a:pt x="989" y="3370"/>
                </a:lnTo>
                <a:lnTo>
                  <a:pt x="1211" y="3350"/>
                </a:lnTo>
                <a:lnTo>
                  <a:pt x="1453" y="3290"/>
                </a:lnTo>
                <a:lnTo>
                  <a:pt x="1675" y="3229"/>
                </a:lnTo>
                <a:lnTo>
                  <a:pt x="2119" y="3088"/>
                </a:lnTo>
                <a:lnTo>
                  <a:pt x="2301" y="3007"/>
                </a:lnTo>
                <a:lnTo>
                  <a:pt x="2462" y="2926"/>
                </a:lnTo>
                <a:lnTo>
                  <a:pt x="2745" y="2745"/>
                </a:lnTo>
                <a:lnTo>
                  <a:pt x="3007" y="2543"/>
                </a:lnTo>
                <a:lnTo>
                  <a:pt x="3249" y="2301"/>
                </a:lnTo>
                <a:lnTo>
                  <a:pt x="3471" y="2038"/>
                </a:lnTo>
                <a:lnTo>
                  <a:pt x="3673" y="1776"/>
                </a:lnTo>
                <a:lnTo>
                  <a:pt x="3855" y="1473"/>
                </a:lnTo>
                <a:lnTo>
                  <a:pt x="4016" y="1150"/>
                </a:lnTo>
                <a:lnTo>
                  <a:pt x="4137" y="828"/>
                </a:lnTo>
                <a:lnTo>
                  <a:pt x="4218" y="585"/>
                </a:lnTo>
                <a:lnTo>
                  <a:pt x="4218" y="464"/>
                </a:lnTo>
                <a:lnTo>
                  <a:pt x="4218" y="343"/>
                </a:lnTo>
                <a:lnTo>
                  <a:pt x="4178" y="222"/>
                </a:lnTo>
                <a:lnTo>
                  <a:pt x="4097" y="121"/>
                </a:lnTo>
                <a:lnTo>
                  <a:pt x="3996" y="41"/>
                </a:lnTo>
                <a:lnTo>
                  <a:pt x="395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16"/>
          <p:cNvSpPr/>
          <p:nvPr/>
        </p:nvSpPr>
        <p:spPr>
          <a:xfrm flipH="1">
            <a:off x="3447176" y="4052186"/>
            <a:ext cx="453633" cy="455870"/>
          </a:xfrm>
          <a:custGeom>
            <a:rect b="b" l="l" r="r" t="t"/>
            <a:pathLst>
              <a:path extrusionOk="0" h="8154" w="8114">
                <a:moveTo>
                  <a:pt x="1010" y="81"/>
                </a:moveTo>
                <a:lnTo>
                  <a:pt x="1151" y="101"/>
                </a:lnTo>
                <a:lnTo>
                  <a:pt x="1413" y="162"/>
                </a:lnTo>
                <a:lnTo>
                  <a:pt x="1696" y="263"/>
                </a:lnTo>
                <a:lnTo>
                  <a:pt x="1938" y="384"/>
                </a:lnTo>
                <a:lnTo>
                  <a:pt x="2200" y="545"/>
                </a:lnTo>
                <a:lnTo>
                  <a:pt x="2422" y="707"/>
                </a:lnTo>
                <a:lnTo>
                  <a:pt x="2644" y="888"/>
                </a:lnTo>
                <a:lnTo>
                  <a:pt x="3108" y="1251"/>
                </a:lnTo>
                <a:lnTo>
                  <a:pt x="3552" y="1635"/>
                </a:lnTo>
                <a:lnTo>
                  <a:pt x="3976" y="2039"/>
                </a:lnTo>
                <a:lnTo>
                  <a:pt x="4400" y="2422"/>
                </a:lnTo>
                <a:lnTo>
                  <a:pt x="4783" y="2826"/>
                </a:lnTo>
                <a:lnTo>
                  <a:pt x="5167" y="3229"/>
                </a:lnTo>
                <a:lnTo>
                  <a:pt x="5530" y="3653"/>
                </a:lnTo>
                <a:lnTo>
                  <a:pt x="5873" y="4077"/>
                </a:lnTo>
                <a:lnTo>
                  <a:pt x="6196" y="4500"/>
                </a:lnTo>
                <a:lnTo>
                  <a:pt x="6499" y="4924"/>
                </a:lnTo>
                <a:lnTo>
                  <a:pt x="6781" y="5348"/>
                </a:lnTo>
                <a:lnTo>
                  <a:pt x="7064" y="5792"/>
                </a:lnTo>
                <a:lnTo>
                  <a:pt x="7306" y="6236"/>
                </a:lnTo>
                <a:lnTo>
                  <a:pt x="7548" y="6680"/>
                </a:lnTo>
                <a:lnTo>
                  <a:pt x="7770" y="7144"/>
                </a:lnTo>
                <a:lnTo>
                  <a:pt x="7972" y="7588"/>
                </a:lnTo>
                <a:lnTo>
                  <a:pt x="8012" y="7729"/>
                </a:lnTo>
                <a:lnTo>
                  <a:pt x="8032" y="7871"/>
                </a:lnTo>
                <a:lnTo>
                  <a:pt x="8032" y="7931"/>
                </a:lnTo>
                <a:lnTo>
                  <a:pt x="8012" y="7992"/>
                </a:lnTo>
                <a:lnTo>
                  <a:pt x="7972" y="8032"/>
                </a:lnTo>
                <a:lnTo>
                  <a:pt x="7932" y="8052"/>
                </a:lnTo>
                <a:lnTo>
                  <a:pt x="7851" y="8072"/>
                </a:lnTo>
                <a:lnTo>
                  <a:pt x="7790" y="8072"/>
                </a:lnTo>
                <a:lnTo>
                  <a:pt x="7649" y="8012"/>
                </a:lnTo>
                <a:lnTo>
                  <a:pt x="7346" y="7830"/>
                </a:lnTo>
                <a:lnTo>
                  <a:pt x="7084" y="7628"/>
                </a:lnTo>
                <a:lnTo>
                  <a:pt x="6822" y="7386"/>
                </a:lnTo>
                <a:lnTo>
                  <a:pt x="6559" y="7164"/>
                </a:lnTo>
                <a:lnTo>
                  <a:pt x="2523" y="3310"/>
                </a:lnTo>
                <a:lnTo>
                  <a:pt x="2180" y="3007"/>
                </a:lnTo>
                <a:lnTo>
                  <a:pt x="1514" y="2462"/>
                </a:lnTo>
                <a:lnTo>
                  <a:pt x="1151" y="2119"/>
                </a:lnTo>
                <a:lnTo>
                  <a:pt x="808" y="1776"/>
                </a:lnTo>
                <a:lnTo>
                  <a:pt x="485" y="1413"/>
                </a:lnTo>
                <a:lnTo>
                  <a:pt x="364" y="1251"/>
                </a:lnTo>
                <a:lnTo>
                  <a:pt x="243" y="1070"/>
                </a:lnTo>
                <a:lnTo>
                  <a:pt x="162" y="908"/>
                </a:lnTo>
                <a:lnTo>
                  <a:pt x="102" y="767"/>
                </a:lnTo>
                <a:lnTo>
                  <a:pt x="81" y="626"/>
                </a:lnTo>
                <a:lnTo>
                  <a:pt x="81" y="485"/>
                </a:lnTo>
                <a:lnTo>
                  <a:pt x="122" y="424"/>
                </a:lnTo>
                <a:lnTo>
                  <a:pt x="142" y="364"/>
                </a:lnTo>
                <a:lnTo>
                  <a:pt x="243" y="263"/>
                </a:lnTo>
                <a:lnTo>
                  <a:pt x="404" y="182"/>
                </a:lnTo>
                <a:lnTo>
                  <a:pt x="606" y="101"/>
                </a:lnTo>
                <a:lnTo>
                  <a:pt x="747" y="81"/>
                </a:lnTo>
                <a:close/>
                <a:moveTo>
                  <a:pt x="727" y="0"/>
                </a:moveTo>
                <a:lnTo>
                  <a:pt x="586" y="41"/>
                </a:lnTo>
                <a:lnTo>
                  <a:pt x="364" y="101"/>
                </a:lnTo>
                <a:lnTo>
                  <a:pt x="203" y="202"/>
                </a:lnTo>
                <a:lnTo>
                  <a:pt x="122" y="263"/>
                </a:lnTo>
                <a:lnTo>
                  <a:pt x="81" y="323"/>
                </a:lnTo>
                <a:lnTo>
                  <a:pt x="41" y="384"/>
                </a:lnTo>
                <a:lnTo>
                  <a:pt x="21" y="464"/>
                </a:lnTo>
                <a:lnTo>
                  <a:pt x="1" y="606"/>
                </a:lnTo>
                <a:lnTo>
                  <a:pt x="21" y="767"/>
                </a:lnTo>
                <a:lnTo>
                  <a:pt x="81" y="908"/>
                </a:lnTo>
                <a:lnTo>
                  <a:pt x="162" y="1090"/>
                </a:lnTo>
                <a:lnTo>
                  <a:pt x="263" y="1251"/>
                </a:lnTo>
                <a:lnTo>
                  <a:pt x="404" y="1433"/>
                </a:lnTo>
                <a:lnTo>
                  <a:pt x="707" y="1796"/>
                </a:lnTo>
                <a:lnTo>
                  <a:pt x="1070" y="2139"/>
                </a:lnTo>
                <a:lnTo>
                  <a:pt x="1434" y="2482"/>
                </a:lnTo>
                <a:lnTo>
                  <a:pt x="2120" y="3088"/>
                </a:lnTo>
                <a:lnTo>
                  <a:pt x="2463" y="3370"/>
                </a:lnTo>
                <a:lnTo>
                  <a:pt x="6499" y="7225"/>
                </a:lnTo>
                <a:lnTo>
                  <a:pt x="6761" y="7467"/>
                </a:lnTo>
                <a:lnTo>
                  <a:pt x="7023" y="7689"/>
                </a:lnTo>
                <a:lnTo>
                  <a:pt x="7306" y="7911"/>
                </a:lnTo>
                <a:lnTo>
                  <a:pt x="7609" y="8093"/>
                </a:lnTo>
                <a:lnTo>
                  <a:pt x="7730" y="8133"/>
                </a:lnTo>
                <a:lnTo>
                  <a:pt x="7851" y="8153"/>
                </a:lnTo>
                <a:lnTo>
                  <a:pt x="7911" y="8153"/>
                </a:lnTo>
                <a:lnTo>
                  <a:pt x="7972" y="8133"/>
                </a:lnTo>
                <a:lnTo>
                  <a:pt x="8032" y="8093"/>
                </a:lnTo>
                <a:lnTo>
                  <a:pt x="8073" y="8032"/>
                </a:lnTo>
                <a:lnTo>
                  <a:pt x="8093" y="7971"/>
                </a:lnTo>
                <a:lnTo>
                  <a:pt x="8113" y="7891"/>
                </a:lnTo>
                <a:lnTo>
                  <a:pt x="8093" y="7729"/>
                </a:lnTo>
                <a:lnTo>
                  <a:pt x="8032" y="7568"/>
                </a:lnTo>
                <a:lnTo>
                  <a:pt x="7831" y="7104"/>
                </a:lnTo>
                <a:lnTo>
                  <a:pt x="7629" y="6640"/>
                </a:lnTo>
                <a:lnTo>
                  <a:pt x="7387" y="6196"/>
                </a:lnTo>
                <a:lnTo>
                  <a:pt x="7124" y="5752"/>
                </a:lnTo>
                <a:lnTo>
                  <a:pt x="6862" y="5308"/>
                </a:lnTo>
                <a:lnTo>
                  <a:pt x="6559" y="4884"/>
                </a:lnTo>
                <a:lnTo>
                  <a:pt x="6257" y="4440"/>
                </a:lnTo>
                <a:lnTo>
                  <a:pt x="5934" y="4016"/>
                </a:lnTo>
                <a:lnTo>
                  <a:pt x="5591" y="3592"/>
                </a:lnTo>
                <a:lnTo>
                  <a:pt x="5227" y="3189"/>
                </a:lnTo>
                <a:lnTo>
                  <a:pt x="4844" y="2785"/>
                </a:lnTo>
                <a:lnTo>
                  <a:pt x="4461" y="2382"/>
                </a:lnTo>
                <a:lnTo>
                  <a:pt x="4037" y="1978"/>
                </a:lnTo>
                <a:lnTo>
                  <a:pt x="3613" y="1574"/>
                </a:lnTo>
                <a:lnTo>
                  <a:pt x="3169" y="1191"/>
                </a:lnTo>
                <a:lnTo>
                  <a:pt x="2705" y="808"/>
                </a:lnTo>
                <a:lnTo>
                  <a:pt x="2463" y="646"/>
                </a:lnTo>
                <a:lnTo>
                  <a:pt x="2221" y="464"/>
                </a:lnTo>
                <a:lnTo>
                  <a:pt x="1978" y="323"/>
                </a:lnTo>
                <a:lnTo>
                  <a:pt x="1716" y="182"/>
                </a:lnTo>
                <a:lnTo>
                  <a:pt x="1434" y="81"/>
                </a:lnTo>
                <a:lnTo>
                  <a:pt x="1151" y="21"/>
                </a:lnTo>
                <a:lnTo>
                  <a:pt x="10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0" name="Google Shape;1300;p16"/>
          <p:cNvSpPr/>
          <p:nvPr/>
        </p:nvSpPr>
        <p:spPr>
          <a:xfrm flipH="1">
            <a:off x="2898133" y="4875300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16"/>
          <p:cNvSpPr/>
          <p:nvPr/>
        </p:nvSpPr>
        <p:spPr>
          <a:xfrm flipH="1">
            <a:off x="6427987" y="7609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" name="Google Shape;1302;p16"/>
          <p:cNvSpPr/>
          <p:nvPr/>
        </p:nvSpPr>
        <p:spPr>
          <a:xfrm flipH="1" rot="7510477">
            <a:off x="6092453" y="4413042"/>
            <a:ext cx="101587" cy="101643"/>
          </a:xfrm>
          <a:custGeom>
            <a:rect b="b" l="l" r="r" t="t"/>
            <a:pathLst>
              <a:path extrusionOk="0" h="1818" w="1817">
                <a:moveTo>
                  <a:pt x="908" y="1"/>
                </a:moveTo>
                <a:lnTo>
                  <a:pt x="727" y="21"/>
                </a:lnTo>
                <a:lnTo>
                  <a:pt x="56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4"/>
                </a:lnTo>
                <a:lnTo>
                  <a:pt x="8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81" y="1252"/>
                </a:lnTo>
                <a:lnTo>
                  <a:pt x="162" y="1413"/>
                </a:lnTo>
                <a:lnTo>
                  <a:pt x="262" y="1555"/>
                </a:lnTo>
                <a:lnTo>
                  <a:pt x="404" y="1656"/>
                </a:lnTo>
                <a:lnTo>
                  <a:pt x="56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55"/>
                </a:lnTo>
                <a:lnTo>
                  <a:pt x="1655" y="1413"/>
                </a:lnTo>
                <a:lnTo>
                  <a:pt x="1736" y="1252"/>
                </a:lnTo>
                <a:lnTo>
                  <a:pt x="1796" y="1091"/>
                </a:lnTo>
                <a:lnTo>
                  <a:pt x="1816" y="909"/>
                </a:lnTo>
                <a:lnTo>
                  <a:pt x="1796" y="727"/>
                </a:lnTo>
                <a:lnTo>
                  <a:pt x="1736" y="566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16"/>
          <p:cNvSpPr/>
          <p:nvPr/>
        </p:nvSpPr>
        <p:spPr>
          <a:xfrm flipH="1">
            <a:off x="2994648" y="4130008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16"/>
          <p:cNvSpPr/>
          <p:nvPr/>
        </p:nvSpPr>
        <p:spPr>
          <a:xfrm flipH="1">
            <a:off x="3334673" y="569675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16"/>
          <p:cNvSpPr/>
          <p:nvPr/>
        </p:nvSpPr>
        <p:spPr>
          <a:xfrm flipH="1">
            <a:off x="3310968" y="593380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16"/>
          <p:cNvSpPr/>
          <p:nvPr/>
        </p:nvSpPr>
        <p:spPr>
          <a:xfrm flipH="1">
            <a:off x="4067690" y="5142025"/>
            <a:ext cx="4584" cy="55348"/>
          </a:xfrm>
          <a:custGeom>
            <a:rect b="b" l="l" r="r" t="t"/>
            <a:pathLst>
              <a:path extrusionOk="0" h="990" w="82">
                <a:moveTo>
                  <a:pt x="0" y="0"/>
                </a:moveTo>
                <a:lnTo>
                  <a:pt x="0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" name="Google Shape;1307;p16"/>
          <p:cNvSpPr/>
          <p:nvPr/>
        </p:nvSpPr>
        <p:spPr>
          <a:xfrm flipH="1">
            <a:off x="4042867" y="5166848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8" name="Google Shape;1308;p16"/>
          <p:cNvGrpSpPr/>
          <p:nvPr/>
        </p:nvGrpSpPr>
        <p:grpSpPr>
          <a:xfrm>
            <a:off x="4143084" y="3504855"/>
            <a:ext cx="2393464" cy="2343623"/>
            <a:chOff x="3516837" y="3428655"/>
            <a:chExt cx="2393464" cy="2343623"/>
          </a:xfrm>
        </p:grpSpPr>
        <p:sp>
          <p:nvSpPr>
            <p:cNvPr id="1309" name="Google Shape;1309;p16"/>
            <p:cNvSpPr/>
            <p:nvPr/>
          </p:nvSpPr>
          <p:spPr>
            <a:xfrm flipH="1" rot="7510477">
              <a:off x="3915329" y="3698962"/>
              <a:ext cx="1596481" cy="1803008"/>
            </a:xfrm>
            <a:custGeom>
              <a:rect b="b" l="l" r="r" t="t"/>
              <a:pathLst>
                <a:path extrusionOk="0" h="32249" w="28555">
                  <a:moveTo>
                    <a:pt x="20483" y="82"/>
                  </a:moveTo>
                  <a:lnTo>
                    <a:pt x="20947" y="102"/>
                  </a:lnTo>
                  <a:lnTo>
                    <a:pt x="21411" y="122"/>
                  </a:lnTo>
                  <a:lnTo>
                    <a:pt x="21875" y="203"/>
                  </a:lnTo>
                  <a:lnTo>
                    <a:pt x="22319" y="283"/>
                  </a:lnTo>
                  <a:lnTo>
                    <a:pt x="22763" y="404"/>
                  </a:lnTo>
                  <a:lnTo>
                    <a:pt x="23187" y="566"/>
                  </a:lnTo>
                  <a:lnTo>
                    <a:pt x="23611" y="748"/>
                  </a:lnTo>
                  <a:lnTo>
                    <a:pt x="23994" y="949"/>
                  </a:lnTo>
                  <a:lnTo>
                    <a:pt x="24378" y="1191"/>
                  </a:lnTo>
                  <a:lnTo>
                    <a:pt x="24741" y="1454"/>
                  </a:lnTo>
                  <a:lnTo>
                    <a:pt x="25124" y="1777"/>
                  </a:lnTo>
                  <a:lnTo>
                    <a:pt x="25487" y="2140"/>
                  </a:lnTo>
                  <a:lnTo>
                    <a:pt x="25851" y="2564"/>
                  </a:lnTo>
                  <a:lnTo>
                    <a:pt x="26174" y="3008"/>
                  </a:lnTo>
                  <a:lnTo>
                    <a:pt x="26496" y="3492"/>
                  </a:lnTo>
                  <a:lnTo>
                    <a:pt x="26779" y="4017"/>
                  </a:lnTo>
                  <a:lnTo>
                    <a:pt x="27062" y="4582"/>
                  </a:lnTo>
                  <a:lnTo>
                    <a:pt x="27324" y="5187"/>
                  </a:lnTo>
                  <a:lnTo>
                    <a:pt x="27546" y="5772"/>
                  </a:lnTo>
                  <a:lnTo>
                    <a:pt x="27748" y="6358"/>
                  </a:lnTo>
                  <a:lnTo>
                    <a:pt x="27909" y="6943"/>
                  </a:lnTo>
                  <a:lnTo>
                    <a:pt x="28071" y="7548"/>
                  </a:lnTo>
                  <a:lnTo>
                    <a:pt x="28192" y="8154"/>
                  </a:lnTo>
                  <a:lnTo>
                    <a:pt x="28293" y="8739"/>
                  </a:lnTo>
                  <a:lnTo>
                    <a:pt x="28373" y="9344"/>
                  </a:lnTo>
                  <a:lnTo>
                    <a:pt x="28434" y="9950"/>
                  </a:lnTo>
                  <a:lnTo>
                    <a:pt x="28474" y="10555"/>
                  </a:lnTo>
                  <a:lnTo>
                    <a:pt x="28474" y="11160"/>
                  </a:lnTo>
                  <a:lnTo>
                    <a:pt x="28474" y="11766"/>
                  </a:lnTo>
                  <a:lnTo>
                    <a:pt x="28434" y="12371"/>
                  </a:lnTo>
                  <a:lnTo>
                    <a:pt x="28373" y="12977"/>
                  </a:lnTo>
                  <a:lnTo>
                    <a:pt x="28272" y="13562"/>
                  </a:lnTo>
                  <a:lnTo>
                    <a:pt x="28171" y="14167"/>
                  </a:lnTo>
                  <a:lnTo>
                    <a:pt x="28030" y="14732"/>
                  </a:lnTo>
                  <a:lnTo>
                    <a:pt x="27869" y="15338"/>
                  </a:lnTo>
                  <a:lnTo>
                    <a:pt x="27667" y="15923"/>
                  </a:lnTo>
                  <a:lnTo>
                    <a:pt x="27465" y="16488"/>
                  </a:lnTo>
                  <a:lnTo>
                    <a:pt x="27223" y="17053"/>
                  </a:lnTo>
                  <a:lnTo>
                    <a:pt x="26961" y="17618"/>
                  </a:lnTo>
                  <a:lnTo>
                    <a:pt x="26678" y="18143"/>
                  </a:lnTo>
                  <a:lnTo>
                    <a:pt x="26355" y="18667"/>
                  </a:lnTo>
                  <a:lnTo>
                    <a:pt x="26032" y="19192"/>
                  </a:lnTo>
                  <a:lnTo>
                    <a:pt x="25669" y="19676"/>
                  </a:lnTo>
                  <a:lnTo>
                    <a:pt x="25306" y="20161"/>
                  </a:lnTo>
                  <a:lnTo>
                    <a:pt x="24922" y="20625"/>
                  </a:lnTo>
                  <a:lnTo>
                    <a:pt x="24499" y="21069"/>
                  </a:lnTo>
                  <a:lnTo>
                    <a:pt x="24075" y="21493"/>
                  </a:lnTo>
                  <a:lnTo>
                    <a:pt x="23631" y="21896"/>
                  </a:lnTo>
                  <a:lnTo>
                    <a:pt x="23167" y="22280"/>
                  </a:lnTo>
                  <a:lnTo>
                    <a:pt x="22703" y="22643"/>
                  </a:lnTo>
                  <a:lnTo>
                    <a:pt x="22238" y="22946"/>
                  </a:lnTo>
                  <a:lnTo>
                    <a:pt x="21795" y="23228"/>
                  </a:lnTo>
                  <a:lnTo>
                    <a:pt x="21310" y="23511"/>
                  </a:lnTo>
                  <a:lnTo>
                    <a:pt x="20846" y="23773"/>
                  </a:lnTo>
                  <a:lnTo>
                    <a:pt x="19877" y="24277"/>
                  </a:lnTo>
                  <a:lnTo>
                    <a:pt x="18909" y="24742"/>
                  </a:lnTo>
                  <a:lnTo>
                    <a:pt x="17940" y="25226"/>
                  </a:lnTo>
                  <a:lnTo>
                    <a:pt x="16951" y="25751"/>
                  </a:lnTo>
                  <a:lnTo>
                    <a:pt x="16467" y="26013"/>
                  </a:lnTo>
                  <a:lnTo>
                    <a:pt x="15983" y="26296"/>
                  </a:lnTo>
                  <a:lnTo>
                    <a:pt x="15519" y="26598"/>
                  </a:lnTo>
                  <a:lnTo>
                    <a:pt x="15075" y="26901"/>
                  </a:lnTo>
                  <a:lnTo>
                    <a:pt x="14510" y="27325"/>
                  </a:lnTo>
                  <a:lnTo>
                    <a:pt x="13965" y="27789"/>
                  </a:lnTo>
                  <a:lnTo>
                    <a:pt x="13420" y="28253"/>
                  </a:lnTo>
                  <a:lnTo>
                    <a:pt x="12895" y="28717"/>
                  </a:lnTo>
                  <a:lnTo>
                    <a:pt x="12148" y="29383"/>
                  </a:lnTo>
                  <a:lnTo>
                    <a:pt x="11402" y="30029"/>
                  </a:lnTo>
                  <a:lnTo>
                    <a:pt x="10998" y="30332"/>
                  </a:lnTo>
                  <a:lnTo>
                    <a:pt x="10595" y="30614"/>
                  </a:lnTo>
                  <a:lnTo>
                    <a:pt x="10171" y="30897"/>
                  </a:lnTo>
                  <a:lnTo>
                    <a:pt x="9747" y="31159"/>
                  </a:lnTo>
                  <a:lnTo>
                    <a:pt x="9303" y="31381"/>
                  </a:lnTo>
                  <a:lnTo>
                    <a:pt x="8839" y="31583"/>
                  </a:lnTo>
                  <a:lnTo>
                    <a:pt x="8375" y="31764"/>
                  </a:lnTo>
                  <a:lnTo>
                    <a:pt x="7890" y="31906"/>
                  </a:lnTo>
                  <a:lnTo>
                    <a:pt x="7406" y="32027"/>
                  </a:lnTo>
                  <a:lnTo>
                    <a:pt x="6922" y="32107"/>
                  </a:lnTo>
                  <a:lnTo>
                    <a:pt x="6417" y="32148"/>
                  </a:lnTo>
                  <a:lnTo>
                    <a:pt x="5933" y="32168"/>
                  </a:lnTo>
                  <a:lnTo>
                    <a:pt x="5893" y="32168"/>
                  </a:lnTo>
                  <a:lnTo>
                    <a:pt x="5368" y="32148"/>
                  </a:lnTo>
                  <a:lnTo>
                    <a:pt x="4843" y="32087"/>
                  </a:lnTo>
                  <a:lnTo>
                    <a:pt x="4359" y="31986"/>
                  </a:lnTo>
                  <a:lnTo>
                    <a:pt x="3875" y="31845"/>
                  </a:lnTo>
                  <a:lnTo>
                    <a:pt x="3431" y="31684"/>
                  </a:lnTo>
                  <a:lnTo>
                    <a:pt x="2987" y="31462"/>
                  </a:lnTo>
                  <a:lnTo>
                    <a:pt x="2583" y="31219"/>
                  </a:lnTo>
                  <a:lnTo>
                    <a:pt x="2200" y="30957"/>
                  </a:lnTo>
                  <a:lnTo>
                    <a:pt x="1998" y="30775"/>
                  </a:lnTo>
                  <a:lnTo>
                    <a:pt x="1816" y="30614"/>
                  </a:lnTo>
                  <a:lnTo>
                    <a:pt x="1635" y="30412"/>
                  </a:lnTo>
                  <a:lnTo>
                    <a:pt x="1453" y="30231"/>
                  </a:lnTo>
                  <a:lnTo>
                    <a:pt x="1292" y="30029"/>
                  </a:lnTo>
                  <a:lnTo>
                    <a:pt x="1150" y="29807"/>
                  </a:lnTo>
                  <a:lnTo>
                    <a:pt x="1009" y="29585"/>
                  </a:lnTo>
                  <a:lnTo>
                    <a:pt x="868" y="29363"/>
                  </a:lnTo>
                  <a:lnTo>
                    <a:pt x="747" y="29121"/>
                  </a:lnTo>
                  <a:lnTo>
                    <a:pt x="626" y="28879"/>
                  </a:lnTo>
                  <a:lnTo>
                    <a:pt x="525" y="28616"/>
                  </a:lnTo>
                  <a:lnTo>
                    <a:pt x="424" y="28354"/>
                  </a:lnTo>
                  <a:lnTo>
                    <a:pt x="343" y="28092"/>
                  </a:lnTo>
                  <a:lnTo>
                    <a:pt x="283" y="27829"/>
                  </a:lnTo>
                  <a:lnTo>
                    <a:pt x="222" y="27547"/>
                  </a:lnTo>
                  <a:lnTo>
                    <a:pt x="162" y="27264"/>
                  </a:lnTo>
                  <a:lnTo>
                    <a:pt x="101" y="26719"/>
                  </a:lnTo>
                  <a:lnTo>
                    <a:pt x="81" y="26154"/>
                  </a:lnTo>
                  <a:lnTo>
                    <a:pt x="121" y="25609"/>
                  </a:lnTo>
                  <a:lnTo>
                    <a:pt x="182" y="25065"/>
                  </a:lnTo>
                  <a:lnTo>
                    <a:pt x="283" y="24520"/>
                  </a:lnTo>
                  <a:lnTo>
                    <a:pt x="444" y="23995"/>
                  </a:lnTo>
                  <a:lnTo>
                    <a:pt x="626" y="23490"/>
                  </a:lnTo>
                  <a:lnTo>
                    <a:pt x="868" y="23006"/>
                  </a:lnTo>
                  <a:lnTo>
                    <a:pt x="1029" y="22724"/>
                  </a:lnTo>
                  <a:lnTo>
                    <a:pt x="1191" y="22441"/>
                  </a:lnTo>
                  <a:lnTo>
                    <a:pt x="1372" y="22179"/>
                  </a:lnTo>
                  <a:lnTo>
                    <a:pt x="1574" y="21916"/>
                  </a:lnTo>
                  <a:lnTo>
                    <a:pt x="1776" y="21654"/>
                  </a:lnTo>
                  <a:lnTo>
                    <a:pt x="1998" y="21392"/>
                  </a:lnTo>
                  <a:lnTo>
                    <a:pt x="2240" y="21129"/>
                  </a:lnTo>
                  <a:lnTo>
                    <a:pt x="2482" y="20867"/>
                  </a:lnTo>
                  <a:lnTo>
                    <a:pt x="3027" y="20383"/>
                  </a:lnTo>
                  <a:lnTo>
                    <a:pt x="3612" y="19898"/>
                  </a:lnTo>
                  <a:lnTo>
                    <a:pt x="4258" y="19414"/>
                  </a:lnTo>
                  <a:lnTo>
                    <a:pt x="4964" y="18970"/>
                  </a:lnTo>
                  <a:lnTo>
                    <a:pt x="5691" y="18526"/>
                  </a:lnTo>
                  <a:lnTo>
                    <a:pt x="6438" y="18102"/>
                  </a:lnTo>
                  <a:lnTo>
                    <a:pt x="7951" y="17336"/>
                  </a:lnTo>
                  <a:lnTo>
                    <a:pt x="9021" y="16771"/>
                  </a:lnTo>
                  <a:lnTo>
                    <a:pt x="10110" y="16185"/>
                  </a:lnTo>
                  <a:lnTo>
                    <a:pt x="10433" y="15983"/>
                  </a:lnTo>
                  <a:lnTo>
                    <a:pt x="10716" y="15802"/>
                  </a:lnTo>
                  <a:lnTo>
                    <a:pt x="10978" y="15600"/>
                  </a:lnTo>
                  <a:lnTo>
                    <a:pt x="11220" y="15398"/>
                  </a:lnTo>
                  <a:lnTo>
                    <a:pt x="11442" y="15196"/>
                  </a:lnTo>
                  <a:lnTo>
                    <a:pt x="11644" y="14974"/>
                  </a:lnTo>
                  <a:lnTo>
                    <a:pt x="11805" y="14752"/>
                  </a:lnTo>
                  <a:lnTo>
                    <a:pt x="11967" y="14510"/>
                  </a:lnTo>
                  <a:lnTo>
                    <a:pt x="12088" y="14268"/>
                  </a:lnTo>
                  <a:lnTo>
                    <a:pt x="12189" y="13986"/>
                  </a:lnTo>
                  <a:lnTo>
                    <a:pt x="12290" y="13723"/>
                  </a:lnTo>
                  <a:lnTo>
                    <a:pt x="12350" y="13421"/>
                  </a:lnTo>
                  <a:lnTo>
                    <a:pt x="12411" y="13098"/>
                  </a:lnTo>
                  <a:lnTo>
                    <a:pt x="12451" y="12755"/>
                  </a:lnTo>
                  <a:lnTo>
                    <a:pt x="12471" y="12391"/>
                  </a:lnTo>
                  <a:lnTo>
                    <a:pt x="12471" y="12008"/>
                  </a:lnTo>
                  <a:lnTo>
                    <a:pt x="12492" y="11302"/>
                  </a:lnTo>
                  <a:lnTo>
                    <a:pt x="12512" y="10616"/>
                  </a:lnTo>
                  <a:lnTo>
                    <a:pt x="12532" y="9950"/>
                  </a:lnTo>
                  <a:lnTo>
                    <a:pt x="12592" y="9324"/>
                  </a:lnTo>
                  <a:lnTo>
                    <a:pt x="12653" y="8698"/>
                  </a:lnTo>
                  <a:lnTo>
                    <a:pt x="12714" y="8113"/>
                  </a:lnTo>
                  <a:lnTo>
                    <a:pt x="12814" y="7548"/>
                  </a:lnTo>
                  <a:lnTo>
                    <a:pt x="12915" y="7003"/>
                  </a:lnTo>
                  <a:lnTo>
                    <a:pt x="13036" y="6479"/>
                  </a:lnTo>
                  <a:lnTo>
                    <a:pt x="13157" y="5974"/>
                  </a:lnTo>
                  <a:lnTo>
                    <a:pt x="13299" y="5510"/>
                  </a:lnTo>
                  <a:lnTo>
                    <a:pt x="13460" y="5046"/>
                  </a:lnTo>
                  <a:lnTo>
                    <a:pt x="13642" y="4622"/>
                  </a:lnTo>
                  <a:lnTo>
                    <a:pt x="13823" y="4218"/>
                  </a:lnTo>
                  <a:lnTo>
                    <a:pt x="14025" y="3835"/>
                  </a:lnTo>
                  <a:lnTo>
                    <a:pt x="14247" y="3472"/>
                  </a:lnTo>
                  <a:lnTo>
                    <a:pt x="14429" y="3169"/>
                  </a:lnTo>
                  <a:lnTo>
                    <a:pt x="14631" y="2887"/>
                  </a:lnTo>
                  <a:lnTo>
                    <a:pt x="14853" y="2644"/>
                  </a:lnTo>
                  <a:lnTo>
                    <a:pt x="15054" y="2402"/>
                  </a:lnTo>
                  <a:lnTo>
                    <a:pt x="15276" y="2180"/>
                  </a:lnTo>
                  <a:lnTo>
                    <a:pt x="15498" y="1979"/>
                  </a:lnTo>
                  <a:lnTo>
                    <a:pt x="15700" y="1797"/>
                  </a:lnTo>
                  <a:lnTo>
                    <a:pt x="15942" y="1635"/>
                  </a:lnTo>
                  <a:lnTo>
                    <a:pt x="16386" y="1333"/>
                  </a:lnTo>
                  <a:lnTo>
                    <a:pt x="16830" y="1091"/>
                  </a:lnTo>
                  <a:lnTo>
                    <a:pt x="17274" y="869"/>
                  </a:lnTo>
                  <a:lnTo>
                    <a:pt x="17698" y="667"/>
                  </a:lnTo>
                  <a:lnTo>
                    <a:pt x="18142" y="505"/>
                  </a:lnTo>
                  <a:lnTo>
                    <a:pt x="18606" y="364"/>
                  </a:lnTo>
                  <a:lnTo>
                    <a:pt x="19070" y="243"/>
                  </a:lnTo>
                  <a:lnTo>
                    <a:pt x="19534" y="162"/>
                  </a:lnTo>
                  <a:lnTo>
                    <a:pt x="19999" y="102"/>
                  </a:lnTo>
                  <a:lnTo>
                    <a:pt x="20483" y="82"/>
                  </a:lnTo>
                  <a:close/>
                  <a:moveTo>
                    <a:pt x="20483" y="1"/>
                  </a:moveTo>
                  <a:lnTo>
                    <a:pt x="19999" y="21"/>
                  </a:lnTo>
                  <a:lnTo>
                    <a:pt x="19534" y="82"/>
                  </a:lnTo>
                  <a:lnTo>
                    <a:pt x="19050" y="162"/>
                  </a:lnTo>
                  <a:lnTo>
                    <a:pt x="18586" y="283"/>
                  </a:lnTo>
                  <a:lnTo>
                    <a:pt x="18122" y="425"/>
                  </a:lnTo>
                  <a:lnTo>
                    <a:pt x="17678" y="606"/>
                  </a:lnTo>
                  <a:lnTo>
                    <a:pt x="17214" y="808"/>
                  </a:lnTo>
                  <a:lnTo>
                    <a:pt x="16750" y="1050"/>
                  </a:lnTo>
                  <a:lnTo>
                    <a:pt x="16285" y="1313"/>
                  </a:lnTo>
                  <a:lnTo>
                    <a:pt x="15841" y="1615"/>
                  </a:lnTo>
                  <a:lnTo>
                    <a:pt x="15619" y="1777"/>
                  </a:lnTo>
                  <a:lnTo>
                    <a:pt x="15397" y="1979"/>
                  </a:lnTo>
                  <a:lnTo>
                    <a:pt x="15175" y="2180"/>
                  </a:lnTo>
                  <a:lnTo>
                    <a:pt x="14974" y="2382"/>
                  </a:lnTo>
                  <a:lnTo>
                    <a:pt x="14752" y="2624"/>
                  </a:lnTo>
                  <a:lnTo>
                    <a:pt x="14550" y="2866"/>
                  </a:lnTo>
                  <a:lnTo>
                    <a:pt x="14368" y="3129"/>
                  </a:lnTo>
                  <a:lnTo>
                    <a:pt x="14166" y="3411"/>
                  </a:lnTo>
                  <a:lnTo>
                    <a:pt x="13944" y="3795"/>
                  </a:lnTo>
                  <a:lnTo>
                    <a:pt x="13743" y="4178"/>
                  </a:lnTo>
                  <a:lnTo>
                    <a:pt x="13561" y="4582"/>
                  </a:lnTo>
                  <a:lnTo>
                    <a:pt x="13400" y="5026"/>
                  </a:lnTo>
                  <a:lnTo>
                    <a:pt x="13238" y="5470"/>
                  </a:lnTo>
                  <a:lnTo>
                    <a:pt x="13077" y="5954"/>
                  </a:lnTo>
                  <a:lnTo>
                    <a:pt x="12956" y="6458"/>
                  </a:lnTo>
                  <a:lnTo>
                    <a:pt x="12835" y="6983"/>
                  </a:lnTo>
                  <a:lnTo>
                    <a:pt x="12734" y="7528"/>
                  </a:lnTo>
                  <a:lnTo>
                    <a:pt x="12653" y="8093"/>
                  </a:lnTo>
                  <a:lnTo>
                    <a:pt x="12572" y="8678"/>
                  </a:lnTo>
                  <a:lnTo>
                    <a:pt x="12512" y="9304"/>
                  </a:lnTo>
                  <a:lnTo>
                    <a:pt x="12451" y="9950"/>
                  </a:lnTo>
                  <a:lnTo>
                    <a:pt x="12431" y="10616"/>
                  </a:lnTo>
                  <a:lnTo>
                    <a:pt x="12411" y="11302"/>
                  </a:lnTo>
                  <a:lnTo>
                    <a:pt x="12391" y="12008"/>
                  </a:lnTo>
                  <a:lnTo>
                    <a:pt x="12391" y="12391"/>
                  </a:lnTo>
                  <a:lnTo>
                    <a:pt x="12370" y="12755"/>
                  </a:lnTo>
                  <a:lnTo>
                    <a:pt x="12330" y="13078"/>
                  </a:lnTo>
                  <a:lnTo>
                    <a:pt x="12270" y="13400"/>
                  </a:lnTo>
                  <a:lnTo>
                    <a:pt x="12209" y="13683"/>
                  </a:lnTo>
                  <a:lnTo>
                    <a:pt x="12128" y="13965"/>
                  </a:lnTo>
                  <a:lnTo>
                    <a:pt x="12007" y="14228"/>
                  </a:lnTo>
                  <a:lnTo>
                    <a:pt x="11886" y="14470"/>
                  </a:lnTo>
                  <a:lnTo>
                    <a:pt x="11745" y="14712"/>
                  </a:lnTo>
                  <a:lnTo>
                    <a:pt x="11563" y="14934"/>
                  </a:lnTo>
                  <a:lnTo>
                    <a:pt x="11382" y="15136"/>
                  </a:lnTo>
                  <a:lnTo>
                    <a:pt x="11160" y="15338"/>
                  </a:lnTo>
                  <a:lnTo>
                    <a:pt x="10938" y="15540"/>
                  </a:lnTo>
                  <a:lnTo>
                    <a:pt x="10675" y="15741"/>
                  </a:lnTo>
                  <a:lnTo>
                    <a:pt x="10373" y="15923"/>
                  </a:lnTo>
                  <a:lnTo>
                    <a:pt x="10070" y="16105"/>
                  </a:lnTo>
                  <a:lnTo>
                    <a:pt x="8980" y="16690"/>
                  </a:lnTo>
                  <a:lnTo>
                    <a:pt x="7911" y="17255"/>
                  </a:lnTo>
                  <a:lnTo>
                    <a:pt x="6397" y="18042"/>
                  </a:lnTo>
                  <a:lnTo>
                    <a:pt x="5651" y="18466"/>
                  </a:lnTo>
                  <a:lnTo>
                    <a:pt x="4924" y="18889"/>
                  </a:lnTo>
                  <a:lnTo>
                    <a:pt x="4218" y="19354"/>
                  </a:lnTo>
                  <a:lnTo>
                    <a:pt x="3552" y="19838"/>
                  </a:lnTo>
                  <a:lnTo>
                    <a:pt x="2967" y="20322"/>
                  </a:lnTo>
                  <a:lnTo>
                    <a:pt x="2422" y="20827"/>
                  </a:lnTo>
                  <a:lnTo>
                    <a:pt x="2180" y="21069"/>
                  </a:lnTo>
                  <a:lnTo>
                    <a:pt x="1937" y="21331"/>
                  </a:lnTo>
                  <a:lnTo>
                    <a:pt x="1715" y="21594"/>
                  </a:lnTo>
                  <a:lnTo>
                    <a:pt x="1514" y="21856"/>
                  </a:lnTo>
                  <a:lnTo>
                    <a:pt x="1312" y="22138"/>
                  </a:lnTo>
                  <a:lnTo>
                    <a:pt x="1130" y="22401"/>
                  </a:lnTo>
                  <a:lnTo>
                    <a:pt x="949" y="22683"/>
                  </a:lnTo>
                  <a:lnTo>
                    <a:pt x="807" y="22966"/>
                  </a:lnTo>
                  <a:lnTo>
                    <a:pt x="565" y="23450"/>
                  </a:lnTo>
                  <a:lnTo>
                    <a:pt x="363" y="23975"/>
                  </a:lnTo>
                  <a:lnTo>
                    <a:pt x="222" y="24499"/>
                  </a:lnTo>
                  <a:lnTo>
                    <a:pt x="101" y="25044"/>
                  </a:lnTo>
                  <a:lnTo>
                    <a:pt x="40" y="25589"/>
                  </a:lnTo>
                  <a:lnTo>
                    <a:pt x="0" y="26154"/>
                  </a:lnTo>
                  <a:lnTo>
                    <a:pt x="20" y="26719"/>
                  </a:lnTo>
                  <a:lnTo>
                    <a:pt x="81" y="27284"/>
                  </a:lnTo>
                  <a:lnTo>
                    <a:pt x="141" y="27567"/>
                  </a:lnTo>
                  <a:lnTo>
                    <a:pt x="202" y="27849"/>
                  </a:lnTo>
                  <a:lnTo>
                    <a:pt x="262" y="28112"/>
                  </a:lnTo>
                  <a:lnTo>
                    <a:pt x="363" y="28394"/>
                  </a:lnTo>
                  <a:lnTo>
                    <a:pt x="444" y="28657"/>
                  </a:lnTo>
                  <a:lnTo>
                    <a:pt x="545" y="28899"/>
                  </a:lnTo>
                  <a:lnTo>
                    <a:pt x="666" y="29161"/>
                  </a:lnTo>
                  <a:lnTo>
                    <a:pt x="787" y="29403"/>
                  </a:lnTo>
                  <a:lnTo>
                    <a:pt x="928" y="29625"/>
                  </a:lnTo>
                  <a:lnTo>
                    <a:pt x="1070" y="29847"/>
                  </a:lnTo>
                  <a:lnTo>
                    <a:pt x="1231" y="30069"/>
                  </a:lnTo>
                  <a:lnTo>
                    <a:pt x="1393" y="30271"/>
                  </a:lnTo>
                  <a:lnTo>
                    <a:pt x="1574" y="30473"/>
                  </a:lnTo>
                  <a:lnTo>
                    <a:pt x="1756" y="30654"/>
                  </a:lnTo>
                  <a:lnTo>
                    <a:pt x="1958" y="30836"/>
                  </a:lnTo>
                  <a:lnTo>
                    <a:pt x="2159" y="31018"/>
                  </a:lnTo>
                  <a:lnTo>
                    <a:pt x="2543" y="31300"/>
                  </a:lnTo>
                  <a:lnTo>
                    <a:pt x="2967" y="31542"/>
                  </a:lnTo>
                  <a:lnTo>
                    <a:pt x="3390" y="31744"/>
                  </a:lnTo>
                  <a:lnTo>
                    <a:pt x="3854" y="31926"/>
                  </a:lnTo>
                  <a:lnTo>
                    <a:pt x="4339" y="32067"/>
                  </a:lnTo>
                  <a:lnTo>
                    <a:pt x="4843" y="32168"/>
                  </a:lnTo>
                  <a:lnTo>
                    <a:pt x="5348" y="32228"/>
                  </a:lnTo>
                  <a:lnTo>
                    <a:pt x="5893" y="32249"/>
                  </a:lnTo>
                  <a:lnTo>
                    <a:pt x="5933" y="32249"/>
                  </a:lnTo>
                  <a:lnTo>
                    <a:pt x="6438" y="32228"/>
                  </a:lnTo>
                  <a:lnTo>
                    <a:pt x="6922" y="32188"/>
                  </a:lnTo>
                  <a:lnTo>
                    <a:pt x="7426" y="32107"/>
                  </a:lnTo>
                  <a:lnTo>
                    <a:pt x="7911" y="31986"/>
                  </a:lnTo>
                  <a:lnTo>
                    <a:pt x="8395" y="31845"/>
                  </a:lnTo>
                  <a:lnTo>
                    <a:pt x="8879" y="31663"/>
                  </a:lnTo>
                  <a:lnTo>
                    <a:pt x="9343" y="31462"/>
                  </a:lnTo>
                  <a:lnTo>
                    <a:pt x="9787" y="31219"/>
                  </a:lnTo>
                  <a:lnTo>
                    <a:pt x="10211" y="30977"/>
                  </a:lnTo>
                  <a:lnTo>
                    <a:pt x="10635" y="30695"/>
                  </a:lnTo>
                  <a:lnTo>
                    <a:pt x="11039" y="30392"/>
                  </a:lnTo>
                  <a:lnTo>
                    <a:pt x="11442" y="30089"/>
                  </a:lnTo>
                  <a:lnTo>
                    <a:pt x="12209" y="29444"/>
                  </a:lnTo>
                  <a:lnTo>
                    <a:pt x="12956" y="28778"/>
                  </a:lnTo>
                  <a:lnTo>
                    <a:pt x="13480" y="28314"/>
                  </a:lnTo>
                  <a:lnTo>
                    <a:pt x="14005" y="27849"/>
                  </a:lnTo>
                  <a:lnTo>
                    <a:pt x="14550" y="27405"/>
                  </a:lnTo>
                  <a:lnTo>
                    <a:pt x="15115" y="26961"/>
                  </a:lnTo>
                  <a:lnTo>
                    <a:pt x="15559" y="26659"/>
                  </a:lnTo>
                  <a:lnTo>
                    <a:pt x="16023" y="26356"/>
                  </a:lnTo>
                  <a:lnTo>
                    <a:pt x="16507" y="26074"/>
                  </a:lnTo>
                  <a:lnTo>
                    <a:pt x="16992" y="25811"/>
                  </a:lnTo>
                  <a:lnTo>
                    <a:pt x="17960" y="25307"/>
                  </a:lnTo>
                  <a:lnTo>
                    <a:pt x="18949" y="24822"/>
                  </a:lnTo>
                  <a:lnTo>
                    <a:pt x="19918" y="24338"/>
                  </a:lnTo>
                  <a:lnTo>
                    <a:pt x="20886" y="23834"/>
                  </a:lnTo>
                  <a:lnTo>
                    <a:pt x="21351" y="23571"/>
                  </a:lnTo>
                  <a:lnTo>
                    <a:pt x="21835" y="23309"/>
                  </a:lnTo>
                  <a:lnTo>
                    <a:pt x="22299" y="23006"/>
                  </a:lnTo>
                  <a:lnTo>
                    <a:pt x="22743" y="22703"/>
                  </a:lnTo>
                  <a:lnTo>
                    <a:pt x="23227" y="22340"/>
                  </a:lnTo>
                  <a:lnTo>
                    <a:pt x="23691" y="21957"/>
                  </a:lnTo>
                  <a:lnTo>
                    <a:pt x="24135" y="21553"/>
                  </a:lnTo>
                  <a:lnTo>
                    <a:pt x="24559" y="21129"/>
                  </a:lnTo>
                  <a:lnTo>
                    <a:pt x="24983" y="20685"/>
                  </a:lnTo>
                  <a:lnTo>
                    <a:pt x="25366" y="20221"/>
                  </a:lnTo>
                  <a:lnTo>
                    <a:pt x="25750" y="19737"/>
                  </a:lnTo>
                  <a:lnTo>
                    <a:pt x="26093" y="19232"/>
                  </a:lnTo>
                  <a:lnTo>
                    <a:pt x="26436" y="18728"/>
                  </a:lnTo>
                  <a:lnTo>
                    <a:pt x="26739" y="18183"/>
                  </a:lnTo>
                  <a:lnTo>
                    <a:pt x="27021" y="17638"/>
                  </a:lnTo>
                  <a:lnTo>
                    <a:pt x="27304" y="17093"/>
                  </a:lnTo>
                  <a:lnTo>
                    <a:pt x="27546" y="16528"/>
                  </a:lnTo>
                  <a:lnTo>
                    <a:pt x="27748" y="15943"/>
                  </a:lnTo>
                  <a:lnTo>
                    <a:pt x="27949" y="15358"/>
                  </a:lnTo>
                  <a:lnTo>
                    <a:pt x="28111" y="14752"/>
                  </a:lnTo>
                  <a:lnTo>
                    <a:pt x="28252" y="14167"/>
                  </a:lnTo>
                  <a:lnTo>
                    <a:pt x="28353" y="13582"/>
                  </a:lnTo>
                  <a:lnTo>
                    <a:pt x="28454" y="12977"/>
                  </a:lnTo>
                  <a:lnTo>
                    <a:pt x="28514" y="12391"/>
                  </a:lnTo>
                  <a:lnTo>
                    <a:pt x="28555" y="11786"/>
                  </a:lnTo>
                  <a:lnTo>
                    <a:pt x="28555" y="11181"/>
                  </a:lnTo>
                  <a:lnTo>
                    <a:pt x="28555" y="10555"/>
                  </a:lnTo>
                  <a:lnTo>
                    <a:pt x="28514" y="9950"/>
                  </a:lnTo>
                  <a:lnTo>
                    <a:pt x="28454" y="9344"/>
                  </a:lnTo>
                  <a:lnTo>
                    <a:pt x="28373" y="8739"/>
                  </a:lnTo>
                  <a:lnTo>
                    <a:pt x="28272" y="8133"/>
                  </a:lnTo>
                  <a:lnTo>
                    <a:pt x="28151" y="7528"/>
                  </a:lnTo>
                  <a:lnTo>
                    <a:pt x="27990" y="6923"/>
                  </a:lnTo>
                  <a:lnTo>
                    <a:pt x="27828" y="6337"/>
                  </a:lnTo>
                  <a:lnTo>
                    <a:pt x="27627" y="5752"/>
                  </a:lnTo>
                  <a:lnTo>
                    <a:pt x="27405" y="5167"/>
                  </a:lnTo>
                  <a:lnTo>
                    <a:pt x="27142" y="4541"/>
                  </a:lnTo>
                  <a:lnTo>
                    <a:pt x="26860" y="3976"/>
                  </a:lnTo>
                  <a:lnTo>
                    <a:pt x="26557" y="3452"/>
                  </a:lnTo>
                  <a:lnTo>
                    <a:pt x="26234" y="2947"/>
                  </a:lnTo>
                  <a:lnTo>
                    <a:pt x="25911" y="2503"/>
                  </a:lnTo>
                  <a:lnTo>
                    <a:pt x="25548" y="2100"/>
                  </a:lnTo>
                  <a:lnTo>
                    <a:pt x="25185" y="1716"/>
                  </a:lnTo>
                  <a:lnTo>
                    <a:pt x="24801" y="1393"/>
                  </a:lnTo>
                  <a:lnTo>
                    <a:pt x="24438" y="1111"/>
                  </a:lnTo>
                  <a:lnTo>
                    <a:pt x="24055" y="889"/>
                  </a:lnTo>
                  <a:lnTo>
                    <a:pt x="23651" y="667"/>
                  </a:lnTo>
                  <a:lnTo>
                    <a:pt x="23227" y="485"/>
                  </a:lnTo>
                  <a:lnTo>
                    <a:pt x="22783" y="344"/>
                  </a:lnTo>
                  <a:lnTo>
                    <a:pt x="22339" y="223"/>
                  </a:lnTo>
                  <a:lnTo>
                    <a:pt x="21895" y="122"/>
                  </a:lnTo>
                  <a:lnTo>
                    <a:pt x="21411" y="61"/>
                  </a:lnTo>
                  <a:lnTo>
                    <a:pt x="20947" y="21"/>
                  </a:lnTo>
                  <a:lnTo>
                    <a:pt x="204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16"/>
            <p:cNvSpPr/>
            <p:nvPr/>
          </p:nvSpPr>
          <p:spPr>
            <a:xfrm flipH="1" rot="7510477">
              <a:off x="3995921" y="3784607"/>
              <a:ext cx="1395656" cy="1650712"/>
            </a:xfrm>
            <a:custGeom>
              <a:rect b="b" l="l" r="r" t="t"/>
              <a:pathLst>
                <a:path extrusionOk="0" h="29525" w="24963">
                  <a:moveTo>
                    <a:pt x="18727" y="81"/>
                  </a:moveTo>
                  <a:lnTo>
                    <a:pt x="19211" y="102"/>
                  </a:lnTo>
                  <a:lnTo>
                    <a:pt x="19514" y="142"/>
                  </a:lnTo>
                  <a:lnTo>
                    <a:pt x="19837" y="223"/>
                  </a:lnTo>
                  <a:lnTo>
                    <a:pt x="20140" y="303"/>
                  </a:lnTo>
                  <a:lnTo>
                    <a:pt x="20442" y="404"/>
                  </a:lnTo>
                  <a:lnTo>
                    <a:pt x="20745" y="525"/>
                  </a:lnTo>
                  <a:lnTo>
                    <a:pt x="21048" y="667"/>
                  </a:lnTo>
                  <a:lnTo>
                    <a:pt x="21330" y="828"/>
                  </a:lnTo>
                  <a:lnTo>
                    <a:pt x="21613" y="1010"/>
                  </a:lnTo>
                  <a:lnTo>
                    <a:pt x="21895" y="1212"/>
                  </a:lnTo>
                  <a:lnTo>
                    <a:pt x="22158" y="1413"/>
                  </a:lnTo>
                  <a:lnTo>
                    <a:pt x="22420" y="1655"/>
                  </a:lnTo>
                  <a:lnTo>
                    <a:pt x="22662" y="1898"/>
                  </a:lnTo>
                  <a:lnTo>
                    <a:pt x="22904" y="2160"/>
                  </a:lnTo>
                  <a:lnTo>
                    <a:pt x="23126" y="2443"/>
                  </a:lnTo>
                  <a:lnTo>
                    <a:pt x="23328" y="2725"/>
                  </a:lnTo>
                  <a:lnTo>
                    <a:pt x="23530" y="3028"/>
                  </a:lnTo>
                  <a:lnTo>
                    <a:pt x="23691" y="3290"/>
                  </a:lnTo>
                  <a:lnTo>
                    <a:pt x="23833" y="3573"/>
                  </a:lnTo>
                  <a:lnTo>
                    <a:pt x="24095" y="4138"/>
                  </a:lnTo>
                  <a:lnTo>
                    <a:pt x="24317" y="4723"/>
                  </a:lnTo>
                  <a:lnTo>
                    <a:pt x="24499" y="5369"/>
                  </a:lnTo>
                  <a:lnTo>
                    <a:pt x="24660" y="6035"/>
                  </a:lnTo>
                  <a:lnTo>
                    <a:pt x="24761" y="6721"/>
                  </a:lnTo>
                  <a:lnTo>
                    <a:pt x="24842" y="7467"/>
                  </a:lnTo>
                  <a:lnTo>
                    <a:pt x="24882" y="8214"/>
                  </a:lnTo>
                  <a:lnTo>
                    <a:pt x="24882" y="8880"/>
                  </a:lnTo>
                  <a:lnTo>
                    <a:pt x="24862" y="9546"/>
                  </a:lnTo>
                  <a:lnTo>
                    <a:pt x="24822" y="10232"/>
                  </a:lnTo>
                  <a:lnTo>
                    <a:pt x="24761" y="10938"/>
                  </a:lnTo>
                  <a:lnTo>
                    <a:pt x="24660" y="11665"/>
                  </a:lnTo>
                  <a:lnTo>
                    <a:pt x="24539" y="12411"/>
                  </a:lnTo>
                  <a:lnTo>
                    <a:pt x="24398" y="13178"/>
                  </a:lnTo>
                  <a:lnTo>
                    <a:pt x="24216" y="13986"/>
                  </a:lnTo>
                  <a:lnTo>
                    <a:pt x="23994" y="14853"/>
                  </a:lnTo>
                  <a:lnTo>
                    <a:pt x="23873" y="15297"/>
                  </a:lnTo>
                  <a:lnTo>
                    <a:pt x="23732" y="15721"/>
                  </a:lnTo>
                  <a:lnTo>
                    <a:pt x="23570" y="16145"/>
                  </a:lnTo>
                  <a:lnTo>
                    <a:pt x="23369" y="16569"/>
                  </a:lnTo>
                  <a:lnTo>
                    <a:pt x="23167" y="16972"/>
                  </a:lnTo>
                  <a:lnTo>
                    <a:pt x="22925" y="17356"/>
                  </a:lnTo>
                  <a:lnTo>
                    <a:pt x="22682" y="17658"/>
                  </a:lnTo>
                  <a:lnTo>
                    <a:pt x="22440" y="17961"/>
                  </a:lnTo>
                  <a:lnTo>
                    <a:pt x="22158" y="18244"/>
                  </a:lnTo>
                  <a:lnTo>
                    <a:pt x="21875" y="18506"/>
                  </a:lnTo>
                  <a:lnTo>
                    <a:pt x="21573" y="18748"/>
                  </a:lnTo>
                  <a:lnTo>
                    <a:pt x="21270" y="18990"/>
                  </a:lnTo>
                  <a:lnTo>
                    <a:pt x="20947" y="19212"/>
                  </a:lnTo>
                  <a:lnTo>
                    <a:pt x="20604" y="19414"/>
                  </a:lnTo>
                  <a:lnTo>
                    <a:pt x="20261" y="19616"/>
                  </a:lnTo>
                  <a:lnTo>
                    <a:pt x="19918" y="19818"/>
                  </a:lnTo>
                  <a:lnTo>
                    <a:pt x="19211" y="20181"/>
                  </a:lnTo>
                  <a:lnTo>
                    <a:pt x="18465" y="20524"/>
                  </a:lnTo>
                  <a:lnTo>
                    <a:pt x="17738" y="20847"/>
                  </a:lnTo>
                  <a:lnTo>
                    <a:pt x="17133" y="21109"/>
                  </a:lnTo>
                  <a:lnTo>
                    <a:pt x="16245" y="21513"/>
                  </a:lnTo>
                  <a:lnTo>
                    <a:pt x="15418" y="21916"/>
                  </a:lnTo>
                  <a:lnTo>
                    <a:pt x="14651" y="22340"/>
                  </a:lnTo>
                  <a:lnTo>
                    <a:pt x="13924" y="22744"/>
                  </a:lnTo>
                  <a:lnTo>
                    <a:pt x="13258" y="23167"/>
                  </a:lnTo>
                  <a:lnTo>
                    <a:pt x="12633" y="23611"/>
                  </a:lnTo>
                  <a:lnTo>
                    <a:pt x="12048" y="24055"/>
                  </a:lnTo>
                  <a:lnTo>
                    <a:pt x="11503" y="24520"/>
                  </a:lnTo>
                  <a:lnTo>
                    <a:pt x="11099" y="24883"/>
                  </a:lnTo>
                  <a:lnTo>
                    <a:pt x="10695" y="25246"/>
                  </a:lnTo>
                  <a:lnTo>
                    <a:pt x="9949" y="26013"/>
                  </a:lnTo>
                  <a:lnTo>
                    <a:pt x="9323" y="26638"/>
                  </a:lnTo>
                  <a:lnTo>
                    <a:pt x="8698" y="27244"/>
                  </a:lnTo>
                  <a:lnTo>
                    <a:pt x="8355" y="27526"/>
                  </a:lnTo>
                  <a:lnTo>
                    <a:pt x="8032" y="27809"/>
                  </a:lnTo>
                  <a:lnTo>
                    <a:pt x="7668" y="28091"/>
                  </a:lnTo>
                  <a:lnTo>
                    <a:pt x="7325" y="28334"/>
                  </a:lnTo>
                  <a:lnTo>
                    <a:pt x="6902" y="28596"/>
                  </a:lnTo>
                  <a:lnTo>
                    <a:pt x="6498" y="28818"/>
                  </a:lnTo>
                  <a:lnTo>
                    <a:pt x="6094" y="29000"/>
                  </a:lnTo>
                  <a:lnTo>
                    <a:pt x="5711" y="29141"/>
                  </a:lnTo>
                  <a:lnTo>
                    <a:pt x="5328" y="29262"/>
                  </a:lnTo>
                  <a:lnTo>
                    <a:pt x="4964" y="29343"/>
                  </a:lnTo>
                  <a:lnTo>
                    <a:pt x="4601" y="29403"/>
                  </a:lnTo>
                  <a:lnTo>
                    <a:pt x="4238" y="29423"/>
                  </a:lnTo>
                  <a:lnTo>
                    <a:pt x="3915" y="29423"/>
                  </a:lnTo>
                  <a:lnTo>
                    <a:pt x="3592" y="29403"/>
                  </a:lnTo>
                  <a:lnTo>
                    <a:pt x="3289" y="29363"/>
                  </a:lnTo>
                  <a:lnTo>
                    <a:pt x="2987" y="29302"/>
                  </a:lnTo>
                  <a:lnTo>
                    <a:pt x="2724" y="29221"/>
                  </a:lnTo>
                  <a:lnTo>
                    <a:pt x="2462" y="29121"/>
                  </a:lnTo>
                  <a:lnTo>
                    <a:pt x="2240" y="29020"/>
                  </a:lnTo>
                  <a:lnTo>
                    <a:pt x="2018" y="28899"/>
                  </a:lnTo>
                  <a:lnTo>
                    <a:pt x="1715" y="28677"/>
                  </a:lnTo>
                  <a:lnTo>
                    <a:pt x="1433" y="28414"/>
                  </a:lnTo>
                  <a:lnTo>
                    <a:pt x="1170" y="28132"/>
                  </a:lnTo>
                  <a:lnTo>
                    <a:pt x="928" y="27809"/>
                  </a:lnTo>
                  <a:lnTo>
                    <a:pt x="706" y="27446"/>
                  </a:lnTo>
                  <a:lnTo>
                    <a:pt x="525" y="27062"/>
                  </a:lnTo>
                  <a:lnTo>
                    <a:pt x="363" y="26659"/>
                  </a:lnTo>
                  <a:lnTo>
                    <a:pt x="242" y="26235"/>
                  </a:lnTo>
                  <a:lnTo>
                    <a:pt x="182" y="25952"/>
                  </a:lnTo>
                  <a:lnTo>
                    <a:pt x="121" y="25670"/>
                  </a:lnTo>
                  <a:lnTo>
                    <a:pt x="101" y="25387"/>
                  </a:lnTo>
                  <a:lnTo>
                    <a:pt x="81" y="25105"/>
                  </a:lnTo>
                  <a:lnTo>
                    <a:pt x="81" y="24802"/>
                  </a:lnTo>
                  <a:lnTo>
                    <a:pt x="81" y="24520"/>
                  </a:lnTo>
                  <a:lnTo>
                    <a:pt x="101" y="24237"/>
                  </a:lnTo>
                  <a:lnTo>
                    <a:pt x="141" y="23954"/>
                  </a:lnTo>
                  <a:lnTo>
                    <a:pt x="202" y="23672"/>
                  </a:lnTo>
                  <a:lnTo>
                    <a:pt x="262" y="23389"/>
                  </a:lnTo>
                  <a:lnTo>
                    <a:pt x="343" y="23107"/>
                  </a:lnTo>
                  <a:lnTo>
                    <a:pt x="424" y="22824"/>
                  </a:lnTo>
                  <a:lnTo>
                    <a:pt x="545" y="22562"/>
                  </a:lnTo>
                  <a:lnTo>
                    <a:pt x="666" y="22300"/>
                  </a:lnTo>
                  <a:lnTo>
                    <a:pt x="787" y="22037"/>
                  </a:lnTo>
                  <a:lnTo>
                    <a:pt x="928" y="21795"/>
                  </a:lnTo>
                  <a:lnTo>
                    <a:pt x="1211" y="21392"/>
                  </a:lnTo>
                  <a:lnTo>
                    <a:pt x="1514" y="21008"/>
                  </a:lnTo>
                  <a:lnTo>
                    <a:pt x="1836" y="20645"/>
                  </a:lnTo>
                  <a:lnTo>
                    <a:pt x="2200" y="20302"/>
                  </a:lnTo>
                  <a:lnTo>
                    <a:pt x="2563" y="19959"/>
                  </a:lnTo>
                  <a:lnTo>
                    <a:pt x="2926" y="19656"/>
                  </a:lnTo>
                  <a:lnTo>
                    <a:pt x="3693" y="19071"/>
                  </a:lnTo>
                  <a:lnTo>
                    <a:pt x="4238" y="18687"/>
                  </a:lnTo>
                  <a:lnTo>
                    <a:pt x="4803" y="18304"/>
                  </a:lnTo>
                  <a:lnTo>
                    <a:pt x="5368" y="17921"/>
                  </a:lnTo>
                  <a:lnTo>
                    <a:pt x="5953" y="17557"/>
                  </a:lnTo>
                  <a:lnTo>
                    <a:pt x="6518" y="17194"/>
                  </a:lnTo>
                  <a:lnTo>
                    <a:pt x="7124" y="16851"/>
                  </a:lnTo>
                  <a:lnTo>
                    <a:pt x="7709" y="16528"/>
                  </a:lnTo>
                  <a:lnTo>
                    <a:pt x="8314" y="16205"/>
                  </a:lnTo>
                  <a:lnTo>
                    <a:pt x="8556" y="16084"/>
                  </a:lnTo>
                  <a:lnTo>
                    <a:pt x="9162" y="15761"/>
                  </a:lnTo>
                  <a:lnTo>
                    <a:pt x="9464" y="15580"/>
                  </a:lnTo>
                  <a:lnTo>
                    <a:pt x="9767" y="15398"/>
                  </a:lnTo>
                  <a:lnTo>
                    <a:pt x="10050" y="15196"/>
                  </a:lnTo>
                  <a:lnTo>
                    <a:pt x="10312" y="14995"/>
                  </a:lnTo>
                  <a:lnTo>
                    <a:pt x="10574" y="14752"/>
                  </a:lnTo>
                  <a:lnTo>
                    <a:pt x="10796" y="14490"/>
                  </a:lnTo>
                  <a:lnTo>
                    <a:pt x="10938" y="14308"/>
                  </a:lnTo>
                  <a:lnTo>
                    <a:pt x="11059" y="14107"/>
                  </a:lnTo>
                  <a:lnTo>
                    <a:pt x="11180" y="13905"/>
                  </a:lnTo>
                  <a:lnTo>
                    <a:pt x="11281" y="13683"/>
                  </a:lnTo>
                  <a:lnTo>
                    <a:pt x="11482" y="13219"/>
                  </a:lnTo>
                  <a:lnTo>
                    <a:pt x="11624" y="12755"/>
                  </a:lnTo>
                  <a:lnTo>
                    <a:pt x="11745" y="12270"/>
                  </a:lnTo>
                  <a:lnTo>
                    <a:pt x="11846" y="11766"/>
                  </a:lnTo>
                  <a:lnTo>
                    <a:pt x="11926" y="11261"/>
                  </a:lnTo>
                  <a:lnTo>
                    <a:pt x="11987" y="10777"/>
                  </a:lnTo>
                  <a:lnTo>
                    <a:pt x="12088" y="9889"/>
                  </a:lnTo>
                  <a:lnTo>
                    <a:pt x="12169" y="9001"/>
                  </a:lnTo>
                  <a:lnTo>
                    <a:pt x="12229" y="8153"/>
                  </a:lnTo>
                  <a:lnTo>
                    <a:pt x="12330" y="7286"/>
                  </a:lnTo>
                  <a:lnTo>
                    <a:pt x="12451" y="6438"/>
                  </a:lnTo>
                  <a:lnTo>
                    <a:pt x="12532" y="6014"/>
                  </a:lnTo>
                  <a:lnTo>
                    <a:pt x="12633" y="5591"/>
                  </a:lnTo>
                  <a:lnTo>
                    <a:pt x="12814" y="5005"/>
                  </a:lnTo>
                  <a:lnTo>
                    <a:pt x="13016" y="4420"/>
                  </a:lnTo>
                  <a:lnTo>
                    <a:pt x="13258" y="3875"/>
                  </a:lnTo>
                  <a:lnTo>
                    <a:pt x="13541" y="3351"/>
                  </a:lnTo>
                  <a:lnTo>
                    <a:pt x="13844" y="2866"/>
                  </a:lnTo>
                  <a:lnTo>
                    <a:pt x="14187" y="2422"/>
                  </a:lnTo>
                  <a:lnTo>
                    <a:pt x="14550" y="1999"/>
                  </a:lnTo>
                  <a:lnTo>
                    <a:pt x="14933" y="1615"/>
                  </a:lnTo>
                  <a:lnTo>
                    <a:pt x="15135" y="1434"/>
                  </a:lnTo>
                  <a:lnTo>
                    <a:pt x="15357" y="1272"/>
                  </a:lnTo>
                  <a:lnTo>
                    <a:pt x="15801" y="949"/>
                  </a:lnTo>
                  <a:lnTo>
                    <a:pt x="16265" y="707"/>
                  </a:lnTo>
                  <a:lnTo>
                    <a:pt x="16729" y="485"/>
                  </a:lnTo>
                  <a:lnTo>
                    <a:pt x="17234" y="303"/>
                  </a:lnTo>
                  <a:lnTo>
                    <a:pt x="17738" y="182"/>
                  </a:lnTo>
                  <a:lnTo>
                    <a:pt x="17980" y="142"/>
                  </a:lnTo>
                  <a:lnTo>
                    <a:pt x="18223" y="102"/>
                  </a:lnTo>
                  <a:lnTo>
                    <a:pt x="18485" y="81"/>
                  </a:lnTo>
                  <a:close/>
                  <a:moveTo>
                    <a:pt x="18646" y="1"/>
                  </a:moveTo>
                  <a:lnTo>
                    <a:pt x="18364" y="21"/>
                  </a:lnTo>
                  <a:lnTo>
                    <a:pt x="18081" y="41"/>
                  </a:lnTo>
                  <a:lnTo>
                    <a:pt x="17799" y="81"/>
                  </a:lnTo>
                  <a:lnTo>
                    <a:pt x="17516" y="142"/>
                  </a:lnTo>
                  <a:lnTo>
                    <a:pt x="17234" y="223"/>
                  </a:lnTo>
                  <a:lnTo>
                    <a:pt x="16951" y="324"/>
                  </a:lnTo>
                  <a:lnTo>
                    <a:pt x="16669" y="425"/>
                  </a:lnTo>
                  <a:lnTo>
                    <a:pt x="16406" y="546"/>
                  </a:lnTo>
                  <a:lnTo>
                    <a:pt x="16124" y="667"/>
                  </a:lnTo>
                  <a:lnTo>
                    <a:pt x="15862" y="828"/>
                  </a:lnTo>
                  <a:lnTo>
                    <a:pt x="15599" y="990"/>
                  </a:lnTo>
                  <a:lnTo>
                    <a:pt x="15357" y="1151"/>
                  </a:lnTo>
                  <a:lnTo>
                    <a:pt x="15115" y="1353"/>
                  </a:lnTo>
                  <a:lnTo>
                    <a:pt x="14873" y="1555"/>
                  </a:lnTo>
                  <a:lnTo>
                    <a:pt x="14489" y="1938"/>
                  </a:lnTo>
                  <a:lnTo>
                    <a:pt x="14126" y="2362"/>
                  </a:lnTo>
                  <a:lnTo>
                    <a:pt x="13783" y="2826"/>
                  </a:lnTo>
                  <a:lnTo>
                    <a:pt x="13460" y="3310"/>
                  </a:lnTo>
                  <a:lnTo>
                    <a:pt x="13198" y="3835"/>
                  </a:lnTo>
                  <a:lnTo>
                    <a:pt x="12956" y="4400"/>
                  </a:lnTo>
                  <a:lnTo>
                    <a:pt x="12734" y="4965"/>
                  </a:lnTo>
                  <a:lnTo>
                    <a:pt x="12552" y="5570"/>
                  </a:lnTo>
                  <a:lnTo>
                    <a:pt x="12471" y="5994"/>
                  </a:lnTo>
                  <a:lnTo>
                    <a:pt x="12370" y="6418"/>
                  </a:lnTo>
                  <a:lnTo>
                    <a:pt x="12310" y="6842"/>
                  </a:lnTo>
                  <a:lnTo>
                    <a:pt x="12249" y="7286"/>
                  </a:lnTo>
                  <a:lnTo>
                    <a:pt x="12148" y="8133"/>
                  </a:lnTo>
                  <a:lnTo>
                    <a:pt x="12088" y="9001"/>
                  </a:lnTo>
                  <a:lnTo>
                    <a:pt x="12007" y="9889"/>
                  </a:lnTo>
                  <a:lnTo>
                    <a:pt x="11906" y="10777"/>
                  </a:lnTo>
                  <a:lnTo>
                    <a:pt x="11846" y="11261"/>
                  </a:lnTo>
                  <a:lnTo>
                    <a:pt x="11765" y="11746"/>
                  </a:lnTo>
                  <a:lnTo>
                    <a:pt x="11664" y="12230"/>
                  </a:lnTo>
                  <a:lnTo>
                    <a:pt x="11543" y="12714"/>
                  </a:lnTo>
                  <a:lnTo>
                    <a:pt x="11402" y="13198"/>
                  </a:lnTo>
                  <a:lnTo>
                    <a:pt x="11220" y="13642"/>
                  </a:lnTo>
                  <a:lnTo>
                    <a:pt x="11119" y="13844"/>
                  </a:lnTo>
                  <a:lnTo>
                    <a:pt x="10998" y="14066"/>
                  </a:lnTo>
                  <a:lnTo>
                    <a:pt x="10877" y="14248"/>
                  </a:lnTo>
                  <a:lnTo>
                    <a:pt x="10736" y="14450"/>
                  </a:lnTo>
                  <a:lnTo>
                    <a:pt x="10514" y="14692"/>
                  </a:lnTo>
                  <a:lnTo>
                    <a:pt x="10272" y="14934"/>
                  </a:lnTo>
                  <a:lnTo>
                    <a:pt x="9989" y="15136"/>
                  </a:lnTo>
                  <a:lnTo>
                    <a:pt x="9707" y="15338"/>
                  </a:lnTo>
                  <a:lnTo>
                    <a:pt x="9424" y="15519"/>
                  </a:lnTo>
                  <a:lnTo>
                    <a:pt x="9121" y="15681"/>
                  </a:lnTo>
                  <a:lnTo>
                    <a:pt x="8516" y="16004"/>
                  </a:lnTo>
                  <a:lnTo>
                    <a:pt x="8274" y="16145"/>
                  </a:lnTo>
                  <a:lnTo>
                    <a:pt x="7668" y="16447"/>
                  </a:lnTo>
                  <a:lnTo>
                    <a:pt x="7083" y="16791"/>
                  </a:lnTo>
                  <a:lnTo>
                    <a:pt x="6478" y="17134"/>
                  </a:lnTo>
                  <a:lnTo>
                    <a:pt x="5913" y="17497"/>
                  </a:lnTo>
                  <a:lnTo>
                    <a:pt x="5328" y="17860"/>
                  </a:lnTo>
                  <a:lnTo>
                    <a:pt x="4763" y="18223"/>
                  </a:lnTo>
                  <a:lnTo>
                    <a:pt x="4198" y="18607"/>
                  </a:lnTo>
                  <a:lnTo>
                    <a:pt x="3653" y="19010"/>
                  </a:lnTo>
                  <a:lnTo>
                    <a:pt x="2866" y="19596"/>
                  </a:lnTo>
                  <a:lnTo>
                    <a:pt x="2502" y="19918"/>
                  </a:lnTo>
                  <a:lnTo>
                    <a:pt x="2139" y="20241"/>
                  </a:lnTo>
                  <a:lnTo>
                    <a:pt x="1776" y="20584"/>
                  </a:lnTo>
                  <a:lnTo>
                    <a:pt x="1453" y="20948"/>
                  </a:lnTo>
                  <a:lnTo>
                    <a:pt x="1150" y="21331"/>
                  </a:lnTo>
                  <a:lnTo>
                    <a:pt x="868" y="21755"/>
                  </a:lnTo>
                  <a:lnTo>
                    <a:pt x="727" y="21997"/>
                  </a:lnTo>
                  <a:lnTo>
                    <a:pt x="585" y="22259"/>
                  </a:lnTo>
                  <a:lnTo>
                    <a:pt x="464" y="22542"/>
                  </a:lnTo>
                  <a:lnTo>
                    <a:pt x="363" y="22804"/>
                  </a:lnTo>
                  <a:lnTo>
                    <a:pt x="262" y="23087"/>
                  </a:lnTo>
                  <a:lnTo>
                    <a:pt x="182" y="23369"/>
                  </a:lnTo>
                  <a:lnTo>
                    <a:pt x="121" y="23652"/>
                  </a:lnTo>
                  <a:lnTo>
                    <a:pt x="61" y="23934"/>
                  </a:lnTo>
                  <a:lnTo>
                    <a:pt x="20" y="24217"/>
                  </a:lnTo>
                  <a:lnTo>
                    <a:pt x="0" y="24520"/>
                  </a:lnTo>
                  <a:lnTo>
                    <a:pt x="0" y="24802"/>
                  </a:lnTo>
                  <a:lnTo>
                    <a:pt x="0" y="25105"/>
                  </a:lnTo>
                  <a:lnTo>
                    <a:pt x="20" y="25387"/>
                  </a:lnTo>
                  <a:lnTo>
                    <a:pt x="61" y="25690"/>
                  </a:lnTo>
                  <a:lnTo>
                    <a:pt x="101" y="25972"/>
                  </a:lnTo>
                  <a:lnTo>
                    <a:pt x="161" y="26255"/>
                  </a:lnTo>
                  <a:lnTo>
                    <a:pt x="283" y="26699"/>
                  </a:lnTo>
                  <a:lnTo>
                    <a:pt x="444" y="27103"/>
                  </a:lnTo>
                  <a:lnTo>
                    <a:pt x="646" y="27486"/>
                  </a:lnTo>
                  <a:lnTo>
                    <a:pt x="848" y="27849"/>
                  </a:lnTo>
                  <a:lnTo>
                    <a:pt x="1110" y="28172"/>
                  </a:lnTo>
                  <a:lnTo>
                    <a:pt x="1372" y="28475"/>
                  </a:lnTo>
                  <a:lnTo>
                    <a:pt x="1675" y="28737"/>
                  </a:lnTo>
                  <a:lnTo>
                    <a:pt x="1978" y="28959"/>
                  </a:lnTo>
                  <a:lnTo>
                    <a:pt x="2220" y="29100"/>
                  </a:lnTo>
                  <a:lnTo>
                    <a:pt x="2462" y="29221"/>
                  </a:lnTo>
                  <a:lnTo>
                    <a:pt x="2704" y="29302"/>
                  </a:lnTo>
                  <a:lnTo>
                    <a:pt x="2967" y="29383"/>
                  </a:lnTo>
                  <a:lnTo>
                    <a:pt x="3209" y="29443"/>
                  </a:lnTo>
                  <a:lnTo>
                    <a:pt x="3471" y="29484"/>
                  </a:lnTo>
                  <a:lnTo>
                    <a:pt x="3733" y="29504"/>
                  </a:lnTo>
                  <a:lnTo>
                    <a:pt x="3996" y="29524"/>
                  </a:lnTo>
                  <a:lnTo>
                    <a:pt x="4460" y="29484"/>
                  </a:lnTo>
                  <a:lnTo>
                    <a:pt x="4904" y="29423"/>
                  </a:lnTo>
                  <a:lnTo>
                    <a:pt x="5368" y="29322"/>
                  </a:lnTo>
                  <a:lnTo>
                    <a:pt x="5812" y="29181"/>
                  </a:lnTo>
                  <a:lnTo>
                    <a:pt x="6236" y="29020"/>
                  </a:lnTo>
                  <a:lnTo>
                    <a:pt x="6639" y="28838"/>
                  </a:lnTo>
                  <a:lnTo>
                    <a:pt x="7003" y="28636"/>
                  </a:lnTo>
                  <a:lnTo>
                    <a:pt x="7366" y="28414"/>
                  </a:lnTo>
                  <a:lnTo>
                    <a:pt x="7729" y="28152"/>
                  </a:lnTo>
                  <a:lnTo>
                    <a:pt x="8072" y="27890"/>
                  </a:lnTo>
                  <a:lnTo>
                    <a:pt x="8415" y="27587"/>
                  </a:lnTo>
                  <a:lnTo>
                    <a:pt x="8738" y="27304"/>
                  </a:lnTo>
                  <a:lnTo>
                    <a:pt x="9384" y="26699"/>
                  </a:lnTo>
                  <a:lnTo>
                    <a:pt x="9989" y="26073"/>
                  </a:lnTo>
                  <a:lnTo>
                    <a:pt x="10756" y="25307"/>
                  </a:lnTo>
                  <a:lnTo>
                    <a:pt x="11139" y="24943"/>
                  </a:lnTo>
                  <a:lnTo>
                    <a:pt x="11543" y="24580"/>
                  </a:lnTo>
                  <a:lnTo>
                    <a:pt x="12108" y="24116"/>
                  </a:lnTo>
                  <a:lnTo>
                    <a:pt x="12693" y="23672"/>
                  </a:lnTo>
                  <a:lnTo>
                    <a:pt x="13299" y="23248"/>
                  </a:lnTo>
                  <a:lnTo>
                    <a:pt x="13985" y="22824"/>
                  </a:lnTo>
                  <a:lnTo>
                    <a:pt x="14691" y="22401"/>
                  </a:lnTo>
                  <a:lnTo>
                    <a:pt x="15458" y="21997"/>
                  </a:lnTo>
                  <a:lnTo>
                    <a:pt x="16285" y="21593"/>
                  </a:lnTo>
                  <a:lnTo>
                    <a:pt x="17173" y="21170"/>
                  </a:lnTo>
                  <a:lnTo>
                    <a:pt x="17758" y="20907"/>
                  </a:lnTo>
                  <a:lnTo>
                    <a:pt x="18505" y="20584"/>
                  </a:lnTo>
                  <a:lnTo>
                    <a:pt x="19252" y="20241"/>
                  </a:lnTo>
                  <a:lnTo>
                    <a:pt x="19958" y="19878"/>
                  </a:lnTo>
                  <a:lnTo>
                    <a:pt x="20321" y="19696"/>
                  </a:lnTo>
                  <a:lnTo>
                    <a:pt x="20664" y="19495"/>
                  </a:lnTo>
                  <a:lnTo>
                    <a:pt x="20987" y="19273"/>
                  </a:lnTo>
                  <a:lnTo>
                    <a:pt x="21330" y="19051"/>
                  </a:lnTo>
                  <a:lnTo>
                    <a:pt x="21633" y="18809"/>
                  </a:lnTo>
                  <a:lnTo>
                    <a:pt x="21936" y="18566"/>
                  </a:lnTo>
                  <a:lnTo>
                    <a:pt x="22218" y="18304"/>
                  </a:lnTo>
                  <a:lnTo>
                    <a:pt x="22501" y="18022"/>
                  </a:lnTo>
                  <a:lnTo>
                    <a:pt x="22743" y="17719"/>
                  </a:lnTo>
                  <a:lnTo>
                    <a:pt x="22985" y="17396"/>
                  </a:lnTo>
                  <a:lnTo>
                    <a:pt x="23227" y="17013"/>
                  </a:lnTo>
                  <a:lnTo>
                    <a:pt x="23449" y="16589"/>
                  </a:lnTo>
                  <a:lnTo>
                    <a:pt x="23631" y="16185"/>
                  </a:lnTo>
                  <a:lnTo>
                    <a:pt x="23792" y="15761"/>
                  </a:lnTo>
                  <a:lnTo>
                    <a:pt x="23954" y="15317"/>
                  </a:lnTo>
                  <a:lnTo>
                    <a:pt x="24075" y="14873"/>
                  </a:lnTo>
                  <a:lnTo>
                    <a:pt x="24297" y="14006"/>
                  </a:lnTo>
                  <a:lnTo>
                    <a:pt x="24478" y="13198"/>
                  </a:lnTo>
                  <a:lnTo>
                    <a:pt x="24620" y="12432"/>
                  </a:lnTo>
                  <a:lnTo>
                    <a:pt x="24741" y="11685"/>
                  </a:lnTo>
                  <a:lnTo>
                    <a:pt x="24842" y="10938"/>
                  </a:lnTo>
                  <a:lnTo>
                    <a:pt x="24902" y="10232"/>
                  </a:lnTo>
                  <a:lnTo>
                    <a:pt x="24943" y="9546"/>
                  </a:lnTo>
                  <a:lnTo>
                    <a:pt x="24963" y="8880"/>
                  </a:lnTo>
                  <a:lnTo>
                    <a:pt x="24963" y="8214"/>
                  </a:lnTo>
                  <a:lnTo>
                    <a:pt x="24922" y="7447"/>
                  </a:lnTo>
                  <a:lnTo>
                    <a:pt x="24842" y="6721"/>
                  </a:lnTo>
                  <a:lnTo>
                    <a:pt x="24741" y="6014"/>
                  </a:lnTo>
                  <a:lnTo>
                    <a:pt x="24579" y="5348"/>
                  </a:lnTo>
                  <a:lnTo>
                    <a:pt x="24398" y="4703"/>
                  </a:lnTo>
                  <a:lnTo>
                    <a:pt x="24156" y="4097"/>
                  </a:lnTo>
                  <a:lnTo>
                    <a:pt x="23893" y="3532"/>
                  </a:lnTo>
                  <a:lnTo>
                    <a:pt x="23752" y="3250"/>
                  </a:lnTo>
                  <a:lnTo>
                    <a:pt x="23591" y="2987"/>
                  </a:lnTo>
                  <a:lnTo>
                    <a:pt x="23389" y="2685"/>
                  </a:lnTo>
                  <a:lnTo>
                    <a:pt x="23187" y="2382"/>
                  </a:lnTo>
                  <a:lnTo>
                    <a:pt x="22965" y="2099"/>
                  </a:lnTo>
                  <a:lnTo>
                    <a:pt x="22723" y="1837"/>
                  </a:lnTo>
                  <a:lnTo>
                    <a:pt x="22460" y="1595"/>
                  </a:lnTo>
                  <a:lnTo>
                    <a:pt x="22218" y="1353"/>
                  </a:lnTo>
                  <a:lnTo>
                    <a:pt x="21936" y="1151"/>
                  </a:lnTo>
                  <a:lnTo>
                    <a:pt x="21653" y="949"/>
                  </a:lnTo>
                  <a:lnTo>
                    <a:pt x="21371" y="768"/>
                  </a:lnTo>
                  <a:lnTo>
                    <a:pt x="21088" y="606"/>
                  </a:lnTo>
                  <a:lnTo>
                    <a:pt x="20785" y="445"/>
                  </a:lnTo>
                  <a:lnTo>
                    <a:pt x="20483" y="324"/>
                  </a:lnTo>
                  <a:lnTo>
                    <a:pt x="20160" y="223"/>
                  </a:lnTo>
                  <a:lnTo>
                    <a:pt x="19857" y="142"/>
                  </a:lnTo>
                  <a:lnTo>
                    <a:pt x="19534" y="61"/>
                  </a:lnTo>
                  <a:lnTo>
                    <a:pt x="19211" y="21"/>
                  </a:lnTo>
                  <a:lnTo>
                    <a:pt x="18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16"/>
            <p:cNvSpPr/>
            <p:nvPr/>
          </p:nvSpPr>
          <p:spPr>
            <a:xfrm flipH="1" rot="7510477">
              <a:off x="4097216" y="3895863"/>
              <a:ext cx="1193712" cy="1427300"/>
            </a:xfrm>
            <a:custGeom>
              <a:rect b="b" l="l" r="r" t="t"/>
              <a:pathLst>
                <a:path extrusionOk="0" h="25529" w="21351">
                  <a:moveTo>
                    <a:pt x="16709" y="81"/>
                  </a:moveTo>
                  <a:lnTo>
                    <a:pt x="17052" y="122"/>
                  </a:lnTo>
                  <a:lnTo>
                    <a:pt x="17416" y="202"/>
                  </a:lnTo>
                  <a:lnTo>
                    <a:pt x="17759" y="303"/>
                  </a:lnTo>
                  <a:lnTo>
                    <a:pt x="18102" y="424"/>
                  </a:lnTo>
                  <a:lnTo>
                    <a:pt x="18445" y="586"/>
                  </a:lnTo>
                  <a:lnTo>
                    <a:pt x="18788" y="788"/>
                  </a:lnTo>
                  <a:lnTo>
                    <a:pt x="19111" y="1010"/>
                  </a:lnTo>
                  <a:lnTo>
                    <a:pt x="19434" y="1272"/>
                  </a:lnTo>
                  <a:lnTo>
                    <a:pt x="19736" y="1575"/>
                  </a:lnTo>
                  <a:lnTo>
                    <a:pt x="19999" y="1897"/>
                  </a:lnTo>
                  <a:lnTo>
                    <a:pt x="20261" y="2261"/>
                  </a:lnTo>
                  <a:lnTo>
                    <a:pt x="20483" y="2644"/>
                  </a:lnTo>
                  <a:lnTo>
                    <a:pt x="20644" y="2947"/>
                  </a:lnTo>
                  <a:lnTo>
                    <a:pt x="20766" y="3250"/>
                  </a:lnTo>
                  <a:lnTo>
                    <a:pt x="20887" y="3572"/>
                  </a:lnTo>
                  <a:lnTo>
                    <a:pt x="20987" y="3895"/>
                  </a:lnTo>
                  <a:lnTo>
                    <a:pt x="21068" y="4238"/>
                  </a:lnTo>
                  <a:lnTo>
                    <a:pt x="21149" y="4581"/>
                  </a:lnTo>
                  <a:lnTo>
                    <a:pt x="21209" y="4945"/>
                  </a:lnTo>
                  <a:lnTo>
                    <a:pt x="21250" y="5308"/>
                  </a:lnTo>
                  <a:lnTo>
                    <a:pt x="21270" y="5691"/>
                  </a:lnTo>
                  <a:lnTo>
                    <a:pt x="21270" y="6075"/>
                  </a:lnTo>
                  <a:lnTo>
                    <a:pt x="21270" y="6478"/>
                  </a:lnTo>
                  <a:lnTo>
                    <a:pt x="21250" y="6882"/>
                  </a:lnTo>
                  <a:lnTo>
                    <a:pt x="21230" y="7306"/>
                  </a:lnTo>
                  <a:lnTo>
                    <a:pt x="21169" y="7750"/>
                  </a:lnTo>
                  <a:lnTo>
                    <a:pt x="21109" y="8194"/>
                  </a:lnTo>
                  <a:lnTo>
                    <a:pt x="21028" y="8658"/>
                  </a:lnTo>
                  <a:lnTo>
                    <a:pt x="20947" y="9122"/>
                  </a:lnTo>
                  <a:lnTo>
                    <a:pt x="20846" y="9586"/>
                  </a:lnTo>
                  <a:lnTo>
                    <a:pt x="20725" y="10010"/>
                  </a:lnTo>
                  <a:lnTo>
                    <a:pt x="20604" y="10434"/>
                  </a:lnTo>
                  <a:lnTo>
                    <a:pt x="20483" y="10857"/>
                  </a:lnTo>
                  <a:lnTo>
                    <a:pt x="20342" y="11261"/>
                  </a:lnTo>
                  <a:lnTo>
                    <a:pt x="20180" y="11644"/>
                  </a:lnTo>
                  <a:lnTo>
                    <a:pt x="20019" y="12008"/>
                  </a:lnTo>
                  <a:lnTo>
                    <a:pt x="19857" y="12371"/>
                  </a:lnTo>
                  <a:lnTo>
                    <a:pt x="19676" y="12714"/>
                  </a:lnTo>
                  <a:lnTo>
                    <a:pt x="19474" y="13037"/>
                  </a:lnTo>
                  <a:lnTo>
                    <a:pt x="19272" y="13340"/>
                  </a:lnTo>
                  <a:lnTo>
                    <a:pt x="19070" y="13642"/>
                  </a:lnTo>
                  <a:lnTo>
                    <a:pt x="18848" y="13945"/>
                  </a:lnTo>
                  <a:lnTo>
                    <a:pt x="18606" y="14207"/>
                  </a:lnTo>
                  <a:lnTo>
                    <a:pt x="18364" y="14470"/>
                  </a:lnTo>
                  <a:lnTo>
                    <a:pt x="18142" y="14692"/>
                  </a:lnTo>
                  <a:lnTo>
                    <a:pt x="17920" y="14893"/>
                  </a:lnTo>
                  <a:lnTo>
                    <a:pt x="17436" y="15297"/>
                  </a:lnTo>
                  <a:lnTo>
                    <a:pt x="16931" y="15640"/>
                  </a:lnTo>
                  <a:lnTo>
                    <a:pt x="16386" y="15983"/>
                  </a:lnTo>
                  <a:lnTo>
                    <a:pt x="15842" y="16306"/>
                  </a:lnTo>
                  <a:lnTo>
                    <a:pt x="15297" y="16589"/>
                  </a:lnTo>
                  <a:lnTo>
                    <a:pt x="14187" y="17154"/>
                  </a:lnTo>
                  <a:lnTo>
                    <a:pt x="13481" y="17497"/>
                  </a:lnTo>
                  <a:lnTo>
                    <a:pt x="12774" y="17860"/>
                  </a:lnTo>
                  <a:lnTo>
                    <a:pt x="12088" y="18264"/>
                  </a:lnTo>
                  <a:lnTo>
                    <a:pt x="11422" y="18667"/>
                  </a:lnTo>
                  <a:lnTo>
                    <a:pt x="10958" y="18990"/>
                  </a:lnTo>
                  <a:lnTo>
                    <a:pt x="10494" y="19333"/>
                  </a:lnTo>
                  <a:lnTo>
                    <a:pt x="10070" y="19696"/>
                  </a:lnTo>
                  <a:lnTo>
                    <a:pt x="9646" y="20060"/>
                  </a:lnTo>
                  <a:lnTo>
                    <a:pt x="8799" y="20847"/>
                  </a:lnTo>
                  <a:lnTo>
                    <a:pt x="7992" y="21613"/>
                  </a:lnTo>
                  <a:lnTo>
                    <a:pt x="7205" y="22400"/>
                  </a:lnTo>
                  <a:lnTo>
                    <a:pt x="6377" y="23167"/>
                  </a:lnTo>
                  <a:lnTo>
                    <a:pt x="5953" y="23531"/>
                  </a:lnTo>
                  <a:lnTo>
                    <a:pt x="5509" y="23894"/>
                  </a:lnTo>
                  <a:lnTo>
                    <a:pt x="5065" y="24237"/>
                  </a:lnTo>
                  <a:lnTo>
                    <a:pt x="4601" y="24560"/>
                  </a:lnTo>
                  <a:lnTo>
                    <a:pt x="4178" y="24822"/>
                  </a:lnTo>
                  <a:lnTo>
                    <a:pt x="3935" y="24963"/>
                  </a:lnTo>
                  <a:lnTo>
                    <a:pt x="3673" y="25084"/>
                  </a:lnTo>
                  <a:lnTo>
                    <a:pt x="3411" y="25205"/>
                  </a:lnTo>
                  <a:lnTo>
                    <a:pt x="3148" y="25306"/>
                  </a:lnTo>
                  <a:lnTo>
                    <a:pt x="2866" y="25367"/>
                  </a:lnTo>
                  <a:lnTo>
                    <a:pt x="2563" y="25427"/>
                  </a:lnTo>
                  <a:lnTo>
                    <a:pt x="2260" y="25448"/>
                  </a:lnTo>
                  <a:lnTo>
                    <a:pt x="1978" y="25427"/>
                  </a:lnTo>
                  <a:lnTo>
                    <a:pt x="1695" y="25367"/>
                  </a:lnTo>
                  <a:lnTo>
                    <a:pt x="1433" y="25286"/>
                  </a:lnTo>
                  <a:lnTo>
                    <a:pt x="1171" y="25185"/>
                  </a:lnTo>
                  <a:lnTo>
                    <a:pt x="949" y="25044"/>
                  </a:lnTo>
                  <a:lnTo>
                    <a:pt x="747" y="24883"/>
                  </a:lnTo>
                  <a:lnTo>
                    <a:pt x="585" y="24701"/>
                  </a:lnTo>
                  <a:lnTo>
                    <a:pt x="424" y="24459"/>
                  </a:lnTo>
                  <a:lnTo>
                    <a:pt x="303" y="24196"/>
                  </a:lnTo>
                  <a:lnTo>
                    <a:pt x="222" y="23894"/>
                  </a:lnTo>
                  <a:lnTo>
                    <a:pt x="142" y="23551"/>
                  </a:lnTo>
                  <a:lnTo>
                    <a:pt x="101" y="23167"/>
                  </a:lnTo>
                  <a:lnTo>
                    <a:pt x="81" y="22784"/>
                  </a:lnTo>
                  <a:lnTo>
                    <a:pt x="101" y="22421"/>
                  </a:lnTo>
                  <a:lnTo>
                    <a:pt x="142" y="22037"/>
                  </a:lnTo>
                  <a:lnTo>
                    <a:pt x="202" y="21654"/>
                  </a:lnTo>
                  <a:lnTo>
                    <a:pt x="303" y="21291"/>
                  </a:lnTo>
                  <a:lnTo>
                    <a:pt x="424" y="20947"/>
                  </a:lnTo>
                  <a:lnTo>
                    <a:pt x="585" y="20584"/>
                  </a:lnTo>
                  <a:lnTo>
                    <a:pt x="727" y="20342"/>
                  </a:lnTo>
                  <a:lnTo>
                    <a:pt x="868" y="20080"/>
                  </a:lnTo>
                  <a:lnTo>
                    <a:pt x="1029" y="19838"/>
                  </a:lnTo>
                  <a:lnTo>
                    <a:pt x="1211" y="19616"/>
                  </a:lnTo>
                  <a:lnTo>
                    <a:pt x="1393" y="19373"/>
                  </a:lnTo>
                  <a:lnTo>
                    <a:pt x="1574" y="19172"/>
                  </a:lnTo>
                  <a:lnTo>
                    <a:pt x="1978" y="18768"/>
                  </a:lnTo>
                  <a:lnTo>
                    <a:pt x="2402" y="18385"/>
                  </a:lnTo>
                  <a:lnTo>
                    <a:pt x="2825" y="18042"/>
                  </a:lnTo>
                  <a:lnTo>
                    <a:pt x="3249" y="17739"/>
                  </a:lnTo>
                  <a:lnTo>
                    <a:pt x="3673" y="17456"/>
                  </a:lnTo>
                  <a:lnTo>
                    <a:pt x="4561" y="16871"/>
                  </a:lnTo>
                  <a:lnTo>
                    <a:pt x="5489" y="16306"/>
                  </a:lnTo>
                  <a:lnTo>
                    <a:pt x="6438" y="15761"/>
                  </a:lnTo>
                  <a:lnTo>
                    <a:pt x="7366" y="15257"/>
                  </a:lnTo>
                  <a:lnTo>
                    <a:pt x="7568" y="15136"/>
                  </a:lnTo>
                  <a:lnTo>
                    <a:pt x="8153" y="14793"/>
                  </a:lnTo>
                  <a:lnTo>
                    <a:pt x="8758" y="14429"/>
                  </a:lnTo>
                  <a:lnTo>
                    <a:pt x="9041" y="14228"/>
                  </a:lnTo>
                  <a:lnTo>
                    <a:pt x="9323" y="14026"/>
                  </a:lnTo>
                  <a:lnTo>
                    <a:pt x="9606" y="13804"/>
                  </a:lnTo>
                  <a:lnTo>
                    <a:pt x="9868" y="13541"/>
                  </a:lnTo>
                  <a:lnTo>
                    <a:pt x="10070" y="13340"/>
                  </a:lnTo>
                  <a:lnTo>
                    <a:pt x="10232" y="13138"/>
                  </a:lnTo>
                  <a:lnTo>
                    <a:pt x="10393" y="12916"/>
                  </a:lnTo>
                  <a:lnTo>
                    <a:pt x="10534" y="12694"/>
                  </a:lnTo>
                  <a:lnTo>
                    <a:pt x="10675" y="12452"/>
                  </a:lnTo>
                  <a:lnTo>
                    <a:pt x="10797" y="12210"/>
                  </a:lnTo>
                  <a:lnTo>
                    <a:pt x="10897" y="11967"/>
                  </a:lnTo>
                  <a:lnTo>
                    <a:pt x="10978" y="11725"/>
                  </a:lnTo>
                  <a:lnTo>
                    <a:pt x="11140" y="11221"/>
                  </a:lnTo>
                  <a:lnTo>
                    <a:pt x="11261" y="10716"/>
                  </a:lnTo>
                  <a:lnTo>
                    <a:pt x="11362" y="10191"/>
                  </a:lnTo>
                  <a:lnTo>
                    <a:pt x="11463" y="9647"/>
                  </a:lnTo>
                  <a:lnTo>
                    <a:pt x="11563" y="8839"/>
                  </a:lnTo>
                  <a:lnTo>
                    <a:pt x="11664" y="8012"/>
                  </a:lnTo>
                  <a:lnTo>
                    <a:pt x="11846" y="6599"/>
                  </a:lnTo>
                  <a:lnTo>
                    <a:pt x="11947" y="5893"/>
                  </a:lnTo>
                  <a:lnTo>
                    <a:pt x="12088" y="5187"/>
                  </a:lnTo>
                  <a:lnTo>
                    <a:pt x="12209" y="4682"/>
                  </a:lnTo>
                  <a:lnTo>
                    <a:pt x="12330" y="4218"/>
                  </a:lnTo>
                  <a:lnTo>
                    <a:pt x="12472" y="3754"/>
                  </a:lnTo>
                  <a:lnTo>
                    <a:pt x="12633" y="3330"/>
                  </a:lnTo>
                  <a:lnTo>
                    <a:pt x="12794" y="2947"/>
                  </a:lnTo>
                  <a:lnTo>
                    <a:pt x="12976" y="2563"/>
                  </a:lnTo>
                  <a:lnTo>
                    <a:pt x="13158" y="2220"/>
                  </a:lnTo>
                  <a:lnTo>
                    <a:pt x="13359" y="1897"/>
                  </a:lnTo>
                  <a:lnTo>
                    <a:pt x="13561" y="1615"/>
                  </a:lnTo>
                  <a:lnTo>
                    <a:pt x="13803" y="1332"/>
                  </a:lnTo>
                  <a:lnTo>
                    <a:pt x="14025" y="1090"/>
                  </a:lnTo>
                  <a:lnTo>
                    <a:pt x="14288" y="868"/>
                  </a:lnTo>
                  <a:lnTo>
                    <a:pt x="14550" y="687"/>
                  </a:lnTo>
                  <a:lnTo>
                    <a:pt x="14812" y="525"/>
                  </a:lnTo>
                  <a:lnTo>
                    <a:pt x="15115" y="364"/>
                  </a:lnTo>
                  <a:lnTo>
                    <a:pt x="15418" y="263"/>
                  </a:lnTo>
                  <a:lnTo>
                    <a:pt x="15721" y="162"/>
                  </a:lnTo>
                  <a:lnTo>
                    <a:pt x="16043" y="101"/>
                  </a:lnTo>
                  <a:lnTo>
                    <a:pt x="16366" y="81"/>
                  </a:lnTo>
                  <a:close/>
                  <a:moveTo>
                    <a:pt x="16467" y="1"/>
                  </a:moveTo>
                  <a:lnTo>
                    <a:pt x="16104" y="21"/>
                  </a:lnTo>
                  <a:lnTo>
                    <a:pt x="15741" y="81"/>
                  </a:lnTo>
                  <a:lnTo>
                    <a:pt x="15377" y="182"/>
                  </a:lnTo>
                  <a:lnTo>
                    <a:pt x="15075" y="303"/>
                  </a:lnTo>
                  <a:lnTo>
                    <a:pt x="14792" y="445"/>
                  </a:lnTo>
                  <a:lnTo>
                    <a:pt x="14510" y="606"/>
                  </a:lnTo>
                  <a:lnTo>
                    <a:pt x="14227" y="808"/>
                  </a:lnTo>
                  <a:lnTo>
                    <a:pt x="13985" y="1030"/>
                  </a:lnTo>
                  <a:lnTo>
                    <a:pt x="13743" y="1272"/>
                  </a:lnTo>
                  <a:lnTo>
                    <a:pt x="13501" y="1554"/>
                  </a:lnTo>
                  <a:lnTo>
                    <a:pt x="13299" y="1857"/>
                  </a:lnTo>
                  <a:lnTo>
                    <a:pt x="13097" y="2180"/>
                  </a:lnTo>
                  <a:lnTo>
                    <a:pt x="12895" y="2523"/>
                  </a:lnTo>
                  <a:lnTo>
                    <a:pt x="12714" y="2906"/>
                  </a:lnTo>
                  <a:lnTo>
                    <a:pt x="12552" y="3310"/>
                  </a:lnTo>
                  <a:lnTo>
                    <a:pt x="12391" y="3734"/>
                  </a:lnTo>
                  <a:lnTo>
                    <a:pt x="12250" y="4178"/>
                  </a:lnTo>
                  <a:lnTo>
                    <a:pt x="12128" y="4662"/>
                  </a:lnTo>
                  <a:lnTo>
                    <a:pt x="12007" y="5187"/>
                  </a:lnTo>
                  <a:lnTo>
                    <a:pt x="11886" y="5873"/>
                  </a:lnTo>
                  <a:lnTo>
                    <a:pt x="11765" y="6599"/>
                  </a:lnTo>
                  <a:lnTo>
                    <a:pt x="11584" y="7992"/>
                  </a:lnTo>
                  <a:lnTo>
                    <a:pt x="11483" y="8819"/>
                  </a:lnTo>
                  <a:lnTo>
                    <a:pt x="11382" y="9647"/>
                  </a:lnTo>
                  <a:lnTo>
                    <a:pt x="11281" y="10171"/>
                  </a:lnTo>
                  <a:lnTo>
                    <a:pt x="11180" y="10696"/>
                  </a:lnTo>
                  <a:lnTo>
                    <a:pt x="11059" y="11200"/>
                  </a:lnTo>
                  <a:lnTo>
                    <a:pt x="10918" y="11705"/>
                  </a:lnTo>
                  <a:lnTo>
                    <a:pt x="10817" y="11947"/>
                  </a:lnTo>
                  <a:lnTo>
                    <a:pt x="10716" y="12169"/>
                  </a:lnTo>
                  <a:lnTo>
                    <a:pt x="10595" y="12411"/>
                  </a:lnTo>
                  <a:lnTo>
                    <a:pt x="10474" y="12633"/>
                  </a:lnTo>
                  <a:lnTo>
                    <a:pt x="10332" y="12855"/>
                  </a:lnTo>
                  <a:lnTo>
                    <a:pt x="10171" y="13077"/>
                  </a:lnTo>
                  <a:lnTo>
                    <a:pt x="10010" y="13279"/>
                  </a:lnTo>
                  <a:lnTo>
                    <a:pt x="9808" y="13501"/>
                  </a:lnTo>
                  <a:lnTo>
                    <a:pt x="9545" y="13743"/>
                  </a:lnTo>
                  <a:lnTo>
                    <a:pt x="9283" y="13965"/>
                  </a:lnTo>
                  <a:lnTo>
                    <a:pt x="9001" y="14167"/>
                  </a:lnTo>
                  <a:lnTo>
                    <a:pt x="8718" y="14369"/>
                  </a:lnTo>
                  <a:lnTo>
                    <a:pt x="8113" y="14732"/>
                  </a:lnTo>
                  <a:lnTo>
                    <a:pt x="7527" y="15055"/>
                  </a:lnTo>
                  <a:lnTo>
                    <a:pt x="7326" y="15176"/>
                  </a:lnTo>
                  <a:lnTo>
                    <a:pt x="6397" y="15701"/>
                  </a:lnTo>
                  <a:lnTo>
                    <a:pt x="5449" y="16246"/>
                  </a:lnTo>
                  <a:lnTo>
                    <a:pt x="4521" y="16790"/>
                  </a:lnTo>
                  <a:lnTo>
                    <a:pt x="3612" y="17376"/>
                  </a:lnTo>
                  <a:lnTo>
                    <a:pt x="3209" y="17658"/>
                  </a:lnTo>
                  <a:lnTo>
                    <a:pt x="2765" y="17981"/>
                  </a:lnTo>
                  <a:lnTo>
                    <a:pt x="2341" y="18324"/>
                  </a:lnTo>
                  <a:lnTo>
                    <a:pt x="1917" y="18707"/>
                  </a:lnTo>
                  <a:lnTo>
                    <a:pt x="1514" y="19111"/>
                  </a:lnTo>
                  <a:lnTo>
                    <a:pt x="1312" y="19333"/>
                  </a:lnTo>
                  <a:lnTo>
                    <a:pt x="1130" y="19555"/>
                  </a:lnTo>
                  <a:lnTo>
                    <a:pt x="969" y="19797"/>
                  </a:lnTo>
                  <a:lnTo>
                    <a:pt x="807" y="20039"/>
                  </a:lnTo>
                  <a:lnTo>
                    <a:pt x="646" y="20302"/>
                  </a:lnTo>
                  <a:lnTo>
                    <a:pt x="505" y="20564"/>
                  </a:lnTo>
                  <a:lnTo>
                    <a:pt x="364" y="20907"/>
                  </a:lnTo>
                  <a:lnTo>
                    <a:pt x="222" y="21270"/>
                  </a:lnTo>
                  <a:lnTo>
                    <a:pt x="142" y="21654"/>
                  </a:lnTo>
                  <a:lnTo>
                    <a:pt x="61" y="22017"/>
                  </a:lnTo>
                  <a:lnTo>
                    <a:pt x="20" y="22400"/>
                  </a:lnTo>
                  <a:lnTo>
                    <a:pt x="0" y="22784"/>
                  </a:lnTo>
                  <a:lnTo>
                    <a:pt x="20" y="23167"/>
                  </a:lnTo>
                  <a:lnTo>
                    <a:pt x="61" y="23551"/>
                  </a:lnTo>
                  <a:lnTo>
                    <a:pt x="142" y="23914"/>
                  </a:lnTo>
                  <a:lnTo>
                    <a:pt x="242" y="24237"/>
                  </a:lnTo>
                  <a:lnTo>
                    <a:pt x="364" y="24499"/>
                  </a:lnTo>
                  <a:lnTo>
                    <a:pt x="505" y="24741"/>
                  </a:lnTo>
                  <a:lnTo>
                    <a:pt x="666" y="24923"/>
                  </a:lnTo>
                  <a:lnTo>
                    <a:pt x="848" y="25064"/>
                  </a:lnTo>
                  <a:lnTo>
                    <a:pt x="1050" y="25205"/>
                  </a:lnTo>
                  <a:lnTo>
                    <a:pt x="1251" y="25327"/>
                  </a:lnTo>
                  <a:lnTo>
                    <a:pt x="1494" y="25407"/>
                  </a:lnTo>
                  <a:lnTo>
                    <a:pt x="1736" y="25468"/>
                  </a:lnTo>
                  <a:lnTo>
                    <a:pt x="1978" y="25508"/>
                  </a:lnTo>
                  <a:lnTo>
                    <a:pt x="2260" y="25528"/>
                  </a:lnTo>
                  <a:lnTo>
                    <a:pt x="2563" y="25508"/>
                  </a:lnTo>
                  <a:lnTo>
                    <a:pt x="2866" y="25448"/>
                  </a:lnTo>
                  <a:lnTo>
                    <a:pt x="3169" y="25367"/>
                  </a:lnTo>
                  <a:lnTo>
                    <a:pt x="3451" y="25286"/>
                  </a:lnTo>
                  <a:lnTo>
                    <a:pt x="3713" y="25165"/>
                  </a:lnTo>
                  <a:lnTo>
                    <a:pt x="3976" y="25044"/>
                  </a:lnTo>
                  <a:lnTo>
                    <a:pt x="4218" y="24903"/>
                  </a:lnTo>
                  <a:lnTo>
                    <a:pt x="4642" y="24620"/>
                  </a:lnTo>
                  <a:lnTo>
                    <a:pt x="5106" y="24297"/>
                  </a:lnTo>
                  <a:lnTo>
                    <a:pt x="5550" y="23954"/>
                  </a:lnTo>
                  <a:lnTo>
                    <a:pt x="5994" y="23611"/>
                  </a:lnTo>
                  <a:lnTo>
                    <a:pt x="6418" y="23228"/>
                  </a:lnTo>
                  <a:lnTo>
                    <a:pt x="7245" y="22461"/>
                  </a:lnTo>
                  <a:lnTo>
                    <a:pt x="8052" y="21674"/>
                  </a:lnTo>
                  <a:lnTo>
                    <a:pt x="8859" y="20907"/>
                  </a:lnTo>
                  <a:lnTo>
                    <a:pt x="9687" y="20140"/>
                  </a:lnTo>
                  <a:lnTo>
                    <a:pt x="10110" y="19757"/>
                  </a:lnTo>
                  <a:lnTo>
                    <a:pt x="10554" y="19394"/>
                  </a:lnTo>
                  <a:lnTo>
                    <a:pt x="10998" y="19051"/>
                  </a:lnTo>
                  <a:lnTo>
                    <a:pt x="11463" y="18728"/>
                  </a:lnTo>
                  <a:lnTo>
                    <a:pt x="12128" y="18324"/>
                  </a:lnTo>
                  <a:lnTo>
                    <a:pt x="12815" y="17941"/>
                  </a:lnTo>
                  <a:lnTo>
                    <a:pt x="13521" y="17577"/>
                  </a:lnTo>
                  <a:lnTo>
                    <a:pt x="14207" y="17234"/>
                  </a:lnTo>
                  <a:lnTo>
                    <a:pt x="15337" y="16669"/>
                  </a:lnTo>
                  <a:lnTo>
                    <a:pt x="15902" y="16367"/>
                  </a:lnTo>
                  <a:lnTo>
                    <a:pt x="16447" y="16044"/>
                  </a:lnTo>
                  <a:lnTo>
                    <a:pt x="16972" y="15721"/>
                  </a:lnTo>
                  <a:lnTo>
                    <a:pt x="17476" y="15358"/>
                  </a:lnTo>
                  <a:lnTo>
                    <a:pt x="17981" y="14954"/>
                  </a:lnTo>
                  <a:lnTo>
                    <a:pt x="18203" y="14752"/>
                  </a:lnTo>
                  <a:lnTo>
                    <a:pt x="18425" y="14530"/>
                  </a:lnTo>
                  <a:lnTo>
                    <a:pt x="18667" y="14268"/>
                  </a:lnTo>
                  <a:lnTo>
                    <a:pt x="18909" y="13985"/>
                  </a:lnTo>
                  <a:lnTo>
                    <a:pt x="19131" y="13703"/>
                  </a:lnTo>
                  <a:lnTo>
                    <a:pt x="19333" y="13400"/>
                  </a:lnTo>
                  <a:lnTo>
                    <a:pt x="19535" y="13077"/>
                  </a:lnTo>
                  <a:lnTo>
                    <a:pt x="19736" y="12754"/>
                  </a:lnTo>
                  <a:lnTo>
                    <a:pt x="19918" y="12411"/>
                  </a:lnTo>
                  <a:lnTo>
                    <a:pt x="20100" y="12048"/>
                  </a:lnTo>
                  <a:lnTo>
                    <a:pt x="20261" y="11665"/>
                  </a:lnTo>
                  <a:lnTo>
                    <a:pt x="20402" y="11281"/>
                  </a:lnTo>
                  <a:lnTo>
                    <a:pt x="20544" y="10878"/>
                  </a:lnTo>
                  <a:lnTo>
                    <a:pt x="20685" y="10474"/>
                  </a:lnTo>
                  <a:lnTo>
                    <a:pt x="20806" y="10050"/>
                  </a:lnTo>
                  <a:lnTo>
                    <a:pt x="20927" y="9606"/>
                  </a:lnTo>
                  <a:lnTo>
                    <a:pt x="21028" y="9142"/>
                  </a:lnTo>
                  <a:lnTo>
                    <a:pt x="21109" y="8678"/>
                  </a:lnTo>
                  <a:lnTo>
                    <a:pt x="21189" y="8214"/>
                  </a:lnTo>
                  <a:lnTo>
                    <a:pt x="21250" y="7750"/>
                  </a:lnTo>
                  <a:lnTo>
                    <a:pt x="21310" y="7326"/>
                  </a:lnTo>
                  <a:lnTo>
                    <a:pt x="21331" y="6882"/>
                  </a:lnTo>
                  <a:lnTo>
                    <a:pt x="21351" y="6478"/>
                  </a:lnTo>
                  <a:lnTo>
                    <a:pt x="21351" y="6075"/>
                  </a:lnTo>
                  <a:lnTo>
                    <a:pt x="21351" y="5671"/>
                  </a:lnTo>
                  <a:lnTo>
                    <a:pt x="21331" y="5288"/>
                  </a:lnTo>
                  <a:lnTo>
                    <a:pt x="21270" y="4924"/>
                  </a:lnTo>
                  <a:lnTo>
                    <a:pt x="21230" y="4561"/>
                  </a:lnTo>
                  <a:lnTo>
                    <a:pt x="21149" y="4218"/>
                  </a:lnTo>
                  <a:lnTo>
                    <a:pt x="21068" y="3875"/>
                  </a:lnTo>
                  <a:lnTo>
                    <a:pt x="20967" y="3532"/>
                  </a:lnTo>
                  <a:lnTo>
                    <a:pt x="20846" y="3229"/>
                  </a:lnTo>
                  <a:lnTo>
                    <a:pt x="20705" y="2906"/>
                  </a:lnTo>
                  <a:lnTo>
                    <a:pt x="20564" y="2624"/>
                  </a:lnTo>
                  <a:lnTo>
                    <a:pt x="20362" y="2281"/>
                  </a:lnTo>
                  <a:lnTo>
                    <a:pt x="20140" y="1958"/>
                  </a:lnTo>
                  <a:lnTo>
                    <a:pt x="19898" y="1655"/>
                  </a:lnTo>
                  <a:lnTo>
                    <a:pt x="19615" y="1373"/>
                  </a:lnTo>
                  <a:lnTo>
                    <a:pt x="19333" y="1110"/>
                  </a:lnTo>
                  <a:lnTo>
                    <a:pt x="19010" y="868"/>
                  </a:lnTo>
                  <a:lnTo>
                    <a:pt x="18687" y="646"/>
                  </a:lnTo>
                  <a:lnTo>
                    <a:pt x="18344" y="465"/>
                  </a:lnTo>
                  <a:lnTo>
                    <a:pt x="17981" y="283"/>
                  </a:lnTo>
                  <a:lnTo>
                    <a:pt x="17597" y="162"/>
                  </a:lnTo>
                  <a:lnTo>
                    <a:pt x="17214" y="61"/>
                  </a:lnTo>
                  <a:lnTo>
                    <a:pt x="16851" y="21"/>
                  </a:lnTo>
                  <a:lnTo>
                    <a:pt x="1646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16"/>
            <p:cNvSpPr/>
            <p:nvPr/>
          </p:nvSpPr>
          <p:spPr>
            <a:xfrm flipH="1" rot="7510477">
              <a:off x="4251510" y="4078874"/>
              <a:ext cx="901532" cy="1104594"/>
            </a:xfrm>
            <a:custGeom>
              <a:rect b="b" l="l" r="r" t="t"/>
              <a:pathLst>
                <a:path extrusionOk="0" h="19757" w="16125">
                  <a:moveTo>
                    <a:pt x="13945" y="81"/>
                  </a:moveTo>
                  <a:lnTo>
                    <a:pt x="14187" y="142"/>
                  </a:lnTo>
                  <a:lnTo>
                    <a:pt x="14449" y="222"/>
                  </a:lnTo>
                  <a:lnTo>
                    <a:pt x="14671" y="323"/>
                  </a:lnTo>
                  <a:lnTo>
                    <a:pt x="14893" y="464"/>
                  </a:lnTo>
                  <a:lnTo>
                    <a:pt x="15095" y="626"/>
                  </a:lnTo>
                  <a:lnTo>
                    <a:pt x="15277" y="807"/>
                  </a:lnTo>
                  <a:lnTo>
                    <a:pt x="15438" y="1009"/>
                  </a:lnTo>
                  <a:lnTo>
                    <a:pt x="15620" y="1332"/>
                  </a:lnTo>
                  <a:lnTo>
                    <a:pt x="15761" y="1655"/>
                  </a:lnTo>
                  <a:lnTo>
                    <a:pt x="15862" y="1998"/>
                  </a:lnTo>
                  <a:lnTo>
                    <a:pt x="15943" y="2341"/>
                  </a:lnTo>
                  <a:lnTo>
                    <a:pt x="16003" y="2704"/>
                  </a:lnTo>
                  <a:lnTo>
                    <a:pt x="16023" y="3068"/>
                  </a:lnTo>
                  <a:lnTo>
                    <a:pt x="16044" y="3431"/>
                  </a:lnTo>
                  <a:lnTo>
                    <a:pt x="16044" y="3814"/>
                  </a:lnTo>
                  <a:lnTo>
                    <a:pt x="16023" y="4319"/>
                  </a:lnTo>
                  <a:lnTo>
                    <a:pt x="16003" y="4803"/>
                  </a:lnTo>
                  <a:lnTo>
                    <a:pt x="15963" y="5287"/>
                  </a:lnTo>
                  <a:lnTo>
                    <a:pt x="15923" y="5731"/>
                  </a:lnTo>
                  <a:lnTo>
                    <a:pt x="15862" y="6175"/>
                  </a:lnTo>
                  <a:lnTo>
                    <a:pt x="15781" y="6599"/>
                  </a:lnTo>
                  <a:lnTo>
                    <a:pt x="15701" y="7003"/>
                  </a:lnTo>
                  <a:lnTo>
                    <a:pt x="15600" y="7386"/>
                  </a:lnTo>
                  <a:lnTo>
                    <a:pt x="15479" y="7749"/>
                  </a:lnTo>
                  <a:lnTo>
                    <a:pt x="15337" y="8113"/>
                  </a:lnTo>
                  <a:lnTo>
                    <a:pt x="15196" y="8436"/>
                  </a:lnTo>
                  <a:lnTo>
                    <a:pt x="15055" y="8758"/>
                  </a:lnTo>
                  <a:lnTo>
                    <a:pt x="14873" y="9081"/>
                  </a:lnTo>
                  <a:lnTo>
                    <a:pt x="14692" y="9364"/>
                  </a:lnTo>
                  <a:lnTo>
                    <a:pt x="14490" y="9646"/>
                  </a:lnTo>
                  <a:lnTo>
                    <a:pt x="14268" y="9909"/>
                  </a:lnTo>
                  <a:lnTo>
                    <a:pt x="14086" y="10131"/>
                  </a:lnTo>
                  <a:lnTo>
                    <a:pt x="13884" y="10332"/>
                  </a:lnTo>
                  <a:lnTo>
                    <a:pt x="13683" y="10514"/>
                  </a:lnTo>
                  <a:lnTo>
                    <a:pt x="13461" y="10716"/>
                  </a:lnTo>
                  <a:lnTo>
                    <a:pt x="13017" y="11059"/>
                  </a:lnTo>
                  <a:lnTo>
                    <a:pt x="12532" y="11362"/>
                  </a:lnTo>
                  <a:lnTo>
                    <a:pt x="12048" y="11664"/>
                  </a:lnTo>
                  <a:lnTo>
                    <a:pt x="11543" y="11947"/>
                  </a:lnTo>
                  <a:lnTo>
                    <a:pt x="10514" y="12451"/>
                  </a:lnTo>
                  <a:lnTo>
                    <a:pt x="9586" y="12915"/>
                  </a:lnTo>
                  <a:lnTo>
                    <a:pt x="9122" y="13178"/>
                  </a:lnTo>
                  <a:lnTo>
                    <a:pt x="8678" y="13420"/>
                  </a:lnTo>
                  <a:lnTo>
                    <a:pt x="8032" y="13844"/>
                  </a:lnTo>
                  <a:lnTo>
                    <a:pt x="7427" y="14288"/>
                  </a:lnTo>
                  <a:lnTo>
                    <a:pt x="6821" y="14752"/>
                  </a:lnTo>
                  <a:lnTo>
                    <a:pt x="6236" y="15236"/>
                  </a:lnTo>
                  <a:lnTo>
                    <a:pt x="5671" y="15761"/>
                  </a:lnTo>
                  <a:lnTo>
                    <a:pt x="5106" y="16265"/>
                  </a:lnTo>
                  <a:lnTo>
                    <a:pt x="4037" y="17335"/>
                  </a:lnTo>
                  <a:lnTo>
                    <a:pt x="3350" y="18001"/>
                  </a:lnTo>
                  <a:lnTo>
                    <a:pt x="2644" y="18667"/>
                  </a:lnTo>
                  <a:lnTo>
                    <a:pt x="2281" y="18990"/>
                  </a:lnTo>
                  <a:lnTo>
                    <a:pt x="2099" y="19151"/>
                  </a:lnTo>
                  <a:lnTo>
                    <a:pt x="1897" y="19292"/>
                  </a:lnTo>
                  <a:lnTo>
                    <a:pt x="1696" y="19413"/>
                  </a:lnTo>
                  <a:lnTo>
                    <a:pt x="1474" y="19514"/>
                  </a:lnTo>
                  <a:lnTo>
                    <a:pt x="1272" y="19595"/>
                  </a:lnTo>
                  <a:lnTo>
                    <a:pt x="1030" y="19656"/>
                  </a:lnTo>
                  <a:lnTo>
                    <a:pt x="808" y="19676"/>
                  </a:lnTo>
                  <a:lnTo>
                    <a:pt x="687" y="19656"/>
                  </a:lnTo>
                  <a:lnTo>
                    <a:pt x="566" y="19635"/>
                  </a:lnTo>
                  <a:lnTo>
                    <a:pt x="444" y="19595"/>
                  </a:lnTo>
                  <a:lnTo>
                    <a:pt x="344" y="19555"/>
                  </a:lnTo>
                  <a:lnTo>
                    <a:pt x="243" y="19474"/>
                  </a:lnTo>
                  <a:lnTo>
                    <a:pt x="162" y="19373"/>
                  </a:lnTo>
                  <a:lnTo>
                    <a:pt x="101" y="19232"/>
                  </a:lnTo>
                  <a:lnTo>
                    <a:pt x="81" y="19091"/>
                  </a:lnTo>
                  <a:lnTo>
                    <a:pt x="81" y="18929"/>
                  </a:lnTo>
                  <a:lnTo>
                    <a:pt x="122" y="18788"/>
                  </a:lnTo>
                  <a:lnTo>
                    <a:pt x="162" y="18667"/>
                  </a:lnTo>
                  <a:lnTo>
                    <a:pt x="222" y="18546"/>
                  </a:lnTo>
                  <a:lnTo>
                    <a:pt x="323" y="18364"/>
                  </a:lnTo>
                  <a:lnTo>
                    <a:pt x="444" y="18203"/>
                  </a:lnTo>
                  <a:lnTo>
                    <a:pt x="566" y="18021"/>
                  </a:lnTo>
                  <a:lnTo>
                    <a:pt x="868" y="17718"/>
                  </a:lnTo>
                  <a:lnTo>
                    <a:pt x="1171" y="17436"/>
                  </a:lnTo>
                  <a:lnTo>
                    <a:pt x="1494" y="17173"/>
                  </a:lnTo>
                  <a:lnTo>
                    <a:pt x="2220" y="16588"/>
                  </a:lnTo>
                  <a:lnTo>
                    <a:pt x="2987" y="16043"/>
                  </a:lnTo>
                  <a:lnTo>
                    <a:pt x="3754" y="15499"/>
                  </a:lnTo>
                  <a:lnTo>
                    <a:pt x="4521" y="14974"/>
                  </a:lnTo>
                  <a:lnTo>
                    <a:pt x="5308" y="14429"/>
                  </a:lnTo>
                  <a:lnTo>
                    <a:pt x="6075" y="13884"/>
                  </a:lnTo>
                  <a:lnTo>
                    <a:pt x="6862" y="13319"/>
                  </a:lnTo>
                  <a:lnTo>
                    <a:pt x="7608" y="12734"/>
                  </a:lnTo>
                  <a:lnTo>
                    <a:pt x="8153" y="12270"/>
                  </a:lnTo>
                  <a:lnTo>
                    <a:pt x="8436" y="12007"/>
                  </a:lnTo>
                  <a:lnTo>
                    <a:pt x="8718" y="11725"/>
                  </a:lnTo>
                  <a:lnTo>
                    <a:pt x="9001" y="11422"/>
                  </a:lnTo>
                  <a:lnTo>
                    <a:pt x="9283" y="11119"/>
                  </a:lnTo>
                  <a:lnTo>
                    <a:pt x="9546" y="10776"/>
                  </a:lnTo>
                  <a:lnTo>
                    <a:pt x="9788" y="10413"/>
                  </a:lnTo>
                  <a:lnTo>
                    <a:pt x="9949" y="10131"/>
                  </a:lnTo>
                  <a:lnTo>
                    <a:pt x="10111" y="9828"/>
                  </a:lnTo>
                  <a:lnTo>
                    <a:pt x="10252" y="9525"/>
                  </a:lnTo>
                  <a:lnTo>
                    <a:pt x="10393" y="9202"/>
                  </a:lnTo>
                  <a:lnTo>
                    <a:pt x="10494" y="8879"/>
                  </a:lnTo>
                  <a:lnTo>
                    <a:pt x="10615" y="8557"/>
                  </a:lnTo>
                  <a:lnTo>
                    <a:pt x="10777" y="7911"/>
                  </a:lnTo>
                  <a:lnTo>
                    <a:pt x="10938" y="7245"/>
                  </a:lnTo>
                  <a:lnTo>
                    <a:pt x="11039" y="6559"/>
                  </a:lnTo>
                  <a:lnTo>
                    <a:pt x="11241" y="5207"/>
                  </a:lnTo>
                  <a:lnTo>
                    <a:pt x="11342" y="4399"/>
                  </a:lnTo>
                  <a:lnTo>
                    <a:pt x="11463" y="3612"/>
                  </a:lnTo>
                  <a:lnTo>
                    <a:pt x="11604" y="2825"/>
                  </a:lnTo>
                  <a:lnTo>
                    <a:pt x="11685" y="2422"/>
                  </a:lnTo>
                  <a:lnTo>
                    <a:pt x="11786" y="2038"/>
                  </a:lnTo>
                  <a:lnTo>
                    <a:pt x="11866" y="1756"/>
                  </a:lnTo>
                  <a:lnTo>
                    <a:pt x="11987" y="1473"/>
                  </a:lnTo>
                  <a:lnTo>
                    <a:pt x="12109" y="1171"/>
                  </a:lnTo>
                  <a:lnTo>
                    <a:pt x="12250" y="888"/>
                  </a:lnTo>
                  <a:lnTo>
                    <a:pt x="12452" y="626"/>
                  </a:lnTo>
                  <a:lnTo>
                    <a:pt x="12552" y="525"/>
                  </a:lnTo>
                  <a:lnTo>
                    <a:pt x="12674" y="404"/>
                  </a:lnTo>
                  <a:lnTo>
                    <a:pt x="12795" y="323"/>
                  </a:lnTo>
                  <a:lnTo>
                    <a:pt x="12916" y="242"/>
                  </a:lnTo>
                  <a:lnTo>
                    <a:pt x="13077" y="182"/>
                  </a:lnTo>
                  <a:lnTo>
                    <a:pt x="13218" y="121"/>
                  </a:lnTo>
                  <a:lnTo>
                    <a:pt x="13461" y="81"/>
                  </a:lnTo>
                  <a:close/>
                  <a:moveTo>
                    <a:pt x="13541" y="0"/>
                  </a:moveTo>
                  <a:lnTo>
                    <a:pt x="13380" y="20"/>
                  </a:lnTo>
                  <a:lnTo>
                    <a:pt x="13218" y="41"/>
                  </a:lnTo>
                  <a:lnTo>
                    <a:pt x="13037" y="101"/>
                  </a:lnTo>
                  <a:lnTo>
                    <a:pt x="12896" y="162"/>
                  </a:lnTo>
                  <a:lnTo>
                    <a:pt x="12754" y="242"/>
                  </a:lnTo>
                  <a:lnTo>
                    <a:pt x="12613" y="343"/>
                  </a:lnTo>
                  <a:lnTo>
                    <a:pt x="12492" y="464"/>
                  </a:lnTo>
                  <a:lnTo>
                    <a:pt x="12391" y="565"/>
                  </a:lnTo>
                  <a:lnTo>
                    <a:pt x="12189" y="848"/>
                  </a:lnTo>
                  <a:lnTo>
                    <a:pt x="12028" y="1130"/>
                  </a:lnTo>
                  <a:lnTo>
                    <a:pt x="11907" y="1433"/>
                  </a:lnTo>
                  <a:lnTo>
                    <a:pt x="11806" y="1736"/>
                  </a:lnTo>
                  <a:lnTo>
                    <a:pt x="11705" y="2018"/>
                  </a:lnTo>
                  <a:lnTo>
                    <a:pt x="11604" y="2402"/>
                  </a:lnTo>
                  <a:lnTo>
                    <a:pt x="11523" y="2805"/>
                  </a:lnTo>
                  <a:lnTo>
                    <a:pt x="11382" y="3592"/>
                  </a:lnTo>
                  <a:lnTo>
                    <a:pt x="11261" y="4399"/>
                  </a:lnTo>
                  <a:lnTo>
                    <a:pt x="11160" y="5187"/>
                  </a:lnTo>
                  <a:lnTo>
                    <a:pt x="10958" y="6539"/>
                  </a:lnTo>
                  <a:lnTo>
                    <a:pt x="10857" y="7225"/>
                  </a:lnTo>
                  <a:lnTo>
                    <a:pt x="10716" y="7870"/>
                  </a:lnTo>
                  <a:lnTo>
                    <a:pt x="10534" y="8536"/>
                  </a:lnTo>
                  <a:lnTo>
                    <a:pt x="10434" y="8859"/>
                  </a:lnTo>
                  <a:lnTo>
                    <a:pt x="10313" y="9162"/>
                  </a:lnTo>
                  <a:lnTo>
                    <a:pt x="10191" y="9485"/>
                  </a:lnTo>
                  <a:lnTo>
                    <a:pt x="10050" y="9788"/>
                  </a:lnTo>
                  <a:lnTo>
                    <a:pt x="9889" y="10090"/>
                  </a:lnTo>
                  <a:lnTo>
                    <a:pt x="9707" y="10373"/>
                  </a:lnTo>
                  <a:lnTo>
                    <a:pt x="9465" y="10736"/>
                  </a:lnTo>
                  <a:lnTo>
                    <a:pt x="9223" y="11059"/>
                  </a:lnTo>
                  <a:lnTo>
                    <a:pt x="8940" y="11382"/>
                  </a:lnTo>
                  <a:lnTo>
                    <a:pt x="8658" y="11664"/>
                  </a:lnTo>
                  <a:lnTo>
                    <a:pt x="8375" y="11947"/>
                  </a:lnTo>
                  <a:lnTo>
                    <a:pt x="8093" y="12209"/>
                  </a:lnTo>
                  <a:lnTo>
                    <a:pt x="7568" y="12653"/>
                  </a:lnTo>
                  <a:lnTo>
                    <a:pt x="6801" y="13259"/>
                  </a:lnTo>
                  <a:lnTo>
                    <a:pt x="6034" y="13824"/>
                  </a:lnTo>
                  <a:lnTo>
                    <a:pt x="5247" y="14368"/>
                  </a:lnTo>
                  <a:lnTo>
                    <a:pt x="4480" y="14913"/>
                  </a:lnTo>
                  <a:lnTo>
                    <a:pt x="3714" y="15438"/>
                  </a:lnTo>
                  <a:lnTo>
                    <a:pt x="2927" y="15983"/>
                  </a:lnTo>
                  <a:lnTo>
                    <a:pt x="2180" y="16528"/>
                  </a:lnTo>
                  <a:lnTo>
                    <a:pt x="1433" y="17113"/>
                  </a:lnTo>
                  <a:lnTo>
                    <a:pt x="1131" y="17375"/>
                  </a:lnTo>
                  <a:lnTo>
                    <a:pt x="808" y="17658"/>
                  </a:lnTo>
                  <a:lnTo>
                    <a:pt x="505" y="17981"/>
                  </a:lnTo>
                  <a:lnTo>
                    <a:pt x="384" y="18142"/>
                  </a:lnTo>
                  <a:lnTo>
                    <a:pt x="243" y="18324"/>
                  </a:lnTo>
                  <a:lnTo>
                    <a:pt x="142" y="18526"/>
                  </a:lnTo>
                  <a:lnTo>
                    <a:pt x="81" y="18667"/>
                  </a:lnTo>
                  <a:lnTo>
                    <a:pt x="21" y="18808"/>
                  </a:lnTo>
                  <a:lnTo>
                    <a:pt x="1" y="18949"/>
                  </a:lnTo>
                  <a:lnTo>
                    <a:pt x="1" y="19111"/>
                  </a:lnTo>
                  <a:lnTo>
                    <a:pt x="21" y="19272"/>
                  </a:lnTo>
                  <a:lnTo>
                    <a:pt x="101" y="19434"/>
                  </a:lnTo>
                  <a:lnTo>
                    <a:pt x="162" y="19514"/>
                  </a:lnTo>
                  <a:lnTo>
                    <a:pt x="243" y="19575"/>
                  </a:lnTo>
                  <a:lnTo>
                    <a:pt x="323" y="19635"/>
                  </a:lnTo>
                  <a:lnTo>
                    <a:pt x="424" y="19676"/>
                  </a:lnTo>
                  <a:lnTo>
                    <a:pt x="626" y="19736"/>
                  </a:lnTo>
                  <a:lnTo>
                    <a:pt x="828" y="19757"/>
                  </a:lnTo>
                  <a:lnTo>
                    <a:pt x="1050" y="19736"/>
                  </a:lnTo>
                  <a:lnTo>
                    <a:pt x="1292" y="19676"/>
                  </a:lnTo>
                  <a:lnTo>
                    <a:pt x="1514" y="19595"/>
                  </a:lnTo>
                  <a:lnTo>
                    <a:pt x="1736" y="19494"/>
                  </a:lnTo>
                  <a:lnTo>
                    <a:pt x="1938" y="19353"/>
                  </a:lnTo>
                  <a:lnTo>
                    <a:pt x="2140" y="19212"/>
                  </a:lnTo>
                  <a:lnTo>
                    <a:pt x="2341" y="19050"/>
                  </a:lnTo>
                  <a:lnTo>
                    <a:pt x="2705" y="18727"/>
                  </a:lnTo>
                  <a:lnTo>
                    <a:pt x="3411" y="18061"/>
                  </a:lnTo>
                  <a:lnTo>
                    <a:pt x="4077" y="17395"/>
                  </a:lnTo>
                  <a:lnTo>
                    <a:pt x="5167" y="16326"/>
                  </a:lnTo>
                  <a:lnTo>
                    <a:pt x="5732" y="15821"/>
                  </a:lnTo>
                  <a:lnTo>
                    <a:pt x="6297" y="15297"/>
                  </a:lnTo>
                  <a:lnTo>
                    <a:pt x="6862" y="14812"/>
                  </a:lnTo>
                  <a:lnTo>
                    <a:pt x="7467" y="14348"/>
                  </a:lnTo>
                  <a:lnTo>
                    <a:pt x="8093" y="13904"/>
                  </a:lnTo>
                  <a:lnTo>
                    <a:pt x="8718" y="13501"/>
                  </a:lnTo>
                  <a:lnTo>
                    <a:pt x="9162" y="13238"/>
                  </a:lnTo>
                  <a:lnTo>
                    <a:pt x="9626" y="12996"/>
                  </a:lnTo>
                  <a:lnTo>
                    <a:pt x="10555" y="12532"/>
                  </a:lnTo>
                  <a:lnTo>
                    <a:pt x="11584" y="12007"/>
                  </a:lnTo>
                  <a:lnTo>
                    <a:pt x="12088" y="11725"/>
                  </a:lnTo>
                  <a:lnTo>
                    <a:pt x="12573" y="11442"/>
                  </a:lnTo>
                  <a:lnTo>
                    <a:pt x="13057" y="11119"/>
                  </a:lnTo>
                  <a:lnTo>
                    <a:pt x="13521" y="10776"/>
                  </a:lnTo>
                  <a:lnTo>
                    <a:pt x="13743" y="10575"/>
                  </a:lnTo>
                  <a:lnTo>
                    <a:pt x="13945" y="10393"/>
                  </a:lnTo>
                  <a:lnTo>
                    <a:pt x="14147" y="10171"/>
                  </a:lnTo>
                  <a:lnTo>
                    <a:pt x="14328" y="9969"/>
                  </a:lnTo>
                  <a:lnTo>
                    <a:pt x="14550" y="9687"/>
                  </a:lnTo>
                  <a:lnTo>
                    <a:pt x="14752" y="9404"/>
                  </a:lnTo>
                  <a:lnTo>
                    <a:pt x="14934" y="9122"/>
                  </a:lnTo>
                  <a:lnTo>
                    <a:pt x="15115" y="8799"/>
                  </a:lnTo>
                  <a:lnTo>
                    <a:pt x="15277" y="8476"/>
                  </a:lnTo>
                  <a:lnTo>
                    <a:pt x="15418" y="8133"/>
                  </a:lnTo>
                  <a:lnTo>
                    <a:pt x="15559" y="7790"/>
                  </a:lnTo>
                  <a:lnTo>
                    <a:pt x="15660" y="7406"/>
                  </a:lnTo>
                  <a:lnTo>
                    <a:pt x="15761" y="7023"/>
                  </a:lnTo>
                  <a:lnTo>
                    <a:pt x="15862" y="6619"/>
                  </a:lnTo>
                  <a:lnTo>
                    <a:pt x="15943" y="6196"/>
                  </a:lnTo>
                  <a:lnTo>
                    <a:pt x="16003" y="5752"/>
                  </a:lnTo>
                  <a:lnTo>
                    <a:pt x="16044" y="5287"/>
                  </a:lnTo>
                  <a:lnTo>
                    <a:pt x="16084" y="4823"/>
                  </a:lnTo>
                  <a:lnTo>
                    <a:pt x="16104" y="4319"/>
                  </a:lnTo>
                  <a:lnTo>
                    <a:pt x="16124" y="3814"/>
                  </a:lnTo>
                  <a:lnTo>
                    <a:pt x="16124" y="3431"/>
                  </a:lnTo>
                  <a:lnTo>
                    <a:pt x="16104" y="3068"/>
                  </a:lnTo>
                  <a:lnTo>
                    <a:pt x="16084" y="2684"/>
                  </a:lnTo>
                  <a:lnTo>
                    <a:pt x="16023" y="2321"/>
                  </a:lnTo>
                  <a:lnTo>
                    <a:pt x="15943" y="1958"/>
                  </a:lnTo>
                  <a:lnTo>
                    <a:pt x="15842" y="1615"/>
                  </a:lnTo>
                  <a:lnTo>
                    <a:pt x="15701" y="1292"/>
                  </a:lnTo>
                  <a:lnTo>
                    <a:pt x="15519" y="969"/>
                  </a:lnTo>
                  <a:lnTo>
                    <a:pt x="15418" y="828"/>
                  </a:lnTo>
                  <a:lnTo>
                    <a:pt x="15297" y="707"/>
                  </a:lnTo>
                  <a:lnTo>
                    <a:pt x="15196" y="585"/>
                  </a:lnTo>
                  <a:lnTo>
                    <a:pt x="15055" y="485"/>
                  </a:lnTo>
                  <a:lnTo>
                    <a:pt x="14934" y="384"/>
                  </a:lnTo>
                  <a:lnTo>
                    <a:pt x="14792" y="303"/>
                  </a:lnTo>
                  <a:lnTo>
                    <a:pt x="14490" y="142"/>
                  </a:lnTo>
                  <a:lnTo>
                    <a:pt x="14187" y="61"/>
                  </a:lnTo>
                  <a:lnTo>
                    <a:pt x="14026" y="20"/>
                  </a:lnTo>
                  <a:lnTo>
                    <a:pt x="13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16"/>
            <p:cNvSpPr/>
            <p:nvPr/>
          </p:nvSpPr>
          <p:spPr>
            <a:xfrm flipH="1" rot="7510477">
              <a:off x="5013466" y="4329445"/>
              <a:ext cx="130939" cy="390468"/>
            </a:xfrm>
            <a:custGeom>
              <a:rect b="b" l="l" r="r" t="t"/>
              <a:pathLst>
                <a:path extrusionOk="0" h="6984" w="2342">
                  <a:moveTo>
                    <a:pt x="1494" y="82"/>
                  </a:moveTo>
                  <a:lnTo>
                    <a:pt x="1615" y="122"/>
                  </a:lnTo>
                  <a:lnTo>
                    <a:pt x="1716" y="162"/>
                  </a:lnTo>
                  <a:lnTo>
                    <a:pt x="1817" y="223"/>
                  </a:lnTo>
                  <a:lnTo>
                    <a:pt x="1897" y="304"/>
                  </a:lnTo>
                  <a:lnTo>
                    <a:pt x="1978" y="404"/>
                  </a:lnTo>
                  <a:lnTo>
                    <a:pt x="2039" y="485"/>
                  </a:lnTo>
                  <a:lnTo>
                    <a:pt x="2099" y="586"/>
                  </a:lnTo>
                  <a:lnTo>
                    <a:pt x="2160" y="707"/>
                  </a:lnTo>
                  <a:lnTo>
                    <a:pt x="2200" y="828"/>
                  </a:lnTo>
                  <a:lnTo>
                    <a:pt x="2240" y="1070"/>
                  </a:lnTo>
                  <a:lnTo>
                    <a:pt x="2261" y="1333"/>
                  </a:lnTo>
                  <a:lnTo>
                    <a:pt x="2261" y="1595"/>
                  </a:lnTo>
                  <a:lnTo>
                    <a:pt x="2240" y="2281"/>
                  </a:lnTo>
                  <a:lnTo>
                    <a:pt x="2180" y="2967"/>
                  </a:lnTo>
                  <a:lnTo>
                    <a:pt x="2059" y="3694"/>
                  </a:lnTo>
                  <a:lnTo>
                    <a:pt x="1897" y="4521"/>
                  </a:lnTo>
                  <a:lnTo>
                    <a:pt x="1837" y="4763"/>
                  </a:lnTo>
                  <a:lnTo>
                    <a:pt x="1776" y="5026"/>
                  </a:lnTo>
                  <a:lnTo>
                    <a:pt x="1675" y="5308"/>
                  </a:lnTo>
                  <a:lnTo>
                    <a:pt x="1554" y="5591"/>
                  </a:lnTo>
                  <a:lnTo>
                    <a:pt x="1413" y="5893"/>
                  </a:lnTo>
                  <a:lnTo>
                    <a:pt x="1231" y="6176"/>
                  </a:lnTo>
                  <a:lnTo>
                    <a:pt x="1030" y="6459"/>
                  </a:lnTo>
                  <a:lnTo>
                    <a:pt x="808" y="6741"/>
                  </a:lnTo>
                  <a:lnTo>
                    <a:pt x="707" y="6822"/>
                  </a:lnTo>
                  <a:lnTo>
                    <a:pt x="626" y="6862"/>
                  </a:lnTo>
                  <a:lnTo>
                    <a:pt x="566" y="6902"/>
                  </a:lnTo>
                  <a:lnTo>
                    <a:pt x="485" y="6882"/>
                  </a:lnTo>
                  <a:lnTo>
                    <a:pt x="444" y="6862"/>
                  </a:lnTo>
                  <a:lnTo>
                    <a:pt x="384" y="6822"/>
                  </a:lnTo>
                  <a:lnTo>
                    <a:pt x="303" y="6701"/>
                  </a:lnTo>
                  <a:lnTo>
                    <a:pt x="243" y="6539"/>
                  </a:lnTo>
                  <a:lnTo>
                    <a:pt x="182" y="6317"/>
                  </a:lnTo>
                  <a:lnTo>
                    <a:pt x="142" y="6055"/>
                  </a:lnTo>
                  <a:lnTo>
                    <a:pt x="101" y="5752"/>
                  </a:lnTo>
                  <a:lnTo>
                    <a:pt x="81" y="5086"/>
                  </a:lnTo>
                  <a:lnTo>
                    <a:pt x="81" y="4602"/>
                  </a:lnTo>
                  <a:lnTo>
                    <a:pt x="81" y="4097"/>
                  </a:lnTo>
                  <a:lnTo>
                    <a:pt x="101" y="3976"/>
                  </a:lnTo>
                  <a:lnTo>
                    <a:pt x="122" y="3310"/>
                  </a:lnTo>
                  <a:lnTo>
                    <a:pt x="162" y="2685"/>
                  </a:lnTo>
                  <a:lnTo>
                    <a:pt x="222" y="2100"/>
                  </a:lnTo>
                  <a:lnTo>
                    <a:pt x="283" y="1535"/>
                  </a:lnTo>
                  <a:lnTo>
                    <a:pt x="323" y="1353"/>
                  </a:lnTo>
                  <a:lnTo>
                    <a:pt x="384" y="1131"/>
                  </a:lnTo>
                  <a:lnTo>
                    <a:pt x="444" y="909"/>
                  </a:lnTo>
                  <a:lnTo>
                    <a:pt x="545" y="667"/>
                  </a:lnTo>
                  <a:lnTo>
                    <a:pt x="687" y="465"/>
                  </a:lnTo>
                  <a:lnTo>
                    <a:pt x="767" y="364"/>
                  </a:lnTo>
                  <a:lnTo>
                    <a:pt x="848" y="263"/>
                  </a:lnTo>
                  <a:lnTo>
                    <a:pt x="949" y="203"/>
                  </a:lnTo>
                  <a:lnTo>
                    <a:pt x="1070" y="142"/>
                  </a:lnTo>
                  <a:lnTo>
                    <a:pt x="1191" y="102"/>
                  </a:lnTo>
                  <a:lnTo>
                    <a:pt x="1312" y="82"/>
                  </a:lnTo>
                  <a:close/>
                  <a:moveTo>
                    <a:pt x="1312" y="1"/>
                  </a:moveTo>
                  <a:lnTo>
                    <a:pt x="1171" y="21"/>
                  </a:lnTo>
                  <a:lnTo>
                    <a:pt x="1030" y="61"/>
                  </a:lnTo>
                  <a:lnTo>
                    <a:pt x="868" y="162"/>
                  </a:lnTo>
                  <a:lnTo>
                    <a:pt x="707" y="304"/>
                  </a:lnTo>
                  <a:lnTo>
                    <a:pt x="566" y="485"/>
                  </a:lnTo>
                  <a:lnTo>
                    <a:pt x="485" y="606"/>
                  </a:lnTo>
                  <a:lnTo>
                    <a:pt x="424" y="748"/>
                  </a:lnTo>
                  <a:lnTo>
                    <a:pt x="364" y="909"/>
                  </a:lnTo>
                  <a:lnTo>
                    <a:pt x="303" y="1091"/>
                  </a:lnTo>
                  <a:lnTo>
                    <a:pt x="263" y="1292"/>
                  </a:lnTo>
                  <a:lnTo>
                    <a:pt x="222" y="1514"/>
                  </a:lnTo>
                  <a:lnTo>
                    <a:pt x="142" y="2079"/>
                  </a:lnTo>
                  <a:lnTo>
                    <a:pt x="81" y="2685"/>
                  </a:lnTo>
                  <a:lnTo>
                    <a:pt x="41" y="3310"/>
                  </a:lnTo>
                  <a:lnTo>
                    <a:pt x="21" y="3976"/>
                  </a:lnTo>
                  <a:lnTo>
                    <a:pt x="1" y="4097"/>
                  </a:lnTo>
                  <a:lnTo>
                    <a:pt x="1" y="4602"/>
                  </a:lnTo>
                  <a:lnTo>
                    <a:pt x="1" y="5106"/>
                  </a:lnTo>
                  <a:lnTo>
                    <a:pt x="21" y="5752"/>
                  </a:lnTo>
                  <a:lnTo>
                    <a:pt x="61" y="6055"/>
                  </a:lnTo>
                  <a:lnTo>
                    <a:pt x="101" y="6337"/>
                  </a:lnTo>
                  <a:lnTo>
                    <a:pt x="142" y="6499"/>
                  </a:lnTo>
                  <a:lnTo>
                    <a:pt x="202" y="6680"/>
                  </a:lnTo>
                  <a:lnTo>
                    <a:pt x="263" y="6781"/>
                  </a:lnTo>
                  <a:lnTo>
                    <a:pt x="303" y="6862"/>
                  </a:lnTo>
                  <a:lnTo>
                    <a:pt x="384" y="6923"/>
                  </a:lnTo>
                  <a:lnTo>
                    <a:pt x="465" y="6963"/>
                  </a:lnTo>
                  <a:lnTo>
                    <a:pt x="525" y="6983"/>
                  </a:lnTo>
                  <a:lnTo>
                    <a:pt x="606" y="6963"/>
                  </a:lnTo>
                  <a:lnTo>
                    <a:pt x="687" y="6923"/>
                  </a:lnTo>
                  <a:lnTo>
                    <a:pt x="767" y="6882"/>
                  </a:lnTo>
                  <a:lnTo>
                    <a:pt x="868" y="6802"/>
                  </a:lnTo>
                  <a:lnTo>
                    <a:pt x="1090" y="6519"/>
                  </a:lnTo>
                  <a:lnTo>
                    <a:pt x="1292" y="6237"/>
                  </a:lnTo>
                  <a:lnTo>
                    <a:pt x="1474" y="5934"/>
                  </a:lnTo>
                  <a:lnTo>
                    <a:pt x="1615" y="5631"/>
                  </a:lnTo>
                  <a:lnTo>
                    <a:pt x="1736" y="5349"/>
                  </a:lnTo>
                  <a:lnTo>
                    <a:pt x="1837" y="5046"/>
                  </a:lnTo>
                  <a:lnTo>
                    <a:pt x="1918" y="4784"/>
                  </a:lnTo>
                  <a:lnTo>
                    <a:pt x="1978" y="4521"/>
                  </a:lnTo>
                  <a:lnTo>
                    <a:pt x="2140" y="3714"/>
                  </a:lnTo>
                  <a:lnTo>
                    <a:pt x="2261" y="2967"/>
                  </a:lnTo>
                  <a:lnTo>
                    <a:pt x="2321" y="2281"/>
                  </a:lnTo>
                  <a:lnTo>
                    <a:pt x="2341" y="1595"/>
                  </a:lnTo>
                  <a:lnTo>
                    <a:pt x="2341" y="1333"/>
                  </a:lnTo>
                  <a:lnTo>
                    <a:pt x="2321" y="1050"/>
                  </a:lnTo>
                  <a:lnTo>
                    <a:pt x="2261" y="788"/>
                  </a:lnTo>
                  <a:lnTo>
                    <a:pt x="2220" y="667"/>
                  </a:lnTo>
                  <a:lnTo>
                    <a:pt x="2180" y="546"/>
                  </a:lnTo>
                  <a:lnTo>
                    <a:pt x="2119" y="445"/>
                  </a:lnTo>
                  <a:lnTo>
                    <a:pt x="2039" y="324"/>
                  </a:lnTo>
                  <a:lnTo>
                    <a:pt x="1938" y="243"/>
                  </a:lnTo>
                  <a:lnTo>
                    <a:pt x="1837" y="142"/>
                  </a:lnTo>
                  <a:lnTo>
                    <a:pt x="1716" y="82"/>
                  </a:lnTo>
                  <a:lnTo>
                    <a:pt x="1595" y="21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16"/>
            <p:cNvSpPr/>
            <p:nvPr/>
          </p:nvSpPr>
          <p:spPr>
            <a:xfrm flipH="1" rot="7510477">
              <a:off x="5095056" y="4516892"/>
              <a:ext cx="4585" cy="55350"/>
            </a:xfrm>
            <a:custGeom>
              <a:rect b="b" l="l" r="r" t="t"/>
              <a:pathLst>
                <a:path extrusionOk="0" h="990" w="82">
                  <a:moveTo>
                    <a:pt x="1" y="0"/>
                  </a:moveTo>
                  <a:lnTo>
                    <a:pt x="1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16"/>
            <p:cNvSpPr/>
            <p:nvPr/>
          </p:nvSpPr>
          <p:spPr>
            <a:xfrm flipH="1" rot="7510477">
              <a:off x="5070454" y="4542140"/>
              <a:ext cx="55350" cy="4585"/>
            </a:xfrm>
            <a:custGeom>
              <a:rect b="b" l="l" r="r" t="t"/>
              <a:pathLst>
                <a:path extrusionOk="0" h="82" w="990">
                  <a:moveTo>
                    <a:pt x="1" y="0"/>
                  </a:moveTo>
                  <a:lnTo>
                    <a:pt x="1" y="81"/>
                  </a:lnTo>
                  <a:lnTo>
                    <a:pt x="990" y="81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6" name="Google Shape;1316;p16"/>
          <p:cNvSpPr/>
          <p:nvPr/>
        </p:nvSpPr>
        <p:spPr>
          <a:xfrm>
            <a:off x="8433200" y="3849629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" name="Google Shape;1317;p16"/>
          <p:cNvSpPr/>
          <p:nvPr/>
        </p:nvSpPr>
        <p:spPr>
          <a:xfrm rot="5400000">
            <a:off x="8431434" y="4454735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" name="Google Shape;1318;p16"/>
          <p:cNvSpPr/>
          <p:nvPr/>
        </p:nvSpPr>
        <p:spPr>
          <a:xfrm>
            <a:off x="144856" y="13988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9" name="Google Shape;1319;p16"/>
          <p:cNvSpPr/>
          <p:nvPr/>
        </p:nvSpPr>
        <p:spPr>
          <a:xfrm flipH="1">
            <a:off x="3451848" y="4425283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0" name="Google Shape;1320;p16"/>
          <p:cNvSpPr/>
          <p:nvPr/>
        </p:nvSpPr>
        <p:spPr>
          <a:xfrm flipH="1">
            <a:off x="4975848" y="3929983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1" name="Google Shape;1321;p16"/>
          <p:cNvSpPr/>
          <p:nvPr/>
        </p:nvSpPr>
        <p:spPr>
          <a:xfrm>
            <a:off x="144856" y="62206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" name="Google Shape;1322;p16"/>
          <p:cNvSpPr/>
          <p:nvPr/>
        </p:nvSpPr>
        <p:spPr>
          <a:xfrm flipH="1">
            <a:off x="7094737" y="38089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" name="Google Shape;1323;p16"/>
          <p:cNvSpPr/>
          <p:nvPr/>
        </p:nvSpPr>
        <p:spPr>
          <a:xfrm flipH="1">
            <a:off x="8466337" y="60949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" name="Google Shape;1324;p16"/>
          <p:cNvSpPr/>
          <p:nvPr/>
        </p:nvSpPr>
        <p:spPr>
          <a:xfrm flipH="1">
            <a:off x="7780537" y="97144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CUSTOM_10_1_1">
    <p:bg>
      <p:bgPr>
        <a:solidFill>
          <a:schemeClr val="lt2"/>
        </a:solidFill>
      </p:bgPr>
    </p:bg>
    <p:spTree>
      <p:nvGrpSpPr>
        <p:cNvPr id="1325" name="Shape 1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6" name="Google Shape;1326;p17"/>
          <p:cNvSpPr txBox="1"/>
          <p:nvPr>
            <p:ph type="title"/>
          </p:nvPr>
        </p:nvSpPr>
        <p:spPr>
          <a:xfrm>
            <a:off x="2514600" y="1484478"/>
            <a:ext cx="41148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327" name="Google Shape;1327;p17"/>
          <p:cNvSpPr txBox="1"/>
          <p:nvPr>
            <p:ph idx="1" type="subTitle"/>
          </p:nvPr>
        </p:nvSpPr>
        <p:spPr>
          <a:xfrm>
            <a:off x="3037200" y="2100917"/>
            <a:ext cx="3069600" cy="3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28" name="Google Shape;1328;p17"/>
          <p:cNvSpPr txBox="1"/>
          <p:nvPr>
            <p:ph hasCustomPrompt="1" idx="2" type="title"/>
          </p:nvPr>
        </p:nvSpPr>
        <p:spPr>
          <a:xfrm>
            <a:off x="4027950" y="2947572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29" name="Google Shape;1329;p17"/>
          <p:cNvSpPr/>
          <p:nvPr/>
        </p:nvSpPr>
        <p:spPr>
          <a:xfrm>
            <a:off x="2530200" y="0"/>
            <a:ext cx="4083600" cy="51435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17"/>
          <p:cNvSpPr/>
          <p:nvPr/>
        </p:nvSpPr>
        <p:spPr>
          <a:xfrm>
            <a:off x="8133850" y="18219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" name="Google Shape;1331;p17"/>
          <p:cNvSpPr/>
          <p:nvPr/>
        </p:nvSpPr>
        <p:spPr>
          <a:xfrm rot="5400000">
            <a:off x="8133850" y="7872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" name="Google Shape;1332;p17"/>
          <p:cNvSpPr/>
          <p:nvPr/>
        </p:nvSpPr>
        <p:spPr>
          <a:xfrm rot="3449335">
            <a:off x="1473204" y="-1086091"/>
            <a:ext cx="1596402" cy="180291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" name="Google Shape;1333;p17"/>
          <p:cNvSpPr/>
          <p:nvPr/>
        </p:nvSpPr>
        <p:spPr>
          <a:xfrm>
            <a:off x="7290020" y="98147"/>
            <a:ext cx="6754688" cy="4497143"/>
          </a:xfrm>
          <a:custGeom>
            <a:rect b="b" l="l" r="r" t="t"/>
            <a:pathLst>
              <a:path extrusionOk="0" h="80439" w="120819">
                <a:moveTo>
                  <a:pt x="94887" y="81"/>
                </a:moveTo>
                <a:lnTo>
                  <a:pt x="96400" y="122"/>
                </a:lnTo>
                <a:lnTo>
                  <a:pt x="97914" y="182"/>
                </a:lnTo>
                <a:lnTo>
                  <a:pt x="99427" y="283"/>
                </a:lnTo>
                <a:lnTo>
                  <a:pt x="100941" y="424"/>
                </a:lnTo>
                <a:lnTo>
                  <a:pt x="102454" y="586"/>
                </a:lnTo>
                <a:lnTo>
                  <a:pt x="103968" y="788"/>
                </a:lnTo>
                <a:lnTo>
                  <a:pt x="105481" y="1030"/>
                </a:lnTo>
                <a:lnTo>
                  <a:pt x="106894" y="1272"/>
                </a:lnTo>
                <a:lnTo>
                  <a:pt x="107620" y="1413"/>
                </a:lnTo>
                <a:lnTo>
                  <a:pt x="108367" y="1595"/>
                </a:lnTo>
                <a:lnTo>
                  <a:pt x="109114" y="1777"/>
                </a:lnTo>
                <a:lnTo>
                  <a:pt x="109860" y="1998"/>
                </a:lnTo>
                <a:lnTo>
                  <a:pt x="110607" y="2241"/>
                </a:lnTo>
                <a:lnTo>
                  <a:pt x="111354" y="2503"/>
                </a:lnTo>
                <a:lnTo>
                  <a:pt x="112100" y="2806"/>
                </a:lnTo>
                <a:lnTo>
                  <a:pt x="112827" y="3129"/>
                </a:lnTo>
                <a:lnTo>
                  <a:pt x="113533" y="3492"/>
                </a:lnTo>
                <a:lnTo>
                  <a:pt x="114219" y="3895"/>
                </a:lnTo>
                <a:lnTo>
                  <a:pt x="114562" y="4117"/>
                </a:lnTo>
                <a:lnTo>
                  <a:pt x="114885" y="4339"/>
                </a:lnTo>
                <a:lnTo>
                  <a:pt x="115208" y="4582"/>
                </a:lnTo>
                <a:lnTo>
                  <a:pt x="115531" y="4824"/>
                </a:lnTo>
                <a:lnTo>
                  <a:pt x="115834" y="5086"/>
                </a:lnTo>
                <a:lnTo>
                  <a:pt x="116136" y="5369"/>
                </a:lnTo>
                <a:lnTo>
                  <a:pt x="116419" y="5651"/>
                </a:lnTo>
                <a:lnTo>
                  <a:pt x="116701" y="5934"/>
                </a:lnTo>
                <a:lnTo>
                  <a:pt x="117044" y="6317"/>
                </a:lnTo>
                <a:lnTo>
                  <a:pt x="117367" y="6721"/>
                </a:lnTo>
                <a:lnTo>
                  <a:pt x="117690" y="7165"/>
                </a:lnTo>
                <a:lnTo>
                  <a:pt x="118033" y="7669"/>
                </a:lnTo>
                <a:lnTo>
                  <a:pt x="118336" y="8194"/>
                </a:lnTo>
                <a:lnTo>
                  <a:pt x="118659" y="8799"/>
                </a:lnTo>
                <a:lnTo>
                  <a:pt x="118941" y="9445"/>
                </a:lnTo>
                <a:lnTo>
                  <a:pt x="119224" y="10171"/>
                </a:lnTo>
                <a:lnTo>
                  <a:pt x="119486" y="10958"/>
                </a:lnTo>
                <a:lnTo>
                  <a:pt x="119728" y="11826"/>
                </a:lnTo>
                <a:lnTo>
                  <a:pt x="119950" y="12795"/>
                </a:lnTo>
                <a:lnTo>
                  <a:pt x="120152" y="13824"/>
                </a:lnTo>
                <a:lnTo>
                  <a:pt x="120334" y="14974"/>
                </a:lnTo>
                <a:lnTo>
                  <a:pt x="120475" y="16205"/>
                </a:lnTo>
                <a:lnTo>
                  <a:pt x="120576" y="17557"/>
                </a:lnTo>
                <a:lnTo>
                  <a:pt x="120657" y="19010"/>
                </a:lnTo>
                <a:lnTo>
                  <a:pt x="120697" y="20241"/>
                </a:lnTo>
                <a:lnTo>
                  <a:pt x="120717" y="21472"/>
                </a:lnTo>
                <a:lnTo>
                  <a:pt x="120737" y="22683"/>
                </a:lnTo>
                <a:lnTo>
                  <a:pt x="120737" y="23914"/>
                </a:lnTo>
                <a:lnTo>
                  <a:pt x="120717" y="25145"/>
                </a:lnTo>
                <a:lnTo>
                  <a:pt x="120697" y="26376"/>
                </a:lnTo>
                <a:lnTo>
                  <a:pt x="120657" y="27607"/>
                </a:lnTo>
                <a:lnTo>
                  <a:pt x="120616" y="28838"/>
                </a:lnTo>
                <a:lnTo>
                  <a:pt x="120536" y="30049"/>
                </a:lnTo>
                <a:lnTo>
                  <a:pt x="120455" y="31280"/>
                </a:lnTo>
                <a:lnTo>
                  <a:pt x="120374" y="32511"/>
                </a:lnTo>
                <a:lnTo>
                  <a:pt x="120253" y="33722"/>
                </a:lnTo>
                <a:lnTo>
                  <a:pt x="120152" y="34953"/>
                </a:lnTo>
                <a:lnTo>
                  <a:pt x="120011" y="36163"/>
                </a:lnTo>
                <a:lnTo>
                  <a:pt x="119870" y="37394"/>
                </a:lnTo>
                <a:lnTo>
                  <a:pt x="119708" y="38605"/>
                </a:lnTo>
                <a:lnTo>
                  <a:pt x="119567" y="39533"/>
                </a:lnTo>
                <a:lnTo>
                  <a:pt x="119405" y="40462"/>
                </a:lnTo>
                <a:lnTo>
                  <a:pt x="119224" y="41390"/>
                </a:lnTo>
                <a:lnTo>
                  <a:pt x="119103" y="41834"/>
                </a:lnTo>
                <a:lnTo>
                  <a:pt x="118982" y="42278"/>
                </a:lnTo>
                <a:lnTo>
                  <a:pt x="118820" y="42722"/>
                </a:lnTo>
                <a:lnTo>
                  <a:pt x="118659" y="43166"/>
                </a:lnTo>
                <a:lnTo>
                  <a:pt x="118497" y="43590"/>
                </a:lnTo>
                <a:lnTo>
                  <a:pt x="118296" y="43993"/>
                </a:lnTo>
                <a:lnTo>
                  <a:pt x="118074" y="44397"/>
                </a:lnTo>
                <a:lnTo>
                  <a:pt x="117831" y="44800"/>
                </a:lnTo>
                <a:lnTo>
                  <a:pt x="117549" y="45164"/>
                </a:lnTo>
                <a:lnTo>
                  <a:pt x="117266" y="45527"/>
                </a:lnTo>
                <a:lnTo>
                  <a:pt x="117105" y="45709"/>
                </a:lnTo>
                <a:lnTo>
                  <a:pt x="116943" y="45870"/>
                </a:lnTo>
                <a:lnTo>
                  <a:pt x="116782" y="45991"/>
                </a:lnTo>
                <a:lnTo>
                  <a:pt x="116621" y="46112"/>
                </a:lnTo>
                <a:lnTo>
                  <a:pt x="116459" y="46193"/>
                </a:lnTo>
                <a:lnTo>
                  <a:pt x="116298" y="46253"/>
                </a:lnTo>
                <a:lnTo>
                  <a:pt x="116136" y="46294"/>
                </a:lnTo>
                <a:lnTo>
                  <a:pt x="115975" y="46314"/>
                </a:lnTo>
                <a:lnTo>
                  <a:pt x="115813" y="46314"/>
                </a:lnTo>
                <a:lnTo>
                  <a:pt x="115632" y="46294"/>
                </a:lnTo>
                <a:lnTo>
                  <a:pt x="115490" y="46253"/>
                </a:lnTo>
                <a:lnTo>
                  <a:pt x="115349" y="46193"/>
                </a:lnTo>
                <a:lnTo>
                  <a:pt x="115228" y="46092"/>
                </a:lnTo>
                <a:lnTo>
                  <a:pt x="115107" y="45991"/>
                </a:lnTo>
                <a:lnTo>
                  <a:pt x="115006" y="45890"/>
                </a:lnTo>
                <a:lnTo>
                  <a:pt x="114905" y="45749"/>
                </a:lnTo>
                <a:lnTo>
                  <a:pt x="114724" y="45446"/>
                </a:lnTo>
                <a:lnTo>
                  <a:pt x="114562" y="45103"/>
                </a:lnTo>
                <a:lnTo>
                  <a:pt x="114441" y="44740"/>
                </a:lnTo>
                <a:lnTo>
                  <a:pt x="114300" y="44336"/>
                </a:lnTo>
                <a:lnTo>
                  <a:pt x="114360" y="44316"/>
                </a:lnTo>
                <a:lnTo>
                  <a:pt x="114199" y="43751"/>
                </a:lnTo>
                <a:lnTo>
                  <a:pt x="114017" y="43186"/>
                </a:lnTo>
                <a:lnTo>
                  <a:pt x="113816" y="42641"/>
                </a:lnTo>
                <a:lnTo>
                  <a:pt x="113594" y="42096"/>
                </a:lnTo>
                <a:lnTo>
                  <a:pt x="113331" y="41551"/>
                </a:lnTo>
                <a:lnTo>
                  <a:pt x="113049" y="41027"/>
                </a:lnTo>
                <a:lnTo>
                  <a:pt x="112746" y="40522"/>
                </a:lnTo>
                <a:lnTo>
                  <a:pt x="112403" y="40018"/>
                </a:lnTo>
                <a:lnTo>
                  <a:pt x="112040" y="39533"/>
                </a:lnTo>
                <a:lnTo>
                  <a:pt x="111656" y="39049"/>
                </a:lnTo>
                <a:lnTo>
                  <a:pt x="111253" y="38605"/>
                </a:lnTo>
                <a:lnTo>
                  <a:pt x="110829" y="38161"/>
                </a:lnTo>
                <a:lnTo>
                  <a:pt x="110365" y="37717"/>
                </a:lnTo>
                <a:lnTo>
                  <a:pt x="109901" y="37314"/>
                </a:lnTo>
                <a:lnTo>
                  <a:pt x="109396" y="36910"/>
                </a:lnTo>
                <a:lnTo>
                  <a:pt x="108892" y="36547"/>
                </a:lnTo>
                <a:lnTo>
                  <a:pt x="108367" y="36184"/>
                </a:lnTo>
                <a:lnTo>
                  <a:pt x="107822" y="35861"/>
                </a:lnTo>
                <a:lnTo>
                  <a:pt x="107277" y="35558"/>
                </a:lnTo>
                <a:lnTo>
                  <a:pt x="106712" y="35275"/>
                </a:lnTo>
                <a:lnTo>
                  <a:pt x="106147" y="35033"/>
                </a:lnTo>
                <a:lnTo>
                  <a:pt x="105582" y="34811"/>
                </a:lnTo>
                <a:lnTo>
                  <a:pt x="104997" y="34610"/>
                </a:lnTo>
                <a:lnTo>
                  <a:pt x="104412" y="34428"/>
                </a:lnTo>
                <a:lnTo>
                  <a:pt x="103826" y="34287"/>
                </a:lnTo>
                <a:lnTo>
                  <a:pt x="103241" y="34166"/>
                </a:lnTo>
                <a:lnTo>
                  <a:pt x="102636" y="34065"/>
                </a:lnTo>
                <a:lnTo>
                  <a:pt x="102051" y="34004"/>
                </a:lnTo>
                <a:lnTo>
                  <a:pt x="101445" y="33964"/>
                </a:lnTo>
                <a:lnTo>
                  <a:pt x="100860" y="33944"/>
                </a:lnTo>
                <a:lnTo>
                  <a:pt x="100255" y="33964"/>
                </a:lnTo>
                <a:lnTo>
                  <a:pt x="99669" y="34004"/>
                </a:lnTo>
                <a:lnTo>
                  <a:pt x="99084" y="34085"/>
                </a:lnTo>
                <a:lnTo>
                  <a:pt x="98499" y="34166"/>
                </a:lnTo>
                <a:lnTo>
                  <a:pt x="97914" y="34307"/>
                </a:lnTo>
                <a:lnTo>
                  <a:pt x="97349" y="34448"/>
                </a:lnTo>
                <a:lnTo>
                  <a:pt x="96763" y="34630"/>
                </a:lnTo>
                <a:lnTo>
                  <a:pt x="96198" y="34831"/>
                </a:lnTo>
                <a:lnTo>
                  <a:pt x="95654" y="35053"/>
                </a:lnTo>
                <a:lnTo>
                  <a:pt x="95109" y="35296"/>
                </a:lnTo>
                <a:lnTo>
                  <a:pt x="94564" y="35578"/>
                </a:lnTo>
                <a:lnTo>
                  <a:pt x="94019" y="35861"/>
                </a:lnTo>
                <a:lnTo>
                  <a:pt x="93494" y="36184"/>
                </a:lnTo>
                <a:lnTo>
                  <a:pt x="92990" y="36527"/>
                </a:lnTo>
                <a:lnTo>
                  <a:pt x="92485" y="36910"/>
                </a:lnTo>
                <a:lnTo>
                  <a:pt x="92001" y="37293"/>
                </a:lnTo>
                <a:lnTo>
                  <a:pt x="91517" y="37697"/>
                </a:lnTo>
                <a:lnTo>
                  <a:pt x="91052" y="38141"/>
                </a:lnTo>
                <a:lnTo>
                  <a:pt x="90609" y="38585"/>
                </a:lnTo>
                <a:lnTo>
                  <a:pt x="90185" y="39049"/>
                </a:lnTo>
                <a:lnTo>
                  <a:pt x="89781" y="39513"/>
                </a:lnTo>
                <a:lnTo>
                  <a:pt x="89398" y="40018"/>
                </a:lnTo>
                <a:lnTo>
                  <a:pt x="89055" y="40502"/>
                </a:lnTo>
                <a:lnTo>
                  <a:pt x="88712" y="41027"/>
                </a:lnTo>
                <a:lnTo>
                  <a:pt x="88389" y="41551"/>
                </a:lnTo>
                <a:lnTo>
                  <a:pt x="88086" y="42076"/>
                </a:lnTo>
                <a:lnTo>
                  <a:pt x="87824" y="42621"/>
                </a:lnTo>
                <a:lnTo>
                  <a:pt x="87561" y="43186"/>
                </a:lnTo>
                <a:lnTo>
                  <a:pt x="87339" y="43751"/>
                </a:lnTo>
                <a:lnTo>
                  <a:pt x="87138" y="44316"/>
                </a:lnTo>
                <a:lnTo>
                  <a:pt x="86956" y="44881"/>
                </a:lnTo>
                <a:lnTo>
                  <a:pt x="86815" y="45466"/>
                </a:lnTo>
                <a:lnTo>
                  <a:pt x="86673" y="46052"/>
                </a:lnTo>
                <a:lnTo>
                  <a:pt x="86573" y="46637"/>
                </a:lnTo>
                <a:lnTo>
                  <a:pt x="86492" y="47283"/>
                </a:lnTo>
                <a:lnTo>
                  <a:pt x="86411" y="47928"/>
                </a:lnTo>
                <a:lnTo>
                  <a:pt x="86290" y="49240"/>
                </a:lnTo>
                <a:lnTo>
                  <a:pt x="86209" y="50330"/>
                </a:lnTo>
                <a:lnTo>
                  <a:pt x="86088" y="51399"/>
                </a:lnTo>
                <a:lnTo>
                  <a:pt x="86007" y="51924"/>
                </a:lnTo>
                <a:lnTo>
                  <a:pt x="85927" y="52449"/>
                </a:lnTo>
                <a:lnTo>
                  <a:pt x="85806" y="52973"/>
                </a:lnTo>
                <a:lnTo>
                  <a:pt x="85685" y="53458"/>
                </a:lnTo>
                <a:lnTo>
                  <a:pt x="85543" y="53962"/>
                </a:lnTo>
                <a:lnTo>
                  <a:pt x="85362" y="54426"/>
                </a:lnTo>
                <a:lnTo>
                  <a:pt x="85160" y="54870"/>
                </a:lnTo>
                <a:lnTo>
                  <a:pt x="84918" y="55314"/>
                </a:lnTo>
                <a:lnTo>
                  <a:pt x="84655" y="55718"/>
                </a:lnTo>
                <a:lnTo>
                  <a:pt x="84353" y="56101"/>
                </a:lnTo>
                <a:lnTo>
                  <a:pt x="84171" y="56303"/>
                </a:lnTo>
                <a:lnTo>
                  <a:pt x="84010" y="56465"/>
                </a:lnTo>
                <a:lnTo>
                  <a:pt x="83808" y="56646"/>
                </a:lnTo>
                <a:lnTo>
                  <a:pt x="83606" y="56808"/>
                </a:lnTo>
                <a:lnTo>
                  <a:pt x="83344" y="56989"/>
                </a:lnTo>
                <a:lnTo>
                  <a:pt x="83041" y="57191"/>
                </a:lnTo>
                <a:lnTo>
                  <a:pt x="82658" y="57393"/>
                </a:lnTo>
                <a:lnTo>
                  <a:pt x="82173" y="57595"/>
                </a:lnTo>
                <a:lnTo>
                  <a:pt x="81628" y="57776"/>
                </a:lnTo>
                <a:lnTo>
                  <a:pt x="81326" y="57877"/>
                </a:lnTo>
                <a:lnTo>
                  <a:pt x="80983" y="57958"/>
                </a:lnTo>
                <a:lnTo>
                  <a:pt x="80599" y="58018"/>
                </a:lnTo>
                <a:lnTo>
                  <a:pt x="80216" y="58099"/>
                </a:lnTo>
                <a:lnTo>
                  <a:pt x="79792" y="58160"/>
                </a:lnTo>
                <a:lnTo>
                  <a:pt x="79328" y="58200"/>
                </a:lnTo>
                <a:lnTo>
                  <a:pt x="78642" y="58261"/>
                </a:lnTo>
                <a:lnTo>
                  <a:pt x="77935" y="58281"/>
                </a:lnTo>
                <a:lnTo>
                  <a:pt x="77249" y="58301"/>
                </a:lnTo>
                <a:lnTo>
                  <a:pt x="76543" y="58301"/>
                </a:lnTo>
                <a:lnTo>
                  <a:pt x="75837" y="58281"/>
                </a:lnTo>
                <a:lnTo>
                  <a:pt x="75151" y="58240"/>
                </a:lnTo>
                <a:lnTo>
                  <a:pt x="74444" y="58180"/>
                </a:lnTo>
                <a:lnTo>
                  <a:pt x="73758" y="58119"/>
                </a:lnTo>
                <a:lnTo>
                  <a:pt x="72366" y="57958"/>
                </a:lnTo>
                <a:lnTo>
                  <a:pt x="70994" y="57776"/>
                </a:lnTo>
                <a:lnTo>
                  <a:pt x="69601" y="57574"/>
                </a:lnTo>
                <a:lnTo>
                  <a:pt x="68249" y="57352"/>
                </a:lnTo>
                <a:lnTo>
                  <a:pt x="66937" y="57151"/>
                </a:lnTo>
                <a:lnTo>
                  <a:pt x="65605" y="56949"/>
                </a:lnTo>
                <a:lnTo>
                  <a:pt x="64294" y="56767"/>
                </a:lnTo>
                <a:lnTo>
                  <a:pt x="62962" y="56606"/>
                </a:lnTo>
                <a:lnTo>
                  <a:pt x="61771" y="56505"/>
                </a:lnTo>
                <a:lnTo>
                  <a:pt x="60581" y="56424"/>
                </a:lnTo>
                <a:lnTo>
                  <a:pt x="59390" y="56384"/>
                </a:lnTo>
                <a:lnTo>
                  <a:pt x="58179" y="56364"/>
                </a:lnTo>
                <a:lnTo>
                  <a:pt x="56968" y="56384"/>
                </a:lnTo>
                <a:lnTo>
                  <a:pt x="55778" y="56444"/>
                </a:lnTo>
                <a:lnTo>
                  <a:pt x="54567" y="56525"/>
                </a:lnTo>
                <a:lnTo>
                  <a:pt x="53356" y="56646"/>
                </a:lnTo>
                <a:lnTo>
                  <a:pt x="52145" y="56787"/>
                </a:lnTo>
                <a:lnTo>
                  <a:pt x="50935" y="56949"/>
                </a:lnTo>
                <a:lnTo>
                  <a:pt x="49744" y="57151"/>
                </a:lnTo>
                <a:lnTo>
                  <a:pt x="48553" y="57393"/>
                </a:lnTo>
                <a:lnTo>
                  <a:pt x="47343" y="57655"/>
                </a:lnTo>
                <a:lnTo>
                  <a:pt x="46172" y="57958"/>
                </a:lnTo>
                <a:lnTo>
                  <a:pt x="44981" y="58281"/>
                </a:lnTo>
                <a:lnTo>
                  <a:pt x="43811" y="58644"/>
                </a:lnTo>
                <a:lnTo>
                  <a:pt x="42661" y="59027"/>
                </a:lnTo>
                <a:lnTo>
                  <a:pt x="41510" y="59451"/>
                </a:lnTo>
                <a:lnTo>
                  <a:pt x="40380" y="59895"/>
                </a:lnTo>
                <a:lnTo>
                  <a:pt x="39250" y="60359"/>
                </a:lnTo>
                <a:lnTo>
                  <a:pt x="38140" y="60864"/>
                </a:lnTo>
                <a:lnTo>
                  <a:pt x="37031" y="61409"/>
                </a:lnTo>
                <a:lnTo>
                  <a:pt x="35961" y="61954"/>
                </a:lnTo>
                <a:lnTo>
                  <a:pt x="34891" y="62539"/>
                </a:lnTo>
                <a:lnTo>
                  <a:pt x="33842" y="63144"/>
                </a:lnTo>
                <a:lnTo>
                  <a:pt x="32813" y="63790"/>
                </a:lnTo>
                <a:lnTo>
                  <a:pt x="31784" y="64436"/>
                </a:lnTo>
                <a:lnTo>
                  <a:pt x="30795" y="65122"/>
                </a:lnTo>
                <a:lnTo>
                  <a:pt x="29826" y="65828"/>
                </a:lnTo>
                <a:lnTo>
                  <a:pt x="28878" y="66555"/>
                </a:lnTo>
                <a:lnTo>
                  <a:pt x="27950" y="67321"/>
                </a:lnTo>
                <a:lnTo>
                  <a:pt x="27041" y="68088"/>
                </a:lnTo>
                <a:lnTo>
                  <a:pt x="26113" y="68916"/>
                </a:lnTo>
                <a:lnTo>
                  <a:pt x="25205" y="69763"/>
                </a:lnTo>
                <a:lnTo>
                  <a:pt x="23429" y="71499"/>
                </a:lnTo>
                <a:lnTo>
                  <a:pt x="22279" y="72609"/>
                </a:lnTo>
                <a:lnTo>
                  <a:pt x="21129" y="73719"/>
                </a:lnTo>
                <a:lnTo>
                  <a:pt x="19938" y="74788"/>
                </a:lnTo>
                <a:lnTo>
                  <a:pt x="19333" y="75313"/>
                </a:lnTo>
                <a:lnTo>
                  <a:pt x="18707" y="75837"/>
                </a:lnTo>
                <a:lnTo>
                  <a:pt x="18081" y="76342"/>
                </a:lnTo>
                <a:lnTo>
                  <a:pt x="17456" y="76826"/>
                </a:lnTo>
                <a:lnTo>
                  <a:pt x="16810" y="77290"/>
                </a:lnTo>
                <a:lnTo>
                  <a:pt x="16144" y="77734"/>
                </a:lnTo>
                <a:lnTo>
                  <a:pt x="15458" y="78158"/>
                </a:lnTo>
                <a:lnTo>
                  <a:pt x="14772" y="78542"/>
                </a:lnTo>
                <a:lnTo>
                  <a:pt x="14066" y="78925"/>
                </a:lnTo>
                <a:lnTo>
                  <a:pt x="13339" y="79268"/>
                </a:lnTo>
                <a:lnTo>
                  <a:pt x="12915" y="79450"/>
                </a:lnTo>
                <a:lnTo>
                  <a:pt x="12492" y="79611"/>
                </a:lnTo>
                <a:lnTo>
                  <a:pt x="12048" y="79752"/>
                </a:lnTo>
                <a:lnTo>
                  <a:pt x="11604" y="79894"/>
                </a:lnTo>
                <a:lnTo>
                  <a:pt x="11160" y="79995"/>
                </a:lnTo>
                <a:lnTo>
                  <a:pt x="10716" y="80095"/>
                </a:lnTo>
                <a:lnTo>
                  <a:pt x="10252" y="80196"/>
                </a:lnTo>
                <a:lnTo>
                  <a:pt x="9787" y="80257"/>
                </a:lnTo>
                <a:lnTo>
                  <a:pt x="9344" y="80297"/>
                </a:lnTo>
                <a:lnTo>
                  <a:pt x="8879" y="80338"/>
                </a:lnTo>
                <a:lnTo>
                  <a:pt x="8415" y="80358"/>
                </a:lnTo>
                <a:lnTo>
                  <a:pt x="7951" y="80358"/>
                </a:lnTo>
                <a:lnTo>
                  <a:pt x="7507" y="80338"/>
                </a:lnTo>
                <a:lnTo>
                  <a:pt x="7063" y="80317"/>
                </a:lnTo>
                <a:lnTo>
                  <a:pt x="6619" y="80257"/>
                </a:lnTo>
                <a:lnTo>
                  <a:pt x="6175" y="80196"/>
                </a:lnTo>
                <a:lnTo>
                  <a:pt x="5691" y="80095"/>
                </a:lnTo>
                <a:lnTo>
                  <a:pt x="5247" y="79974"/>
                </a:lnTo>
                <a:lnTo>
                  <a:pt x="4803" y="79853"/>
                </a:lnTo>
                <a:lnTo>
                  <a:pt x="4379" y="79692"/>
                </a:lnTo>
                <a:lnTo>
                  <a:pt x="3955" y="79510"/>
                </a:lnTo>
                <a:lnTo>
                  <a:pt x="3572" y="79329"/>
                </a:lnTo>
                <a:lnTo>
                  <a:pt x="3189" y="79107"/>
                </a:lnTo>
                <a:lnTo>
                  <a:pt x="2846" y="78885"/>
                </a:lnTo>
                <a:lnTo>
                  <a:pt x="2502" y="78642"/>
                </a:lnTo>
                <a:lnTo>
                  <a:pt x="2180" y="78380"/>
                </a:lnTo>
                <a:lnTo>
                  <a:pt x="1897" y="78098"/>
                </a:lnTo>
                <a:lnTo>
                  <a:pt x="1615" y="77795"/>
                </a:lnTo>
                <a:lnTo>
                  <a:pt x="1352" y="77472"/>
                </a:lnTo>
                <a:lnTo>
                  <a:pt x="1130" y="77149"/>
                </a:lnTo>
                <a:lnTo>
                  <a:pt x="908" y="76806"/>
                </a:lnTo>
                <a:lnTo>
                  <a:pt x="727" y="76443"/>
                </a:lnTo>
                <a:lnTo>
                  <a:pt x="585" y="76180"/>
                </a:lnTo>
                <a:lnTo>
                  <a:pt x="484" y="75898"/>
                </a:lnTo>
                <a:lnTo>
                  <a:pt x="384" y="75636"/>
                </a:lnTo>
                <a:lnTo>
                  <a:pt x="303" y="75353"/>
                </a:lnTo>
                <a:lnTo>
                  <a:pt x="242" y="75050"/>
                </a:lnTo>
                <a:lnTo>
                  <a:pt x="182" y="74768"/>
                </a:lnTo>
                <a:lnTo>
                  <a:pt x="141" y="74465"/>
                </a:lnTo>
                <a:lnTo>
                  <a:pt x="101" y="74162"/>
                </a:lnTo>
                <a:lnTo>
                  <a:pt x="81" y="73860"/>
                </a:lnTo>
                <a:lnTo>
                  <a:pt x="81" y="73557"/>
                </a:lnTo>
                <a:lnTo>
                  <a:pt x="101" y="73254"/>
                </a:lnTo>
                <a:lnTo>
                  <a:pt x="121" y="72952"/>
                </a:lnTo>
                <a:lnTo>
                  <a:pt x="162" y="72629"/>
                </a:lnTo>
                <a:lnTo>
                  <a:pt x="202" y="72306"/>
                </a:lnTo>
                <a:lnTo>
                  <a:pt x="262" y="71983"/>
                </a:lnTo>
                <a:lnTo>
                  <a:pt x="343" y="71680"/>
                </a:lnTo>
                <a:lnTo>
                  <a:pt x="525" y="71075"/>
                </a:lnTo>
                <a:lnTo>
                  <a:pt x="727" y="70490"/>
                </a:lnTo>
                <a:lnTo>
                  <a:pt x="989" y="69925"/>
                </a:lnTo>
                <a:lnTo>
                  <a:pt x="1292" y="69380"/>
                </a:lnTo>
                <a:lnTo>
                  <a:pt x="1615" y="68835"/>
                </a:lnTo>
                <a:lnTo>
                  <a:pt x="1998" y="68330"/>
                </a:lnTo>
                <a:lnTo>
                  <a:pt x="2381" y="67846"/>
                </a:lnTo>
                <a:lnTo>
                  <a:pt x="2825" y="67382"/>
                </a:lnTo>
                <a:lnTo>
                  <a:pt x="3209" y="67019"/>
                </a:lnTo>
                <a:lnTo>
                  <a:pt x="3612" y="66676"/>
                </a:lnTo>
                <a:lnTo>
                  <a:pt x="4036" y="66353"/>
                </a:lnTo>
                <a:lnTo>
                  <a:pt x="4500" y="66030"/>
                </a:lnTo>
                <a:lnTo>
                  <a:pt x="4964" y="65727"/>
                </a:lnTo>
                <a:lnTo>
                  <a:pt x="5449" y="65445"/>
                </a:lnTo>
                <a:lnTo>
                  <a:pt x="5973" y="65162"/>
                </a:lnTo>
                <a:lnTo>
                  <a:pt x="6518" y="64900"/>
                </a:lnTo>
                <a:lnTo>
                  <a:pt x="7063" y="64658"/>
                </a:lnTo>
                <a:lnTo>
                  <a:pt x="7669" y="64415"/>
                </a:lnTo>
                <a:lnTo>
                  <a:pt x="8274" y="64194"/>
                </a:lnTo>
                <a:lnTo>
                  <a:pt x="8920" y="63992"/>
                </a:lnTo>
                <a:lnTo>
                  <a:pt x="9586" y="63790"/>
                </a:lnTo>
                <a:lnTo>
                  <a:pt x="10272" y="63608"/>
                </a:lnTo>
                <a:lnTo>
                  <a:pt x="10978" y="63427"/>
                </a:lnTo>
                <a:lnTo>
                  <a:pt x="11745" y="63265"/>
                </a:lnTo>
                <a:lnTo>
                  <a:pt x="12673" y="63084"/>
                </a:lnTo>
                <a:lnTo>
                  <a:pt x="13460" y="62942"/>
                </a:lnTo>
                <a:lnTo>
                  <a:pt x="14227" y="62781"/>
                </a:lnTo>
                <a:lnTo>
                  <a:pt x="15014" y="62579"/>
                </a:lnTo>
                <a:lnTo>
                  <a:pt x="15761" y="62377"/>
                </a:lnTo>
                <a:lnTo>
                  <a:pt x="16144" y="62256"/>
                </a:lnTo>
                <a:lnTo>
                  <a:pt x="16507" y="62115"/>
                </a:lnTo>
                <a:lnTo>
                  <a:pt x="16871" y="61974"/>
                </a:lnTo>
                <a:lnTo>
                  <a:pt x="17234" y="61812"/>
                </a:lnTo>
                <a:lnTo>
                  <a:pt x="17577" y="61631"/>
                </a:lnTo>
                <a:lnTo>
                  <a:pt x="17920" y="61429"/>
                </a:lnTo>
                <a:lnTo>
                  <a:pt x="18243" y="61227"/>
                </a:lnTo>
                <a:lnTo>
                  <a:pt x="18566" y="61005"/>
                </a:lnTo>
                <a:lnTo>
                  <a:pt x="18909" y="60723"/>
                </a:lnTo>
                <a:lnTo>
                  <a:pt x="19232" y="60420"/>
                </a:lnTo>
                <a:lnTo>
                  <a:pt x="19534" y="60097"/>
                </a:lnTo>
                <a:lnTo>
                  <a:pt x="19817" y="59754"/>
                </a:lnTo>
                <a:lnTo>
                  <a:pt x="20099" y="59391"/>
                </a:lnTo>
                <a:lnTo>
                  <a:pt x="20362" y="59007"/>
                </a:lnTo>
                <a:lnTo>
                  <a:pt x="20604" y="58604"/>
                </a:lnTo>
                <a:lnTo>
                  <a:pt x="20826" y="58160"/>
                </a:lnTo>
                <a:lnTo>
                  <a:pt x="21028" y="57716"/>
                </a:lnTo>
                <a:lnTo>
                  <a:pt x="21230" y="57252"/>
                </a:lnTo>
                <a:lnTo>
                  <a:pt x="21391" y="56767"/>
                </a:lnTo>
                <a:lnTo>
                  <a:pt x="21552" y="56263"/>
                </a:lnTo>
                <a:lnTo>
                  <a:pt x="21694" y="55738"/>
                </a:lnTo>
                <a:lnTo>
                  <a:pt x="21795" y="55213"/>
                </a:lnTo>
                <a:lnTo>
                  <a:pt x="21895" y="54648"/>
                </a:lnTo>
                <a:lnTo>
                  <a:pt x="21976" y="54083"/>
                </a:lnTo>
                <a:lnTo>
                  <a:pt x="22037" y="53478"/>
                </a:lnTo>
                <a:lnTo>
                  <a:pt x="22077" y="52872"/>
                </a:lnTo>
                <a:lnTo>
                  <a:pt x="22097" y="52267"/>
                </a:lnTo>
                <a:lnTo>
                  <a:pt x="22117" y="51662"/>
                </a:lnTo>
                <a:lnTo>
                  <a:pt x="22097" y="51056"/>
                </a:lnTo>
                <a:lnTo>
                  <a:pt x="22077" y="50451"/>
                </a:lnTo>
                <a:lnTo>
                  <a:pt x="21996" y="49240"/>
                </a:lnTo>
                <a:lnTo>
                  <a:pt x="21875" y="48029"/>
                </a:lnTo>
                <a:lnTo>
                  <a:pt x="21734" y="46818"/>
                </a:lnTo>
                <a:lnTo>
                  <a:pt x="21552" y="45608"/>
                </a:lnTo>
                <a:lnTo>
                  <a:pt x="21371" y="44417"/>
                </a:lnTo>
                <a:lnTo>
                  <a:pt x="21068" y="42359"/>
                </a:lnTo>
                <a:lnTo>
                  <a:pt x="20927" y="41309"/>
                </a:lnTo>
                <a:lnTo>
                  <a:pt x="20806" y="40280"/>
                </a:lnTo>
                <a:lnTo>
                  <a:pt x="20745" y="39493"/>
                </a:lnTo>
                <a:lnTo>
                  <a:pt x="20685" y="38706"/>
                </a:lnTo>
                <a:lnTo>
                  <a:pt x="20665" y="37879"/>
                </a:lnTo>
                <a:lnTo>
                  <a:pt x="20665" y="37031"/>
                </a:lnTo>
                <a:lnTo>
                  <a:pt x="20685" y="36184"/>
                </a:lnTo>
                <a:lnTo>
                  <a:pt x="20765" y="35316"/>
                </a:lnTo>
                <a:lnTo>
                  <a:pt x="20866" y="34448"/>
                </a:lnTo>
                <a:lnTo>
                  <a:pt x="21008" y="33560"/>
                </a:lnTo>
                <a:lnTo>
                  <a:pt x="21088" y="33136"/>
                </a:lnTo>
                <a:lnTo>
                  <a:pt x="21189" y="32713"/>
                </a:lnTo>
                <a:lnTo>
                  <a:pt x="21290" y="32269"/>
                </a:lnTo>
                <a:lnTo>
                  <a:pt x="21431" y="31845"/>
                </a:lnTo>
                <a:lnTo>
                  <a:pt x="21552" y="31441"/>
                </a:lnTo>
                <a:lnTo>
                  <a:pt x="21714" y="31017"/>
                </a:lnTo>
                <a:lnTo>
                  <a:pt x="21875" y="30614"/>
                </a:lnTo>
                <a:lnTo>
                  <a:pt x="22057" y="30210"/>
                </a:lnTo>
                <a:lnTo>
                  <a:pt x="22259" y="29807"/>
                </a:lnTo>
                <a:lnTo>
                  <a:pt x="22461" y="29423"/>
                </a:lnTo>
                <a:lnTo>
                  <a:pt x="22703" y="29040"/>
                </a:lnTo>
                <a:lnTo>
                  <a:pt x="22945" y="28677"/>
                </a:lnTo>
                <a:lnTo>
                  <a:pt x="23207" y="28313"/>
                </a:lnTo>
                <a:lnTo>
                  <a:pt x="23470" y="27950"/>
                </a:lnTo>
                <a:lnTo>
                  <a:pt x="23772" y="27607"/>
                </a:lnTo>
                <a:lnTo>
                  <a:pt x="24095" y="27284"/>
                </a:lnTo>
                <a:lnTo>
                  <a:pt x="24458" y="26921"/>
                </a:lnTo>
                <a:lnTo>
                  <a:pt x="24862" y="26578"/>
                </a:lnTo>
                <a:lnTo>
                  <a:pt x="25266" y="26275"/>
                </a:lnTo>
                <a:lnTo>
                  <a:pt x="25710" y="25972"/>
                </a:lnTo>
                <a:lnTo>
                  <a:pt x="26153" y="25690"/>
                </a:lnTo>
                <a:lnTo>
                  <a:pt x="26597" y="25448"/>
                </a:lnTo>
                <a:lnTo>
                  <a:pt x="27082" y="25226"/>
                </a:lnTo>
                <a:lnTo>
                  <a:pt x="27586" y="25004"/>
                </a:lnTo>
                <a:lnTo>
                  <a:pt x="28091" y="24822"/>
                </a:lnTo>
                <a:lnTo>
                  <a:pt x="28615" y="24661"/>
                </a:lnTo>
                <a:lnTo>
                  <a:pt x="29160" y="24519"/>
                </a:lnTo>
                <a:lnTo>
                  <a:pt x="29705" y="24398"/>
                </a:lnTo>
                <a:lnTo>
                  <a:pt x="30290" y="24297"/>
                </a:lnTo>
                <a:lnTo>
                  <a:pt x="30876" y="24217"/>
                </a:lnTo>
                <a:lnTo>
                  <a:pt x="31481" y="24176"/>
                </a:lnTo>
                <a:lnTo>
                  <a:pt x="32086" y="24136"/>
                </a:lnTo>
                <a:lnTo>
                  <a:pt x="33297" y="24136"/>
                </a:lnTo>
                <a:lnTo>
                  <a:pt x="33903" y="24176"/>
                </a:lnTo>
                <a:lnTo>
                  <a:pt x="34508" y="24217"/>
                </a:lnTo>
                <a:lnTo>
                  <a:pt x="35113" y="24277"/>
                </a:lnTo>
                <a:lnTo>
                  <a:pt x="35699" y="24358"/>
                </a:lnTo>
                <a:lnTo>
                  <a:pt x="36264" y="24459"/>
                </a:lnTo>
                <a:lnTo>
                  <a:pt x="36829" y="24580"/>
                </a:lnTo>
                <a:lnTo>
                  <a:pt x="37394" y="24681"/>
                </a:lnTo>
                <a:lnTo>
                  <a:pt x="38443" y="24943"/>
                </a:lnTo>
                <a:lnTo>
                  <a:pt x="39412" y="25246"/>
                </a:lnTo>
                <a:lnTo>
                  <a:pt x="40320" y="25549"/>
                </a:lnTo>
                <a:lnTo>
                  <a:pt x="41147" y="25851"/>
                </a:lnTo>
                <a:lnTo>
                  <a:pt x="41874" y="26134"/>
                </a:lnTo>
                <a:lnTo>
                  <a:pt x="42600" y="26437"/>
                </a:lnTo>
                <a:lnTo>
                  <a:pt x="43327" y="26759"/>
                </a:lnTo>
                <a:lnTo>
                  <a:pt x="44033" y="27082"/>
                </a:lnTo>
                <a:lnTo>
                  <a:pt x="45466" y="27768"/>
                </a:lnTo>
                <a:lnTo>
                  <a:pt x="46878" y="28495"/>
                </a:lnTo>
                <a:lnTo>
                  <a:pt x="48271" y="29242"/>
                </a:lnTo>
                <a:lnTo>
                  <a:pt x="49643" y="30008"/>
                </a:lnTo>
                <a:lnTo>
                  <a:pt x="52367" y="31542"/>
                </a:lnTo>
                <a:lnTo>
                  <a:pt x="54486" y="32753"/>
                </a:lnTo>
                <a:lnTo>
                  <a:pt x="56646" y="33944"/>
                </a:lnTo>
                <a:lnTo>
                  <a:pt x="57735" y="34529"/>
                </a:lnTo>
                <a:lnTo>
                  <a:pt x="58825" y="35094"/>
                </a:lnTo>
                <a:lnTo>
                  <a:pt x="59935" y="35639"/>
                </a:lnTo>
                <a:lnTo>
                  <a:pt x="61045" y="36163"/>
                </a:lnTo>
                <a:lnTo>
                  <a:pt x="61953" y="36547"/>
                </a:lnTo>
                <a:lnTo>
                  <a:pt x="62821" y="36890"/>
                </a:lnTo>
                <a:lnTo>
                  <a:pt x="63668" y="37193"/>
                </a:lnTo>
                <a:lnTo>
                  <a:pt x="64496" y="37435"/>
                </a:lnTo>
                <a:lnTo>
                  <a:pt x="65283" y="37637"/>
                </a:lnTo>
                <a:lnTo>
                  <a:pt x="66049" y="37798"/>
                </a:lnTo>
                <a:lnTo>
                  <a:pt x="66816" y="37899"/>
                </a:lnTo>
                <a:lnTo>
                  <a:pt x="67523" y="37959"/>
                </a:lnTo>
                <a:lnTo>
                  <a:pt x="68229" y="37980"/>
                </a:lnTo>
                <a:lnTo>
                  <a:pt x="68552" y="37959"/>
                </a:lnTo>
                <a:lnTo>
                  <a:pt x="68895" y="37939"/>
                </a:lnTo>
                <a:lnTo>
                  <a:pt x="69218" y="37899"/>
                </a:lnTo>
                <a:lnTo>
                  <a:pt x="69541" y="37859"/>
                </a:lnTo>
                <a:lnTo>
                  <a:pt x="69843" y="37798"/>
                </a:lnTo>
                <a:lnTo>
                  <a:pt x="70166" y="37737"/>
                </a:lnTo>
                <a:lnTo>
                  <a:pt x="70449" y="37657"/>
                </a:lnTo>
                <a:lnTo>
                  <a:pt x="70751" y="37556"/>
                </a:lnTo>
                <a:lnTo>
                  <a:pt x="71034" y="37455"/>
                </a:lnTo>
                <a:lnTo>
                  <a:pt x="71316" y="37334"/>
                </a:lnTo>
                <a:lnTo>
                  <a:pt x="71579" y="37193"/>
                </a:lnTo>
                <a:lnTo>
                  <a:pt x="71861" y="37051"/>
                </a:lnTo>
                <a:lnTo>
                  <a:pt x="72103" y="36890"/>
                </a:lnTo>
                <a:lnTo>
                  <a:pt x="72366" y="36728"/>
                </a:lnTo>
                <a:lnTo>
                  <a:pt x="72628" y="36547"/>
                </a:lnTo>
                <a:lnTo>
                  <a:pt x="72870" y="36345"/>
                </a:lnTo>
                <a:lnTo>
                  <a:pt x="73112" y="36143"/>
                </a:lnTo>
                <a:lnTo>
                  <a:pt x="73355" y="35921"/>
                </a:lnTo>
                <a:lnTo>
                  <a:pt x="73577" y="35679"/>
                </a:lnTo>
                <a:lnTo>
                  <a:pt x="73778" y="35437"/>
                </a:lnTo>
                <a:lnTo>
                  <a:pt x="74000" y="35195"/>
                </a:lnTo>
                <a:lnTo>
                  <a:pt x="74182" y="34912"/>
                </a:lnTo>
                <a:lnTo>
                  <a:pt x="74384" y="34650"/>
                </a:lnTo>
                <a:lnTo>
                  <a:pt x="74565" y="34347"/>
                </a:lnTo>
                <a:lnTo>
                  <a:pt x="74727" y="34065"/>
                </a:lnTo>
                <a:lnTo>
                  <a:pt x="74888" y="33742"/>
                </a:lnTo>
                <a:lnTo>
                  <a:pt x="75050" y="33419"/>
                </a:lnTo>
                <a:lnTo>
                  <a:pt x="75191" y="33096"/>
                </a:lnTo>
                <a:lnTo>
                  <a:pt x="75312" y="32753"/>
                </a:lnTo>
                <a:lnTo>
                  <a:pt x="75433" y="32410"/>
                </a:lnTo>
                <a:lnTo>
                  <a:pt x="75635" y="31784"/>
                </a:lnTo>
                <a:lnTo>
                  <a:pt x="75796" y="31139"/>
                </a:lnTo>
                <a:lnTo>
                  <a:pt x="75917" y="30473"/>
                </a:lnTo>
                <a:lnTo>
                  <a:pt x="76018" y="29786"/>
                </a:lnTo>
                <a:lnTo>
                  <a:pt x="76099" y="29080"/>
                </a:lnTo>
                <a:lnTo>
                  <a:pt x="76139" y="28374"/>
                </a:lnTo>
                <a:lnTo>
                  <a:pt x="76139" y="27627"/>
                </a:lnTo>
                <a:lnTo>
                  <a:pt x="76119" y="26901"/>
                </a:lnTo>
                <a:lnTo>
                  <a:pt x="76059" y="25791"/>
                </a:lnTo>
                <a:lnTo>
                  <a:pt x="75998" y="24721"/>
                </a:lnTo>
                <a:lnTo>
                  <a:pt x="75837" y="22703"/>
                </a:lnTo>
                <a:lnTo>
                  <a:pt x="75655" y="20786"/>
                </a:lnTo>
                <a:lnTo>
                  <a:pt x="75453" y="18950"/>
                </a:lnTo>
                <a:lnTo>
                  <a:pt x="75252" y="16932"/>
                </a:lnTo>
                <a:lnTo>
                  <a:pt x="75050" y="14833"/>
                </a:lnTo>
                <a:lnTo>
                  <a:pt x="74929" y="13642"/>
                </a:lnTo>
                <a:lnTo>
                  <a:pt x="74787" y="12452"/>
                </a:lnTo>
                <a:lnTo>
                  <a:pt x="74606" y="11140"/>
                </a:lnTo>
                <a:lnTo>
                  <a:pt x="74545" y="10494"/>
                </a:lnTo>
                <a:lnTo>
                  <a:pt x="74485" y="9849"/>
                </a:lnTo>
                <a:lnTo>
                  <a:pt x="74444" y="9203"/>
                </a:lnTo>
                <a:lnTo>
                  <a:pt x="74424" y="8577"/>
                </a:lnTo>
                <a:lnTo>
                  <a:pt x="74424" y="7952"/>
                </a:lnTo>
                <a:lnTo>
                  <a:pt x="74464" y="7346"/>
                </a:lnTo>
                <a:lnTo>
                  <a:pt x="74525" y="6741"/>
                </a:lnTo>
                <a:lnTo>
                  <a:pt x="74646" y="6176"/>
                </a:lnTo>
                <a:lnTo>
                  <a:pt x="74707" y="5893"/>
                </a:lnTo>
                <a:lnTo>
                  <a:pt x="74787" y="5611"/>
                </a:lnTo>
                <a:lnTo>
                  <a:pt x="74888" y="5348"/>
                </a:lnTo>
                <a:lnTo>
                  <a:pt x="74989" y="5066"/>
                </a:lnTo>
                <a:lnTo>
                  <a:pt x="75110" y="4824"/>
                </a:lnTo>
                <a:lnTo>
                  <a:pt x="75231" y="4561"/>
                </a:lnTo>
                <a:lnTo>
                  <a:pt x="75393" y="4319"/>
                </a:lnTo>
                <a:lnTo>
                  <a:pt x="75554" y="4077"/>
                </a:lnTo>
                <a:lnTo>
                  <a:pt x="75716" y="3835"/>
                </a:lnTo>
                <a:lnTo>
                  <a:pt x="75917" y="3613"/>
                </a:lnTo>
                <a:lnTo>
                  <a:pt x="76119" y="3391"/>
                </a:lnTo>
                <a:lnTo>
                  <a:pt x="76341" y="3189"/>
                </a:lnTo>
                <a:lnTo>
                  <a:pt x="76604" y="2967"/>
                </a:lnTo>
                <a:lnTo>
                  <a:pt x="76886" y="2765"/>
                </a:lnTo>
                <a:lnTo>
                  <a:pt x="77169" y="2584"/>
                </a:lnTo>
                <a:lnTo>
                  <a:pt x="77471" y="2422"/>
                </a:lnTo>
                <a:lnTo>
                  <a:pt x="77754" y="2261"/>
                </a:lnTo>
                <a:lnTo>
                  <a:pt x="78077" y="2120"/>
                </a:lnTo>
                <a:lnTo>
                  <a:pt x="78379" y="1998"/>
                </a:lnTo>
                <a:lnTo>
                  <a:pt x="78702" y="1877"/>
                </a:lnTo>
                <a:lnTo>
                  <a:pt x="79348" y="1676"/>
                </a:lnTo>
                <a:lnTo>
                  <a:pt x="80014" y="1514"/>
                </a:lnTo>
                <a:lnTo>
                  <a:pt x="80660" y="1373"/>
                </a:lnTo>
                <a:lnTo>
                  <a:pt x="81306" y="1232"/>
                </a:lnTo>
                <a:lnTo>
                  <a:pt x="82799" y="989"/>
                </a:lnTo>
                <a:lnTo>
                  <a:pt x="84312" y="747"/>
                </a:lnTo>
                <a:lnTo>
                  <a:pt x="85826" y="566"/>
                </a:lnTo>
                <a:lnTo>
                  <a:pt x="87319" y="404"/>
                </a:lnTo>
                <a:lnTo>
                  <a:pt x="88833" y="283"/>
                </a:lnTo>
                <a:lnTo>
                  <a:pt x="90346" y="182"/>
                </a:lnTo>
                <a:lnTo>
                  <a:pt x="91860" y="122"/>
                </a:lnTo>
                <a:lnTo>
                  <a:pt x="93373" y="81"/>
                </a:lnTo>
                <a:close/>
                <a:moveTo>
                  <a:pt x="93373" y="1"/>
                </a:moveTo>
                <a:lnTo>
                  <a:pt x="91860" y="41"/>
                </a:lnTo>
                <a:lnTo>
                  <a:pt x="90346" y="102"/>
                </a:lnTo>
                <a:lnTo>
                  <a:pt x="88833" y="202"/>
                </a:lnTo>
                <a:lnTo>
                  <a:pt x="87319" y="324"/>
                </a:lnTo>
                <a:lnTo>
                  <a:pt x="85806" y="485"/>
                </a:lnTo>
                <a:lnTo>
                  <a:pt x="84292" y="667"/>
                </a:lnTo>
                <a:lnTo>
                  <a:pt x="82799" y="909"/>
                </a:lnTo>
                <a:lnTo>
                  <a:pt x="81285" y="1171"/>
                </a:lnTo>
                <a:lnTo>
                  <a:pt x="80640" y="1292"/>
                </a:lnTo>
                <a:lnTo>
                  <a:pt x="79994" y="1433"/>
                </a:lnTo>
                <a:lnTo>
                  <a:pt x="79328" y="1595"/>
                </a:lnTo>
                <a:lnTo>
                  <a:pt x="78682" y="1797"/>
                </a:lnTo>
                <a:lnTo>
                  <a:pt x="78359" y="1918"/>
                </a:lnTo>
                <a:lnTo>
                  <a:pt x="78036" y="2059"/>
                </a:lnTo>
                <a:lnTo>
                  <a:pt x="77734" y="2200"/>
                </a:lnTo>
                <a:lnTo>
                  <a:pt x="77411" y="2342"/>
                </a:lnTo>
                <a:lnTo>
                  <a:pt x="77128" y="2523"/>
                </a:lnTo>
                <a:lnTo>
                  <a:pt x="76846" y="2705"/>
                </a:lnTo>
                <a:lnTo>
                  <a:pt x="76563" y="2907"/>
                </a:lnTo>
                <a:lnTo>
                  <a:pt x="76301" y="3129"/>
                </a:lnTo>
                <a:lnTo>
                  <a:pt x="76059" y="3330"/>
                </a:lnTo>
                <a:lnTo>
                  <a:pt x="75857" y="3552"/>
                </a:lnTo>
                <a:lnTo>
                  <a:pt x="75655" y="3795"/>
                </a:lnTo>
                <a:lnTo>
                  <a:pt x="75473" y="4017"/>
                </a:lnTo>
                <a:lnTo>
                  <a:pt x="75312" y="4259"/>
                </a:lnTo>
                <a:lnTo>
                  <a:pt x="75171" y="4521"/>
                </a:lnTo>
                <a:lnTo>
                  <a:pt x="75030" y="4763"/>
                </a:lnTo>
                <a:lnTo>
                  <a:pt x="74908" y="5026"/>
                </a:lnTo>
                <a:lnTo>
                  <a:pt x="74808" y="5308"/>
                </a:lnTo>
                <a:lnTo>
                  <a:pt x="74707" y="5570"/>
                </a:lnTo>
                <a:lnTo>
                  <a:pt x="74626" y="5853"/>
                </a:lnTo>
                <a:lnTo>
                  <a:pt x="74565" y="6135"/>
                </a:lnTo>
                <a:lnTo>
                  <a:pt x="74444" y="6721"/>
                </a:lnTo>
                <a:lnTo>
                  <a:pt x="74384" y="7326"/>
                </a:lnTo>
                <a:lnTo>
                  <a:pt x="74343" y="7931"/>
                </a:lnTo>
                <a:lnTo>
                  <a:pt x="74343" y="8557"/>
                </a:lnTo>
                <a:lnTo>
                  <a:pt x="74364" y="9203"/>
                </a:lnTo>
                <a:lnTo>
                  <a:pt x="74404" y="9849"/>
                </a:lnTo>
                <a:lnTo>
                  <a:pt x="74464" y="10494"/>
                </a:lnTo>
                <a:lnTo>
                  <a:pt x="74525" y="11160"/>
                </a:lnTo>
                <a:lnTo>
                  <a:pt x="74707" y="12472"/>
                </a:lnTo>
                <a:lnTo>
                  <a:pt x="74848" y="13663"/>
                </a:lnTo>
                <a:lnTo>
                  <a:pt x="74969" y="14833"/>
                </a:lnTo>
                <a:lnTo>
                  <a:pt x="75171" y="16932"/>
                </a:lnTo>
                <a:lnTo>
                  <a:pt x="75373" y="18950"/>
                </a:lnTo>
                <a:lnTo>
                  <a:pt x="75574" y="20806"/>
                </a:lnTo>
                <a:lnTo>
                  <a:pt x="75756" y="22703"/>
                </a:lnTo>
                <a:lnTo>
                  <a:pt x="75917" y="24741"/>
                </a:lnTo>
                <a:lnTo>
                  <a:pt x="75978" y="25791"/>
                </a:lnTo>
                <a:lnTo>
                  <a:pt x="76039" y="26901"/>
                </a:lnTo>
                <a:lnTo>
                  <a:pt x="76059" y="27627"/>
                </a:lnTo>
                <a:lnTo>
                  <a:pt x="76059" y="28354"/>
                </a:lnTo>
                <a:lnTo>
                  <a:pt x="76018" y="29080"/>
                </a:lnTo>
                <a:lnTo>
                  <a:pt x="75938" y="29766"/>
                </a:lnTo>
                <a:lnTo>
                  <a:pt x="75837" y="30452"/>
                </a:lnTo>
                <a:lnTo>
                  <a:pt x="75716" y="31118"/>
                </a:lnTo>
                <a:lnTo>
                  <a:pt x="75554" y="31764"/>
                </a:lnTo>
                <a:lnTo>
                  <a:pt x="75373" y="32370"/>
                </a:lnTo>
                <a:lnTo>
                  <a:pt x="75252" y="32733"/>
                </a:lnTo>
                <a:lnTo>
                  <a:pt x="75110" y="33056"/>
                </a:lnTo>
                <a:lnTo>
                  <a:pt x="74969" y="33399"/>
                </a:lnTo>
                <a:lnTo>
                  <a:pt x="74808" y="33701"/>
                </a:lnTo>
                <a:lnTo>
                  <a:pt x="74666" y="34024"/>
                </a:lnTo>
                <a:lnTo>
                  <a:pt x="74485" y="34307"/>
                </a:lnTo>
                <a:lnTo>
                  <a:pt x="74303" y="34589"/>
                </a:lnTo>
                <a:lnTo>
                  <a:pt x="74121" y="34872"/>
                </a:lnTo>
                <a:lnTo>
                  <a:pt x="73920" y="35134"/>
                </a:lnTo>
                <a:lnTo>
                  <a:pt x="73718" y="35397"/>
                </a:lnTo>
                <a:lnTo>
                  <a:pt x="73516" y="35639"/>
                </a:lnTo>
                <a:lnTo>
                  <a:pt x="73294" y="35861"/>
                </a:lnTo>
                <a:lnTo>
                  <a:pt x="73052" y="36083"/>
                </a:lnTo>
                <a:lnTo>
                  <a:pt x="72830" y="36284"/>
                </a:lnTo>
                <a:lnTo>
                  <a:pt x="72568" y="36486"/>
                </a:lnTo>
                <a:lnTo>
                  <a:pt x="72325" y="36668"/>
                </a:lnTo>
                <a:lnTo>
                  <a:pt x="72063" y="36829"/>
                </a:lnTo>
                <a:lnTo>
                  <a:pt x="71821" y="36991"/>
                </a:lnTo>
                <a:lnTo>
                  <a:pt x="71538" y="37132"/>
                </a:lnTo>
                <a:lnTo>
                  <a:pt x="71276" y="37253"/>
                </a:lnTo>
                <a:lnTo>
                  <a:pt x="70994" y="37374"/>
                </a:lnTo>
                <a:lnTo>
                  <a:pt x="70711" y="37475"/>
                </a:lnTo>
                <a:lnTo>
                  <a:pt x="70428" y="37576"/>
                </a:lnTo>
                <a:lnTo>
                  <a:pt x="70126" y="37657"/>
                </a:lnTo>
                <a:lnTo>
                  <a:pt x="69823" y="37717"/>
                </a:lnTo>
                <a:lnTo>
                  <a:pt x="69520" y="37778"/>
                </a:lnTo>
                <a:lnTo>
                  <a:pt x="69197" y="37838"/>
                </a:lnTo>
                <a:lnTo>
                  <a:pt x="68875" y="37859"/>
                </a:lnTo>
                <a:lnTo>
                  <a:pt x="68209" y="37899"/>
                </a:lnTo>
                <a:lnTo>
                  <a:pt x="67523" y="37879"/>
                </a:lnTo>
                <a:lnTo>
                  <a:pt x="66796" y="37818"/>
                </a:lnTo>
                <a:lnTo>
                  <a:pt x="66070" y="37717"/>
                </a:lnTo>
                <a:lnTo>
                  <a:pt x="65303" y="37556"/>
                </a:lnTo>
                <a:lnTo>
                  <a:pt x="64496" y="37354"/>
                </a:lnTo>
                <a:lnTo>
                  <a:pt x="63688" y="37112"/>
                </a:lnTo>
                <a:lnTo>
                  <a:pt x="62841" y="36829"/>
                </a:lnTo>
                <a:lnTo>
                  <a:pt x="61973" y="36486"/>
                </a:lnTo>
                <a:lnTo>
                  <a:pt x="61085" y="36083"/>
                </a:lnTo>
                <a:lnTo>
                  <a:pt x="59975" y="35558"/>
                </a:lnTo>
                <a:lnTo>
                  <a:pt x="58865" y="35013"/>
                </a:lnTo>
                <a:lnTo>
                  <a:pt x="57776" y="34448"/>
                </a:lnTo>
                <a:lnTo>
                  <a:pt x="56686" y="33863"/>
                </a:lnTo>
                <a:lnTo>
                  <a:pt x="54527" y="32672"/>
                </a:lnTo>
                <a:lnTo>
                  <a:pt x="52408" y="31461"/>
                </a:lnTo>
                <a:lnTo>
                  <a:pt x="49683" y="29928"/>
                </a:lnTo>
                <a:lnTo>
                  <a:pt x="48311" y="29161"/>
                </a:lnTo>
                <a:lnTo>
                  <a:pt x="46919" y="28414"/>
                </a:lnTo>
                <a:lnTo>
                  <a:pt x="45506" y="27708"/>
                </a:lnTo>
                <a:lnTo>
                  <a:pt x="44073" y="27022"/>
                </a:lnTo>
                <a:lnTo>
                  <a:pt x="43347" y="26679"/>
                </a:lnTo>
                <a:lnTo>
                  <a:pt x="42641" y="26376"/>
                </a:lnTo>
                <a:lnTo>
                  <a:pt x="41894" y="26053"/>
                </a:lnTo>
                <a:lnTo>
                  <a:pt x="41167" y="25771"/>
                </a:lnTo>
                <a:lnTo>
                  <a:pt x="40300" y="25448"/>
                </a:lnTo>
                <a:lnTo>
                  <a:pt x="39331" y="25125"/>
                </a:lnTo>
                <a:lnTo>
                  <a:pt x="38282" y="24822"/>
                </a:lnTo>
                <a:lnTo>
                  <a:pt x="37717" y="24681"/>
                </a:lnTo>
                <a:lnTo>
                  <a:pt x="37152" y="24560"/>
                </a:lnTo>
                <a:lnTo>
                  <a:pt x="36566" y="24439"/>
                </a:lnTo>
                <a:lnTo>
                  <a:pt x="35961" y="24318"/>
                </a:lnTo>
                <a:lnTo>
                  <a:pt x="35335" y="24237"/>
                </a:lnTo>
                <a:lnTo>
                  <a:pt x="34710" y="24156"/>
                </a:lnTo>
                <a:lnTo>
                  <a:pt x="34064" y="24096"/>
                </a:lnTo>
                <a:lnTo>
                  <a:pt x="33418" y="24055"/>
                </a:lnTo>
                <a:lnTo>
                  <a:pt x="32086" y="24055"/>
                </a:lnTo>
                <a:lnTo>
                  <a:pt x="31461" y="24096"/>
                </a:lnTo>
                <a:lnTo>
                  <a:pt x="30855" y="24136"/>
                </a:lnTo>
                <a:lnTo>
                  <a:pt x="30270" y="24217"/>
                </a:lnTo>
                <a:lnTo>
                  <a:pt x="29685" y="24318"/>
                </a:lnTo>
                <a:lnTo>
                  <a:pt x="29140" y="24439"/>
                </a:lnTo>
                <a:lnTo>
                  <a:pt x="28595" y="24580"/>
                </a:lnTo>
                <a:lnTo>
                  <a:pt x="28050" y="24741"/>
                </a:lnTo>
                <a:lnTo>
                  <a:pt x="27546" y="24943"/>
                </a:lnTo>
                <a:lnTo>
                  <a:pt x="27041" y="25145"/>
                </a:lnTo>
                <a:lnTo>
                  <a:pt x="26577" y="25367"/>
                </a:lnTo>
                <a:lnTo>
                  <a:pt x="26113" y="25629"/>
                </a:lnTo>
                <a:lnTo>
                  <a:pt x="25649" y="25912"/>
                </a:lnTo>
                <a:lnTo>
                  <a:pt x="25225" y="26194"/>
                </a:lnTo>
                <a:lnTo>
                  <a:pt x="24801" y="26517"/>
                </a:lnTo>
                <a:lnTo>
                  <a:pt x="24418" y="26860"/>
                </a:lnTo>
                <a:lnTo>
                  <a:pt x="24035" y="27224"/>
                </a:lnTo>
                <a:lnTo>
                  <a:pt x="23712" y="27546"/>
                </a:lnTo>
                <a:lnTo>
                  <a:pt x="23409" y="27890"/>
                </a:lnTo>
                <a:lnTo>
                  <a:pt x="23147" y="28253"/>
                </a:lnTo>
                <a:lnTo>
                  <a:pt x="22884" y="28616"/>
                </a:lnTo>
                <a:lnTo>
                  <a:pt x="22622" y="28999"/>
                </a:lnTo>
                <a:lnTo>
                  <a:pt x="22400" y="29383"/>
                </a:lnTo>
                <a:lnTo>
                  <a:pt x="22178" y="29766"/>
                </a:lnTo>
                <a:lnTo>
                  <a:pt x="21996" y="30170"/>
                </a:lnTo>
                <a:lnTo>
                  <a:pt x="21815" y="30573"/>
                </a:lnTo>
                <a:lnTo>
                  <a:pt x="21633" y="30977"/>
                </a:lnTo>
                <a:lnTo>
                  <a:pt x="21492" y="31401"/>
                </a:lnTo>
                <a:lnTo>
                  <a:pt x="21351" y="31825"/>
                </a:lnTo>
                <a:lnTo>
                  <a:pt x="21230" y="32248"/>
                </a:lnTo>
                <a:lnTo>
                  <a:pt x="21108" y="32672"/>
                </a:lnTo>
                <a:lnTo>
                  <a:pt x="21008" y="33116"/>
                </a:lnTo>
                <a:lnTo>
                  <a:pt x="20927" y="33540"/>
                </a:lnTo>
                <a:lnTo>
                  <a:pt x="20786" y="34428"/>
                </a:lnTo>
                <a:lnTo>
                  <a:pt x="20685" y="35296"/>
                </a:lnTo>
                <a:lnTo>
                  <a:pt x="20604" y="36163"/>
                </a:lnTo>
                <a:lnTo>
                  <a:pt x="20584" y="37031"/>
                </a:lnTo>
                <a:lnTo>
                  <a:pt x="20584" y="37879"/>
                </a:lnTo>
                <a:lnTo>
                  <a:pt x="20604" y="38706"/>
                </a:lnTo>
                <a:lnTo>
                  <a:pt x="20665" y="39513"/>
                </a:lnTo>
                <a:lnTo>
                  <a:pt x="20725" y="40280"/>
                </a:lnTo>
                <a:lnTo>
                  <a:pt x="20846" y="41329"/>
                </a:lnTo>
                <a:lnTo>
                  <a:pt x="20987" y="42359"/>
                </a:lnTo>
                <a:lnTo>
                  <a:pt x="21290" y="44437"/>
                </a:lnTo>
                <a:lnTo>
                  <a:pt x="21472" y="45628"/>
                </a:lnTo>
                <a:lnTo>
                  <a:pt x="21653" y="46818"/>
                </a:lnTo>
                <a:lnTo>
                  <a:pt x="21795" y="48029"/>
                </a:lnTo>
                <a:lnTo>
                  <a:pt x="21916" y="49240"/>
                </a:lnTo>
                <a:lnTo>
                  <a:pt x="21996" y="50451"/>
                </a:lnTo>
                <a:lnTo>
                  <a:pt x="22017" y="51056"/>
                </a:lnTo>
                <a:lnTo>
                  <a:pt x="22037" y="51662"/>
                </a:lnTo>
                <a:lnTo>
                  <a:pt x="22017" y="52267"/>
                </a:lnTo>
                <a:lnTo>
                  <a:pt x="21996" y="52872"/>
                </a:lnTo>
                <a:lnTo>
                  <a:pt x="21956" y="53478"/>
                </a:lnTo>
                <a:lnTo>
                  <a:pt x="21895" y="54083"/>
                </a:lnTo>
                <a:lnTo>
                  <a:pt x="21815" y="54648"/>
                </a:lnTo>
                <a:lnTo>
                  <a:pt x="21734" y="55193"/>
                </a:lnTo>
                <a:lnTo>
                  <a:pt x="21613" y="55718"/>
                </a:lnTo>
                <a:lnTo>
                  <a:pt x="21472" y="56243"/>
                </a:lnTo>
                <a:lnTo>
                  <a:pt x="21330" y="56727"/>
                </a:lnTo>
                <a:lnTo>
                  <a:pt x="21149" y="57211"/>
                </a:lnTo>
                <a:lnTo>
                  <a:pt x="20967" y="57675"/>
                </a:lnTo>
                <a:lnTo>
                  <a:pt x="20745" y="58119"/>
                </a:lnTo>
                <a:lnTo>
                  <a:pt x="20523" y="58543"/>
                </a:lnTo>
                <a:lnTo>
                  <a:pt x="20281" y="58967"/>
                </a:lnTo>
                <a:lnTo>
                  <a:pt x="20039" y="59350"/>
                </a:lnTo>
                <a:lnTo>
                  <a:pt x="19756" y="59714"/>
                </a:lnTo>
                <a:lnTo>
                  <a:pt x="19474" y="60057"/>
                </a:lnTo>
                <a:lnTo>
                  <a:pt x="19171" y="60359"/>
                </a:lnTo>
                <a:lnTo>
                  <a:pt x="18848" y="60662"/>
                </a:lnTo>
                <a:lnTo>
                  <a:pt x="18505" y="60945"/>
                </a:lnTo>
                <a:lnTo>
                  <a:pt x="18203" y="61167"/>
                </a:lnTo>
                <a:lnTo>
                  <a:pt x="17880" y="61368"/>
                </a:lnTo>
                <a:lnTo>
                  <a:pt x="17537" y="61570"/>
                </a:lnTo>
                <a:lnTo>
                  <a:pt x="17194" y="61732"/>
                </a:lnTo>
                <a:lnTo>
                  <a:pt x="16830" y="61893"/>
                </a:lnTo>
                <a:lnTo>
                  <a:pt x="16467" y="62034"/>
                </a:lnTo>
                <a:lnTo>
                  <a:pt x="16104" y="62176"/>
                </a:lnTo>
                <a:lnTo>
                  <a:pt x="15741" y="62297"/>
                </a:lnTo>
                <a:lnTo>
                  <a:pt x="14974" y="62519"/>
                </a:lnTo>
                <a:lnTo>
                  <a:pt x="14207" y="62700"/>
                </a:lnTo>
                <a:lnTo>
                  <a:pt x="13440" y="62862"/>
                </a:lnTo>
                <a:lnTo>
                  <a:pt x="12653" y="63003"/>
                </a:lnTo>
                <a:lnTo>
                  <a:pt x="11725" y="63185"/>
                </a:lnTo>
                <a:lnTo>
                  <a:pt x="10978" y="63346"/>
                </a:lnTo>
                <a:lnTo>
                  <a:pt x="10252" y="63528"/>
                </a:lnTo>
                <a:lnTo>
                  <a:pt x="9545" y="63709"/>
                </a:lnTo>
                <a:lnTo>
                  <a:pt x="8879" y="63911"/>
                </a:lnTo>
                <a:lnTo>
                  <a:pt x="8234" y="64113"/>
                </a:lnTo>
                <a:lnTo>
                  <a:pt x="7628" y="64335"/>
                </a:lnTo>
                <a:lnTo>
                  <a:pt x="7043" y="64577"/>
                </a:lnTo>
                <a:lnTo>
                  <a:pt x="6478" y="64819"/>
                </a:lnTo>
                <a:lnTo>
                  <a:pt x="5933" y="65081"/>
                </a:lnTo>
                <a:lnTo>
                  <a:pt x="5408" y="65364"/>
                </a:lnTo>
                <a:lnTo>
                  <a:pt x="4924" y="65646"/>
                </a:lnTo>
                <a:lnTo>
                  <a:pt x="4440" y="65969"/>
                </a:lnTo>
                <a:lnTo>
                  <a:pt x="3996" y="66272"/>
                </a:lnTo>
                <a:lnTo>
                  <a:pt x="3572" y="66615"/>
                </a:lnTo>
                <a:lnTo>
                  <a:pt x="3148" y="66958"/>
                </a:lnTo>
                <a:lnTo>
                  <a:pt x="2765" y="67321"/>
                </a:lnTo>
                <a:lnTo>
                  <a:pt x="2321" y="67786"/>
                </a:lnTo>
                <a:lnTo>
                  <a:pt x="1917" y="68270"/>
                </a:lnTo>
                <a:lnTo>
                  <a:pt x="1554" y="68795"/>
                </a:lnTo>
                <a:lnTo>
                  <a:pt x="1211" y="69339"/>
                </a:lnTo>
                <a:lnTo>
                  <a:pt x="928" y="69884"/>
                </a:lnTo>
                <a:lnTo>
                  <a:pt x="666" y="70470"/>
                </a:lnTo>
                <a:lnTo>
                  <a:pt x="444" y="71055"/>
                </a:lnTo>
                <a:lnTo>
                  <a:pt x="262" y="71660"/>
                </a:lnTo>
                <a:lnTo>
                  <a:pt x="182" y="71983"/>
                </a:lnTo>
                <a:lnTo>
                  <a:pt x="121" y="72306"/>
                </a:lnTo>
                <a:lnTo>
                  <a:pt x="81" y="72609"/>
                </a:lnTo>
                <a:lnTo>
                  <a:pt x="41" y="72931"/>
                </a:lnTo>
                <a:lnTo>
                  <a:pt x="20" y="73254"/>
                </a:lnTo>
                <a:lnTo>
                  <a:pt x="0" y="73557"/>
                </a:lnTo>
                <a:lnTo>
                  <a:pt x="0" y="73880"/>
                </a:lnTo>
                <a:lnTo>
                  <a:pt x="20" y="74183"/>
                </a:lnTo>
                <a:lnTo>
                  <a:pt x="61" y="74485"/>
                </a:lnTo>
                <a:lnTo>
                  <a:pt x="101" y="74788"/>
                </a:lnTo>
                <a:lnTo>
                  <a:pt x="162" y="75071"/>
                </a:lnTo>
                <a:lnTo>
                  <a:pt x="222" y="75373"/>
                </a:lnTo>
                <a:lnTo>
                  <a:pt x="323" y="75656"/>
                </a:lnTo>
                <a:lnTo>
                  <a:pt x="404" y="75938"/>
                </a:lnTo>
                <a:lnTo>
                  <a:pt x="525" y="76201"/>
                </a:lnTo>
                <a:lnTo>
                  <a:pt x="646" y="76483"/>
                </a:lnTo>
                <a:lnTo>
                  <a:pt x="828" y="76846"/>
                </a:lnTo>
                <a:lnTo>
                  <a:pt x="1050" y="77189"/>
                </a:lnTo>
                <a:lnTo>
                  <a:pt x="1292" y="77533"/>
                </a:lnTo>
                <a:lnTo>
                  <a:pt x="1554" y="77855"/>
                </a:lnTo>
                <a:lnTo>
                  <a:pt x="1837" y="78158"/>
                </a:lnTo>
                <a:lnTo>
                  <a:pt x="2139" y="78441"/>
                </a:lnTo>
                <a:lnTo>
                  <a:pt x="2462" y="78703"/>
                </a:lnTo>
                <a:lnTo>
                  <a:pt x="2785" y="78945"/>
                </a:lnTo>
                <a:lnTo>
                  <a:pt x="3148" y="79187"/>
                </a:lnTo>
                <a:lnTo>
                  <a:pt x="3532" y="79389"/>
                </a:lnTo>
                <a:lnTo>
                  <a:pt x="3935" y="79591"/>
                </a:lnTo>
                <a:lnTo>
                  <a:pt x="4339" y="79773"/>
                </a:lnTo>
                <a:lnTo>
                  <a:pt x="4763" y="79914"/>
                </a:lnTo>
                <a:lnTo>
                  <a:pt x="5227" y="80055"/>
                </a:lnTo>
                <a:lnTo>
                  <a:pt x="5691" y="80176"/>
                </a:lnTo>
                <a:lnTo>
                  <a:pt x="6155" y="80277"/>
                </a:lnTo>
                <a:lnTo>
                  <a:pt x="6660" y="80338"/>
                </a:lnTo>
                <a:lnTo>
                  <a:pt x="7144" y="80398"/>
                </a:lnTo>
                <a:lnTo>
                  <a:pt x="7648" y="80438"/>
                </a:lnTo>
                <a:lnTo>
                  <a:pt x="8153" y="80438"/>
                </a:lnTo>
                <a:lnTo>
                  <a:pt x="8819" y="80418"/>
                </a:lnTo>
                <a:lnTo>
                  <a:pt x="9485" y="80378"/>
                </a:lnTo>
                <a:lnTo>
                  <a:pt x="10171" y="80277"/>
                </a:lnTo>
                <a:lnTo>
                  <a:pt x="10817" y="80156"/>
                </a:lnTo>
                <a:lnTo>
                  <a:pt x="11483" y="80015"/>
                </a:lnTo>
                <a:lnTo>
                  <a:pt x="12128" y="79813"/>
                </a:lnTo>
                <a:lnTo>
                  <a:pt x="12754" y="79591"/>
                </a:lnTo>
                <a:lnTo>
                  <a:pt x="13380" y="79329"/>
                </a:lnTo>
                <a:lnTo>
                  <a:pt x="14106" y="78986"/>
                </a:lnTo>
                <a:lnTo>
                  <a:pt x="14812" y="78622"/>
                </a:lnTo>
                <a:lnTo>
                  <a:pt x="15498" y="78219"/>
                </a:lnTo>
                <a:lnTo>
                  <a:pt x="16185" y="77795"/>
                </a:lnTo>
                <a:lnTo>
                  <a:pt x="16850" y="77351"/>
                </a:lnTo>
                <a:lnTo>
                  <a:pt x="17496" y="76887"/>
                </a:lnTo>
                <a:lnTo>
                  <a:pt x="18142" y="76402"/>
                </a:lnTo>
                <a:lnTo>
                  <a:pt x="18768" y="75898"/>
                </a:lnTo>
                <a:lnTo>
                  <a:pt x="19373" y="75393"/>
                </a:lnTo>
                <a:lnTo>
                  <a:pt x="19978" y="74869"/>
                </a:lnTo>
                <a:lnTo>
                  <a:pt x="21169" y="73779"/>
                </a:lnTo>
                <a:lnTo>
                  <a:pt x="22339" y="72669"/>
                </a:lnTo>
                <a:lnTo>
                  <a:pt x="23490" y="71559"/>
                </a:lnTo>
                <a:lnTo>
                  <a:pt x="25266" y="69824"/>
                </a:lnTo>
                <a:lnTo>
                  <a:pt x="26174" y="68976"/>
                </a:lnTo>
                <a:lnTo>
                  <a:pt x="27102" y="68149"/>
                </a:lnTo>
                <a:lnTo>
                  <a:pt x="27990" y="67382"/>
                </a:lnTo>
                <a:lnTo>
                  <a:pt x="28918" y="66615"/>
                </a:lnTo>
                <a:lnTo>
                  <a:pt x="29867" y="65889"/>
                </a:lnTo>
                <a:lnTo>
                  <a:pt x="30855" y="65182"/>
                </a:lnTo>
                <a:lnTo>
                  <a:pt x="31844" y="64496"/>
                </a:lnTo>
                <a:lnTo>
                  <a:pt x="32853" y="63850"/>
                </a:lnTo>
                <a:lnTo>
                  <a:pt x="33882" y="63225"/>
                </a:lnTo>
                <a:lnTo>
                  <a:pt x="34932" y="62599"/>
                </a:lnTo>
                <a:lnTo>
                  <a:pt x="36001" y="62034"/>
                </a:lnTo>
                <a:lnTo>
                  <a:pt x="37071" y="61469"/>
                </a:lnTo>
                <a:lnTo>
                  <a:pt x="38161" y="60945"/>
                </a:lnTo>
                <a:lnTo>
                  <a:pt x="39271" y="60440"/>
                </a:lnTo>
                <a:lnTo>
                  <a:pt x="40401" y="59976"/>
                </a:lnTo>
                <a:lnTo>
                  <a:pt x="41531" y="59532"/>
                </a:lnTo>
                <a:lnTo>
                  <a:pt x="42681" y="59108"/>
                </a:lnTo>
                <a:lnTo>
                  <a:pt x="43851" y="58725"/>
                </a:lnTo>
                <a:lnTo>
                  <a:pt x="45002" y="58361"/>
                </a:lnTo>
                <a:lnTo>
                  <a:pt x="46192" y="58039"/>
                </a:lnTo>
                <a:lnTo>
                  <a:pt x="47363" y="57736"/>
                </a:lnTo>
                <a:lnTo>
                  <a:pt x="48553" y="57474"/>
                </a:lnTo>
                <a:lnTo>
                  <a:pt x="49764" y="57231"/>
                </a:lnTo>
                <a:lnTo>
                  <a:pt x="50955" y="57030"/>
                </a:lnTo>
                <a:lnTo>
                  <a:pt x="52166" y="56868"/>
                </a:lnTo>
                <a:lnTo>
                  <a:pt x="53356" y="56707"/>
                </a:lnTo>
                <a:lnTo>
                  <a:pt x="54567" y="56606"/>
                </a:lnTo>
                <a:lnTo>
                  <a:pt x="55778" y="56525"/>
                </a:lnTo>
                <a:lnTo>
                  <a:pt x="56989" y="56465"/>
                </a:lnTo>
                <a:lnTo>
                  <a:pt x="58179" y="56444"/>
                </a:lnTo>
                <a:lnTo>
                  <a:pt x="59390" y="56465"/>
                </a:lnTo>
                <a:lnTo>
                  <a:pt x="60581" y="56505"/>
                </a:lnTo>
                <a:lnTo>
                  <a:pt x="61771" y="56586"/>
                </a:lnTo>
                <a:lnTo>
                  <a:pt x="62962" y="56687"/>
                </a:lnTo>
                <a:lnTo>
                  <a:pt x="64274" y="56848"/>
                </a:lnTo>
                <a:lnTo>
                  <a:pt x="65605" y="57030"/>
                </a:lnTo>
                <a:lnTo>
                  <a:pt x="66917" y="57231"/>
                </a:lnTo>
                <a:lnTo>
                  <a:pt x="68229" y="57433"/>
                </a:lnTo>
                <a:lnTo>
                  <a:pt x="69601" y="57655"/>
                </a:lnTo>
                <a:lnTo>
                  <a:pt x="70973" y="57857"/>
                </a:lnTo>
                <a:lnTo>
                  <a:pt x="72366" y="58039"/>
                </a:lnTo>
                <a:lnTo>
                  <a:pt x="73758" y="58200"/>
                </a:lnTo>
                <a:lnTo>
                  <a:pt x="74444" y="58261"/>
                </a:lnTo>
                <a:lnTo>
                  <a:pt x="75151" y="58321"/>
                </a:lnTo>
                <a:lnTo>
                  <a:pt x="75837" y="58361"/>
                </a:lnTo>
                <a:lnTo>
                  <a:pt x="76543" y="58382"/>
                </a:lnTo>
                <a:lnTo>
                  <a:pt x="77249" y="58382"/>
                </a:lnTo>
                <a:lnTo>
                  <a:pt x="77935" y="58361"/>
                </a:lnTo>
                <a:lnTo>
                  <a:pt x="78642" y="58341"/>
                </a:lnTo>
                <a:lnTo>
                  <a:pt x="79328" y="58281"/>
                </a:lnTo>
                <a:lnTo>
                  <a:pt x="79812" y="58220"/>
                </a:lnTo>
                <a:lnTo>
                  <a:pt x="80337" y="58160"/>
                </a:lnTo>
                <a:lnTo>
                  <a:pt x="80882" y="58059"/>
                </a:lnTo>
                <a:lnTo>
                  <a:pt x="81467" y="57918"/>
                </a:lnTo>
                <a:lnTo>
                  <a:pt x="82032" y="57736"/>
                </a:lnTo>
                <a:lnTo>
                  <a:pt x="82315" y="57635"/>
                </a:lnTo>
                <a:lnTo>
                  <a:pt x="82597" y="57514"/>
                </a:lnTo>
                <a:lnTo>
                  <a:pt x="82880" y="57373"/>
                </a:lnTo>
                <a:lnTo>
                  <a:pt x="83142" y="57231"/>
                </a:lnTo>
                <a:lnTo>
                  <a:pt x="83404" y="57050"/>
                </a:lnTo>
                <a:lnTo>
                  <a:pt x="83667" y="56868"/>
                </a:lnTo>
                <a:lnTo>
                  <a:pt x="83868" y="56707"/>
                </a:lnTo>
                <a:lnTo>
                  <a:pt x="84050" y="56525"/>
                </a:lnTo>
                <a:lnTo>
                  <a:pt x="84232" y="56343"/>
                </a:lnTo>
                <a:lnTo>
                  <a:pt x="84413" y="56162"/>
                </a:lnTo>
                <a:lnTo>
                  <a:pt x="84716" y="55778"/>
                </a:lnTo>
                <a:lnTo>
                  <a:pt x="84998" y="55355"/>
                </a:lnTo>
                <a:lnTo>
                  <a:pt x="85220" y="54931"/>
                </a:lnTo>
                <a:lnTo>
                  <a:pt x="85442" y="54467"/>
                </a:lnTo>
                <a:lnTo>
                  <a:pt x="85604" y="53982"/>
                </a:lnTo>
                <a:lnTo>
                  <a:pt x="85765" y="53498"/>
                </a:lnTo>
                <a:lnTo>
                  <a:pt x="85886" y="52994"/>
                </a:lnTo>
                <a:lnTo>
                  <a:pt x="86007" y="52489"/>
                </a:lnTo>
                <a:lnTo>
                  <a:pt x="86088" y="51964"/>
                </a:lnTo>
                <a:lnTo>
                  <a:pt x="86169" y="51420"/>
                </a:lnTo>
                <a:lnTo>
                  <a:pt x="86290" y="50350"/>
                </a:lnTo>
                <a:lnTo>
                  <a:pt x="86371" y="49260"/>
                </a:lnTo>
                <a:lnTo>
                  <a:pt x="86492" y="47949"/>
                </a:lnTo>
                <a:lnTo>
                  <a:pt x="86573" y="47283"/>
                </a:lnTo>
                <a:lnTo>
                  <a:pt x="86653" y="46637"/>
                </a:lnTo>
                <a:lnTo>
                  <a:pt x="86754" y="46052"/>
                </a:lnTo>
                <a:lnTo>
                  <a:pt x="86895" y="45487"/>
                </a:lnTo>
                <a:lnTo>
                  <a:pt x="87037" y="44901"/>
                </a:lnTo>
                <a:lnTo>
                  <a:pt x="87218" y="44336"/>
                </a:lnTo>
                <a:lnTo>
                  <a:pt x="87420" y="43771"/>
                </a:lnTo>
                <a:lnTo>
                  <a:pt x="87642" y="43206"/>
                </a:lnTo>
                <a:lnTo>
                  <a:pt x="87884" y="42661"/>
                </a:lnTo>
                <a:lnTo>
                  <a:pt x="88167" y="42117"/>
                </a:lnTo>
                <a:lnTo>
                  <a:pt x="88449" y="41592"/>
                </a:lnTo>
                <a:lnTo>
                  <a:pt x="88772" y="41067"/>
                </a:lnTo>
                <a:lnTo>
                  <a:pt x="89115" y="40563"/>
                </a:lnTo>
                <a:lnTo>
                  <a:pt x="89478" y="40058"/>
                </a:lnTo>
                <a:lnTo>
                  <a:pt x="89842" y="39574"/>
                </a:lnTo>
                <a:lnTo>
                  <a:pt x="90245" y="39089"/>
                </a:lnTo>
                <a:lnTo>
                  <a:pt x="90669" y="38646"/>
                </a:lnTo>
                <a:lnTo>
                  <a:pt x="91113" y="38202"/>
                </a:lnTo>
                <a:lnTo>
                  <a:pt x="91577" y="37758"/>
                </a:lnTo>
                <a:lnTo>
                  <a:pt x="92041" y="37354"/>
                </a:lnTo>
                <a:lnTo>
                  <a:pt x="92526" y="36971"/>
                </a:lnTo>
                <a:lnTo>
                  <a:pt x="93030" y="36607"/>
                </a:lnTo>
                <a:lnTo>
                  <a:pt x="93535" y="36264"/>
                </a:lnTo>
                <a:lnTo>
                  <a:pt x="94059" y="35941"/>
                </a:lnTo>
                <a:lnTo>
                  <a:pt x="94584" y="35639"/>
                </a:lnTo>
                <a:lnTo>
                  <a:pt x="95129" y="35376"/>
                </a:lnTo>
                <a:lnTo>
                  <a:pt x="95674" y="35114"/>
                </a:lnTo>
                <a:lnTo>
                  <a:pt x="96239" y="34892"/>
                </a:lnTo>
                <a:lnTo>
                  <a:pt x="96804" y="34690"/>
                </a:lnTo>
                <a:lnTo>
                  <a:pt x="97369" y="34529"/>
                </a:lnTo>
                <a:lnTo>
                  <a:pt x="97934" y="34367"/>
                </a:lnTo>
                <a:lnTo>
                  <a:pt x="98519" y="34246"/>
                </a:lnTo>
                <a:lnTo>
                  <a:pt x="99084" y="34166"/>
                </a:lnTo>
                <a:lnTo>
                  <a:pt x="99669" y="34085"/>
                </a:lnTo>
                <a:lnTo>
                  <a:pt x="100255" y="34044"/>
                </a:lnTo>
                <a:lnTo>
                  <a:pt x="100860" y="34024"/>
                </a:lnTo>
                <a:lnTo>
                  <a:pt x="101445" y="34044"/>
                </a:lnTo>
                <a:lnTo>
                  <a:pt x="102051" y="34085"/>
                </a:lnTo>
                <a:lnTo>
                  <a:pt x="102636" y="34145"/>
                </a:lnTo>
                <a:lnTo>
                  <a:pt x="103221" y="34246"/>
                </a:lnTo>
                <a:lnTo>
                  <a:pt x="103806" y="34367"/>
                </a:lnTo>
                <a:lnTo>
                  <a:pt x="104391" y="34509"/>
                </a:lnTo>
                <a:lnTo>
                  <a:pt x="104977" y="34690"/>
                </a:lnTo>
                <a:lnTo>
                  <a:pt x="105542" y="34892"/>
                </a:lnTo>
                <a:lnTo>
                  <a:pt x="106127" y="35114"/>
                </a:lnTo>
                <a:lnTo>
                  <a:pt x="106672" y="35356"/>
                </a:lnTo>
                <a:lnTo>
                  <a:pt x="107237" y="35639"/>
                </a:lnTo>
                <a:lnTo>
                  <a:pt x="107782" y="35941"/>
                </a:lnTo>
                <a:lnTo>
                  <a:pt x="108306" y="36264"/>
                </a:lnTo>
                <a:lnTo>
                  <a:pt x="108831" y="36607"/>
                </a:lnTo>
                <a:lnTo>
                  <a:pt x="109336" y="36971"/>
                </a:lnTo>
                <a:lnTo>
                  <a:pt x="109820" y="37354"/>
                </a:lnTo>
                <a:lnTo>
                  <a:pt x="110284" y="37758"/>
                </a:lnTo>
                <a:lnTo>
                  <a:pt x="110728" y="38161"/>
                </a:lnTo>
                <a:lnTo>
                  <a:pt x="111152" y="38585"/>
                </a:lnTo>
                <a:lnTo>
                  <a:pt x="111535" y="39029"/>
                </a:lnTo>
                <a:lnTo>
                  <a:pt x="111919" y="39493"/>
                </a:lnTo>
                <a:lnTo>
                  <a:pt x="112262" y="39957"/>
                </a:lnTo>
                <a:lnTo>
                  <a:pt x="112605" y="40442"/>
                </a:lnTo>
                <a:lnTo>
                  <a:pt x="112907" y="40946"/>
                </a:lnTo>
                <a:lnTo>
                  <a:pt x="113190" y="41451"/>
                </a:lnTo>
                <a:lnTo>
                  <a:pt x="113452" y="41955"/>
                </a:lnTo>
                <a:lnTo>
                  <a:pt x="113674" y="42480"/>
                </a:lnTo>
                <a:lnTo>
                  <a:pt x="113876" y="43025"/>
                </a:lnTo>
                <a:lnTo>
                  <a:pt x="114058" y="43569"/>
                </a:lnTo>
                <a:lnTo>
                  <a:pt x="114219" y="44114"/>
                </a:lnTo>
                <a:lnTo>
                  <a:pt x="114038" y="43610"/>
                </a:lnTo>
                <a:lnTo>
                  <a:pt x="113937" y="43368"/>
                </a:lnTo>
                <a:lnTo>
                  <a:pt x="113816" y="43126"/>
                </a:lnTo>
                <a:lnTo>
                  <a:pt x="113694" y="42904"/>
                </a:lnTo>
                <a:lnTo>
                  <a:pt x="113573" y="42682"/>
                </a:lnTo>
                <a:lnTo>
                  <a:pt x="113432" y="42500"/>
                </a:lnTo>
                <a:lnTo>
                  <a:pt x="113251" y="42318"/>
                </a:lnTo>
                <a:lnTo>
                  <a:pt x="113210" y="42379"/>
                </a:lnTo>
                <a:lnTo>
                  <a:pt x="113372" y="42560"/>
                </a:lnTo>
                <a:lnTo>
                  <a:pt x="113533" y="42782"/>
                </a:lnTo>
                <a:lnTo>
                  <a:pt x="113674" y="43025"/>
                </a:lnTo>
                <a:lnTo>
                  <a:pt x="113816" y="43267"/>
                </a:lnTo>
                <a:lnTo>
                  <a:pt x="113916" y="43529"/>
                </a:lnTo>
                <a:lnTo>
                  <a:pt x="114017" y="43812"/>
                </a:lnTo>
                <a:lnTo>
                  <a:pt x="114219" y="44377"/>
                </a:lnTo>
                <a:lnTo>
                  <a:pt x="114360" y="44760"/>
                </a:lnTo>
                <a:lnTo>
                  <a:pt x="114502" y="45144"/>
                </a:lnTo>
                <a:lnTo>
                  <a:pt x="114663" y="45507"/>
                </a:lnTo>
                <a:lnTo>
                  <a:pt x="114744" y="45668"/>
                </a:lnTo>
                <a:lnTo>
                  <a:pt x="114845" y="45809"/>
                </a:lnTo>
                <a:lnTo>
                  <a:pt x="114946" y="45951"/>
                </a:lnTo>
                <a:lnTo>
                  <a:pt x="115067" y="46072"/>
                </a:lnTo>
                <a:lnTo>
                  <a:pt x="115188" y="46173"/>
                </a:lnTo>
                <a:lnTo>
                  <a:pt x="115309" y="46274"/>
                </a:lnTo>
                <a:lnTo>
                  <a:pt x="115470" y="46334"/>
                </a:lnTo>
                <a:lnTo>
                  <a:pt x="115632" y="46375"/>
                </a:lnTo>
                <a:lnTo>
                  <a:pt x="115793" y="46395"/>
                </a:lnTo>
                <a:lnTo>
                  <a:pt x="115995" y="46395"/>
                </a:lnTo>
                <a:lnTo>
                  <a:pt x="116156" y="46375"/>
                </a:lnTo>
                <a:lnTo>
                  <a:pt x="116318" y="46334"/>
                </a:lnTo>
                <a:lnTo>
                  <a:pt x="116479" y="46274"/>
                </a:lnTo>
                <a:lnTo>
                  <a:pt x="116641" y="46173"/>
                </a:lnTo>
                <a:lnTo>
                  <a:pt x="116822" y="46072"/>
                </a:lnTo>
                <a:lnTo>
                  <a:pt x="116984" y="45931"/>
                </a:lnTo>
                <a:lnTo>
                  <a:pt x="117145" y="45769"/>
                </a:lnTo>
                <a:lnTo>
                  <a:pt x="117327" y="45587"/>
                </a:lnTo>
                <a:lnTo>
                  <a:pt x="117630" y="45224"/>
                </a:lnTo>
                <a:lnTo>
                  <a:pt x="117892" y="44841"/>
                </a:lnTo>
                <a:lnTo>
                  <a:pt x="118134" y="44437"/>
                </a:lnTo>
                <a:lnTo>
                  <a:pt x="118356" y="44034"/>
                </a:lnTo>
                <a:lnTo>
                  <a:pt x="118558" y="43630"/>
                </a:lnTo>
                <a:lnTo>
                  <a:pt x="118739" y="43186"/>
                </a:lnTo>
                <a:lnTo>
                  <a:pt x="118901" y="42762"/>
                </a:lnTo>
                <a:lnTo>
                  <a:pt x="119042" y="42318"/>
                </a:lnTo>
                <a:lnTo>
                  <a:pt x="119183" y="41854"/>
                </a:lnTo>
                <a:lnTo>
                  <a:pt x="119284" y="41410"/>
                </a:lnTo>
                <a:lnTo>
                  <a:pt x="119486" y="40482"/>
                </a:lnTo>
                <a:lnTo>
                  <a:pt x="119648" y="39554"/>
                </a:lnTo>
                <a:lnTo>
                  <a:pt x="119789" y="38625"/>
                </a:lnTo>
                <a:lnTo>
                  <a:pt x="119950" y="37394"/>
                </a:lnTo>
                <a:lnTo>
                  <a:pt x="120092" y="36184"/>
                </a:lnTo>
                <a:lnTo>
                  <a:pt x="120233" y="34953"/>
                </a:lnTo>
                <a:lnTo>
                  <a:pt x="120334" y="33742"/>
                </a:lnTo>
                <a:lnTo>
                  <a:pt x="120455" y="32511"/>
                </a:lnTo>
                <a:lnTo>
                  <a:pt x="120536" y="31280"/>
                </a:lnTo>
                <a:lnTo>
                  <a:pt x="120616" y="30069"/>
                </a:lnTo>
                <a:lnTo>
                  <a:pt x="120697" y="28838"/>
                </a:lnTo>
                <a:lnTo>
                  <a:pt x="120737" y="27607"/>
                </a:lnTo>
                <a:lnTo>
                  <a:pt x="120778" y="26376"/>
                </a:lnTo>
                <a:lnTo>
                  <a:pt x="120798" y="25145"/>
                </a:lnTo>
                <a:lnTo>
                  <a:pt x="120818" y="23914"/>
                </a:lnTo>
                <a:lnTo>
                  <a:pt x="120818" y="22683"/>
                </a:lnTo>
                <a:lnTo>
                  <a:pt x="120798" y="21452"/>
                </a:lnTo>
                <a:lnTo>
                  <a:pt x="120778" y="20241"/>
                </a:lnTo>
                <a:lnTo>
                  <a:pt x="120737" y="19010"/>
                </a:lnTo>
                <a:lnTo>
                  <a:pt x="120697" y="18143"/>
                </a:lnTo>
                <a:lnTo>
                  <a:pt x="120636" y="17275"/>
                </a:lnTo>
                <a:lnTo>
                  <a:pt x="120576" y="16407"/>
                </a:lnTo>
                <a:lnTo>
                  <a:pt x="120495" y="15519"/>
                </a:lnTo>
                <a:lnTo>
                  <a:pt x="120374" y="14651"/>
                </a:lnTo>
                <a:lnTo>
                  <a:pt x="120233" y="13763"/>
                </a:lnTo>
                <a:lnTo>
                  <a:pt x="120071" y="12896"/>
                </a:lnTo>
                <a:lnTo>
                  <a:pt x="119870" y="12048"/>
                </a:lnTo>
                <a:lnTo>
                  <a:pt x="119648" y="11201"/>
                </a:lnTo>
                <a:lnTo>
                  <a:pt x="119365" y="10353"/>
                </a:lnTo>
                <a:lnTo>
                  <a:pt x="119062" y="9546"/>
                </a:lnTo>
                <a:lnTo>
                  <a:pt x="118881" y="9142"/>
                </a:lnTo>
                <a:lnTo>
                  <a:pt x="118699" y="8759"/>
                </a:lnTo>
                <a:lnTo>
                  <a:pt x="118497" y="8375"/>
                </a:lnTo>
                <a:lnTo>
                  <a:pt x="118296" y="7992"/>
                </a:lnTo>
                <a:lnTo>
                  <a:pt x="118074" y="7609"/>
                </a:lnTo>
                <a:lnTo>
                  <a:pt x="117831" y="7245"/>
                </a:lnTo>
                <a:lnTo>
                  <a:pt x="117589" y="6902"/>
                </a:lnTo>
                <a:lnTo>
                  <a:pt x="117327" y="6559"/>
                </a:lnTo>
                <a:lnTo>
                  <a:pt x="117044" y="6216"/>
                </a:lnTo>
                <a:lnTo>
                  <a:pt x="116762" y="5873"/>
                </a:lnTo>
                <a:lnTo>
                  <a:pt x="116257" y="5369"/>
                </a:lnTo>
                <a:lnTo>
                  <a:pt x="115712" y="4884"/>
                </a:lnTo>
                <a:lnTo>
                  <a:pt x="115127" y="4420"/>
                </a:lnTo>
                <a:lnTo>
                  <a:pt x="114502" y="3976"/>
                </a:lnTo>
                <a:lnTo>
                  <a:pt x="113836" y="3573"/>
                </a:lnTo>
                <a:lnTo>
                  <a:pt x="113129" y="3189"/>
                </a:lnTo>
                <a:lnTo>
                  <a:pt x="112403" y="2846"/>
                </a:lnTo>
                <a:lnTo>
                  <a:pt x="111596" y="2503"/>
                </a:lnTo>
                <a:lnTo>
                  <a:pt x="110970" y="2261"/>
                </a:lnTo>
                <a:lnTo>
                  <a:pt x="110284" y="2039"/>
                </a:lnTo>
                <a:lnTo>
                  <a:pt x="109578" y="1837"/>
                </a:lnTo>
                <a:lnTo>
                  <a:pt x="108851" y="1635"/>
                </a:lnTo>
                <a:lnTo>
                  <a:pt x="108064" y="1433"/>
                </a:lnTo>
                <a:lnTo>
                  <a:pt x="107257" y="1272"/>
                </a:lnTo>
                <a:lnTo>
                  <a:pt x="106389" y="1090"/>
                </a:lnTo>
                <a:lnTo>
                  <a:pt x="105481" y="949"/>
                </a:lnTo>
                <a:lnTo>
                  <a:pt x="103988" y="707"/>
                </a:lnTo>
                <a:lnTo>
                  <a:pt x="102474" y="505"/>
                </a:lnTo>
                <a:lnTo>
                  <a:pt x="100961" y="344"/>
                </a:lnTo>
                <a:lnTo>
                  <a:pt x="99447" y="202"/>
                </a:lnTo>
                <a:lnTo>
                  <a:pt x="97934" y="102"/>
                </a:lnTo>
                <a:lnTo>
                  <a:pt x="96420" y="41"/>
                </a:lnTo>
                <a:lnTo>
                  <a:pt x="9488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" name="Google Shape;1334;p17"/>
          <p:cNvSpPr/>
          <p:nvPr/>
        </p:nvSpPr>
        <p:spPr>
          <a:xfrm>
            <a:off x="9011602" y="-25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5" name="Google Shape;1335;p17"/>
          <p:cNvSpPr/>
          <p:nvPr/>
        </p:nvSpPr>
        <p:spPr>
          <a:xfrm>
            <a:off x="7182848" y="1854781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" name="Google Shape;1336;p17"/>
          <p:cNvSpPr/>
          <p:nvPr/>
        </p:nvSpPr>
        <p:spPr>
          <a:xfrm>
            <a:off x="7364488" y="11396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" name="Google Shape;1337;p17"/>
          <p:cNvSpPr/>
          <p:nvPr/>
        </p:nvSpPr>
        <p:spPr>
          <a:xfrm>
            <a:off x="8605498" y="3630536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" name="Google Shape;1338;p17"/>
          <p:cNvSpPr/>
          <p:nvPr/>
        </p:nvSpPr>
        <p:spPr>
          <a:xfrm>
            <a:off x="7917290" y="1315452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" name="Google Shape;1339;p17"/>
          <p:cNvSpPr/>
          <p:nvPr/>
        </p:nvSpPr>
        <p:spPr>
          <a:xfrm>
            <a:off x="1573619" y="4469485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" name="Google Shape;1340;p17"/>
          <p:cNvSpPr/>
          <p:nvPr/>
        </p:nvSpPr>
        <p:spPr>
          <a:xfrm rot="3449335">
            <a:off x="1554254" y="-1020347"/>
            <a:ext cx="1395586" cy="1650631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" name="Google Shape;1341;p17"/>
          <p:cNvSpPr/>
          <p:nvPr/>
        </p:nvSpPr>
        <p:spPr>
          <a:xfrm>
            <a:off x="8938198" y="3915546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" name="Google Shape;1342;p17"/>
          <p:cNvSpPr/>
          <p:nvPr/>
        </p:nvSpPr>
        <p:spPr>
          <a:xfrm>
            <a:off x="1754085" y="4576657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" name="Google Shape;1343;p17"/>
          <p:cNvSpPr/>
          <p:nvPr/>
        </p:nvSpPr>
        <p:spPr>
          <a:xfrm>
            <a:off x="7475015" y="1977720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" name="Google Shape;1344;p17"/>
          <p:cNvSpPr/>
          <p:nvPr/>
        </p:nvSpPr>
        <p:spPr>
          <a:xfrm>
            <a:off x="7497601" y="258374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" name="Google Shape;1345;p17"/>
          <p:cNvSpPr/>
          <p:nvPr/>
        </p:nvSpPr>
        <p:spPr>
          <a:xfrm>
            <a:off x="7989465" y="1384273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" name="Google Shape;1346;p17"/>
          <p:cNvSpPr/>
          <p:nvPr/>
        </p:nvSpPr>
        <p:spPr>
          <a:xfrm rot="3449335">
            <a:off x="1655522" y="-908175"/>
            <a:ext cx="1193653" cy="1427229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7" name="Google Shape;1347;p17"/>
          <p:cNvSpPr/>
          <p:nvPr/>
        </p:nvSpPr>
        <p:spPr>
          <a:xfrm>
            <a:off x="7611538" y="31925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" name="Google Shape;1348;p17"/>
          <p:cNvSpPr/>
          <p:nvPr/>
        </p:nvSpPr>
        <p:spPr>
          <a:xfrm>
            <a:off x="8093284" y="1493738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9" name="Google Shape;1349;p17"/>
          <p:cNvSpPr/>
          <p:nvPr/>
        </p:nvSpPr>
        <p:spPr>
          <a:xfrm rot="3449335">
            <a:off x="1810805" y="-768073"/>
            <a:ext cx="901487" cy="1104539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0" name="Google Shape;1350;p17"/>
          <p:cNvSpPr/>
          <p:nvPr/>
        </p:nvSpPr>
        <p:spPr>
          <a:xfrm>
            <a:off x="8740847" y="1813019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1" name="Google Shape;1351;p17"/>
          <p:cNvSpPr/>
          <p:nvPr/>
        </p:nvSpPr>
        <p:spPr>
          <a:xfrm>
            <a:off x="7850706" y="3773824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2" name="Google Shape;1352;p17"/>
          <p:cNvSpPr/>
          <p:nvPr/>
        </p:nvSpPr>
        <p:spPr>
          <a:xfrm rot="3449335">
            <a:off x="2567386" y="-287123"/>
            <a:ext cx="130932" cy="390449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" name="Google Shape;1353;p17"/>
          <p:cNvSpPr/>
          <p:nvPr/>
        </p:nvSpPr>
        <p:spPr>
          <a:xfrm>
            <a:off x="13470249" y="372312"/>
            <a:ext cx="206522" cy="1040271"/>
          </a:xfrm>
          <a:custGeom>
            <a:rect b="b" l="l" r="r" t="t"/>
            <a:pathLst>
              <a:path extrusionOk="0" h="18607" w="3694">
                <a:moveTo>
                  <a:pt x="2160" y="0"/>
                </a:moveTo>
                <a:lnTo>
                  <a:pt x="2099" y="61"/>
                </a:lnTo>
                <a:lnTo>
                  <a:pt x="2281" y="283"/>
                </a:lnTo>
                <a:lnTo>
                  <a:pt x="2462" y="545"/>
                </a:lnTo>
                <a:lnTo>
                  <a:pt x="2624" y="787"/>
                </a:lnTo>
                <a:lnTo>
                  <a:pt x="2765" y="1050"/>
                </a:lnTo>
                <a:lnTo>
                  <a:pt x="2886" y="1292"/>
                </a:lnTo>
                <a:lnTo>
                  <a:pt x="3007" y="1554"/>
                </a:lnTo>
                <a:lnTo>
                  <a:pt x="3209" y="2079"/>
                </a:lnTo>
                <a:lnTo>
                  <a:pt x="3350" y="2604"/>
                </a:lnTo>
                <a:lnTo>
                  <a:pt x="3471" y="3108"/>
                </a:lnTo>
                <a:lnTo>
                  <a:pt x="3532" y="3592"/>
                </a:lnTo>
                <a:lnTo>
                  <a:pt x="3572" y="4036"/>
                </a:lnTo>
                <a:lnTo>
                  <a:pt x="3613" y="4581"/>
                </a:lnTo>
                <a:lnTo>
                  <a:pt x="3613" y="5126"/>
                </a:lnTo>
                <a:lnTo>
                  <a:pt x="3592" y="5671"/>
                </a:lnTo>
                <a:lnTo>
                  <a:pt x="3552" y="6216"/>
                </a:lnTo>
                <a:lnTo>
                  <a:pt x="3431" y="7285"/>
                </a:lnTo>
                <a:lnTo>
                  <a:pt x="3290" y="8355"/>
                </a:lnTo>
                <a:lnTo>
                  <a:pt x="2684" y="12734"/>
                </a:lnTo>
                <a:lnTo>
                  <a:pt x="2604" y="13360"/>
                </a:lnTo>
                <a:lnTo>
                  <a:pt x="2503" y="14026"/>
                </a:lnTo>
                <a:lnTo>
                  <a:pt x="2361" y="14712"/>
                </a:lnTo>
                <a:lnTo>
                  <a:pt x="2281" y="15055"/>
                </a:lnTo>
                <a:lnTo>
                  <a:pt x="2180" y="15398"/>
                </a:lnTo>
                <a:lnTo>
                  <a:pt x="2059" y="15741"/>
                </a:lnTo>
                <a:lnTo>
                  <a:pt x="1938" y="16084"/>
                </a:lnTo>
                <a:lnTo>
                  <a:pt x="1796" y="16407"/>
                </a:lnTo>
                <a:lnTo>
                  <a:pt x="1635" y="16730"/>
                </a:lnTo>
                <a:lnTo>
                  <a:pt x="1453" y="17053"/>
                </a:lnTo>
                <a:lnTo>
                  <a:pt x="1252" y="17355"/>
                </a:lnTo>
                <a:lnTo>
                  <a:pt x="1030" y="17638"/>
                </a:lnTo>
                <a:lnTo>
                  <a:pt x="787" y="17900"/>
                </a:lnTo>
                <a:lnTo>
                  <a:pt x="606" y="18082"/>
                </a:lnTo>
                <a:lnTo>
                  <a:pt x="404" y="18243"/>
                </a:lnTo>
                <a:lnTo>
                  <a:pt x="202" y="18384"/>
                </a:lnTo>
                <a:lnTo>
                  <a:pt x="0" y="18526"/>
                </a:lnTo>
                <a:lnTo>
                  <a:pt x="41" y="18606"/>
                </a:lnTo>
                <a:lnTo>
                  <a:pt x="263" y="18465"/>
                </a:lnTo>
                <a:lnTo>
                  <a:pt x="465" y="18304"/>
                </a:lnTo>
                <a:lnTo>
                  <a:pt x="666" y="18142"/>
                </a:lnTo>
                <a:lnTo>
                  <a:pt x="848" y="17961"/>
                </a:lnTo>
                <a:lnTo>
                  <a:pt x="1090" y="17678"/>
                </a:lnTo>
                <a:lnTo>
                  <a:pt x="1332" y="17396"/>
                </a:lnTo>
                <a:lnTo>
                  <a:pt x="1534" y="17093"/>
                </a:lnTo>
                <a:lnTo>
                  <a:pt x="1716" y="16790"/>
                </a:lnTo>
                <a:lnTo>
                  <a:pt x="1877" y="16447"/>
                </a:lnTo>
                <a:lnTo>
                  <a:pt x="2018" y="16124"/>
                </a:lnTo>
                <a:lnTo>
                  <a:pt x="2139" y="15781"/>
                </a:lnTo>
                <a:lnTo>
                  <a:pt x="2240" y="15438"/>
                </a:lnTo>
                <a:lnTo>
                  <a:pt x="2341" y="15075"/>
                </a:lnTo>
                <a:lnTo>
                  <a:pt x="2442" y="14732"/>
                </a:lnTo>
                <a:lnTo>
                  <a:pt x="2563" y="14046"/>
                </a:lnTo>
                <a:lnTo>
                  <a:pt x="2684" y="13380"/>
                </a:lnTo>
                <a:lnTo>
                  <a:pt x="2765" y="12734"/>
                </a:lnTo>
                <a:lnTo>
                  <a:pt x="3370" y="8375"/>
                </a:lnTo>
                <a:lnTo>
                  <a:pt x="3512" y="7306"/>
                </a:lnTo>
                <a:lnTo>
                  <a:pt x="3633" y="6216"/>
                </a:lnTo>
                <a:lnTo>
                  <a:pt x="3673" y="5671"/>
                </a:lnTo>
                <a:lnTo>
                  <a:pt x="3693" y="5126"/>
                </a:lnTo>
                <a:lnTo>
                  <a:pt x="3693" y="4581"/>
                </a:lnTo>
                <a:lnTo>
                  <a:pt x="3653" y="4036"/>
                </a:lnTo>
                <a:lnTo>
                  <a:pt x="3613" y="3572"/>
                </a:lnTo>
                <a:lnTo>
                  <a:pt x="3532" y="3088"/>
                </a:lnTo>
                <a:lnTo>
                  <a:pt x="3431" y="2583"/>
                </a:lnTo>
                <a:lnTo>
                  <a:pt x="3290" y="2059"/>
                </a:lnTo>
                <a:lnTo>
                  <a:pt x="3088" y="1534"/>
                </a:lnTo>
                <a:lnTo>
                  <a:pt x="2967" y="1272"/>
                </a:lnTo>
                <a:lnTo>
                  <a:pt x="2826" y="1009"/>
                </a:lnTo>
                <a:lnTo>
                  <a:pt x="2684" y="747"/>
                </a:lnTo>
                <a:lnTo>
                  <a:pt x="2523" y="485"/>
                </a:lnTo>
                <a:lnTo>
                  <a:pt x="2341" y="243"/>
                </a:lnTo>
                <a:lnTo>
                  <a:pt x="216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4" name="Google Shape;1354;p17"/>
          <p:cNvSpPr/>
          <p:nvPr/>
        </p:nvSpPr>
        <p:spPr>
          <a:xfrm>
            <a:off x="8905548" y="1936013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" name="Google Shape;1355;p17"/>
          <p:cNvSpPr/>
          <p:nvPr/>
        </p:nvSpPr>
        <p:spPr>
          <a:xfrm>
            <a:off x="9054482" y="2190947"/>
            <a:ext cx="794334" cy="541632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" name="Google Shape;1356;p17"/>
          <p:cNvSpPr/>
          <p:nvPr/>
        </p:nvSpPr>
        <p:spPr>
          <a:xfrm>
            <a:off x="8006405" y="3940817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" name="Google Shape;1357;p17"/>
          <p:cNvSpPr/>
          <p:nvPr/>
        </p:nvSpPr>
        <p:spPr>
          <a:xfrm>
            <a:off x="8024463" y="3383486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17"/>
          <p:cNvSpPr/>
          <p:nvPr/>
        </p:nvSpPr>
        <p:spPr>
          <a:xfrm>
            <a:off x="8022171" y="3381194"/>
            <a:ext cx="104994" cy="104994"/>
          </a:xfrm>
          <a:custGeom>
            <a:rect b="b" l="l" r="r" t="t"/>
            <a:pathLst>
              <a:path extrusionOk="0" h="1878" w="1878">
                <a:moveTo>
                  <a:pt x="949" y="81"/>
                </a:moveTo>
                <a:lnTo>
                  <a:pt x="1111" y="102"/>
                </a:lnTo>
                <a:lnTo>
                  <a:pt x="1272" y="142"/>
                </a:lnTo>
                <a:lnTo>
                  <a:pt x="1414" y="223"/>
                </a:lnTo>
                <a:lnTo>
                  <a:pt x="1555" y="32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8"/>
                </a:lnTo>
                <a:lnTo>
                  <a:pt x="1797" y="949"/>
                </a:lnTo>
                <a:lnTo>
                  <a:pt x="1777" y="1111"/>
                </a:lnTo>
                <a:lnTo>
                  <a:pt x="1736" y="1272"/>
                </a:lnTo>
                <a:lnTo>
                  <a:pt x="1656" y="1413"/>
                </a:lnTo>
                <a:lnTo>
                  <a:pt x="1555" y="1555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77"/>
                </a:lnTo>
                <a:lnTo>
                  <a:pt x="949" y="1797"/>
                </a:lnTo>
                <a:lnTo>
                  <a:pt x="768" y="1777"/>
                </a:lnTo>
                <a:lnTo>
                  <a:pt x="606" y="1736"/>
                </a:lnTo>
                <a:lnTo>
                  <a:pt x="465" y="1655"/>
                </a:lnTo>
                <a:lnTo>
                  <a:pt x="344" y="1555"/>
                </a:lnTo>
                <a:lnTo>
                  <a:pt x="223" y="1413"/>
                </a:lnTo>
                <a:lnTo>
                  <a:pt x="142" y="1272"/>
                </a:lnTo>
                <a:lnTo>
                  <a:pt x="102" y="1111"/>
                </a:lnTo>
                <a:lnTo>
                  <a:pt x="82" y="949"/>
                </a:lnTo>
                <a:lnTo>
                  <a:pt x="102" y="768"/>
                </a:lnTo>
                <a:lnTo>
                  <a:pt x="142" y="606"/>
                </a:lnTo>
                <a:lnTo>
                  <a:pt x="223" y="465"/>
                </a:lnTo>
                <a:lnTo>
                  <a:pt x="344" y="324"/>
                </a:lnTo>
                <a:lnTo>
                  <a:pt x="465" y="223"/>
                </a:lnTo>
                <a:lnTo>
                  <a:pt x="606" y="142"/>
                </a:lnTo>
                <a:lnTo>
                  <a:pt x="768" y="102"/>
                </a:lnTo>
                <a:lnTo>
                  <a:pt x="949" y="81"/>
                </a:lnTo>
                <a:close/>
                <a:moveTo>
                  <a:pt x="949" y="1"/>
                </a:moveTo>
                <a:lnTo>
                  <a:pt x="748" y="21"/>
                </a:lnTo>
                <a:lnTo>
                  <a:pt x="586" y="81"/>
                </a:lnTo>
                <a:lnTo>
                  <a:pt x="425" y="162"/>
                </a:lnTo>
                <a:lnTo>
                  <a:pt x="284" y="283"/>
                </a:lnTo>
                <a:lnTo>
                  <a:pt x="162" y="404"/>
                </a:lnTo>
                <a:lnTo>
                  <a:pt x="82" y="56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82" y="1312"/>
                </a:lnTo>
                <a:lnTo>
                  <a:pt x="162" y="1474"/>
                </a:lnTo>
                <a:lnTo>
                  <a:pt x="284" y="1615"/>
                </a:lnTo>
                <a:lnTo>
                  <a:pt x="425" y="1716"/>
                </a:lnTo>
                <a:lnTo>
                  <a:pt x="586" y="1817"/>
                </a:lnTo>
                <a:lnTo>
                  <a:pt x="748" y="1857"/>
                </a:lnTo>
                <a:lnTo>
                  <a:pt x="949" y="1877"/>
                </a:lnTo>
                <a:lnTo>
                  <a:pt x="1131" y="1857"/>
                </a:lnTo>
                <a:lnTo>
                  <a:pt x="1313" y="1817"/>
                </a:lnTo>
                <a:lnTo>
                  <a:pt x="1474" y="1716"/>
                </a:lnTo>
                <a:lnTo>
                  <a:pt x="1615" y="1615"/>
                </a:lnTo>
                <a:lnTo>
                  <a:pt x="1716" y="1474"/>
                </a:lnTo>
                <a:lnTo>
                  <a:pt x="181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817" y="566"/>
                </a:lnTo>
                <a:lnTo>
                  <a:pt x="1716" y="404"/>
                </a:lnTo>
                <a:lnTo>
                  <a:pt x="1615" y="283"/>
                </a:lnTo>
                <a:lnTo>
                  <a:pt x="1474" y="162"/>
                </a:lnTo>
                <a:lnTo>
                  <a:pt x="1313" y="81"/>
                </a:lnTo>
                <a:lnTo>
                  <a:pt x="1131" y="21"/>
                </a:lnTo>
                <a:lnTo>
                  <a:pt x="94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" name="Google Shape;1359;p17"/>
          <p:cNvSpPr/>
          <p:nvPr/>
        </p:nvSpPr>
        <p:spPr>
          <a:xfrm>
            <a:off x="8252337" y="1963072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0" name="Google Shape;1360;p17"/>
          <p:cNvSpPr/>
          <p:nvPr/>
        </p:nvSpPr>
        <p:spPr>
          <a:xfrm>
            <a:off x="8250101" y="1960780"/>
            <a:ext cx="104994" cy="106112"/>
          </a:xfrm>
          <a:custGeom>
            <a:rect b="b" l="l" r="r" t="t"/>
            <a:pathLst>
              <a:path extrusionOk="0" h="1898" w="1878">
                <a:moveTo>
                  <a:pt x="929" y="82"/>
                </a:moveTo>
                <a:lnTo>
                  <a:pt x="1110" y="102"/>
                </a:lnTo>
                <a:lnTo>
                  <a:pt x="1272" y="162"/>
                </a:lnTo>
                <a:lnTo>
                  <a:pt x="1413" y="243"/>
                </a:lnTo>
                <a:lnTo>
                  <a:pt x="1554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31"/>
                </a:lnTo>
                <a:lnTo>
                  <a:pt x="1736" y="1293"/>
                </a:lnTo>
                <a:lnTo>
                  <a:pt x="1655" y="143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97"/>
                </a:lnTo>
                <a:lnTo>
                  <a:pt x="929" y="1817"/>
                </a:lnTo>
                <a:lnTo>
                  <a:pt x="767" y="1797"/>
                </a:lnTo>
                <a:lnTo>
                  <a:pt x="606" y="1736"/>
                </a:lnTo>
                <a:lnTo>
                  <a:pt x="465" y="1656"/>
                </a:lnTo>
                <a:lnTo>
                  <a:pt x="323" y="1555"/>
                </a:lnTo>
                <a:lnTo>
                  <a:pt x="222" y="1434"/>
                </a:lnTo>
                <a:lnTo>
                  <a:pt x="142" y="1293"/>
                </a:lnTo>
                <a:lnTo>
                  <a:pt x="101" y="113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44"/>
                </a:lnTo>
                <a:lnTo>
                  <a:pt x="465" y="243"/>
                </a:lnTo>
                <a:lnTo>
                  <a:pt x="606" y="162"/>
                </a:lnTo>
                <a:lnTo>
                  <a:pt x="767" y="102"/>
                </a:lnTo>
                <a:lnTo>
                  <a:pt x="929" y="82"/>
                </a:lnTo>
                <a:close/>
                <a:moveTo>
                  <a:pt x="929" y="1"/>
                </a:moveTo>
                <a:lnTo>
                  <a:pt x="747" y="21"/>
                </a:lnTo>
                <a:lnTo>
                  <a:pt x="565" y="82"/>
                </a:lnTo>
                <a:lnTo>
                  <a:pt x="404" y="162"/>
                </a:lnTo>
                <a:lnTo>
                  <a:pt x="263" y="284"/>
                </a:lnTo>
                <a:lnTo>
                  <a:pt x="162" y="425"/>
                </a:lnTo>
                <a:lnTo>
                  <a:pt x="61" y="586"/>
                </a:lnTo>
                <a:lnTo>
                  <a:pt x="21" y="768"/>
                </a:lnTo>
                <a:lnTo>
                  <a:pt x="0" y="949"/>
                </a:lnTo>
                <a:lnTo>
                  <a:pt x="21" y="1131"/>
                </a:lnTo>
                <a:lnTo>
                  <a:pt x="61" y="1313"/>
                </a:lnTo>
                <a:lnTo>
                  <a:pt x="162" y="1474"/>
                </a:lnTo>
                <a:lnTo>
                  <a:pt x="263" y="1615"/>
                </a:lnTo>
                <a:lnTo>
                  <a:pt x="404" y="1736"/>
                </a:lnTo>
                <a:lnTo>
                  <a:pt x="565" y="1817"/>
                </a:lnTo>
                <a:lnTo>
                  <a:pt x="747" y="1878"/>
                </a:lnTo>
                <a:lnTo>
                  <a:pt x="929" y="1898"/>
                </a:lnTo>
                <a:lnTo>
                  <a:pt x="1130" y="1878"/>
                </a:lnTo>
                <a:lnTo>
                  <a:pt x="1312" y="1817"/>
                </a:lnTo>
                <a:lnTo>
                  <a:pt x="1453" y="1736"/>
                </a:lnTo>
                <a:lnTo>
                  <a:pt x="1595" y="1615"/>
                </a:lnTo>
                <a:lnTo>
                  <a:pt x="1716" y="1474"/>
                </a:lnTo>
                <a:lnTo>
                  <a:pt x="1796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68"/>
                </a:lnTo>
                <a:lnTo>
                  <a:pt x="1796" y="586"/>
                </a:lnTo>
                <a:lnTo>
                  <a:pt x="1716" y="425"/>
                </a:lnTo>
                <a:lnTo>
                  <a:pt x="1595" y="284"/>
                </a:lnTo>
                <a:lnTo>
                  <a:pt x="1453" y="162"/>
                </a:lnTo>
                <a:lnTo>
                  <a:pt x="1312" y="82"/>
                </a:lnTo>
                <a:lnTo>
                  <a:pt x="1130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" name="Google Shape;1361;p17"/>
          <p:cNvSpPr/>
          <p:nvPr/>
        </p:nvSpPr>
        <p:spPr>
          <a:xfrm>
            <a:off x="8947481" y="1091884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2" name="Google Shape;1362;p17"/>
          <p:cNvSpPr/>
          <p:nvPr/>
        </p:nvSpPr>
        <p:spPr>
          <a:xfrm>
            <a:off x="9048679" y="137326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" name="Google Shape;1363;p17"/>
          <p:cNvSpPr/>
          <p:nvPr/>
        </p:nvSpPr>
        <p:spPr>
          <a:xfrm>
            <a:off x="9064657" y="390240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" name="Google Shape;1364;p17"/>
          <p:cNvSpPr/>
          <p:nvPr/>
        </p:nvSpPr>
        <p:spPr>
          <a:xfrm>
            <a:off x="9062365" y="3900173"/>
            <a:ext cx="104994" cy="104994"/>
          </a:xfrm>
          <a:custGeom>
            <a:rect b="b" l="l" r="r" t="t"/>
            <a:pathLst>
              <a:path extrusionOk="0" h="1878" w="1878">
                <a:moveTo>
                  <a:pt x="929" y="81"/>
                </a:moveTo>
                <a:lnTo>
                  <a:pt x="1111" y="101"/>
                </a:lnTo>
                <a:lnTo>
                  <a:pt x="1272" y="142"/>
                </a:lnTo>
                <a:lnTo>
                  <a:pt x="1414" y="223"/>
                </a:lnTo>
                <a:lnTo>
                  <a:pt x="1535" y="34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7"/>
                </a:lnTo>
                <a:lnTo>
                  <a:pt x="1797" y="949"/>
                </a:lnTo>
                <a:lnTo>
                  <a:pt x="1777" y="1110"/>
                </a:lnTo>
                <a:lnTo>
                  <a:pt x="1736" y="1272"/>
                </a:lnTo>
                <a:lnTo>
                  <a:pt x="1656" y="1433"/>
                </a:lnTo>
                <a:lnTo>
                  <a:pt x="1535" y="1554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97"/>
                </a:lnTo>
                <a:lnTo>
                  <a:pt x="768" y="1797"/>
                </a:lnTo>
                <a:lnTo>
                  <a:pt x="606" y="1736"/>
                </a:lnTo>
                <a:lnTo>
                  <a:pt x="445" y="1655"/>
                </a:lnTo>
                <a:lnTo>
                  <a:pt x="324" y="1554"/>
                </a:lnTo>
                <a:lnTo>
                  <a:pt x="223" y="1433"/>
                </a:lnTo>
                <a:lnTo>
                  <a:pt x="142" y="1272"/>
                </a:lnTo>
                <a:lnTo>
                  <a:pt x="82" y="1110"/>
                </a:lnTo>
                <a:lnTo>
                  <a:pt x="82" y="949"/>
                </a:lnTo>
                <a:lnTo>
                  <a:pt x="82" y="767"/>
                </a:lnTo>
                <a:lnTo>
                  <a:pt x="142" y="606"/>
                </a:lnTo>
                <a:lnTo>
                  <a:pt x="223" y="465"/>
                </a:lnTo>
                <a:lnTo>
                  <a:pt x="324" y="344"/>
                </a:lnTo>
                <a:lnTo>
                  <a:pt x="445" y="223"/>
                </a:lnTo>
                <a:lnTo>
                  <a:pt x="606" y="142"/>
                </a:lnTo>
                <a:lnTo>
                  <a:pt x="768" y="101"/>
                </a:lnTo>
                <a:lnTo>
                  <a:pt x="929" y="81"/>
                </a:lnTo>
                <a:close/>
                <a:moveTo>
                  <a:pt x="929" y="1"/>
                </a:moveTo>
                <a:lnTo>
                  <a:pt x="748" y="21"/>
                </a:lnTo>
                <a:lnTo>
                  <a:pt x="566" y="81"/>
                </a:lnTo>
                <a:lnTo>
                  <a:pt x="405" y="162"/>
                </a:lnTo>
                <a:lnTo>
                  <a:pt x="263" y="283"/>
                </a:lnTo>
                <a:lnTo>
                  <a:pt x="162" y="424"/>
                </a:lnTo>
                <a:lnTo>
                  <a:pt x="62" y="58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62" y="1312"/>
                </a:lnTo>
                <a:lnTo>
                  <a:pt x="162" y="1474"/>
                </a:lnTo>
                <a:lnTo>
                  <a:pt x="263" y="1615"/>
                </a:lnTo>
                <a:lnTo>
                  <a:pt x="405" y="1716"/>
                </a:lnTo>
                <a:lnTo>
                  <a:pt x="566" y="1817"/>
                </a:lnTo>
                <a:lnTo>
                  <a:pt x="748" y="1857"/>
                </a:lnTo>
                <a:lnTo>
                  <a:pt x="929" y="1877"/>
                </a:lnTo>
                <a:lnTo>
                  <a:pt x="1131" y="1857"/>
                </a:lnTo>
                <a:lnTo>
                  <a:pt x="1293" y="1817"/>
                </a:lnTo>
                <a:lnTo>
                  <a:pt x="1454" y="1716"/>
                </a:lnTo>
                <a:lnTo>
                  <a:pt x="1595" y="1615"/>
                </a:lnTo>
                <a:lnTo>
                  <a:pt x="1716" y="1474"/>
                </a:lnTo>
                <a:lnTo>
                  <a:pt x="179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797" y="586"/>
                </a:lnTo>
                <a:lnTo>
                  <a:pt x="1716" y="424"/>
                </a:lnTo>
                <a:lnTo>
                  <a:pt x="1595" y="283"/>
                </a:lnTo>
                <a:lnTo>
                  <a:pt x="1454" y="162"/>
                </a:lnTo>
                <a:lnTo>
                  <a:pt x="1293" y="81"/>
                </a:lnTo>
                <a:lnTo>
                  <a:pt x="1131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5" name="Google Shape;1365;p17"/>
          <p:cNvSpPr/>
          <p:nvPr/>
        </p:nvSpPr>
        <p:spPr>
          <a:xfrm>
            <a:off x="7397129" y="44694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" name="Google Shape;1366;p17"/>
          <p:cNvSpPr/>
          <p:nvPr/>
        </p:nvSpPr>
        <p:spPr>
          <a:xfrm>
            <a:off x="7665172" y="399370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7" name="Google Shape;1367;p17"/>
          <p:cNvSpPr/>
          <p:nvPr/>
        </p:nvSpPr>
        <p:spPr>
          <a:xfrm>
            <a:off x="9325237" y="2442525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8" name="Google Shape;1368;p17"/>
          <p:cNvSpPr/>
          <p:nvPr/>
        </p:nvSpPr>
        <p:spPr>
          <a:xfrm>
            <a:off x="9301588" y="2466230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" name="Google Shape;1369;p17"/>
          <p:cNvSpPr/>
          <p:nvPr/>
        </p:nvSpPr>
        <p:spPr>
          <a:xfrm rot="3449335">
            <a:off x="2649872" y="-138575"/>
            <a:ext cx="4584" cy="55347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17"/>
          <p:cNvSpPr/>
          <p:nvPr/>
        </p:nvSpPr>
        <p:spPr>
          <a:xfrm>
            <a:off x="-2003610" y="63728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1" name="Google Shape;1371;p17"/>
          <p:cNvSpPr/>
          <p:nvPr/>
        </p:nvSpPr>
        <p:spPr>
          <a:xfrm rot="3449335">
            <a:off x="2625262" y="-113023"/>
            <a:ext cx="55347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2" name="Google Shape;1372;p17"/>
          <p:cNvGrpSpPr/>
          <p:nvPr/>
        </p:nvGrpSpPr>
        <p:grpSpPr>
          <a:xfrm>
            <a:off x="3970982" y="4599416"/>
            <a:ext cx="1205112" cy="520243"/>
            <a:chOff x="3970982" y="4599416"/>
            <a:chExt cx="1205112" cy="520243"/>
          </a:xfrm>
        </p:grpSpPr>
        <p:sp>
          <p:nvSpPr>
            <p:cNvPr id="1373" name="Google Shape;1373;p17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17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17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17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17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17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17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17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17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17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17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17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17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17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17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17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17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17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17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17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17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17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17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17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17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17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17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17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17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17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17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17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" name="Google Shape;1405;p17"/>
          <p:cNvGrpSpPr/>
          <p:nvPr/>
        </p:nvGrpSpPr>
        <p:grpSpPr>
          <a:xfrm>
            <a:off x="3969444" y="51341"/>
            <a:ext cx="1205112" cy="520243"/>
            <a:chOff x="3970982" y="4599416"/>
            <a:chExt cx="1205112" cy="520243"/>
          </a:xfrm>
        </p:grpSpPr>
        <p:sp>
          <p:nvSpPr>
            <p:cNvPr id="1406" name="Google Shape;1406;p17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17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17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17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17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17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17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17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17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17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17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17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17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17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17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17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17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17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17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17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17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17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17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17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17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17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17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17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17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17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17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17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" name="Google Shape;1438;p17"/>
          <p:cNvGrpSpPr/>
          <p:nvPr/>
        </p:nvGrpSpPr>
        <p:grpSpPr>
          <a:xfrm>
            <a:off x="335952" y="4224312"/>
            <a:ext cx="754524" cy="750237"/>
            <a:chOff x="8523754" y="10"/>
            <a:chExt cx="516408" cy="513439"/>
          </a:xfrm>
        </p:grpSpPr>
        <p:sp>
          <p:nvSpPr>
            <p:cNvPr id="1439" name="Google Shape;1439;p17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17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1" name="Google Shape;1441;p17"/>
          <p:cNvSpPr/>
          <p:nvPr/>
        </p:nvSpPr>
        <p:spPr>
          <a:xfrm>
            <a:off x="8202150" y="4384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2" name="Google Shape;1442;p17"/>
          <p:cNvSpPr/>
          <p:nvPr/>
        </p:nvSpPr>
        <p:spPr>
          <a:xfrm>
            <a:off x="484600" y="280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3" name="Google Shape;1443;p17"/>
          <p:cNvGrpSpPr/>
          <p:nvPr/>
        </p:nvGrpSpPr>
        <p:grpSpPr>
          <a:xfrm flipH="1" rot="2700000">
            <a:off x="-2243747" y="347213"/>
            <a:ext cx="2946912" cy="1512954"/>
            <a:chOff x="-1306807" y="-1638114"/>
            <a:chExt cx="2946940" cy="1512969"/>
          </a:xfrm>
        </p:grpSpPr>
        <p:sp>
          <p:nvSpPr>
            <p:cNvPr id="1444" name="Google Shape;1444;p17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17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17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7" name="Google Shape;1447;p17"/>
          <p:cNvSpPr/>
          <p:nvPr/>
        </p:nvSpPr>
        <p:spPr>
          <a:xfrm>
            <a:off x="322954" y="27325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8" name="Google Shape;1448;p17"/>
          <p:cNvSpPr/>
          <p:nvPr/>
        </p:nvSpPr>
        <p:spPr>
          <a:xfrm>
            <a:off x="2337742" y="162452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" name="Google Shape;1449;p17"/>
          <p:cNvSpPr/>
          <p:nvPr/>
        </p:nvSpPr>
        <p:spPr>
          <a:xfrm>
            <a:off x="266642" y="137584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" name="Google Shape;1450;p17"/>
          <p:cNvSpPr/>
          <p:nvPr/>
        </p:nvSpPr>
        <p:spPr>
          <a:xfrm>
            <a:off x="523842" y="1693465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" name="Google Shape;1451;p17"/>
          <p:cNvSpPr/>
          <p:nvPr/>
        </p:nvSpPr>
        <p:spPr>
          <a:xfrm>
            <a:off x="3174892" y="-1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CUSTOM_10_1_1_1">
    <p:bg>
      <p:bgPr>
        <a:solidFill>
          <a:schemeClr val="lt2"/>
        </a:solidFill>
      </p:bgPr>
    </p:bg>
    <p:spTree>
      <p:nvGrpSpPr>
        <p:cNvPr id="1452" name="Shape 1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3" name="Google Shape;1453;p18"/>
          <p:cNvSpPr/>
          <p:nvPr/>
        </p:nvSpPr>
        <p:spPr>
          <a:xfrm>
            <a:off x="0" y="4075216"/>
            <a:ext cx="9144000" cy="10932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4" name="Google Shape;1454;p18"/>
          <p:cNvSpPr/>
          <p:nvPr/>
        </p:nvSpPr>
        <p:spPr>
          <a:xfrm>
            <a:off x="0" y="0"/>
            <a:ext cx="9144000" cy="10932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" name="Google Shape;1455;p18"/>
          <p:cNvSpPr txBox="1"/>
          <p:nvPr>
            <p:ph type="title"/>
          </p:nvPr>
        </p:nvSpPr>
        <p:spPr>
          <a:xfrm>
            <a:off x="2514600" y="2671608"/>
            <a:ext cx="41148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456" name="Google Shape;1456;p18"/>
          <p:cNvSpPr txBox="1"/>
          <p:nvPr>
            <p:ph idx="1" type="subTitle"/>
          </p:nvPr>
        </p:nvSpPr>
        <p:spPr>
          <a:xfrm>
            <a:off x="3037200" y="3288047"/>
            <a:ext cx="3069600" cy="3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457" name="Google Shape;1457;p18"/>
          <p:cNvSpPr txBox="1"/>
          <p:nvPr>
            <p:ph hasCustomPrompt="1" idx="2" type="title"/>
          </p:nvPr>
        </p:nvSpPr>
        <p:spPr>
          <a:xfrm>
            <a:off x="4027950" y="1696303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58" name="Google Shape;1458;p18"/>
          <p:cNvSpPr/>
          <p:nvPr/>
        </p:nvSpPr>
        <p:spPr>
          <a:xfrm>
            <a:off x="8133850" y="18219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9" name="Google Shape;1459;p18"/>
          <p:cNvSpPr/>
          <p:nvPr/>
        </p:nvSpPr>
        <p:spPr>
          <a:xfrm rot="5400000">
            <a:off x="8133850" y="7872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0" name="Google Shape;1460;p18"/>
          <p:cNvSpPr/>
          <p:nvPr/>
        </p:nvSpPr>
        <p:spPr>
          <a:xfrm rot="3449335">
            <a:off x="1473204" y="-1086091"/>
            <a:ext cx="1596402" cy="180291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1" name="Google Shape;1461;p18"/>
          <p:cNvSpPr/>
          <p:nvPr/>
        </p:nvSpPr>
        <p:spPr>
          <a:xfrm>
            <a:off x="7290020" y="98147"/>
            <a:ext cx="6754688" cy="4497143"/>
          </a:xfrm>
          <a:custGeom>
            <a:rect b="b" l="l" r="r" t="t"/>
            <a:pathLst>
              <a:path extrusionOk="0" h="80439" w="120819">
                <a:moveTo>
                  <a:pt x="94887" y="81"/>
                </a:moveTo>
                <a:lnTo>
                  <a:pt x="96400" y="122"/>
                </a:lnTo>
                <a:lnTo>
                  <a:pt x="97914" y="182"/>
                </a:lnTo>
                <a:lnTo>
                  <a:pt x="99427" y="283"/>
                </a:lnTo>
                <a:lnTo>
                  <a:pt x="100941" y="424"/>
                </a:lnTo>
                <a:lnTo>
                  <a:pt x="102454" y="586"/>
                </a:lnTo>
                <a:lnTo>
                  <a:pt x="103968" y="788"/>
                </a:lnTo>
                <a:lnTo>
                  <a:pt x="105481" y="1030"/>
                </a:lnTo>
                <a:lnTo>
                  <a:pt x="106894" y="1272"/>
                </a:lnTo>
                <a:lnTo>
                  <a:pt x="107620" y="1413"/>
                </a:lnTo>
                <a:lnTo>
                  <a:pt x="108367" y="1595"/>
                </a:lnTo>
                <a:lnTo>
                  <a:pt x="109114" y="1777"/>
                </a:lnTo>
                <a:lnTo>
                  <a:pt x="109860" y="1998"/>
                </a:lnTo>
                <a:lnTo>
                  <a:pt x="110607" y="2241"/>
                </a:lnTo>
                <a:lnTo>
                  <a:pt x="111354" y="2503"/>
                </a:lnTo>
                <a:lnTo>
                  <a:pt x="112100" y="2806"/>
                </a:lnTo>
                <a:lnTo>
                  <a:pt x="112827" y="3129"/>
                </a:lnTo>
                <a:lnTo>
                  <a:pt x="113533" y="3492"/>
                </a:lnTo>
                <a:lnTo>
                  <a:pt x="114219" y="3895"/>
                </a:lnTo>
                <a:lnTo>
                  <a:pt x="114562" y="4117"/>
                </a:lnTo>
                <a:lnTo>
                  <a:pt x="114885" y="4339"/>
                </a:lnTo>
                <a:lnTo>
                  <a:pt x="115208" y="4582"/>
                </a:lnTo>
                <a:lnTo>
                  <a:pt x="115531" y="4824"/>
                </a:lnTo>
                <a:lnTo>
                  <a:pt x="115834" y="5086"/>
                </a:lnTo>
                <a:lnTo>
                  <a:pt x="116136" y="5369"/>
                </a:lnTo>
                <a:lnTo>
                  <a:pt x="116419" y="5651"/>
                </a:lnTo>
                <a:lnTo>
                  <a:pt x="116701" y="5934"/>
                </a:lnTo>
                <a:lnTo>
                  <a:pt x="117044" y="6317"/>
                </a:lnTo>
                <a:lnTo>
                  <a:pt x="117367" y="6721"/>
                </a:lnTo>
                <a:lnTo>
                  <a:pt x="117690" y="7165"/>
                </a:lnTo>
                <a:lnTo>
                  <a:pt x="118033" y="7669"/>
                </a:lnTo>
                <a:lnTo>
                  <a:pt x="118336" y="8194"/>
                </a:lnTo>
                <a:lnTo>
                  <a:pt x="118659" y="8799"/>
                </a:lnTo>
                <a:lnTo>
                  <a:pt x="118941" y="9445"/>
                </a:lnTo>
                <a:lnTo>
                  <a:pt x="119224" y="10171"/>
                </a:lnTo>
                <a:lnTo>
                  <a:pt x="119486" y="10958"/>
                </a:lnTo>
                <a:lnTo>
                  <a:pt x="119728" y="11826"/>
                </a:lnTo>
                <a:lnTo>
                  <a:pt x="119950" y="12795"/>
                </a:lnTo>
                <a:lnTo>
                  <a:pt x="120152" y="13824"/>
                </a:lnTo>
                <a:lnTo>
                  <a:pt x="120334" y="14974"/>
                </a:lnTo>
                <a:lnTo>
                  <a:pt x="120475" y="16205"/>
                </a:lnTo>
                <a:lnTo>
                  <a:pt x="120576" y="17557"/>
                </a:lnTo>
                <a:lnTo>
                  <a:pt x="120657" y="19010"/>
                </a:lnTo>
                <a:lnTo>
                  <a:pt x="120697" y="20241"/>
                </a:lnTo>
                <a:lnTo>
                  <a:pt x="120717" y="21472"/>
                </a:lnTo>
                <a:lnTo>
                  <a:pt x="120737" y="22683"/>
                </a:lnTo>
                <a:lnTo>
                  <a:pt x="120737" y="23914"/>
                </a:lnTo>
                <a:lnTo>
                  <a:pt x="120717" y="25145"/>
                </a:lnTo>
                <a:lnTo>
                  <a:pt x="120697" y="26376"/>
                </a:lnTo>
                <a:lnTo>
                  <a:pt x="120657" y="27607"/>
                </a:lnTo>
                <a:lnTo>
                  <a:pt x="120616" y="28838"/>
                </a:lnTo>
                <a:lnTo>
                  <a:pt x="120536" y="30049"/>
                </a:lnTo>
                <a:lnTo>
                  <a:pt x="120455" y="31280"/>
                </a:lnTo>
                <a:lnTo>
                  <a:pt x="120374" y="32511"/>
                </a:lnTo>
                <a:lnTo>
                  <a:pt x="120253" y="33722"/>
                </a:lnTo>
                <a:lnTo>
                  <a:pt x="120152" y="34953"/>
                </a:lnTo>
                <a:lnTo>
                  <a:pt x="120011" y="36163"/>
                </a:lnTo>
                <a:lnTo>
                  <a:pt x="119870" y="37394"/>
                </a:lnTo>
                <a:lnTo>
                  <a:pt x="119708" y="38605"/>
                </a:lnTo>
                <a:lnTo>
                  <a:pt x="119567" y="39533"/>
                </a:lnTo>
                <a:lnTo>
                  <a:pt x="119405" y="40462"/>
                </a:lnTo>
                <a:lnTo>
                  <a:pt x="119224" y="41390"/>
                </a:lnTo>
                <a:lnTo>
                  <a:pt x="119103" y="41834"/>
                </a:lnTo>
                <a:lnTo>
                  <a:pt x="118982" y="42278"/>
                </a:lnTo>
                <a:lnTo>
                  <a:pt x="118820" y="42722"/>
                </a:lnTo>
                <a:lnTo>
                  <a:pt x="118659" y="43166"/>
                </a:lnTo>
                <a:lnTo>
                  <a:pt x="118497" y="43590"/>
                </a:lnTo>
                <a:lnTo>
                  <a:pt x="118296" y="43993"/>
                </a:lnTo>
                <a:lnTo>
                  <a:pt x="118074" y="44397"/>
                </a:lnTo>
                <a:lnTo>
                  <a:pt x="117831" y="44800"/>
                </a:lnTo>
                <a:lnTo>
                  <a:pt x="117549" y="45164"/>
                </a:lnTo>
                <a:lnTo>
                  <a:pt x="117266" y="45527"/>
                </a:lnTo>
                <a:lnTo>
                  <a:pt x="117105" y="45709"/>
                </a:lnTo>
                <a:lnTo>
                  <a:pt x="116943" y="45870"/>
                </a:lnTo>
                <a:lnTo>
                  <a:pt x="116782" y="45991"/>
                </a:lnTo>
                <a:lnTo>
                  <a:pt x="116621" y="46112"/>
                </a:lnTo>
                <a:lnTo>
                  <a:pt x="116459" y="46193"/>
                </a:lnTo>
                <a:lnTo>
                  <a:pt x="116298" y="46253"/>
                </a:lnTo>
                <a:lnTo>
                  <a:pt x="116136" y="46294"/>
                </a:lnTo>
                <a:lnTo>
                  <a:pt x="115975" y="46314"/>
                </a:lnTo>
                <a:lnTo>
                  <a:pt x="115813" y="46314"/>
                </a:lnTo>
                <a:lnTo>
                  <a:pt x="115632" y="46294"/>
                </a:lnTo>
                <a:lnTo>
                  <a:pt x="115490" y="46253"/>
                </a:lnTo>
                <a:lnTo>
                  <a:pt x="115349" y="46193"/>
                </a:lnTo>
                <a:lnTo>
                  <a:pt x="115228" y="46092"/>
                </a:lnTo>
                <a:lnTo>
                  <a:pt x="115107" y="45991"/>
                </a:lnTo>
                <a:lnTo>
                  <a:pt x="115006" y="45890"/>
                </a:lnTo>
                <a:lnTo>
                  <a:pt x="114905" y="45749"/>
                </a:lnTo>
                <a:lnTo>
                  <a:pt x="114724" y="45446"/>
                </a:lnTo>
                <a:lnTo>
                  <a:pt x="114562" y="45103"/>
                </a:lnTo>
                <a:lnTo>
                  <a:pt x="114441" y="44740"/>
                </a:lnTo>
                <a:lnTo>
                  <a:pt x="114300" y="44336"/>
                </a:lnTo>
                <a:lnTo>
                  <a:pt x="114360" y="44316"/>
                </a:lnTo>
                <a:lnTo>
                  <a:pt x="114199" y="43751"/>
                </a:lnTo>
                <a:lnTo>
                  <a:pt x="114017" y="43186"/>
                </a:lnTo>
                <a:lnTo>
                  <a:pt x="113816" y="42641"/>
                </a:lnTo>
                <a:lnTo>
                  <a:pt x="113594" y="42096"/>
                </a:lnTo>
                <a:lnTo>
                  <a:pt x="113331" y="41551"/>
                </a:lnTo>
                <a:lnTo>
                  <a:pt x="113049" y="41027"/>
                </a:lnTo>
                <a:lnTo>
                  <a:pt x="112746" y="40522"/>
                </a:lnTo>
                <a:lnTo>
                  <a:pt x="112403" y="40018"/>
                </a:lnTo>
                <a:lnTo>
                  <a:pt x="112040" y="39533"/>
                </a:lnTo>
                <a:lnTo>
                  <a:pt x="111656" y="39049"/>
                </a:lnTo>
                <a:lnTo>
                  <a:pt x="111253" y="38605"/>
                </a:lnTo>
                <a:lnTo>
                  <a:pt x="110829" y="38161"/>
                </a:lnTo>
                <a:lnTo>
                  <a:pt x="110365" y="37717"/>
                </a:lnTo>
                <a:lnTo>
                  <a:pt x="109901" y="37314"/>
                </a:lnTo>
                <a:lnTo>
                  <a:pt x="109396" y="36910"/>
                </a:lnTo>
                <a:lnTo>
                  <a:pt x="108892" y="36547"/>
                </a:lnTo>
                <a:lnTo>
                  <a:pt x="108367" y="36184"/>
                </a:lnTo>
                <a:lnTo>
                  <a:pt x="107822" y="35861"/>
                </a:lnTo>
                <a:lnTo>
                  <a:pt x="107277" y="35558"/>
                </a:lnTo>
                <a:lnTo>
                  <a:pt x="106712" y="35275"/>
                </a:lnTo>
                <a:lnTo>
                  <a:pt x="106147" y="35033"/>
                </a:lnTo>
                <a:lnTo>
                  <a:pt x="105582" y="34811"/>
                </a:lnTo>
                <a:lnTo>
                  <a:pt x="104997" y="34610"/>
                </a:lnTo>
                <a:lnTo>
                  <a:pt x="104412" y="34428"/>
                </a:lnTo>
                <a:lnTo>
                  <a:pt x="103826" y="34287"/>
                </a:lnTo>
                <a:lnTo>
                  <a:pt x="103241" y="34166"/>
                </a:lnTo>
                <a:lnTo>
                  <a:pt x="102636" y="34065"/>
                </a:lnTo>
                <a:lnTo>
                  <a:pt x="102051" y="34004"/>
                </a:lnTo>
                <a:lnTo>
                  <a:pt x="101445" y="33964"/>
                </a:lnTo>
                <a:lnTo>
                  <a:pt x="100860" y="33944"/>
                </a:lnTo>
                <a:lnTo>
                  <a:pt x="100255" y="33964"/>
                </a:lnTo>
                <a:lnTo>
                  <a:pt x="99669" y="34004"/>
                </a:lnTo>
                <a:lnTo>
                  <a:pt x="99084" y="34085"/>
                </a:lnTo>
                <a:lnTo>
                  <a:pt x="98499" y="34166"/>
                </a:lnTo>
                <a:lnTo>
                  <a:pt x="97914" y="34307"/>
                </a:lnTo>
                <a:lnTo>
                  <a:pt x="97349" y="34448"/>
                </a:lnTo>
                <a:lnTo>
                  <a:pt x="96763" y="34630"/>
                </a:lnTo>
                <a:lnTo>
                  <a:pt x="96198" y="34831"/>
                </a:lnTo>
                <a:lnTo>
                  <a:pt x="95654" y="35053"/>
                </a:lnTo>
                <a:lnTo>
                  <a:pt x="95109" y="35296"/>
                </a:lnTo>
                <a:lnTo>
                  <a:pt x="94564" y="35578"/>
                </a:lnTo>
                <a:lnTo>
                  <a:pt x="94019" y="35861"/>
                </a:lnTo>
                <a:lnTo>
                  <a:pt x="93494" y="36184"/>
                </a:lnTo>
                <a:lnTo>
                  <a:pt x="92990" y="36527"/>
                </a:lnTo>
                <a:lnTo>
                  <a:pt x="92485" y="36910"/>
                </a:lnTo>
                <a:lnTo>
                  <a:pt x="92001" y="37293"/>
                </a:lnTo>
                <a:lnTo>
                  <a:pt x="91517" y="37697"/>
                </a:lnTo>
                <a:lnTo>
                  <a:pt x="91052" y="38141"/>
                </a:lnTo>
                <a:lnTo>
                  <a:pt x="90609" y="38585"/>
                </a:lnTo>
                <a:lnTo>
                  <a:pt x="90185" y="39049"/>
                </a:lnTo>
                <a:lnTo>
                  <a:pt x="89781" y="39513"/>
                </a:lnTo>
                <a:lnTo>
                  <a:pt x="89398" y="40018"/>
                </a:lnTo>
                <a:lnTo>
                  <a:pt x="89055" y="40502"/>
                </a:lnTo>
                <a:lnTo>
                  <a:pt x="88712" y="41027"/>
                </a:lnTo>
                <a:lnTo>
                  <a:pt x="88389" y="41551"/>
                </a:lnTo>
                <a:lnTo>
                  <a:pt x="88086" y="42076"/>
                </a:lnTo>
                <a:lnTo>
                  <a:pt x="87824" y="42621"/>
                </a:lnTo>
                <a:lnTo>
                  <a:pt x="87561" y="43186"/>
                </a:lnTo>
                <a:lnTo>
                  <a:pt x="87339" y="43751"/>
                </a:lnTo>
                <a:lnTo>
                  <a:pt x="87138" y="44316"/>
                </a:lnTo>
                <a:lnTo>
                  <a:pt x="86956" y="44881"/>
                </a:lnTo>
                <a:lnTo>
                  <a:pt x="86815" y="45466"/>
                </a:lnTo>
                <a:lnTo>
                  <a:pt x="86673" y="46052"/>
                </a:lnTo>
                <a:lnTo>
                  <a:pt x="86573" y="46637"/>
                </a:lnTo>
                <a:lnTo>
                  <a:pt x="86492" y="47283"/>
                </a:lnTo>
                <a:lnTo>
                  <a:pt x="86411" y="47928"/>
                </a:lnTo>
                <a:lnTo>
                  <a:pt x="86290" y="49240"/>
                </a:lnTo>
                <a:lnTo>
                  <a:pt x="86209" y="50330"/>
                </a:lnTo>
                <a:lnTo>
                  <a:pt x="86088" y="51399"/>
                </a:lnTo>
                <a:lnTo>
                  <a:pt x="86007" y="51924"/>
                </a:lnTo>
                <a:lnTo>
                  <a:pt x="85927" y="52449"/>
                </a:lnTo>
                <a:lnTo>
                  <a:pt x="85806" y="52973"/>
                </a:lnTo>
                <a:lnTo>
                  <a:pt x="85685" y="53458"/>
                </a:lnTo>
                <a:lnTo>
                  <a:pt x="85543" y="53962"/>
                </a:lnTo>
                <a:lnTo>
                  <a:pt x="85362" y="54426"/>
                </a:lnTo>
                <a:lnTo>
                  <a:pt x="85160" y="54870"/>
                </a:lnTo>
                <a:lnTo>
                  <a:pt x="84918" y="55314"/>
                </a:lnTo>
                <a:lnTo>
                  <a:pt x="84655" y="55718"/>
                </a:lnTo>
                <a:lnTo>
                  <a:pt x="84353" y="56101"/>
                </a:lnTo>
                <a:lnTo>
                  <a:pt x="84171" y="56303"/>
                </a:lnTo>
                <a:lnTo>
                  <a:pt x="84010" y="56465"/>
                </a:lnTo>
                <a:lnTo>
                  <a:pt x="83808" y="56646"/>
                </a:lnTo>
                <a:lnTo>
                  <a:pt x="83606" y="56808"/>
                </a:lnTo>
                <a:lnTo>
                  <a:pt x="83344" y="56989"/>
                </a:lnTo>
                <a:lnTo>
                  <a:pt x="83041" y="57191"/>
                </a:lnTo>
                <a:lnTo>
                  <a:pt x="82658" y="57393"/>
                </a:lnTo>
                <a:lnTo>
                  <a:pt x="82173" y="57595"/>
                </a:lnTo>
                <a:lnTo>
                  <a:pt x="81628" y="57776"/>
                </a:lnTo>
                <a:lnTo>
                  <a:pt x="81326" y="57877"/>
                </a:lnTo>
                <a:lnTo>
                  <a:pt x="80983" y="57958"/>
                </a:lnTo>
                <a:lnTo>
                  <a:pt x="80599" y="58018"/>
                </a:lnTo>
                <a:lnTo>
                  <a:pt x="80216" y="58099"/>
                </a:lnTo>
                <a:lnTo>
                  <a:pt x="79792" y="58160"/>
                </a:lnTo>
                <a:lnTo>
                  <a:pt x="79328" y="58200"/>
                </a:lnTo>
                <a:lnTo>
                  <a:pt x="78642" y="58261"/>
                </a:lnTo>
                <a:lnTo>
                  <a:pt x="77935" y="58281"/>
                </a:lnTo>
                <a:lnTo>
                  <a:pt x="77249" y="58301"/>
                </a:lnTo>
                <a:lnTo>
                  <a:pt x="76543" y="58301"/>
                </a:lnTo>
                <a:lnTo>
                  <a:pt x="75837" y="58281"/>
                </a:lnTo>
                <a:lnTo>
                  <a:pt x="75151" y="58240"/>
                </a:lnTo>
                <a:lnTo>
                  <a:pt x="74444" y="58180"/>
                </a:lnTo>
                <a:lnTo>
                  <a:pt x="73758" y="58119"/>
                </a:lnTo>
                <a:lnTo>
                  <a:pt x="72366" y="57958"/>
                </a:lnTo>
                <a:lnTo>
                  <a:pt x="70994" y="57776"/>
                </a:lnTo>
                <a:lnTo>
                  <a:pt x="69601" y="57574"/>
                </a:lnTo>
                <a:lnTo>
                  <a:pt x="68249" y="57352"/>
                </a:lnTo>
                <a:lnTo>
                  <a:pt x="66937" y="57151"/>
                </a:lnTo>
                <a:lnTo>
                  <a:pt x="65605" y="56949"/>
                </a:lnTo>
                <a:lnTo>
                  <a:pt x="64294" y="56767"/>
                </a:lnTo>
                <a:lnTo>
                  <a:pt x="62962" y="56606"/>
                </a:lnTo>
                <a:lnTo>
                  <a:pt x="61771" y="56505"/>
                </a:lnTo>
                <a:lnTo>
                  <a:pt x="60581" y="56424"/>
                </a:lnTo>
                <a:lnTo>
                  <a:pt x="59390" y="56384"/>
                </a:lnTo>
                <a:lnTo>
                  <a:pt x="58179" y="56364"/>
                </a:lnTo>
                <a:lnTo>
                  <a:pt x="56968" y="56384"/>
                </a:lnTo>
                <a:lnTo>
                  <a:pt x="55778" y="56444"/>
                </a:lnTo>
                <a:lnTo>
                  <a:pt x="54567" y="56525"/>
                </a:lnTo>
                <a:lnTo>
                  <a:pt x="53356" y="56646"/>
                </a:lnTo>
                <a:lnTo>
                  <a:pt x="52145" y="56787"/>
                </a:lnTo>
                <a:lnTo>
                  <a:pt x="50935" y="56949"/>
                </a:lnTo>
                <a:lnTo>
                  <a:pt x="49744" y="57151"/>
                </a:lnTo>
                <a:lnTo>
                  <a:pt x="48553" y="57393"/>
                </a:lnTo>
                <a:lnTo>
                  <a:pt x="47343" y="57655"/>
                </a:lnTo>
                <a:lnTo>
                  <a:pt x="46172" y="57958"/>
                </a:lnTo>
                <a:lnTo>
                  <a:pt x="44981" y="58281"/>
                </a:lnTo>
                <a:lnTo>
                  <a:pt x="43811" y="58644"/>
                </a:lnTo>
                <a:lnTo>
                  <a:pt x="42661" y="59027"/>
                </a:lnTo>
                <a:lnTo>
                  <a:pt x="41510" y="59451"/>
                </a:lnTo>
                <a:lnTo>
                  <a:pt x="40380" y="59895"/>
                </a:lnTo>
                <a:lnTo>
                  <a:pt x="39250" y="60359"/>
                </a:lnTo>
                <a:lnTo>
                  <a:pt x="38140" y="60864"/>
                </a:lnTo>
                <a:lnTo>
                  <a:pt x="37031" y="61409"/>
                </a:lnTo>
                <a:lnTo>
                  <a:pt x="35961" y="61954"/>
                </a:lnTo>
                <a:lnTo>
                  <a:pt x="34891" y="62539"/>
                </a:lnTo>
                <a:lnTo>
                  <a:pt x="33842" y="63144"/>
                </a:lnTo>
                <a:lnTo>
                  <a:pt x="32813" y="63790"/>
                </a:lnTo>
                <a:lnTo>
                  <a:pt x="31784" y="64436"/>
                </a:lnTo>
                <a:lnTo>
                  <a:pt x="30795" y="65122"/>
                </a:lnTo>
                <a:lnTo>
                  <a:pt x="29826" y="65828"/>
                </a:lnTo>
                <a:lnTo>
                  <a:pt x="28878" y="66555"/>
                </a:lnTo>
                <a:lnTo>
                  <a:pt x="27950" y="67321"/>
                </a:lnTo>
                <a:lnTo>
                  <a:pt x="27041" y="68088"/>
                </a:lnTo>
                <a:lnTo>
                  <a:pt x="26113" y="68916"/>
                </a:lnTo>
                <a:lnTo>
                  <a:pt x="25205" y="69763"/>
                </a:lnTo>
                <a:lnTo>
                  <a:pt x="23429" y="71499"/>
                </a:lnTo>
                <a:lnTo>
                  <a:pt x="22279" y="72609"/>
                </a:lnTo>
                <a:lnTo>
                  <a:pt x="21129" y="73719"/>
                </a:lnTo>
                <a:lnTo>
                  <a:pt x="19938" y="74788"/>
                </a:lnTo>
                <a:lnTo>
                  <a:pt x="19333" y="75313"/>
                </a:lnTo>
                <a:lnTo>
                  <a:pt x="18707" y="75837"/>
                </a:lnTo>
                <a:lnTo>
                  <a:pt x="18081" y="76342"/>
                </a:lnTo>
                <a:lnTo>
                  <a:pt x="17456" y="76826"/>
                </a:lnTo>
                <a:lnTo>
                  <a:pt x="16810" y="77290"/>
                </a:lnTo>
                <a:lnTo>
                  <a:pt x="16144" y="77734"/>
                </a:lnTo>
                <a:lnTo>
                  <a:pt x="15458" y="78158"/>
                </a:lnTo>
                <a:lnTo>
                  <a:pt x="14772" y="78542"/>
                </a:lnTo>
                <a:lnTo>
                  <a:pt x="14066" y="78925"/>
                </a:lnTo>
                <a:lnTo>
                  <a:pt x="13339" y="79268"/>
                </a:lnTo>
                <a:lnTo>
                  <a:pt x="12915" y="79450"/>
                </a:lnTo>
                <a:lnTo>
                  <a:pt x="12492" y="79611"/>
                </a:lnTo>
                <a:lnTo>
                  <a:pt x="12048" y="79752"/>
                </a:lnTo>
                <a:lnTo>
                  <a:pt x="11604" y="79894"/>
                </a:lnTo>
                <a:lnTo>
                  <a:pt x="11160" y="79995"/>
                </a:lnTo>
                <a:lnTo>
                  <a:pt x="10716" y="80095"/>
                </a:lnTo>
                <a:lnTo>
                  <a:pt x="10252" y="80196"/>
                </a:lnTo>
                <a:lnTo>
                  <a:pt x="9787" y="80257"/>
                </a:lnTo>
                <a:lnTo>
                  <a:pt x="9344" y="80297"/>
                </a:lnTo>
                <a:lnTo>
                  <a:pt x="8879" y="80338"/>
                </a:lnTo>
                <a:lnTo>
                  <a:pt x="8415" y="80358"/>
                </a:lnTo>
                <a:lnTo>
                  <a:pt x="7951" y="80358"/>
                </a:lnTo>
                <a:lnTo>
                  <a:pt x="7507" y="80338"/>
                </a:lnTo>
                <a:lnTo>
                  <a:pt x="7063" y="80317"/>
                </a:lnTo>
                <a:lnTo>
                  <a:pt x="6619" y="80257"/>
                </a:lnTo>
                <a:lnTo>
                  <a:pt x="6175" y="80196"/>
                </a:lnTo>
                <a:lnTo>
                  <a:pt x="5691" y="80095"/>
                </a:lnTo>
                <a:lnTo>
                  <a:pt x="5247" y="79974"/>
                </a:lnTo>
                <a:lnTo>
                  <a:pt x="4803" y="79853"/>
                </a:lnTo>
                <a:lnTo>
                  <a:pt x="4379" y="79692"/>
                </a:lnTo>
                <a:lnTo>
                  <a:pt x="3955" y="79510"/>
                </a:lnTo>
                <a:lnTo>
                  <a:pt x="3572" y="79329"/>
                </a:lnTo>
                <a:lnTo>
                  <a:pt x="3189" y="79107"/>
                </a:lnTo>
                <a:lnTo>
                  <a:pt x="2846" y="78885"/>
                </a:lnTo>
                <a:lnTo>
                  <a:pt x="2502" y="78642"/>
                </a:lnTo>
                <a:lnTo>
                  <a:pt x="2180" y="78380"/>
                </a:lnTo>
                <a:lnTo>
                  <a:pt x="1897" y="78098"/>
                </a:lnTo>
                <a:lnTo>
                  <a:pt x="1615" y="77795"/>
                </a:lnTo>
                <a:lnTo>
                  <a:pt x="1352" y="77472"/>
                </a:lnTo>
                <a:lnTo>
                  <a:pt x="1130" y="77149"/>
                </a:lnTo>
                <a:lnTo>
                  <a:pt x="908" y="76806"/>
                </a:lnTo>
                <a:lnTo>
                  <a:pt x="727" y="76443"/>
                </a:lnTo>
                <a:lnTo>
                  <a:pt x="585" y="76180"/>
                </a:lnTo>
                <a:lnTo>
                  <a:pt x="484" y="75898"/>
                </a:lnTo>
                <a:lnTo>
                  <a:pt x="384" y="75636"/>
                </a:lnTo>
                <a:lnTo>
                  <a:pt x="303" y="75353"/>
                </a:lnTo>
                <a:lnTo>
                  <a:pt x="242" y="75050"/>
                </a:lnTo>
                <a:lnTo>
                  <a:pt x="182" y="74768"/>
                </a:lnTo>
                <a:lnTo>
                  <a:pt x="141" y="74465"/>
                </a:lnTo>
                <a:lnTo>
                  <a:pt x="101" y="74162"/>
                </a:lnTo>
                <a:lnTo>
                  <a:pt x="81" y="73860"/>
                </a:lnTo>
                <a:lnTo>
                  <a:pt x="81" y="73557"/>
                </a:lnTo>
                <a:lnTo>
                  <a:pt x="101" y="73254"/>
                </a:lnTo>
                <a:lnTo>
                  <a:pt x="121" y="72952"/>
                </a:lnTo>
                <a:lnTo>
                  <a:pt x="162" y="72629"/>
                </a:lnTo>
                <a:lnTo>
                  <a:pt x="202" y="72306"/>
                </a:lnTo>
                <a:lnTo>
                  <a:pt x="262" y="71983"/>
                </a:lnTo>
                <a:lnTo>
                  <a:pt x="343" y="71680"/>
                </a:lnTo>
                <a:lnTo>
                  <a:pt x="525" y="71075"/>
                </a:lnTo>
                <a:lnTo>
                  <a:pt x="727" y="70490"/>
                </a:lnTo>
                <a:lnTo>
                  <a:pt x="989" y="69925"/>
                </a:lnTo>
                <a:lnTo>
                  <a:pt x="1292" y="69380"/>
                </a:lnTo>
                <a:lnTo>
                  <a:pt x="1615" y="68835"/>
                </a:lnTo>
                <a:lnTo>
                  <a:pt x="1998" y="68330"/>
                </a:lnTo>
                <a:lnTo>
                  <a:pt x="2381" y="67846"/>
                </a:lnTo>
                <a:lnTo>
                  <a:pt x="2825" y="67382"/>
                </a:lnTo>
                <a:lnTo>
                  <a:pt x="3209" y="67019"/>
                </a:lnTo>
                <a:lnTo>
                  <a:pt x="3612" y="66676"/>
                </a:lnTo>
                <a:lnTo>
                  <a:pt x="4036" y="66353"/>
                </a:lnTo>
                <a:lnTo>
                  <a:pt x="4500" y="66030"/>
                </a:lnTo>
                <a:lnTo>
                  <a:pt x="4964" y="65727"/>
                </a:lnTo>
                <a:lnTo>
                  <a:pt x="5449" y="65445"/>
                </a:lnTo>
                <a:lnTo>
                  <a:pt x="5973" y="65162"/>
                </a:lnTo>
                <a:lnTo>
                  <a:pt x="6518" y="64900"/>
                </a:lnTo>
                <a:lnTo>
                  <a:pt x="7063" y="64658"/>
                </a:lnTo>
                <a:lnTo>
                  <a:pt x="7669" y="64415"/>
                </a:lnTo>
                <a:lnTo>
                  <a:pt x="8274" y="64194"/>
                </a:lnTo>
                <a:lnTo>
                  <a:pt x="8920" y="63992"/>
                </a:lnTo>
                <a:lnTo>
                  <a:pt x="9586" y="63790"/>
                </a:lnTo>
                <a:lnTo>
                  <a:pt x="10272" y="63608"/>
                </a:lnTo>
                <a:lnTo>
                  <a:pt x="10978" y="63427"/>
                </a:lnTo>
                <a:lnTo>
                  <a:pt x="11745" y="63265"/>
                </a:lnTo>
                <a:lnTo>
                  <a:pt x="12673" y="63084"/>
                </a:lnTo>
                <a:lnTo>
                  <a:pt x="13460" y="62942"/>
                </a:lnTo>
                <a:lnTo>
                  <a:pt x="14227" y="62781"/>
                </a:lnTo>
                <a:lnTo>
                  <a:pt x="15014" y="62579"/>
                </a:lnTo>
                <a:lnTo>
                  <a:pt x="15761" y="62377"/>
                </a:lnTo>
                <a:lnTo>
                  <a:pt x="16144" y="62256"/>
                </a:lnTo>
                <a:lnTo>
                  <a:pt x="16507" y="62115"/>
                </a:lnTo>
                <a:lnTo>
                  <a:pt x="16871" y="61974"/>
                </a:lnTo>
                <a:lnTo>
                  <a:pt x="17234" y="61812"/>
                </a:lnTo>
                <a:lnTo>
                  <a:pt x="17577" y="61631"/>
                </a:lnTo>
                <a:lnTo>
                  <a:pt x="17920" y="61429"/>
                </a:lnTo>
                <a:lnTo>
                  <a:pt x="18243" y="61227"/>
                </a:lnTo>
                <a:lnTo>
                  <a:pt x="18566" y="61005"/>
                </a:lnTo>
                <a:lnTo>
                  <a:pt x="18909" y="60723"/>
                </a:lnTo>
                <a:lnTo>
                  <a:pt x="19232" y="60420"/>
                </a:lnTo>
                <a:lnTo>
                  <a:pt x="19534" y="60097"/>
                </a:lnTo>
                <a:lnTo>
                  <a:pt x="19817" y="59754"/>
                </a:lnTo>
                <a:lnTo>
                  <a:pt x="20099" y="59391"/>
                </a:lnTo>
                <a:lnTo>
                  <a:pt x="20362" y="59007"/>
                </a:lnTo>
                <a:lnTo>
                  <a:pt x="20604" y="58604"/>
                </a:lnTo>
                <a:lnTo>
                  <a:pt x="20826" y="58160"/>
                </a:lnTo>
                <a:lnTo>
                  <a:pt x="21028" y="57716"/>
                </a:lnTo>
                <a:lnTo>
                  <a:pt x="21230" y="57252"/>
                </a:lnTo>
                <a:lnTo>
                  <a:pt x="21391" y="56767"/>
                </a:lnTo>
                <a:lnTo>
                  <a:pt x="21552" y="56263"/>
                </a:lnTo>
                <a:lnTo>
                  <a:pt x="21694" y="55738"/>
                </a:lnTo>
                <a:lnTo>
                  <a:pt x="21795" y="55213"/>
                </a:lnTo>
                <a:lnTo>
                  <a:pt x="21895" y="54648"/>
                </a:lnTo>
                <a:lnTo>
                  <a:pt x="21976" y="54083"/>
                </a:lnTo>
                <a:lnTo>
                  <a:pt x="22037" y="53478"/>
                </a:lnTo>
                <a:lnTo>
                  <a:pt x="22077" y="52872"/>
                </a:lnTo>
                <a:lnTo>
                  <a:pt x="22097" y="52267"/>
                </a:lnTo>
                <a:lnTo>
                  <a:pt x="22117" y="51662"/>
                </a:lnTo>
                <a:lnTo>
                  <a:pt x="22097" y="51056"/>
                </a:lnTo>
                <a:lnTo>
                  <a:pt x="22077" y="50451"/>
                </a:lnTo>
                <a:lnTo>
                  <a:pt x="21996" y="49240"/>
                </a:lnTo>
                <a:lnTo>
                  <a:pt x="21875" y="48029"/>
                </a:lnTo>
                <a:lnTo>
                  <a:pt x="21734" y="46818"/>
                </a:lnTo>
                <a:lnTo>
                  <a:pt x="21552" y="45608"/>
                </a:lnTo>
                <a:lnTo>
                  <a:pt x="21371" y="44417"/>
                </a:lnTo>
                <a:lnTo>
                  <a:pt x="21068" y="42359"/>
                </a:lnTo>
                <a:lnTo>
                  <a:pt x="20927" y="41309"/>
                </a:lnTo>
                <a:lnTo>
                  <a:pt x="20806" y="40280"/>
                </a:lnTo>
                <a:lnTo>
                  <a:pt x="20745" y="39493"/>
                </a:lnTo>
                <a:lnTo>
                  <a:pt x="20685" y="38706"/>
                </a:lnTo>
                <a:lnTo>
                  <a:pt x="20665" y="37879"/>
                </a:lnTo>
                <a:lnTo>
                  <a:pt x="20665" y="37031"/>
                </a:lnTo>
                <a:lnTo>
                  <a:pt x="20685" y="36184"/>
                </a:lnTo>
                <a:lnTo>
                  <a:pt x="20765" y="35316"/>
                </a:lnTo>
                <a:lnTo>
                  <a:pt x="20866" y="34448"/>
                </a:lnTo>
                <a:lnTo>
                  <a:pt x="21008" y="33560"/>
                </a:lnTo>
                <a:lnTo>
                  <a:pt x="21088" y="33136"/>
                </a:lnTo>
                <a:lnTo>
                  <a:pt x="21189" y="32713"/>
                </a:lnTo>
                <a:lnTo>
                  <a:pt x="21290" y="32269"/>
                </a:lnTo>
                <a:lnTo>
                  <a:pt x="21431" y="31845"/>
                </a:lnTo>
                <a:lnTo>
                  <a:pt x="21552" y="31441"/>
                </a:lnTo>
                <a:lnTo>
                  <a:pt x="21714" y="31017"/>
                </a:lnTo>
                <a:lnTo>
                  <a:pt x="21875" y="30614"/>
                </a:lnTo>
                <a:lnTo>
                  <a:pt x="22057" y="30210"/>
                </a:lnTo>
                <a:lnTo>
                  <a:pt x="22259" y="29807"/>
                </a:lnTo>
                <a:lnTo>
                  <a:pt x="22461" y="29423"/>
                </a:lnTo>
                <a:lnTo>
                  <a:pt x="22703" y="29040"/>
                </a:lnTo>
                <a:lnTo>
                  <a:pt x="22945" y="28677"/>
                </a:lnTo>
                <a:lnTo>
                  <a:pt x="23207" y="28313"/>
                </a:lnTo>
                <a:lnTo>
                  <a:pt x="23470" y="27950"/>
                </a:lnTo>
                <a:lnTo>
                  <a:pt x="23772" y="27607"/>
                </a:lnTo>
                <a:lnTo>
                  <a:pt x="24095" y="27284"/>
                </a:lnTo>
                <a:lnTo>
                  <a:pt x="24458" y="26921"/>
                </a:lnTo>
                <a:lnTo>
                  <a:pt x="24862" y="26578"/>
                </a:lnTo>
                <a:lnTo>
                  <a:pt x="25266" y="26275"/>
                </a:lnTo>
                <a:lnTo>
                  <a:pt x="25710" y="25972"/>
                </a:lnTo>
                <a:lnTo>
                  <a:pt x="26153" y="25690"/>
                </a:lnTo>
                <a:lnTo>
                  <a:pt x="26597" y="25448"/>
                </a:lnTo>
                <a:lnTo>
                  <a:pt x="27082" y="25226"/>
                </a:lnTo>
                <a:lnTo>
                  <a:pt x="27586" y="25004"/>
                </a:lnTo>
                <a:lnTo>
                  <a:pt x="28091" y="24822"/>
                </a:lnTo>
                <a:lnTo>
                  <a:pt x="28615" y="24661"/>
                </a:lnTo>
                <a:lnTo>
                  <a:pt x="29160" y="24519"/>
                </a:lnTo>
                <a:lnTo>
                  <a:pt x="29705" y="24398"/>
                </a:lnTo>
                <a:lnTo>
                  <a:pt x="30290" y="24297"/>
                </a:lnTo>
                <a:lnTo>
                  <a:pt x="30876" y="24217"/>
                </a:lnTo>
                <a:lnTo>
                  <a:pt x="31481" y="24176"/>
                </a:lnTo>
                <a:lnTo>
                  <a:pt x="32086" y="24136"/>
                </a:lnTo>
                <a:lnTo>
                  <a:pt x="33297" y="24136"/>
                </a:lnTo>
                <a:lnTo>
                  <a:pt x="33903" y="24176"/>
                </a:lnTo>
                <a:lnTo>
                  <a:pt x="34508" y="24217"/>
                </a:lnTo>
                <a:lnTo>
                  <a:pt x="35113" y="24277"/>
                </a:lnTo>
                <a:lnTo>
                  <a:pt x="35699" y="24358"/>
                </a:lnTo>
                <a:lnTo>
                  <a:pt x="36264" y="24459"/>
                </a:lnTo>
                <a:lnTo>
                  <a:pt x="36829" y="24580"/>
                </a:lnTo>
                <a:lnTo>
                  <a:pt x="37394" y="24681"/>
                </a:lnTo>
                <a:lnTo>
                  <a:pt x="38443" y="24943"/>
                </a:lnTo>
                <a:lnTo>
                  <a:pt x="39412" y="25246"/>
                </a:lnTo>
                <a:lnTo>
                  <a:pt x="40320" y="25549"/>
                </a:lnTo>
                <a:lnTo>
                  <a:pt x="41147" y="25851"/>
                </a:lnTo>
                <a:lnTo>
                  <a:pt x="41874" y="26134"/>
                </a:lnTo>
                <a:lnTo>
                  <a:pt x="42600" y="26437"/>
                </a:lnTo>
                <a:lnTo>
                  <a:pt x="43327" y="26759"/>
                </a:lnTo>
                <a:lnTo>
                  <a:pt x="44033" y="27082"/>
                </a:lnTo>
                <a:lnTo>
                  <a:pt x="45466" y="27768"/>
                </a:lnTo>
                <a:lnTo>
                  <a:pt x="46878" y="28495"/>
                </a:lnTo>
                <a:lnTo>
                  <a:pt x="48271" y="29242"/>
                </a:lnTo>
                <a:lnTo>
                  <a:pt x="49643" y="30008"/>
                </a:lnTo>
                <a:lnTo>
                  <a:pt x="52367" y="31542"/>
                </a:lnTo>
                <a:lnTo>
                  <a:pt x="54486" y="32753"/>
                </a:lnTo>
                <a:lnTo>
                  <a:pt x="56646" y="33944"/>
                </a:lnTo>
                <a:lnTo>
                  <a:pt x="57735" y="34529"/>
                </a:lnTo>
                <a:lnTo>
                  <a:pt x="58825" y="35094"/>
                </a:lnTo>
                <a:lnTo>
                  <a:pt x="59935" y="35639"/>
                </a:lnTo>
                <a:lnTo>
                  <a:pt x="61045" y="36163"/>
                </a:lnTo>
                <a:lnTo>
                  <a:pt x="61953" y="36547"/>
                </a:lnTo>
                <a:lnTo>
                  <a:pt x="62821" y="36890"/>
                </a:lnTo>
                <a:lnTo>
                  <a:pt x="63668" y="37193"/>
                </a:lnTo>
                <a:lnTo>
                  <a:pt x="64496" y="37435"/>
                </a:lnTo>
                <a:lnTo>
                  <a:pt x="65283" y="37637"/>
                </a:lnTo>
                <a:lnTo>
                  <a:pt x="66049" y="37798"/>
                </a:lnTo>
                <a:lnTo>
                  <a:pt x="66816" y="37899"/>
                </a:lnTo>
                <a:lnTo>
                  <a:pt x="67523" y="37959"/>
                </a:lnTo>
                <a:lnTo>
                  <a:pt x="68229" y="37980"/>
                </a:lnTo>
                <a:lnTo>
                  <a:pt x="68552" y="37959"/>
                </a:lnTo>
                <a:lnTo>
                  <a:pt x="68895" y="37939"/>
                </a:lnTo>
                <a:lnTo>
                  <a:pt x="69218" y="37899"/>
                </a:lnTo>
                <a:lnTo>
                  <a:pt x="69541" y="37859"/>
                </a:lnTo>
                <a:lnTo>
                  <a:pt x="69843" y="37798"/>
                </a:lnTo>
                <a:lnTo>
                  <a:pt x="70166" y="37737"/>
                </a:lnTo>
                <a:lnTo>
                  <a:pt x="70449" y="37657"/>
                </a:lnTo>
                <a:lnTo>
                  <a:pt x="70751" y="37556"/>
                </a:lnTo>
                <a:lnTo>
                  <a:pt x="71034" y="37455"/>
                </a:lnTo>
                <a:lnTo>
                  <a:pt x="71316" y="37334"/>
                </a:lnTo>
                <a:lnTo>
                  <a:pt x="71579" y="37193"/>
                </a:lnTo>
                <a:lnTo>
                  <a:pt x="71861" y="37051"/>
                </a:lnTo>
                <a:lnTo>
                  <a:pt x="72103" y="36890"/>
                </a:lnTo>
                <a:lnTo>
                  <a:pt x="72366" y="36728"/>
                </a:lnTo>
                <a:lnTo>
                  <a:pt x="72628" y="36547"/>
                </a:lnTo>
                <a:lnTo>
                  <a:pt x="72870" y="36345"/>
                </a:lnTo>
                <a:lnTo>
                  <a:pt x="73112" y="36143"/>
                </a:lnTo>
                <a:lnTo>
                  <a:pt x="73355" y="35921"/>
                </a:lnTo>
                <a:lnTo>
                  <a:pt x="73577" y="35679"/>
                </a:lnTo>
                <a:lnTo>
                  <a:pt x="73778" y="35437"/>
                </a:lnTo>
                <a:lnTo>
                  <a:pt x="74000" y="35195"/>
                </a:lnTo>
                <a:lnTo>
                  <a:pt x="74182" y="34912"/>
                </a:lnTo>
                <a:lnTo>
                  <a:pt x="74384" y="34650"/>
                </a:lnTo>
                <a:lnTo>
                  <a:pt x="74565" y="34347"/>
                </a:lnTo>
                <a:lnTo>
                  <a:pt x="74727" y="34065"/>
                </a:lnTo>
                <a:lnTo>
                  <a:pt x="74888" y="33742"/>
                </a:lnTo>
                <a:lnTo>
                  <a:pt x="75050" y="33419"/>
                </a:lnTo>
                <a:lnTo>
                  <a:pt x="75191" y="33096"/>
                </a:lnTo>
                <a:lnTo>
                  <a:pt x="75312" y="32753"/>
                </a:lnTo>
                <a:lnTo>
                  <a:pt x="75433" y="32410"/>
                </a:lnTo>
                <a:lnTo>
                  <a:pt x="75635" y="31784"/>
                </a:lnTo>
                <a:lnTo>
                  <a:pt x="75796" y="31139"/>
                </a:lnTo>
                <a:lnTo>
                  <a:pt x="75917" y="30473"/>
                </a:lnTo>
                <a:lnTo>
                  <a:pt x="76018" y="29786"/>
                </a:lnTo>
                <a:lnTo>
                  <a:pt x="76099" y="29080"/>
                </a:lnTo>
                <a:lnTo>
                  <a:pt x="76139" y="28374"/>
                </a:lnTo>
                <a:lnTo>
                  <a:pt x="76139" y="27627"/>
                </a:lnTo>
                <a:lnTo>
                  <a:pt x="76119" y="26901"/>
                </a:lnTo>
                <a:lnTo>
                  <a:pt x="76059" y="25791"/>
                </a:lnTo>
                <a:lnTo>
                  <a:pt x="75998" y="24721"/>
                </a:lnTo>
                <a:lnTo>
                  <a:pt x="75837" y="22703"/>
                </a:lnTo>
                <a:lnTo>
                  <a:pt x="75655" y="20786"/>
                </a:lnTo>
                <a:lnTo>
                  <a:pt x="75453" y="18950"/>
                </a:lnTo>
                <a:lnTo>
                  <a:pt x="75252" y="16932"/>
                </a:lnTo>
                <a:lnTo>
                  <a:pt x="75050" y="14833"/>
                </a:lnTo>
                <a:lnTo>
                  <a:pt x="74929" y="13642"/>
                </a:lnTo>
                <a:lnTo>
                  <a:pt x="74787" y="12452"/>
                </a:lnTo>
                <a:lnTo>
                  <a:pt x="74606" y="11140"/>
                </a:lnTo>
                <a:lnTo>
                  <a:pt x="74545" y="10494"/>
                </a:lnTo>
                <a:lnTo>
                  <a:pt x="74485" y="9849"/>
                </a:lnTo>
                <a:lnTo>
                  <a:pt x="74444" y="9203"/>
                </a:lnTo>
                <a:lnTo>
                  <a:pt x="74424" y="8577"/>
                </a:lnTo>
                <a:lnTo>
                  <a:pt x="74424" y="7952"/>
                </a:lnTo>
                <a:lnTo>
                  <a:pt x="74464" y="7346"/>
                </a:lnTo>
                <a:lnTo>
                  <a:pt x="74525" y="6741"/>
                </a:lnTo>
                <a:lnTo>
                  <a:pt x="74646" y="6176"/>
                </a:lnTo>
                <a:lnTo>
                  <a:pt x="74707" y="5893"/>
                </a:lnTo>
                <a:lnTo>
                  <a:pt x="74787" y="5611"/>
                </a:lnTo>
                <a:lnTo>
                  <a:pt x="74888" y="5348"/>
                </a:lnTo>
                <a:lnTo>
                  <a:pt x="74989" y="5066"/>
                </a:lnTo>
                <a:lnTo>
                  <a:pt x="75110" y="4824"/>
                </a:lnTo>
                <a:lnTo>
                  <a:pt x="75231" y="4561"/>
                </a:lnTo>
                <a:lnTo>
                  <a:pt x="75393" y="4319"/>
                </a:lnTo>
                <a:lnTo>
                  <a:pt x="75554" y="4077"/>
                </a:lnTo>
                <a:lnTo>
                  <a:pt x="75716" y="3835"/>
                </a:lnTo>
                <a:lnTo>
                  <a:pt x="75917" y="3613"/>
                </a:lnTo>
                <a:lnTo>
                  <a:pt x="76119" y="3391"/>
                </a:lnTo>
                <a:lnTo>
                  <a:pt x="76341" y="3189"/>
                </a:lnTo>
                <a:lnTo>
                  <a:pt x="76604" y="2967"/>
                </a:lnTo>
                <a:lnTo>
                  <a:pt x="76886" y="2765"/>
                </a:lnTo>
                <a:lnTo>
                  <a:pt x="77169" y="2584"/>
                </a:lnTo>
                <a:lnTo>
                  <a:pt x="77471" y="2422"/>
                </a:lnTo>
                <a:lnTo>
                  <a:pt x="77754" y="2261"/>
                </a:lnTo>
                <a:lnTo>
                  <a:pt x="78077" y="2120"/>
                </a:lnTo>
                <a:lnTo>
                  <a:pt x="78379" y="1998"/>
                </a:lnTo>
                <a:lnTo>
                  <a:pt x="78702" y="1877"/>
                </a:lnTo>
                <a:lnTo>
                  <a:pt x="79348" y="1676"/>
                </a:lnTo>
                <a:lnTo>
                  <a:pt x="80014" y="1514"/>
                </a:lnTo>
                <a:lnTo>
                  <a:pt x="80660" y="1373"/>
                </a:lnTo>
                <a:lnTo>
                  <a:pt x="81306" y="1232"/>
                </a:lnTo>
                <a:lnTo>
                  <a:pt x="82799" y="989"/>
                </a:lnTo>
                <a:lnTo>
                  <a:pt x="84312" y="747"/>
                </a:lnTo>
                <a:lnTo>
                  <a:pt x="85826" y="566"/>
                </a:lnTo>
                <a:lnTo>
                  <a:pt x="87319" y="404"/>
                </a:lnTo>
                <a:lnTo>
                  <a:pt x="88833" y="283"/>
                </a:lnTo>
                <a:lnTo>
                  <a:pt x="90346" y="182"/>
                </a:lnTo>
                <a:lnTo>
                  <a:pt x="91860" y="122"/>
                </a:lnTo>
                <a:lnTo>
                  <a:pt x="93373" y="81"/>
                </a:lnTo>
                <a:close/>
                <a:moveTo>
                  <a:pt x="93373" y="1"/>
                </a:moveTo>
                <a:lnTo>
                  <a:pt x="91860" y="41"/>
                </a:lnTo>
                <a:lnTo>
                  <a:pt x="90346" y="102"/>
                </a:lnTo>
                <a:lnTo>
                  <a:pt x="88833" y="202"/>
                </a:lnTo>
                <a:lnTo>
                  <a:pt x="87319" y="324"/>
                </a:lnTo>
                <a:lnTo>
                  <a:pt x="85806" y="485"/>
                </a:lnTo>
                <a:lnTo>
                  <a:pt x="84292" y="667"/>
                </a:lnTo>
                <a:lnTo>
                  <a:pt x="82799" y="909"/>
                </a:lnTo>
                <a:lnTo>
                  <a:pt x="81285" y="1171"/>
                </a:lnTo>
                <a:lnTo>
                  <a:pt x="80640" y="1292"/>
                </a:lnTo>
                <a:lnTo>
                  <a:pt x="79994" y="1433"/>
                </a:lnTo>
                <a:lnTo>
                  <a:pt x="79328" y="1595"/>
                </a:lnTo>
                <a:lnTo>
                  <a:pt x="78682" y="1797"/>
                </a:lnTo>
                <a:lnTo>
                  <a:pt x="78359" y="1918"/>
                </a:lnTo>
                <a:lnTo>
                  <a:pt x="78036" y="2059"/>
                </a:lnTo>
                <a:lnTo>
                  <a:pt x="77734" y="2200"/>
                </a:lnTo>
                <a:lnTo>
                  <a:pt x="77411" y="2342"/>
                </a:lnTo>
                <a:lnTo>
                  <a:pt x="77128" y="2523"/>
                </a:lnTo>
                <a:lnTo>
                  <a:pt x="76846" y="2705"/>
                </a:lnTo>
                <a:lnTo>
                  <a:pt x="76563" y="2907"/>
                </a:lnTo>
                <a:lnTo>
                  <a:pt x="76301" y="3129"/>
                </a:lnTo>
                <a:lnTo>
                  <a:pt x="76059" y="3330"/>
                </a:lnTo>
                <a:lnTo>
                  <a:pt x="75857" y="3552"/>
                </a:lnTo>
                <a:lnTo>
                  <a:pt x="75655" y="3795"/>
                </a:lnTo>
                <a:lnTo>
                  <a:pt x="75473" y="4017"/>
                </a:lnTo>
                <a:lnTo>
                  <a:pt x="75312" y="4259"/>
                </a:lnTo>
                <a:lnTo>
                  <a:pt x="75171" y="4521"/>
                </a:lnTo>
                <a:lnTo>
                  <a:pt x="75030" y="4763"/>
                </a:lnTo>
                <a:lnTo>
                  <a:pt x="74908" y="5026"/>
                </a:lnTo>
                <a:lnTo>
                  <a:pt x="74808" y="5308"/>
                </a:lnTo>
                <a:lnTo>
                  <a:pt x="74707" y="5570"/>
                </a:lnTo>
                <a:lnTo>
                  <a:pt x="74626" y="5853"/>
                </a:lnTo>
                <a:lnTo>
                  <a:pt x="74565" y="6135"/>
                </a:lnTo>
                <a:lnTo>
                  <a:pt x="74444" y="6721"/>
                </a:lnTo>
                <a:lnTo>
                  <a:pt x="74384" y="7326"/>
                </a:lnTo>
                <a:lnTo>
                  <a:pt x="74343" y="7931"/>
                </a:lnTo>
                <a:lnTo>
                  <a:pt x="74343" y="8557"/>
                </a:lnTo>
                <a:lnTo>
                  <a:pt x="74364" y="9203"/>
                </a:lnTo>
                <a:lnTo>
                  <a:pt x="74404" y="9849"/>
                </a:lnTo>
                <a:lnTo>
                  <a:pt x="74464" y="10494"/>
                </a:lnTo>
                <a:lnTo>
                  <a:pt x="74525" y="11160"/>
                </a:lnTo>
                <a:lnTo>
                  <a:pt x="74707" y="12472"/>
                </a:lnTo>
                <a:lnTo>
                  <a:pt x="74848" y="13663"/>
                </a:lnTo>
                <a:lnTo>
                  <a:pt x="74969" y="14833"/>
                </a:lnTo>
                <a:lnTo>
                  <a:pt x="75171" y="16932"/>
                </a:lnTo>
                <a:lnTo>
                  <a:pt x="75373" y="18950"/>
                </a:lnTo>
                <a:lnTo>
                  <a:pt x="75574" y="20806"/>
                </a:lnTo>
                <a:lnTo>
                  <a:pt x="75756" y="22703"/>
                </a:lnTo>
                <a:lnTo>
                  <a:pt x="75917" y="24741"/>
                </a:lnTo>
                <a:lnTo>
                  <a:pt x="75978" y="25791"/>
                </a:lnTo>
                <a:lnTo>
                  <a:pt x="76039" y="26901"/>
                </a:lnTo>
                <a:lnTo>
                  <a:pt x="76059" y="27627"/>
                </a:lnTo>
                <a:lnTo>
                  <a:pt x="76059" y="28354"/>
                </a:lnTo>
                <a:lnTo>
                  <a:pt x="76018" y="29080"/>
                </a:lnTo>
                <a:lnTo>
                  <a:pt x="75938" y="29766"/>
                </a:lnTo>
                <a:lnTo>
                  <a:pt x="75837" y="30452"/>
                </a:lnTo>
                <a:lnTo>
                  <a:pt x="75716" y="31118"/>
                </a:lnTo>
                <a:lnTo>
                  <a:pt x="75554" y="31764"/>
                </a:lnTo>
                <a:lnTo>
                  <a:pt x="75373" y="32370"/>
                </a:lnTo>
                <a:lnTo>
                  <a:pt x="75252" y="32733"/>
                </a:lnTo>
                <a:lnTo>
                  <a:pt x="75110" y="33056"/>
                </a:lnTo>
                <a:lnTo>
                  <a:pt x="74969" y="33399"/>
                </a:lnTo>
                <a:lnTo>
                  <a:pt x="74808" y="33701"/>
                </a:lnTo>
                <a:lnTo>
                  <a:pt x="74666" y="34024"/>
                </a:lnTo>
                <a:lnTo>
                  <a:pt x="74485" y="34307"/>
                </a:lnTo>
                <a:lnTo>
                  <a:pt x="74303" y="34589"/>
                </a:lnTo>
                <a:lnTo>
                  <a:pt x="74121" y="34872"/>
                </a:lnTo>
                <a:lnTo>
                  <a:pt x="73920" y="35134"/>
                </a:lnTo>
                <a:lnTo>
                  <a:pt x="73718" y="35397"/>
                </a:lnTo>
                <a:lnTo>
                  <a:pt x="73516" y="35639"/>
                </a:lnTo>
                <a:lnTo>
                  <a:pt x="73294" y="35861"/>
                </a:lnTo>
                <a:lnTo>
                  <a:pt x="73052" y="36083"/>
                </a:lnTo>
                <a:lnTo>
                  <a:pt x="72830" y="36284"/>
                </a:lnTo>
                <a:lnTo>
                  <a:pt x="72568" y="36486"/>
                </a:lnTo>
                <a:lnTo>
                  <a:pt x="72325" y="36668"/>
                </a:lnTo>
                <a:lnTo>
                  <a:pt x="72063" y="36829"/>
                </a:lnTo>
                <a:lnTo>
                  <a:pt x="71821" y="36991"/>
                </a:lnTo>
                <a:lnTo>
                  <a:pt x="71538" y="37132"/>
                </a:lnTo>
                <a:lnTo>
                  <a:pt x="71276" y="37253"/>
                </a:lnTo>
                <a:lnTo>
                  <a:pt x="70994" y="37374"/>
                </a:lnTo>
                <a:lnTo>
                  <a:pt x="70711" y="37475"/>
                </a:lnTo>
                <a:lnTo>
                  <a:pt x="70428" y="37576"/>
                </a:lnTo>
                <a:lnTo>
                  <a:pt x="70126" y="37657"/>
                </a:lnTo>
                <a:lnTo>
                  <a:pt x="69823" y="37717"/>
                </a:lnTo>
                <a:lnTo>
                  <a:pt x="69520" y="37778"/>
                </a:lnTo>
                <a:lnTo>
                  <a:pt x="69197" y="37838"/>
                </a:lnTo>
                <a:lnTo>
                  <a:pt x="68875" y="37859"/>
                </a:lnTo>
                <a:lnTo>
                  <a:pt x="68209" y="37899"/>
                </a:lnTo>
                <a:lnTo>
                  <a:pt x="67523" y="37879"/>
                </a:lnTo>
                <a:lnTo>
                  <a:pt x="66796" y="37818"/>
                </a:lnTo>
                <a:lnTo>
                  <a:pt x="66070" y="37717"/>
                </a:lnTo>
                <a:lnTo>
                  <a:pt x="65303" y="37556"/>
                </a:lnTo>
                <a:lnTo>
                  <a:pt x="64496" y="37354"/>
                </a:lnTo>
                <a:lnTo>
                  <a:pt x="63688" y="37112"/>
                </a:lnTo>
                <a:lnTo>
                  <a:pt x="62841" y="36829"/>
                </a:lnTo>
                <a:lnTo>
                  <a:pt x="61973" y="36486"/>
                </a:lnTo>
                <a:lnTo>
                  <a:pt x="61085" y="36083"/>
                </a:lnTo>
                <a:lnTo>
                  <a:pt x="59975" y="35558"/>
                </a:lnTo>
                <a:lnTo>
                  <a:pt x="58865" y="35013"/>
                </a:lnTo>
                <a:lnTo>
                  <a:pt x="57776" y="34448"/>
                </a:lnTo>
                <a:lnTo>
                  <a:pt x="56686" y="33863"/>
                </a:lnTo>
                <a:lnTo>
                  <a:pt x="54527" y="32672"/>
                </a:lnTo>
                <a:lnTo>
                  <a:pt x="52408" y="31461"/>
                </a:lnTo>
                <a:lnTo>
                  <a:pt x="49683" y="29928"/>
                </a:lnTo>
                <a:lnTo>
                  <a:pt x="48311" y="29161"/>
                </a:lnTo>
                <a:lnTo>
                  <a:pt x="46919" y="28414"/>
                </a:lnTo>
                <a:lnTo>
                  <a:pt x="45506" y="27708"/>
                </a:lnTo>
                <a:lnTo>
                  <a:pt x="44073" y="27022"/>
                </a:lnTo>
                <a:lnTo>
                  <a:pt x="43347" y="26679"/>
                </a:lnTo>
                <a:lnTo>
                  <a:pt x="42641" y="26376"/>
                </a:lnTo>
                <a:lnTo>
                  <a:pt x="41894" y="26053"/>
                </a:lnTo>
                <a:lnTo>
                  <a:pt x="41167" y="25771"/>
                </a:lnTo>
                <a:lnTo>
                  <a:pt x="40300" y="25448"/>
                </a:lnTo>
                <a:lnTo>
                  <a:pt x="39331" y="25125"/>
                </a:lnTo>
                <a:lnTo>
                  <a:pt x="38282" y="24822"/>
                </a:lnTo>
                <a:lnTo>
                  <a:pt x="37717" y="24681"/>
                </a:lnTo>
                <a:lnTo>
                  <a:pt x="37152" y="24560"/>
                </a:lnTo>
                <a:lnTo>
                  <a:pt x="36566" y="24439"/>
                </a:lnTo>
                <a:lnTo>
                  <a:pt x="35961" y="24318"/>
                </a:lnTo>
                <a:lnTo>
                  <a:pt x="35335" y="24237"/>
                </a:lnTo>
                <a:lnTo>
                  <a:pt x="34710" y="24156"/>
                </a:lnTo>
                <a:lnTo>
                  <a:pt x="34064" y="24096"/>
                </a:lnTo>
                <a:lnTo>
                  <a:pt x="33418" y="24055"/>
                </a:lnTo>
                <a:lnTo>
                  <a:pt x="32086" y="24055"/>
                </a:lnTo>
                <a:lnTo>
                  <a:pt x="31461" y="24096"/>
                </a:lnTo>
                <a:lnTo>
                  <a:pt x="30855" y="24136"/>
                </a:lnTo>
                <a:lnTo>
                  <a:pt x="30270" y="24217"/>
                </a:lnTo>
                <a:lnTo>
                  <a:pt x="29685" y="24318"/>
                </a:lnTo>
                <a:lnTo>
                  <a:pt x="29140" y="24439"/>
                </a:lnTo>
                <a:lnTo>
                  <a:pt x="28595" y="24580"/>
                </a:lnTo>
                <a:lnTo>
                  <a:pt x="28050" y="24741"/>
                </a:lnTo>
                <a:lnTo>
                  <a:pt x="27546" y="24943"/>
                </a:lnTo>
                <a:lnTo>
                  <a:pt x="27041" y="25145"/>
                </a:lnTo>
                <a:lnTo>
                  <a:pt x="26577" y="25367"/>
                </a:lnTo>
                <a:lnTo>
                  <a:pt x="26113" y="25629"/>
                </a:lnTo>
                <a:lnTo>
                  <a:pt x="25649" y="25912"/>
                </a:lnTo>
                <a:lnTo>
                  <a:pt x="25225" y="26194"/>
                </a:lnTo>
                <a:lnTo>
                  <a:pt x="24801" y="26517"/>
                </a:lnTo>
                <a:lnTo>
                  <a:pt x="24418" y="26860"/>
                </a:lnTo>
                <a:lnTo>
                  <a:pt x="24035" y="27224"/>
                </a:lnTo>
                <a:lnTo>
                  <a:pt x="23712" y="27546"/>
                </a:lnTo>
                <a:lnTo>
                  <a:pt x="23409" y="27890"/>
                </a:lnTo>
                <a:lnTo>
                  <a:pt x="23147" y="28253"/>
                </a:lnTo>
                <a:lnTo>
                  <a:pt x="22884" y="28616"/>
                </a:lnTo>
                <a:lnTo>
                  <a:pt x="22622" y="28999"/>
                </a:lnTo>
                <a:lnTo>
                  <a:pt x="22400" y="29383"/>
                </a:lnTo>
                <a:lnTo>
                  <a:pt x="22178" y="29766"/>
                </a:lnTo>
                <a:lnTo>
                  <a:pt x="21996" y="30170"/>
                </a:lnTo>
                <a:lnTo>
                  <a:pt x="21815" y="30573"/>
                </a:lnTo>
                <a:lnTo>
                  <a:pt x="21633" y="30977"/>
                </a:lnTo>
                <a:lnTo>
                  <a:pt x="21492" y="31401"/>
                </a:lnTo>
                <a:lnTo>
                  <a:pt x="21351" y="31825"/>
                </a:lnTo>
                <a:lnTo>
                  <a:pt x="21230" y="32248"/>
                </a:lnTo>
                <a:lnTo>
                  <a:pt x="21108" y="32672"/>
                </a:lnTo>
                <a:lnTo>
                  <a:pt x="21008" y="33116"/>
                </a:lnTo>
                <a:lnTo>
                  <a:pt x="20927" y="33540"/>
                </a:lnTo>
                <a:lnTo>
                  <a:pt x="20786" y="34428"/>
                </a:lnTo>
                <a:lnTo>
                  <a:pt x="20685" y="35296"/>
                </a:lnTo>
                <a:lnTo>
                  <a:pt x="20604" y="36163"/>
                </a:lnTo>
                <a:lnTo>
                  <a:pt x="20584" y="37031"/>
                </a:lnTo>
                <a:lnTo>
                  <a:pt x="20584" y="37879"/>
                </a:lnTo>
                <a:lnTo>
                  <a:pt x="20604" y="38706"/>
                </a:lnTo>
                <a:lnTo>
                  <a:pt x="20665" y="39513"/>
                </a:lnTo>
                <a:lnTo>
                  <a:pt x="20725" y="40280"/>
                </a:lnTo>
                <a:lnTo>
                  <a:pt x="20846" y="41329"/>
                </a:lnTo>
                <a:lnTo>
                  <a:pt x="20987" y="42359"/>
                </a:lnTo>
                <a:lnTo>
                  <a:pt x="21290" y="44437"/>
                </a:lnTo>
                <a:lnTo>
                  <a:pt x="21472" y="45628"/>
                </a:lnTo>
                <a:lnTo>
                  <a:pt x="21653" y="46818"/>
                </a:lnTo>
                <a:lnTo>
                  <a:pt x="21795" y="48029"/>
                </a:lnTo>
                <a:lnTo>
                  <a:pt x="21916" y="49240"/>
                </a:lnTo>
                <a:lnTo>
                  <a:pt x="21996" y="50451"/>
                </a:lnTo>
                <a:lnTo>
                  <a:pt x="22017" y="51056"/>
                </a:lnTo>
                <a:lnTo>
                  <a:pt x="22037" y="51662"/>
                </a:lnTo>
                <a:lnTo>
                  <a:pt x="22017" y="52267"/>
                </a:lnTo>
                <a:lnTo>
                  <a:pt x="21996" y="52872"/>
                </a:lnTo>
                <a:lnTo>
                  <a:pt x="21956" y="53478"/>
                </a:lnTo>
                <a:lnTo>
                  <a:pt x="21895" y="54083"/>
                </a:lnTo>
                <a:lnTo>
                  <a:pt x="21815" y="54648"/>
                </a:lnTo>
                <a:lnTo>
                  <a:pt x="21734" y="55193"/>
                </a:lnTo>
                <a:lnTo>
                  <a:pt x="21613" y="55718"/>
                </a:lnTo>
                <a:lnTo>
                  <a:pt x="21472" y="56243"/>
                </a:lnTo>
                <a:lnTo>
                  <a:pt x="21330" y="56727"/>
                </a:lnTo>
                <a:lnTo>
                  <a:pt x="21149" y="57211"/>
                </a:lnTo>
                <a:lnTo>
                  <a:pt x="20967" y="57675"/>
                </a:lnTo>
                <a:lnTo>
                  <a:pt x="20745" y="58119"/>
                </a:lnTo>
                <a:lnTo>
                  <a:pt x="20523" y="58543"/>
                </a:lnTo>
                <a:lnTo>
                  <a:pt x="20281" y="58967"/>
                </a:lnTo>
                <a:lnTo>
                  <a:pt x="20039" y="59350"/>
                </a:lnTo>
                <a:lnTo>
                  <a:pt x="19756" y="59714"/>
                </a:lnTo>
                <a:lnTo>
                  <a:pt x="19474" y="60057"/>
                </a:lnTo>
                <a:lnTo>
                  <a:pt x="19171" y="60359"/>
                </a:lnTo>
                <a:lnTo>
                  <a:pt x="18848" y="60662"/>
                </a:lnTo>
                <a:lnTo>
                  <a:pt x="18505" y="60945"/>
                </a:lnTo>
                <a:lnTo>
                  <a:pt x="18203" y="61167"/>
                </a:lnTo>
                <a:lnTo>
                  <a:pt x="17880" y="61368"/>
                </a:lnTo>
                <a:lnTo>
                  <a:pt x="17537" y="61570"/>
                </a:lnTo>
                <a:lnTo>
                  <a:pt x="17194" y="61732"/>
                </a:lnTo>
                <a:lnTo>
                  <a:pt x="16830" y="61893"/>
                </a:lnTo>
                <a:lnTo>
                  <a:pt x="16467" y="62034"/>
                </a:lnTo>
                <a:lnTo>
                  <a:pt x="16104" y="62176"/>
                </a:lnTo>
                <a:lnTo>
                  <a:pt x="15741" y="62297"/>
                </a:lnTo>
                <a:lnTo>
                  <a:pt x="14974" y="62519"/>
                </a:lnTo>
                <a:lnTo>
                  <a:pt x="14207" y="62700"/>
                </a:lnTo>
                <a:lnTo>
                  <a:pt x="13440" y="62862"/>
                </a:lnTo>
                <a:lnTo>
                  <a:pt x="12653" y="63003"/>
                </a:lnTo>
                <a:lnTo>
                  <a:pt x="11725" y="63185"/>
                </a:lnTo>
                <a:lnTo>
                  <a:pt x="10978" y="63346"/>
                </a:lnTo>
                <a:lnTo>
                  <a:pt x="10252" y="63528"/>
                </a:lnTo>
                <a:lnTo>
                  <a:pt x="9545" y="63709"/>
                </a:lnTo>
                <a:lnTo>
                  <a:pt x="8879" y="63911"/>
                </a:lnTo>
                <a:lnTo>
                  <a:pt x="8234" y="64113"/>
                </a:lnTo>
                <a:lnTo>
                  <a:pt x="7628" y="64335"/>
                </a:lnTo>
                <a:lnTo>
                  <a:pt x="7043" y="64577"/>
                </a:lnTo>
                <a:lnTo>
                  <a:pt x="6478" y="64819"/>
                </a:lnTo>
                <a:lnTo>
                  <a:pt x="5933" y="65081"/>
                </a:lnTo>
                <a:lnTo>
                  <a:pt x="5408" y="65364"/>
                </a:lnTo>
                <a:lnTo>
                  <a:pt x="4924" y="65646"/>
                </a:lnTo>
                <a:lnTo>
                  <a:pt x="4440" y="65969"/>
                </a:lnTo>
                <a:lnTo>
                  <a:pt x="3996" y="66272"/>
                </a:lnTo>
                <a:lnTo>
                  <a:pt x="3572" y="66615"/>
                </a:lnTo>
                <a:lnTo>
                  <a:pt x="3148" y="66958"/>
                </a:lnTo>
                <a:lnTo>
                  <a:pt x="2765" y="67321"/>
                </a:lnTo>
                <a:lnTo>
                  <a:pt x="2321" y="67786"/>
                </a:lnTo>
                <a:lnTo>
                  <a:pt x="1917" y="68270"/>
                </a:lnTo>
                <a:lnTo>
                  <a:pt x="1554" y="68795"/>
                </a:lnTo>
                <a:lnTo>
                  <a:pt x="1211" y="69339"/>
                </a:lnTo>
                <a:lnTo>
                  <a:pt x="928" y="69884"/>
                </a:lnTo>
                <a:lnTo>
                  <a:pt x="666" y="70470"/>
                </a:lnTo>
                <a:lnTo>
                  <a:pt x="444" y="71055"/>
                </a:lnTo>
                <a:lnTo>
                  <a:pt x="262" y="71660"/>
                </a:lnTo>
                <a:lnTo>
                  <a:pt x="182" y="71983"/>
                </a:lnTo>
                <a:lnTo>
                  <a:pt x="121" y="72306"/>
                </a:lnTo>
                <a:lnTo>
                  <a:pt x="81" y="72609"/>
                </a:lnTo>
                <a:lnTo>
                  <a:pt x="41" y="72931"/>
                </a:lnTo>
                <a:lnTo>
                  <a:pt x="20" y="73254"/>
                </a:lnTo>
                <a:lnTo>
                  <a:pt x="0" y="73557"/>
                </a:lnTo>
                <a:lnTo>
                  <a:pt x="0" y="73880"/>
                </a:lnTo>
                <a:lnTo>
                  <a:pt x="20" y="74183"/>
                </a:lnTo>
                <a:lnTo>
                  <a:pt x="61" y="74485"/>
                </a:lnTo>
                <a:lnTo>
                  <a:pt x="101" y="74788"/>
                </a:lnTo>
                <a:lnTo>
                  <a:pt x="162" y="75071"/>
                </a:lnTo>
                <a:lnTo>
                  <a:pt x="222" y="75373"/>
                </a:lnTo>
                <a:lnTo>
                  <a:pt x="323" y="75656"/>
                </a:lnTo>
                <a:lnTo>
                  <a:pt x="404" y="75938"/>
                </a:lnTo>
                <a:lnTo>
                  <a:pt x="525" y="76201"/>
                </a:lnTo>
                <a:lnTo>
                  <a:pt x="646" y="76483"/>
                </a:lnTo>
                <a:lnTo>
                  <a:pt x="828" y="76846"/>
                </a:lnTo>
                <a:lnTo>
                  <a:pt x="1050" y="77189"/>
                </a:lnTo>
                <a:lnTo>
                  <a:pt x="1292" y="77533"/>
                </a:lnTo>
                <a:lnTo>
                  <a:pt x="1554" y="77855"/>
                </a:lnTo>
                <a:lnTo>
                  <a:pt x="1837" y="78158"/>
                </a:lnTo>
                <a:lnTo>
                  <a:pt x="2139" y="78441"/>
                </a:lnTo>
                <a:lnTo>
                  <a:pt x="2462" y="78703"/>
                </a:lnTo>
                <a:lnTo>
                  <a:pt x="2785" y="78945"/>
                </a:lnTo>
                <a:lnTo>
                  <a:pt x="3148" y="79187"/>
                </a:lnTo>
                <a:lnTo>
                  <a:pt x="3532" y="79389"/>
                </a:lnTo>
                <a:lnTo>
                  <a:pt x="3935" y="79591"/>
                </a:lnTo>
                <a:lnTo>
                  <a:pt x="4339" y="79773"/>
                </a:lnTo>
                <a:lnTo>
                  <a:pt x="4763" y="79914"/>
                </a:lnTo>
                <a:lnTo>
                  <a:pt x="5227" y="80055"/>
                </a:lnTo>
                <a:lnTo>
                  <a:pt x="5691" y="80176"/>
                </a:lnTo>
                <a:lnTo>
                  <a:pt x="6155" y="80277"/>
                </a:lnTo>
                <a:lnTo>
                  <a:pt x="6660" y="80338"/>
                </a:lnTo>
                <a:lnTo>
                  <a:pt x="7144" y="80398"/>
                </a:lnTo>
                <a:lnTo>
                  <a:pt x="7648" y="80438"/>
                </a:lnTo>
                <a:lnTo>
                  <a:pt x="8153" y="80438"/>
                </a:lnTo>
                <a:lnTo>
                  <a:pt x="8819" y="80418"/>
                </a:lnTo>
                <a:lnTo>
                  <a:pt x="9485" y="80378"/>
                </a:lnTo>
                <a:lnTo>
                  <a:pt x="10171" y="80277"/>
                </a:lnTo>
                <a:lnTo>
                  <a:pt x="10817" y="80156"/>
                </a:lnTo>
                <a:lnTo>
                  <a:pt x="11483" y="80015"/>
                </a:lnTo>
                <a:lnTo>
                  <a:pt x="12128" y="79813"/>
                </a:lnTo>
                <a:lnTo>
                  <a:pt x="12754" y="79591"/>
                </a:lnTo>
                <a:lnTo>
                  <a:pt x="13380" y="79329"/>
                </a:lnTo>
                <a:lnTo>
                  <a:pt x="14106" y="78986"/>
                </a:lnTo>
                <a:lnTo>
                  <a:pt x="14812" y="78622"/>
                </a:lnTo>
                <a:lnTo>
                  <a:pt x="15498" y="78219"/>
                </a:lnTo>
                <a:lnTo>
                  <a:pt x="16185" y="77795"/>
                </a:lnTo>
                <a:lnTo>
                  <a:pt x="16850" y="77351"/>
                </a:lnTo>
                <a:lnTo>
                  <a:pt x="17496" y="76887"/>
                </a:lnTo>
                <a:lnTo>
                  <a:pt x="18142" y="76402"/>
                </a:lnTo>
                <a:lnTo>
                  <a:pt x="18768" y="75898"/>
                </a:lnTo>
                <a:lnTo>
                  <a:pt x="19373" y="75393"/>
                </a:lnTo>
                <a:lnTo>
                  <a:pt x="19978" y="74869"/>
                </a:lnTo>
                <a:lnTo>
                  <a:pt x="21169" y="73779"/>
                </a:lnTo>
                <a:lnTo>
                  <a:pt x="22339" y="72669"/>
                </a:lnTo>
                <a:lnTo>
                  <a:pt x="23490" y="71559"/>
                </a:lnTo>
                <a:lnTo>
                  <a:pt x="25266" y="69824"/>
                </a:lnTo>
                <a:lnTo>
                  <a:pt x="26174" y="68976"/>
                </a:lnTo>
                <a:lnTo>
                  <a:pt x="27102" y="68149"/>
                </a:lnTo>
                <a:lnTo>
                  <a:pt x="27990" y="67382"/>
                </a:lnTo>
                <a:lnTo>
                  <a:pt x="28918" y="66615"/>
                </a:lnTo>
                <a:lnTo>
                  <a:pt x="29867" y="65889"/>
                </a:lnTo>
                <a:lnTo>
                  <a:pt x="30855" y="65182"/>
                </a:lnTo>
                <a:lnTo>
                  <a:pt x="31844" y="64496"/>
                </a:lnTo>
                <a:lnTo>
                  <a:pt x="32853" y="63850"/>
                </a:lnTo>
                <a:lnTo>
                  <a:pt x="33882" y="63225"/>
                </a:lnTo>
                <a:lnTo>
                  <a:pt x="34932" y="62599"/>
                </a:lnTo>
                <a:lnTo>
                  <a:pt x="36001" y="62034"/>
                </a:lnTo>
                <a:lnTo>
                  <a:pt x="37071" y="61469"/>
                </a:lnTo>
                <a:lnTo>
                  <a:pt x="38161" y="60945"/>
                </a:lnTo>
                <a:lnTo>
                  <a:pt x="39271" y="60440"/>
                </a:lnTo>
                <a:lnTo>
                  <a:pt x="40401" y="59976"/>
                </a:lnTo>
                <a:lnTo>
                  <a:pt x="41531" y="59532"/>
                </a:lnTo>
                <a:lnTo>
                  <a:pt x="42681" y="59108"/>
                </a:lnTo>
                <a:lnTo>
                  <a:pt x="43851" y="58725"/>
                </a:lnTo>
                <a:lnTo>
                  <a:pt x="45002" y="58361"/>
                </a:lnTo>
                <a:lnTo>
                  <a:pt x="46192" y="58039"/>
                </a:lnTo>
                <a:lnTo>
                  <a:pt x="47363" y="57736"/>
                </a:lnTo>
                <a:lnTo>
                  <a:pt x="48553" y="57474"/>
                </a:lnTo>
                <a:lnTo>
                  <a:pt x="49764" y="57231"/>
                </a:lnTo>
                <a:lnTo>
                  <a:pt x="50955" y="57030"/>
                </a:lnTo>
                <a:lnTo>
                  <a:pt x="52166" y="56868"/>
                </a:lnTo>
                <a:lnTo>
                  <a:pt x="53356" y="56707"/>
                </a:lnTo>
                <a:lnTo>
                  <a:pt x="54567" y="56606"/>
                </a:lnTo>
                <a:lnTo>
                  <a:pt x="55778" y="56525"/>
                </a:lnTo>
                <a:lnTo>
                  <a:pt x="56989" y="56465"/>
                </a:lnTo>
                <a:lnTo>
                  <a:pt x="58179" y="56444"/>
                </a:lnTo>
                <a:lnTo>
                  <a:pt x="59390" y="56465"/>
                </a:lnTo>
                <a:lnTo>
                  <a:pt x="60581" y="56505"/>
                </a:lnTo>
                <a:lnTo>
                  <a:pt x="61771" y="56586"/>
                </a:lnTo>
                <a:lnTo>
                  <a:pt x="62962" y="56687"/>
                </a:lnTo>
                <a:lnTo>
                  <a:pt x="64274" y="56848"/>
                </a:lnTo>
                <a:lnTo>
                  <a:pt x="65605" y="57030"/>
                </a:lnTo>
                <a:lnTo>
                  <a:pt x="66917" y="57231"/>
                </a:lnTo>
                <a:lnTo>
                  <a:pt x="68229" y="57433"/>
                </a:lnTo>
                <a:lnTo>
                  <a:pt x="69601" y="57655"/>
                </a:lnTo>
                <a:lnTo>
                  <a:pt x="70973" y="57857"/>
                </a:lnTo>
                <a:lnTo>
                  <a:pt x="72366" y="58039"/>
                </a:lnTo>
                <a:lnTo>
                  <a:pt x="73758" y="58200"/>
                </a:lnTo>
                <a:lnTo>
                  <a:pt x="74444" y="58261"/>
                </a:lnTo>
                <a:lnTo>
                  <a:pt x="75151" y="58321"/>
                </a:lnTo>
                <a:lnTo>
                  <a:pt x="75837" y="58361"/>
                </a:lnTo>
                <a:lnTo>
                  <a:pt x="76543" y="58382"/>
                </a:lnTo>
                <a:lnTo>
                  <a:pt x="77249" y="58382"/>
                </a:lnTo>
                <a:lnTo>
                  <a:pt x="77935" y="58361"/>
                </a:lnTo>
                <a:lnTo>
                  <a:pt x="78642" y="58341"/>
                </a:lnTo>
                <a:lnTo>
                  <a:pt x="79328" y="58281"/>
                </a:lnTo>
                <a:lnTo>
                  <a:pt x="79812" y="58220"/>
                </a:lnTo>
                <a:lnTo>
                  <a:pt x="80337" y="58160"/>
                </a:lnTo>
                <a:lnTo>
                  <a:pt x="80882" y="58059"/>
                </a:lnTo>
                <a:lnTo>
                  <a:pt x="81467" y="57918"/>
                </a:lnTo>
                <a:lnTo>
                  <a:pt x="82032" y="57736"/>
                </a:lnTo>
                <a:lnTo>
                  <a:pt x="82315" y="57635"/>
                </a:lnTo>
                <a:lnTo>
                  <a:pt x="82597" y="57514"/>
                </a:lnTo>
                <a:lnTo>
                  <a:pt x="82880" y="57373"/>
                </a:lnTo>
                <a:lnTo>
                  <a:pt x="83142" y="57231"/>
                </a:lnTo>
                <a:lnTo>
                  <a:pt x="83404" y="57050"/>
                </a:lnTo>
                <a:lnTo>
                  <a:pt x="83667" y="56868"/>
                </a:lnTo>
                <a:lnTo>
                  <a:pt x="83868" y="56707"/>
                </a:lnTo>
                <a:lnTo>
                  <a:pt x="84050" y="56525"/>
                </a:lnTo>
                <a:lnTo>
                  <a:pt x="84232" y="56343"/>
                </a:lnTo>
                <a:lnTo>
                  <a:pt x="84413" y="56162"/>
                </a:lnTo>
                <a:lnTo>
                  <a:pt x="84716" y="55778"/>
                </a:lnTo>
                <a:lnTo>
                  <a:pt x="84998" y="55355"/>
                </a:lnTo>
                <a:lnTo>
                  <a:pt x="85220" y="54931"/>
                </a:lnTo>
                <a:lnTo>
                  <a:pt x="85442" y="54467"/>
                </a:lnTo>
                <a:lnTo>
                  <a:pt x="85604" y="53982"/>
                </a:lnTo>
                <a:lnTo>
                  <a:pt x="85765" y="53498"/>
                </a:lnTo>
                <a:lnTo>
                  <a:pt x="85886" y="52994"/>
                </a:lnTo>
                <a:lnTo>
                  <a:pt x="86007" y="52489"/>
                </a:lnTo>
                <a:lnTo>
                  <a:pt x="86088" y="51964"/>
                </a:lnTo>
                <a:lnTo>
                  <a:pt x="86169" y="51420"/>
                </a:lnTo>
                <a:lnTo>
                  <a:pt x="86290" y="50350"/>
                </a:lnTo>
                <a:lnTo>
                  <a:pt x="86371" y="49260"/>
                </a:lnTo>
                <a:lnTo>
                  <a:pt x="86492" y="47949"/>
                </a:lnTo>
                <a:lnTo>
                  <a:pt x="86573" y="47283"/>
                </a:lnTo>
                <a:lnTo>
                  <a:pt x="86653" y="46637"/>
                </a:lnTo>
                <a:lnTo>
                  <a:pt x="86754" y="46052"/>
                </a:lnTo>
                <a:lnTo>
                  <a:pt x="86895" y="45487"/>
                </a:lnTo>
                <a:lnTo>
                  <a:pt x="87037" y="44901"/>
                </a:lnTo>
                <a:lnTo>
                  <a:pt x="87218" y="44336"/>
                </a:lnTo>
                <a:lnTo>
                  <a:pt x="87420" y="43771"/>
                </a:lnTo>
                <a:lnTo>
                  <a:pt x="87642" y="43206"/>
                </a:lnTo>
                <a:lnTo>
                  <a:pt x="87884" y="42661"/>
                </a:lnTo>
                <a:lnTo>
                  <a:pt x="88167" y="42117"/>
                </a:lnTo>
                <a:lnTo>
                  <a:pt x="88449" y="41592"/>
                </a:lnTo>
                <a:lnTo>
                  <a:pt x="88772" y="41067"/>
                </a:lnTo>
                <a:lnTo>
                  <a:pt x="89115" y="40563"/>
                </a:lnTo>
                <a:lnTo>
                  <a:pt x="89478" y="40058"/>
                </a:lnTo>
                <a:lnTo>
                  <a:pt x="89842" y="39574"/>
                </a:lnTo>
                <a:lnTo>
                  <a:pt x="90245" y="39089"/>
                </a:lnTo>
                <a:lnTo>
                  <a:pt x="90669" y="38646"/>
                </a:lnTo>
                <a:lnTo>
                  <a:pt x="91113" y="38202"/>
                </a:lnTo>
                <a:lnTo>
                  <a:pt x="91577" y="37758"/>
                </a:lnTo>
                <a:lnTo>
                  <a:pt x="92041" y="37354"/>
                </a:lnTo>
                <a:lnTo>
                  <a:pt x="92526" y="36971"/>
                </a:lnTo>
                <a:lnTo>
                  <a:pt x="93030" y="36607"/>
                </a:lnTo>
                <a:lnTo>
                  <a:pt x="93535" y="36264"/>
                </a:lnTo>
                <a:lnTo>
                  <a:pt x="94059" y="35941"/>
                </a:lnTo>
                <a:lnTo>
                  <a:pt x="94584" y="35639"/>
                </a:lnTo>
                <a:lnTo>
                  <a:pt x="95129" y="35376"/>
                </a:lnTo>
                <a:lnTo>
                  <a:pt x="95674" y="35114"/>
                </a:lnTo>
                <a:lnTo>
                  <a:pt x="96239" y="34892"/>
                </a:lnTo>
                <a:lnTo>
                  <a:pt x="96804" y="34690"/>
                </a:lnTo>
                <a:lnTo>
                  <a:pt x="97369" y="34529"/>
                </a:lnTo>
                <a:lnTo>
                  <a:pt x="97934" y="34367"/>
                </a:lnTo>
                <a:lnTo>
                  <a:pt x="98519" y="34246"/>
                </a:lnTo>
                <a:lnTo>
                  <a:pt x="99084" y="34166"/>
                </a:lnTo>
                <a:lnTo>
                  <a:pt x="99669" y="34085"/>
                </a:lnTo>
                <a:lnTo>
                  <a:pt x="100255" y="34044"/>
                </a:lnTo>
                <a:lnTo>
                  <a:pt x="100860" y="34024"/>
                </a:lnTo>
                <a:lnTo>
                  <a:pt x="101445" y="34044"/>
                </a:lnTo>
                <a:lnTo>
                  <a:pt x="102051" y="34085"/>
                </a:lnTo>
                <a:lnTo>
                  <a:pt x="102636" y="34145"/>
                </a:lnTo>
                <a:lnTo>
                  <a:pt x="103221" y="34246"/>
                </a:lnTo>
                <a:lnTo>
                  <a:pt x="103806" y="34367"/>
                </a:lnTo>
                <a:lnTo>
                  <a:pt x="104391" y="34509"/>
                </a:lnTo>
                <a:lnTo>
                  <a:pt x="104977" y="34690"/>
                </a:lnTo>
                <a:lnTo>
                  <a:pt x="105542" y="34892"/>
                </a:lnTo>
                <a:lnTo>
                  <a:pt x="106127" y="35114"/>
                </a:lnTo>
                <a:lnTo>
                  <a:pt x="106672" y="35356"/>
                </a:lnTo>
                <a:lnTo>
                  <a:pt x="107237" y="35639"/>
                </a:lnTo>
                <a:lnTo>
                  <a:pt x="107782" y="35941"/>
                </a:lnTo>
                <a:lnTo>
                  <a:pt x="108306" y="36264"/>
                </a:lnTo>
                <a:lnTo>
                  <a:pt x="108831" y="36607"/>
                </a:lnTo>
                <a:lnTo>
                  <a:pt x="109336" y="36971"/>
                </a:lnTo>
                <a:lnTo>
                  <a:pt x="109820" y="37354"/>
                </a:lnTo>
                <a:lnTo>
                  <a:pt x="110284" y="37758"/>
                </a:lnTo>
                <a:lnTo>
                  <a:pt x="110728" y="38161"/>
                </a:lnTo>
                <a:lnTo>
                  <a:pt x="111152" y="38585"/>
                </a:lnTo>
                <a:lnTo>
                  <a:pt x="111535" y="39029"/>
                </a:lnTo>
                <a:lnTo>
                  <a:pt x="111919" y="39493"/>
                </a:lnTo>
                <a:lnTo>
                  <a:pt x="112262" y="39957"/>
                </a:lnTo>
                <a:lnTo>
                  <a:pt x="112605" y="40442"/>
                </a:lnTo>
                <a:lnTo>
                  <a:pt x="112907" y="40946"/>
                </a:lnTo>
                <a:lnTo>
                  <a:pt x="113190" y="41451"/>
                </a:lnTo>
                <a:lnTo>
                  <a:pt x="113452" y="41955"/>
                </a:lnTo>
                <a:lnTo>
                  <a:pt x="113674" y="42480"/>
                </a:lnTo>
                <a:lnTo>
                  <a:pt x="113876" y="43025"/>
                </a:lnTo>
                <a:lnTo>
                  <a:pt x="114058" y="43569"/>
                </a:lnTo>
                <a:lnTo>
                  <a:pt x="114219" y="44114"/>
                </a:lnTo>
                <a:lnTo>
                  <a:pt x="114038" y="43610"/>
                </a:lnTo>
                <a:lnTo>
                  <a:pt x="113937" y="43368"/>
                </a:lnTo>
                <a:lnTo>
                  <a:pt x="113816" y="43126"/>
                </a:lnTo>
                <a:lnTo>
                  <a:pt x="113694" y="42904"/>
                </a:lnTo>
                <a:lnTo>
                  <a:pt x="113573" y="42682"/>
                </a:lnTo>
                <a:lnTo>
                  <a:pt x="113432" y="42500"/>
                </a:lnTo>
                <a:lnTo>
                  <a:pt x="113251" y="42318"/>
                </a:lnTo>
                <a:lnTo>
                  <a:pt x="113210" y="42379"/>
                </a:lnTo>
                <a:lnTo>
                  <a:pt x="113372" y="42560"/>
                </a:lnTo>
                <a:lnTo>
                  <a:pt x="113533" y="42782"/>
                </a:lnTo>
                <a:lnTo>
                  <a:pt x="113674" y="43025"/>
                </a:lnTo>
                <a:lnTo>
                  <a:pt x="113816" y="43267"/>
                </a:lnTo>
                <a:lnTo>
                  <a:pt x="113916" y="43529"/>
                </a:lnTo>
                <a:lnTo>
                  <a:pt x="114017" y="43812"/>
                </a:lnTo>
                <a:lnTo>
                  <a:pt x="114219" y="44377"/>
                </a:lnTo>
                <a:lnTo>
                  <a:pt x="114360" y="44760"/>
                </a:lnTo>
                <a:lnTo>
                  <a:pt x="114502" y="45144"/>
                </a:lnTo>
                <a:lnTo>
                  <a:pt x="114663" y="45507"/>
                </a:lnTo>
                <a:lnTo>
                  <a:pt x="114744" y="45668"/>
                </a:lnTo>
                <a:lnTo>
                  <a:pt x="114845" y="45809"/>
                </a:lnTo>
                <a:lnTo>
                  <a:pt x="114946" y="45951"/>
                </a:lnTo>
                <a:lnTo>
                  <a:pt x="115067" y="46072"/>
                </a:lnTo>
                <a:lnTo>
                  <a:pt x="115188" y="46173"/>
                </a:lnTo>
                <a:lnTo>
                  <a:pt x="115309" y="46274"/>
                </a:lnTo>
                <a:lnTo>
                  <a:pt x="115470" y="46334"/>
                </a:lnTo>
                <a:lnTo>
                  <a:pt x="115632" y="46375"/>
                </a:lnTo>
                <a:lnTo>
                  <a:pt x="115793" y="46395"/>
                </a:lnTo>
                <a:lnTo>
                  <a:pt x="115995" y="46395"/>
                </a:lnTo>
                <a:lnTo>
                  <a:pt x="116156" y="46375"/>
                </a:lnTo>
                <a:lnTo>
                  <a:pt x="116318" y="46334"/>
                </a:lnTo>
                <a:lnTo>
                  <a:pt x="116479" y="46274"/>
                </a:lnTo>
                <a:lnTo>
                  <a:pt x="116641" y="46173"/>
                </a:lnTo>
                <a:lnTo>
                  <a:pt x="116822" y="46072"/>
                </a:lnTo>
                <a:lnTo>
                  <a:pt x="116984" y="45931"/>
                </a:lnTo>
                <a:lnTo>
                  <a:pt x="117145" y="45769"/>
                </a:lnTo>
                <a:lnTo>
                  <a:pt x="117327" y="45587"/>
                </a:lnTo>
                <a:lnTo>
                  <a:pt x="117630" y="45224"/>
                </a:lnTo>
                <a:lnTo>
                  <a:pt x="117892" y="44841"/>
                </a:lnTo>
                <a:lnTo>
                  <a:pt x="118134" y="44437"/>
                </a:lnTo>
                <a:lnTo>
                  <a:pt x="118356" y="44034"/>
                </a:lnTo>
                <a:lnTo>
                  <a:pt x="118558" y="43630"/>
                </a:lnTo>
                <a:lnTo>
                  <a:pt x="118739" y="43186"/>
                </a:lnTo>
                <a:lnTo>
                  <a:pt x="118901" y="42762"/>
                </a:lnTo>
                <a:lnTo>
                  <a:pt x="119042" y="42318"/>
                </a:lnTo>
                <a:lnTo>
                  <a:pt x="119183" y="41854"/>
                </a:lnTo>
                <a:lnTo>
                  <a:pt x="119284" y="41410"/>
                </a:lnTo>
                <a:lnTo>
                  <a:pt x="119486" y="40482"/>
                </a:lnTo>
                <a:lnTo>
                  <a:pt x="119648" y="39554"/>
                </a:lnTo>
                <a:lnTo>
                  <a:pt x="119789" y="38625"/>
                </a:lnTo>
                <a:lnTo>
                  <a:pt x="119950" y="37394"/>
                </a:lnTo>
                <a:lnTo>
                  <a:pt x="120092" y="36184"/>
                </a:lnTo>
                <a:lnTo>
                  <a:pt x="120233" y="34953"/>
                </a:lnTo>
                <a:lnTo>
                  <a:pt x="120334" y="33742"/>
                </a:lnTo>
                <a:lnTo>
                  <a:pt x="120455" y="32511"/>
                </a:lnTo>
                <a:lnTo>
                  <a:pt x="120536" y="31280"/>
                </a:lnTo>
                <a:lnTo>
                  <a:pt x="120616" y="30069"/>
                </a:lnTo>
                <a:lnTo>
                  <a:pt x="120697" y="28838"/>
                </a:lnTo>
                <a:lnTo>
                  <a:pt x="120737" y="27607"/>
                </a:lnTo>
                <a:lnTo>
                  <a:pt x="120778" y="26376"/>
                </a:lnTo>
                <a:lnTo>
                  <a:pt x="120798" y="25145"/>
                </a:lnTo>
                <a:lnTo>
                  <a:pt x="120818" y="23914"/>
                </a:lnTo>
                <a:lnTo>
                  <a:pt x="120818" y="22683"/>
                </a:lnTo>
                <a:lnTo>
                  <a:pt x="120798" y="21452"/>
                </a:lnTo>
                <a:lnTo>
                  <a:pt x="120778" y="20241"/>
                </a:lnTo>
                <a:lnTo>
                  <a:pt x="120737" y="19010"/>
                </a:lnTo>
                <a:lnTo>
                  <a:pt x="120697" y="18143"/>
                </a:lnTo>
                <a:lnTo>
                  <a:pt x="120636" y="17275"/>
                </a:lnTo>
                <a:lnTo>
                  <a:pt x="120576" y="16407"/>
                </a:lnTo>
                <a:lnTo>
                  <a:pt x="120495" y="15519"/>
                </a:lnTo>
                <a:lnTo>
                  <a:pt x="120374" y="14651"/>
                </a:lnTo>
                <a:lnTo>
                  <a:pt x="120233" y="13763"/>
                </a:lnTo>
                <a:lnTo>
                  <a:pt x="120071" y="12896"/>
                </a:lnTo>
                <a:lnTo>
                  <a:pt x="119870" y="12048"/>
                </a:lnTo>
                <a:lnTo>
                  <a:pt x="119648" y="11201"/>
                </a:lnTo>
                <a:lnTo>
                  <a:pt x="119365" y="10353"/>
                </a:lnTo>
                <a:lnTo>
                  <a:pt x="119062" y="9546"/>
                </a:lnTo>
                <a:lnTo>
                  <a:pt x="118881" y="9142"/>
                </a:lnTo>
                <a:lnTo>
                  <a:pt x="118699" y="8759"/>
                </a:lnTo>
                <a:lnTo>
                  <a:pt x="118497" y="8375"/>
                </a:lnTo>
                <a:lnTo>
                  <a:pt x="118296" y="7992"/>
                </a:lnTo>
                <a:lnTo>
                  <a:pt x="118074" y="7609"/>
                </a:lnTo>
                <a:lnTo>
                  <a:pt x="117831" y="7245"/>
                </a:lnTo>
                <a:lnTo>
                  <a:pt x="117589" y="6902"/>
                </a:lnTo>
                <a:lnTo>
                  <a:pt x="117327" y="6559"/>
                </a:lnTo>
                <a:lnTo>
                  <a:pt x="117044" y="6216"/>
                </a:lnTo>
                <a:lnTo>
                  <a:pt x="116762" y="5873"/>
                </a:lnTo>
                <a:lnTo>
                  <a:pt x="116257" y="5369"/>
                </a:lnTo>
                <a:lnTo>
                  <a:pt x="115712" y="4884"/>
                </a:lnTo>
                <a:lnTo>
                  <a:pt x="115127" y="4420"/>
                </a:lnTo>
                <a:lnTo>
                  <a:pt x="114502" y="3976"/>
                </a:lnTo>
                <a:lnTo>
                  <a:pt x="113836" y="3573"/>
                </a:lnTo>
                <a:lnTo>
                  <a:pt x="113129" y="3189"/>
                </a:lnTo>
                <a:lnTo>
                  <a:pt x="112403" y="2846"/>
                </a:lnTo>
                <a:lnTo>
                  <a:pt x="111596" y="2503"/>
                </a:lnTo>
                <a:lnTo>
                  <a:pt x="110970" y="2261"/>
                </a:lnTo>
                <a:lnTo>
                  <a:pt x="110284" y="2039"/>
                </a:lnTo>
                <a:lnTo>
                  <a:pt x="109578" y="1837"/>
                </a:lnTo>
                <a:lnTo>
                  <a:pt x="108851" y="1635"/>
                </a:lnTo>
                <a:lnTo>
                  <a:pt x="108064" y="1433"/>
                </a:lnTo>
                <a:lnTo>
                  <a:pt x="107257" y="1272"/>
                </a:lnTo>
                <a:lnTo>
                  <a:pt x="106389" y="1090"/>
                </a:lnTo>
                <a:lnTo>
                  <a:pt x="105481" y="949"/>
                </a:lnTo>
                <a:lnTo>
                  <a:pt x="103988" y="707"/>
                </a:lnTo>
                <a:lnTo>
                  <a:pt x="102474" y="505"/>
                </a:lnTo>
                <a:lnTo>
                  <a:pt x="100961" y="344"/>
                </a:lnTo>
                <a:lnTo>
                  <a:pt x="99447" y="202"/>
                </a:lnTo>
                <a:lnTo>
                  <a:pt x="97934" y="102"/>
                </a:lnTo>
                <a:lnTo>
                  <a:pt x="96420" y="41"/>
                </a:lnTo>
                <a:lnTo>
                  <a:pt x="9488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2" name="Google Shape;1462;p18"/>
          <p:cNvSpPr/>
          <p:nvPr/>
        </p:nvSpPr>
        <p:spPr>
          <a:xfrm>
            <a:off x="9011602" y="-25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3" name="Google Shape;1463;p18"/>
          <p:cNvSpPr/>
          <p:nvPr/>
        </p:nvSpPr>
        <p:spPr>
          <a:xfrm>
            <a:off x="7182848" y="1854781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4" name="Google Shape;1464;p18"/>
          <p:cNvSpPr/>
          <p:nvPr/>
        </p:nvSpPr>
        <p:spPr>
          <a:xfrm>
            <a:off x="7364488" y="11396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" name="Google Shape;1465;p18"/>
          <p:cNvSpPr/>
          <p:nvPr/>
        </p:nvSpPr>
        <p:spPr>
          <a:xfrm>
            <a:off x="8605498" y="3630536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" name="Google Shape;1466;p18"/>
          <p:cNvSpPr/>
          <p:nvPr/>
        </p:nvSpPr>
        <p:spPr>
          <a:xfrm>
            <a:off x="7917290" y="1315452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7" name="Google Shape;1467;p18"/>
          <p:cNvSpPr/>
          <p:nvPr/>
        </p:nvSpPr>
        <p:spPr>
          <a:xfrm>
            <a:off x="1573619" y="4469485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" name="Google Shape;1468;p18"/>
          <p:cNvSpPr/>
          <p:nvPr/>
        </p:nvSpPr>
        <p:spPr>
          <a:xfrm rot="3449335">
            <a:off x="1554254" y="-1020347"/>
            <a:ext cx="1395586" cy="1650631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" name="Google Shape;1469;p18"/>
          <p:cNvSpPr/>
          <p:nvPr/>
        </p:nvSpPr>
        <p:spPr>
          <a:xfrm>
            <a:off x="8938198" y="3915546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0" name="Google Shape;1470;p18"/>
          <p:cNvSpPr/>
          <p:nvPr/>
        </p:nvSpPr>
        <p:spPr>
          <a:xfrm>
            <a:off x="1754085" y="4576657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1" name="Google Shape;1471;p18"/>
          <p:cNvSpPr/>
          <p:nvPr/>
        </p:nvSpPr>
        <p:spPr>
          <a:xfrm>
            <a:off x="7475015" y="1977720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" name="Google Shape;1472;p18"/>
          <p:cNvSpPr/>
          <p:nvPr/>
        </p:nvSpPr>
        <p:spPr>
          <a:xfrm>
            <a:off x="7497601" y="258374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" name="Google Shape;1473;p18"/>
          <p:cNvSpPr/>
          <p:nvPr/>
        </p:nvSpPr>
        <p:spPr>
          <a:xfrm>
            <a:off x="7989465" y="1384273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4" name="Google Shape;1474;p18"/>
          <p:cNvSpPr/>
          <p:nvPr/>
        </p:nvSpPr>
        <p:spPr>
          <a:xfrm rot="3449335">
            <a:off x="1655522" y="-908175"/>
            <a:ext cx="1193653" cy="1427229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5" name="Google Shape;1475;p18"/>
          <p:cNvSpPr/>
          <p:nvPr/>
        </p:nvSpPr>
        <p:spPr>
          <a:xfrm>
            <a:off x="7611538" y="31925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" name="Google Shape;1476;p18"/>
          <p:cNvSpPr/>
          <p:nvPr/>
        </p:nvSpPr>
        <p:spPr>
          <a:xfrm>
            <a:off x="8093284" y="1493738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" name="Google Shape;1477;p18"/>
          <p:cNvSpPr/>
          <p:nvPr/>
        </p:nvSpPr>
        <p:spPr>
          <a:xfrm rot="3449335">
            <a:off x="1810805" y="-768073"/>
            <a:ext cx="901487" cy="1104539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" name="Google Shape;1478;p18"/>
          <p:cNvSpPr/>
          <p:nvPr/>
        </p:nvSpPr>
        <p:spPr>
          <a:xfrm>
            <a:off x="8740847" y="1813019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" name="Google Shape;1479;p18"/>
          <p:cNvSpPr/>
          <p:nvPr/>
        </p:nvSpPr>
        <p:spPr>
          <a:xfrm>
            <a:off x="7850706" y="3773824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" name="Google Shape;1480;p18"/>
          <p:cNvSpPr/>
          <p:nvPr/>
        </p:nvSpPr>
        <p:spPr>
          <a:xfrm rot="3449335">
            <a:off x="2567386" y="-287123"/>
            <a:ext cx="130932" cy="390449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" name="Google Shape;1481;p18"/>
          <p:cNvSpPr/>
          <p:nvPr/>
        </p:nvSpPr>
        <p:spPr>
          <a:xfrm>
            <a:off x="13470249" y="372312"/>
            <a:ext cx="206522" cy="1040271"/>
          </a:xfrm>
          <a:custGeom>
            <a:rect b="b" l="l" r="r" t="t"/>
            <a:pathLst>
              <a:path extrusionOk="0" h="18607" w="3694">
                <a:moveTo>
                  <a:pt x="2160" y="0"/>
                </a:moveTo>
                <a:lnTo>
                  <a:pt x="2099" y="61"/>
                </a:lnTo>
                <a:lnTo>
                  <a:pt x="2281" y="283"/>
                </a:lnTo>
                <a:lnTo>
                  <a:pt x="2462" y="545"/>
                </a:lnTo>
                <a:lnTo>
                  <a:pt x="2624" y="787"/>
                </a:lnTo>
                <a:lnTo>
                  <a:pt x="2765" y="1050"/>
                </a:lnTo>
                <a:lnTo>
                  <a:pt x="2886" y="1292"/>
                </a:lnTo>
                <a:lnTo>
                  <a:pt x="3007" y="1554"/>
                </a:lnTo>
                <a:lnTo>
                  <a:pt x="3209" y="2079"/>
                </a:lnTo>
                <a:lnTo>
                  <a:pt x="3350" y="2604"/>
                </a:lnTo>
                <a:lnTo>
                  <a:pt x="3471" y="3108"/>
                </a:lnTo>
                <a:lnTo>
                  <a:pt x="3532" y="3592"/>
                </a:lnTo>
                <a:lnTo>
                  <a:pt x="3572" y="4036"/>
                </a:lnTo>
                <a:lnTo>
                  <a:pt x="3613" y="4581"/>
                </a:lnTo>
                <a:lnTo>
                  <a:pt x="3613" y="5126"/>
                </a:lnTo>
                <a:lnTo>
                  <a:pt x="3592" y="5671"/>
                </a:lnTo>
                <a:lnTo>
                  <a:pt x="3552" y="6216"/>
                </a:lnTo>
                <a:lnTo>
                  <a:pt x="3431" y="7285"/>
                </a:lnTo>
                <a:lnTo>
                  <a:pt x="3290" y="8355"/>
                </a:lnTo>
                <a:lnTo>
                  <a:pt x="2684" y="12734"/>
                </a:lnTo>
                <a:lnTo>
                  <a:pt x="2604" y="13360"/>
                </a:lnTo>
                <a:lnTo>
                  <a:pt x="2503" y="14026"/>
                </a:lnTo>
                <a:lnTo>
                  <a:pt x="2361" y="14712"/>
                </a:lnTo>
                <a:lnTo>
                  <a:pt x="2281" y="15055"/>
                </a:lnTo>
                <a:lnTo>
                  <a:pt x="2180" y="15398"/>
                </a:lnTo>
                <a:lnTo>
                  <a:pt x="2059" y="15741"/>
                </a:lnTo>
                <a:lnTo>
                  <a:pt x="1938" y="16084"/>
                </a:lnTo>
                <a:lnTo>
                  <a:pt x="1796" y="16407"/>
                </a:lnTo>
                <a:lnTo>
                  <a:pt x="1635" y="16730"/>
                </a:lnTo>
                <a:lnTo>
                  <a:pt x="1453" y="17053"/>
                </a:lnTo>
                <a:lnTo>
                  <a:pt x="1252" y="17355"/>
                </a:lnTo>
                <a:lnTo>
                  <a:pt x="1030" y="17638"/>
                </a:lnTo>
                <a:lnTo>
                  <a:pt x="787" y="17900"/>
                </a:lnTo>
                <a:lnTo>
                  <a:pt x="606" y="18082"/>
                </a:lnTo>
                <a:lnTo>
                  <a:pt x="404" y="18243"/>
                </a:lnTo>
                <a:lnTo>
                  <a:pt x="202" y="18384"/>
                </a:lnTo>
                <a:lnTo>
                  <a:pt x="0" y="18526"/>
                </a:lnTo>
                <a:lnTo>
                  <a:pt x="41" y="18606"/>
                </a:lnTo>
                <a:lnTo>
                  <a:pt x="263" y="18465"/>
                </a:lnTo>
                <a:lnTo>
                  <a:pt x="465" y="18304"/>
                </a:lnTo>
                <a:lnTo>
                  <a:pt x="666" y="18142"/>
                </a:lnTo>
                <a:lnTo>
                  <a:pt x="848" y="17961"/>
                </a:lnTo>
                <a:lnTo>
                  <a:pt x="1090" y="17678"/>
                </a:lnTo>
                <a:lnTo>
                  <a:pt x="1332" y="17396"/>
                </a:lnTo>
                <a:lnTo>
                  <a:pt x="1534" y="17093"/>
                </a:lnTo>
                <a:lnTo>
                  <a:pt x="1716" y="16790"/>
                </a:lnTo>
                <a:lnTo>
                  <a:pt x="1877" y="16447"/>
                </a:lnTo>
                <a:lnTo>
                  <a:pt x="2018" y="16124"/>
                </a:lnTo>
                <a:lnTo>
                  <a:pt x="2139" y="15781"/>
                </a:lnTo>
                <a:lnTo>
                  <a:pt x="2240" y="15438"/>
                </a:lnTo>
                <a:lnTo>
                  <a:pt x="2341" y="15075"/>
                </a:lnTo>
                <a:lnTo>
                  <a:pt x="2442" y="14732"/>
                </a:lnTo>
                <a:lnTo>
                  <a:pt x="2563" y="14046"/>
                </a:lnTo>
                <a:lnTo>
                  <a:pt x="2684" y="13380"/>
                </a:lnTo>
                <a:lnTo>
                  <a:pt x="2765" y="12734"/>
                </a:lnTo>
                <a:lnTo>
                  <a:pt x="3370" y="8375"/>
                </a:lnTo>
                <a:lnTo>
                  <a:pt x="3512" y="7306"/>
                </a:lnTo>
                <a:lnTo>
                  <a:pt x="3633" y="6216"/>
                </a:lnTo>
                <a:lnTo>
                  <a:pt x="3673" y="5671"/>
                </a:lnTo>
                <a:lnTo>
                  <a:pt x="3693" y="5126"/>
                </a:lnTo>
                <a:lnTo>
                  <a:pt x="3693" y="4581"/>
                </a:lnTo>
                <a:lnTo>
                  <a:pt x="3653" y="4036"/>
                </a:lnTo>
                <a:lnTo>
                  <a:pt x="3613" y="3572"/>
                </a:lnTo>
                <a:lnTo>
                  <a:pt x="3532" y="3088"/>
                </a:lnTo>
                <a:lnTo>
                  <a:pt x="3431" y="2583"/>
                </a:lnTo>
                <a:lnTo>
                  <a:pt x="3290" y="2059"/>
                </a:lnTo>
                <a:lnTo>
                  <a:pt x="3088" y="1534"/>
                </a:lnTo>
                <a:lnTo>
                  <a:pt x="2967" y="1272"/>
                </a:lnTo>
                <a:lnTo>
                  <a:pt x="2826" y="1009"/>
                </a:lnTo>
                <a:lnTo>
                  <a:pt x="2684" y="747"/>
                </a:lnTo>
                <a:lnTo>
                  <a:pt x="2523" y="485"/>
                </a:lnTo>
                <a:lnTo>
                  <a:pt x="2341" y="243"/>
                </a:lnTo>
                <a:lnTo>
                  <a:pt x="216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" name="Google Shape;1482;p18"/>
          <p:cNvSpPr/>
          <p:nvPr/>
        </p:nvSpPr>
        <p:spPr>
          <a:xfrm>
            <a:off x="8905548" y="1936013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" name="Google Shape;1483;p18"/>
          <p:cNvSpPr/>
          <p:nvPr/>
        </p:nvSpPr>
        <p:spPr>
          <a:xfrm>
            <a:off x="9054482" y="2190947"/>
            <a:ext cx="794334" cy="541632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" name="Google Shape;1484;p18"/>
          <p:cNvSpPr/>
          <p:nvPr/>
        </p:nvSpPr>
        <p:spPr>
          <a:xfrm>
            <a:off x="8006405" y="3940817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" name="Google Shape;1485;p18"/>
          <p:cNvSpPr/>
          <p:nvPr/>
        </p:nvSpPr>
        <p:spPr>
          <a:xfrm>
            <a:off x="8024463" y="3383486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" name="Google Shape;1486;p18"/>
          <p:cNvSpPr/>
          <p:nvPr/>
        </p:nvSpPr>
        <p:spPr>
          <a:xfrm>
            <a:off x="8022171" y="3381194"/>
            <a:ext cx="104994" cy="104994"/>
          </a:xfrm>
          <a:custGeom>
            <a:rect b="b" l="l" r="r" t="t"/>
            <a:pathLst>
              <a:path extrusionOk="0" h="1878" w="1878">
                <a:moveTo>
                  <a:pt x="949" y="81"/>
                </a:moveTo>
                <a:lnTo>
                  <a:pt x="1111" y="102"/>
                </a:lnTo>
                <a:lnTo>
                  <a:pt x="1272" y="142"/>
                </a:lnTo>
                <a:lnTo>
                  <a:pt x="1414" y="223"/>
                </a:lnTo>
                <a:lnTo>
                  <a:pt x="1555" y="32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8"/>
                </a:lnTo>
                <a:lnTo>
                  <a:pt x="1797" y="949"/>
                </a:lnTo>
                <a:lnTo>
                  <a:pt x="1777" y="1111"/>
                </a:lnTo>
                <a:lnTo>
                  <a:pt x="1736" y="1272"/>
                </a:lnTo>
                <a:lnTo>
                  <a:pt x="1656" y="1413"/>
                </a:lnTo>
                <a:lnTo>
                  <a:pt x="1555" y="1555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77"/>
                </a:lnTo>
                <a:lnTo>
                  <a:pt x="949" y="1797"/>
                </a:lnTo>
                <a:lnTo>
                  <a:pt x="768" y="1777"/>
                </a:lnTo>
                <a:lnTo>
                  <a:pt x="606" y="1736"/>
                </a:lnTo>
                <a:lnTo>
                  <a:pt x="465" y="1655"/>
                </a:lnTo>
                <a:lnTo>
                  <a:pt x="344" y="1555"/>
                </a:lnTo>
                <a:lnTo>
                  <a:pt x="223" y="1413"/>
                </a:lnTo>
                <a:lnTo>
                  <a:pt x="142" y="1272"/>
                </a:lnTo>
                <a:lnTo>
                  <a:pt x="102" y="1111"/>
                </a:lnTo>
                <a:lnTo>
                  <a:pt x="82" y="949"/>
                </a:lnTo>
                <a:lnTo>
                  <a:pt x="102" y="768"/>
                </a:lnTo>
                <a:lnTo>
                  <a:pt x="142" y="606"/>
                </a:lnTo>
                <a:lnTo>
                  <a:pt x="223" y="465"/>
                </a:lnTo>
                <a:lnTo>
                  <a:pt x="344" y="324"/>
                </a:lnTo>
                <a:lnTo>
                  <a:pt x="465" y="223"/>
                </a:lnTo>
                <a:lnTo>
                  <a:pt x="606" y="142"/>
                </a:lnTo>
                <a:lnTo>
                  <a:pt x="768" y="102"/>
                </a:lnTo>
                <a:lnTo>
                  <a:pt x="949" y="81"/>
                </a:lnTo>
                <a:close/>
                <a:moveTo>
                  <a:pt x="949" y="1"/>
                </a:moveTo>
                <a:lnTo>
                  <a:pt x="748" y="21"/>
                </a:lnTo>
                <a:lnTo>
                  <a:pt x="586" y="81"/>
                </a:lnTo>
                <a:lnTo>
                  <a:pt x="425" y="162"/>
                </a:lnTo>
                <a:lnTo>
                  <a:pt x="284" y="283"/>
                </a:lnTo>
                <a:lnTo>
                  <a:pt x="162" y="404"/>
                </a:lnTo>
                <a:lnTo>
                  <a:pt x="82" y="56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82" y="1312"/>
                </a:lnTo>
                <a:lnTo>
                  <a:pt x="162" y="1474"/>
                </a:lnTo>
                <a:lnTo>
                  <a:pt x="284" y="1615"/>
                </a:lnTo>
                <a:lnTo>
                  <a:pt x="425" y="1716"/>
                </a:lnTo>
                <a:lnTo>
                  <a:pt x="586" y="1817"/>
                </a:lnTo>
                <a:lnTo>
                  <a:pt x="748" y="1857"/>
                </a:lnTo>
                <a:lnTo>
                  <a:pt x="949" y="1877"/>
                </a:lnTo>
                <a:lnTo>
                  <a:pt x="1131" y="1857"/>
                </a:lnTo>
                <a:lnTo>
                  <a:pt x="1313" y="1817"/>
                </a:lnTo>
                <a:lnTo>
                  <a:pt x="1474" y="1716"/>
                </a:lnTo>
                <a:lnTo>
                  <a:pt x="1615" y="1615"/>
                </a:lnTo>
                <a:lnTo>
                  <a:pt x="1716" y="1474"/>
                </a:lnTo>
                <a:lnTo>
                  <a:pt x="181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817" y="566"/>
                </a:lnTo>
                <a:lnTo>
                  <a:pt x="1716" y="404"/>
                </a:lnTo>
                <a:lnTo>
                  <a:pt x="1615" y="283"/>
                </a:lnTo>
                <a:lnTo>
                  <a:pt x="1474" y="162"/>
                </a:lnTo>
                <a:lnTo>
                  <a:pt x="1313" y="81"/>
                </a:lnTo>
                <a:lnTo>
                  <a:pt x="1131" y="21"/>
                </a:lnTo>
                <a:lnTo>
                  <a:pt x="94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" name="Google Shape;1487;p18"/>
          <p:cNvSpPr/>
          <p:nvPr/>
        </p:nvSpPr>
        <p:spPr>
          <a:xfrm>
            <a:off x="8252337" y="1963072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" name="Google Shape;1488;p18"/>
          <p:cNvSpPr/>
          <p:nvPr/>
        </p:nvSpPr>
        <p:spPr>
          <a:xfrm>
            <a:off x="8250101" y="1960780"/>
            <a:ext cx="104994" cy="106112"/>
          </a:xfrm>
          <a:custGeom>
            <a:rect b="b" l="l" r="r" t="t"/>
            <a:pathLst>
              <a:path extrusionOk="0" h="1898" w="1878">
                <a:moveTo>
                  <a:pt x="929" y="82"/>
                </a:moveTo>
                <a:lnTo>
                  <a:pt x="1110" y="102"/>
                </a:lnTo>
                <a:lnTo>
                  <a:pt x="1272" y="162"/>
                </a:lnTo>
                <a:lnTo>
                  <a:pt x="1413" y="243"/>
                </a:lnTo>
                <a:lnTo>
                  <a:pt x="1554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31"/>
                </a:lnTo>
                <a:lnTo>
                  <a:pt x="1736" y="1293"/>
                </a:lnTo>
                <a:lnTo>
                  <a:pt x="1655" y="143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97"/>
                </a:lnTo>
                <a:lnTo>
                  <a:pt x="929" y="1817"/>
                </a:lnTo>
                <a:lnTo>
                  <a:pt x="767" y="1797"/>
                </a:lnTo>
                <a:lnTo>
                  <a:pt x="606" y="1736"/>
                </a:lnTo>
                <a:lnTo>
                  <a:pt x="465" y="1656"/>
                </a:lnTo>
                <a:lnTo>
                  <a:pt x="323" y="1555"/>
                </a:lnTo>
                <a:lnTo>
                  <a:pt x="222" y="1434"/>
                </a:lnTo>
                <a:lnTo>
                  <a:pt x="142" y="1293"/>
                </a:lnTo>
                <a:lnTo>
                  <a:pt x="101" y="113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44"/>
                </a:lnTo>
                <a:lnTo>
                  <a:pt x="465" y="243"/>
                </a:lnTo>
                <a:lnTo>
                  <a:pt x="606" y="162"/>
                </a:lnTo>
                <a:lnTo>
                  <a:pt x="767" y="102"/>
                </a:lnTo>
                <a:lnTo>
                  <a:pt x="929" y="82"/>
                </a:lnTo>
                <a:close/>
                <a:moveTo>
                  <a:pt x="929" y="1"/>
                </a:moveTo>
                <a:lnTo>
                  <a:pt x="747" y="21"/>
                </a:lnTo>
                <a:lnTo>
                  <a:pt x="565" y="82"/>
                </a:lnTo>
                <a:lnTo>
                  <a:pt x="404" y="162"/>
                </a:lnTo>
                <a:lnTo>
                  <a:pt x="263" y="284"/>
                </a:lnTo>
                <a:lnTo>
                  <a:pt x="162" y="425"/>
                </a:lnTo>
                <a:lnTo>
                  <a:pt x="61" y="586"/>
                </a:lnTo>
                <a:lnTo>
                  <a:pt x="21" y="768"/>
                </a:lnTo>
                <a:lnTo>
                  <a:pt x="0" y="949"/>
                </a:lnTo>
                <a:lnTo>
                  <a:pt x="21" y="1131"/>
                </a:lnTo>
                <a:lnTo>
                  <a:pt x="61" y="1313"/>
                </a:lnTo>
                <a:lnTo>
                  <a:pt x="162" y="1474"/>
                </a:lnTo>
                <a:lnTo>
                  <a:pt x="263" y="1615"/>
                </a:lnTo>
                <a:lnTo>
                  <a:pt x="404" y="1736"/>
                </a:lnTo>
                <a:lnTo>
                  <a:pt x="565" y="1817"/>
                </a:lnTo>
                <a:lnTo>
                  <a:pt x="747" y="1878"/>
                </a:lnTo>
                <a:lnTo>
                  <a:pt x="929" y="1898"/>
                </a:lnTo>
                <a:lnTo>
                  <a:pt x="1130" y="1878"/>
                </a:lnTo>
                <a:lnTo>
                  <a:pt x="1312" y="1817"/>
                </a:lnTo>
                <a:lnTo>
                  <a:pt x="1453" y="1736"/>
                </a:lnTo>
                <a:lnTo>
                  <a:pt x="1595" y="1615"/>
                </a:lnTo>
                <a:lnTo>
                  <a:pt x="1716" y="1474"/>
                </a:lnTo>
                <a:lnTo>
                  <a:pt x="1796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68"/>
                </a:lnTo>
                <a:lnTo>
                  <a:pt x="1796" y="586"/>
                </a:lnTo>
                <a:lnTo>
                  <a:pt x="1716" y="425"/>
                </a:lnTo>
                <a:lnTo>
                  <a:pt x="1595" y="284"/>
                </a:lnTo>
                <a:lnTo>
                  <a:pt x="1453" y="162"/>
                </a:lnTo>
                <a:lnTo>
                  <a:pt x="1312" y="82"/>
                </a:lnTo>
                <a:lnTo>
                  <a:pt x="1130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" name="Google Shape;1489;p18"/>
          <p:cNvSpPr/>
          <p:nvPr/>
        </p:nvSpPr>
        <p:spPr>
          <a:xfrm>
            <a:off x="8947481" y="1091884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" name="Google Shape;1490;p18"/>
          <p:cNvSpPr/>
          <p:nvPr/>
        </p:nvSpPr>
        <p:spPr>
          <a:xfrm>
            <a:off x="9048679" y="137326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" name="Google Shape;1491;p18"/>
          <p:cNvSpPr/>
          <p:nvPr/>
        </p:nvSpPr>
        <p:spPr>
          <a:xfrm>
            <a:off x="9064657" y="390240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2" name="Google Shape;1492;p18"/>
          <p:cNvSpPr/>
          <p:nvPr/>
        </p:nvSpPr>
        <p:spPr>
          <a:xfrm>
            <a:off x="9062365" y="3900173"/>
            <a:ext cx="104994" cy="104994"/>
          </a:xfrm>
          <a:custGeom>
            <a:rect b="b" l="l" r="r" t="t"/>
            <a:pathLst>
              <a:path extrusionOk="0" h="1878" w="1878">
                <a:moveTo>
                  <a:pt x="929" y="81"/>
                </a:moveTo>
                <a:lnTo>
                  <a:pt x="1111" y="101"/>
                </a:lnTo>
                <a:lnTo>
                  <a:pt x="1272" y="142"/>
                </a:lnTo>
                <a:lnTo>
                  <a:pt x="1414" y="223"/>
                </a:lnTo>
                <a:lnTo>
                  <a:pt x="1535" y="34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7"/>
                </a:lnTo>
                <a:lnTo>
                  <a:pt x="1797" y="949"/>
                </a:lnTo>
                <a:lnTo>
                  <a:pt x="1777" y="1110"/>
                </a:lnTo>
                <a:lnTo>
                  <a:pt x="1736" y="1272"/>
                </a:lnTo>
                <a:lnTo>
                  <a:pt x="1656" y="1433"/>
                </a:lnTo>
                <a:lnTo>
                  <a:pt x="1535" y="1554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97"/>
                </a:lnTo>
                <a:lnTo>
                  <a:pt x="768" y="1797"/>
                </a:lnTo>
                <a:lnTo>
                  <a:pt x="606" y="1736"/>
                </a:lnTo>
                <a:lnTo>
                  <a:pt x="445" y="1655"/>
                </a:lnTo>
                <a:lnTo>
                  <a:pt x="324" y="1554"/>
                </a:lnTo>
                <a:lnTo>
                  <a:pt x="223" y="1433"/>
                </a:lnTo>
                <a:lnTo>
                  <a:pt x="142" y="1272"/>
                </a:lnTo>
                <a:lnTo>
                  <a:pt x="82" y="1110"/>
                </a:lnTo>
                <a:lnTo>
                  <a:pt x="82" y="949"/>
                </a:lnTo>
                <a:lnTo>
                  <a:pt x="82" y="767"/>
                </a:lnTo>
                <a:lnTo>
                  <a:pt x="142" y="606"/>
                </a:lnTo>
                <a:lnTo>
                  <a:pt x="223" y="465"/>
                </a:lnTo>
                <a:lnTo>
                  <a:pt x="324" y="344"/>
                </a:lnTo>
                <a:lnTo>
                  <a:pt x="445" y="223"/>
                </a:lnTo>
                <a:lnTo>
                  <a:pt x="606" y="142"/>
                </a:lnTo>
                <a:lnTo>
                  <a:pt x="768" y="101"/>
                </a:lnTo>
                <a:lnTo>
                  <a:pt x="929" y="81"/>
                </a:lnTo>
                <a:close/>
                <a:moveTo>
                  <a:pt x="929" y="1"/>
                </a:moveTo>
                <a:lnTo>
                  <a:pt x="748" y="21"/>
                </a:lnTo>
                <a:lnTo>
                  <a:pt x="566" y="81"/>
                </a:lnTo>
                <a:lnTo>
                  <a:pt x="405" y="162"/>
                </a:lnTo>
                <a:lnTo>
                  <a:pt x="263" y="283"/>
                </a:lnTo>
                <a:lnTo>
                  <a:pt x="162" y="424"/>
                </a:lnTo>
                <a:lnTo>
                  <a:pt x="62" y="58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62" y="1312"/>
                </a:lnTo>
                <a:lnTo>
                  <a:pt x="162" y="1474"/>
                </a:lnTo>
                <a:lnTo>
                  <a:pt x="263" y="1615"/>
                </a:lnTo>
                <a:lnTo>
                  <a:pt x="405" y="1716"/>
                </a:lnTo>
                <a:lnTo>
                  <a:pt x="566" y="1817"/>
                </a:lnTo>
                <a:lnTo>
                  <a:pt x="748" y="1857"/>
                </a:lnTo>
                <a:lnTo>
                  <a:pt x="929" y="1877"/>
                </a:lnTo>
                <a:lnTo>
                  <a:pt x="1131" y="1857"/>
                </a:lnTo>
                <a:lnTo>
                  <a:pt x="1293" y="1817"/>
                </a:lnTo>
                <a:lnTo>
                  <a:pt x="1454" y="1716"/>
                </a:lnTo>
                <a:lnTo>
                  <a:pt x="1595" y="1615"/>
                </a:lnTo>
                <a:lnTo>
                  <a:pt x="1716" y="1474"/>
                </a:lnTo>
                <a:lnTo>
                  <a:pt x="179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797" y="586"/>
                </a:lnTo>
                <a:lnTo>
                  <a:pt x="1716" y="424"/>
                </a:lnTo>
                <a:lnTo>
                  <a:pt x="1595" y="283"/>
                </a:lnTo>
                <a:lnTo>
                  <a:pt x="1454" y="162"/>
                </a:lnTo>
                <a:lnTo>
                  <a:pt x="1293" y="81"/>
                </a:lnTo>
                <a:lnTo>
                  <a:pt x="1131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3" name="Google Shape;1493;p18"/>
          <p:cNvSpPr/>
          <p:nvPr/>
        </p:nvSpPr>
        <p:spPr>
          <a:xfrm>
            <a:off x="7397129" y="44694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4" name="Google Shape;1494;p18"/>
          <p:cNvSpPr/>
          <p:nvPr/>
        </p:nvSpPr>
        <p:spPr>
          <a:xfrm>
            <a:off x="7665172" y="399370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5" name="Google Shape;1495;p18"/>
          <p:cNvSpPr/>
          <p:nvPr/>
        </p:nvSpPr>
        <p:spPr>
          <a:xfrm>
            <a:off x="9325237" y="2442525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" name="Google Shape;1496;p18"/>
          <p:cNvSpPr/>
          <p:nvPr/>
        </p:nvSpPr>
        <p:spPr>
          <a:xfrm>
            <a:off x="9301588" y="2466230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" name="Google Shape;1497;p18"/>
          <p:cNvSpPr/>
          <p:nvPr/>
        </p:nvSpPr>
        <p:spPr>
          <a:xfrm rot="3449335">
            <a:off x="2649872" y="-138575"/>
            <a:ext cx="4584" cy="55347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" name="Google Shape;1498;p18"/>
          <p:cNvSpPr/>
          <p:nvPr/>
        </p:nvSpPr>
        <p:spPr>
          <a:xfrm>
            <a:off x="-2003610" y="63728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" name="Google Shape;1499;p18"/>
          <p:cNvSpPr/>
          <p:nvPr/>
        </p:nvSpPr>
        <p:spPr>
          <a:xfrm rot="3449335">
            <a:off x="2625262" y="-113023"/>
            <a:ext cx="55347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0" name="Google Shape;1500;p18"/>
          <p:cNvGrpSpPr/>
          <p:nvPr/>
        </p:nvGrpSpPr>
        <p:grpSpPr>
          <a:xfrm>
            <a:off x="3970982" y="4599416"/>
            <a:ext cx="1205112" cy="520243"/>
            <a:chOff x="3970982" y="4599416"/>
            <a:chExt cx="1205112" cy="520243"/>
          </a:xfrm>
        </p:grpSpPr>
        <p:sp>
          <p:nvSpPr>
            <p:cNvPr id="1501" name="Google Shape;1501;p18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18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18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18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18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18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18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18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18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18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18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18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18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18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18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18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18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18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18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18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18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18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18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18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18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18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18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18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18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18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18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18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" name="Google Shape;1533;p18"/>
          <p:cNvGrpSpPr/>
          <p:nvPr/>
        </p:nvGrpSpPr>
        <p:grpSpPr>
          <a:xfrm>
            <a:off x="3969444" y="51341"/>
            <a:ext cx="1205112" cy="520243"/>
            <a:chOff x="3970982" y="4599416"/>
            <a:chExt cx="1205112" cy="520243"/>
          </a:xfrm>
        </p:grpSpPr>
        <p:sp>
          <p:nvSpPr>
            <p:cNvPr id="1534" name="Google Shape;1534;p18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18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18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18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18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18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18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18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18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18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18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18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18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18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18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18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18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18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18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18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18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18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18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18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18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18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18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18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18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18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18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18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" name="Google Shape;1566;p18"/>
          <p:cNvGrpSpPr/>
          <p:nvPr/>
        </p:nvGrpSpPr>
        <p:grpSpPr>
          <a:xfrm>
            <a:off x="335952" y="4224312"/>
            <a:ext cx="754524" cy="750237"/>
            <a:chOff x="8523754" y="10"/>
            <a:chExt cx="516408" cy="513439"/>
          </a:xfrm>
        </p:grpSpPr>
        <p:sp>
          <p:nvSpPr>
            <p:cNvPr id="1567" name="Google Shape;1567;p18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18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9" name="Google Shape;1569;p18"/>
          <p:cNvSpPr/>
          <p:nvPr/>
        </p:nvSpPr>
        <p:spPr>
          <a:xfrm>
            <a:off x="8202150" y="4384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" name="Google Shape;1570;p18"/>
          <p:cNvSpPr/>
          <p:nvPr/>
        </p:nvSpPr>
        <p:spPr>
          <a:xfrm>
            <a:off x="484600" y="280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1" name="Google Shape;1571;p18"/>
          <p:cNvGrpSpPr/>
          <p:nvPr/>
        </p:nvGrpSpPr>
        <p:grpSpPr>
          <a:xfrm flipH="1" rot="2700000">
            <a:off x="-2243747" y="347213"/>
            <a:ext cx="2946912" cy="1512954"/>
            <a:chOff x="-1306807" y="-1638114"/>
            <a:chExt cx="2946940" cy="1512969"/>
          </a:xfrm>
        </p:grpSpPr>
        <p:sp>
          <p:nvSpPr>
            <p:cNvPr id="1572" name="Google Shape;1572;p18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18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18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5" name="Google Shape;1575;p18"/>
          <p:cNvSpPr/>
          <p:nvPr/>
        </p:nvSpPr>
        <p:spPr>
          <a:xfrm>
            <a:off x="322954" y="27325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" name="Google Shape;1576;p18"/>
          <p:cNvSpPr/>
          <p:nvPr/>
        </p:nvSpPr>
        <p:spPr>
          <a:xfrm>
            <a:off x="2337742" y="162452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" name="Google Shape;1577;p18"/>
          <p:cNvSpPr/>
          <p:nvPr/>
        </p:nvSpPr>
        <p:spPr>
          <a:xfrm>
            <a:off x="266642" y="137584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" name="Google Shape;1578;p18"/>
          <p:cNvSpPr/>
          <p:nvPr/>
        </p:nvSpPr>
        <p:spPr>
          <a:xfrm>
            <a:off x="523842" y="1693465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" name="Google Shape;1579;p18"/>
          <p:cNvSpPr/>
          <p:nvPr/>
        </p:nvSpPr>
        <p:spPr>
          <a:xfrm>
            <a:off x="3174892" y="-1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5">
  <p:cSld name="CUSTOM_10_1_1_1_1">
    <p:bg>
      <p:bgPr>
        <a:solidFill>
          <a:schemeClr val="lt2"/>
        </a:solidFill>
      </p:bgPr>
    </p:bg>
    <p:spTree>
      <p:nvGrpSpPr>
        <p:cNvPr id="1580" name="Shape 1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1" name="Google Shape;1581;p19"/>
          <p:cNvSpPr/>
          <p:nvPr/>
        </p:nvSpPr>
        <p:spPr>
          <a:xfrm flipH="1">
            <a:off x="8403688" y="0"/>
            <a:ext cx="754500" cy="51435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" name="Google Shape;1582;p19"/>
          <p:cNvSpPr txBox="1"/>
          <p:nvPr>
            <p:ph type="title"/>
          </p:nvPr>
        </p:nvSpPr>
        <p:spPr>
          <a:xfrm>
            <a:off x="3110400" y="2065980"/>
            <a:ext cx="41148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83" name="Google Shape;1583;p19"/>
          <p:cNvSpPr txBox="1"/>
          <p:nvPr>
            <p:ph idx="1" type="subTitle"/>
          </p:nvPr>
        </p:nvSpPr>
        <p:spPr>
          <a:xfrm>
            <a:off x="3110400" y="2682420"/>
            <a:ext cx="3069600" cy="3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584" name="Google Shape;1584;p19"/>
          <p:cNvSpPr txBox="1"/>
          <p:nvPr>
            <p:ph hasCustomPrompt="1" idx="2" type="title"/>
          </p:nvPr>
        </p:nvSpPr>
        <p:spPr>
          <a:xfrm>
            <a:off x="1918800" y="2334000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85" name="Google Shape;1585;p19"/>
          <p:cNvSpPr/>
          <p:nvPr/>
        </p:nvSpPr>
        <p:spPr>
          <a:xfrm flipH="1">
            <a:off x="25" y="0"/>
            <a:ext cx="754500" cy="51435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" name="Google Shape;1586;p19"/>
          <p:cNvSpPr/>
          <p:nvPr/>
        </p:nvSpPr>
        <p:spPr>
          <a:xfrm>
            <a:off x="8133850" y="18219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" name="Google Shape;1587;p19"/>
          <p:cNvSpPr/>
          <p:nvPr/>
        </p:nvSpPr>
        <p:spPr>
          <a:xfrm rot="5400000">
            <a:off x="8133850" y="7872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" name="Google Shape;1588;p19"/>
          <p:cNvSpPr/>
          <p:nvPr/>
        </p:nvSpPr>
        <p:spPr>
          <a:xfrm rot="3449335">
            <a:off x="1473204" y="-1086091"/>
            <a:ext cx="1596402" cy="180291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" name="Google Shape;1589;p19"/>
          <p:cNvSpPr/>
          <p:nvPr/>
        </p:nvSpPr>
        <p:spPr>
          <a:xfrm>
            <a:off x="7290020" y="98147"/>
            <a:ext cx="6754688" cy="4497143"/>
          </a:xfrm>
          <a:custGeom>
            <a:rect b="b" l="l" r="r" t="t"/>
            <a:pathLst>
              <a:path extrusionOk="0" h="80439" w="120819">
                <a:moveTo>
                  <a:pt x="94887" y="81"/>
                </a:moveTo>
                <a:lnTo>
                  <a:pt x="96400" y="122"/>
                </a:lnTo>
                <a:lnTo>
                  <a:pt x="97914" y="182"/>
                </a:lnTo>
                <a:lnTo>
                  <a:pt x="99427" y="283"/>
                </a:lnTo>
                <a:lnTo>
                  <a:pt x="100941" y="424"/>
                </a:lnTo>
                <a:lnTo>
                  <a:pt x="102454" y="586"/>
                </a:lnTo>
                <a:lnTo>
                  <a:pt x="103968" y="788"/>
                </a:lnTo>
                <a:lnTo>
                  <a:pt x="105481" y="1030"/>
                </a:lnTo>
                <a:lnTo>
                  <a:pt x="106894" y="1272"/>
                </a:lnTo>
                <a:lnTo>
                  <a:pt x="107620" y="1413"/>
                </a:lnTo>
                <a:lnTo>
                  <a:pt x="108367" y="1595"/>
                </a:lnTo>
                <a:lnTo>
                  <a:pt x="109114" y="1777"/>
                </a:lnTo>
                <a:lnTo>
                  <a:pt x="109860" y="1998"/>
                </a:lnTo>
                <a:lnTo>
                  <a:pt x="110607" y="2241"/>
                </a:lnTo>
                <a:lnTo>
                  <a:pt x="111354" y="2503"/>
                </a:lnTo>
                <a:lnTo>
                  <a:pt x="112100" y="2806"/>
                </a:lnTo>
                <a:lnTo>
                  <a:pt x="112827" y="3129"/>
                </a:lnTo>
                <a:lnTo>
                  <a:pt x="113533" y="3492"/>
                </a:lnTo>
                <a:lnTo>
                  <a:pt x="114219" y="3895"/>
                </a:lnTo>
                <a:lnTo>
                  <a:pt x="114562" y="4117"/>
                </a:lnTo>
                <a:lnTo>
                  <a:pt x="114885" y="4339"/>
                </a:lnTo>
                <a:lnTo>
                  <a:pt x="115208" y="4582"/>
                </a:lnTo>
                <a:lnTo>
                  <a:pt x="115531" y="4824"/>
                </a:lnTo>
                <a:lnTo>
                  <a:pt x="115834" y="5086"/>
                </a:lnTo>
                <a:lnTo>
                  <a:pt x="116136" y="5369"/>
                </a:lnTo>
                <a:lnTo>
                  <a:pt x="116419" y="5651"/>
                </a:lnTo>
                <a:lnTo>
                  <a:pt x="116701" y="5934"/>
                </a:lnTo>
                <a:lnTo>
                  <a:pt x="117044" y="6317"/>
                </a:lnTo>
                <a:lnTo>
                  <a:pt x="117367" y="6721"/>
                </a:lnTo>
                <a:lnTo>
                  <a:pt x="117690" y="7165"/>
                </a:lnTo>
                <a:lnTo>
                  <a:pt x="118033" y="7669"/>
                </a:lnTo>
                <a:lnTo>
                  <a:pt x="118336" y="8194"/>
                </a:lnTo>
                <a:lnTo>
                  <a:pt x="118659" y="8799"/>
                </a:lnTo>
                <a:lnTo>
                  <a:pt x="118941" y="9445"/>
                </a:lnTo>
                <a:lnTo>
                  <a:pt x="119224" y="10171"/>
                </a:lnTo>
                <a:lnTo>
                  <a:pt x="119486" y="10958"/>
                </a:lnTo>
                <a:lnTo>
                  <a:pt x="119728" y="11826"/>
                </a:lnTo>
                <a:lnTo>
                  <a:pt x="119950" y="12795"/>
                </a:lnTo>
                <a:lnTo>
                  <a:pt x="120152" y="13824"/>
                </a:lnTo>
                <a:lnTo>
                  <a:pt x="120334" y="14974"/>
                </a:lnTo>
                <a:lnTo>
                  <a:pt x="120475" y="16205"/>
                </a:lnTo>
                <a:lnTo>
                  <a:pt x="120576" y="17557"/>
                </a:lnTo>
                <a:lnTo>
                  <a:pt x="120657" y="19010"/>
                </a:lnTo>
                <a:lnTo>
                  <a:pt x="120697" y="20241"/>
                </a:lnTo>
                <a:lnTo>
                  <a:pt x="120717" y="21472"/>
                </a:lnTo>
                <a:lnTo>
                  <a:pt x="120737" y="22683"/>
                </a:lnTo>
                <a:lnTo>
                  <a:pt x="120737" y="23914"/>
                </a:lnTo>
                <a:lnTo>
                  <a:pt x="120717" y="25145"/>
                </a:lnTo>
                <a:lnTo>
                  <a:pt x="120697" y="26376"/>
                </a:lnTo>
                <a:lnTo>
                  <a:pt x="120657" y="27607"/>
                </a:lnTo>
                <a:lnTo>
                  <a:pt x="120616" y="28838"/>
                </a:lnTo>
                <a:lnTo>
                  <a:pt x="120536" y="30049"/>
                </a:lnTo>
                <a:lnTo>
                  <a:pt x="120455" y="31280"/>
                </a:lnTo>
                <a:lnTo>
                  <a:pt x="120374" y="32511"/>
                </a:lnTo>
                <a:lnTo>
                  <a:pt x="120253" y="33722"/>
                </a:lnTo>
                <a:lnTo>
                  <a:pt x="120152" y="34953"/>
                </a:lnTo>
                <a:lnTo>
                  <a:pt x="120011" y="36163"/>
                </a:lnTo>
                <a:lnTo>
                  <a:pt x="119870" y="37394"/>
                </a:lnTo>
                <a:lnTo>
                  <a:pt x="119708" y="38605"/>
                </a:lnTo>
                <a:lnTo>
                  <a:pt x="119567" y="39533"/>
                </a:lnTo>
                <a:lnTo>
                  <a:pt x="119405" y="40462"/>
                </a:lnTo>
                <a:lnTo>
                  <a:pt x="119224" y="41390"/>
                </a:lnTo>
                <a:lnTo>
                  <a:pt x="119103" y="41834"/>
                </a:lnTo>
                <a:lnTo>
                  <a:pt x="118982" y="42278"/>
                </a:lnTo>
                <a:lnTo>
                  <a:pt x="118820" y="42722"/>
                </a:lnTo>
                <a:lnTo>
                  <a:pt x="118659" y="43166"/>
                </a:lnTo>
                <a:lnTo>
                  <a:pt x="118497" y="43590"/>
                </a:lnTo>
                <a:lnTo>
                  <a:pt x="118296" y="43993"/>
                </a:lnTo>
                <a:lnTo>
                  <a:pt x="118074" y="44397"/>
                </a:lnTo>
                <a:lnTo>
                  <a:pt x="117831" y="44800"/>
                </a:lnTo>
                <a:lnTo>
                  <a:pt x="117549" y="45164"/>
                </a:lnTo>
                <a:lnTo>
                  <a:pt x="117266" y="45527"/>
                </a:lnTo>
                <a:lnTo>
                  <a:pt x="117105" y="45709"/>
                </a:lnTo>
                <a:lnTo>
                  <a:pt x="116943" y="45870"/>
                </a:lnTo>
                <a:lnTo>
                  <a:pt x="116782" y="45991"/>
                </a:lnTo>
                <a:lnTo>
                  <a:pt x="116621" y="46112"/>
                </a:lnTo>
                <a:lnTo>
                  <a:pt x="116459" y="46193"/>
                </a:lnTo>
                <a:lnTo>
                  <a:pt x="116298" y="46253"/>
                </a:lnTo>
                <a:lnTo>
                  <a:pt x="116136" y="46294"/>
                </a:lnTo>
                <a:lnTo>
                  <a:pt x="115975" y="46314"/>
                </a:lnTo>
                <a:lnTo>
                  <a:pt x="115813" y="46314"/>
                </a:lnTo>
                <a:lnTo>
                  <a:pt x="115632" y="46294"/>
                </a:lnTo>
                <a:lnTo>
                  <a:pt x="115490" y="46253"/>
                </a:lnTo>
                <a:lnTo>
                  <a:pt x="115349" y="46193"/>
                </a:lnTo>
                <a:lnTo>
                  <a:pt x="115228" y="46092"/>
                </a:lnTo>
                <a:lnTo>
                  <a:pt x="115107" y="45991"/>
                </a:lnTo>
                <a:lnTo>
                  <a:pt x="115006" y="45890"/>
                </a:lnTo>
                <a:lnTo>
                  <a:pt x="114905" y="45749"/>
                </a:lnTo>
                <a:lnTo>
                  <a:pt x="114724" y="45446"/>
                </a:lnTo>
                <a:lnTo>
                  <a:pt x="114562" y="45103"/>
                </a:lnTo>
                <a:lnTo>
                  <a:pt x="114441" y="44740"/>
                </a:lnTo>
                <a:lnTo>
                  <a:pt x="114300" y="44336"/>
                </a:lnTo>
                <a:lnTo>
                  <a:pt x="114360" y="44316"/>
                </a:lnTo>
                <a:lnTo>
                  <a:pt x="114199" y="43751"/>
                </a:lnTo>
                <a:lnTo>
                  <a:pt x="114017" y="43186"/>
                </a:lnTo>
                <a:lnTo>
                  <a:pt x="113816" y="42641"/>
                </a:lnTo>
                <a:lnTo>
                  <a:pt x="113594" y="42096"/>
                </a:lnTo>
                <a:lnTo>
                  <a:pt x="113331" y="41551"/>
                </a:lnTo>
                <a:lnTo>
                  <a:pt x="113049" y="41027"/>
                </a:lnTo>
                <a:lnTo>
                  <a:pt x="112746" y="40522"/>
                </a:lnTo>
                <a:lnTo>
                  <a:pt x="112403" y="40018"/>
                </a:lnTo>
                <a:lnTo>
                  <a:pt x="112040" y="39533"/>
                </a:lnTo>
                <a:lnTo>
                  <a:pt x="111656" y="39049"/>
                </a:lnTo>
                <a:lnTo>
                  <a:pt x="111253" y="38605"/>
                </a:lnTo>
                <a:lnTo>
                  <a:pt x="110829" y="38161"/>
                </a:lnTo>
                <a:lnTo>
                  <a:pt x="110365" y="37717"/>
                </a:lnTo>
                <a:lnTo>
                  <a:pt x="109901" y="37314"/>
                </a:lnTo>
                <a:lnTo>
                  <a:pt x="109396" y="36910"/>
                </a:lnTo>
                <a:lnTo>
                  <a:pt x="108892" y="36547"/>
                </a:lnTo>
                <a:lnTo>
                  <a:pt x="108367" y="36184"/>
                </a:lnTo>
                <a:lnTo>
                  <a:pt x="107822" y="35861"/>
                </a:lnTo>
                <a:lnTo>
                  <a:pt x="107277" y="35558"/>
                </a:lnTo>
                <a:lnTo>
                  <a:pt x="106712" y="35275"/>
                </a:lnTo>
                <a:lnTo>
                  <a:pt x="106147" y="35033"/>
                </a:lnTo>
                <a:lnTo>
                  <a:pt x="105582" y="34811"/>
                </a:lnTo>
                <a:lnTo>
                  <a:pt x="104997" y="34610"/>
                </a:lnTo>
                <a:lnTo>
                  <a:pt x="104412" y="34428"/>
                </a:lnTo>
                <a:lnTo>
                  <a:pt x="103826" y="34287"/>
                </a:lnTo>
                <a:lnTo>
                  <a:pt x="103241" y="34166"/>
                </a:lnTo>
                <a:lnTo>
                  <a:pt x="102636" y="34065"/>
                </a:lnTo>
                <a:lnTo>
                  <a:pt x="102051" y="34004"/>
                </a:lnTo>
                <a:lnTo>
                  <a:pt x="101445" y="33964"/>
                </a:lnTo>
                <a:lnTo>
                  <a:pt x="100860" y="33944"/>
                </a:lnTo>
                <a:lnTo>
                  <a:pt x="100255" y="33964"/>
                </a:lnTo>
                <a:lnTo>
                  <a:pt x="99669" y="34004"/>
                </a:lnTo>
                <a:lnTo>
                  <a:pt x="99084" y="34085"/>
                </a:lnTo>
                <a:lnTo>
                  <a:pt x="98499" y="34166"/>
                </a:lnTo>
                <a:lnTo>
                  <a:pt x="97914" y="34307"/>
                </a:lnTo>
                <a:lnTo>
                  <a:pt x="97349" y="34448"/>
                </a:lnTo>
                <a:lnTo>
                  <a:pt x="96763" y="34630"/>
                </a:lnTo>
                <a:lnTo>
                  <a:pt x="96198" y="34831"/>
                </a:lnTo>
                <a:lnTo>
                  <a:pt x="95654" y="35053"/>
                </a:lnTo>
                <a:lnTo>
                  <a:pt x="95109" y="35296"/>
                </a:lnTo>
                <a:lnTo>
                  <a:pt x="94564" y="35578"/>
                </a:lnTo>
                <a:lnTo>
                  <a:pt x="94019" y="35861"/>
                </a:lnTo>
                <a:lnTo>
                  <a:pt x="93494" y="36184"/>
                </a:lnTo>
                <a:lnTo>
                  <a:pt x="92990" y="36527"/>
                </a:lnTo>
                <a:lnTo>
                  <a:pt x="92485" y="36910"/>
                </a:lnTo>
                <a:lnTo>
                  <a:pt x="92001" y="37293"/>
                </a:lnTo>
                <a:lnTo>
                  <a:pt x="91517" y="37697"/>
                </a:lnTo>
                <a:lnTo>
                  <a:pt x="91052" y="38141"/>
                </a:lnTo>
                <a:lnTo>
                  <a:pt x="90609" y="38585"/>
                </a:lnTo>
                <a:lnTo>
                  <a:pt x="90185" y="39049"/>
                </a:lnTo>
                <a:lnTo>
                  <a:pt x="89781" y="39513"/>
                </a:lnTo>
                <a:lnTo>
                  <a:pt x="89398" y="40018"/>
                </a:lnTo>
                <a:lnTo>
                  <a:pt x="89055" y="40502"/>
                </a:lnTo>
                <a:lnTo>
                  <a:pt x="88712" y="41027"/>
                </a:lnTo>
                <a:lnTo>
                  <a:pt x="88389" y="41551"/>
                </a:lnTo>
                <a:lnTo>
                  <a:pt x="88086" y="42076"/>
                </a:lnTo>
                <a:lnTo>
                  <a:pt x="87824" y="42621"/>
                </a:lnTo>
                <a:lnTo>
                  <a:pt x="87561" y="43186"/>
                </a:lnTo>
                <a:lnTo>
                  <a:pt x="87339" y="43751"/>
                </a:lnTo>
                <a:lnTo>
                  <a:pt x="87138" y="44316"/>
                </a:lnTo>
                <a:lnTo>
                  <a:pt x="86956" y="44881"/>
                </a:lnTo>
                <a:lnTo>
                  <a:pt x="86815" y="45466"/>
                </a:lnTo>
                <a:lnTo>
                  <a:pt x="86673" y="46052"/>
                </a:lnTo>
                <a:lnTo>
                  <a:pt x="86573" y="46637"/>
                </a:lnTo>
                <a:lnTo>
                  <a:pt x="86492" y="47283"/>
                </a:lnTo>
                <a:lnTo>
                  <a:pt x="86411" y="47928"/>
                </a:lnTo>
                <a:lnTo>
                  <a:pt x="86290" y="49240"/>
                </a:lnTo>
                <a:lnTo>
                  <a:pt x="86209" y="50330"/>
                </a:lnTo>
                <a:lnTo>
                  <a:pt x="86088" y="51399"/>
                </a:lnTo>
                <a:lnTo>
                  <a:pt x="86007" y="51924"/>
                </a:lnTo>
                <a:lnTo>
                  <a:pt x="85927" y="52449"/>
                </a:lnTo>
                <a:lnTo>
                  <a:pt x="85806" y="52973"/>
                </a:lnTo>
                <a:lnTo>
                  <a:pt x="85685" y="53458"/>
                </a:lnTo>
                <a:lnTo>
                  <a:pt x="85543" y="53962"/>
                </a:lnTo>
                <a:lnTo>
                  <a:pt x="85362" y="54426"/>
                </a:lnTo>
                <a:lnTo>
                  <a:pt x="85160" y="54870"/>
                </a:lnTo>
                <a:lnTo>
                  <a:pt x="84918" y="55314"/>
                </a:lnTo>
                <a:lnTo>
                  <a:pt x="84655" y="55718"/>
                </a:lnTo>
                <a:lnTo>
                  <a:pt x="84353" y="56101"/>
                </a:lnTo>
                <a:lnTo>
                  <a:pt x="84171" y="56303"/>
                </a:lnTo>
                <a:lnTo>
                  <a:pt x="84010" y="56465"/>
                </a:lnTo>
                <a:lnTo>
                  <a:pt x="83808" y="56646"/>
                </a:lnTo>
                <a:lnTo>
                  <a:pt x="83606" y="56808"/>
                </a:lnTo>
                <a:lnTo>
                  <a:pt x="83344" y="56989"/>
                </a:lnTo>
                <a:lnTo>
                  <a:pt x="83041" y="57191"/>
                </a:lnTo>
                <a:lnTo>
                  <a:pt x="82658" y="57393"/>
                </a:lnTo>
                <a:lnTo>
                  <a:pt x="82173" y="57595"/>
                </a:lnTo>
                <a:lnTo>
                  <a:pt x="81628" y="57776"/>
                </a:lnTo>
                <a:lnTo>
                  <a:pt x="81326" y="57877"/>
                </a:lnTo>
                <a:lnTo>
                  <a:pt x="80983" y="57958"/>
                </a:lnTo>
                <a:lnTo>
                  <a:pt x="80599" y="58018"/>
                </a:lnTo>
                <a:lnTo>
                  <a:pt x="80216" y="58099"/>
                </a:lnTo>
                <a:lnTo>
                  <a:pt x="79792" y="58160"/>
                </a:lnTo>
                <a:lnTo>
                  <a:pt x="79328" y="58200"/>
                </a:lnTo>
                <a:lnTo>
                  <a:pt x="78642" y="58261"/>
                </a:lnTo>
                <a:lnTo>
                  <a:pt x="77935" y="58281"/>
                </a:lnTo>
                <a:lnTo>
                  <a:pt x="77249" y="58301"/>
                </a:lnTo>
                <a:lnTo>
                  <a:pt x="76543" y="58301"/>
                </a:lnTo>
                <a:lnTo>
                  <a:pt x="75837" y="58281"/>
                </a:lnTo>
                <a:lnTo>
                  <a:pt x="75151" y="58240"/>
                </a:lnTo>
                <a:lnTo>
                  <a:pt x="74444" y="58180"/>
                </a:lnTo>
                <a:lnTo>
                  <a:pt x="73758" y="58119"/>
                </a:lnTo>
                <a:lnTo>
                  <a:pt x="72366" y="57958"/>
                </a:lnTo>
                <a:lnTo>
                  <a:pt x="70994" y="57776"/>
                </a:lnTo>
                <a:lnTo>
                  <a:pt x="69601" y="57574"/>
                </a:lnTo>
                <a:lnTo>
                  <a:pt x="68249" y="57352"/>
                </a:lnTo>
                <a:lnTo>
                  <a:pt x="66937" y="57151"/>
                </a:lnTo>
                <a:lnTo>
                  <a:pt x="65605" y="56949"/>
                </a:lnTo>
                <a:lnTo>
                  <a:pt x="64294" y="56767"/>
                </a:lnTo>
                <a:lnTo>
                  <a:pt x="62962" y="56606"/>
                </a:lnTo>
                <a:lnTo>
                  <a:pt x="61771" y="56505"/>
                </a:lnTo>
                <a:lnTo>
                  <a:pt x="60581" y="56424"/>
                </a:lnTo>
                <a:lnTo>
                  <a:pt x="59390" y="56384"/>
                </a:lnTo>
                <a:lnTo>
                  <a:pt x="58179" y="56364"/>
                </a:lnTo>
                <a:lnTo>
                  <a:pt x="56968" y="56384"/>
                </a:lnTo>
                <a:lnTo>
                  <a:pt x="55778" y="56444"/>
                </a:lnTo>
                <a:lnTo>
                  <a:pt x="54567" y="56525"/>
                </a:lnTo>
                <a:lnTo>
                  <a:pt x="53356" y="56646"/>
                </a:lnTo>
                <a:lnTo>
                  <a:pt x="52145" y="56787"/>
                </a:lnTo>
                <a:lnTo>
                  <a:pt x="50935" y="56949"/>
                </a:lnTo>
                <a:lnTo>
                  <a:pt x="49744" y="57151"/>
                </a:lnTo>
                <a:lnTo>
                  <a:pt x="48553" y="57393"/>
                </a:lnTo>
                <a:lnTo>
                  <a:pt x="47343" y="57655"/>
                </a:lnTo>
                <a:lnTo>
                  <a:pt x="46172" y="57958"/>
                </a:lnTo>
                <a:lnTo>
                  <a:pt x="44981" y="58281"/>
                </a:lnTo>
                <a:lnTo>
                  <a:pt x="43811" y="58644"/>
                </a:lnTo>
                <a:lnTo>
                  <a:pt x="42661" y="59027"/>
                </a:lnTo>
                <a:lnTo>
                  <a:pt x="41510" y="59451"/>
                </a:lnTo>
                <a:lnTo>
                  <a:pt x="40380" y="59895"/>
                </a:lnTo>
                <a:lnTo>
                  <a:pt x="39250" y="60359"/>
                </a:lnTo>
                <a:lnTo>
                  <a:pt x="38140" y="60864"/>
                </a:lnTo>
                <a:lnTo>
                  <a:pt x="37031" y="61409"/>
                </a:lnTo>
                <a:lnTo>
                  <a:pt x="35961" y="61954"/>
                </a:lnTo>
                <a:lnTo>
                  <a:pt x="34891" y="62539"/>
                </a:lnTo>
                <a:lnTo>
                  <a:pt x="33842" y="63144"/>
                </a:lnTo>
                <a:lnTo>
                  <a:pt x="32813" y="63790"/>
                </a:lnTo>
                <a:lnTo>
                  <a:pt x="31784" y="64436"/>
                </a:lnTo>
                <a:lnTo>
                  <a:pt x="30795" y="65122"/>
                </a:lnTo>
                <a:lnTo>
                  <a:pt x="29826" y="65828"/>
                </a:lnTo>
                <a:lnTo>
                  <a:pt x="28878" y="66555"/>
                </a:lnTo>
                <a:lnTo>
                  <a:pt x="27950" y="67321"/>
                </a:lnTo>
                <a:lnTo>
                  <a:pt x="27041" y="68088"/>
                </a:lnTo>
                <a:lnTo>
                  <a:pt x="26113" y="68916"/>
                </a:lnTo>
                <a:lnTo>
                  <a:pt x="25205" y="69763"/>
                </a:lnTo>
                <a:lnTo>
                  <a:pt x="23429" y="71499"/>
                </a:lnTo>
                <a:lnTo>
                  <a:pt x="22279" y="72609"/>
                </a:lnTo>
                <a:lnTo>
                  <a:pt x="21129" y="73719"/>
                </a:lnTo>
                <a:lnTo>
                  <a:pt x="19938" y="74788"/>
                </a:lnTo>
                <a:lnTo>
                  <a:pt x="19333" y="75313"/>
                </a:lnTo>
                <a:lnTo>
                  <a:pt x="18707" y="75837"/>
                </a:lnTo>
                <a:lnTo>
                  <a:pt x="18081" y="76342"/>
                </a:lnTo>
                <a:lnTo>
                  <a:pt x="17456" y="76826"/>
                </a:lnTo>
                <a:lnTo>
                  <a:pt x="16810" y="77290"/>
                </a:lnTo>
                <a:lnTo>
                  <a:pt x="16144" y="77734"/>
                </a:lnTo>
                <a:lnTo>
                  <a:pt x="15458" y="78158"/>
                </a:lnTo>
                <a:lnTo>
                  <a:pt x="14772" y="78542"/>
                </a:lnTo>
                <a:lnTo>
                  <a:pt x="14066" y="78925"/>
                </a:lnTo>
                <a:lnTo>
                  <a:pt x="13339" y="79268"/>
                </a:lnTo>
                <a:lnTo>
                  <a:pt x="12915" y="79450"/>
                </a:lnTo>
                <a:lnTo>
                  <a:pt x="12492" y="79611"/>
                </a:lnTo>
                <a:lnTo>
                  <a:pt x="12048" y="79752"/>
                </a:lnTo>
                <a:lnTo>
                  <a:pt x="11604" y="79894"/>
                </a:lnTo>
                <a:lnTo>
                  <a:pt x="11160" y="79995"/>
                </a:lnTo>
                <a:lnTo>
                  <a:pt x="10716" y="80095"/>
                </a:lnTo>
                <a:lnTo>
                  <a:pt x="10252" y="80196"/>
                </a:lnTo>
                <a:lnTo>
                  <a:pt x="9787" y="80257"/>
                </a:lnTo>
                <a:lnTo>
                  <a:pt x="9344" y="80297"/>
                </a:lnTo>
                <a:lnTo>
                  <a:pt x="8879" y="80338"/>
                </a:lnTo>
                <a:lnTo>
                  <a:pt x="8415" y="80358"/>
                </a:lnTo>
                <a:lnTo>
                  <a:pt x="7951" y="80358"/>
                </a:lnTo>
                <a:lnTo>
                  <a:pt x="7507" y="80338"/>
                </a:lnTo>
                <a:lnTo>
                  <a:pt x="7063" y="80317"/>
                </a:lnTo>
                <a:lnTo>
                  <a:pt x="6619" y="80257"/>
                </a:lnTo>
                <a:lnTo>
                  <a:pt x="6175" y="80196"/>
                </a:lnTo>
                <a:lnTo>
                  <a:pt x="5691" y="80095"/>
                </a:lnTo>
                <a:lnTo>
                  <a:pt x="5247" y="79974"/>
                </a:lnTo>
                <a:lnTo>
                  <a:pt x="4803" y="79853"/>
                </a:lnTo>
                <a:lnTo>
                  <a:pt x="4379" y="79692"/>
                </a:lnTo>
                <a:lnTo>
                  <a:pt x="3955" y="79510"/>
                </a:lnTo>
                <a:lnTo>
                  <a:pt x="3572" y="79329"/>
                </a:lnTo>
                <a:lnTo>
                  <a:pt x="3189" y="79107"/>
                </a:lnTo>
                <a:lnTo>
                  <a:pt x="2846" y="78885"/>
                </a:lnTo>
                <a:lnTo>
                  <a:pt x="2502" y="78642"/>
                </a:lnTo>
                <a:lnTo>
                  <a:pt x="2180" y="78380"/>
                </a:lnTo>
                <a:lnTo>
                  <a:pt x="1897" y="78098"/>
                </a:lnTo>
                <a:lnTo>
                  <a:pt x="1615" y="77795"/>
                </a:lnTo>
                <a:lnTo>
                  <a:pt x="1352" y="77472"/>
                </a:lnTo>
                <a:lnTo>
                  <a:pt x="1130" y="77149"/>
                </a:lnTo>
                <a:lnTo>
                  <a:pt x="908" y="76806"/>
                </a:lnTo>
                <a:lnTo>
                  <a:pt x="727" y="76443"/>
                </a:lnTo>
                <a:lnTo>
                  <a:pt x="585" y="76180"/>
                </a:lnTo>
                <a:lnTo>
                  <a:pt x="484" y="75898"/>
                </a:lnTo>
                <a:lnTo>
                  <a:pt x="384" y="75636"/>
                </a:lnTo>
                <a:lnTo>
                  <a:pt x="303" y="75353"/>
                </a:lnTo>
                <a:lnTo>
                  <a:pt x="242" y="75050"/>
                </a:lnTo>
                <a:lnTo>
                  <a:pt x="182" y="74768"/>
                </a:lnTo>
                <a:lnTo>
                  <a:pt x="141" y="74465"/>
                </a:lnTo>
                <a:lnTo>
                  <a:pt x="101" y="74162"/>
                </a:lnTo>
                <a:lnTo>
                  <a:pt x="81" y="73860"/>
                </a:lnTo>
                <a:lnTo>
                  <a:pt x="81" y="73557"/>
                </a:lnTo>
                <a:lnTo>
                  <a:pt x="101" y="73254"/>
                </a:lnTo>
                <a:lnTo>
                  <a:pt x="121" y="72952"/>
                </a:lnTo>
                <a:lnTo>
                  <a:pt x="162" y="72629"/>
                </a:lnTo>
                <a:lnTo>
                  <a:pt x="202" y="72306"/>
                </a:lnTo>
                <a:lnTo>
                  <a:pt x="262" y="71983"/>
                </a:lnTo>
                <a:lnTo>
                  <a:pt x="343" y="71680"/>
                </a:lnTo>
                <a:lnTo>
                  <a:pt x="525" y="71075"/>
                </a:lnTo>
                <a:lnTo>
                  <a:pt x="727" y="70490"/>
                </a:lnTo>
                <a:lnTo>
                  <a:pt x="989" y="69925"/>
                </a:lnTo>
                <a:lnTo>
                  <a:pt x="1292" y="69380"/>
                </a:lnTo>
                <a:lnTo>
                  <a:pt x="1615" y="68835"/>
                </a:lnTo>
                <a:lnTo>
                  <a:pt x="1998" y="68330"/>
                </a:lnTo>
                <a:lnTo>
                  <a:pt x="2381" y="67846"/>
                </a:lnTo>
                <a:lnTo>
                  <a:pt x="2825" y="67382"/>
                </a:lnTo>
                <a:lnTo>
                  <a:pt x="3209" y="67019"/>
                </a:lnTo>
                <a:lnTo>
                  <a:pt x="3612" y="66676"/>
                </a:lnTo>
                <a:lnTo>
                  <a:pt x="4036" y="66353"/>
                </a:lnTo>
                <a:lnTo>
                  <a:pt x="4500" y="66030"/>
                </a:lnTo>
                <a:lnTo>
                  <a:pt x="4964" y="65727"/>
                </a:lnTo>
                <a:lnTo>
                  <a:pt x="5449" y="65445"/>
                </a:lnTo>
                <a:lnTo>
                  <a:pt x="5973" y="65162"/>
                </a:lnTo>
                <a:lnTo>
                  <a:pt x="6518" y="64900"/>
                </a:lnTo>
                <a:lnTo>
                  <a:pt x="7063" y="64658"/>
                </a:lnTo>
                <a:lnTo>
                  <a:pt x="7669" y="64415"/>
                </a:lnTo>
                <a:lnTo>
                  <a:pt x="8274" y="64194"/>
                </a:lnTo>
                <a:lnTo>
                  <a:pt x="8920" y="63992"/>
                </a:lnTo>
                <a:lnTo>
                  <a:pt x="9586" y="63790"/>
                </a:lnTo>
                <a:lnTo>
                  <a:pt x="10272" y="63608"/>
                </a:lnTo>
                <a:lnTo>
                  <a:pt x="10978" y="63427"/>
                </a:lnTo>
                <a:lnTo>
                  <a:pt x="11745" y="63265"/>
                </a:lnTo>
                <a:lnTo>
                  <a:pt x="12673" y="63084"/>
                </a:lnTo>
                <a:lnTo>
                  <a:pt x="13460" y="62942"/>
                </a:lnTo>
                <a:lnTo>
                  <a:pt x="14227" y="62781"/>
                </a:lnTo>
                <a:lnTo>
                  <a:pt x="15014" y="62579"/>
                </a:lnTo>
                <a:lnTo>
                  <a:pt x="15761" y="62377"/>
                </a:lnTo>
                <a:lnTo>
                  <a:pt x="16144" y="62256"/>
                </a:lnTo>
                <a:lnTo>
                  <a:pt x="16507" y="62115"/>
                </a:lnTo>
                <a:lnTo>
                  <a:pt x="16871" y="61974"/>
                </a:lnTo>
                <a:lnTo>
                  <a:pt x="17234" y="61812"/>
                </a:lnTo>
                <a:lnTo>
                  <a:pt x="17577" y="61631"/>
                </a:lnTo>
                <a:lnTo>
                  <a:pt x="17920" y="61429"/>
                </a:lnTo>
                <a:lnTo>
                  <a:pt x="18243" y="61227"/>
                </a:lnTo>
                <a:lnTo>
                  <a:pt x="18566" y="61005"/>
                </a:lnTo>
                <a:lnTo>
                  <a:pt x="18909" y="60723"/>
                </a:lnTo>
                <a:lnTo>
                  <a:pt x="19232" y="60420"/>
                </a:lnTo>
                <a:lnTo>
                  <a:pt x="19534" y="60097"/>
                </a:lnTo>
                <a:lnTo>
                  <a:pt x="19817" y="59754"/>
                </a:lnTo>
                <a:lnTo>
                  <a:pt x="20099" y="59391"/>
                </a:lnTo>
                <a:lnTo>
                  <a:pt x="20362" y="59007"/>
                </a:lnTo>
                <a:lnTo>
                  <a:pt x="20604" y="58604"/>
                </a:lnTo>
                <a:lnTo>
                  <a:pt x="20826" y="58160"/>
                </a:lnTo>
                <a:lnTo>
                  <a:pt x="21028" y="57716"/>
                </a:lnTo>
                <a:lnTo>
                  <a:pt x="21230" y="57252"/>
                </a:lnTo>
                <a:lnTo>
                  <a:pt x="21391" y="56767"/>
                </a:lnTo>
                <a:lnTo>
                  <a:pt x="21552" y="56263"/>
                </a:lnTo>
                <a:lnTo>
                  <a:pt x="21694" y="55738"/>
                </a:lnTo>
                <a:lnTo>
                  <a:pt x="21795" y="55213"/>
                </a:lnTo>
                <a:lnTo>
                  <a:pt x="21895" y="54648"/>
                </a:lnTo>
                <a:lnTo>
                  <a:pt x="21976" y="54083"/>
                </a:lnTo>
                <a:lnTo>
                  <a:pt x="22037" y="53478"/>
                </a:lnTo>
                <a:lnTo>
                  <a:pt x="22077" y="52872"/>
                </a:lnTo>
                <a:lnTo>
                  <a:pt x="22097" y="52267"/>
                </a:lnTo>
                <a:lnTo>
                  <a:pt x="22117" y="51662"/>
                </a:lnTo>
                <a:lnTo>
                  <a:pt x="22097" y="51056"/>
                </a:lnTo>
                <a:lnTo>
                  <a:pt x="22077" y="50451"/>
                </a:lnTo>
                <a:lnTo>
                  <a:pt x="21996" y="49240"/>
                </a:lnTo>
                <a:lnTo>
                  <a:pt x="21875" y="48029"/>
                </a:lnTo>
                <a:lnTo>
                  <a:pt x="21734" y="46818"/>
                </a:lnTo>
                <a:lnTo>
                  <a:pt x="21552" y="45608"/>
                </a:lnTo>
                <a:lnTo>
                  <a:pt x="21371" y="44417"/>
                </a:lnTo>
                <a:lnTo>
                  <a:pt x="21068" y="42359"/>
                </a:lnTo>
                <a:lnTo>
                  <a:pt x="20927" y="41309"/>
                </a:lnTo>
                <a:lnTo>
                  <a:pt x="20806" y="40280"/>
                </a:lnTo>
                <a:lnTo>
                  <a:pt x="20745" y="39493"/>
                </a:lnTo>
                <a:lnTo>
                  <a:pt x="20685" y="38706"/>
                </a:lnTo>
                <a:lnTo>
                  <a:pt x="20665" y="37879"/>
                </a:lnTo>
                <a:lnTo>
                  <a:pt x="20665" y="37031"/>
                </a:lnTo>
                <a:lnTo>
                  <a:pt x="20685" y="36184"/>
                </a:lnTo>
                <a:lnTo>
                  <a:pt x="20765" y="35316"/>
                </a:lnTo>
                <a:lnTo>
                  <a:pt x="20866" y="34448"/>
                </a:lnTo>
                <a:lnTo>
                  <a:pt x="21008" y="33560"/>
                </a:lnTo>
                <a:lnTo>
                  <a:pt x="21088" y="33136"/>
                </a:lnTo>
                <a:lnTo>
                  <a:pt x="21189" y="32713"/>
                </a:lnTo>
                <a:lnTo>
                  <a:pt x="21290" y="32269"/>
                </a:lnTo>
                <a:lnTo>
                  <a:pt x="21431" y="31845"/>
                </a:lnTo>
                <a:lnTo>
                  <a:pt x="21552" y="31441"/>
                </a:lnTo>
                <a:lnTo>
                  <a:pt x="21714" y="31017"/>
                </a:lnTo>
                <a:lnTo>
                  <a:pt x="21875" y="30614"/>
                </a:lnTo>
                <a:lnTo>
                  <a:pt x="22057" y="30210"/>
                </a:lnTo>
                <a:lnTo>
                  <a:pt x="22259" y="29807"/>
                </a:lnTo>
                <a:lnTo>
                  <a:pt x="22461" y="29423"/>
                </a:lnTo>
                <a:lnTo>
                  <a:pt x="22703" y="29040"/>
                </a:lnTo>
                <a:lnTo>
                  <a:pt x="22945" y="28677"/>
                </a:lnTo>
                <a:lnTo>
                  <a:pt x="23207" y="28313"/>
                </a:lnTo>
                <a:lnTo>
                  <a:pt x="23470" y="27950"/>
                </a:lnTo>
                <a:lnTo>
                  <a:pt x="23772" y="27607"/>
                </a:lnTo>
                <a:lnTo>
                  <a:pt x="24095" y="27284"/>
                </a:lnTo>
                <a:lnTo>
                  <a:pt x="24458" y="26921"/>
                </a:lnTo>
                <a:lnTo>
                  <a:pt x="24862" y="26578"/>
                </a:lnTo>
                <a:lnTo>
                  <a:pt x="25266" y="26275"/>
                </a:lnTo>
                <a:lnTo>
                  <a:pt x="25710" y="25972"/>
                </a:lnTo>
                <a:lnTo>
                  <a:pt x="26153" y="25690"/>
                </a:lnTo>
                <a:lnTo>
                  <a:pt x="26597" y="25448"/>
                </a:lnTo>
                <a:lnTo>
                  <a:pt x="27082" y="25226"/>
                </a:lnTo>
                <a:lnTo>
                  <a:pt x="27586" y="25004"/>
                </a:lnTo>
                <a:lnTo>
                  <a:pt x="28091" y="24822"/>
                </a:lnTo>
                <a:lnTo>
                  <a:pt x="28615" y="24661"/>
                </a:lnTo>
                <a:lnTo>
                  <a:pt x="29160" y="24519"/>
                </a:lnTo>
                <a:lnTo>
                  <a:pt x="29705" y="24398"/>
                </a:lnTo>
                <a:lnTo>
                  <a:pt x="30290" y="24297"/>
                </a:lnTo>
                <a:lnTo>
                  <a:pt x="30876" y="24217"/>
                </a:lnTo>
                <a:lnTo>
                  <a:pt x="31481" y="24176"/>
                </a:lnTo>
                <a:lnTo>
                  <a:pt x="32086" y="24136"/>
                </a:lnTo>
                <a:lnTo>
                  <a:pt x="33297" y="24136"/>
                </a:lnTo>
                <a:lnTo>
                  <a:pt x="33903" y="24176"/>
                </a:lnTo>
                <a:lnTo>
                  <a:pt x="34508" y="24217"/>
                </a:lnTo>
                <a:lnTo>
                  <a:pt x="35113" y="24277"/>
                </a:lnTo>
                <a:lnTo>
                  <a:pt x="35699" y="24358"/>
                </a:lnTo>
                <a:lnTo>
                  <a:pt x="36264" y="24459"/>
                </a:lnTo>
                <a:lnTo>
                  <a:pt x="36829" y="24580"/>
                </a:lnTo>
                <a:lnTo>
                  <a:pt x="37394" y="24681"/>
                </a:lnTo>
                <a:lnTo>
                  <a:pt x="38443" y="24943"/>
                </a:lnTo>
                <a:lnTo>
                  <a:pt x="39412" y="25246"/>
                </a:lnTo>
                <a:lnTo>
                  <a:pt x="40320" y="25549"/>
                </a:lnTo>
                <a:lnTo>
                  <a:pt x="41147" y="25851"/>
                </a:lnTo>
                <a:lnTo>
                  <a:pt x="41874" y="26134"/>
                </a:lnTo>
                <a:lnTo>
                  <a:pt x="42600" y="26437"/>
                </a:lnTo>
                <a:lnTo>
                  <a:pt x="43327" y="26759"/>
                </a:lnTo>
                <a:lnTo>
                  <a:pt x="44033" y="27082"/>
                </a:lnTo>
                <a:lnTo>
                  <a:pt x="45466" y="27768"/>
                </a:lnTo>
                <a:lnTo>
                  <a:pt x="46878" y="28495"/>
                </a:lnTo>
                <a:lnTo>
                  <a:pt x="48271" y="29242"/>
                </a:lnTo>
                <a:lnTo>
                  <a:pt x="49643" y="30008"/>
                </a:lnTo>
                <a:lnTo>
                  <a:pt x="52367" y="31542"/>
                </a:lnTo>
                <a:lnTo>
                  <a:pt x="54486" y="32753"/>
                </a:lnTo>
                <a:lnTo>
                  <a:pt x="56646" y="33944"/>
                </a:lnTo>
                <a:lnTo>
                  <a:pt x="57735" y="34529"/>
                </a:lnTo>
                <a:lnTo>
                  <a:pt x="58825" y="35094"/>
                </a:lnTo>
                <a:lnTo>
                  <a:pt x="59935" y="35639"/>
                </a:lnTo>
                <a:lnTo>
                  <a:pt x="61045" y="36163"/>
                </a:lnTo>
                <a:lnTo>
                  <a:pt x="61953" y="36547"/>
                </a:lnTo>
                <a:lnTo>
                  <a:pt x="62821" y="36890"/>
                </a:lnTo>
                <a:lnTo>
                  <a:pt x="63668" y="37193"/>
                </a:lnTo>
                <a:lnTo>
                  <a:pt x="64496" y="37435"/>
                </a:lnTo>
                <a:lnTo>
                  <a:pt x="65283" y="37637"/>
                </a:lnTo>
                <a:lnTo>
                  <a:pt x="66049" y="37798"/>
                </a:lnTo>
                <a:lnTo>
                  <a:pt x="66816" y="37899"/>
                </a:lnTo>
                <a:lnTo>
                  <a:pt x="67523" y="37959"/>
                </a:lnTo>
                <a:lnTo>
                  <a:pt x="68229" y="37980"/>
                </a:lnTo>
                <a:lnTo>
                  <a:pt x="68552" y="37959"/>
                </a:lnTo>
                <a:lnTo>
                  <a:pt x="68895" y="37939"/>
                </a:lnTo>
                <a:lnTo>
                  <a:pt x="69218" y="37899"/>
                </a:lnTo>
                <a:lnTo>
                  <a:pt x="69541" y="37859"/>
                </a:lnTo>
                <a:lnTo>
                  <a:pt x="69843" y="37798"/>
                </a:lnTo>
                <a:lnTo>
                  <a:pt x="70166" y="37737"/>
                </a:lnTo>
                <a:lnTo>
                  <a:pt x="70449" y="37657"/>
                </a:lnTo>
                <a:lnTo>
                  <a:pt x="70751" y="37556"/>
                </a:lnTo>
                <a:lnTo>
                  <a:pt x="71034" y="37455"/>
                </a:lnTo>
                <a:lnTo>
                  <a:pt x="71316" y="37334"/>
                </a:lnTo>
                <a:lnTo>
                  <a:pt x="71579" y="37193"/>
                </a:lnTo>
                <a:lnTo>
                  <a:pt x="71861" y="37051"/>
                </a:lnTo>
                <a:lnTo>
                  <a:pt x="72103" y="36890"/>
                </a:lnTo>
                <a:lnTo>
                  <a:pt x="72366" y="36728"/>
                </a:lnTo>
                <a:lnTo>
                  <a:pt x="72628" y="36547"/>
                </a:lnTo>
                <a:lnTo>
                  <a:pt x="72870" y="36345"/>
                </a:lnTo>
                <a:lnTo>
                  <a:pt x="73112" y="36143"/>
                </a:lnTo>
                <a:lnTo>
                  <a:pt x="73355" y="35921"/>
                </a:lnTo>
                <a:lnTo>
                  <a:pt x="73577" y="35679"/>
                </a:lnTo>
                <a:lnTo>
                  <a:pt x="73778" y="35437"/>
                </a:lnTo>
                <a:lnTo>
                  <a:pt x="74000" y="35195"/>
                </a:lnTo>
                <a:lnTo>
                  <a:pt x="74182" y="34912"/>
                </a:lnTo>
                <a:lnTo>
                  <a:pt x="74384" y="34650"/>
                </a:lnTo>
                <a:lnTo>
                  <a:pt x="74565" y="34347"/>
                </a:lnTo>
                <a:lnTo>
                  <a:pt x="74727" y="34065"/>
                </a:lnTo>
                <a:lnTo>
                  <a:pt x="74888" y="33742"/>
                </a:lnTo>
                <a:lnTo>
                  <a:pt x="75050" y="33419"/>
                </a:lnTo>
                <a:lnTo>
                  <a:pt x="75191" y="33096"/>
                </a:lnTo>
                <a:lnTo>
                  <a:pt x="75312" y="32753"/>
                </a:lnTo>
                <a:lnTo>
                  <a:pt x="75433" y="32410"/>
                </a:lnTo>
                <a:lnTo>
                  <a:pt x="75635" y="31784"/>
                </a:lnTo>
                <a:lnTo>
                  <a:pt x="75796" y="31139"/>
                </a:lnTo>
                <a:lnTo>
                  <a:pt x="75917" y="30473"/>
                </a:lnTo>
                <a:lnTo>
                  <a:pt x="76018" y="29786"/>
                </a:lnTo>
                <a:lnTo>
                  <a:pt x="76099" y="29080"/>
                </a:lnTo>
                <a:lnTo>
                  <a:pt x="76139" y="28374"/>
                </a:lnTo>
                <a:lnTo>
                  <a:pt x="76139" y="27627"/>
                </a:lnTo>
                <a:lnTo>
                  <a:pt x="76119" y="26901"/>
                </a:lnTo>
                <a:lnTo>
                  <a:pt x="76059" y="25791"/>
                </a:lnTo>
                <a:lnTo>
                  <a:pt x="75998" y="24721"/>
                </a:lnTo>
                <a:lnTo>
                  <a:pt x="75837" y="22703"/>
                </a:lnTo>
                <a:lnTo>
                  <a:pt x="75655" y="20786"/>
                </a:lnTo>
                <a:lnTo>
                  <a:pt x="75453" y="18950"/>
                </a:lnTo>
                <a:lnTo>
                  <a:pt x="75252" y="16932"/>
                </a:lnTo>
                <a:lnTo>
                  <a:pt x="75050" y="14833"/>
                </a:lnTo>
                <a:lnTo>
                  <a:pt x="74929" y="13642"/>
                </a:lnTo>
                <a:lnTo>
                  <a:pt x="74787" y="12452"/>
                </a:lnTo>
                <a:lnTo>
                  <a:pt x="74606" y="11140"/>
                </a:lnTo>
                <a:lnTo>
                  <a:pt x="74545" y="10494"/>
                </a:lnTo>
                <a:lnTo>
                  <a:pt x="74485" y="9849"/>
                </a:lnTo>
                <a:lnTo>
                  <a:pt x="74444" y="9203"/>
                </a:lnTo>
                <a:lnTo>
                  <a:pt x="74424" y="8577"/>
                </a:lnTo>
                <a:lnTo>
                  <a:pt x="74424" y="7952"/>
                </a:lnTo>
                <a:lnTo>
                  <a:pt x="74464" y="7346"/>
                </a:lnTo>
                <a:lnTo>
                  <a:pt x="74525" y="6741"/>
                </a:lnTo>
                <a:lnTo>
                  <a:pt x="74646" y="6176"/>
                </a:lnTo>
                <a:lnTo>
                  <a:pt x="74707" y="5893"/>
                </a:lnTo>
                <a:lnTo>
                  <a:pt x="74787" y="5611"/>
                </a:lnTo>
                <a:lnTo>
                  <a:pt x="74888" y="5348"/>
                </a:lnTo>
                <a:lnTo>
                  <a:pt x="74989" y="5066"/>
                </a:lnTo>
                <a:lnTo>
                  <a:pt x="75110" y="4824"/>
                </a:lnTo>
                <a:lnTo>
                  <a:pt x="75231" y="4561"/>
                </a:lnTo>
                <a:lnTo>
                  <a:pt x="75393" y="4319"/>
                </a:lnTo>
                <a:lnTo>
                  <a:pt x="75554" y="4077"/>
                </a:lnTo>
                <a:lnTo>
                  <a:pt x="75716" y="3835"/>
                </a:lnTo>
                <a:lnTo>
                  <a:pt x="75917" y="3613"/>
                </a:lnTo>
                <a:lnTo>
                  <a:pt x="76119" y="3391"/>
                </a:lnTo>
                <a:lnTo>
                  <a:pt x="76341" y="3189"/>
                </a:lnTo>
                <a:lnTo>
                  <a:pt x="76604" y="2967"/>
                </a:lnTo>
                <a:lnTo>
                  <a:pt x="76886" y="2765"/>
                </a:lnTo>
                <a:lnTo>
                  <a:pt x="77169" y="2584"/>
                </a:lnTo>
                <a:lnTo>
                  <a:pt x="77471" y="2422"/>
                </a:lnTo>
                <a:lnTo>
                  <a:pt x="77754" y="2261"/>
                </a:lnTo>
                <a:lnTo>
                  <a:pt x="78077" y="2120"/>
                </a:lnTo>
                <a:lnTo>
                  <a:pt x="78379" y="1998"/>
                </a:lnTo>
                <a:lnTo>
                  <a:pt x="78702" y="1877"/>
                </a:lnTo>
                <a:lnTo>
                  <a:pt x="79348" y="1676"/>
                </a:lnTo>
                <a:lnTo>
                  <a:pt x="80014" y="1514"/>
                </a:lnTo>
                <a:lnTo>
                  <a:pt x="80660" y="1373"/>
                </a:lnTo>
                <a:lnTo>
                  <a:pt x="81306" y="1232"/>
                </a:lnTo>
                <a:lnTo>
                  <a:pt x="82799" y="989"/>
                </a:lnTo>
                <a:lnTo>
                  <a:pt x="84312" y="747"/>
                </a:lnTo>
                <a:lnTo>
                  <a:pt x="85826" y="566"/>
                </a:lnTo>
                <a:lnTo>
                  <a:pt x="87319" y="404"/>
                </a:lnTo>
                <a:lnTo>
                  <a:pt x="88833" y="283"/>
                </a:lnTo>
                <a:lnTo>
                  <a:pt x="90346" y="182"/>
                </a:lnTo>
                <a:lnTo>
                  <a:pt x="91860" y="122"/>
                </a:lnTo>
                <a:lnTo>
                  <a:pt x="93373" y="81"/>
                </a:lnTo>
                <a:close/>
                <a:moveTo>
                  <a:pt x="93373" y="1"/>
                </a:moveTo>
                <a:lnTo>
                  <a:pt x="91860" y="41"/>
                </a:lnTo>
                <a:lnTo>
                  <a:pt x="90346" y="102"/>
                </a:lnTo>
                <a:lnTo>
                  <a:pt x="88833" y="202"/>
                </a:lnTo>
                <a:lnTo>
                  <a:pt x="87319" y="324"/>
                </a:lnTo>
                <a:lnTo>
                  <a:pt x="85806" y="485"/>
                </a:lnTo>
                <a:lnTo>
                  <a:pt x="84292" y="667"/>
                </a:lnTo>
                <a:lnTo>
                  <a:pt x="82799" y="909"/>
                </a:lnTo>
                <a:lnTo>
                  <a:pt x="81285" y="1171"/>
                </a:lnTo>
                <a:lnTo>
                  <a:pt x="80640" y="1292"/>
                </a:lnTo>
                <a:lnTo>
                  <a:pt x="79994" y="1433"/>
                </a:lnTo>
                <a:lnTo>
                  <a:pt x="79328" y="1595"/>
                </a:lnTo>
                <a:lnTo>
                  <a:pt x="78682" y="1797"/>
                </a:lnTo>
                <a:lnTo>
                  <a:pt x="78359" y="1918"/>
                </a:lnTo>
                <a:lnTo>
                  <a:pt x="78036" y="2059"/>
                </a:lnTo>
                <a:lnTo>
                  <a:pt x="77734" y="2200"/>
                </a:lnTo>
                <a:lnTo>
                  <a:pt x="77411" y="2342"/>
                </a:lnTo>
                <a:lnTo>
                  <a:pt x="77128" y="2523"/>
                </a:lnTo>
                <a:lnTo>
                  <a:pt x="76846" y="2705"/>
                </a:lnTo>
                <a:lnTo>
                  <a:pt x="76563" y="2907"/>
                </a:lnTo>
                <a:lnTo>
                  <a:pt x="76301" y="3129"/>
                </a:lnTo>
                <a:lnTo>
                  <a:pt x="76059" y="3330"/>
                </a:lnTo>
                <a:lnTo>
                  <a:pt x="75857" y="3552"/>
                </a:lnTo>
                <a:lnTo>
                  <a:pt x="75655" y="3795"/>
                </a:lnTo>
                <a:lnTo>
                  <a:pt x="75473" y="4017"/>
                </a:lnTo>
                <a:lnTo>
                  <a:pt x="75312" y="4259"/>
                </a:lnTo>
                <a:lnTo>
                  <a:pt x="75171" y="4521"/>
                </a:lnTo>
                <a:lnTo>
                  <a:pt x="75030" y="4763"/>
                </a:lnTo>
                <a:lnTo>
                  <a:pt x="74908" y="5026"/>
                </a:lnTo>
                <a:lnTo>
                  <a:pt x="74808" y="5308"/>
                </a:lnTo>
                <a:lnTo>
                  <a:pt x="74707" y="5570"/>
                </a:lnTo>
                <a:lnTo>
                  <a:pt x="74626" y="5853"/>
                </a:lnTo>
                <a:lnTo>
                  <a:pt x="74565" y="6135"/>
                </a:lnTo>
                <a:lnTo>
                  <a:pt x="74444" y="6721"/>
                </a:lnTo>
                <a:lnTo>
                  <a:pt x="74384" y="7326"/>
                </a:lnTo>
                <a:lnTo>
                  <a:pt x="74343" y="7931"/>
                </a:lnTo>
                <a:lnTo>
                  <a:pt x="74343" y="8557"/>
                </a:lnTo>
                <a:lnTo>
                  <a:pt x="74364" y="9203"/>
                </a:lnTo>
                <a:lnTo>
                  <a:pt x="74404" y="9849"/>
                </a:lnTo>
                <a:lnTo>
                  <a:pt x="74464" y="10494"/>
                </a:lnTo>
                <a:lnTo>
                  <a:pt x="74525" y="11160"/>
                </a:lnTo>
                <a:lnTo>
                  <a:pt x="74707" y="12472"/>
                </a:lnTo>
                <a:lnTo>
                  <a:pt x="74848" y="13663"/>
                </a:lnTo>
                <a:lnTo>
                  <a:pt x="74969" y="14833"/>
                </a:lnTo>
                <a:lnTo>
                  <a:pt x="75171" y="16932"/>
                </a:lnTo>
                <a:lnTo>
                  <a:pt x="75373" y="18950"/>
                </a:lnTo>
                <a:lnTo>
                  <a:pt x="75574" y="20806"/>
                </a:lnTo>
                <a:lnTo>
                  <a:pt x="75756" y="22703"/>
                </a:lnTo>
                <a:lnTo>
                  <a:pt x="75917" y="24741"/>
                </a:lnTo>
                <a:lnTo>
                  <a:pt x="75978" y="25791"/>
                </a:lnTo>
                <a:lnTo>
                  <a:pt x="76039" y="26901"/>
                </a:lnTo>
                <a:lnTo>
                  <a:pt x="76059" y="27627"/>
                </a:lnTo>
                <a:lnTo>
                  <a:pt x="76059" y="28354"/>
                </a:lnTo>
                <a:lnTo>
                  <a:pt x="76018" y="29080"/>
                </a:lnTo>
                <a:lnTo>
                  <a:pt x="75938" y="29766"/>
                </a:lnTo>
                <a:lnTo>
                  <a:pt x="75837" y="30452"/>
                </a:lnTo>
                <a:lnTo>
                  <a:pt x="75716" y="31118"/>
                </a:lnTo>
                <a:lnTo>
                  <a:pt x="75554" y="31764"/>
                </a:lnTo>
                <a:lnTo>
                  <a:pt x="75373" y="32370"/>
                </a:lnTo>
                <a:lnTo>
                  <a:pt x="75252" y="32733"/>
                </a:lnTo>
                <a:lnTo>
                  <a:pt x="75110" y="33056"/>
                </a:lnTo>
                <a:lnTo>
                  <a:pt x="74969" y="33399"/>
                </a:lnTo>
                <a:lnTo>
                  <a:pt x="74808" y="33701"/>
                </a:lnTo>
                <a:lnTo>
                  <a:pt x="74666" y="34024"/>
                </a:lnTo>
                <a:lnTo>
                  <a:pt x="74485" y="34307"/>
                </a:lnTo>
                <a:lnTo>
                  <a:pt x="74303" y="34589"/>
                </a:lnTo>
                <a:lnTo>
                  <a:pt x="74121" y="34872"/>
                </a:lnTo>
                <a:lnTo>
                  <a:pt x="73920" y="35134"/>
                </a:lnTo>
                <a:lnTo>
                  <a:pt x="73718" y="35397"/>
                </a:lnTo>
                <a:lnTo>
                  <a:pt x="73516" y="35639"/>
                </a:lnTo>
                <a:lnTo>
                  <a:pt x="73294" y="35861"/>
                </a:lnTo>
                <a:lnTo>
                  <a:pt x="73052" y="36083"/>
                </a:lnTo>
                <a:lnTo>
                  <a:pt x="72830" y="36284"/>
                </a:lnTo>
                <a:lnTo>
                  <a:pt x="72568" y="36486"/>
                </a:lnTo>
                <a:lnTo>
                  <a:pt x="72325" y="36668"/>
                </a:lnTo>
                <a:lnTo>
                  <a:pt x="72063" y="36829"/>
                </a:lnTo>
                <a:lnTo>
                  <a:pt x="71821" y="36991"/>
                </a:lnTo>
                <a:lnTo>
                  <a:pt x="71538" y="37132"/>
                </a:lnTo>
                <a:lnTo>
                  <a:pt x="71276" y="37253"/>
                </a:lnTo>
                <a:lnTo>
                  <a:pt x="70994" y="37374"/>
                </a:lnTo>
                <a:lnTo>
                  <a:pt x="70711" y="37475"/>
                </a:lnTo>
                <a:lnTo>
                  <a:pt x="70428" y="37576"/>
                </a:lnTo>
                <a:lnTo>
                  <a:pt x="70126" y="37657"/>
                </a:lnTo>
                <a:lnTo>
                  <a:pt x="69823" y="37717"/>
                </a:lnTo>
                <a:lnTo>
                  <a:pt x="69520" y="37778"/>
                </a:lnTo>
                <a:lnTo>
                  <a:pt x="69197" y="37838"/>
                </a:lnTo>
                <a:lnTo>
                  <a:pt x="68875" y="37859"/>
                </a:lnTo>
                <a:lnTo>
                  <a:pt x="68209" y="37899"/>
                </a:lnTo>
                <a:lnTo>
                  <a:pt x="67523" y="37879"/>
                </a:lnTo>
                <a:lnTo>
                  <a:pt x="66796" y="37818"/>
                </a:lnTo>
                <a:lnTo>
                  <a:pt x="66070" y="37717"/>
                </a:lnTo>
                <a:lnTo>
                  <a:pt x="65303" y="37556"/>
                </a:lnTo>
                <a:lnTo>
                  <a:pt x="64496" y="37354"/>
                </a:lnTo>
                <a:lnTo>
                  <a:pt x="63688" y="37112"/>
                </a:lnTo>
                <a:lnTo>
                  <a:pt x="62841" y="36829"/>
                </a:lnTo>
                <a:lnTo>
                  <a:pt x="61973" y="36486"/>
                </a:lnTo>
                <a:lnTo>
                  <a:pt x="61085" y="36083"/>
                </a:lnTo>
                <a:lnTo>
                  <a:pt x="59975" y="35558"/>
                </a:lnTo>
                <a:lnTo>
                  <a:pt x="58865" y="35013"/>
                </a:lnTo>
                <a:lnTo>
                  <a:pt x="57776" y="34448"/>
                </a:lnTo>
                <a:lnTo>
                  <a:pt x="56686" y="33863"/>
                </a:lnTo>
                <a:lnTo>
                  <a:pt x="54527" y="32672"/>
                </a:lnTo>
                <a:lnTo>
                  <a:pt x="52408" y="31461"/>
                </a:lnTo>
                <a:lnTo>
                  <a:pt x="49683" y="29928"/>
                </a:lnTo>
                <a:lnTo>
                  <a:pt x="48311" y="29161"/>
                </a:lnTo>
                <a:lnTo>
                  <a:pt x="46919" y="28414"/>
                </a:lnTo>
                <a:lnTo>
                  <a:pt x="45506" y="27708"/>
                </a:lnTo>
                <a:lnTo>
                  <a:pt x="44073" y="27022"/>
                </a:lnTo>
                <a:lnTo>
                  <a:pt x="43347" y="26679"/>
                </a:lnTo>
                <a:lnTo>
                  <a:pt x="42641" y="26376"/>
                </a:lnTo>
                <a:lnTo>
                  <a:pt x="41894" y="26053"/>
                </a:lnTo>
                <a:lnTo>
                  <a:pt x="41167" y="25771"/>
                </a:lnTo>
                <a:lnTo>
                  <a:pt x="40300" y="25448"/>
                </a:lnTo>
                <a:lnTo>
                  <a:pt x="39331" y="25125"/>
                </a:lnTo>
                <a:lnTo>
                  <a:pt x="38282" y="24822"/>
                </a:lnTo>
                <a:lnTo>
                  <a:pt x="37717" y="24681"/>
                </a:lnTo>
                <a:lnTo>
                  <a:pt x="37152" y="24560"/>
                </a:lnTo>
                <a:lnTo>
                  <a:pt x="36566" y="24439"/>
                </a:lnTo>
                <a:lnTo>
                  <a:pt x="35961" y="24318"/>
                </a:lnTo>
                <a:lnTo>
                  <a:pt x="35335" y="24237"/>
                </a:lnTo>
                <a:lnTo>
                  <a:pt x="34710" y="24156"/>
                </a:lnTo>
                <a:lnTo>
                  <a:pt x="34064" y="24096"/>
                </a:lnTo>
                <a:lnTo>
                  <a:pt x="33418" y="24055"/>
                </a:lnTo>
                <a:lnTo>
                  <a:pt x="32086" y="24055"/>
                </a:lnTo>
                <a:lnTo>
                  <a:pt x="31461" y="24096"/>
                </a:lnTo>
                <a:lnTo>
                  <a:pt x="30855" y="24136"/>
                </a:lnTo>
                <a:lnTo>
                  <a:pt x="30270" y="24217"/>
                </a:lnTo>
                <a:lnTo>
                  <a:pt x="29685" y="24318"/>
                </a:lnTo>
                <a:lnTo>
                  <a:pt x="29140" y="24439"/>
                </a:lnTo>
                <a:lnTo>
                  <a:pt x="28595" y="24580"/>
                </a:lnTo>
                <a:lnTo>
                  <a:pt x="28050" y="24741"/>
                </a:lnTo>
                <a:lnTo>
                  <a:pt x="27546" y="24943"/>
                </a:lnTo>
                <a:lnTo>
                  <a:pt x="27041" y="25145"/>
                </a:lnTo>
                <a:lnTo>
                  <a:pt x="26577" y="25367"/>
                </a:lnTo>
                <a:lnTo>
                  <a:pt x="26113" y="25629"/>
                </a:lnTo>
                <a:lnTo>
                  <a:pt x="25649" y="25912"/>
                </a:lnTo>
                <a:lnTo>
                  <a:pt x="25225" y="26194"/>
                </a:lnTo>
                <a:lnTo>
                  <a:pt x="24801" y="26517"/>
                </a:lnTo>
                <a:lnTo>
                  <a:pt x="24418" y="26860"/>
                </a:lnTo>
                <a:lnTo>
                  <a:pt x="24035" y="27224"/>
                </a:lnTo>
                <a:lnTo>
                  <a:pt x="23712" y="27546"/>
                </a:lnTo>
                <a:lnTo>
                  <a:pt x="23409" y="27890"/>
                </a:lnTo>
                <a:lnTo>
                  <a:pt x="23147" y="28253"/>
                </a:lnTo>
                <a:lnTo>
                  <a:pt x="22884" y="28616"/>
                </a:lnTo>
                <a:lnTo>
                  <a:pt x="22622" y="28999"/>
                </a:lnTo>
                <a:lnTo>
                  <a:pt x="22400" y="29383"/>
                </a:lnTo>
                <a:lnTo>
                  <a:pt x="22178" y="29766"/>
                </a:lnTo>
                <a:lnTo>
                  <a:pt x="21996" y="30170"/>
                </a:lnTo>
                <a:lnTo>
                  <a:pt x="21815" y="30573"/>
                </a:lnTo>
                <a:lnTo>
                  <a:pt x="21633" y="30977"/>
                </a:lnTo>
                <a:lnTo>
                  <a:pt x="21492" y="31401"/>
                </a:lnTo>
                <a:lnTo>
                  <a:pt x="21351" y="31825"/>
                </a:lnTo>
                <a:lnTo>
                  <a:pt x="21230" y="32248"/>
                </a:lnTo>
                <a:lnTo>
                  <a:pt x="21108" y="32672"/>
                </a:lnTo>
                <a:lnTo>
                  <a:pt x="21008" y="33116"/>
                </a:lnTo>
                <a:lnTo>
                  <a:pt x="20927" y="33540"/>
                </a:lnTo>
                <a:lnTo>
                  <a:pt x="20786" y="34428"/>
                </a:lnTo>
                <a:lnTo>
                  <a:pt x="20685" y="35296"/>
                </a:lnTo>
                <a:lnTo>
                  <a:pt x="20604" y="36163"/>
                </a:lnTo>
                <a:lnTo>
                  <a:pt x="20584" y="37031"/>
                </a:lnTo>
                <a:lnTo>
                  <a:pt x="20584" y="37879"/>
                </a:lnTo>
                <a:lnTo>
                  <a:pt x="20604" y="38706"/>
                </a:lnTo>
                <a:lnTo>
                  <a:pt x="20665" y="39513"/>
                </a:lnTo>
                <a:lnTo>
                  <a:pt x="20725" y="40280"/>
                </a:lnTo>
                <a:lnTo>
                  <a:pt x="20846" y="41329"/>
                </a:lnTo>
                <a:lnTo>
                  <a:pt x="20987" y="42359"/>
                </a:lnTo>
                <a:lnTo>
                  <a:pt x="21290" y="44437"/>
                </a:lnTo>
                <a:lnTo>
                  <a:pt x="21472" y="45628"/>
                </a:lnTo>
                <a:lnTo>
                  <a:pt x="21653" y="46818"/>
                </a:lnTo>
                <a:lnTo>
                  <a:pt x="21795" y="48029"/>
                </a:lnTo>
                <a:lnTo>
                  <a:pt x="21916" y="49240"/>
                </a:lnTo>
                <a:lnTo>
                  <a:pt x="21996" y="50451"/>
                </a:lnTo>
                <a:lnTo>
                  <a:pt x="22017" y="51056"/>
                </a:lnTo>
                <a:lnTo>
                  <a:pt x="22037" y="51662"/>
                </a:lnTo>
                <a:lnTo>
                  <a:pt x="22017" y="52267"/>
                </a:lnTo>
                <a:lnTo>
                  <a:pt x="21996" y="52872"/>
                </a:lnTo>
                <a:lnTo>
                  <a:pt x="21956" y="53478"/>
                </a:lnTo>
                <a:lnTo>
                  <a:pt x="21895" y="54083"/>
                </a:lnTo>
                <a:lnTo>
                  <a:pt x="21815" y="54648"/>
                </a:lnTo>
                <a:lnTo>
                  <a:pt x="21734" y="55193"/>
                </a:lnTo>
                <a:lnTo>
                  <a:pt x="21613" y="55718"/>
                </a:lnTo>
                <a:lnTo>
                  <a:pt x="21472" y="56243"/>
                </a:lnTo>
                <a:lnTo>
                  <a:pt x="21330" y="56727"/>
                </a:lnTo>
                <a:lnTo>
                  <a:pt x="21149" y="57211"/>
                </a:lnTo>
                <a:lnTo>
                  <a:pt x="20967" y="57675"/>
                </a:lnTo>
                <a:lnTo>
                  <a:pt x="20745" y="58119"/>
                </a:lnTo>
                <a:lnTo>
                  <a:pt x="20523" y="58543"/>
                </a:lnTo>
                <a:lnTo>
                  <a:pt x="20281" y="58967"/>
                </a:lnTo>
                <a:lnTo>
                  <a:pt x="20039" y="59350"/>
                </a:lnTo>
                <a:lnTo>
                  <a:pt x="19756" y="59714"/>
                </a:lnTo>
                <a:lnTo>
                  <a:pt x="19474" y="60057"/>
                </a:lnTo>
                <a:lnTo>
                  <a:pt x="19171" y="60359"/>
                </a:lnTo>
                <a:lnTo>
                  <a:pt x="18848" y="60662"/>
                </a:lnTo>
                <a:lnTo>
                  <a:pt x="18505" y="60945"/>
                </a:lnTo>
                <a:lnTo>
                  <a:pt x="18203" y="61167"/>
                </a:lnTo>
                <a:lnTo>
                  <a:pt x="17880" y="61368"/>
                </a:lnTo>
                <a:lnTo>
                  <a:pt x="17537" y="61570"/>
                </a:lnTo>
                <a:lnTo>
                  <a:pt x="17194" y="61732"/>
                </a:lnTo>
                <a:lnTo>
                  <a:pt x="16830" y="61893"/>
                </a:lnTo>
                <a:lnTo>
                  <a:pt x="16467" y="62034"/>
                </a:lnTo>
                <a:lnTo>
                  <a:pt x="16104" y="62176"/>
                </a:lnTo>
                <a:lnTo>
                  <a:pt x="15741" y="62297"/>
                </a:lnTo>
                <a:lnTo>
                  <a:pt x="14974" y="62519"/>
                </a:lnTo>
                <a:lnTo>
                  <a:pt x="14207" y="62700"/>
                </a:lnTo>
                <a:lnTo>
                  <a:pt x="13440" y="62862"/>
                </a:lnTo>
                <a:lnTo>
                  <a:pt x="12653" y="63003"/>
                </a:lnTo>
                <a:lnTo>
                  <a:pt x="11725" y="63185"/>
                </a:lnTo>
                <a:lnTo>
                  <a:pt x="10978" y="63346"/>
                </a:lnTo>
                <a:lnTo>
                  <a:pt x="10252" y="63528"/>
                </a:lnTo>
                <a:lnTo>
                  <a:pt x="9545" y="63709"/>
                </a:lnTo>
                <a:lnTo>
                  <a:pt x="8879" y="63911"/>
                </a:lnTo>
                <a:lnTo>
                  <a:pt x="8234" y="64113"/>
                </a:lnTo>
                <a:lnTo>
                  <a:pt x="7628" y="64335"/>
                </a:lnTo>
                <a:lnTo>
                  <a:pt x="7043" y="64577"/>
                </a:lnTo>
                <a:lnTo>
                  <a:pt x="6478" y="64819"/>
                </a:lnTo>
                <a:lnTo>
                  <a:pt x="5933" y="65081"/>
                </a:lnTo>
                <a:lnTo>
                  <a:pt x="5408" y="65364"/>
                </a:lnTo>
                <a:lnTo>
                  <a:pt x="4924" y="65646"/>
                </a:lnTo>
                <a:lnTo>
                  <a:pt x="4440" y="65969"/>
                </a:lnTo>
                <a:lnTo>
                  <a:pt x="3996" y="66272"/>
                </a:lnTo>
                <a:lnTo>
                  <a:pt x="3572" y="66615"/>
                </a:lnTo>
                <a:lnTo>
                  <a:pt x="3148" y="66958"/>
                </a:lnTo>
                <a:lnTo>
                  <a:pt x="2765" y="67321"/>
                </a:lnTo>
                <a:lnTo>
                  <a:pt x="2321" y="67786"/>
                </a:lnTo>
                <a:lnTo>
                  <a:pt x="1917" y="68270"/>
                </a:lnTo>
                <a:lnTo>
                  <a:pt x="1554" y="68795"/>
                </a:lnTo>
                <a:lnTo>
                  <a:pt x="1211" y="69339"/>
                </a:lnTo>
                <a:lnTo>
                  <a:pt x="928" y="69884"/>
                </a:lnTo>
                <a:lnTo>
                  <a:pt x="666" y="70470"/>
                </a:lnTo>
                <a:lnTo>
                  <a:pt x="444" y="71055"/>
                </a:lnTo>
                <a:lnTo>
                  <a:pt x="262" y="71660"/>
                </a:lnTo>
                <a:lnTo>
                  <a:pt x="182" y="71983"/>
                </a:lnTo>
                <a:lnTo>
                  <a:pt x="121" y="72306"/>
                </a:lnTo>
                <a:lnTo>
                  <a:pt x="81" y="72609"/>
                </a:lnTo>
                <a:lnTo>
                  <a:pt x="41" y="72931"/>
                </a:lnTo>
                <a:lnTo>
                  <a:pt x="20" y="73254"/>
                </a:lnTo>
                <a:lnTo>
                  <a:pt x="0" y="73557"/>
                </a:lnTo>
                <a:lnTo>
                  <a:pt x="0" y="73880"/>
                </a:lnTo>
                <a:lnTo>
                  <a:pt x="20" y="74183"/>
                </a:lnTo>
                <a:lnTo>
                  <a:pt x="61" y="74485"/>
                </a:lnTo>
                <a:lnTo>
                  <a:pt x="101" y="74788"/>
                </a:lnTo>
                <a:lnTo>
                  <a:pt x="162" y="75071"/>
                </a:lnTo>
                <a:lnTo>
                  <a:pt x="222" y="75373"/>
                </a:lnTo>
                <a:lnTo>
                  <a:pt x="323" y="75656"/>
                </a:lnTo>
                <a:lnTo>
                  <a:pt x="404" y="75938"/>
                </a:lnTo>
                <a:lnTo>
                  <a:pt x="525" y="76201"/>
                </a:lnTo>
                <a:lnTo>
                  <a:pt x="646" y="76483"/>
                </a:lnTo>
                <a:lnTo>
                  <a:pt x="828" y="76846"/>
                </a:lnTo>
                <a:lnTo>
                  <a:pt x="1050" y="77189"/>
                </a:lnTo>
                <a:lnTo>
                  <a:pt x="1292" y="77533"/>
                </a:lnTo>
                <a:lnTo>
                  <a:pt x="1554" y="77855"/>
                </a:lnTo>
                <a:lnTo>
                  <a:pt x="1837" y="78158"/>
                </a:lnTo>
                <a:lnTo>
                  <a:pt x="2139" y="78441"/>
                </a:lnTo>
                <a:lnTo>
                  <a:pt x="2462" y="78703"/>
                </a:lnTo>
                <a:lnTo>
                  <a:pt x="2785" y="78945"/>
                </a:lnTo>
                <a:lnTo>
                  <a:pt x="3148" y="79187"/>
                </a:lnTo>
                <a:lnTo>
                  <a:pt x="3532" y="79389"/>
                </a:lnTo>
                <a:lnTo>
                  <a:pt x="3935" y="79591"/>
                </a:lnTo>
                <a:lnTo>
                  <a:pt x="4339" y="79773"/>
                </a:lnTo>
                <a:lnTo>
                  <a:pt x="4763" y="79914"/>
                </a:lnTo>
                <a:lnTo>
                  <a:pt x="5227" y="80055"/>
                </a:lnTo>
                <a:lnTo>
                  <a:pt x="5691" y="80176"/>
                </a:lnTo>
                <a:lnTo>
                  <a:pt x="6155" y="80277"/>
                </a:lnTo>
                <a:lnTo>
                  <a:pt x="6660" y="80338"/>
                </a:lnTo>
                <a:lnTo>
                  <a:pt x="7144" y="80398"/>
                </a:lnTo>
                <a:lnTo>
                  <a:pt x="7648" y="80438"/>
                </a:lnTo>
                <a:lnTo>
                  <a:pt x="8153" y="80438"/>
                </a:lnTo>
                <a:lnTo>
                  <a:pt x="8819" y="80418"/>
                </a:lnTo>
                <a:lnTo>
                  <a:pt x="9485" y="80378"/>
                </a:lnTo>
                <a:lnTo>
                  <a:pt x="10171" y="80277"/>
                </a:lnTo>
                <a:lnTo>
                  <a:pt x="10817" y="80156"/>
                </a:lnTo>
                <a:lnTo>
                  <a:pt x="11483" y="80015"/>
                </a:lnTo>
                <a:lnTo>
                  <a:pt x="12128" y="79813"/>
                </a:lnTo>
                <a:lnTo>
                  <a:pt x="12754" y="79591"/>
                </a:lnTo>
                <a:lnTo>
                  <a:pt x="13380" y="79329"/>
                </a:lnTo>
                <a:lnTo>
                  <a:pt x="14106" y="78986"/>
                </a:lnTo>
                <a:lnTo>
                  <a:pt x="14812" y="78622"/>
                </a:lnTo>
                <a:lnTo>
                  <a:pt x="15498" y="78219"/>
                </a:lnTo>
                <a:lnTo>
                  <a:pt x="16185" y="77795"/>
                </a:lnTo>
                <a:lnTo>
                  <a:pt x="16850" y="77351"/>
                </a:lnTo>
                <a:lnTo>
                  <a:pt x="17496" y="76887"/>
                </a:lnTo>
                <a:lnTo>
                  <a:pt x="18142" y="76402"/>
                </a:lnTo>
                <a:lnTo>
                  <a:pt x="18768" y="75898"/>
                </a:lnTo>
                <a:lnTo>
                  <a:pt x="19373" y="75393"/>
                </a:lnTo>
                <a:lnTo>
                  <a:pt x="19978" y="74869"/>
                </a:lnTo>
                <a:lnTo>
                  <a:pt x="21169" y="73779"/>
                </a:lnTo>
                <a:lnTo>
                  <a:pt x="22339" y="72669"/>
                </a:lnTo>
                <a:lnTo>
                  <a:pt x="23490" y="71559"/>
                </a:lnTo>
                <a:lnTo>
                  <a:pt x="25266" y="69824"/>
                </a:lnTo>
                <a:lnTo>
                  <a:pt x="26174" y="68976"/>
                </a:lnTo>
                <a:lnTo>
                  <a:pt x="27102" y="68149"/>
                </a:lnTo>
                <a:lnTo>
                  <a:pt x="27990" y="67382"/>
                </a:lnTo>
                <a:lnTo>
                  <a:pt x="28918" y="66615"/>
                </a:lnTo>
                <a:lnTo>
                  <a:pt x="29867" y="65889"/>
                </a:lnTo>
                <a:lnTo>
                  <a:pt x="30855" y="65182"/>
                </a:lnTo>
                <a:lnTo>
                  <a:pt x="31844" y="64496"/>
                </a:lnTo>
                <a:lnTo>
                  <a:pt x="32853" y="63850"/>
                </a:lnTo>
                <a:lnTo>
                  <a:pt x="33882" y="63225"/>
                </a:lnTo>
                <a:lnTo>
                  <a:pt x="34932" y="62599"/>
                </a:lnTo>
                <a:lnTo>
                  <a:pt x="36001" y="62034"/>
                </a:lnTo>
                <a:lnTo>
                  <a:pt x="37071" y="61469"/>
                </a:lnTo>
                <a:lnTo>
                  <a:pt x="38161" y="60945"/>
                </a:lnTo>
                <a:lnTo>
                  <a:pt x="39271" y="60440"/>
                </a:lnTo>
                <a:lnTo>
                  <a:pt x="40401" y="59976"/>
                </a:lnTo>
                <a:lnTo>
                  <a:pt x="41531" y="59532"/>
                </a:lnTo>
                <a:lnTo>
                  <a:pt x="42681" y="59108"/>
                </a:lnTo>
                <a:lnTo>
                  <a:pt x="43851" y="58725"/>
                </a:lnTo>
                <a:lnTo>
                  <a:pt x="45002" y="58361"/>
                </a:lnTo>
                <a:lnTo>
                  <a:pt x="46192" y="58039"/>
                </a:lnTo>
                <a:lnTo>
                  <a:pt x="47363" y="57736"/>
                </a:lnTo>
                <a:lnTo>
                  <a:pt x="48553" y="57474"/>
                </a:lnTo>
                <a:lnTo>
                  <a:pt x="49764" y="57231"/>
                </a:lnTo>
                <a:lnTo>
                  <a:pt x="50955" y="57030"/>
                </a:lnTo>
                <a:lnTo>
                  <a:pt x="52166" y="56868"/>
                </a:lnTo>
                <a:lnTo>
                  <a:pt x="53356" y="56707"/>
                </a:lnTo>
                <a:lnTo>
                  <a:pt x="54567" y="56606"/>
                </a:lnTo>
                <a:lnTo>
                  <a:pt x="55778" y="56525"/>
                </a:lnTo>
                <a:lnTo>
                  <a:pt x="56989" y="56465"/>
                </a:lnTo>
                <a:lnTo>
                  <a:pt x="58179" y="56444"/>
                </a:lnTo>
                <a:lnTo>
                  <a:pt x="59390" y="56465"/>
                </a:lnTo>
                <a:lnTo>
                  <a:pt x="60581" y="56505"/>
                </a:lnTo>
                <a:lnTo>
                  <a:pt x="61771" y="56586"/>
                </a:lnTo>
                <a:lnTo>
                  <a:pt x="62962" y="56687"/>
                </a:lnTo>
                <a:lnTo>
                  <a:pt x="64274" y="56848"/>
                </a:lnTo>
                <a:lnTo>
                  <a:pt x="65605" y="57030"/>
                </a:lnTo>
                <a:lnTo>
                  <a:pt x="66917" y="57231"/>
                </a:lnTo>
                <a:lnTo>
                  <a:pt x="68229" y="57433"/>
                </a:lnTo>
                <a:lnTo>
                  <a:pt x="69601" y="57655"/>
                </a:lnTo>
                <a:lnTo>
                  <a:pt x="70973" y="57857"/>
                </a:lnTo>
                <a:lnTo>
                  <a:pt x="72366" y="58039"/>
                </a:lnTo>
                <a:lnTo>
                  <a:pt x="73758" y="58200"/>
                </a:lnTo>
                <a:lnTo>
                  <a:pt x="74444" y="58261"/>
                </a:lnTo>
                <a:lnTo>
                  <a:pt x="75151" y="58321"/>
                </a:lnTo>
                <a:lnTo>
                  <a:pt x="75837" y="58361"/>
                </a:lnTo>
                <a:lnTo>
                  <a:pt x="76543" y="58382"/>
                </a:lnTo>
                <a:lnTo>
                  <a:pt x="77249" y="58382"/>
                </a:lnTo>
                <a:lnTo>
                  <a:pt x="77935" y="58361"/>
                </a:lnTo>
                <a:lnTo>
                  <a:pt x="78642" y="58341"/>
                </a:lnTo>
                <a:lnTo>
                  <a:pt x="79328" y="58281"/>
                </a:lnTo>
                <a:lnTo>
                  <a:pt x="79812" y="58220"/>
                </a:lnTo>
                <a:lnTo>
                  <a:pt x="80337" y="58160"/>
                </a:lnTo>
                <a:lnTo>
                  <a:pt x="80882" y="58059"/>
                </a:lnTo>
                <a:lnTo>
                  <a:pt x="81467" y="57918"/>
                </a:lnTo>
                <a:lnTo>
                  <a:pt x="82032" y="57736"/>
                </a:lnTo>
                <a:lnTo>
                  <a:pt x="82315" y="57635"/>
                </a:lnTo>
                <a:lnTo>
                  <a:pt x="82597" y="57514"/>
                </a:lnTo>
                <a:lnTo>
                  <a:pt x="82880" y="57373"/>
                </a:lnTo>
                <a:lnTo>
                  <a:pt x="83142" y="57231"/>
                </a:lnTo>
                <a:lnTo>
                  <a:pt x="83404" y="57050"/>
                </a:lnTo>
                <a:lnTo>
                  <a:pt x="83667" y="56868"/>
                </a:lnTo>
                <a:lnTo>
                  <a:pt x="83868" y="56707"/>
                </a:lnTo>
                <a:lnTo>
                  <a:pt x="84050" y="56525"/>
                </a:lnTo>
                <a:lnTo>
                  <a:pt x="84232" y="56343"/>
                </a:lnTo>
                <a:lnTo>
                  <a:pt x="84413" y="56162"/>
                </a:lnTo>
                <a:lnTo>
                  <a:pt x="84716" y="55778"/>
                </a:lnTo>
                <a:lnTo>
                  <a:pt x="84998" y="55355"/>
                </a:lnTo>
                <a:lnTo>
                  <a:pt x="85220" y="54931"/>
                </a:lnTo>
                <a:lnTo>
                  <a:pt x="85442" y="54467"/>
                </a:lnTo>
                <a:lnTo>
                  <a:pt x="85604" y="53982"/>
                </a:lnTo>
                <a:lnTo>
                  <a:pt x="85765" y="53498"/>
                </a:lnTo>
                <a:lnTo>
                  <a:pt x="85886" y="52994"/>
                </a:lnTo>
                <a:lnTo>
                  <a:pt x="86007" y="52489"/>
                </a:lnTo>
                <a:lnTo>
                  <a:pt x="86088" y="51964"/>
                </a:lnTo>
                <a:lnTo>
                  <a:pt x="86169" y="51420"/>
                </a:lnTo>
                <a:lnTo>
                  <a:pt x="86290" y="50350"/>
                </a:lnTo>
                <a:lnTo>
                  <a:pt x="86371" y="49260"/>
                </a:lnTo>
                <a:lnTo>
                  <a:pt x="86492" y="47949"/>
                </a:lnTo>
                <a:lnTo>
                  <a:pt x="86573" y="47283"/>
                </a:lnTo>
                <a:lnTo>
                  <a:pt x="86653" y="46637"/>
                </a:lnTo>
                <a:lnTo>
                  <a:pt x="86754" y="46052"/>
                </a:lnTo>
                <a:lnTo>
                  <a:pt x="86895" y="45487"/>
                </a:lnTo>
                <a:lnTo>
                  <a:pt x="87037" y="44901"/>
                </a:lnTo>
                <a:lnTo>
                  <a:pt x="87218" y="44336"/>
                </a:lnTo>
                <a:lnTo>
                  <a:pt x="87420" y="43771"/>
                </a:lnTo>
                <a:lnTo>
                  <a:pt x="87642" y="43206"/>
                </a:lnTo>
                <a:lnTo>
                  <a:pt x="87884" y="42661"/>
                </a:lnTo>
                <a:lnTo>
                  <a:pt x="88167" y="42117"/>
                </a:lnTo>
                <a:lnTo>
                  <a:pt x="88449" y="41592"/>
                </a:lnTo>
                <a:lnTo>
                  <a:pt x="88772" y="41067"/>
                </a:lnTo>
                <a:lnTo>
                  <a:pt x="89115" y="40563"/>
                </a:lnTo>
                <a:lnTo>
                  <a:pt x="89478" y="40058"/>
                </a:lnTo>
                <a:lnTo>
                  <a:pt x="89842" y="39574"/>
                </a:lnTo>
                <a:lnTo>
                  <a:pt x="90245" y="39089"/>
                </a:lnTo>
                <a:lnTo>
                  <a:pt x="90669" y="38646"/>
                </a:lnTo>
                <a:lnTo>
                  <a:pt x="91113" y="38202"/>
                </a:lnTo>
                <a:lnTo>
                  <a:pt x="91577" y="37758"/>
                </a:lnTo>
                <a:lnTo>
                  <a:pt x="92041" y="37354"/>
                </a:lnTo>
                <a:lnTo>
                  <a:pt x="92526" y="36971"/>
                </a:lnTo>
                <a:lnTo>
                  <a:pt x="93030" y="36607"/>
                </a:lnTo>
                <a:lnTo>
                  <a:pt x="93535" y="36264"/>
                </a:lnTo>
                <a:lnTo>
                  <a:pt x="94059" y="35941"/>
                </a:lnTo>
                <a:lnTo>
                  <a:pt x="94584" y="35639"/>
                </a:lnTo>
                <a:lnTo>
                  <a:pt x="95129" y="35376"/>
                </a:lnTo>
                <a:lnTo>
                  <a:pt x="95674" y="35114"/>
                </a:lnTo>
                <a:lnTo>
                  <a:pt x="96239" y="34892"/>
                </a:lnTo>
                <a:lnTo>
                  <a:pt x="96804" y="34690"/>
                </a:lnTo>
                <a:lnTo>
                  <a:pt x="97369" y="34529"/>
                </a:lnTo>
                <a:lnTo>
                  <a:pt x="97934" y="34367"/>
                </a:lnTo>
                <a:lnTo>
                  <a:pt x="98519" y="34246"/>
                </a:lnTo>
                <a:lnTo>
                  <a:pt x="99084" y="34166"/>
                </a:lnTo>
                <a:lnTo>
                  <a:pt x="99669" y="34085"/>
                </a:lnTo>
                <a:lnTo>
                  <a:pt x="100255" y="34044"/>
                </a:lnTo>
                <a:lnTo>
                  <a:pt x="100860" y="34024"/>
                </a:lnTo>
                <a:lnTo>
                  <a:pt x="101445" y="34044"/>
                </a:lnTo>
                <a:lnTo>
                  <a:pt x="102051" y="34085"/>
                </a:lnTo>
                <a:lnTo>
                  <a:pt x="102636" y="34145"/>
                </a:lnTo>
                <a:lnTo>
                  <a:pt x="103221" y="34246"/>
                </a:lnTo>
                <a:lnTo>
                  <a:pt x="103806" y="34367"/>
                </a:lnTo>
                <a:lnTo>
                  <a:pt x="104391" y="34509"/>
                </a:lnTo>
                <a:lnTo>
                  <a:pt x="104977" y="34690"/>
                </a:lnTo>
                <a:lnTo>
                  <a:pt x="105542" y="34892"/>
                </a:lnTo>
                <a:lnTo>
                  <a:pt x="106127" y="35114"/>
                </a:lnTo>
                <a:lnTo>
                  <a:pt x="106672" y="35356"/>
                </a:lnTo>
                <a:lnTo>
                  <a:pt x="107237" y="35639"/>
                </a:lnTo>
                <a:lnTo>
                  <a:pt x="107782" y="35941"/>
                </a:lnTo>
                <a:lnTo>
                  <a:pt x="108306" y="36264"/>
                </a:lnTo>
                <a:lnTo>
                  <a:pt x="108831" y="36607"/>
                </a:lnTo>
                <a:lnTo>
                  <a:pt x="109336" y="36971"/>
                </a:lnTo>
                <a:lnTo>
                  <a:pt x="109820" y="37354"/>
                </a:lnTo>
                <a:lnTo>
                  <a:pt x="110284" y="37758"/>
                </a:lnTo>
                <a:lnTo>
                  <a:pt x="110728" y="38161"/>
                </a:lnTo>
                <a:lnTo>
                  <a:pt x="111152" y="38585"/>
                </a:lnTo>
                <a:lnTo>
                  <a:pt x="111535" y="39029"/>
                </a:lnTo>
                <a:lnTo>
                  <a:pt x="111919" y="39493"/>
                </a:lnTo>
                <a:lnTo>
                  <a:pt x="112262" y="39957"/>
                </a:lnTo>
                <a:lnTo>
                  <a:pt x="112605" y="40442"/>
                </a:lnTo>
                <a:lnTo>
                  <a:pt x="112907" y="40946"/>
                </a:lnTo>
                <a:lnTo>
                  <a:pt x="113190" y="41451"/>
                </a:lnTo>
                <a:lnTo>
                  <a:pt x="113452" y="41955"/>
                </a:lnTo>
                <a:lnTo>
                  <a:pt x="113674" y="42480"/>
                </a:lnTo>
                <a:lnTo>
                  <a:pt x="113876" y="43025"/>
                </a:lnTo>
                <a:lnTo>
                  <a:pt x="114058" y="43569"/>
                </a:lnTo>
                <a:lnTo>
                  <a:pt x="114219" y="44114"/>
                </a:lnTo>
                <a:lnTo>
                  <a:pt x="114038" y="43610"/>
                </a:lnTo>
                <a:lnTo>
                  <a:pt x="113937" y="43368"/>
                </a:lnTo>
                <a:lnTo>
                  <a:pt x="113816" y="43126"/>
                </a:lnTo>
                <a:lnTo>
                  <a:pt x="113694" y="42904"/>
                </a:lnTo>
                <a:lnTo>
                  <a:pt x="113573" y="42682"/>
                </a:lnTo>
                <a:lnTo>
                  <a:pt x="113432" y="42500"/>
                </a:lnTo>
                <a:lnTo>
                  <a:pt x="113251" y="42318"/>
                </a:lnTo>
                <a:lnTo>
                  <a:pt x="113210" y="42379"/>
                </a:lnTo>
                <a:lnTo>
                  <a:pt x="113372" y="42560"/>
                </a:lnTo>
                <a:lnTo>
                  <a:pt x="113533" y="42782"/>
                </a:lnTo>
                <a:lnTo>
                  <a:pt x="113674" y="43025"/>
                </a:lnTo>
                <a:lnTo>
                  <a:pt x="113816" y="43267"/>
                </a:lnTo>
                <a:lnTo>
                  <a:pt x="113916" y="43529"/>
                </a:lnTo>
                <a:lnTo>
                  <a:pt x="114017" y="43812"/>
                </a:lnTo>
                <a:lnTo>
                  <a:pt x="114219" y="44377"/>
                </a:lnTo>
                <a:lnTo>
                  <a:pt x="114360" y="44760"/>
                </a:lnTo>
                <a:lnTo>
                  <a:pt x="114502" y="45144"/>
                </a:lnTo>
                <a:lnTo>
                  <a:pt x="114663" y="45507"/>
                </a:lnTo>
                <a:lnTo>
                  <a:pt x="114744" y="45668"/>
                </a:lnTo>
                <a:lnTo>
                  <a:pt x="114845" y="45809"/>
                </a:lnTo>
                <a:lnTo>
                  <a:pt x="114946" y="45951"/>
                </a:lnTo>
                <a:lnTo>
                  <a:pt x="115067" y="46072"/>
                </a:lnTo>
                <a:lnTo>
                  <a:pt x="115188" y="46173"/>
                </a:lnTo>
                <a:lnTo>
                  <a:pt x="115309" y="46274"/>
                </a:lnTo>
                <a:lnTo>
                  <a:pt x="115470" y="46334"/>
                </a:lnTo>
                <a:lnTo>
                  <a:pt x="115632" y="46375"/>
                </a:lnTo>
                <a:lnTo>
                  <a:pt x="115793" y="46395"/>
                </a:lnTo>
                <a:lnTo>
                  <a:pt x="115995" y="46395"/>
                </a:lnTo>
                <a:lnTo>
                  <a:pt x="116156" y="46375"/>
                </a:lnTo>
                <a:lnTo>
                  <a:pt x="116318" y="46334"/>
                </a:lnTo>
                <a:lnTo>
                  <a:pt x="116479" y="46274"/>
                </a:lnTo>
                <a:lnTo>
                  <a:pt x="116641" y="46173"/>
                </a:lnTo>
                <a:lnTo>
                  <a:pt x="116822" y="46072"/>
                </a:lnTo>
                <a:lnTo>
                  <a:pt x="116984" y="45931"/>
                </a:lnTo>
                <a:lnTo>
                  <a:pt x="117145" y="45769"/>
                </a:lnTo>
                <a:lnTo>
                  <a:pt x="117327" y="45587"/>
                </a:lnTo>
                <a:lnTo>
                  <a:pt x="117630" y="45224"/>
                </a:lnTo>
                <a:lnTo>
                  <a:pt x="117892" y="44841"/>
                </a:lnTo>
                <a:lnTo>
                  <a:pt x="118134" y="44437"/>
                </a:lnTo>
                <a:lnTo>
                  <a:pt x="118356" y="44034"/>
                </a:lnTo>
                <a:lnTo>
                  <a:pt x="118558" y="43630"/>
                </a:lnTo>
                <a:lnTo>
                  <a:pt x="118739" y="43186"/>
                </a:lnTo>
                <a:lnTo>
                  <a:pt x="118901" y="42762"/>
                </a:lnTo>
                <a:lnTo>
                  <a:pt x="119042" y="42318"/>
                </a:lnTo>
                <a:lnTo>
                  <a:pt x="119183" y="41854"/>
                </a:lnTo>
                <a:lnTo>
                  <a:pt x="119284" y="41410"/>
                </a:lnTo>
                <a:lnTo>
                  <a:pt x="119486" y="40482"/>
                </a:lnTo>
                <a:lnTo>
                  <a:pt x="119648" y="39554"/>
                </a:lnTo>
                <a:lnTo>
                  <a:pt x="119789" y="38625"/>
                </a:lnTo>
                <a:lnTo>
                  <a:pt x="119950" y="37394"/>
                </a:lnTo>
                <a:lnTo>
                  <a:pt x="120092" y="36184"/>
                </a:lnTo>
                <a:lnTo>
                  <a:pt x="120233" y="34953"/>
                </a:lnTo>
                <a:lnTo>
                  <a:pt x="120334" y="33742"/>
                </a:lnTo>
                <a:lnTo>
                  <a:pt x="120455" y="32511"/>
                </a:lnTo>
                <a:lnTo>
                  <a:pt x="120536" y="31280"/>
                </a:lnTo>
                <a:lnTo>
                  <a:pt x="120616" y="30069"/>
                </a:lnTo>
                <a:lnTo>
                  <a:pt x="120697" y="28838"/>
                </a:lnTo>
                <a:lnTo>
                  <a:pt x="120737" y="27607"/>
                </a:lnTo>
                <a:lnTo>
                  <a:pt x="120778" y="26376"/>
                </a:lnTo>
                <a:lnTo>
                  <a:pt x="120798" y="25145"/>
                </a:lnTo>
                <a:lnTo>
                  <a:pt x="120818" y="23914"/>
                </a:lnTo>
                <a:lnTo>
                  <a:pt x="120818" y="22683"/>
                </a:lnTo>
                <a:lnTo>
                  <a:pt x="120798" y="21452"/>
                </a:lnTo>
                <a:lnTo>
                  <a:pt x="120778" y="20241"/>
                </a:lnTo>
                <a:lnTo>
                  <a:pt x="120737" y="19010"/>
                </a:lnTo>
                <a:lnTo>
                  <a:pt x="120697" y="18143"/>
                </a:lnTo>
                <a:lnTo>
                  <a:pt x="120636" y="17275"/>
                </a:lnTo>
                <a:lnTo>
                  <a:pt x="120576" y="16407"/>
                </a:lnTo>
                <a:lnTo>
                  <a:pt x="120495" y="15519"/>
                </a:lnTo>
                <a:lnTo>
                  <a:pt x="120374" y="14651"/>
                </a:lnTo>
                <a:lnTo>
                  <a:pt x="120233" y="13763"/>
                </a:lnTo>
                <a:lnTo>
                  <a:pt x="120071" y="12896"/>
                </a:lnTo>
                <a:lnTo>
                  <a:pt x="119870" y="12048"/>
                </a:lnTo>
                <a:lnTo>
                  <a:pt x="119648" y="11201"/>
                </a:lnTo>
                <a:lnTo>
                  <a:pt x="119365" y="10353"/>
                </a:lnTo>
                <a:lnTo>
                  <a:pt x="119062" y="9546"/>
                </a:lnTo>
                <a:lnTo>
                  <a:pt x="118881" y="9142"/>
                </a:lnTo>
                <a:lnTo>
                  <a:pt x="118699" y="8759"/>
                </a:lnTo>
                <a:lnTo>
                  <a:pt x="118497" y="8375"/>
                </a:lnTo>
                <a:lnTo>
                  <a:pt x="118296" y="7992"/>
                </a:lnTo>
                <a:lnTo>
                  <a:pt x="118074" y="7609"/>
                </a:lnTo>
                <a:lnTo>
                  <a:pt x="117831" y="7245"/>
                </a:lnTo>
                <a:lnTo>
                  <a:pt x="117589" y="6902"/>
                </a:lnTo>
                <a:lnTo>
                  <a:pt x="117327" y="6559"/>
                </a:lnTo>
                <a:lnTo>
                  <a:pt x="117044" y="6216"/>
                </a:lnTo>
                <a:lnTo>
                  <a:pt x="116762" y="5873"/>
                </a:lnTo>
                <a:lnTo>
                  <a:pt x="116257" y="5369"/>
                </a:lnTo>
                <a:lnTo>
                  <a:pt x="115712" y="4884"/>
                </a:lnTo>
                <a:lnTo>
                  <a:pt x="115127" y="4420"/>
                </a:lnTo>
                <a:lnTo>
                  <a:pt x="114502" y="3976"/>
                </a:lnTo>
                <a:lnTo>
                  <a:pt x="113836" y="3573"/>
                </a:lnTo>
                <a:lnTo>
                  <a:pt x="113129" y="3189"/>
                </a:lnTo>
                <a:lnTo>
                  <a:pt x="112403" y="2846"/>
                </a:lnTo>
                <a:lnTo>
                  <a:pt x="111596" y="2503"/>
                </a:lnTo>
                <a:lnTo>
                  <a:pt x="110970" y="2261"/>
                </a:lnTo>
                <a:lnTo>
                  <a:pt x="110284" y="2039"/>
                </a:lnTo>
                <a:lnTo>
                  <a:pt x="109578" y="1837"/>
                </a:lnTo>
                <a:lnTo>
                  <a:pt x="108851" y="1635"/>
                </a:lnTo>
                <a:lnTo>
                  <a:pt x="108064" y="1433"/>
                </a:lnTo>
                <a:lnTo>
                  <a:pt x="107257" y="1272"/>
                </a:lnTo>
                <a:lnTo>
                  <a:pt x="106389" y="1090"/>
                </a:lnTo>
                <a:lnTo>
                  <a:pt x="105481" y="949"/>
                </a:lnTo>
                <a:lnTo>
                  <a:pt x="103988" y="707"/>
                </a:lnTo>
                <a:lnTo>
                  <a:pt x="102474" y="505"/>
                </a:lnTo>
                <a:lnTo>
                  <a:pt x="100961" y="344"/>
                </a:lnTo>
                <a:lnTo>
                  <a:pt x="99447" y="202"/>
                </a:lnTo>
                <a:lnTo>
                  <a:pt x="97934" y="102"/>
                </a:lnTo>
                <a:lnTo>
                  <a:pt x="96420" y="41"/>
                </a:lnTo>
                <a:lnTo>
                  <a:pt x="9488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" name="Google Shape;1590;p19"/>
          <p:cNvSpPr/>
          <p:nvPr/>
        </p:nvSpPr>
        <p:spPr>
          <a:xfrm>
            <a:off x="9011602" y="-25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" name="Google Shape;1591;p19"/>
          <p:cNvSpPr/>
          <p:nvPr/>
        </p:nvSpPr>
        <p:spPr>
          <a:xfrm>
            <a:off x="7182848" y="1854781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" name="Google Shape;1592;p19"/>
          <p:cNvSpPr/>
          <p:nvPr/>
        </p:nvSpPr>
        <p:spPr>
          <a:xfrm>
            <a:off x="7364488" y="11396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" name="Google Shape;1593;p19"/>
          <p:cNvSpPr/>
          <p:nvPr/>
        </p:nvSpPr>
        <p:spPr>
          <a:xfrm>
            <a:off x="8605498" y="3630536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" name="Google Shape;1594;p19"/>
          <p:cNvSpPr/>
          <p:nvPr/>
        </p:nvSpPr>
        <p:spPr>
          <a:xfrm>
            <a:off x="7917290" y="1315452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" name="Google Shape;1595;p19"/>
          <p:cNvSpPr/>
          <p:nvPr/>
        </p:nvSpPr>
        <p:spPr>
          <a:xfrm>
            <a:off x="1573619" y="4469485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" name="Google Shape;1596;p19"/>
          <p:cNvSpPr/>
          <p:nvPr/>
        </p:nvSpPr>
        <p:spPr>
          <a:xfrm rot="3449335">
            <a:off x="1554254" y="-1020347"/>
            <a:ext cx="1395586" cy="1650631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" name="Google Shape;1597;p19"/>
          <p:cNvSpPr/>
          <p:nvPr/>
        </p:nvSpPr>
        <p:spPr>
          <a:xfrm>
            <a:off x="8938198" y="3915546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" name="Google Shape;1598;p19"/>
          <p:cNvSpPr/>
          <p:nvPr/>
        </p:nvSpPr>
        <p:spPr>
          <a:xfrm>
            <a:off x="1754085" y="4576657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" name="Google Shape;1599;p19"/>
          <p:cNvSpPr/>
          <p:nvPr/>
        </p:nvSpPr>
        <p:spPr>
          <a:xfrm>
            <a:off x="7475015" y="1977720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" name="Google Shape;1600;p19"/>
          <p:cNvSpPr/>
          <p:nvPr/>
        </p:nvSpPr>
        <p:spPr>
          <a:xfrm>
            <a:off x="7497601" y="258374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" name="Google Shape;1601;p19"/>
          <p:cNvSpPr/>
          <p:nvPr/>
        </p:nvSpPr>
        <p:spPr>
          <a:xfrm>
            <a:off x="7989465" y="1384273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" name="Google Shape;1602;p19"/>
          <p:cNvSpPr/>
          <p:nvPr/>
        </p:nvSpPr>
        <p:spPr>
          <a:xfrm rot="3449335">
            <a:off x="1655522" y="-908175"/>
            <a:ext cx="1193653" cy="1427229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" name="Google Shape;1603;p19"/>
          <p:cNvSpPr/>
          <p:nvPr/>
        </p:nvSpPr>
        <p:spPr>
          <a:xfrm>
            <a:off x="7611538" y="31925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" name="Google Shape;1604;p19"/>
          <p:cNvSpPr/>
          <p:nvPr/>
        </p:nvSpPr>
        <p:spPr>
          <a:xfrm>
            <a:off x="8093284" y="1493738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" name="Google Shape;1605;p19"/>
          <p:cNvSpPr/>
          <p:nvPr/>
        </p:nvSpPr>
        <p:spPr>
          <a:xfrm rot="3449335">
            <a:off x="1810805" y="-768073"/>
            <a:ext cx="901487" cy="1104539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" name="Google Shape;1606;p19"/>
          <p:cNvSpPr/>
          <p:nvPr/>
        </p:nvSpPr>
        <p:spPr>
          <a:xfrm>
            <a:off x="8740847" y="1813019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" name="Google Shape;1607;p19"/>
          <p:cNvSpPr/>
          <p:nvPr/>
        </p:nvSpPr>
        <p:spPr>
          <a:xfrm>
            <a:off x="7850706" y="3773824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" name="Google Shape;1608;p19"/>
          <p:cNvSpPr/>
          <p:nvPr/>
        </p:nvSpPr>
        <p:spPr>
          <a:xfrm rot="3449335">
            <a:off x="2567386" y="-287123"/>
            <a:ext cx="130932" cy="390449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" name="Google Shape;1609;p19"/>
          <p:cNvSpPr/>
          <p:nvPr/>
        </p:nvSpPr>
        <p:spPr>
          <a:xfrm>
            <a:off x="13470249" y="372312"/>
            <a:ext cx="206522" cy="1040271"/>
          </a:xfrm>
          <a:custGeom>
            <a:rect b="b" l="l" r="r" t="t"/>
            <a:pathLst>
              <a:path extrusionOk="0" h="18607" w="3694">
                <a:moveTo>
                  <a:pt x="2160" y="0"/>
                </a:moveTo>
                <a:lnTo>
                  <a:pt x="2099" y="61"/>
                </a:lnTo>
                <a:lnTo>
                  <a:pt x="2281" y="283"/>
                </a:lnTo>
                <a:lnTo>
                  <a:pt x="2462" y="545"/>
                </a:lnTo>
                <a:lnTo>
                  <a:pt x="2624" y="787"/>
                </a:lnTo>
                <a:lnTo>
                  <a:pt x="2765" y="1050"/>
                </a:lnTo>
                <a:lnTo>
                  <a:pt x="2886" y="1292"/>
                </a:lnTo>
                <a:lnTo>
                  <a:pt x="3007" y="1554"/>
                </a:lnTo>
                <a:lnTo>
                  <a:pt x="3209" y="2079"/>
                </a:lnTo>
                <a:lnTo>
                  <a:pt x="3350" y="2604"/>
                </a:lnTo>
                <a:lnTo>
                  <a:pt x="3471" y="3108"/>
                </a:lnTo>
                <a:lnTo>
                  <a:pt x="3532" y="3592"/>
                </a:lnTo>
                <a:lnTo>
                  <a:pt x="3572" y="4036"/>
                </a:lnTo>
                <a:lnTo>
                  <a:pt x="3613" y="4581"/>
                </a:lnTo>
                <a:lnTo>
                  <a:pt x="3613" y="5126"/>
                </a:lnTo>
                <a:lnTo>
                  <a:pt x="3592" y="5671"/>
                </a:lnTo>
                <a:lnTo>
                  <a:pt x="3552" y="6216"/>
                </a:lnTo>
                <a:lnTo>
                  <a:pt x="3431" y="7285"/>
                </a:lnTo>
                <a:lnTo>
                  <a:pt x="3290" y="8355"/>
                </a:lnTo>
                <a:lnTo>
                  <a:pt x="2684" y="12734"/>
                </a:lnTo>
                <a:lnTo>
                  <a:pt x="2604" y="13360"/>
                </a:lnTo>
                <a:lnTo>
                  <a:pt x="2503" y="14026"/>
                </a:lnTo>
                <a:lnTo>
                  <a:pt x="2361" y="14712"/>
                </a:lnTo>
                <a:lnTo>
                  <a:pt x="2281" y="15055"/>
                </a:lnTo>
                <a:lnTo>
                  <a:pt x="2180" y="15398"/>
                </a:lnTo>
                <a:lnTo>
                  <a:pt x="2059" y="15741"/>
                </a:lnTo>
                <a:lnTo>
                  <a:pt x="1938" y="16084"/>
                </a:lnTo>
                <a:lnTo>
                  <a:pt x="1796" y="16407"/>
                </a:lnTo>
                <a:lnTo>
                  <a:pt x="1635" y="16730"/>
                </a:lnTo>
                <a:lnTo>
                  <a:pt x="1453" y="17053"/>
                </a:lnTo>
                <a:lnTo>
                  <a:pt x="1252" y="17355"/>
                </a:lnTo>
                <a:lnTo>
                  <a:pt x="1030" y="17638"/>
                </a:lnTo>
                <a:lnTo>
                  <a:pt x="787" y="17900"/>
                </a:lnTo>
                <a:lnTo>
                  <a:pt x="606" y="18082"/>
                </a:lnTo>
                <a:lnTo>
                  <a:pt x="404" y="18243"/>
                </a:lnTo>
                <a:lnTo>
                  <a:pt x="202" y="18384"/>
                </a:lnTo>
                <a:lnTo>
                  <a:pt x="0" y="18526"/>
                </a:lnTo>
                <a:lnTo>
                  <a:pt x="41" y="18606"/>
                </a:lnTo>
                <a:lnTo>
                  <a:pt x="263" y="18465"/>
                </a:lnTo>
                <a:lnTo>
                  <a:pt x="465" y="18304"/>
                </a:lnTo>
                <a:lnTo>
                  <a:pt x="666" y="18142"/>
                </a:lnTo>
                <a:lnTo>
                  <a:pt x="848" y="17961"/>
                </a:lnTo>
                <a:lnTo>
                  <a:pt x="1090" y="17678"/>
                </a:lnTo>
                <a:lnTo>
                  <a:pt x="1332" y="17396"/>
                </a:lnTo>
                <a:lnTo>
                  <a:pt x="1534" y="17093"/>
                </a:lnTo>
                <a:lnTo>
                  <a:pt x="1716" y="16790"/>
                </a:lnTo>
                <a:lnTo>
                  <a:pt x="1877" y="16447"/>
                </a:lnTo>
                <a:lnTo>
                  <a:pt x="2018" y="16124"/>
                </a:lnTo>
                <a:lnTo>
                  <a:pt x="2139" y="15781"/>
                </a:lnTo>
                <a:lnTo>
                  <a:pt x="2240" y="15438"/>
                </a:lnTo>
                <a:lnTo>
                  <a:pt x="2341" y="15075"/>
                </a:lnTo>
                <a:lnTo>
                  <a:pt x="2442" y="14732"/>
                </a:lnTo>
                <a:lnTo>
                  <a:pt x="2563" y="14046"/>
                </a:lnTo>
                <a:lnTo>
                  <a:pt x="2684" y="13380"/>
                </a:lnTo>
                <a:lnTo>
                  <a:pt x="2765" y="12734"/>
                </a:lnTo>
                <a:lnTo>
                  <a:pt x="3370" y="8375"/>
                </a:lnTo>
                <a:lnTo>
                  <a:pt x="3512" y="7306"/>
                </a:lnTo>
                <a:lnTo>
                  <a:pt x="3633" y="6216"/>
                </a:lnTo>
                <a:lnTo>
                  <a:pt x="3673" y="5671"/>
                </a:lnTo>
                <a:lnTo>
                  <a:pt x="3693" y="5126"/>
                </a:lnTo>
                <a:lnTo>
                  <a:pt x="3693" y="4581"/>
                </a:lnTo>
                <a:lnTo>
                  <a:pt x="3653" y="4036"/>
                </a:lnTo>
                <a:lnTo>
                  <a:pt x="3613" y="3572"/>
                </a:lnTo>
                <a:lnTo>
                  <a:pt x="3532" y="3088"/>
                </a:lnTo>
                <a:lnTo>
                  <a:pt x="3431" y="2583"/>
                </a:lnTo>
                <a:lnTo>
                  <a:pt x="3290" y="2059"/>
                </a:lnTo>
                <a:lnTo>
                  <a:pt x="3088" y="1534"/>
                </a:lnTo>
                <a:lnTo>
                  <a:pt x="2967" y="1272"/>
                </a:lnTo>
                <a:lnTo>
                  <a:pt x="2826" y="1009"/>
                </a:lnTo>
                <a:lnTo>
                  <a:pt x="2684" y="747"/>
                </a:lnTo>
                <a:lnTo>
                  <a:pt x="2523" y="485"/>
                </a:lnTo>
                <a:lnTo>
                  <a:pt x="2341" y="243"/>
                </a:lnTo>
                <a:lnTo>
                  <a:pt x="216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" name="Google Shape;1610;p19"/>
          <p:cNvSpPr/>
          <p:nvPr/>
        </p:nvSpPr>
        <p:spPr>
          <a:xfrm>
            <a:off x="8905548" y="1936013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" name="Google Shape;1611;p19"/>
          <p:cNvSpPr/>
          <p:nvPr/>
        </p:nvSpPr>
        <p:spPr>
          <a:xfrm>
            <a:off x="9054482" y="2190947"/>
            <a:ext cx="794334" cy="541632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" name="Google Shape;1612;p19"/>
          <p:cNvSpPr/>
          <p:nvPr/>
        </p:nvSpPr>
        <p:spPr>
          <a:xfrm>
            <a:off x="8006405" y="3940817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" name="Google Shape;1613;p19"/>
          <p:cNvSpPr/>
          <p:nvPr/>
        </p:nvSpPr>
        <p:spPr>
          <a:xfrm>
            <a:off x="8024463" y="3383486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" name="Google Shape;1614;p19"/>
          <p:cNvSpPr/>
          <p:nvPr/>
        </p:nvSpPr>
        <p:spPr>
          <a:xfrm>
            <a:off x="8022171" y="3381194"/>
            <a:ext cx="104994" cy="104994"/>
          </a:xfrm>
          <a:custGeom>
            <a:rect b="b" l="l" r="r" t="t"/>
            <a:pathLst>
              <a:path extrusionOk="0" h="1878" w="1878">
                <a:moveTo>
                  <a:pt x="949" y="81"/>
                </a:moveTo>
                <a:lnTo>
                  <a:pt x="1111" y="102"/>
                </a:lnTo>
                <a:lnTo>
                  <a:pt x="1272" y="142"/>
                </a:lnTo>
                <a:lnTo>
                  <a:pt x="1414" y="223"/>
                </a:lnTo>
                <a:lnTo>
                  <a:pt x="1555" y="32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8"/>
                </a:lnTo>
                <a:lnTo>
                  <a:pt x="1797" y="949"/>
                </a:lnTo>
                <a:lnTo>
                  <a:pt x="1777" y="1111"/>
                </a:lnTo>
                <a:lnTo>
                  <a:pt x="1736" y="1272"/>
                </a:lnTo>
                <a:lnTo>
                  <a:pt x="1656" y="1413"/>
                </a:lnTo>
                <a:lnTo>
                  <a:pt x="1555" y="1555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77"/>
                </a:lnTo>
                <a:lnTo>
                  <a:pt x="949" y="1797"/>
                </a:lnTo>
                <a:lnTo>
                  <a:pt x="768" y="1777"/>
                </a:lnTo>
                <a:lnTo>
                  <a:pt x="606" y="1736"/>
                </a:lnTo>
                <a:lnTo>
                  <a:pt x="465" y="1655"/>
                </a:lnTo>
                <a:lnTo>
                  <a:pt x="344" y="1555"/>
                </a:lnTo>
                <a:lnTo>
                  <a:pt x="223" y="1413"/>
                </a:lnTo>
                <a:lnTo>
                  <a:pt x="142" y="1272"/>
                </a:lnTo>
                <a:lnTo>
                  <a:pt x="102" y="1111"/>
                </a:lnTo>
                <a:lnTo>
                  <a:pt x="82" y="949"/>
                </a:lnTo>
                <a:lnTo>
                  <a:pt x="102" y="768"/>
                </a:lnTo>
                <a:lnTo>
                  <a:pt x="142" y="606"/>
                </a:lnTo>
                <a:lnTo>
                  <a:pt x="223" y="465"/>
                </a:lnTo>
                <a:lnTo>
                  <a:pt x="344" y="324"/>
                </a:lnTo>
                <a:lnTo>
                  <a:pt x="465" y="223"/>
                </a:lnTo>
                <a:lnTo>
                  <a:pt x="606" y="142"/>
                </a:lnTo>
                <a:lnTo>
                  <a:pt x="768" y="102"/>
                </a:lnTo>
                <a:lnTo>
                  <a:pt x="949" y="81"/>
                </a:lnTo>
                <a:close/>
                <a:moveTo>
                  <a:pt x="949" y="1"/>
                </a:moveTo>
                <a:lnTo>
                  <a:pt x="748" y="21"/>
                </a:lnTo>
                <a:lnTo>
                  <a:pt x="586" y="81"/>
                </a:lnTo>
                <a:lnTo>
                  <a:pt x="425" y="162"/>
                </a:lnTo>
                <a:lnTo>
                  <a:pt x="284" y="283"/>
                </a:lnTo>
                <a:lnTo>
                  <a:pt x="162" y="404"/>
                </a:lnTo>
                <a:lnTo>
                  <a:pt x="82" y="56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82" y="1312"/>
                </a:lnTo>
                <a:lnTo>
                  <a:pt x="162" y="1474"/>
                </a:lnTo>
                <a:lnTo>
                  <a:pt x="284" y="1615"/>
                </a:lnTo>
                <a:lnTo>
                  <a:pt x="425" y="1716"/>
                </a:lnTo>
                <a:lnTo>
                  <a:pt x="586" y="1817"/>
                </a:lnTo>
                <a:lnTo>
                  <a:pt x="748" y="1857"/>
                </a:lnTo>
                <a:lnTo>
                  <a:pt x="949" y="1877"/>
                </a:lnTo>
                <a:lnTo>
                  <a:pt x="1131" y="1857"/>
                </a:lnTo>
                <a:lnTo>
                  <a:pt x="1313" y="1817"/>
                </a:lnTo>
                <a:lnTo>
                  <a:pt x="1474" y="1716"/>
                </a:lnTo>
                <a:lnTo>
                  <a:pt x="1615" y="1615"/>
                </a:lnTo>
                <a:lnTo>
                  <a:pt x="1716" y="1474"/>
                </a:lnTo>
                <a:lnTo>
                  <a:pt x="181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817" y="566"/>
                </a:lnTo>
                <a:lnTo>
                  <a:pt x="1716" y="404"/>
                </a:lnTo>
                <a:lnTo>
                  <a:pt x="1615" y="283"/>
                </a:lnTo>
                <a:lnTo>
                  <a:pt x="1474" y="162"/>
                </a:lnTo>
                <a:lnTo>
                  <a:pt x="1313" y="81"/>
                </a:lnTo>
                <a:lnTo>
                  <a:pt x="1131" y="21"/>
                </a:lnTo>
                <a:lnTo>
                  <a:pt x="94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" name="Google Shape;1615;p19"/>
          <p:cNvSpPr/>
          <p:nvPr/>
        </p:nvSpPr>
        <p:spPr>
          <a:xfrm>
            <a:off x="8252337" y="1963072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" name="Google Shape;1616;p19"/>
          <p:cNvSpPr/>
          <p:nvPr/>
        </p:nvSpPr>
        <p:spPr>
          <a:xfrm>
            <a:off x="8250101" y="1960780"/>
            <a:ext cx="104994" cy="106112"/>
          </a:xfrm>
          <a:custGeom>
            <a:rect b="b" l="l" r="r" t="t"/>
            <a:pathLst>
              <a:path extrusionOk="0" h="1898" w="1878">
                <a:moveTo>
                  <a:pt x="929" y="82"/>
                </a:moveTo>
                <a:lnTo>
                  <a:pt x="1110" y="102"/>
                </a:lnTo>
                <a:lnTo>
                  <a:pt x="1272" y="162"/>
                </a:lnTo>
                <a:lnTo>
                  <a:pt x="1413" y="243"/>
                </a:lnTo>
                <a:lnTo>
                  <a:pt x="1554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31"/>
                </a:lnTo>
                <a:lnTo>
                  <a:pt x="1736" y="1293"/>
                </a:lnTo>
                <a:lnTo>
                  <a:pt x="1655" y="143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97"/>
                </a:lnTo>
                <a:lnTo>
                  <a:pt x="929" y="1817"/>
                </a:lnTo>
                <a:lnTo>
                  <a:pt x="767" y="1797"/>
                </a:lnTo>
                <a:lnTo>
                  <a:pt x="606" y="1736"/>
                </a:lnTo>
                <a:lnTo>
                  <a:pt x="465" y="1656"/>
                </a:lnTo>
                <a:lnTo>
                  <a:pt x="323" y="1555"/>
                </a:lnTo>
                <a:lnTo>
                  <a:pt x="222" y="1434"/>
                </a:lnTo>
                <a:lnTo>
                  <a:pt x="142" y="1293"/>
                </a:lnTo>
                <a:lnTo>
                  <a:pt x="101" y="113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44"/>
                </a:lnTo>
                <a:lnTo>
                  <a:pt x="465" y="243"/>
                </a:lnTo>
                <a:lnTo>
                  <a:pt x="606" y="162"/>
                </a:lnTo>
                <a:lnTo>
                  <a:pt x="767" y="102"/>
                </a:lnTo>
                <a:lnTo>
                  <a:pt x="929" y="82"/>
                </a:lnTo>
                <a:close/>
                <a:moveTo>
                  <a:pt x="929" y="1"/>
                </a:moveTo>
                <a:lnTo>
                  <a:pt x="747" y="21"/>
                </a:lnTo>
                <a:lnTo>
                  <a:pt x="565" y="82"/>
                </a:lnTo>
                <a:lnTo>
                  <a:pt x="404" y="162"/>
                </a:lnTo>
                <a:lnTo>
                  <a:pt x="263" y="284"/>
                </a:lnTo>
                <a:lnTo>
                  <a:pt x="162" y="425"/>
                </a:lnTo>
                <a:lnTo>
                  <a:pt x="61" y="586"/>
                </a:lnTo>
                <a:lnTo>
                  <a:pt x="21" y="768"/>
                </a:lnTo>
                <a:lnTo>
                  <a:pt x="0" y="949"/>
                </a:lnTo>
                <a:lnTo>
                  <a:pt x="21" y="1131"/>
                </a:lnTo>
                <a:lnTo>
                  <a:pt x="61" y="1313"/>
                </a:lnTo>
                <a:lnTo>
                  <a:pt x="162" y="1474"/>
                </a:lnTo>
                <a:lnTo>
                  <a:pt x="263" y="1615"/>
                </a:lnTo>
                <a:lnTo>
                  <a:pt x="404" y="1736"/>
                </a:lnTo>
                <a:lnTo>
                  <a:pt x="565" y="1817"/>
                </a:lnTo>
                <a:lnTo>
                  <a:pt x="747" y="1878"/>
                </a:lnTo>
                <a:lnTo>
                  <a:pt x="929" y="1898"/>
                </a:lnTo>
                <a:lnTo>
                  <a:pt x="1130" y="1878"/>
                </a:lnTo>
                <a:lnTo>
                  <a:pt x="1312" y="1817"/>
                </a:lnTo>
                <a:lnTo>
                  <a:pt x="1453" y="1736"/>
                </a:lnTo>
                <a:lnTo>
                  <a:pt x="1595" y="1615"/>
                </a:lnTo>
                <a:lnTo>
                  <a:pt x="1716" y="1474"/>
                </a:lnTo>
                <a:lnTo>
                  <a:pt x="1796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68"/>
                </a:lnTo>
                <a:lnTo>
                  <a:pt x="1796" y="586"/>
                </a:lnTo>
                <a:lnTo>
                  <a:pt x="1716" y="425"/>
                </a:lnTo>
                <a:lnTo>
                  <a:pt x="1595" y="284"/>
                </a:lnTo>
                <a:lnTo>
                  <a:pt x="1453" y="162"/>
                </a:lnTo>
                <a:lnTo>
                  <a:pt x="1312" y="82"/>
                </a:lnTo>
                <a:lnTo>
                  <a:pt x="1130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" name="Google Shape;1617;p19"/>
          <p:cNvSpPr/>
          <p:nvPr/>
        </p:nvSpPr>
        <p:spPr>
          <a:xfrm>
            <a:off x="8947481" y="1091884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" name="Google Shape;1618;p19"/>
          <p:cNvSpPr/>
          <p:nvPr/>
        </p:nvSpPr>
        <p:spPr>
          <a:xfrm>
            <a:off x="9048679" y="137326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" name="Google Shape;1619;p19"/>
          <p:cNvSpPr/>
          <p:nvPr/>
        </p:nvSpPr>
        <p:spPr>
          <a:xfrm>
            <a:off x="9064657" y="390240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" name="Google Shape;1620;p19"/>
          <p:cNvSpPr/>
          <p:nvPr/>
        </p:nvSpPr>
        <p:spPr>
          <a:xfrm>
            <a:off x="9062365" y="3900173"/>
            <a:ext cx="104994" cy="104994"/>
          </a:xfrm>
          <a:custGeom>
            <a:rect b="b" l="l" r="r" t="t"/>
            <a:pathLst>
              <a:path extrusionOk="0" h="1878" w="1878">
                <a:moveTo>
                  <a:pt x="929" y="81"/>
                </a:moveTo>
                <a:lnTo>
                  <a:pt x="1111" y="101"/>
                </a:lnTo>
                <a:lnTo>
                  <a:pt x="1272" y="142"/>
                </a:lnTo>
                <a:lnTo>
                  <a:pt x="1414" y="223"/>
                </a:lnTo>
                <a:lnTo>
                  <a:pt x="1535" y="34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7"/>
                </a:lnTo>
                <a:lnTo>
                  <a:pt x="1797" y="949"/>
                </a:lnTo>
                <a:lnTo>
                  <a:pt x="1777" y="1110"/>
                </a:lnTo>
                <a:lnTo>
                  <a:pt x="1736" y="1272"/>
                </a:lnTo>
                <a:lnTo>
                  <a:pt x="1656" y="1433"/>
                </a:lnTo>
                <a:lnTo>
                  <a:pt x="1535" y="1554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97"/>
                </a:lnTo>
                <a:lnTo>
                  <a:pt x="768" y="1797"/>
                </a:lnTo>
                <a:lnTo>
                  <a:pt x="606" y="1736"/>
                </a:lnTo>
                <a:lnTo>
                  <a:pt x="445" y="1655"/>
                </a:lnTo>
                <a:lnTo>
                  <a:pt x="324" y="1554"/>
                </a:lnTo>
                <a:lnTo>
                  <a:pt x="223" y="1433"/>
                </a:lnTo>
                <a:lnTo>
                  <a:pt x="142" y="1272"/>
                </a:lnTo>
                <a:lnTo>
                  <a:pt x="82" y="1110"/>
                </a:lnTo>
                <a:lnTo>
                  <a:pt x="82" y="949"/>
                </a:lnTo>
                <a:lnTo>
                  <a:pt x="82" y="767"/>
                </a:lnTo>
                <a:lnTo>
                  <a:pt x="142" y="606"/>
                </a:lnTo>
                <a:lnTo>
                  <a:pt x="223" y="465"/>
                </a:lnTo>
                <a:lnTo>
                  <a:pt x="324" y="344"/>
                </a:lnTo>
                <a:lnTo>
                  <a:pt x="445" y="223"/>
                </a:lnTo>
                <a:lnTo>
                  <a:pt x="606" y="142"/>
                </a:lnTo>
                <a:lnTo>
                  <a:pt x="768" y="101"/>
                </a:lnTo>
                <a:lnTo>
                  <a:pt x="929" y="81"/>
                </a:lnTo>
                <a:close/>
                <a:moveTo>
                  <a:pt x="929" y="1"/>
                </a:moveTo>
                <a:lnTo>
                  <a:pt x="748" y="21"/>
                </a:lnTo>
                <a:lnTo>
                  <a:pt x="566" y="81"/>
                </a:lnTo>
                <a:lnTo>
                  <a:pt x="405" y="162"/>
                </a:lnTo>
                <a:lnTo>
                  <a:pt x="263" y="283"/>
                </a:lnTo>
                <a:lnTo>
                  <a:pt x="162" y="424"/>
                </a:lnTo>
                <a:lnTo>
                  <a:pt x="62" y="58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62" y="1312"/>
                </a:lnTo>
                <a:lnTo>
                  <a:pt x="162" y="1474"/>
                </a:lnTo>
                <a:lnTo>
                  <a:pt x="263" y="1615"/>
                </a:lnTo>
                <a:lnTo>
                  <a:pt x="405" y="1716"/>
                </a:lnTo>
                <a:lnTo>
                  <a:pt x="566" y="1817"/>
                </a:lnTo>
                <a:lnTo>
                  <a:pt x="748" y="1857"/>
                </a:lnTo>
                <a:lnTo>
                  <a:pt x="929" y="1877"/>
                </a:lnTo>
                <a:lnTo>
                  <a:pt x="1131" y="1857"/>
                </a:lnTo>
                <a:lnTo>
                  <a:pt x="1293" y="1817"/>
                </a:lnTo>
                <a:lnTo>
                  <a:pt x="1454" y="1716"/>
                </a:lnTo>
                <a:lnTo>
                  <a:pt x="1595" y="1615"/>
                </a:lnTo>
                <a:lnTo>
                  <a:pt x="1716" y="1474"/>
                </a:lnTo>
                <a:lnTo>
                  <a:pt x="179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797" y="586"/>
                </a:lnTo>
                <a:lnTo>
                  <a:pt x="1716" y="424"/>
                </a:lnTo>
                <a:lnTo>
                  <a:pt x="1595" y="283"/>
                </a:lnTo>
                <a:lnTo>
                  <a:pt x="1454" y="162"/>
                </a:lnTo>
                <a:lnTo>
                  <a:pt x="1293" y="81"/>
                </a:lnTo>
                <a:lnTo>
                  <a:pt x="1131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" name="Google Shape;1621;p19"/>
          <p:cNvSpPr/>
          <p:nvPr/>
        </p:nvSpPr>
        <p:spPr>
          <a:xfrm>
            <a:off x="7397129" y="44694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" name="Google Shape;1622;p19"/>
          <p:cNvSpPr/>
          <p:nvPr/>
        </p:nvSpPr>
        <p:spPr>
          <a:xfrm>
            <a:off x="7665172" y="399370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" name="Google Shape;1623;p19"/>
          <p:cNvSpPr/>
          <p:nvPr/>
        </p:nvSpPr>
        <p:spPr>
          <a:xfrm>
            <a:off x="9325237" y="2442525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" name="Google Shape;1624;p19"/>
          <p:cNvSpPr/>
          <p:nvPr/>
        </p:nvSpPr>
        <p:spPr>
          <a:xfrm>
            <a:off x="9301588" y="2466230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" name="Google Shape;1625;p19"/>
          <p:cNvSpPr/>
          <p:nvPr/>
        </p:nvSpPr>
        <p:spPr>
          <a:xfrm rot="3449335">
            <a:off x="2649872" y="-138575"/>
            <a:ext cx="4584" cy="55347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" name="Google Shape;1626;p19"/>
          <p:cNvSpPr/>
          <p:nvPr/>
        </p:nvSpPr>
        <p:spPr>
          <a:xfrm>
            <a:off x="-2003610" y="63728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" name="Google Shape;1627;p19"/>
          <p:cNvSpPr/>
          <p:nvPr/>
        </p:nvSpPr>
        <p:spPr>
          <a:xfrm rot="3449335">
            <a:off x="2625262" y="-113023"/>
            <a:ext cx="55347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8" name="Google Shape;1628;p19"/>
          <p:cNvGrpSpPr/>
          <p:nvPr/>
        </p:nvGrpSpPr>
        <p:grpSpPr>
          <a:xfrm>
            <a:off x="3970982" y="4599416"/>
            <a:ext cx="1205112" cy="520243"/>
            <a:chOff x="3970982" y="4599416"/>
            <a:chExt cx="1205112" cy="520243"/>
          </a:xfrm>
        </p:grpSpPr>
        <p:sp>
          <p:nvSpPr>
            <p:cNvPr id="1629" name="Google Shape;1629;p19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19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19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19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19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19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19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19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19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19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19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19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19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19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19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19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19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19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19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19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19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19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19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19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19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19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19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19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19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19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19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19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1" name="Google Shape;1661;p19"/>
          <p:cNvGrpSpPr/>
          <p:nvPr/>
        </p:nvGrpSpPr>
        <p:grpSpPr>
          <a:xfrm>
            <a:off x="3969444" y="51341"/>
            <a:ext cx="1205112" cy="520243"/>
            <a:chOff x="3970982" y="4599416"/>
            <a:chExt cx="1205112" cy="520243"/>
          </a:xfrm>
        </p:grpSpPr>
        <p:sp>
          <p:nvSpPr>
            <p:cNvPr id="1662" name="Google Shape;1662;p19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19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19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19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19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19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19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19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19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19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19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19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19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19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19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19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19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19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19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19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19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19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19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19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19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19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19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19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19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19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19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19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4" name="Google Shape;1694;p19"/>
          <p:cNvGrpSpPr/>
          <p:nvPr/>
        </p:nvGrpSpPr>
        <p:grpSpPr>
          <a:xfrm>
            <a:off x="335952" y="4224312"/>
            <a:ext cx="754524" cy="750237"/>
            <a:chOff x="8523754" y="10"/>
            <a:chExt cx="516408" cy="513439"/>
          </a:xfrm>
        </p:grpSpPr>
        <p:sp>
          <p:nvSpPr>
            <p:cNvPr id="1695" name="Google Shape;1695;p19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19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7" name="Google Shape;1697;p19"/>
          <p:cNvSpPr/>
          <p:nvPr/>
        </p:nvSpPr>
        <p:spPr>
          <a:xfrm>
            <a:off x="8202150" y="4384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8" name="Google Shape;1698;p19"/>
          <p:cNvSpPr/>
          <p:nvPr/>
        </p:nvSpPr>
        <p:spPr>
          <a:xfrm>
            <a:off x="484600" y="280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99" name="Google Shape;1699;p19"/>
          <p:cNvGrpSpPr/>
          <p:nvPr/>
        </p:nvGrpSpPr>
        <p:grpSpPr>
          <a:xfrm flipH="1" rot="2700000">
            <a:off x="-2243747" y="347213"/>
            <a:ext cx="2946912" cy="1512954"/>
            <a:chOff x="-1306807" y="-1638114"/>
            <a:chExt cx="2946940" cy="1512969"/>
          </a:xfrm>
        </p:grpSpPr>
        <p:sp>
          <p:nvSpPr>
            <p:cNvPr id="1700" name="Google Shape;1700;p19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19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19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03" name="Google Shape;1703;p19"/>
          <p:cNvSpPr/>
          <p:nvPr/>
        </p:nvSpPr>
        <p:spPr>
          <a:xfrm>
            <a:off x="322954" y="27325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" name="Google Shape;1704;p19"/>
          <p:cNvSpPr/>
          <p:nvPr/>
        </p:nvSpPr>
        <p:spPr>
          <a:xfrm>
            <a:off x="2337742" y="162452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" name="Google Shape;1705;p19"/>
          <p:cNvSpPr/>
          <p:nvPr/>
        </p:nvSpPr>
        <p:spPr>
          <a:xfrm>
            <a:off x="266642" y="137584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" name="Google Shape;1706;p19"/>
          <p:cNvSpPr/>
          <p:nvPr/>
        </p:nvSpPr>
        <p:spPr>
          <a:xfrm>
            <a:off x="523842" y="1693465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" name="Google Shape;1707;p19"/>
          <p:cNvSpPr/>
          <p:nvPr/>
        </p:nvSpPr>
        <p:spPr>
          <a:xfrm>
            <a:off x="3174892" y="-1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2">
    <p:spTree>
      <p:nvGrpSpPr>
        <p:cNvPr id="1708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9" name="Google Shape;1709;p20"/>
          <p:cNvSpPr txBox="1"/>
          <p:nvPr>
            <p:ph type="title"/>
          </p:nvPr>
        </p:nvSpPr>
        <p:spPr>
          <a:xfrm>
            <a:off x="713225" y="530350"/>
            <a:ext cx="77178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710" name="Google Shape;1710;p20"/>
          <p:cNvSpPr txBox="1"/>
          <p:nvPr>
            <p:ph idx="1" type="body"/>
          </p:nvPr>
        </p:nvSpPr>
        <p:spPr>
          <a:xfrm>
            <a:off x="2286000" y="1638900"/>
            <a:ext cx="4848000" cy="18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rabicPeriod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lphaLcPeriod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romanLcPeriod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rabicPeriod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lphaLcPeriod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romanLcPeriod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rabicPeriod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lphaLcPeriod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romanLcPeriod"/>
              <a:defRPr/>
            </a:lvl9pPr>
          </a:lstStyle>
          <a:p/>
        </p:txBody>
      </p:sp>
      <p:sp>
        <p:nvSpPr>
          <p:cNvPr id="1711" name="Google Shape;1711;p20"/>
          <p:cNvSpPr/>
          <p:nvPr/>
        </p:nvSpPr>
        <p:spPr>
          <a:xfrm flipH="1">
            <a:off x="7934700" y="0"/>
            <a:ext cx="12093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" name="Google Shape;1712;p20"/>
          <p:cNvSpPr/>
          <p:nvPr/>
        </p:nvSpPr>
        <p:spPr>
          <a:xfrm flipH="1">
            <a:off x="225" y="0"/>
            <a:ext cx="12093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" name="Google Shape;1713;p20"/>
          <p:cNvSpPr/>
          <p:nvPr/>
        </p:nvSpPr>
        <p:spPr>
          <a:xfrm>
            <a:off x="343700" y="19603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" name="Google Shape;1714;p20"/>
          <p:cNvSpPr/>
          <p:nvPr/>
        </p:nvSpPr>
        <p:spPr>
          <a:xfrm>
            <a:off x="8352925" y="390378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" name="Google Shape;1715;p20"/>
          <p:cNvSpPr/>
          <p:nvPr/>
        </p:nvSpPr>
        <p:spPr>
          <a:xfrm>
            <a:off x="8352938" y="443551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" name="Google Shape;1716;p20"/>
          <p:cNvSpPr/>
          <p:nvPr/>
        </p:nvSpPr>
        <p:spPr>
          <a:xfrm>
            <a:off x="343713" y="72776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7" name="Google Shape;1717;p20"/>
          <p:cNvGrpSpPr/>
          <p:nvPr/>
        </p:nvGrpSpPr>
        <p:grpSpPr>
          <a:xfrm>
            <a:off x="8389390" y="1997778"/>
            <a:ext cx="398956" cy="1147945"/>
            <a:chOff x="8644380" y="1997778"/>
            <a:chExt cx="398956" cy="1147945"/>
          </a:xfrm>
        </p:grpSpPr>
        <p:sp>
          <p:nvSpPr>
            <p:cNvPr id="1718" name="Google Shape;1718;p20"/>
            <p:cNvSpPr/>
            <p:nvPr/>
          </p:nvSpPr>
          <p:spPr>
            <a:xfrm>
              <a:off x="8979217" y="3084680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20"/>
            <p:cNvSpPr/>
            <p:nvPr/>
          </p:nvSpPr>
          <p:spPr>
            <a:xfrm>
              <a:off x="8977698" y="2926017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20"/>
            <p:cNvSpPr/>
            <p:nvPr/>
          </p:nvSpPr>
          <p:spPr>
            <a:xfrm>
              <a:off x="8976938" y="2768911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20"/>
            <p:cNvSpPr/>
            <p:nvPr/>
          </p:nvSpPr>
          <p:spPr>
            <a:xfrm>
              <a:off x="8978458" y="2616363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20"/>
            <p:cNvSpPr/>
            <p:nvPr/>
          </p:nvSpPr>
          <p:spPr>
            <a:xfrm>
              <a:off x="8980737" y="1998575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20"/>
            <p:cNvSpPr/>
            <p:nvPr/>
          </p:nvSpPr>
          <p:spPr>
            <a:xfrm>
              <a:off x="8814476" y="2772710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20"/>
            <p:cNvSpPr/>
            <p:nvPr/>
          </p:nvSpPr>
          <p:spPr>
            <a:xfrm>
              <a:off x="8813717" y="2614844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20"/>
            <p:cNvSpPr/>
            <p:nvPr/>
          </p:nvSpPr>
          <p:spPr>
            <a:xfrm>
              <a:off x="8980737" y="2153402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20"/>
            <p:cNvSpPr/>
            <p:nvPr/>
          </p:nvSpPr>
          <p:spPr>
            <a:xfrm>
              <a:off x="8979217" y="2464575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20"/>
            <p:cNvSpPr/>
            <p:nvPr/>
          </p:nvSpPr>
          <p:spPr>
            <a:xfrm>
              <a:off x="8814476" y="2929094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20"/>
            <p:cNvSpPr/>
            <p:nvPr/>
          </p:nvSpPr>
          <p:spPr>
            <a:xfrm>
              <a:off x="8814476" y="2463056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20"/>
            <p:cNvSpPr/>
            <p:nvPr/>
          </p:nvSpPr>
          <p:spPr>
            <a:xfrm>
              <a:off x="8812957" y="3083921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20"/>
            <p:cNvSpPr/>
            <p:nvPr/>
          </p:nvSpPr>
          <p:spPr>
            <a:xfrm>
              <a:off x="8644380" y="3080844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20"/>
            <p:cNvSpPr/>
            <p:nvPr/>
          </p:nvSpPr>
          <p:spPr>
            <a:xfrm>
              <a:off x="8979977" y="2308229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20"/>
            <p:cNvSpPr/>
            <p:nvPr/>
          </p:nvSpPr>
          <p:spPr>
            <a:xfrm>
              <a:off x="8815996" y="2299834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20"/>
            <p:cNvSpPr/>
            <p:nvPr/>
          </p:nvSpPr>
          <p:spPr>
            <a:xfrm>
              <a:off x="8648216" y="2463816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20"/>
            <p:cNvSpPr/>
            <p:nvPr/>
          </p:nvSpPr>
          <p:spPr>
            <a:xfrm>
              <a:off x="8650495" y="2308989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20"/>
            <p:cNvSpPr/>
            <p:nvPr/>
          </p:nvSpPr>
          <p:spPr>
            <a:xfrm>
              <a:off x="8649735" y="2928296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20"/>
            <p:cNvSpPr/>
            <p:nvPr/>
          </p:nvSpPr>
          <p:spPr>
            <a:xfrm>
              <a:off x="8648216" y="2618642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20"/>
            <p:cNvSpPr/>
            <p:nvPr/>
          </p:nvSpPr>
          <p:spPr>
            <a:xfrm>
              <a:off x="8814476" y="2154922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20"/>
            <p:cNvSpPr/>
            <p:nvPr/>
          </p:nvSpPr>
          <p:spPr>
            <a:xfrm>
              <a:off x="8649735" y="2774229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20"/>
            <p:cNvSpPr/>
            <p:nvPr/>
          </p:nvSpPr>
          <p:spPr>
            <a:xfrm>
              <a:off x="8812197" y="1999335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20"/>
            <p:cNvSpPr/>
            <p:nvPr/>
          </p:nvSpPr>
          <p:spPr>
            <a:xfrm>
              <a:off x="8652015" y="2152643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20"/>
            <p:cNvSpPr/>
            <p:nvPr/>
          </p:nvSpPr>
          <p:spPr>
            <a:xfrm>
              <a:off x="8652774" y="1997778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2" name="Google Shape;1742;p20"/>
          <p:cNvGrpSpPr/>
          <p:nvPr/>
        </p:nvGrpSpPr>
        <p:grpSpPr>
          <a:xfrm>
            <a:off x="351774" y="1997778"/>
            <a:ext cx="398956" cy="1147945"/>
            <a:chOff x="8644380" y="1997778"/>
            <a:chExt cx="398956" cy="1147945"/>
          </a:xfrm>
        </p:grpSpPr>
        <p:sp>
          <p:nvSpPr>
            <p:cNvPr id="1743" name="Google Shape;1743;p20"/>
            <p:cNvSpPr/>
            <p:nvPr/>
          </p:nvSpPr>
          <p:spPr>
            <a:xfrm>
              <a:off x="8979217" y="3084680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20"/>
            <p:cNvSpPr/>
            <p:nvPr/>
          </p:nvSpPr>
          <p:spPr>
            <a:xfrm>
              <a:off x="8977698" y="2926017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20"/>
            <p:cNvSpPr/>
            <p:nvPr/>
          </p:nvSpPr>
          <p:spPr>
            <a:xfrm>
              <a:off x="8976938" y="2768911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20"/>
            <p:cNvSpPr/>
            <p:nvPr/>
          </p:nvSpPr>
          <p:spPr>
            <a:xfrm>
              <a:off x="8978458" y="2616363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20"/>
            <p:cNvSpPr/>
            <p:nvPr/>
          </p:nvSpPr>
          <p:spPr>
            <a:xfrm>
              <a:off x="8980737" y="1998575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20"/>
            <p:cNvSpPr/>
            <p:nvPr/>
          </p:nvSpPr>
          <p:spPr>
            <a:xfrm>
              <a:off x="8814476" y="2772710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20"/>
            <p:cNvSpPr/>
            <p:nvPr/>
          </p:nvSpPr>
          <p:spPr>
            <a:xfrm>
              <a:off x="8813717" y="2614844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20"/>
            <p:cNvSpPr/>
            <p:nvPr/>
          </p:nvSpPr>
          <p:spPr>
            <a:xfrm>
              <a:off x="8980737" y="2153402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20"/>
            <p:cNvSpPr/>
            <p:nvPr/>
          </p:nvSpPr>
          <p:spPr>
            <a:xfrm>
              <a:off x="8979217" y="2464575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20"/>
            <p:cNvSpPr/>
            <p:nvPr/>
          </p:nvSpPr>
          <p:spPr>
            <a:xfrm>
              <a:off x="8814476" y="2929094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20"/>
            <p:cNvSpPr/>
            <p:nvPr/>
          </p:nvSpPr>
          <p:spPr>
            <a:xfrm>
              <a:off x="8814476" y="2463056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20"/>
            <p:cNvSpPr/>
            <p:nvPr/>
          </p:nvSpPr>
          <p:spPr>
            <a:xfrm>
              <a:off x="8812957" y="3083921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20"/>
            <p:cNvSpPr/>
            <p:nvPr/>
          </p:nvSpPr>
          <p:spPr>
            <a:xfrm>
              <a:off x="8644380" y="3080844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20"/>
            <p:cNvSpPr/>
            <p:nvPr/>
          </p:nvSpPr>
          <p:spPr>
            <a:xfrm>
              <a:off x="8979977" y="2308229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20"/>
            <p:cNvSpPr/>
            <p:nvPr/>
          </p:nvSpPr>
          <p:spPr>
            <a:xfrm>
              <a:off x="8815996" y="2299834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20"/>
            <p:cNvSpPr/>
            <p:nvPr/>
          </p:nvSpPr>
          <p:spPr>
            <a:xfrm>
              <a:off x="8648216" y="2463816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20"/>
            <p:cNvSpPr/>
            <p:nvPr/>
          </p:nvSpPr>
          <p:spPr>
            <a:xfrm>
              <a:off x="8650495" y="2308989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20"/>
            <p:cNvSpPr/>
            <p:nvPr/>
          </p:nvSpPr>
          <p:spPr>
            <a:xfrm>
              <a:off x="8649735" y="2928296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20"/>
            <p:cNvSpPr/>
            <p:nvPr/>
          </p:nvSpPr>
          <p:spPr>
            <a:xfrm>
              <a:off x="8648216" y="2618642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20"/>
            <p:cNvSpPr/>
            <p:nvPr/>
          </p:nvSpPr>
          <p:spPr>
            <a:xfrm>
              <a:off x="8814476" y="2154922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20"/>
            <p:cNvSpPr/>
            <p:nvPr/>
          </p:nvSpPr>
          <p:spPr>
            <a:xfrm>
              <a:off x="8649735" y="2774229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20"/>
            <p:cNvSpPr/>
            <p:nvPr/>
          </p:nvSpPr>
          <p:spPr>
            <a:xfrm>
              <a:off x="8812197" y="1999335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20"/>
            <p:cNvSpPr/>
            <p:nvPr/>
          </p:nvSpPr>
          <p:spPr>
            <a:xfrm>
              <a:off x="8652015" y="2152643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20"/>
            <p:cNvSpPr/>
            <p:nvPr/>
          </p:nvSpPr>
          <p:spPr>
            <a:xfrm>
              <a:off x="8652774" y="1997778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7" name="Google Shape;1767;p20"/>
          <p:cNvSpPr/>
          <p:nvPr/>
        </p:nvSpPr>
        <p:spPr>
          <a:xfrm>
            <a:off x="-636920" y="348802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" name="Google Shape;1768;p20"/>
          <p:cNvSpPr/>
          <p:nvPr/>
        </p:nvSpPr>
        <p:spPr>
          <a:xfrm>
            <a:off x="366041" y="466474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9" name="Google Shape;1769;p20"/>
          <p:cNvSpPr/>
          <p:nvPr/>
        </p:nvSpPr>
        <p:spPr>
          <a:xfrm>
            <a:off x="-555688" y="357490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0" name="Google Shape;1770;p20"/>
          <p:cNvSpPr/>
          <p:nvPr/>
        </p:nvSpPr>
        <p:spPr>
          <a:xfrm>
            <a:off x="546506" y="477192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1" name="Google Shape;1771;p20"/>
          <p:cNvSpPr/>
          <p:nvPr/>
        </p:nvSpPr>
        <p:spPr>
          <a:xfrm>
            <a:off x="-454162" y="368660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" name="Google Shape;1772;p20"/>
          <p:cNvSpPr/>
          <p:nvPr/>
        </p:nvSpPr>
        <p:spPr>
          <a:xfrm>
            <a:off x="-321049" y="382877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" name="Google Shape;1773;p20"/>
          <p:cNvSpPr/>
          <p:nvPr/>
        </p:nvSpPr>
        <p:spPr>
          <a:xfrm>
            <a:off x="368277" y="393930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4" name="Google Shape;1774;p20"/>
          <p:cNvSpPr/>
          <p:nvPr/>
        </p:nvSpPr>
        <p:spPr>
          <a:xfrm>
            <a:off x="425805" y="408035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" name="Google Shape;1775;p20"/>
          <p:cNvSpPr/>
          <p:nvPr/>
        </p:nvSpPr>
        <p:spPr>
          <a:xfrm>
            <a:off x="400982" y="410518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6" name="Google Shape;1776;p20"/>
          <p:cNvSpPr/>
          <p:nvPr/>
        </p:nvSpPr>
        <p:spPr>
          <a:xfrm flipH="1">
            <a:off x="8401164" y="359803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7" name="Google Shape;1777;p20"/>
          <p:cNvSpPr/>
          <p:nvPr/>
        </p:nvSpPr>
        <p:spPr>
          <a:xfrm>
            <a:off x="8317542" y="25906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8" name="Google Shape;1778;p20"/>
          <p:cNvSpPr/>
          <p:nvPr/>
        </p:nvSpPr>
        <p:spPr>
          <a:xfrm>
            <a:off x="8870345" y="122739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" name="Google Shape;1779;p20"/>
          <p:cNvSpPr/>
          <p:nvPr/>
        </p:nvSpPr>
        <p:spPr>
          <a:xfrm>
            <a:off x="8450655" y="170312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" name="Google Shape;1780;p20"/>
          <p:cNvSpPr/>
          <p:nvPr/>
        </p:nvSpPr>
        <p:spPr>
          <a:xfrm>
            <a:off x="8942520" y="1296211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" name="Google Shape;1781;p20"/>
          <p:cNvSpPr/>
          <p:nvPr/>
        </p:nvSpPr>
        <p:spPr>
          <a:xfrm>
            <a:off x="8564592" y="231194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2" name="Google Shape;1782;p20"/>
          <p:cNvSpPr/>
          <p:nvPr/>
        </p:nvSpPr>
        <p:spPr>
          <a:xfrm>
            <a:off x="9046338" y="140567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3" name="Google Shape;1783;p20"/>
          <p:cNvSpPr/>
          <p:nvPr/>
        </p:nvSpPr>
        <p:spPr>
          <a:xfrm>
            <a:off x="4194777" y="4711912"/>
            <a:ext cx="754445" cy="377331"/>
          </a:xfrm>
          <a:custGeom>
            <a:rect b="b" l="l" r="r" t="t"/>
            <a:pathLst>
              <a:path extrusionOk="0" h="41798" w="83595">
                <a:moveTo>
                  <a:pt x="41797" y="0"/>
                </a:moveTo>
                <a:lnTo>
                  <a:pt x="40710" y="28"/>
                </a:lnTo>
                <a:lnTo>
                  <a:pt x="39650" y="56"/>
                </a:lnTo>
                <a:lnTo>
                  <a:pt x="38591" y="112"/>
                </a:lnTo>
                <a:lnTo>
                  <a:pt x="37531" y="223"/>
                </a:lnTo>
                <a:lnTo>
                  <a:pt x="36472" y="335"/>
                </a:lnTo>
                <a:lnTo>
                  <a:pt x="35440" y="474"/>
                </a:lnTo>
                <a:lnTo>
                  <a:pt x="34408" y="669"/>
                </a:lnTo>
                <a:lnTo>
                  <a:pt x="33377" y="864"/>
                </a:lnTo>
                <a:lnTo>
                  <a:pt x="32373" y="1060"/>
                </a:lnTo>
                <a:lnTo>
                  <a:pt x="31369" y="1311"/>
                </a:lnTo>
                <a:lnTo>
                  <a:pt x="30365" y="1589"/>
                </a:lnTo>
                <a:lnTo>
                  <a:pt x="29361" y="1868"/>
                </a:lnTo>
                <a:lnTo>
                  <a:pt x="28385" y="2203"/>
                </a:lnTo>
                <a:lnTo>
                  <a:pt x="27437" y="2537"/>
                </a:lnTo>
                <a:lnTo>
                  <a:pt x="26489" y="2900"/>
                </a:lnTo>
                <a:lnTo>
                  <a:pt x="25541" y="3290"/>
                </a:lnTo>
                <a:lnTo>
                  <a:pt x="24593" y="3708"/>
                </a:lnTo>
                <a:lnTo>
                  <a:pt x="23673" y="4127"/>
                </a:lnTo>
                <a:lnTo>
                  <a:pt x="22781" y="4573"/>
                </a:lnTo>
                <a:lnTo>
                  <a:pt x="21889" y="5047"/>
                </a:lnTo>
                <a:lnTo>
                  <a:pt x="20996" y="5549"/>
                </a:lnTo>
                <a:lnTo>
                  <a:pt x="20132" y="6051"/>
                </a:lnTo>
                <a:lnTo>
                  <a:pt x="19267" y="6580"/>
                </a:lnTo>
                <a:lnTo>
                  <a:pt x="18431" y="7138"/>
                </a:lnTo>
                <a:lnTo>
                  <a:pt x="17594" y="7724"/>
                </a:lnTo>
                <a:lnTo>
                  <a:pt x="16786" y="8309"/>
                </a:lnTo>
                <a:lnTo>
                  <a:pt x="16005" y="8923"/>
                </a:lnTo>
                <a:lnTo>
                  <a:pt x="15224" y="9536"/>
                </a:lnTo>
                <a:lnTo>
                  <a:pt x="14444" y="10205"/>
                </a:lnTo>
                <a:lnTo>
                  <a:pt x="13691" y="10847"/>
                </a:lnTo>
                <a:lnTo>
                  <a:pt x="12966" y="11544"/>
                </a:lnTo>
                <a:lnTo>
                  <a:pt x="12241" y="12241"/>
                </a:lnTo>
                <a:lnTo>
                  <a:pt x="11544" y="12966"/>
                </a:lnTo>
                <a:lnTo>
                  <a:pt x="10875" y="13691"/>
                </a:lnTo>
                <a:lnTo>
                  <a:pt x="10205" y="14444"/>
                </a:lnTo>
                <a:lnTo>
                  <a:pt x="9564" y="15224"/>
                </a:lnTo>
                <a:lnTo>
                  <a:pt x="8923" y="16005"/>
                </a:lnTo>
                <a:lnTo>
                  <a:pt x="8309" y="16786"/>
                </a:lnTo>
                <a:lnTo>
                  <a:pt x="7724" y="17594"/>
                </a:lnTo>
                <a:lnTo>
                  <a:pt x="7138" y="18431"/>
                </a:lnTo>
                <a:lnTo>
                  <a:pt x="6581" y="19267"/>
                </a:lnTo>
                <a:lnTo>
                  <a:pt x="6051" y="20132"/>
                </a:lnTo>
                <a:lnTo>
                  <a:pt x="5549" y="20996"/>
                </a:lnTo>
                <a:lnTo>
                  <a:pt x="5047" y="21888"/>
                </a:lnTo>
                <a:lnTo>
                  <a:pt x="4573" y="22781"/>
                </a:lnTo>
                <a:lnTo>
                  <a:pt x="4127" y="23673"/>
                </a:lnTo>
                <a:lnTo>
                  <a:pt x="3709" y="24593"/>
                </a:lnTo>
                <a:lnTo>
                  <a:pt x="3290" y="25541"/>
                </a:lnTo>
                <a:lnTo>
                  <a:pt x="2900" y="26461"/>
                </a:lnTo>
                <a:lnTo>
                  <a:pt x="2537" y="27437"/>
                </a:lnTo>
                <a:lnTo>
                  <a:pt x="2203" y="28385"/>
                </a:lnTo>
                <a:lnTo>
                  <a:pt x="1896" y="29361"/>
                </a:lnTo>
                <a:lnTo>
                  <a:pt x="1589" y="30365"/>
                </a:lnTo>
                <a:lnTo>
                  <a:pt x="1311" y="31341"/>
                </a:lnTo>
                <a:lnTo>
                  <a:pt x="1087" y="32345"/>
                </a:lnTo>
                <a:lnTo>
                  <a:pt x="864" y="33376"/>
                </a:lnTo>
                <a:lnTo>
                  <a:pt x="669" y="34408"/>
                </a:lnTo>
                <a:lnTo>
                  <a:pt x="502" y="35440"/>
                </a:lnTo>
                <a:lnTo>
                  <a:pt x="335" y="36471"/>
                </a:lnTo>
                <a:lnTo>
                  <a:pt x="223" y="37531"/>
                </a:lnTo>
                <a:lnTo>
                  <a:pt x="139" y="38591"/>
                </a:lnTo>
                <a:lnTo>
                  <a:pt x="56" y="39650"/>
                </a:lnTo>
                <a:lnTo>
                  <a:pt x="28" y="40710"/>
                </a:lnTo>
                <a:lnTo>
                  <a:pt x="0" y="41797"/>
                </a:lnTo>
                <a:lnTo>
                  <a:pt x="83595" y="41797"/>
                </a:lnTo>
                <a:lnTo>
                  <a:pt x="83595" y="40710"/>
                </a:lnTo>
                <a:lnTo>
                  <a:pt x="83539" y="39650"/>
                </a:lnTo>
                <a:lnTo>
                  <a:pt x="83483" y="38591"/>
                </a:lnTo>
                <a:lnTo>
                  <a:pt x="83372" y="37531"/>
                </a:lnTo>
                <a:lnTo>
                  <a:pt x="83260" y="36471"/>
                </a:lnTo>
                <a:lnTo>
                  <a:pt x="83121" y="35440"/>
                </a:lnTo>
                <a:lnTo>
                  <a:pt x="82953" y="34408"/>
                </a:lnTo>
                <a:lnTo>
                  <a:pt x="82758" y="33376"/>
                </a:lnTo>
                <a:lnTo>
                  <a:pt x="82535" y="32345"/>
                </a:lnTo>
                <a:lnTo>
                  <a:pt x="82284" y="31341"/>
                </a:lnTo>
                <a:lnTo>
                  <a:pt x="82005" y="30365"/>
                </a:lnTo>
                <a:lnTo>
                  <a:pt x="81727" y="29361"/>
                </a:lnTo>
                <a:lnTo>
                  <a:pt x="81392" y="28385"/>
                </a:lnTo>
                <a:lnTo>
                  <a:pt x="81057" y="27437"/>
                </a:lnTo>
                <a:lnTo>
                  <a:pt x="80695" y="26461"/>
                </a:lnTo>
                <a:lnTo>
                  <a:pt x="80304" y="25541"/>
                </a:lnTo>
                <a:lnTo>
                  <a:pt x="79914" y="24593"/>
                </a:lnTo>
                <a:lnTo>
                  <a:pt x="79468" y="23673"/>
                </a:lnTo>
                <a:lnTo>
                  <a:pt x="79022" y="22781"/>
                </a:lnTo>
                <a:lnTo>
                  <a:pt x="78548" y="21888"/>
                </a:lnTo>
                <a:lnTo>
                  <a:pt x="78046" y="20996"/>
                </a:lnTo>
                <a:lnTo>
                  <a:pt x="77544" y="20132"/>
                </a:lnTo>
                <a:lnTo>
                  <a:pt x="77014" y="19267"/>
                </a:lnTo>
                <a:lnTo>
                  <a:pt x="76457" y="18431"/>
                </a:lnTo>
                <a:lnTo>
                  <a:pt x="75899" y="17594"/>
                </a:lnTo>
                <a:lnTo>
                  <a:pt x="75285" y="16786"/>
                </a:lnTo>
                <a:lnTo>
                  <a:pt x="74672" y="16005"/>
                </a:lnTo>
                <a:lnTo>
                  <a:pt x="74059" y="15224"/>
                </a:lnTo>
                <a:lnTo>
                  <a:pt x="73417" y="14444"/>
                </a:lnTo>
                <a:lnTo>
                  <a:pt x="72748" y="13691"/>
                </a:lnTo>
                <a:lnTo>
                  <a:pt x="72051" y="12966"/>
                </a:lnTo>
                <a:lnTo>
                  <a:pt x="71354" y="12241"/>
                </a:lnTo>
                <a:lnTo>
                  <a:pt x="70629" y="11544"/>
                </a:lnTo>
                <a:lnTo>
                  <a:pt x="69904" y="10847"/>
                </a:lnTo>
                <a:lnTo>
                  <a:pt x="69151" y="10205"/>
                </a:lnTo>
                <a:lnTo>
                  <a:pt x="68398" y="9536"/>
                </a:lnTo>
                <a:lnTo>
                  <a:pt x="67617" y="8923"/>
                </a:lnTo>
                <a:lnTo>
                  <a:pt x="66809" y="8309"/>
                </a:lnTo>
                <a:lnTo>
                  <a:pt x="66000" y="7724"/>
                </a:lnTo>
                <a:lnTo>
                  <a:pt x="65164" y="7138"/>
                </a:lnTo>
                <a:lnTo>
                  <a:pt x="64327" y="6580"/>
                </a:lnTo>
                <a:lnTo>
                  <a:pt x="63463" y="6051"/>
                </a:lnTo>
                <a:lnTo>
                  <a:pt x="62598" y="5549"/>
                </a:lnTo>
                <a:lnTo>
                  <a:pt x="61734" y="5047"/>
                </a:lnTo>
                <a:lnTo>
                  <a:pt x="60842" y="4573"/>
                </a:lnTo>
                <a:lnTo>
                  <a:pt x="59922" y="4127"/>
                </a:lnTo>
                <a:lnTo>
                  <a:pt x="59001" y="3708"/>
                </a:lnTo>
                <a:lnTo>
                  <a:pt x="58081" y="3290"/>
                </a:lnTo>
                <a:lnTo>
                  <a:pt x="57133" y="2900"/>
                </a:lnTo>
                <a:lnTo>
                  <a:pt x="56185" y="2537"/>
                </a:lnTo>
                <a:lnTo>
                  <a:pt x="55209" y="2203"/>
                </a:lnTo>
                <a:lnTo>
                  <a:pt x="54233" y="1868"/>
                </a:lnTo>
                <a:lnTo>
                  <a:pt x="53257" y="1589"/>
                </a:lnTo>
                <a:lnTo>
                  <a:pt x="52254" y="1311"/>
                </a:lnTo>
                <a:lnTo>
                  <a:pt x="51250" y="1060"/>
                </a:lnTo>
                <a:lnTo>
                  <a:pt x="50218" y="864"/>
                </a:lnTo>
                <a:lnTo>
                  <a:pt x="49214" y="669"/>
                </a:lnTo>
                <a:lnTo>
                  <a:pt x="48155" y="474"/>
                </a:lnTo>
                <a:lnTo>
                  <a:pt x="47123" y="335"/>
                </a:lnTo>
                <a:lnTo>
                  <a:pt x="46064" y="223"/>
                </a:lnTo>
                <a:lnTo>
                  <a:pt x="45032" y="112"/>
                </a:lnTo>
                <a:lnTo>
                  <a:pt x="43944" y="56"/>
                </a:lnTo>
                <a:lnTo>
                  <a:pt x="42885" y="28"/>
                </a:lnTo>
                <a:lnTo>
                  <a:pt x="4179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4" name="Google Shape;1784;p20"/>
          <p:cNvSpPr/>
          <p:nvPr/>
        </p:nvSpPr>
        <p:spPr>
          <a:xfrm>
            <a:off x="4194777" y="4334562"/>
            <a:ext cx="754445" cy="377331"/>
          </a:xfrm>
          <a:custGeom>
            <a:rect b="b" l="l" r="r" t="t"/>
            <a:pathLst>
              <a:path extrusionOk="0" h="41798" w="83595">
                <a:moveTo>
                  <a:pt x="41797" y="0"/>
                </a:moveTo>
                <a:lnTo>
                  <a:pt x="40710" y="28"/>
                </a:lnTo>
                <a:lnTo>
                  <a:pt x="39650" y="56"/>
                </a:lnTo>
                <a:lnTo>
                  <a:pt x="38591" y="112"/>
                </a:lnTo>
                <a:lnTo>
                  <a:pt x="37531" y="223"/>
                </a:lnTo>
                <a:lnTo>
                  <a:pt x="36472" y="335"/>
                </a:lnTo>
                <a:lnTo>
                  <a:pt x="35440" y="474"/>
                </a:lnTo>
                <a:lnTo>
                  <a:pt x="34408" y="669"/>
                </a:lnTo>
                <a:lnTo>
                  <a:pt x="33377" y="864"/>
                </a:lnTo>
                <a:lnTo>
                  <a:pt x="32373" y="1060"/>
                </a:lnTo>
                <a:lnTo>
                  <a:pt x="31369" y="1311"/>
                </a:lnTo>
                <a:lnTo>
                  <a:pt x="30365" y="1589"/>
                </a:lnTo>
                <a:lnTo>
                  <a:pt x="29361" y="1868"/>
                </a:lnTo>
                <a:lnTo>
                  <a:pt x="28385" y="2203"/>
                </a:lnTo>
                <a:lnTo>
                  <a:pt x="27437" y="2537"/>
                </a:lnTo>
                <a:lnTo>
                  <a:pt x="26489" y="2900"/>
                </a:lnTo>
                <a:lnTo>
                  <a:pt x="25541" y="3290"/>
                </a:lnTo>
                <a:lnTo>
                  <a:pt x="24593" y="3708"/>
                </a:lnTo>
                <a:lnTo>
                  <a:pt x="23673" y="4127"/>
                </a:lnTo>
                <a:lnTo>
                  <a:pt x="22781" y="4573"/>
                </a:lnTo>
                <a:lnTo>
                  <a:pt x="21889" y="5047"/>
                </a:lnTo>
                <a:lnTo>
                  <a:pt x="20996" y="5549"/>
                </a:lnTo>
                <a:lnTo>
                  <a:pt x="20132" y="6051"/>
                </a:lnTo>
                <a:lnTo>
                  <a:pt x="19267" y="6580"/>
                </a:lnTo>
                <a:lnTo>
                  <a:pt x="18431" y="7138"/>
                </a:lnTo>
                <a:lnTo>
                  <a:pt x="17594" y="7724"/>
                </a:lnTo>
                <a:lnTo>
                  <a:pt x="16786" y="8309"/>
                </a:lnTo>
                <a:lnTo>
                  <a:pt x="16005" y="8923"/>
                </a:lnTo>
                <a:lnTo>
                  <a:pt x="15224" y="9536"/>
                </a:lnTo>
                <a:lnTo>
                  <a:pt x="14444" y="10205"/>
                </a:lnTo>
                <a:lnTo>
                  <a:pt x="13691" y="10847"/>
                </a:lnTo>
                <a:lnTo>
                  <a:pt x="12966" y="11544"/>
                </a:lnTo>
                <a:lnTo>
                  <a:pt x="12241" y="12241"/>
                </a:lnTo>
                <a:lnTo>
                  <a:pt x="11544" y="12966"/>
                </a:lnTo>
                <a:lnTo>
                  <a:pt x="10875" y="13691"/>
                </a:lnTo>
                <a:lnTo>
                  <a:pt x="10205" y="14444"/>
                </a:lnTo>
                <a:lnTo>
                  <a:pt x="9564" y="15224"/>
                </a:lnTo>
                <a:lnTo>
                  <a:pt x="8923" y="16005"/>
                </a:lnTo>
                <a:lnTo>
                  <a:pt x="8309" y="16786"/>
                </a:lnTo>
                <a:lnTo>
                  <a:pt x="7724" y="17594"/>
                </a:lnTo>
                <a:lnTo>
                  <a:pt x="7138" y="18431"/>
                </a:lnTo>
                <a:lnTo>
                  <a:pt x="6581" y="19267"/>
                </a:lnTo>
                <a:lnTo>
                  <a:pt x="6051" y="20132"/>
                </a:lnTo>
                <a:lnTo>
                  <a:pt x="5549" y="20996"/>
                </a:lnTo>
                <a:lnTo>
                  <a:pt x="5047" y="21888"/>
                </a:lnTo>
                <a:lnTo>
                  <a:pt x="4573" y="22781"/>
                </a:lnTo>
                <a:lnTo>
                  <a:pt x="4127" y="23673"/>
                </a:lnTo>
                <a:lnTo>
                  <a:pt x="3709" y="24593"/>
                </a:lnTo>
                <a:lnTo>
                  <a:pt x="3290" y="25541"/>
                </a:lnTo>
                <a:lnTo>
                  <a:pt x="2900" y="26461"/>
                </a:lnTo>
                <a:lnTo>
                  <a:pt x="2537" y="27437"/>
                </a:lnTo>
                <a:lnTo>
                  <a:pt x="2203" y="28385"/>
                </a:lnTo>
                <a:lnTo>
                  <a:pt x="1896" y="29361"/>
                </a:lnTo>
                <a:lnTo>
                  <a:pt x="1589" y="30365"/>
                </a:lnTo>
                <a:lnTo>
                  <a:pt x="1311" y="31341"/>
                </a:lnTo>
                <a:lnTo>
                  <a:pt x="1087" y="32345"/>
                </a:lnTo>
                <a:lnTo>
                  <a:pt x="864" y="33376"/>
                </a:lnTo>
                <a:lnTo>
                  <a:pt x="669" y="34408"/>
                </a:lnTo>
                <a:lnTo>
                  <a:pt x="502" y="35440"/>
                </a:lnTo>
                <a:lnTo>
                  <a:pt x="335" y="36471"/>
                </a:lnTo>
                <a:lnTo>
                  <a:pt x="223" y="37531"/>
                </a:lnTo>
                <a:lnTo>
                  <a:pt x="139" y="38591"/>
                </a:lnTo>
                <a:lnTo>
                  <a:pt x="56" y="39650"/>
                </a:lnTo>
                <a:lnTo>
                  <a:pt x="28" y="40710"/>
                </a:lnTo>
                <a:lnTo>
                  <a:pt x="0" y="41797"/>
                </a:lnTo>
                <a:lnTo>
                  <a:pt x="83595" y="41797"/>
                </a:lnTo>
                <a:lnTo>
                  <a:pt x="83595" y="40710"/>
                </a:lnTo>
                <a:lnTo>
                  <a:pt x="83539" y="39650"/>
                </a:lnTo>
                <a:lnTo>
                  <a:pt x="83483" y="38591"/>
                </a:lnTo>
                <a:lnTo>
                  <a:pt x="83372" y="37531"/>
                </a:lnTo>
                <a:lnTo>
                  <a:pt x="83260" y="36471"/>
                </a:lnTo>
                <a:lnTo>
                  <a:pt x="83121" y="35440"/>
                </a:lnTo>
                <a:lnTo>
                  <a:pt x="82953" y="34408"/>
                </a:lnTo>
                <a:lnTo>
                  <a:pt x="82758" y="33376"/>
                </a:lnTo>
                <a:lnTo>
                  <a:pt x="82535" y="32345"/>
                </a:lnTo>
                <a:lnTo>
                  <a:pt x="82284" y="31341"/>
                </a:lnTo>
                <a:lnTo>
                  <a:pt x="82005" y="30365"/>
                </a:lnTo>
                <a:lnTo>
                  <a:pt x="81727" y="29361"/>
                </a:lnTo>
                <a:lnTo>
                  <a:pt x="81392" y="28385"/>
                </a:lnTo>
                <a:lnTo>
                  <a:pt x="81057" y="27437"/>
                </a:lnTo>
                <a:lnTo>
                  <a:pt x="80695" y="26461"/>
                </a:lnTo>
                <a:lnTo>
                  <a:pt x="80304" y="25541"/>
                </a:lnTo>
                <a:lnTo>
                  <a:pt x="79914" y="24593"/>
                </a:lnTo>
                <a:lnTo>
                  <a:pt x="79468" y="23673"/>
                </a:lnTo>
                <a:lnTo>
                  <a:pt x="79022" y="22781"/>
                </a:lnTo>
                <a:lnTo>
                  <a:pt x="78548" y="21888"/>
                </a:lnTo>
                <a:lnTo>
                  <a:pt x="78046" y="20996"/>
                </a:lnTo>
                <a:lnTo>
                  <a:pt x="77544" y="20132"/>
                </a:lnTo>
                <a:lnTo>
                  <a:pt x="77014" y="19267"/>
                </a:lnTo>
                <a:lnTo>
                  <a:pt x="76457" y="18431"/>
                </a:lnTo>
                <a:lnTo>
                  <a:pt x="75899" y="17594"/>
                </a:lnTo>
                <a:lnTo>
                  <a:pt x="75285" y="16786"/>
                </a:lnTo>
                <a:lnTo>
                  <a:pt x="74672" y="16005"/>
                </a:lnTo>
                <a:lnTo>
                  <a:pt x="74059" y="15224"/>
                </a:lnTo>
                <a:lnTo>
                  <a:pt x="73417" y="14444"/>
                </a:lnTo>
                <a:lnTo>
                  <a:pt x="72748" y="13691"/>
                </a:lnTo>
                <a:lnTo>
                  <a:pt x="72051" y="12966"/>
                </a:lnTo>
                <a:lnTo>
                  <a:pt x="71354" y="12241"/>
                </a:lnTo>
                <a:lnTo>
                  <a:pt x="70629" y="11544"/>
                </a:lnTo>
                <a:lnTo>
                  <a:pt x="69904" y="10847"/>
                </a:lnTo>
                <a:lnTo>
                  <a:pt x="69151" y="10205"/>
                </a:lnTo>
                <a:lnTo>
                  <a:pt x="68398" y="9536"/>
                </a:lnTo>
                <a:lnTo>
                  <a:pt x="67617" y="8923"/>
                </a:lnTo>
                <a:lnTo>
                  <a:pt x="66809" y="8309"/>
                </a:lnTo>
                <a:lnTo>
                  <a:pt x="66000" y="7724"/>
                </a:lnTo>
                <a:lnTo>
                  <a:pt x="65164" y="7138"/>
                </a:lnTo>
                <a:lnTo>
                  <a:pt x="64327" y="6580"/>
                </a:lnTo>
                <a:lnTo>
                  <a:pt x="63463" y="6051"/>
                </a:lnTo>
                <a:lnTo>
                  <a:pt x="62598" y="5549"/>
                </a:lnTo>
                <a:lnTo>
                  <a:pt x="61734" y="5047"/>
                </a:lnTo>
                <a:lnTo>
                  <a:pt x="60842" y="4573"/>
                </a:lnTo>
                <a:lnTo>
                  <a:pt x="59922" y="4127"/>
                </a:lnTo>
                <a:lnTo>
                  <a:pt x="59001" y="3708"/>
                </a:lnTo>
                <a:lnTo>
                  <a:pt x="58081" y="3290"/>
                </a:lnTo>
                <a:lnTo>
                  <a:pt x="57133" y="2900"/>
                </a:lnTo>
                <a:lnTo>
                  <a:pt x="56185" y="2537"/>
                </a:lnTo>
                <a:lnTo>
                  <a:pt x="55209" y="2203"/>
                </a:lnTo>
                <a:lnTo>
                  <a:pt x="54233" y="1868"/>
                </a:lnTo>
                <a:lnTo>
                  <a:pt x="53257" y="1589"/>
                </a:lnTo>
                <a:lnTo>
                  <a:pt x="52254" y="1311"/>
                </a:lnTo>
                <a:lnTo>
                  <a:pt x="51250" y="1060"/>
                </a:lnTo>
                <a:lnTo>
                  <a:pt x="50218" y="864"/>
                </a:lnTo>
                <a:lnTo>
                  <a:pt x="49214" y="669"/>
                </a:lnTo>
                <a:lnTo>
                  <a:pt x="48155" y="474"/>
                </a:lnTo>
                <a:lnTo>
                  <a:pt x="47123" y="335"/>
                </a:lnTo>
                <a:lnTo>
                  <a:pt x="46064" y="223"/>
                </a:lnTo>
                <a:lnTo>
                  <a:pt x="45032" y="112"/>
                </a:lnTo>
                <a:lnTo>
                  <a:pt x="43944" y="56"/>
                </a:lnTo>
                <a:lnTo>
                  <a:pt x="42885" y="28"/>
                </a:lnTo>
                <a:lnTo>
                  <a:pt x="4179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2_1">
    <p:spTree>
      <p:nvGrpSpPr>
        <p:cNvPr id="1785" name="Shape 1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6" name="Google Shape;1786;p21"/>
          <p:cNvSpPr txBox="1"/>
          <p:nvPr>
            <p:ph type="title"/>
          </p:nvPr>
        </p:nvSpPr>
        <p:spPr>
          <a:xfrm>
            <a:off x="4153050" y="1534200"/>
            <a:ext cx="4277700" cy="112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787" name="Google Shape;1787;p21"/>
          <p:cNvSpPr txBox="1"/>
          <p:nvPr>
            <p:ph idx="1" type="subTitle"/>
          </p:nvPr>
        </p:nvSpPr>
        <p:spPr>
          <a:xfrm>
            <a:off x="5230300" y="2694900"/>
            <a:ext cx="3200400" cy="91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8" name="Google Shape;1788;p21"/>
          <p:cNvSpPr/>
          <p:nvPr/>
        </p:nvSpPr>
        <p:spPr>
          <a:xfrm flipH="1">
            <a:off x="-75" y="0"/>
            <a:ext cx="27006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9" name="Google Shape;1789;p21"/>
          <p:cNvSpPr/>
          <p:nvPr/>
        </p:nvSpPr>
        <p:spPr>
          <a:xfrm>
            <a:off x="2488747" y="497678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0" name="Google Shape;1790;p21"/>
          <p:cNvSpPr/>
          <p:nvPr/>
        </p:nvSpPr>
        <p:spPr>
          <a:xfrm flipH="1">
            <a:off x="617717" y="163781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1" name="Google Shape;1791;p21"/>
          <p:cNvSpPr/>
          <p:nvPr/>
        </p:nvSpPr>
        <p:spPr>
          <a:xfrm flipH="1">
            <a:off x="1817000" y="1365265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" name="Google Shape;1792;p21"/>
          <p:cNvSpPr/>
          <p:nvPr/>
        </p:nvSpPr>
        <p:spPr>
          <a:xfrm flipH="1">
            <a:off x="745189" y="308187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" name="Google Shape;1793;p21"/>
          <p:cNvSpPr/>
          <p:nvPr/>
        </p:nvSpPr>
        <p:spPr>
          <a:xfrm flipH="1">
            <a:off x="1961410" y="1434086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" name="Google Shape;1794;p21"/>
          <p:cNvSpPr/>
          <p:nvPr/>
        </p:nvSpPr>
        <p:spPr>
          <a:xfrm flipH="1">
            <a:off x="870424" y="369069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" name="Google Shape;1795;p21"/>
          <p:cNvSpPr/>
          <p:nvPr/>
        </p:nvSpPr>
        <p:spPr>
          <a:xfrm flipH="1">
            <a:off x="2105877" y="1543550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" name="Google Shape;1796;p21"/>
          <p:cNvSpPr/>
          <p:nvPr/>
        </p:nvSpPr>
        <p:spPr>
          <a:xfrm>
            <a:off x="772520" y="3766430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7" name="Google Shape;1797;p21"/>
          <p:cNvSpPr/>
          <p:nvPr/>
        </p:nvSpPr>
        <p:spPr>
          <a:xfrm flipH="1">
            <a:off x="163868" y="3478149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8" name="Google Shape;1798;p21"/>
          <p:cNvSpPr/>
          <p:nvPr/>
        </p:nvSpPr>
        <p:spPr>
          <a:xfrm flipH="1">
            <a:off x="365816" y="3534558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9" name="Google Shape;1799;p21"/>
          <p:cNvSpPr/>
          <p:nvPr/>
        </p:nvSpPr>
        <p:spPr>
          <a:xfrm flipH="1">
            <a:off x="652404" y="3641731"/>
            <a:ext cx="1642730" cy="740159"/>
          </a:xfrm>
          <a:custGeom>
            <a:rect b="b" l="l" r="r" t="t"/>
            <a:pathLst>
              <a:path extrusionOk="0" h="13239" w="29383">
                <a:moveTo>
                  <a:pt x="28272" y="81"/>
                </a:moveTo>
                <a:lnTo>
                  <a:pt x="28474" y="102"/>
                </a:lnTo>
                <a:lnTo>
                  <a:pt x="28696" y="142"/>
                </a:lnTo>
                <a:lnTo>
                  <a:pt x="28898" y="202"/>
                </a:lnTo>
                <a:lnTo>
                  <a:pt x="29019" y="243"/>
                </a:lnTo>
                <a:lnTo>
                  <a:pt x="29140" y="303"/>
                </a:lnTo>
                <a:lnTo>
                  <a:pt x="29201" y="364"/>
                </a:lnTo>
                <a:lnTo>
                  <a:pt x="29261" y="404"/>
                </a:lnTo>
                <a:lnTo>
                  <a:pt x="29281" y="465"/>
                </a:lnTo>
                <a:lnTo>
                  <a:pt x="29302" y="545"/>
                </a:lnTo>
                <a:lnTo>
                  <a:pt x="29302" y="626"/>
                </a:lnTo>
                <a:lnTo>
                  <a:pt x="29281" y="707"/>
                </a:lnTo>
                <a:lnTo>
                  <a:pt x="29201" y="848"/>
                </a:lnTo>
                <a:lnTo>
                  <a:pt x="29059" y="1070"/>
                </a:lnTo>
                <a:lnTo>
                  <a:pt x="28918" y="1272"/>
                </a:lnTo>
                <a:lnTo>
                  <a:pt x="28595" y="1676"/>
                </a:lnTo>
                <a:lnTo>
                  <a:pt x="28232" y="2079"/>
                </a:lnTo>
                <a:lnTo>
                  <a:pt x="27889" y="2442"/>
                </a:lnTo>
                <a:lnTo>
                  <a:pt x="27566" y="2785"/>
                </a:lnTo>
                <a:lnTo>
                  <a:pt x="27263" y="3129"/>
                </a:lnTo>
                <a:lnTo>
                  <a:pt x="26961" y="3492"/>
                </a:lnTo>
                <a:lnTo>
                  <a:pt x="26698" y="3855"/>
                </a:lnTo>
                <a:lnTo>
                  <a:pt x="26476" y="4198"/>
                </a:lnTo>
                <a:lnTo>
                  <a:pt x="26295" y="4521"/>
                </a:lnTo>
                <a:lnTo>
                  <a:pt x="26133" y="4884"/>
                </a:lnTo>
                <a:lnTo>
                  <a:pt x="25972" y="5247"/>
                </a:lnTo>
                <a:lnTo>
                  <a:pt x="25689" y="5974"/>
                </a:lnTo>
                <a:lnTo>
                  <a:pt x="25447" y="6721"/>
                </a:lnTo>
                <a:lnTo>
                  <a:pt x="25124" y="7649"/>
                </a:lnTo>
                <a:lnTo>
                  <a:pt x="24943" y="8113"/>
                </a:lnTo>
                <a:lnTo>
                  <a:pt x="24741" y="8557"/>
                </a:lnTo>
                <a:lnTo>
                  <a:pt x="24539" y="8981"/>
                </a:lnTo>
                <a:lnTo>
                  <a:pt x="24297" y="9405"/>
                </a:lnTo>
                <a:lnTo>
                  <a:pt x="24014" y="9788"/>
                </a:lnTo>
                <a:lnTo>
                  <a:pt x="23853" y="9990"/>
                </a:lnTo>
                <a:lnTo>
                  <a:pt x="23692" y="10171"/>
                </a:lnTo>
                <a:lnTo>
                  <a:pt x="23409" y="10414"/>
                </a:lnTo>
                <a:lnTo>
                  <a:pt x="23106" y="10676"/>
                </a:lnTo>
                <a:lnTo>
                  <a:pt x="22784" y="10898"/>
                </a:lnTo>
                <a:lnTo>
                  <a:pt x="22420" y="11100"/>
                </a:lnTo>
                <a:lnTo>
                  <a:pt x="22017" y="11301"/>
                </a:lnTo>
                <a:lnTo>
                  <a:pt x="21593" y="11483"/>
                </a:lnTo>
                <a:lnTo>
                  <a:pt x="21129" y="11645"/>
                </a:lnTo>
                <a:lnTo>
                  <a:pt x="20644" y="11786"/>
                </a:lnTo>
                <a:lnTo>
                  <a:pt x="19958" y="11947"/>
                </a:lnTo>
                <a:lnTo>
                  <a:pt x="19272" y="12088"/>
                </a:lnTo>
                <a:lnTo>
                  <a:pt x="18566" y="12210"/>
                </a:lnTo>
                <a:lnTo>
                  <a:pt x="17880" y="12290"/>
                </a:lnTo>
                <a:lnTo>
                  <a:pt x="17173" y="12371"/>
                </a:lnTo>
                <a:lnTo>
                  <a:pt x="16467" y="12432"/>
                </a:lnTo>
                <a:lnTo>
                  <a:pt x="15075" y="12532"/>
                </a:lnTo>
                <a:lnTo>
                  <a:pt x="14106" y="12593"/>
                </a:lnTo>
                <a:lnTo>
                  <a:pt x="12774" y="12694"/>
                </a:lnTo>
                <a:lnTo>
                  <a:pt x="11442" y="12815"/>
                </a:lnTo>
                <a:lnTo>
                  <a:pt x="9142" y="12997"/>
                </a:lnTo>
                <a:lnTo>
                  <a:pt x="7971" y="13077"/>
                </a:lnTo>
                <a:lnTo>
                  <a:pt x="6801" y="13138"/>
                </a:lnTo>
                <a:lnTo>
                  <a:pt x="5630" y="13158"/>
                </a:lnTo>
                <a:lnTo>
                  <a:pt x="4480" y="13158"/>
                </a:lnTo>
                <a:lnTo>
                  <a:pt x="3895" y="13138"/>
                </a:lnTo>
                <a:lnTo>
                  <a:pt x="3310" y="13098"/>
                </a:lnTo>
                <a:lnTo>
                  <a:pt x="2725" y="13057"/>
                </a:lnTo>
                <a:lnTo>
                  <a:pt x="2139" y="12976"/>
                </a:lnTo>
                <a:lnTo>
                  <a:pt x="1857" y="12936"/>
                </a:lnTo>
                <a:lnTo>
                  <a:pt x="1554" y="12855"/>
                </a:lnTo>
                <a:lnTo>
                  <a:pt x="1251" y="12754"/>
                </a:lnTo>
                <a:lnTo>
                  <a:pt x="969" y="12613"/>
                </a:lnTo>
                <a:lnTo>
                  <a:pt x="707" y="12452"/>
                </a:lnTo>
                <a:lnTo>
                  <a:pt x="485" y="12270"/>
                </a:lnTo>
                <a:lnTo>
                  <a:pt x="384" y="12169"/>
                </a:lnTo>
                <a:lnTo>
                  <a:pt x="303" y="12048"/>
                </a:lnTo>
                <a:lnTo>
                  <a:pt x="222" y="11947"/>
                </a:lnTo>
                <a:lnTo>
                  <a:pt x="162" y="11826"/>
                </a:lnTo>
                <a:lnTo>
                  <a:pt x="121" y="11685"/>
                </a:lnTo>
                <a:lnTo>
                  <a:pt x="81" y="11544"/>
                </a:lnTo>
                <a:lnTo>
                  <a:pt x="81" y="11382"/>
                </a:lnTo>
                <a:lnTo>
                  <a:pt x="101" y="11241"/>
                </a:lnTo>
                <a:lnTo>
                  <a:pt x="142" y="11079"/>
                </a:lnTo>
                <a:lnTo>
                  <a:pt x="202" y="10938"/>
                </a:lnTo>
                <a:lnTo>
                  <a:pt x="283" y="10777"/>
                </a:lnTo>
                <a:lnTo>
                  <a:pt x="384" y="10615"/>
                </a:lnTo>
                <a:lnTo>
                  <a:pt x="646" y="10313"/>
                </a:lnTo>
                <a:lnTo>
                  <a:pt x="929" y="10010"/>
                </a:lnTo>
                <a:lnTo>
                  <a:pt x="1272" y="9727"/>
                </a:lnTo>
                <a:lnTo>
                  <a:pt x="1635" y="9465"/>
                </a:lnTo>
                <a:lnTo>
                  <a:pt x="2038" y="9203"/>
                </a:lnTo>
                <a:lnTo>
                  <a:pt x="2422" y="8940"/>
                </a:lnTo>
                <a:lnTo>
                  <a:pt x="3229" y="8476"/>
                </a:lnTo>
                <a:lnTo>
                  <a:pt x="4016" y="7992"/>
                </a:lnTo>
                <a:lnTo>
                  <a:pt x="5005" y="7407"/>
                </a:lnTo>
                <a:lnTo>
                  <a:pt x="6014" y="6821"/>
                </a:lnTo>
                <a:lnTo>
                  <a:pt x="7063" y="6277"/>
                </a:lnTo>
                <a:lnTo>
                  <a:pt x="8153" y="5732"/>
                </a:lnTo>
                <a:lnTo>
                  <a:pt x="9283" y="5207"/>
                </a:lnTo>
                <a:lnTo>
                  <a:pt x="10433" y="4682"/>
                </a:lnTo>
                <a:lnTo>
                  <a:pt x="11644" y="4198"/>
                </a:lnTo>
                <a:lnTo>
                  <a:pt x="12895" y="3714"/>
                </a:lnTo>
                <a:lnTo>
                  <a:pt x="14146" y="3250"/>
                </a:lnTo>
                <a:lnTo>
                  <a:pt x="15438" y="2826"/>
                </a:lnTo>
                <a:lnTo>
                  <a:pt x="16790" y="2382"/>
                </a:lnTo>
                <a:lnTo>
                  <a:pt x="18182" y="1958"/>
                </a:lnTo>
                <a:lnTo>
                  <a:pt x="19151" y="1676"/>
                </a:lnTo>
                <a:lnTo>
                  <a:pt x="20180" y="1393"/>
                </a:lnTo>
                <a:lnTo>
                  <a:pt x="21250" y="1111"/>
                </a:lnTo>
                <a:lnTo>
                  <a:pt x="22380" y="848"/>
                </a:lnTo>
                <a:lnTo>
                  <a:pt x="23550" y="606"/>
                </a:lnTo>
                <a:lnTo>
                  <a:pt x="24761" y="404"/>
                </a:lnTo>
                <a:lnTo>
                  <a:pt x="25972" y="223"/>
                </a:lnTo>
                <a:lnTo>
                  <a:pt x="26598" y="162"/>
                </a:lnTo>
                <a:lnTo>
                  <a:pt x="27223" y="102"/>
                </a:lnTo>
                <a:lnTo>
                  <a:pt x="27647" y="81"/>
                </a:lnTo>
                <a:close/>
                <a:moveTo>
                  <a:pt x="27647" y="1"/>
                </a:moveTo>
                <a:lnTo>
                  <a:pt x="27223" y="21"/>
                </a:lnTo>
                <a:lnTo>
                  <a:pt x="26598" y="81"/>
                </a:lnTo>
                <a:lnTo>
                  <a:pt x="25972" y="142"/>
                </a:lnTo>
                <a:lnTo>
                  <a:pt x="24741" y="324"/>
                </a:lnTo>
                <a:lnTo>
                  <a:pt x="23550" y="525"/>
                </a:lnTo>
                <a:lnTo>
                  <a:pt x="22360" y="767"/>
                </a:lnTo>
                <a:lnTo>
                  <a:pt x="21230" y="1030"/>
                </a:lnTo>
                <a:lnTo>
                  <a:pt x="20160" y="1312"/>
                </a:lnTo>
                <a:lnTo>
                  <a:pt x="19131" y="1595"/>
                </a:lnTo>
                <a:lnTo>
                  <a:pt x="18162" y="1877"/>
                </a:lnTo>
                <a:lnTo>
                  <a:pt x="16750" y="2301"/>
                </a:lnTo>
                <a:lnTo>
                  <a:pt x="15418" y="2745"/>
                </a:lnTo>
                <a:lnTo>
                  <a:pt x="14106" y="3189"/>
                </a:lnTo>
                <a:lnTo>
                  <a:pt x="12855" y="3633"/>
                </a:lnTo>
                <a:lnTo>
                  <a:pt x="11604" y="4117"/>
                </a:lnTo>
                <a:lnTo>
                  <a:pt x="10413" y="4622"/>
                </a:lnTo>
                <a:lnTo>
                  <a:pt x="9243" y="5126"/>
                </a:lnTo>
                <a:lnTo>
                  <a:pt x="8113" y="5651"/>
                </a:lnTo>
                <a:lnTo>
                  <a:pt x="7023" y="6196"/>
                </a:lnTo>
                <a:lnTo>
                  <a:pt x="5974" y="6761"/>
                </a:lnTo>
                <a:lnTo>
                  <a:pt x="4965" y="7326"/>
                </a:lnTo>
                <a:lnTo>
                  <a:pt x="3976" y="7931"/>
                </a:lnTo>
                <a:lnTo>
                  <a:pt x="3189" y="8396"/>
                </a:lnTo>
                <a:lnTo>
                  <a:pt x="2381" y="8880"/>
                </a:lnTo>
                <a:lnTo>
                  <a:pt x="1978" y="9142"/>
                </a:lnTo>
                <a:lnTo>
                  <a:pt x="1594" y="9405"/>
                </a:lnTo>
                <a:lnTo>
                  <a:pt x="1211" y="9667"/>
                </a:lnTo>
                <a:lnTo>
                  <a:pt x="888" y="9949"/>
                </a:lnTo>
                <a:lnTo>
                  <a:pt x="585" y="10252"/>
                </a:lnTo>
                <a:lnTo>
                  <a:pt x="444" y="10414"/>
                </a:lnTo>
                <a:lnTo>
                  <a:pt x="323" y="10575"/>
                </a:lnTo>
                <a:lnTo>
                  <a:pt x="202" y="10736"/>
                </a:lnTo>
                <a:lnTo>
                  <a:pt x="121" y="10898"/>
                </a:lnTo>
                <a:lnTo>
                  <a:pt x="61" y="11059"/>
                </a:lnTo>
                <a:lnTo>
                  <a:pt x="20" y="11241"/>
                </a:lnTo>
                <a:lnTo>
                  <a:pt x="0" y="11382"/>
                </a:lnTo>
                <a:lnTo>
                  <a:pt x="0" y="11544"/>
                </a:lnTo>
                <a:lnTo>
                  <a:pt x="41" y="11705"/>
                </a:lnTo>
                <a:lnTo>
                  <a:pt x="101" y="11867"/>
                </a:lnTo>
                <a:lnTo>
                  <a:pt x="202" y="12048"/>
                </a:lnTo>
                <a:lnTo>
                  <a:pt x="343" y="12230"/>
                </a:lnTo>
                <a:lnTo>
                  <a:pt x="545" y="12411"/>
                </a:lnTo>
                <a:lnTo>
                  <a:pt x="787" y="12593"/>
                </a:lnTo>
                <a:lnTo>
                  <a:pt x="1070" y="12754"/>
                </a:lnTo>
                <a:lnTo>
                  <a:pt x="1393" y="12896"/>
                </a:lnTo>
                <a:lnTo>
                  <a:pt x="1736" y="12997"/>
                </a:lnTo>
                <a:lnTo>
                  <a:pt x="2139" y="13057"/>
                </a:lnTo>
                <a:lnTo>
                  <a:pt x="2947" y="13158"/>
                </a:lnTo>
                <a:lnTo>
                  <a:pt x="3754" y="13198"/>
                </a:lnTo>
                <a:lnTo>
                  <a:pt x="4561" y="13239"/>
                </a:lnTo>
                <a:lnTo>
                  <a:pt x="6135" y="13239"/>
                </a:lnTo>
                <a:lnTo>
                  <a:pt x="6902" y="13219"/>
                </a:lnTo>
                <a:lnTo>
                  <a:pt x="8435" y="13138"/>
                </a:lnTo>
                <a:lnTo>
                  <a:pt x="9949" y="13017"/>
                </a:lnTo>
                <a:lnTo>
                  <a:pt x="11442" y="12896"/>
                </a:lnTo>
                <a:lnTo>
                  <a:pt x="12774" y="12775"/>
                </a:lnTo>
                <a:lnTo>
                  <a:pt x="14106" y="12674"/>
                </a:lnTo>
                <a:lnTo>
                  <a:pt x="15075" y="12613"/>
                </a:lnTo>
                <a:lnTo>
                  <a:pt x="16467" y="12512"/>
                </a:lnTo>
                <a:lnTo>
                  <a:pt x="17173" y="12452"/>
                </a:lnTo>
                <a:lnTo>
                  <a:pt x="17880" y="12371"/>
                </a:lnTo>
                <a:lnTo>
                  <a:pt x="18586" y="12290"/>
                </a:lnTo>
                <a:lnTo>
                  <a:pt x="19272" y="12169"/>
                </a:lnTo>
                <a:lnTo>
                  <a:pt x="19978" y="12028"/>
                </a:lnTo>
                <a:lnTo>
                  <a:pt x="20665" y="11867"/>
                </a:lnTo>
                <a:lnTo>
                  <a:pt x="21149" y="11705"/>
                </a:lnTo>
                <a:lnTo>
                  <a:pt x="21613" y="11544"/>
                </a:lnTo>
                <a:lnTo>
                  <a:pt x="22057" y="11362"/>
                </a:lnTo>
                <a:lnTo>
                  <a:pt x="22461" y="11180"/>
                </a:lnTo>
                <a:lnTo>
                  <a:pt x="22824" y="10958"/>
                </a:lnTo>
                <a:lnTo>
                  <a:pt x="23167" y="10736"/>
                </a:lnTo>
                <a:lnTo>
                  <a:pt x="23470" y="10474"/>
                </a:lnTo>
                <a:lnTo>
                  <a:pt x="23752" y="10212"/>
                </a:lnTo>
                <a:lnTo>
                  <a:pt x="23914" y="10030"/>
                </a:lnTo>
                <a:lnTo>
                  <a:pt x="24075" y="9849"/>
                </a:lnTo>
                <a:lnTo>
                  <a:pt x="24358" y="9445"/>
                </a:lnTo>
                <a:lnTo>
                  <a:pt x="24600" y="9021"/>
                </a:lnTo>
                <a:lnTo>
                  <a:pt x="24822" y="8597"/>
                </a:lnTo>
                <a:lnTo>
                  <a:pt x="25023" y="8133"/>
                </a:lnTo>
                <a:lnTo>
                  <a:pt x="25185" y="7669"/>
                </a:lnTo>
                <a:lnTo>
                  <a:pt x="25508" y="6741"/>
                </a:lnTo>
                <a:lnTo>
                  <a:pt x="25770" y="6014"/>
                </a:lnTo>
                <a:lnTo>
                  <a:pt x="26053" y="5268"/>
                </a:lnTo>
                <a:lnTo>
                  <a:pt x="26194" y="4925"/>
                </a:lnTo>
                <a:lnTo>
                  <a:pt x="26376" y="4561"/>
                </a:lnTo>
                <a:lnTo>
                  <a:pt x="26557" y="4238"/>
                </a:lnTo>
                <a:lnTo>
                  <a:pt x="26759" y="3895"/>
                </a:lnTo>
                <a:lnTo>
                  <a:pt x="27021" y="3532"/>
                </a:lnTo>
                <a:lnTo>
                  <a:pt x="27324" y="3169"/>
                </a:lnTo>
                <a:lnTo>
                  <a:pt x="27627" y="2826"/>
                </a:lnTo>
                <a:lnTo>
                  <a:pt x="27950" y="2503"/>
                </a:lnTo>
                <a:lnTo>
                  <a:pt x="28293" y="2120"/>
                </a:lnTo>
                <a:lnTo>
                  <a:pt x="28656" y="1736"/>
                </a:lnTo>
                <a:lnTo>
                  <a:pt x="28979" y="1333"/>
                </a:lnTo>
                <a:lnTo>
                  <a:pt x="29120" y="1111"/>
                </a:lnTo>
                <a:lnTo>
                  <a:pt x="29261" y="889"/>
                </a:lnTo>
                <a:lnTo>
                  <a:pt x="29362" y="727"/>
                </a:lnTo>
                <a:lnTo>
                  <a:pt x="29382" y="626"/>
                </a:lnTo>
                <a:lnTo>
                  <a:pt x="29382" y="545"/>
                </a:lnTo>
                <a:lnTo>
                  <a:pt x="29362" y="445"/>
                </a:lnTo>
                <a:lnTo>
                  <a:pt x="29322" y="364"/>
                </a:lnTo>
                <a:lnTo>
                  <a:pt x="29261" y="303"/>
                </a:lnTo>
                <a:lnTo>
                  <a:pt x="29201" y="243"/>
                </a:lnTo>
                <a:lnTo>
                  <a:pt x="29059" y="162"/>
                </a:lnTo>
                <a:lnTo>
                  <a:pt x="28918" y="122"/>
                </a:lnTo>
                <a:lnTo>
                  <a:pt x="28716" y="61"/>
                </a:lnTo>
                <a:lnTo>
                  <a:pt x="28494" y="21"/>
                </a:lnTo>
                <a:lnTo>
                  <a:pt x="2829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" name="Google Shape;1800;p21"/>
          <p:cNvSpPr/>
          <p:nvPr/>
        </p:nvSpPr>
        <p:spPr>
          <a:xfrm flipH="1">
            <a:off x="1224411" y="4052419"/>
            <a:ext cx="235874" cy="188464"/>
          </a:xfrm>
          <a:custGeom>
            <a:rect b="b" l="l" r="r" t="t"/>
            <a:pathLst>
              <a:path extrusionOk="0" h="3371" w="4219">
                <a:moveTo>
                  <a:pt x="3875" y="81"/>
                </a:moveTo>
                <a:lnTo>
                  <a:pt x="3976" y="101"/>
                </a:lnTo>
                <a:lnTo>
                  <a:pt x="4057" y="182"/>
                </a:lnTo>
                <a:lnTo>
                  <a:pt x="4097" y="263"/>
                </a:lnTo>
                <a:lnTo>
                  <a:pt x="4137" y="363"/>
                </a:lnTo>
                <a:lnTo>
                  <a:pt x="4137" y="464"/>
                </a:lnTo>
                <a:lnTo>
                  <a:pt x="4137" y="585"/>
                </a:lnTo>
                <a:lnTo>
                  <a:pt x="4077" y="807"/>
                </a:lnTo>
                <a:lnTo>
                  <a:pt x="3936" y="1130"/>
                </a:lnTo>
                <a:lnTo>
                  <a:pt x="3794" y="1433"/>
                </a:lnTo>
                <a:lnTo>
                  <a:pt x="3613" y="1715"/>
                </a:lnTo>
                <a:lnTo>
                  <a:pt x="3411" y="1998"/>
                </a:lnTo>
                <a:lnTo>
                  <a:pt x="3189" y="2240"/>
                </a:lnTo>
                <a:lnTo>
                  <a:pt x="2947" y="2482"/>
                </a:lnTo>
                <a:lnTo>
                  <a:pt x="2684" y="2684"/>
                </a:lnTo>
                <a:lnTo>
                  <a:pt x="2422" y="2866"/>
                </a:lnTo>
                <a:lnTo>
                  <a:pt x="2180" y="2967"/>
                </a:lnTo>
                <a:lnTo>
                  <a:pt x="1897" y="3088"/>
                </a:lnTo>
                <a:lnTo>
                  <a:pt x="1575" y="3189"/>
                </a:lnTo>
                <a:lnTo>
                  <a:pt x="1252" y="3249"/>
                </a:lnTo>
                <a:lnTo>
                  <a:pt x="929" y="3290"/>
                </a:lnTo>
                <a:lnTo>
                  <a:pt x="626" y="3290"/>
                </a:lnTo>
                <a:lnTo>
                  <a:pt x="505" y="3269"/>
                </a:lnTo>
                <a:lnTo>
                  <a:pt x="384" y="3249"/>
                </a:lnTo>
                <a:lnTo>
                  <a:pt x="283" y="3209"/>
                </a:lnTo>
                <a:lnTo>
                  <a:pt x="202" y="3148"/>
                </a:lnTo>
                <a:lnTo>
                  <a:pt x="142" y="3088"/>
                </a:lnTo>
                <a:lnTo>
                  <a:pt x="122" y="3007"/>
                </a:lnTo>
                <a:lnTo>
                  <a:pt x="101" y="2926"/>
                </a:lnTo>
                <a:lnTo>
                  <a:pt x="81" y="2846"/>
                </a:lnTo>
                <a:lnTo>
                  <a:pt x="101" y="2745"/>
                </a:lnTo>
                <a:lnTo>
                  <a:pt x="122" y="2624"/>
                </a:lnTo>
                <a:lnTo>
                  <a:pt x="222" y="2381"/>
                </a:lnTo>
                <a:lnTo>
                  <a:pt x="344" y="2159"/>
                </a:lnTo>
                <a:lnTo>
                  <a:pt x="485" y="1958"/>
                </a:lnTo>
                <a:lnTo>
                  <a:pt x="666" y="1756"/>
                </a:lnTo>
                <a:lnTo>
                  <a:pt x="848" y="1574"/>
                </a:lnTo>
                <a:lnTo>
                  <a:pt x="1070" y="1393"/>
                </a:lnTo>
                <a:lnTo>
                  <a:pt x="1292" y="1231"/>
                </a:lnTo>
                <a:lnTo>
                  <a:pt x="1534" y="1070"/>
                </a:lnTo>
                <a:lnTo>
                  <a:pt x="1776" y="928"/>
                </a:lnTo>
                <a:lnTo>
                  <a:pt x="2261" y="666"/>
                </a:lnTo>
                <a:lnTo>
                  <a:pt x="2765" y="444"/>
                </a:lnTo>
                <a:lnTo>
                  <a:pt x="3229" y="263"/>
                </a:lnTo>
                <a:lnTo>
                  <a:pt x="3653" y="101"/>
                </a:lnTo>
                <a:lnTo>
                  <a:pt x="3774" y="81"/>
                </a:lnTo>
                <a:close/>
                <a:moveTo>
                  <a:pt x="3754" y="0"/>
                </a:moveTo>
                <a:lnTo>
                  <a:pt x="3633" y="41"/>
                </a:lnTo>
                <a:lnTo>
                  <a:pt x="3209" y="182"/>
                </a:lnTo>
                <a:lnTo>
                  <a:pt x="2725" y="363"/>
                </a:lnTo>
                <a:lnTo>
                  <a:pt x="2220" y="606"/>
                </a:lnTo>
                <a:lnTo>
                  <a:pt x="1716" y="868"/>
                </a:lnTo>
                <a:lnTo>
                  <a:pt x="1474" y="1009"/>
                </a:lnTo>
                <a:lnTo>
                  <a:pt x="1231" y="1171"/>
                </a:lnTo>
                <a:lnTo>
                  <a:pt x="1009" y="1352"/>
                </a:lnTo>
                <a:lnTo>
                  <a:pt x="787" y="1514"/>
                </a:lnTo>
                <a:lnTo>
                  <a:pt x="606" y="1715"/>
                </a:lnTo>
                <a:lnTo>
                  <a:pt x="424" y="1917"/>
                </a:lnTo>
                <a:lnTo>
                  <a:pt x="283" y="2119"/>
                </a:lnTo>
                <a:lnTo>
                  <a:pt x="142" y="2341"/>
                </a:lnTo>
                <a:lnTo>
                  <a:pt x="81" y="2482"/>
                </a:lnTo>
                <a:lnTo>
                  <a:pt x="41" y="2624"/>
                </a:lnTo>
                <a:lnTo>
                  <a:pt x="21" y="2745"/>
                </a:lnTo>
                <a:lnTo>
                  <a:pt x="0" y="2866"/>
                </a:lnTo>
                <a:lnTo>
                  <a:pt x="21" y="2967"/>
                </a:lnTo>
                <a:lnTo>
                  <a:pt x="41" y="3047"/>
                </a:lnTo>
                <a:lnTo>
                  <a:pt x="81" y="3128"/>
                </a:lnTo>
                <a:lnTo>
                  <a:pt x="142" y="3209"/>
                </a:lnTo>
                <a:lnTo>
                  <a:pt x="263" y="3290"/>
                </a:lnTo>
                <a:lnTo>
                  <a:pt x="404" y="3330"/>
                </a:lnTo>
                <a:lnTo>
                  <a:pt x="586" y="3370"/>
                </a:lnTo>
                <a:lnTo>
                  <a:pt x="989" y="3370"/>
                </a:lnTo>
                <a:lnTo>
                  <a:pt x="1211" y="3350"/>
                </a:lnTo>
                <a:lnTo>
                  <a:pt x="1453" y="3290"/>
                </a:lnTo>
                <a:lnTo>
                  <a:pt x="1675" y="3229"/>
                </a:lnTo>
                <a:lnTo>
                  <a:pt x="2119" y="3088"/>
                </a:lnTo>
                <a:lnTo>
                  <a:pt x="2301" y="3007"/>
                </a:lnTo>
                <a:lnTo>
                  <a:pt x="2462" y="2926"/>
                </a:lnTo>
                <a:lnTo>
                  <a:pt x="2745" y="2745"/>
                </a:lnTo>
                <a:lnTo>
                  <a:pt x="3007" y="2543"/>
                </a:lnTo>
                <a:lnTo>
                  <a:pt x="3249" y="2301"/>
                </a:lnTo>
                <a:lnTo>
                  <a:pt x="3471" y="2038"/>
                </a:lnTo>
                <a:lnTo>
                  <a:pt x="3673" y="1776"/>
                </a:lnTo>
                <a:lnTo>
                  <a:pt x="3855" y="1473"/>
                </a:lnTo>
                <a:lnTo>
                  <a:pt x="4016" y="1150"/>
                </a:lnTo>
                <a:lnTo>
                  <a:pt x="4137" y="828"/>
                </a:lnTo>
                <a:lnTo>
                  <a:pt x="4218" y="585"/>
                </a:lnTo>
                <a:lnTo>
                  <a:pt x="4218" y="464"/>
                </a:lnTo>
                <a:lnTo>
                  <a:pt x="4218" y="343"/>
                </a:lnTo>
                <a:lnTo>
                  <a:pt x="4178" y="222"/>
                </a:lnTo>
                <a:lnTo>
                  <a:pt x="4097" y="121"/>
                </a:lnTo>
                <a:lnTo>
                  <a:pt x="3996" y="41"/>
                </a:lnTo>
                <a:lnTo>
                  <a:pt x="395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" name="Google Shape;1801;p21"/>
          <p:cNvSpPr/>
          <p:nvPr/>
        </p:nvSpPr>
        <p:spPr>
          <a:xfrm>
            <a:off x="8496749" y="3852866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2" name="Google Shape;1802;p21"/>
          <p:cNvSpPr/>
          <p:nvPr/>
        </p:nvSpPr>
        <p:spPr>
          <a:xfrm rot="5400000">
            <a:off x="8496749" y="4457968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03" name="Google Shape;1803;p21"/>
          <p:cNvGrpSpPr/>
          <p:nvPr/>
        </p:nvGrpSpPr>
        <p:grpSpPr>
          <a:xfrm>
            <a:off x="7825917" y="95832"/>
            <a:ext cx="1209708" cy="530878"/>
            <a:chOff x="7825917" y="-56568"/>
            <a:chExt cx="1209708" cy="530878"/>
          </a:xfrm>
        </p:grpSpPr>
        <p:sp>
          <p:nvSpPr>
            <p:cNvPr id="1804" name="Google Shape;1804;p21"/>
            <p:cNvSpPr/>
            <p:nvPr/>
          </p:nvSpPr>
          <p:spPr>
            <a:xfrm>
              <a:off x="8814401" y="-52770"/>
              <a:ext cx="56484" cy="5268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21"/>
            <p:cNvSpPr/>
            <p:nvPr/>
          </p:nvSpPr>
          <p:spPr>
            <a:xfrm>
              <a:off x="8815920" y="413268"/>
              <a:ext cx="57243" cy="55724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21"/>
            <p:cNvSpPr/>
            <p:nvPr/>
          </p:nvSpPr>
          <p:spPr>
            <a:xfrm>
              <a:off x="8650419" y="414788"/>
              <a:ext cx="58003" cy="51888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21"/>
            <p:cNvSpPr/>
            <p:nvPr/>
          </p:nvSpPr>
          <p:spPr>
            <a:xfrm>
              <a:off x="8485679" y="411749"/>
              <a:ext cx="61042" cy="59522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21"/>
            <p:cNvSpPr/>
            <p:nvPr/>
          </p:nvSpPr>
          <p:spPr>
            <a:xfrm>
              <a:off x="8323217" y="412509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21"/>
            <p:cNvSpPr/>
            <p:nvPr/>
          </p:nvSpPr>
          <p:spPr>
            <a:xfrm>
              <a:off x="8160755" y="413268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21"/>
            <p:cNvSpPr/>
            <p:nvPr/>
          </p:nvSpPr>
          <p:spPr>
            <a:xfrm>
              <a:off x="8817439" y="259961"/>
              <a:ext cx="55724" cy="51888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21"/>
            <p:cNvSpPr/>
            <p:nvPr/>
          </p:nvSpPr>
          <p:spPr>
            <a:xfrm>
              <a:off x="8652699" y="253845"/>
              <a:ext cx="54964" cy="60282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21"/>
            <p:cNvSpPr/>
            <p:nvPr/>
          </p:nvSpPr>
          <p:spPr>
            <a:xfrm>
              <a:off x="8487198" y="258442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21"/>
            <p:cNvSpPr/>
            <p:nvPr/>
          </p:nvSpPr>
          <p:spPr>
            <a:xfrm>
              <a:off x="8323217" y="254605"/>
              <a:ext cx="57243" cy="58003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21"/>
            <p:cNvSpPr/>
            <p:nvPr/>
          </p:nvSpPr>
          <p:spPr>
            <a:xfrm>
              <a:off x="8159235" y="254605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21"/>
            <p:cNvSpPr/>
            <p:nvPr/>
          </p:nvSpPr>
          <p:spPr>
            <a:xfrm>
              <a:off x="8816680" y="102817"/>
              <a:ext cx="54205" cy="51166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21"/>
            <p:cNvSpPr/>
            <p:nvPr/>
          </p:nvSpPr>
          <p:spPr>
            <a:xfrm>
              <a:off x="8652699" y="104374"/>
              <a:ext cx="54205" cy="50368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21"/>
            <p:cNvSpPr/>
            <p:nvPr/>
          </p:nvSpPr>
          <p:spPr>
            <a:xfrm>
              <a:off x="8484919" y="99778"/>
              <a:ext cx="70196" cy="58003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21"/>
            <p:cNvSpPr/>
            <p:nvPr/>
          </p:nvSpPr>
          <p:spPr>
            <a:xfrm>
              <a:off x="8323217" y="102057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21"/>
            <p:cNvSpPr/>
            <p:nvPr/>
          </p:nvSpPr>
          <p:spPr>
            <a:xfrm>
              <a:off x="8158476" y="97499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21"/>
            <p:cNvSpPr/>
            <p:nvPr/>
          </p:nvSpPr>
          <p:spPr>
            <a:xfrm>
              <a:off x="8648900" y="-50490"/>
              <a:ext cx="57243" cy="5420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21"/>
            <p:cNvSpPr/>
            <p:nvPr/>
          </p:nvSpPr>
          <p:spPr>
            <a:xfrm>
              <a:off x="8323217" y="-52010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21"/>
            <p:cNvSpPr/>
            <p:nvPr/>
          </p:nvSpPr>
          <p:spPr>
            <a:xfrm>
              <a:off x="8489477" y="-53529"/>
              <a:ext cx="58003" cy="54964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21"/>
            <p:cNvSpPr/>
            <p:nvPr/>
          </p:nvSpPr>
          <p:spPr>
            <a:xfrm>
              <a:off x="8159995" y="-55049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21"/>
            <p:cNvSpPr/>
            <p:nvPr/>
          </p:nvSpPr>
          <p:spPr>
            <a:xfrm>
              <a:off x="8982218" y="-49731"/>
              <a:ext cx="51888" cy="48089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21"/>
            <p:cNvSpPr/>
            <p:nvPr/>
          </p:nvSpPr>
          <p:spPr>
            <a:xfrm>
              <a:off x="7996014" y="101298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21"/>
            <p:cNvSpPr/>
            <p:nvPr/>
          </p:nvSpPr>
          <p:spPr>
            <a:xfrm>
              <a:off x="7995254" y="-56568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21"/>
            <p:cNvSpPr/>
            <p:nvPr/>
          </p:nvSpPr>
          <p:spPr>
            <a:xfrm>
              <a:off x="8971507" y="414028"/>
              <a:ext cx="63359" cy="54964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21"/>
            <p:cNvSpPr/>
            <p:nvPr/>
          </p:nvSpPr>
          <p:spPr>
            <a:xfrm>
              <a:off x="8981459" y="105134"/>
              <a:ext cx="53407" cy="51128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21"/>
            <p:cNvSpPr/>
            <p:nvPr/>
          </p:nvSpPr>
          <p:spPr>
            <a:xfrm>
              <a:off x="7996014" y="257682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21"/>
            <p:cNvSpPr/>
            <p:nvPr/>
          </p:nvSpPr>
          <p:spPr>
            <a:xfrm>
              <a:off x="7994494" y="412509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21"/>
            <p:cNvSpPr/>
            <p:nvPr/>
          </p:nvSpPr>
          <p:spPr>
            <a:xfrm>
              <a:off x="7825917" y="409432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21"/>
            <p:cNvSpPr/>
            <p:nvPr/>
          </p:nvSpPr>
          <p:spPr>
            <a:xfrm>
              <a:off x="8980661" y="259961"/>
              <a:ext cx="54964" cy="51128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21"/>
            <p:cNvSpPr/>
            <p:nvPr/>
          </p:nvSpPr>
          <p:spPr>
            <a:xfrm>
              <a:off x="7831273" y="256884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21"/>
            <p:cNvSpPr/>
            <p:nvPr/>
          </p:nvSpPr>
          <p:spPr>
            <a:xfrm>
              <a:off x="7829754" y="-52770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21"/>
            <p:cNvSpPr/>
            <p:nvPr/>
          </p:nvSpPr>
          <p:spPr>
            <a:xfrm>
              <a:off x="7831273" y="102817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6" name="Google Shape;1836;p21"/>
          <p:cNvSpPr/>
          <p:nvPr/>
        </p:nvSpPr>
        <p:spPr>
          <a:xfrm flipH="1">
            <a:off x="8647205" y="999172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7" name="Google Shape;1837;p21"/>
          <p:cNvSpPr/>
          <p:nvPr/>
        </p:nvSpPr>
        <p:spPr>
          <a:xfrm flipH="1">
            <a:off x="8748737" y="1106345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5">
    <p:spTree>
      <p:nvGrpSpPr>
        <p:cNvPr id="1838" name="Shape 1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9" name="Google Shape;1839;p22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9pPr>
          </a:lstStyle>
          <a:p/>
        </p:txBody>
      </p:sp>
      <p:sp>
        <p:nvSpPr>
          <p:cNvPr id="1840" name="Google Shape;1840;p22"/>
          <p:cNvSpPr txBox="1"/>
          <p:nvPr>
            <p:ph idx="1" type="body"/>
          </p:nvPr>
        </p:nvSpPr>
        <p:spPr>
          <a:xfrm>
            <a:off x="1740600" y="1428750"/>
            <a:ext cx="5662800" cy="228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400"/>
            </a:lvl2pPr>
            <a:lvl3pPr indent="-317500" lvl="2" marL="13716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400"/>
            </a:lvl3pPr>
            <a:lvl4pPr indent="-317500" lvl="3" marL="18288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4pPr>
            <a:lvl5pPr indent="-317500" lvl="4" marL="22860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400"/>
            </a:lvl5pPr>
            <a:lvl6pPr indent="-317500" lvl="5" marL="27432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400"/>
            </a:lvl6pPr>
            <a:lvl7pPr indent="-317500" lvl="6" marL="32004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7pPr>
            <a:lvl8pPr indent="-317500" lvl="7" marL="36576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400"/>
            </a:lvl8pPr>
            <a:lvl9pPr indent="-317500" lvl="8" marL="41148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400"/>
            </a:lvl9pPr>
          </a:lstStyle>
          <a:p/>
        </p:txBody>
      </p:sp>
      <p:sp>
        <p:nvSpPr>
          <p:cNvPr id="1841" name="Google Shape;1841;p22"/>
          <p:cNvSpPr/>
          <p:nvPr/>
        </p:nvSpPr>
        <p:spPr>
          <a:xfrm flipH="1">
            <a:off x="4572000" y="0"/>
            <a:ext cx="4572000" cy="544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" name="Google Shape;1842;p22"/>
          <p:cNvSpPr/>
          <p:nvPr/>
        </p:nvSpPr>
        <p:spPr>
          <a:xfrm flipH="1">
            <a:off x="0" y="4599425"/>
            <a:ext cx="4572000" cy="544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" name="Google Shape;1843;p22"/>
          <p:cNvSpPr/>
          <p:nvPr/>
        </p:nvSpPr>
        <p:spPr>
          <a:xfrm>
            <a:off x="410720" y="16224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" name="Google Shape;1844;p22"/>
          <p:cNvSpPr/>
          <p:nvPr/>
        </p:nvSpPr>
        <p:spPr>
          <a:xfrm rot="5400000">
            <a:off x="410720" y="76734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45" name="Google Shape;1845;p22"/>
          <p:cNvGrpSpPr/>
          <p:nvPr/>
        </p:nvGrpSpPr>
        <p:grpSpPr>
          <a:xfrm>
            <a:off x="4958737" y="4644318"/>
            <a:ext cx="1205112" cy="520243"/>
            <a:chOff x="5541266" y="4599416"/>
            <a:chExt cx="1205112" cy="520243"/>
          </a:xfrm>
        </p:grpSpPr>
        <p:sp>
          <p:nvSpPr>
            <p:cNvPr id="1846" name="Google Shape;1846;p22"/>
            <p:cNvSpPr/>
            <p:nvPr/>
          </p:nvSpPr>
          <p:spPr>
            <a:xfrm>
              <a:off x="6364211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22"/>
            <p:cNvSpPr/>
            <p:nvPr/>
          </p:nvSpPr>
          <p:spPr>
            <a:xfrm>
              <a:off x="6035489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22"/>
            <p:cNvSpPr/>
            <p:nvPr/>
          </p:nvSpPr>
          <p:spPr>
            <a:xfrm>
              <a:off x="6202509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22"/>
            <p:cNvSpPr/>
            <p:nvPr/>
          </p:nvSpPr>
          <p:spPr>
            <a:xfrm>
              <a:off x="6037008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22"/>
            <p:cNvSpPr/>
            <p:nvPr/>
          </p:nvSpPr>
          <p:spPr>
            <a:xfrm>
              <a:off x="6200230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22"/>
            <p:cNvSpPr/>
            <p:nvPr/>
          </p:nvSpPr>
          <p:spPr>
            <a:xfrm>
              <a:off x="6366490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22"/>
            <p:cNvSpPr/>
            <p:nvPr/>
          </p:nvSpPr>
          <p:spPr>
            <a:xfrm>
              <a:off x="6029373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22"/>
            <p:cNvSpPr/>
            <p:nvPr/>
          </p:nvSpPr>
          <p:spPr>
            <a:xfrm>
              <a:off x="6201749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22"/>
            <p:cNvSpPr/>
            <p:nvPr/>
          </p:nvSpPr>
          <p:spPr>
            <a:xfrm>
              <a:off x="6366490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22"/>
            <p:cNvSpPr/>
            <p:nvPr/>
          </p:nvSpPr>
          <p:spPr>
            <a:xfrm>
              <a:off x="6032450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22"/>
            <p:cNvSpPr/>
            <p:nvPr/>
          </p:nvSpPr>
          <p:spPr>
            <a:xfrm>
              <a:off x="6200990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22"/>
            <p:cNvSpPr/>
            <p:nvPr/>
          </p:nvSpPr>
          <p:spPr>
            <a:xfrm>
              <a:off x="6367288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22"/>
            <p:cNvSpPr/>
            <p:nvPr/>
          </p:nvSpPr>
          <p:spPr>
            <a:xfrm>
              <a:off x="6531269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22"/>
            <p:cNvSpPr/>
            <p:nvPr/>
          </p:nvSpPr>
          <p:spPr>
            <a:xfrm>
              <a:off x="5873787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22"/>
            <p:cNvSpPr/>
            <p:nvPr/>
          </p:nvSpPr>
          <p:spPr>
            <a:xfrm>
              <a:off x="5873787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22"/>
            <p:cNvSpPr/>
            <p:nvPr/>
          </p:nvSpPr>
          <p:spPr>
            <a:xfrm>
              <a:off x="6529712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22"/>
            <p:cNvSpPr/>
            <p:nvPr/>
          </p:nvSpPr>
          <p:spPr>
            <a:xfrm>
              <a:off x="5872267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22"/>
            <p:cNvSpPr/>
            <p:nvPr/>
          </p:nvSpPr>
          <p:spPr>
            <a:xfrm>
              <a:off x="6530509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22"/>
            <p:cNvSpPr/>
            <p:nvPr/>
          </p:nvSpPr>
          <p:spPr>
            <a:xfrm>
              <a:off x="5707526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22"/>
            <p:cNvSpPr/>
            <p:nvPr/>
          </p:nvSpPr>
          <p:spPr>
            <a:xfrm>
              <a:off x="6529712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22"/>
            <p:cNvSpPr/>
            <p:nvPr/>
          </p:nvSpPr>
          <p:spPr>
            <a:xfrm>
              <a:off x="5873027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22"/>
            <p:cNvSpPr/>
            <p:nvPr/>
          </p:nvSpPr>
          <p:spPr>
            <a:xfrm>
              <a:off x="5709046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22"/>
            <p:cNvSpPr/>
            <p:nvPr/>
          </p:nvSpPr>
          <p:spPr>
            <a:xfrm>
              <a:off x="5541266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22"/>
            <p:cNvSpPr/>
            <p:nvPr/>
          </p:nvSpPr>
          <p:spPr>
            <a:xfrm>
              <a:off x="5543545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22"/>
            <p:cNvSpPr/>
            <p:nvPr/>
          </p:nvSpPr>
          <p:spPr>
            <a:xfrm>
              <a:off x="6693731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22"/>
            <p:cNvSpPr/>
            <p:nvPr/>
          </p:nvSpPr>
          <p:spPr>
            <a:xfrm>
              <a:off x="5707526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22"/>
            <p:cNvSpPr/>
            <p:nvPr/>
          </p:nvSpPr>
          <p:spPr>
            <a:xfrm>
              <a:off x="5705247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22"/>
            <p:cNvSpPr/>
            <p:nvPr/>
          </p:nvSpPr>
          <p:spPr>
            <a:xfrm>
              <a:off x="6692174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22"/>
            <p:cNvSpPr/>
            <p:nvPr/>
          </p:nvSpPr>
          <p:spPr>
            <a:xfrm>
              <a:off x="6694491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22"/>
            <p:cNvSpPr/>
            <p:nvPr/>
          </p:nvSpPr>
          <p:spPr>
            <a:xfrm>
              <a:off x="5545065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22"/>
            <p:cNvSpPr/>
            <p:nvPr/>
          </p:nvSpPr>
          <p:spPr>
            <a:xfrm>
              <a:off x="5545824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22"/>
            <p:cNvSpPr/>
            <p:nvPr/>
          </p:nvSpPr>
          <p:spPr>
            <a:xfrm>
              <a:off x="6695250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8" name="Google Shape;1878;p22"/>
          <p:cNvGrpSpPr/>
          <p:nvPr/>
        </p:nvGrpSpPr>
        <p:grpSpPr>
          <a:xfrm>
            <a:off x="2982105" y="-6438"/>
            <a:ext cx="1205112" cy="520243"/>
            <a:chOff x="5541266" y="4599416"/>
            <a:chExt cx="1205112" cy="520243"/>
          </a:xfrm>
        </p:grpSpPr>
        <p:sp>
          <p:nvSpPr>
            <p:cNvPr id="1879" name="Google Shape;1879;p22"/>
            <p:cNvSpPr/>
            <p:nvPr/>
          </p:nvSpPr>
          <p:spPr>
            <a:xfrm>
              <a:off x="6364211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22"/>
            <p:cNvSpPr/>
            <p:nvPr/>
          </p:nvSpPr>
          <p:spPr>
            <a:xfrm>
              <a:off x="6035489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22"/>
            <p:cNvSpPr/>
            <p:nvPr/>
          </p:nvSpPr>
          <p:spPr>
            <a:xfrm>
              <a:off x="6202509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22"/>
            <p:cNvSpPr/>
            <p:nvPr/>
          </p:nvSpPr>
          <p:spPr>
            <a:xfrm>
              <a:off x="6037008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22"/>
            <p:cNvSpPr/>
            <p:nvPr/>
          </p:nvSpPr>
          <p:spPr>
            <a:xfrm>
              <a:off x="6200230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22"/>
            <p:cNvSpPr/>
            <p:nvPr/>
          </p:nvSpPr>
          <p:spPr>
            <a:xfrm>
              <a:off x="6366490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22"/>
            <p:cNvSpPr/>
            <p:nvPr/>
          </p:nvSpPr>
          <p:spPr>
            <a:xfrm>
              <a:off x="6029373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22"/>
            <p:cNvSpPr/>
            <p:nvPr/>
          </p:nvSpPr>
          <p:spPr>
            <a:xfrm>
              <a:off x="6201749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22"/>
            <p:cNvSpPr/>
            <p:nvPr/>
          </p:nvSpPr>
          <p:spPr>
            <a:xfrm>
              <a:off x="6366490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22"/>
            <p:cNvSpPr/>
            <p:nvPr/>
          </p:nvSpPr>
          <p:spPr>
            <a:xfrm>
              <a:off x="6032450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22"/>
            <p:cNvSpPr/>
            <p:nvPr/>
          </p:nvSpPr>
          <p:spPr>
            <a:xfrm>
              <a:off x="6200990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22"/>
            <p:cNvSpPr/>
            <p:nvPr/>
          </p:nvSpPr>
          <p:spPr>
            <a:xfrm>
              <a:off x="6367288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22"/>
            <p:cNvSpPr/>
            <p:nvPr/>
          </p:nvSpPr>
          <p:spPr>
            <a:xfrm>
              <a:off x="6531269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22"/>
            <p:cNvSpPr/>
            <p:nvPr/>
          </p:nvSpPr>
          <p:spPr>
            <a:xfrm>
              <a:off x="5873787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22"/>
            <p:cNvSpPr/>
            <p:nvPr/>
          </p:nvSpPr>
          <p:spPr>
            <a:xfrm>
              <a:off x="5873787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22"/>
            <p:cNvSpPr/>
            <p:nvPr/>
          </p:nvSpPr>
          <p:spPr>
            <a:xfrm>
              <a:off x="6529712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22"/>
            <p:cNvSpPr/>
            <p:nvPr/>
          </p:nvSpPr>
          <p:spPr>
            <a:xfrm>
              <a:off x="5872267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22"/>
            <p:cNvSpPr/>
            <p:nvPr/>
          </p:nvSpPr>
          <p:spPr>
            <a:xfrm>
              <a:off x="6530509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22"/>
            <p:cNvSpPr/>
            <p:nvPr/>
          </p:nvSpPr>
          <p:spPr>
            <a:xfrm>
              <a:off x="5707526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22"/>
            <p:cNvSpPr/>
            <p:nvPr/>
          </p:nvSpPr>
          <p:spPr>
            <a:xfrm>
              <a:off x="6529712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22"/>
            <p:cNvSpPr/>
            <p:nvPr/>
          </p:nvSpPr>
          <p:spPr>
            <a:xfrm>
              <a:off x="5873027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22"/>
            <p:cNvSpPr/>
            <p:nvPr/>
          </p:nvSpPr>
          <p:spPr>
            <a:xfrm>
              <a:off x="5709046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22"/>
            <p:cNvSpPr/>
            <p:nvPr/>
          </p:nvSpPr>
          <p:spPr>
            <a:xfrm>
              <a:off x="5541266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22"/>
            <p:cNvSpPr/>
            <p:nvPr/>
          </p:nvSpPr>
          <p:spPr>
            <a:xfrm>
              <a:off x="5543545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22"/>
            <p:cNvSpPr/>
            <p:nvPr/>
          </p:nvSpPr>
          <p:spPr>
            <a:xfrm>
              <a:off x="6693731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22"/>
            <p:cNvSpPr/>
            <p:nvPr/>
          </p:nvSpPr>
          <p:spPr>
            <a:xfrm>
              <a:off x="5707526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22"/>
            <p:cNvSpPr/>
            <p:nvPr/>
          </p:nvSpPr>
          <p:spPr>
            <a:xfrm>
              <a:off x="5705247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22"/>
            <p:cNvSpPr/>
            <p:nvPr/>
          </p:nvSpPr>
          <p:spPr>
            <a:xfrm>
              <a:off x="6692174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22"/>
            <p:cNvSpPr/>
            <p:nvPr/>
          </p:nvSpPr>
          <p:spPr>
            <a:xfrm>
              <a:off x="6694491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22"/>
            <p:cNvSpPr/>
            <p:nvPr/>
          </p:nvSpPr>
          <p:spPr>
            <a:xfrm>
              <a:off x="5545065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22"/>
            <p:cNvSpPr/>
            <p:nvPr/>
          </p:nvSpPr>
          <p:spPr>
            <a:xfrm>
              <a:off x="5545824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22"/>
            <p:cNvSpPr/>
            <p:nvPr/>
          </p:nvSpPr>
          <p:spPr>
            <a:xfrm>
              <a:off x="6695250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11" name="Google Shape;1911;p22"/>
          <p:cNvSpPr/>
          <p:nvPr/>
        </p:nvSpPr>
        <p:spPr>
          <a:xfrm>
            <a:off x="496925" y="39734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2" name="Google Shape;1912;p22"/>
          <p:cNvSpPr/>
          <p:nvPr/>
        </p:nvSpPr>
        <p:spPr>
          <a:xfrm>
            <a:off x="8202150" y="7578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3" name="Google Shape;1913;p22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4" name="Google Shape;1914;p22"/>
          <p:cNvSpPr/>
          <p:nvPr/>
        </p:nvSpPr>
        <p:spPr>
          <a:xfrm>
            <a:off x="341375" y="4816828"/>
            <a:ext cx="790800" cy="790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5" name="Google Shape;1915;p22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6" name="Google Shape;1916;p22"/>
          <p:cNvSpPr/>
          <p:nvPr/>
        </p:nvSpPr>
        <p:spPr>
          <a:xfrm flipH="1" rot="-3594086">
            <a:off x="284520" y="4214679"/>
            <a:ext cx="1596467" cy="1802993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7" name="Google Shape;1917;p22"/>
          <p:cNvSpPr/>
          <p:nvPr/>
        </p:nvSpPr>
        <p:spPr>
          <a:xfrm flipH="1" rot="-3594086">
            <a:off x="7882295" y="-270166"/>
            <a:ext cx="935349" cy="741291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8" name="Google Shape;1918;p22"/>
          <p:cNvSpPr/>
          <p:nvPr/>
        </p:nvSpPr>
        <p:spPr>
          <a:xfrm flipH="1" rot="-3594086">
            <a:off x="403835" y="4279614"/>
            <a:ext cx="1395643" cy="1650698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9" name="Google Shape;1919;p22"/>
          <p:cNvSpPr/>
          <p:nvPr/>
        </p:nvSpPr>
        <p:spPr>
          <a:xfrm flipH="1" rot="-3594086">
            <a:off x="8023044" y="-140108"/>
            <a:ext cx="653347" cy="57211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0" name="Google Shape;1920;p22"/>
          <p:cNvSpPr/>
          <p:nvPr/>
        </p:nvSpPr>
        <p:spPr>
          <a:xfrm flipH="1" rot="-3594086">
            <a:off x="504525" y="4391798"/>
            <a:ext cx="1193702" cy="1427288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1" name="Google Shape;1921;p22"/>
          <p:cNvSpPr/>
          <p:nvPr/>
        </p:nvSpPr>
        <p:spPr>
          <a:xfrm flipH="1" rot="-3594086">
            <a:off x="640527" y="4532303"/>
            <a:ext cx="901524" cy="110458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2" name="Google Shape;1922;p22"/>
          <p:cNvSpPr/>
          <p:nvPr/>
        </p:nvSpPr>
        <p:spPr>
          <a:xfrm flipH="1" rot="-3594086">
            <a:off x="660066" y="5028769"/>
            <a:ext cx="130938" cy="390465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3" name="Google Shape;1923;p22"/>
          <p:cNvSpPr/>
          <p:nvPr/>
        </p:nvSpPr>
        <p:spPr>
          <a:xfrm flipH="1" rot="-3594086">
            <a:off x="703144" y="5178147"/>
            <a:ext cx="4584" cy="55349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4" name="Google Shape;1924;p22"/>
          <p:cNvSpPr/>
          <p:nvPr/>
        </p:nvSpPr>
        <p:spPr>
          <a:xfrm flipH="1" rot="-3594086">
            <a:off x="676997" y="5203733"/>
            <a:ext cx="55349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5" name="Google Shape;1925;p22"/>
          <p:cNvSpPr/>
          <p:nvPr/>
        </p:nvSpPr>
        <p:spPr>
          <a:xfrm flipH="1">
            <a:off x="1941584" y="47406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6" name="Google Shape;1926;p22"/>
          <p:cNvSpPr/>
          <p:nvPr/>
        </p:nvSpPr>
        <p:spPr>
          <a:xfrm flipH="1">
            <a:off x="1331984" y="48930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7" name="Google Shape;1927;p22"/>
          <p:cNvSpPr/>
          <p:nvPr/>
        </p:nvSpPr>
        <p:spPr>
          <a:xfrm flipH="1">
            <a:off x="321974" y="48168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8" name="Google Shape;1928;p22"/>
          <p:cNvSpPr/>
          <p:nvPr/>
        </p:nvSpPr>
        <p:spPr>
          <a:xfrm flipH="1">
            <a:off x="7865774" y="3210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9" name="Google Shape;1929;p22"/>
          <p:cNvSpPr/>
          <p:nvPr/>
        </p:nvSpPr>
        <p:spPr>
          <a:xfrm flipH="1">
            <a:off x="8703974" y="924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0" name="Google Shape;1930;p22"/>
          <p:cNvSpPr/>
          <p:nvPr/>
        </p:nvSpPr>
        <p:spPr>
          <a:xfrm flipH="1">
            <a:off x="3501050" y="4664415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1" name="Google Shape;1931;p22"/>
          <p:cNvSpPr/>
          <p:nvPr/>
        </p:nvSpPr>
        <p:spPr>
          <a:xfrm flipH="1">
            <a:off x="3645460" y="4733236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2" name="Google Shape;1932;p22"/>
          <p:cNvSpPr/>
          <p:nvPr/>
        </p:nvSpPr>
        <p:spPr>
          <a:xfrm flipH="1">
            <a:off x="3789927" y="4842700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3" name="Google Shape;1933;p22"/>
          <p:cNvSpPr/>
          <p:nvPr/>
        </p:nvSpPr>
        <p:spPr>
          <a:xfrm flipH="1">
            <a:off x="3875698" y="48168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16">
    <p:spTree>
      <p:nvGrpSpPr>
        <p:cNvPr id="1934" name="Shape 1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" name="Google Shape;1935;p23"/>
          <p:cNvSpPr txBox="1"/>
          <p:nvPr>
            <p:ph idx="1" type="subTitle"/>
          </p:nvPr>
        </p:nvSpPr>
        <p:spPr>
          <a:xfrm>
            <a:off x="837050" y="2565945"/>
            <a:ext cx="36576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1936" name="Google Shape;1936;p23"/>
          <p:cNvSpPr txBox="1"/>
          <p:nvPr>
            <p:ph type="title"/>
          </p:nvPr>
        </p:nvSpPr>
        <p:spPr>
          <a:xfrm>
            <a:off x="2786100" y="1480150"/>
            <a:ext cx="1708500" cy="91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937" name="Google Shape;1937;p23"/>
          <p:cNvSpPr/>
          <p:nvPr/>
        </p:nvSpPr>
        <p:spPr>
          <a:xfrm flipH="1">
            <a:off x="6540300" y="0"/>
            <a:ext cx="26037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8" name="Google Shape;1938;p23"/>
          <p:cNvSpPr/>
          <p:nvPr/>
        </p:nvSpPr>
        <p:spPr>
          <a:xfrm>
            <a:off x="2544682" y="1242"/>
            <a:ext cx="6330" cy="10086"/>
          </a:xfrm>
          <a:custGeom>
            <a:rect b="b" l="l" r="r" t="t"/>
            <a:pathLst>
              <a:path extrusionOk="0" h="145" w="91">
                <a:moveTo>
                  <a:pt x="0" y="0"/>
                </a:moveTo>
                <a:lnTo>
                  <a:pt x="72" y="144"/>
                </a:lnTo>
                <a:lnTo>
                  <a:pt x="9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9" name="Google Shape;1939;p23"/>
          <p:cNvSpPr/>
          <p:nvPr/>
        </p:nvSpPr>
        <p:spPr>
          <a:xfrm flipH="1" rot="5400000">
            <a:off x="7235071" y="-520256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0" name="Google Shape;1940;p23"/>
          <p:cNvSpPr/>
          <p:nvPr/>
        </p:nvSpPr>
        <p:spPr>
          <a:xfrm flipH="1" rot="5400000">
            <a:off x="7447159" y="-47739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41" name="Google Shape;1941;p23"/>
          <p:cNvGrpSpPr/>
          <p:nvPr/>
        </p:nvGrpSpPr>
        <p:grpSpPr>
          <a:xfrm>
            <a:off x="170355" y="118041"/>
            <a:ext cx="1209708" cy="1147945"/>
            <a:chOff x="5235125" y="2636100"/>
            <a:chExt cx="796175" cy="755525"/>
          </a:xfrm>
        </p:grpSpPr>
        <p:sp>
          <p:nvSpPr>
            <p:cNvPr id="1942" name="Google Shape;1942;p23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23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23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23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23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23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23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23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23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23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23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23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23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23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23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23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23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23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23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23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23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23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23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23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23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23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23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23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23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23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23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23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23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23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23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23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23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23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23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23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23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23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23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23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23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23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23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23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23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23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23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23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23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23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23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23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23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23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23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23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23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23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23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23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6" name="Google Shape;2006;p23"/>
          <p:cNvGrpSpPr/>
          <p:nvPr/>
        </p:nvGrpSpPr>
        <p:grpSpPr>
          <a:xfrm>
            <a:off x="336002" y="4222100"/>
            <a:ext cx="754445" cy="754656"/>
            <a:chOff x="336002" y="4222100"/>
            <a:chExt cx="754445" cy="754656"/>
          </a:xfrm>
        </p:grpSpPr>
        <p:sp>
          <p:nvSpPr>
            <p:cNvPr id="2007" name="Google Shape;2007;p23"/>
            <p:cNvSpPr/>
            <p:nvPr/>
          </p:nvSpPr>
          <p:spPr>
            <a:xfrm>
              <a:off x="336002" y="4599425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23"/>
            <p:cNvSpPr/>
            <p:nvPr/>
          </p:nvSpPr>
          <p:spPr>
            <a:xfrm>
              <a:off x="336002" y="4222100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09" name="Google Shape;2009;p23"/>
          <p:cNvSpPr/>
          <p:nvPr/>
        </p:nvSpPr>
        <p:spPr>
          <a:xfrm flipH="1">
            <a:off x="7788569" y="386067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0" name="Google Shape;2010;p23"/>
          <p:cNvSpPr/>
          <p:nvPr/>
        </p:nvSpPr>
        <p:spPr>
          <a:xfrm flipH="1">
            <a:off x="7141914" y="47325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1" name="Google Shape;2011;p23"/>
          <p:cNvSpPr/>
          <p:nvPr/>
        </p:nvSpPr>
        <p:spPr>
          <a:xfrm flipH="1">
            <a:off x="7908157" y="394755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2" name="Google Shape;2012;p23"/>
          <p:cNvSpPr/>
          <p:nvPr/>
        </p:nvSpPr>
        <p:spPr>
          <a:xfrm flipH="1">
            <a:off x="7243446" y="48397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3" name="Google Shape;2013;p23"/>
          <p:cNvSpPr/>
          <p:nvPr/>
        </p:nvSpPr>
        <p:spPr>
          <a:xfrm flipH="1">
            <a:off x="8008568" y="405925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4" name="Google Shape;2014;p23"/>
          <p:cNvSpPr/>
          <p:nvPr/>
        </p:nvSpPr>
        <p:spPr>
          <a:xfrm flipH="1">
            <a:off x="8167628" y="420142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5" name="Google Shape;2015;p23"/>
          <p:cNvSpPr/>
          <p:nvPr/>
        </p:nvSpPr>
        <p:spPr>
          <a:xfrm flipH="1">
            <a:off x="8248875" y="431195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6" name="Google Shape;2016;p23"/>
          <p:cNvSpPr/>
          <p:nvPr/>
        </p:nvSpPr>
        <p:spPr>
          <a:xfrm flipH="1">
            <a:off x="8317698" y="445300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7" name="Google Shape;2017;p23"/>
          <p:cNvSpPr/>
          <p:nvPr/>
        </p:nvSpPr>
        <p:spPr>
          <a:xfrm flipH="1">
            <a:off x="8291757" y="447783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8" name="Google Shape;2018;p23"/>
          <p:cNvSpPr/>
          <p:nvPr/>
        </p:nvSpPr>
        <p:spPr>
          <a:xfrm>
            <a:off x="8587350" y="6553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9" name="Google Shape;2019;p23"/>
          <p:cNvSpPr/>
          <p:nvPr/>
        </p:nvSpPr>
        <p:spPr>
          <a:xfrm>
            <a:off x="8587363" y="11870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0" name="Google Shape;2020;p23"/>
          <p:cNvSpPr/>
          <p:nvPr/>
        </p:nvSpPr>
        <p:spPr>
          <a:xfrm flipH="1">
            <a:off x="7109773" y="47550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1" name="Google Shape;2021;p23"/>
          <p:cNvSpPr/>
          <p:nvPr/>
        </p:nvSpPr>
        <p:spPr>
          <a:xfrm flipH="1">
            <a:off x="8073983" y="49074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2" name="Google Shape;2022;p23"/>
          <p:cNvSpPr/>
          <p:nvPr/>
        </p:nvSpPr>
        <p:spPr>
          <a:xfrm flipH="1">
            <a:off x="8481373" y="43740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3" name="Google Shape;2023;p23"/>
          <p:cNvSpPr/>
          <p:nvPr/>
        </p:nvSpPr>
        <p:spPr>
          <a:xfrm rot="-5400000">
            <a:off x="8942300" y="2039329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4" name="Google Shape;2024;p23"/>
          <p:cNvSpPr/>
          <p:nvPr/>
        </p:nvSpPr>
        <p:spPr>
          <a:xfrm flipH="1" rot="-5400000">
            <a:off x="8237792" y="232631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5" name="Google Shape;2025;p23"/>
          <p:cNvSpPr/>
          <p:nvPr/>
        </p:nvSpPr>
        <p:spPr>
          <a:xfrm flipH="1" rot="-5400000">
            <a:off x="8287966" y="2553663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6" name="Google Shape;2026;p23"/>
          <p:cNvSpPr/>
          <p:nvPr/>
        </p:nvSpPr>
        <p:spPr>
          <a:xfrm flipH="1" rot="-5400000">
            <a:off x="8238319" y="2778130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17">
    <p:spTree>
      <p:nvGrpSpPr>
        <p:cNvPr id="2027" name="Shape 2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8" name="Google Shape;2028;p24"/>
          <p:cNvSpPr txBox="1"/>
          <p:nvPr>
            <p:ph idx="1" type="subTitle"/>
          </p:nvPr>
        </p:nvSpPr>
        <p:spPr>
          <a:xfrm>
            <a:off x="4527400" y="2569464"/>
            <a:ext cx="36576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029" name="Google Shape;2029;p24"/>
          <p:cNvSpPr txBox="1"/>
          <p:nvPr>
            <p:ph type="title"/>
          </p:nvPr>
        </p:nvSpPr>
        <p:spPr>
          <a:xfrm>
            <a:off x="4527400" y="1481328"/>
            <a:ext cx="1788600" cy="91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030" name="Google Shape;2030;p24"/>
          <p:cNvSpPr/>
          <p:nvPr/>
        </p:nvSpPr>
        <p:spPr>
          <a:xfrm>
            <a:off x="5508" y="0"/>
            <a:ext cx="26037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1" name="Google Shape;2031;p24"/>
          <p:cNvSpPr/>
          <p:nvPr/>
        </p:nvSpPr>
        <p:spPr>
          <a:xfrm rot="-5400000">
            <a:off x="912575" y="-520256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2" name="Google Shape;2032;p24"/>
          <p:cNvSpPr/>
          <p:nvPr/>
        </p:nvSpPr>
        <p:spPr>
          <a:xfrm rot="-5400000">
            <a:off x="1141541" y="-47739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33" name="Google Shape;2033;p24"/>
          <p:cNvGrpSpPr/>
          <p:nvPr/>
        </p:nvGrpSpPr>
        <p:grpSpPr>
          <a:xfrm flipH="1">
            <a:off x="7769446" y="118041"/>
            <a:ext cx="1209708" cy="1147945"/>
            <a:chOff x="5235125" y="2636100"/>
            <a:chExt cx="796175" cy="755525"/>
          </a:xfrm>
        </p:grpSpPr>
        <p:sp>
          <p:nvSpPr>
            <p:cNvPr id="2034" name="Google Shape;2034;p24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24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24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24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24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24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24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24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24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24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24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24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24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24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24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24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24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24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24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24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24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24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24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24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24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24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24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24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24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24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24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24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24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24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24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24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24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24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24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24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24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24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24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24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24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24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24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24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24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24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24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24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24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24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24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24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24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24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24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24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24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24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24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24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8" name="Google Shape;2098;p24"/>
          <p:cNvGrpSpPr/>
          <p:nvPr/>
        </p:nvGrpSpPr>
        <p:grpSpPr>
          <a:xfrm flipH="1">
            <a:off x="8059061" y="4222100"/>
            <a:ext cx="754445" cy="754656"/>
            <a:chOff x="336002" y="4222100"/>
            <a:chExt cx="754445" cy="754656"/>
          </a:xfrm>
        </p:grpSpPr>
        <p:sp>
          <p:nvSpPr>
            <p:cNvPr id="2099" name="Google Shape;2099;p24"/>
            <p:cNvSpPr/>
            <p:nvPr/>
          </p:nvSpPr>
          <p:spPr>
            <a:xfrm>
              <a:off x="336002" y="4599425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24"/>
            <p:cNvSpPr/>
            <p:nvPr/>
          </p:nvSpPr>
          <p:spPr>
            <a:xfrm>
              <a:off x="336002" y="4222100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01" name="Google Shape;2101;p24"/>
          <p:cNvSpPr/>
          <p:nvPr/>
        </p:nvSpPr>
        <p:spPr>
          <a:xfrm>
            <a:off x="-235499" y="386067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2" name="Google Shape;2102;p24"/>
          <p:cNvSpPr/>
          <p:nvPr/>
        </p:nvSpPr>
        <p:spPr>
          <a:xfrm>
            <a:off x="1072262" y="47325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3" name="Google Shape;2103;p24"/>
          <p:cNvSpPr/>
          <p:nvPr/>
        </p:nvSpPr>
        <p:spPr>
          <a:xfrm>
            <a:off x="-154267" y="394755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4" name="Google Shape;2104;p24"/>
          <p:cNvSpPr/>
          <p:nvPr/>
        </p:nvSpPr>
        <p:spPr>
          <a:xfrm>
            <a:off x="1252727" y="48397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5" name="Google Shape;2105;p24"/>
          <p:cNvSpPr/>
          <p:nvPr/>
        </p:nvSpPr>
        <p:spPr>
          <a:xfrm>
            <a:off x="-52741" y="405925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6" name="Google Shape;2106;p24"/>
          <p:cNvSpPr/>
          <p:nvPr/>
        </p:nvSpPr>
        <p:spPr>
          <a:xfrm>
            <a:off x="80372" y="420142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24"/>
          <p:cNvSpPr/>
          <p:nvPr/>
        </p:nvSpPr>
        <p:spPr>
          <a:xfrm>
            <a:off x="769698" y="431195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8" name="Google Shape;2108;p24"/>
          <p:cNvSpPr/>
          <p:nvPr/>
        </p:nvSpPr>
        <p:spPr>
          <a:xfrm>
            <a:off x="827225" y="445300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9" name="Google Shape;2109;p24"/>
          <p:cNvSpPr/>
          <p:nvPr/>
        </p:nvSpPr>
        <p:spPr>
          <a:xfrm>
            <a:off x="802403" y="447783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0" name="Google Shape;2110;p24"/>
          <p:cNvSpPr/>
          <p:nvPr/>
        </p:nvSpPr>
        <p:spPr>
          <a:xfrm flipH="1">
            <a:off x="104921" y="6553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1" name="Google Shape;2111;p24"/>
          <p:cNvSpPr/>
          <p:nvPr/>
        </p:nvSpPr>
        <p:spPr>
          <a:xfrm flipH="1">
            <a:off x="104908" y="11870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2" name="Google Shape;2112;p24"/>
          <p:cNvSpPr/>
          <p:nvPr/>
        </p:nvSpPr>
        <p:spPr>
          <a:xfrm>
            <a:off x="1939270" y="47550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3" name="Google Shape;2113;p24"/>
          <p:cNvSpPr/>
          <p:nvPr/>
        </p:nvSpPr>
        <p:spPr>
          <a:xfrm>
            <a:off x="975059" y="49074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4" name="Google Shape;2114;p24"/>
          <p:cNvSpPr/>
          <p:nvPr/>
        </p:nvSpPr>
        <p:spPr>
          <a:xfrm>
            <a:off x="567670" y="43740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24"/>
          <p:cNvSpPr/>
          <p:nvPr/>
        </p:nvSpPr>
        <p:spPr>
          <a:xfrm flipH="1" rot="5400000">
            <a:off x="-222092" y="2039329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" name="Google Shape;2116;p24"/>
          <p:cNvSpPr/>
          <p:nvPr/>
        </p:nvSpPr>
        <p:spPr>
          <a:xfrm rot="5400000">
            <a:off x="-1472235" y="232631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7" name="Google Shape;2117;p24"/>
          <p:cNvSpPr/>
          <p:nvPr/>
        </p:nvSpPr>
        <p:spPr>
          <a:xfrm rot="5400000">
            <a:off x="-1261825" y="2553663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8" name="Google Shape;2118;p24"/>
          <p:cNvSpPr/>
          <p:nvPr/>
        </p:nvSpPr>
        <p:spPr>
          <a:xfrm rot="5400000">
            <a:off x="-973005" y="2778130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2_1_1">
    <p:spTree>
      <p:nvGrpSpPr>
        <p:cNvPr id="2119" name="Shape 2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0" name="Google Shape;2120;p25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121" name="Google Shape;2121;p25"/>
          <p:cNvSpPr txBox="1"/>
          <p:nvPr>
            <p:ph idx="1" type="subTitle"/>
          </p:nvPr>
        </p:nvSpPr>
        <p:spPr>
          <a:xfrm>
            <a:off x="713225" y="1012850"/>
            <a:ext cx="3858900" cy="352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Char char="●"/>
              <a:defRPr sz="13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122" name="Google Shape;2122;p25"/>
          <p:cNvSpPr txBox="1"/>
          <p:nvPr>
            <p:ph idx="2" type="subTitle"/>
          </p:nvPr>
        </p:nvSpPr>
        <p:spPr>
          <a:xfrm>
            <a:off x="4572025" y="1012850"/>
            <a:ext cx="3858900" cy="352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Char char="●"/>
              <a:defRPr sz="13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123" name="Google Shape;2123;p25"/>
          <p:cNvSpPr/>
          <p:nvPr/>
        </p:nvSpPr>
        <p:spPr>
          <a:xfrm>
            <a:off x="8430925" y="20734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4" name="Google Shape;2124;p25"/>
          <p:cNvSpPr/>
          <p:nvPr/>
        </p:nvSpPr>
        <p:spPr>
          <a:xfrm rot="5400000">
            <a:off x="8430925" y="81244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5" name="Google Shape;2125;p25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6" name="Google Shape;2126;p25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7" name="Google Shape;2127;p25"/>
          <p:cNvSpPr/>
          <p:nvPr/>
        </p:nvSpPr>
        <p:spPr>
          <a:xfrm>
            <a:off x="-1765585" y="-1356372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8" name="Google Shape;2128;p25"/>
          <p:cNvSpPr/>
          <p:nvPr/>
        </p:nvSpPr>
        <p:spPr>
          <a:xfrm flipH="1">
            <a:off x="-194140" y="-200037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9" name="Google Shape;2129;p25"/>
          <p:cNvSpPr/>
          <p:nvPr/>
        </p:nvSpPr>
        <p:spPr>
          <a:xfrm flipH="1">
            <a:off x="-118543" y="-60104"/>
            <a:ext cx="1730784" cy="1441910"/>
          </a:xfrm>
          <a:custGeom>
            <a:rect b="b" l="l" r="r" t="t"/>
            <a:pathLst>
              <a:path extrusionOk="0" h="25791" w="30958">
                <a:moveTo>
                  <a:pt x="13179" y="81"/>
                </a:moveTo>
                <a:lnTo>
                  <a:pt x="14551" y="101"/>
                </a:lnTo>
                <a:lnTo>
                  <a:pt x="15257" y="121"/>
                </a:lnTo>
                <a:lnTo>
                  <a:pt x="15963" y="162"/>
                </a:lnTo>
                <a:lnTo>
                  <a:pt x="16690" y="242"/>
                </a:lnTo>
                <a:lnTo>
                  <a:pt x="17416" y="323"/>
                </a:lnTo>
                <a:lnTo>
                  <a:pt x="18143" y="444"/>
                </a:lnTo>
                <a:lnTo>
                  <a:pt x="18869" y="586"/>
                </a:lnTo>
                <a:lnTo>
                  <a:pt x="19576" y="767"/>
                </a:lnTo>
                <a:lnTo>
                  <a:pt x="20282" y="969"/>
                </a:lnTo>
                <a:lnTo>
                  <a:pt x="20988" y="1211"/>
                </a:lnTo>
                <a:lnTo>
                  <a:pt x="21654" y="1494"/>
                </a:lnTo>
                <a:lnTo>
                  <a:pt x="21997" y="1655"/>
                </a:lnTo>
                <a:lnTo>
                  <a:pt x="22320" y="1837"/>
                </a:lnTo>
                <a:lnTo>
                  <a:pt x="22643" y="2018"/>
                </a:lnTo>
                <a:lnTo>
                  <a:pt x="22946" y="2200"/>
                </a:lnTo>
                <a:lnTo>
                  <a:pt x="23269" y="2402"/>
                </a:lnTo>
                <a:lnTo>
                  <a:pt x="23551" y="2624"/>
                </a:lnTo>
                <a:lnTo>
                  <a:pt x="23854" y="2866"/>
                </a:lnTo>
                <a:lnTo>
                  <a:pt x="24136" y="3108"/>
                </a:lnTo>
                <a:lnTo>
                  <a:pt x="24540" y="3491"/>
                </a:lnTo>
                <a:lnTo>
                  <a:pt x="24923" y="3895"/>
                </a:lnTo>
                <a:lnTo>
                  <a:pt x="25287" y="4339"/>
                </a:lnTo>
                <a:lnTo>
                  <a:pt x="25670" y="4823"/>
                </a:lnTo>
                <a:lnTo>
                  <a:pt x="26013" y="5348"/>
                </a:lnTo>
                <a:lnTo>
                  <a:pt x="26356" y="5913"/>
                </a:lnTo>
                <a:lnTo>
                  <a:pt x="26719" y="6518"/>
                </a:lnTo>
                <a:lnTo>
                  <a:pt x="27042" y="7164"/>
                </a:lnTo>
                <a:lnTo>
                  <a:pt x="27345" y="7749"/>
                </a:lnTo>
                <a:lnTo>
                  <a:pt x="27607" y="8335"/>
                </a:lnTo>
                <a:lnTo>
                  <a:pt x="27870" y="8940"/>
                </a:lnTo>
                <a:lnTo>
                  <a:pt x="28112" y="9546"/>
                </a:lnTo>
                <a:lnTo>
                  <a:pt x="28556" y="10756"/>
                </a:lnTo>
                <a:lnTo>
                  <a:pt x="28959" y="11947"/>
                </a:lnTo>
                <a:lnTo>
                  <a:pt x="29343" y="13138"/>
                </a:lnTo>
                <a:lnTo>
                  <a:pt x="29666" y="14328"/>
                </a:lnTo>
                <a:lnTo>
                  <a:pt x="29948" y="15478"/>
                </a:lnTo>
                <a:lnTo>
                  <a:pt x="30231" y="16588"/>
                </a:lnTo>
                <a:lnTo>
                  <a:pt x="30453" y="17577"/>
                </a:lnTo>
                <a:lnTo>
                  <a:pt x="30654" y="18606"/>
                </a:lnTo>
                <a:lnTo>
                  <a:pt x="30735" y="19111"/>
                </a:lnTo>
                <a:lnTo>
                  <a:pt x="30816" y="19636"/>
                </a:lnTo>
                <a:lnTo>
                  <a:pt x="30856" y="20160"/>
                </a:lnTo>
                <a:lnTo>
                  <a:pt x="30876" y="20685"/>
                </a:lnTo>
                <a:lnTo>
                  <a:pt x="30876" y="21169"/>
                </a:lnTo>
                <a:lnTo>
                  <a:pt x="30856" y="21674"/>
                </a:lnTo>
                <a:lnTo>
                  <a:pt x="30796" y="22219"/>
                </a:lnTo>
                <a:lnTo>
                  <a:pt x="30695" y="22784"/>
                </a:lnTo>
                <a:lnTo>
                  <a:pt x="30614" y="23046"/>
                </a:lnTo>
                <a:lnTo>
                  <a:pt x="30533" y="23329"/>
                </a:lnTo>
                <a:lnTo>
                  <a:pt x="30412" y="23611"/>
                </a:lnTo>
                <a:lnTo>
                  <a:pt x="30311" y="23873"/>
                </a:lnTo>
                <a:lnTo>
                  <a:pt x="30170" y="24136"/>
                </a:lnTo>
                <a:lnTo>
                  <a:pt x="30009" y="24398"/>
                </a:lnTo>
                <a:lnTo>
                  <a:pt x="29847" y="24640"/>
                </a:lnTo>
                <a:lnTo>
                  <a:pt x="29645" y="24882"/>
                </a:lnTo>
                <a:lnTo>
                  <a:pt x="29383" y="25145"/>
                </a:lnTo>
                <a:lnTo>
                  <a:pt x="29242" y="25266"/>
                </a:lnTo>
                <a:lnTo>
                  <a:pt x="29101" y="25387"/>
                </a:lnTo>
                <a:lnTo>
                  <a:pt x="28939" y="25468"/>
                </a:lnTo>
                <a:lnTo>
                  <a:pt x="28798" y="25548"/>
                </a:lnTo>
                <a:lnTo>
                  <a:pt x="28657" y="25609"/>
                </a:lnTo>
                <a:lnTo>
                  <a:pt x="28515" y="25649"/>
                </a:lnTo>
                <a:lnTo>
                  <a:pt x="28334" y="25690"/>
                </a:lnTo>
                <a:lnTo>
                  <a:pt x="28152" y="25710"/>
                </a:lnTo>
                <a:lnTo>
                  <a:pt x="27991" y="25710"/>
                </a:lnTo>
                <a:lnTo>
                  <a:pt x="27809" y="25690"/>
                </a:lnTo>
                <a:lnTo>
                  <a:pt x="27648" y="25669"/>
                </a:lnTo>
                <a:lnTo>
                  <a:pt x="27466" y="25629"/>
                </a:lnTo>
                <a:lnTo>
                  <a:pt x="27143" y="25508"/>
                </a:lnTo>
                <a:lnTo>
                  <a:pt x="26800" y="25347"/>
                </a:lnTo>
                <a:lnTo>
                  <a:pt x="26477" y="25165"/>
                </a:lnTo>
                <a:lnTo>
                  <a:pt x="26154" y="24963"/>
                </a:lnTo>
                <a:lnTo>
                  <a:pt x="25852" y="24741"/>
                </a:lnTo>
                <a:lnTo>
                  <a:pt x="25145" y="24196"/>
                </a:lnTo>
                <a:lnTo>
                  <a:pt x="24419" y="23631"/>
                </a:lnTo>
                <a:lnTo>
                  <a:pt x="23692" y="23046"/>
                </a:lnTo>
                <a:lnTo>
                  <a:pt x="22946" y="22420"/>
                </a:lnTo>
                <a:lnTo>
                  <a:pt x="22199" y="21775"/>
                </a:lnTo>
                <a:lnTo>
                  <a:pt x="21412" y="21109"/>
                </a:lnTo>
                <a:lnTo>
                  <a:pt x="20625" y="20382"/>
                </a:lnTo>
                <a:lnTo>
                  <a:pt x="19798" y="19636"/>
                </a:lnTo>
                <a:lnTo>
                  <a:pt x="18506" y="18405"/>
                </a:lnTo>
                <a:lnTo>
                  <a:pt x="17215" y="17153"/>
                </a:lnTo>
                <a:lnTo>
                  <a:pt x="14692" y="14671"/>
                </a:lnTo>
                <a:lnTo>
                  <a:pt x="12270" y="12290"/>
                </a:lnTo>
                <a:lnTo>
                  <a:pt x="11039" y="11079"/>
                </a:lnTo>
                <a:lnTo>
                  <a:pt x="9808" y="9909"/>
                </a:lnTo>
                <a:lnTo>
                  <a:pt x="8376" y="8597"/>
                </a:lnTo>
                <a:lnTo>
                  <a:pt x="7024" y="7406"/>
                </a:lnTo>
                <a:lnTo>
                  <a:pt x="5732" y="6317"/>
                </a:lnTo>
                <a:lnTo>
                  <a:pt x="4461" y="5308"/>
                </a:lnTo>
                <a:lnTo>
                  <a:pt x="4118" y="5086"/>
                </a:lnTo>
                <a:lnTo>
                  <a:pt x="3593" y="4743"/>
                </a:lnTo>
                <a:lnTo>
                  <a:pt x="2523" y="4057"/>
                </a:lnTo>
                <a:lnTo>
                  <a:pt x="1958" y="3673"/>
                </a:lnTo>
                <a:lnTo>
                  <a:pt x="1414" y="3290"/>
                </a:lnTo>
                <a:lnTo>
                  <a:pt x="929" y="2886"/>
                </a:lnTo>
                <a:lnTo>
                  <a:pt x="707" y="2704"/>
                </a:lnTo>
                <a:lnTo>
                  <a:pt x="526" y="2503"/>
                </a:lnTo>
                <a:lnTo>
                  <a:pt x="364" y="2341"/>
                </a:lnTo>
                <a:lnTo>
                  <a:pt x="223" y="2160"/>
                </a:lnTo>
                <a:lnTo>
                  <a:pt x="142" y="1998"/>
                </a:lnTo>
                <a:lnTo>
                  <a:pt x="82" y="1857"/>
                </a:lnTo>
                <a:lnTo>
                  <a:pt x="82" y="1776"/>
                </a:lnTo>
                <a:lnTo>
                  <a:pt x="82" y="1716"/>
                </a:lnTo>
                <a:lnTo>
                  <a:pt x="102" y="1655"/>
                </a:lnTo>
                <a:lnTo>
                  <a:pt x="142" y="1595"/>
                </a:lnTo>
                <a:lnTo>
                  <a:pt x="243" y="1473"/>
                </a:lnTo>
                <a:lnTo>
                  <a:pt x="364" y="1373"/>
                </a:lnTo>
                <a:lnTo>
                  <a:pt x="485" y="1292"/>
                </a:lnTo>
                <a:lnTo>
                  <a:pt x="647" y="1231"/>
                </a:lnTo>
                <a:lnTo>
                  <a:pt x="788" y="1171"/>
                </a:lnTo>
                <a:lnTo>
                  <a:pt x="949" y="1130"/>
                </a:lnTo>
                <a:lnTo>
                  <a:pt x="1292" y="1070"/>
                </a:lnTo>
                <a:lnTo>
                  <a:pt x="2745" y="848"/>
                </a:lnTo>
                <a:lnTo>
                  <a:pt x="4219" y="646"/>
                </a:lnTo>
                <a:lnTo>
                  <a:pt x="5712" y="464"/>
                </a:lnTo>
                <a:lnTo>
                  <a:pt x="7185" y="323"/>
                </a:lnTo>
                <a:lnTo>
                  <a:pt x="8658" y="222"/>
                </a:lnTo>
                <a:lnTo>
                  <a:pt x="10152" y="142"/>
                </a:lnTo>
                <a:lnTo>
                  <a:pt x="11645" y="81"/>
                </a:lnTo>
                <a:close/>
                <a:moveTo>
                  <a:pt x="11645" y="0"/>
                </a:moveTo>
                <a:lnTo>
                  <a:pt x="10152" y="61"/>
                </a:lnTo>
                <a:lnTo>
                  <a:pt x="8658" y="142"/>
                </a:lnTo>
                <a:lnTo>
                  <a:pt x="7185" y="242"/>
                </a:lnTo>
                <a:lnTo>
                  <a:pt x="5692" y="384"/>
                </a:lnTo>
                <a:lnTo>
                  <a:pt x="4219" y="565"/>
                </a:lnTo>
                <a:lnTo>
                  <a:pt x="2745" y="767"/>
                </a:lnTo>
                <a:lnTo>
                  <a:pt x="1272" y="989"/>
                </a:lnTo>
                <a:lnTo>
                  <a:pt x="929" y="1070"/>
                </a:lnTo>
                <a:lnTo>
                  <a:pt x="768" y="1110"/>
                </a:lnTo>
                <a:lnTo>
                  <a:pt x="606" y="1151"/>
                </a:lnTo>
                <a:lnTo>
                  <a:pt x="445" y="1231"/>
                </a:lnTo>
                <a:lnTo>
                  <a:pt x="304" y="1312"/>
                </a:lnTo>
                <a:lnTo>
                  <a:pt x="183" y="1413"/>
                </a:lnTo>
                <a:lnTo>
                  <a:pt x="82" y="1554"/>
                </a:lnTo>
                <a:lnTo>
                  <a:pt x="41" y="1615"/>
                </a:lnTo>
                <a:lnTo>
                  <a:pt x="1" y="1695"/>
                </a:lnTo>
                <a:lnTo>
                  <a:pt x="1" y="1776"/>
                </a:lnTo>
                <a:lnTo>
                  <a:pt x="1" y="1857"/>
                </a:lnTo>
                <a:lnTo>
                  <a:pt x="61" y="2018"/>
                </a:lnTo>
                <a:lnTo>
                  <a:pt x="142" y="2180"/>
                </a:lnTo>
                <a:lnTo>
                  <a:pt x="283" y="2361"/>
                </a:lnTo>
                <a:lnTo>
                  <a:pt x="445" y="2543"/>
                </a:lnTo>
                <a:lnTo>
                  <a:pt x="627" y="2725"/>
                </a:lnTo>
                <a:lnTo>
                  <a:pt x="849" y="2926"/>
                </a:lnTo>
                <a:lnTo>
                  <a:pt x="1333" y="3310"/>
                </a:lnTo>
                <a:lnTo>
                  <a:pt x="1878" y="3713"/>
                </a:lnTo>
                <a:lnTo>
                  <a:pt x="2443" y="4097"/>
                </a:lnTo>
                <a:lnTo>
                  <a:pt x="3532" y="4803"/>
                </a:lnTo>
                <a:lnTo>
                  <a:pt x="4077" y="5146"/>
                </a:lnTo>
                <a:lnTo>
                  <a:pt x="4420" y="5388"/>
                </a:lnTo>
                <a:lnTo>
                  <a:pt x="5672" y="6377"/>
                </a:lnTo>
                <a:lnTo>
                  <a:pt x="6963" y="7467"/>
                </a:lnTo>
                <a:lnTo>
                  <a:pt x="8315" y="8658"/>
                </a:lnTo>
                <a:lnTo>
                  <a:pt x="9748" y="9969"/>
                </a:lnTo>
                <a:lnTo>
                  <a:pt x="10999" y="11140"/>
                </a:lnTo>
                <a:lnTo>
                  <a:pt x="12230" y="12351"/>
                </a:lnTo>
                <a:lnTo>
                  <a:pt x="14631" y="14732"/>
                </a:lnTo>
                <a:lnTo>
                  <a:pt x="17154" y="17214"/>
                </a:lnTo>
                <a:lnTo>
                  <a:pt x="18445" y="18465"/>
                </a:lnTo>
                <a:lnTo>
                  <a:pt x="19737" y="19696"/>
                </a:lnTo>
                <a:lnTo>
                  <a:pt x="20564" y="20443"/>
                </a:lnTo>
                <a:lnTo>
                  <a:pt x="21372" y="21169"/>
                </a:lnTo>
                <a:lnTo>
                  <a:pt x="22138" y="21835"/>
                </a:lnTo>
                <a:lnTo>
                  <a:pt x="22885" y="22501"/>
                </a:lnTo>
                <a:lnTo>
                  <a:pt x="23632" y="23107"/>
                </a:lnTo>
                <a:lnTo>
                  <a:pt x="24358" y="23692"/>
                </a:lnTo>
                <a:lnTo>
                  <a:pt x="25085" y="24257"/>
                </a:lnTo>
                <a:lnTo>
                  <a:pt x="25811" y="24802"/>
                </a:lnTo>
                <a:lnTo>
                  <a:pt x="26336" y="25165"/>
                </a:lnTo>
                <a:lnTo>
                  <a:pt x="26598" y="25326"/>
                </a:lnTo>
                <a:lnTo>
                  <a:pt x="26881" y="25488"/>
                </a:lnTo>
                <a:lnTo>
                  <a:pt x="27183" y="25609"/>
                </a:lnTo>
                <a:lnTo>
                  <a:pt x="27466" y="25710"/>
                </a:lnTo>
                <a:lnTo>
                  <a:pt x="27769" y="25770"/>
                </a:lnTo>
                <a:lnTo>
                  <a:pt x="28051" y="25790"/>
                </a:lnTo>
                <a:lnTo>
                  <a:pt x="28293" y="25770"/>
                </a:lnTo>
                <a:lnTo>
                  <a:pt x="28536" y="25730"/>
                </a:lnTo>
                <a:lnTo>
                  <a:pt x="28677" y="25690"/>
                </a:lnTo>
                <a:lnTo>
                  <a:pt x="28838" y="25609"/>
                </a:lnTo>
                <a:lnTo>
                  <a:pt x="28979" y="25548"/>
                </a:lnTo>
                <a:lnTo>
                  <a:pt x="29141" y="25447"/>
                </a:lnTo>
                <a:lnTo>
                  <a:pt x="29282" y="25347"/>
                </a:lnTo>
                <a:lnTo>
                  <a:pt x="29423" y="25225"/>
                </a:lnTo>
                <a:lnTo>
                  <a:pt x="29706" y="24923"/>
                </a:lnTo>
                <a:lnTo>
                  <a:pt x="29908" y="24681"/>
                </a:lnTo>
                <a:lnTo>
                  <a:pt x="30089" y="24438"/>
                </a:lnTo>
                <a:lnTo>
                  <a:pt x="30231" y="24176"/>
                </a:lnTo>
                <a:lnTo>
                  <a:pt x="30372" y="23914"/>
                </a:lnTo>
                <a:lnTo>
                  <a:pt x="30493" y="23631"/>
                </a:lnTo>
                <a:lnTo>
                  <a:pt x="30594" y="23369"/>
                </a:lnTo>
                <a:lnTo>
                  <a:pt x="30695" y="23086"/>
                </a:lnTo>
                <a:lnTo>
                  <a:pt x="30755" y="22804"/>
                </a:lnTo>
                <a:lnTo>
                  <a:pt x="30816" y="22521"/>
                </a:lnTo>
                <a:lnTo>
                  <a:pt x="30876" y="22239"/>
                </a:lnTo>
                <a:lnTo>
                  <a:pt x="30937" y="21694"/>
                </a:lnTo>
                <a:lnTo>
                  <a:pt x="30957" y="21169"/>
                </a:lnTo>
                <a:lnTo>
                  <a:pt x="30957" y="20685"/>
                </a:lnTo>
                <a:lnTo>
                  <a:pt x="30937" y="20160"/>
                </a:lnTo>
                <a:lnTo>
                  <a:pt x="30897" y="19636"/>
                </a:lnTo>
                <a:lnTo>
                  <a:pt x="30816" y="19111"/>
                </a:lnTo>
                <a:lnTo>
                  <a:pt x="30735" y="18586"/>
                </a:lnTo>
                <a:lnTo>
                  <a:pt x="30533" y="17557"/>
                </a:lnTo>
                <a:lnTo>
                  <a:pt x="30311" y="16568"/>
                </a:lnTo>
                <a:lnTo>
                  <a:pt x="30029" y="15458"/>
                </a:lnTo>
                <a:lnTo>
                  <a:pt x="29746" y="14308"/>
                </a:lnTo>
                <a:lnTo>
                  <a:pt x="29403" y="13117"/>
                </a:lnTo>
                <a:lnTo>
                  <a:pt x="29040" y="11927"/>
                </a:lnTo>
                <a:lnTo>
                  <a:pt x="28636" y="10716"/>
                </a:lnTo>
                <a:lnTo>
                  <a:pt x="28192" y="9505"/>
                </a:lnTo>
                <a:lnTo>
                  <a:pt x="27950" y="8900"/>
                </a:lnTo>
                <a:lnTo>
                  <a:pt x="27688" y="8315"/>
                </a:lnTo>
                <a:lnTo>
                  <a:pt x="27405" y="7709"/>
                </a:lnTo>
                <a:lnTo>
                  <a:pt x="27123" y="7124"/>
                </a:lnTo>
                <a:lnTo>
                  <a:pt x="26780" y="6478"/>
                </a:lnTo>
                <a:lnTo>
                  <a:pt x="26437" y="5853"/>
                </a:lnTo>
                <a:lnTo>
                  <a:pt x="26074" y="5288"/>
                </a:lnTo>
                <a:lnTo>
                  <a:pt x="25730" y="4783"/>
                </a:lnTo>
                <a:lnTo>
                  <a:pt x="25367" y="4279"/>
                </a:lnTo>
                <a:lnTo>
                  <a:pt x="24984" y="3835"/>
                </a:lnTo>
                <a:lnTo>
                  <a:pt x="24600" y="3431"/>
                </a:lnTo>
                <a:lnTo>
                  <a:pt x="24197" y="3048"/>
                </a:lnTo>
                <a:lnTo>
                  <a:pt x="23672" y="2604"/>
                </a:lnTo>
                <a:lnTo>
                  <a:pt x="23127" y="2220"/>
                </a:lnTo>
                <a:lnTo>
                  <a:pt x="22522" y="1857"/>
                </a:lnTo>
                <a:lnTo>
                  <a:pt x="21896" y="1514"/>
                </a:lnTo>
                <a:lnTo>
                  <a:pt x="21251" y="1231"/>
                </a:lnTo>
                <a:lnTo>
                  <a:pt x="20544" y="969"/>
                </a:lnTo>
                <a:lnTo>
                  <a:pt x="19798" y="727"/>
                </a:lnTo>
                <a:lnTo>
                  <a:pt x="19031" y="525"/>
                </a:lnTo>
                <a:lnTo>
                  <a:pt x="18405" y="404"/>
                </a:lnTo>
                <a:lnTo>
                  <a:pt x="17759" y="303"/>
                </a:lnTo>
                <a:lnTo>
                  <a:pt x="17093" y="202"/>
                </a:lnTo>
                <a:lnTo>
                  <a:pt x="16387" y="121"/>
                </a:lnTo>
                <a:lnTo>
                  <a:pt x="15640" y="61"/>
                </a:lnTo>
                <a:lnTo>
                  <a:pt x="14853" y="21"/>
                </a:lnTo>
                <a:lnTo>
                  <a:pt x="1404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0" name="Google Shape;2130;p25"/>
          <p:cNvSpPr/>
          <p:nvPr/>
        </p:nvSpPr>
        <p:spPr>
          <a:xfrm flipH="1">
            <a:off x="104872" y="10953"/>
            <a:ext cx="1058329" cy="998564"/>
          </a:xfrm>
          <a:custGeom>
            <a:rect b="b" l="l" r="r" t="t"/>
            <a:pathLst>
              <a:path extrusionOk="0" h="17861" w="18930">
                <a:moveTo>
                  <a:pt x="3431" y="81"/>
                </a:moveTo>
                <a:lnTo>
                  <a:pt x="4117" y="102"/>
                </a:lnTo>
                <a:lnTo>
                  <a:pt x="4824" y="162"/>
                </a:lnTo>
                <a:lnTo>
                  <a:pt x="5510" y="263"/>
                </a:lnTo>
                <a:lnTo>
                  <a:pt x="6216" y="404"/>
                </a:lnTo>
                <a:lnTo>
                  <a:pt x="6882" y="566"/>
                </a:lnTo>
                <a:lnTo>
                  <a:pt x="7568" y="768"/>
                </a:lnTo>
                <a:lnTo>
                  <a:pt x="8234" y="1010"/>
                </a:lnTo>
                <a:lnTo>
                  <a:pt x="8880" y="1272"/>
                </a:lnTo>
                <a:lnTo>
                  <a:pt x="9505" y="1575"/>
                </a:lnTo>
                <a:lnTo>
                  <a:pt x="10131" y="1918"/>
                </a:lnTo>
                <a:lnTo>
                  <a:pt x="10736" y="2281"/>
                </a:lnTo>
                <a:lnTo>
                  <a:pt x="11301" y="2664"/>
                </a:lnTo>
                <a:lnTo>
                  <a:pt x="11866" y="3088"/>
                </a:lnTo>
                <a:lnTo>
                  <a:pt x="12391" y="3552"/>
                </a:lnTo>
                <a:lnTo>
                  <a:pt x="12896" y="4017"/>
                </a:lnTo>
                <a:lnTo>
                  <a:pt x="13380" y="4521"/>
                </a:lnTo>
                <a:lnTo>
                  <a:pt x="13824" y="5026"/>
                </a:lnTo>
                <a:lnTo>
                  <a:pt x="14248" y="5570"/>
                </a:lnTo>
                <a:lnTo>
                  <a:pt x="14651" y="6115"/>
                </a:lnTo>
                <a:lnTo>
                  <a:pt x="15035" y="6680"/>
                </a:lnTo>
                <a:lnTo>
                  <a:pt x="15418" y="7245"/>
                </a:lnTo>
                <a:lnTo>
                  <a:pt x="15761" y="7831"/>
                </a:lnTo>
                <a:lnTo>
                  <a:pt x="16084" y="8416"/>
                </a:lnTo>
                <a:lnTo>
                  <a:pt x="16387" y="9021"/>
                </a:lnTo>
                <a:lnTo>
                  <a:pt x="16689" y="9627"/>
                </a:lnTo>
                <a:lnTo>
                  <a:pt x="16972" y="10232"/>
                </a:lnTo>
                <a:lnTo>
                  <a:pt x="17497" y="11423"/>
                </a:lnTo>
                <a:lnTo>
                  <a:pt x="17981" y="12593"/>
                </a:lnTo>
                <a:lnTo>
                  <a:pt x="18183" y="13158"/>
                </a:lnTo>
                <a:lnTo>
                  <a:pt x="18385" y="13723"/>
                </a:lnTo>
                <a:lnTo>
                  <a:pt x="18566" y="14288"/>
                </a:lnTo>
                <a:lnTo>
                  <a:pt x="18707" y="14853"/>
                </a:lnTo>
                <a:lnTo>
                  <a:pt x="18768" y="15136"/>
                </a:lnTo>
                <a:lnTo>
                  <a:pt x="18808" y="15438"/>
                </a:lnTo>
                <a:lnTo>
                  <a:pt x="18829" y="15721"/>
                </a:lnTo>
                <a:lnTo>
                  <a:pt x="18849" y="16003"/>
                </a:lnTo>
                <a:lnTo>
                  <a:pt x="18849" y="16286"/>
                </a:lnTo>
                <a:lnTo>
                  <a:pt x="18829" y="16589"/>
                </a:lnTo>
                <a:lnTo>
                  <a:pt x="18788" y="16871"/>
                </a:lnTo>
                <a:lnTo>
                  <a:pt x="18728" y="17154"/>
                </a:lnTo>
                <a:lnTo>
                  <a:pt x="18687" y="17295"/>
                </a:lnTo>
                <a:lnTo>
                  <a:pt x="18647" y="17416"/>
                </a:lnTo>
                <a:lnTo>
                  <a:pt x="18586" y="17537"/>
                </a:lnTo>
                <a:lnTo>
                  <a:pt x="18486" y="17658"/>
                </a:lnTo>
                <a:lnTo>
                  <a:pt x="18405" y="17699"/>
                </a:lnTo>
                <a:lnTo>
                  <a:pt x="18324" y="17739"/>
                </a:lnTo>
                <a:lnTo>
                  <a:pt x="18243" y="17759"/>
                </a:lnTo>
                <a:lnTo>
                  <a:pt x="18163" y="17779"/>
                </a:lnTo>
                <a:lnTo>
                  <a:pt x="17981" y="17759"/>
                </a:lnTo>
                <a:lnTo>
                  <a:pt x="17799" y="17699"/>
                </a:lnTo>
                <a:lnTo>
                  <a:pt x="17638" y="17618"/>
                </a:lnTo>
                <a:lnTo>
                  <a:pt x="17477" y="17517"/>
                </a:lnTo>
                <a:lnTo>
                  <a:pt x="17234" y="17315"/>
                </a:lnTo>
                <a:lnTo>
                  <a:pt x="16346" y="16548"/>
                </a:lnTo>
                <a:lnTo>
                  <a:pt x="15418" y="15701"/>
                </a:lnTo>
                <a:lnTo>
                  <a:pt x="14429" y="14793"/>
                </a:lnTo>
                <a:lnTo>
                  <a:pt x="13319" y="13743"/>
                </a:lnTo>
                <a:lnTo>
                  <a:pt x="11140" y="11645"/>
                </a:lnTo>
                <a:lnTo>
                  <a:pt x="8860" y="9465"/>
                </a:lnTo>
                <a:lnTo>
                  <a:pt x="7709" y="8375"/>
                </a:lnTo>
                <a:lnTo>
                  <a:pt x="6539" y="7306"/>
                </a:lnTo>
                <a:lnTo>
                  <a:pt x="5611" y="6478"/>
                </a:lnTo>
                <a:lnTo>
                  <a:pt x="4703" y="5691"/>
                </a:lnTo>
                <a:lnTo>
                  <a:pt x="3835" y="4965"/>
                </a:lnTo>
                <a:lnTo>
                  <a:pt x="3007" y="4279"/>
                </a:lnTo>
                <a:lnTo>
                  <a:pt x="2644" y="4017"/>
                </a:lnTo>
                <a:lnTo>
                  <a:pt x="2220" y="3734"/>
                </a:lnTo>
                <a:lnTo>
                  <a:pt x="1575" y="3290"/>
                </a:lnTo>
                <a:lnTo>
                  <a:pt x="1252" y="3048"/>
                </a:lnTo>
                <a:lnTo>
                  <a:pt x="929" y="2806"/>
                </a:lnTo>
                <a:lnTo>
                  <a:pt x="667" y="2564"/>
                </a:lnTo>
                <a:lnTo>
                  <a:pt x="424" y="2301"/>
                </a:lnTo>
                <a:lnTo>
                  <a:pt x="323" y="2160"/>
                </a:lnTo>
                <a:lnTo>
                  <a:pt x="243" y="2019"/>
                </a:lnTo>
                <a:lnTo>
                  <a:pt x="182" y="1898"/>
                </a:lnTo>
                <a:lnTo>
                  <a:pt x="122" y="1756"/>
                </a:lnTo>
                <a:lnTo>
                  <a:pt x="81" y="1575"/>
                </a:lnTo>
                <a:lnTo>
                  <a:pt x="102" y="1413"/>
                </a:lnTo>
                <a:lnTo>
                  <a:pt x="122" y="1232"/>
                </a:lnTo>
                <a:lnTo>
                  <a:pt x="202" y="1070"/>
                </a:lnTo>
                <a:lnTo>
                  <a:pt x="283" y="909"/>
                </a:lnTo>
                <a:lnTo>
                  <a:pt x="384" y="768"/>
                </a:lnTo>
                <a:lnTo>
                  <a:pt x="505" y="646"/>
                </a:lnTo>
                <a:lnTo>
                  <a:pt x="646" y="546"/>
                </a:lnTo>
                <a:lnTo>
                  <a:pt x="808" y="445"/>
                </a:lnTo>
                <a:lnTo>
                  <a:pt x="969" y="384"/>
                </a:lnTo>
                <a:lnTo>
                  <a:pt x="1131" y="324"/>
                </a:lnTo>
                <a:lnTo>
                  <a:pt x="1312" y="263"/>
                </a:lnTo>
                <a:lnTo>
                  <a:pt x="1655" y="202"/>
                </a:lnTo>
                <a:lnTo>
                  <a:pt x="2019" y="142"/>
                </a:lnTo>
                <a:lnTo>
                  <a:pt x="2725" y="102"/>
                </a:lnTo>
                <a:lnTo>
                  <a:pt x="3431" y="81"/>
                </a:lnTo>
                <a:close/>
                <a:moveTo>
                  <a:pt x="3431" y="1"/>
                </a:moveTo>
                <a:lnTo>
                  <a:pt x="2725" y="21"/>
                </a:lnTo>
                <a:lnTo>
                  <a:pt x="2019" y="61"/>
                </a:lnTo>
                <a:lnTo>
                  <a:pt x="1655" y="122"/>
                </a:lnTo>
                <a:lnTo>
                  <a:pt x="1272" y="182"/>
                </a:lnTo>
                <a:lnTo>
                  <a:pt x="1111" y="243"/>
                </a:lnTo>
                <a:lnTo>
                  <a:pt x="929" y="303"/>
                </a:lnTo>
                <a:lnTo>
                  <a:pt x="767" y="384"/>
                </a:lnTo>
                <a:lnTo>
                  <a:pt x="606" y="485"/>
                </a:lnTo>
                <a:lnTo>
                  <a:pt x="465" y="586"/>
                </a:lnTo>
                <a:lnTo>
                  <a:pt x="323" y="727"/>
                </a:lnTo>
                <a:lnTo>
                  <a:pt x="223" y="868"/>
                </a:lnTo>
                <a:lnTo>
                  <a:pt x="122" y="1050"/>
                </a:lnTo>
                <a:lnTo>
                  <a:pt x="41" y="1211"/>
                </a:lnTo>
                <a:lnTo>
                  <a:pt x="21" y="1393"/>
                </a:lnTo>
                <a:lnTo>
                  <a:pt x="1" y="1595"/>
                </a:lnTo>
                <a:lnTo>
                  <a:pt x="41" y="1777"/>
                </a:lnTo>
                <a:lnTo>
                  <a:pt x="102" y="1918"/>
                </a:lnTo>
                <a:lnTo>
                  <a:pt x="162" y="2059"/>
                </a:lnTo>
                <a:lnTo>
                  <a:pt x="263" y="2200"/>
                </a:lnTo>
                <a:lnTo>
                  <a:pt x="364" y="2342"/>
                </a:lnTo>
                <a:lnTo>
                  <a:pt x="586" y="2604"/>
                </a:lnTo>
                <a:lnTo>
                  <a:pt x="868" y="2866"/>
                </a:lnTo>
                <a:lnTo>
                  <a:pt x="1191" y="3108"/>
                </a:lnTo>
                <a:lnTo>
                  <a:pt x="1514" y="3351"/>
                </a:lnTo>
                <a:lnTo>
                  <a:pt x="2180" y="3795"/>
                </a:lnTo>
                <a:lnTo>
                  <a:pt x="2604" y="4077"/>
                </a:lnTo>
                <a:lnTo>
                  <a:pt x="2947" y="4339"/>
                </a:lnTo>
                <a:lnTo>
                  <a:pt x="3794" y="5026"/>
                </a:lnTo>
                <a:lnTo>
                  <a:pt x="4662" y="5752"/>
                </a:lnTo>
                <a:lnTo>
                  <a:pt x="5550" y="6539"/>
                </a:lnTo>
                <a:lnTo>
                  <a:pt x="6499" y="7366"/>
                </a:lnTo>
                <a:lnTo>
                  <a:pt x="7649" y="8436"/>
                </a:lnTo>
                <a:lnTo>
                  <a:pt x="8799" y="9526"/>
                </a:lnTo>
                <a:lnTo>
                  <a:pt x="11079" y="11705"/>
                </a:lnTo>
                <a:lnTo>
                  <a:pt x="13279" y="13804"/>
                </a:lnTo>
                <a:lnTo>
                  <a:pt x="14369" y="14853"/>
                </a:lnTo>
                <a:lnTo>
                  <a:pt x="15358" y="15761"/>
                </a:lnTo>
                <a:lnTo>
                  <a:pt x="16286" y="16609"/>
                </a:lnTo>
                <a:lnTo>
                  <a:pt x="17174" y="17376"/>
                </a:lnTo>
                <a:lnTo>
                  <a:pt x="17355" y="17537"/>
                </a:lnTo>
                <a:lnTo>
                  <a:pt x="17598" y="17678"/>
                </a:lnTo>
                <a:lnTo>
                  <a:pt x="17719" y="17739"/>
                </a:lnTo>
                <a:lnTo>
                  <a:pt x="17860" y="17800"/>
                </a:lnTo>
                <a:lnTo>
                  <a:pt x="18001" y="17840"/>
                </a:lnTo>
                <a:lnTo>
                  <a:pt x="18142" y="17860"/>
                </a:lnTo>
                <a:lnTo>
                  <a:pt x="18243" y="17840"/>
                </a:lnTo>
                <a:lnTo>
                  <a:pt x="18344" y="17820"/>
                </a:lnTo>
                <a:lnTo>
                  <a:pt x="18445" y="17779"/>
                </a:lnTo>
                <a:lnTo>
                  <a:pt x="18526" y="17719"/>
                </a:lnTo>
                <a:lnTo>
                  <a:pt x="18647" y="17598"/>
                </a:lnTo>
                <a:lnTo>
                  <a:pt x="18707" y="17456"/>
                </a:lnTo>
                <a:lnTo>
                  <a:pt x="18768" y="17315"/>
                </a:lnTo>
                <a:lnTo>
                  <a:pt x="18808" y="17174"/>
                </a:lnTo>
                <a:lnTo>
                  <a:pt x="18869" y="16891"/>
                </a:lnTo>
                <a:lnTo>
                  <a:pt x="18909" y="16589"/>
                </a:lnTo>
                <a:lnTo>
                  <a:pt x="18929" y="16306"/>
                </a:lnTo>
                <a:lnTo>
                  <a:pt x="18929" y="16003"/>
                </a:lnTo>
                <a:lnTo>
                  <a:pt x="18909" y="15721"/>
                </a:lnTo>
                <a:lnTo>
                  <a:pt x="18889" y="15418"/>
                </a:lnTo>
                <a:lnTo>
                  <a:pt x="18849" y="15136"/>
                </a:lnTo>
                <a:lnTo>
                  <a:pt x="18788" y="14853"/>
                </a:lnTo>
                <a:lnTo>
                  <a:pt x="18647" y="14268"/>
                </a:lnTo>
                <a:lnTo>
                  <a:pt x="18465" y="13703"/>
                </a:lnTo>
                <a:lnTo>
                  <a:pt x="18264" y="13138"/>
                </a:lnTo>
                <a:lnTo>
                  <a:pt x="18042" y="12573"/>
                </a:lnTo>
                <a:lnTo>
                  <a:pt x="17577" y="11382"/>
                </a:lnTo>
                <a:lnTo>
                  <a:pt x="17053" y="10192"/>
                </a:lnTo>
                <a:lnTo>
                  <a:pt x="16770" y="9586"/>
                </a:lnTo>
                <a:lnTo>
                  <a:pt x="16468" y="8981"/>
                </a:lnTo>
                <a:lnTo>
                  <a:pt x="16145" y="8375"/>
                </a:lnTo>
                <a:lnTo>
                  <a:pt x="15822" y="7790"/>
                </a:lnTo>
                <a:lnTo>
                  <a:pt x="15479" y="7205"/>
                </a:lnTo>
                <a:lnTo>
                  <a:pt x="15115" y="6620"/>
                </a:lnTo>
                <a:lnTo>
                  <a:pt x="14732" y="6055"/>
                </a:lnTo>
                <a:lnTo>
                  <a:pt x="14308" y="5510"/>
                </a:lnTo>
                <a:lnTo>
                  <a:pt x="13884" y="4965"/>
                </a:lnTo>
                <a:lnTo>
                  <a:pt x="13441" y="4460"/>
                </a:lnTo>
                <a:lnTo>
                  <a:pt x="12956" y="3956"/>
                </a:lnTo>
                <a:lnTo>
                  <a:pt x="12452" y="3492"/>
                </a:lnTo>
                <a:lnTo>
                  <a:pt x="11927" y="3028"/>
                </a:lnTo>
                <a:lnTo>
                  <a:pt x="11362" y="2604"/>
                </a:lnTo>
                <a:lnTo>
                  <a:pt x="10777" y="2200"/>
                </a:lnTo>
                <a:lnTo>
                  <a:pt x="10171" y="1837"/>
                </a:lnTo>
                <a:lnTo>
                  <a:pt x="9546" y="1494"/>
                </a:lnTo>
                <a:lnTo>
                  <a:pt x="8900" y="1191"/>
                </a:lnTo>
                <a:lnTo>
                  <a:pt x="8254" y="929"/>
                </a:lnTo>
                <a:lnTo>
                  <a:pt x="7588" y="687"/>
                </a:lnTo>
                <a:lnTo>
                  <a:pt x="6902" y="485"/>
                </a:lnTo>
                <a:lnTo>
                  <a:pt x="6216" y="324"/>
                </a:lnTo>
                <a:lnTo>
                  <a:pt x="5530" y="182"/>
                </a:lnTo>
                <a:lnTo>
                  <a:pt x="4824" y="81"/>
                </a:lnTo>
                <a:lnTo>
                  <a:pt x="4138" y="21"/>
                </a:lnTo>
                <a:lnTo>
                  <a:pt x="343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1" name="Google Shape;2131;p25"/>
          <p:cNvSpPr/>
          <p:nvPr/>
        </p:nvSpPr>
        <p:spPr>
          <a:xfrm flipH="1">
            <a:off x="401579" y="121536"/>
            <a:ext cx="453633" cy="455870"/>
          </a:xfrm>
          <a:custGeom>
            <a:rect b="b" l="l" r="r" t="t"/>
            <a:pathLst>
              <a:path extrusionOk="0" h="8154" w="8114">
                <a:moveTo>
                  <a:pt x="1010" y="81"/>
                </a:moveTo>
                <a:lnTo>
                  <a:pt x="1151" y="101"/>
                </a:lnTo>
                <a:lnTo>
                  <a:pt x="1413" y="162"/>
                </a:lnTo>
                <a:lnTo>
                  <a:pt x="1696" y="263"/>
                </a:lnTo>
                <a:lnTo>
                  <a:pt x="1938" y="384"/>
                </a:lnTo>
                <a:lnTo>
                  <a:pt x="2200" y="545"/>
                </a:lnTo>
                <a:lnTo>
                  <a:pt x="2422" y="707"/>
                </a:lnTo>
                <a:lnTo>
                  <a:pt x="2644" y="888"/>
                </a:lnTo>
                <a:lnTo>
                  <a:pt x="3108" y="1251"/>
                </a:lnTo>
                <a:lnTo>
                  <a:pt x="3552" y="1635"/>
                </a:lnTo>
                <a:lnTo>
                  <a:pt x="3976" y="2039"/>
                </a:lnTo>
                <a:lnTo>
                  <a:pt x="4400" y="2422"/>
                </a:lnTo>
                <a:lnTo>
                  <a:pt x="4783" y="2826"/>
                </a:lnTo>
                <a:lnTo>
                  <a:pt x="5167" y="3229"/>
                </a:lnTo>
                <a:lnTo>
                  <a:pt x="5530" y="3653"/>
                </a:lnTo>
                <a:lnTo>
                  <a:pt x="5873" y="4077"/>
                </a:lnTo>
                <a:lnTo>
                  <a:pt x="6196" y="4500"/>
                </a:lnTo>
                <a:lnTo>
                  <a:pt x="6499" y="4924"/>
                </a:lnTo>
                <a:lnTo>
                  <a:pt x="6781" y="5348"/>
                </a:lnTo>
                <a:lnTo>
                  <a:pt x="7064" y="5792"/>
                </a:lnTo>
                <a:lnTo>
                  <a:pt x="7306" y="6236"/>
                </a:lnTo>
                <a:lnTo>
                  <a:pt x="7548" y="6680"/>
                </a:lnTo>
                <a:lnTo>
                  <a:pt x="7770" y="7144"/>
                </a:lnTo>
                <a:lnTo>
                  <a:pt x="7972" y="7588"/>
                </a:lnTo>
                <a:lnTo>
                  <a:pt x="8012" y="7729"/>
                </a:lnTo>
                <a:lnTo>
                  <a:pt x="8032" y="7871"/>
                </a:lnTo>
                <a:lnTo>
                  <a:pt x="8032" y="7931"/>
                </a:lnTo>
                <a:lnTo>
                  <a:pt x="8012" y="7992"/>
                </a:lnTo>
                <a:lnTo>
                  <a:pt x="7972" y="8032"/>
                </a:lnTo>
                <a:lnTo>
                  <a:pt x="7932" y="8052"/>
                </a:lnTo>
                <a:lnTo>
                  <a:pt x="7851" y="8072"/>
                </a:lnTo>
                <a:lnTo>
                  <a:pt x="7790" y="8072"/>
                </a:lnTo>
                <a:lnTo>
                  <a:pt x="7649" y="8012"/>
                </a:lnTo>
                <a:lnTo>
                  <a:pt x="7346" y="7830"/>
                </a:lnTo>
                <a:lnTo>
                  <a:pt x="7084" y="7628"/>
                </a:lnTo>
                <a:lnTo>
                  <a:pt x="6822" y="7386"/>
                </a:lnTo>
                <a:lnTo>
                  <a:pt x="6559" y="7164"/>
                </a:lnTo>
                <a:lnTo>
                  <a:pt x="2523" y="3310"/>
                </a:lnTo>
                <a:lnTo>
                  <a:pt x="2180" y="3007"/>
                </a:lnTo>
                <a:lnTo>
                  <a:pt x="1514" y="2462"/>
                </a:lnTo>
                <a:lnTo>
                  <a:pt x="1151" y="2119"/>
                </a:lnTo>
                <a:lnTo>
                  <a:pt x="808" y="1776"/>
                </a:lnTo>
                <a:lnTo>
                  <a:pt x="485" y="1413"/>
                </a:lnTo>
                <a:lnTo>
                  <a:pt x="364" y="1251"/>
                </a:lnTo>
                <a:lnTo>
                  <a:pt x="243" y="1070"/>
                </a:lnTo>
                <a:lnTo>
                  <a:pt x="162" y="908"/>
                </a:lnTo>
                <a:lnTo>
                  <a:pt x="102" y="767"/>
                </a:lnTo>
                <a:lnTo>
                  <a:pt x="81" y="626"/>
                </a:lnTo>
                <a:lnTo>
                  <a:pt x="81" y="485"/>
                </a:lnTo>
                <a:lnTo>
                  <a:pt x="122" y="424"/>
                </a:lnTo>
                <a:lnTo>
                  <a:pt x="142" y="364"/>
                </a:lnTo>
                <a:lnTo>
                  <a:pt x="243" y="263"/>
                </a:lnTo>
                <a:lnTo>
                  <a:pt x="404" y="182"/>
                </a:lnTo>
                <a:lnTo>
                  <a:pt x="606" y="101"/>
                </a:lnTo>
                <a:lnTo>
                  <a:pt x="747" y="81"/>
                </a:lnTo>
                <a:close/>
                <a:moveTo>
                  <a:pt x="727" y="0"/>
                </a:moveTo>
                <a:lnTo>
                  <a:pt x="586" y="41"/>
                </a:lnTo>
                <a:lnTo>
                  <a:pt x="364" y="101"/>
                </a:lnTo>
                <a:lnTo>
                  <a:pt x="203" y="202"/>
                </a:lnTo>
                <a:lnTo>
                  <a:pt x="122" y="263"/>
                </a:lnTo>
                <a:lnTo>
                  <a:pt x="81" y="323"/>
                </a:lnTo>
                <a:lnTo>
                  <a:pt x="41" y="384"/>
                </a:lnTo>
                <a:lnTo>
                  <a:pt x="21" y="464"/>
                </a:lnTo>
                <a:lnTo>
                  <a:pt x="1" y="606"/>
                </a:lnTo>
                <a:lnTo>
                  <a:pt x="21" y="767"/>
                </a:lnTo>
                <a:lnTo>
                  <a:pt x="81" y="908"/>
                </a:lnTo>
                <a:lnTo>
                  <a:pt x="162" y="1090"/>
                </a:lnTo>
                <a:lnTo>
                  <a:pt x="263" y="1251"/>
                </a:lnTo>
                <a:lnTo>
                  <a:pt x="404" y="1433"/>
                </a:lnTo>
                <a:lnTo>
                  <a:pt x="707" y="1796"/>
                </a:lnTo>
                <a:lnTo>
                  <a:pt x="1070" y="2139"/>
                </a:lnTo>
                <a:lnTo>
                  <a:pt x="1434" y="2482"/>
                </a:lnTo>
                <a:lnTo>
                  <a:pt x="2120" y="3088"/>
                </a:lnTo>
                <a:lnTo>
                  <a:pt x="2463" y="3370"/>
                </a:lnTo>
                <a:lnTo>
                  <a:pt x="6499" y="7225"/>
                </a:lnTo>
                <a:lnTo>
                  <a:pt x="6761" y="7467"/>
                </a:lnTo>
                <a:lnTo>
                  <a:pt x="7023" y="7689"/>
                </a:lnTo>
                <a:lnTo>
                  <a:pt x="7306" y="7911"/>
                </a:lnTo>
                <a:lnTo>
                  <a:pt x="7609" y="8093"/>
                </a:lnTo>
                <a:lnTo>
                  <a:pt x="7730" y="8133"/>
                </a:lnTo>
                <a:lnTo>
                  <a:pt x="7851" y="8153"/>
                </a:lnTo>
                <a:lnTo>
                  <a:pt x="7911" y="8153"/>
                </a:lnTo>
                <a:lnTo>
                  <a:pt x="7972" y="8133"/>
                </a:lnTo>
                <a:lnTo>
                  <a:pt x="8032" y="8093"/>
                </a:lnTo>
                <a:lnTo>
                  <a:pt x="8073" y="8032"/>
                </a:lnTo>
                <a:lnTo>
                  <a:pt x="8093" y="7971"/>
                </a:lnTo>
                <a:lnTo>
                  <a:pt x="8113" y="7891"/>
                </a:lnTo>
                <a:lnTo>
                  <a:pt x="8093" y="7729"/>
                </a:lnTo>
                <a:lnTo>
                  <a:pt x="8032" y="7568"/>
                </a:lnTo>
                <a:lnTo>
                  <a:pt x="7831" y="7104"/>
                </a:lnTo>
                <a:lnTo>
                  <a:pt x="7629" y="6640"/>
                </a:lnTo>
                <a:lnTo>
                  <a:pt x="7387" y="6196"/>
                </a:lnTo>
                <a:lnTo>
                  <a:pt x="7124" y="5752"/>
                </a:lnTo>
                <a:lnTo>
                  <a:pt x="6862" y="5308"/>
                </a:lnTo>
                <a:lnTo>
                  <a:pt x="6559" y="4884"/>
                </a:lnTo>
                <a:lnTo>
                  <a:pt x="6257" y="4440"/>
                </a:lnTo>
                <a:lnTo>
                  <a:pt x="5934" y="4016"/>
                </a:lnTo>
                <a:lnTo>
                  <a:pt x="5591" y="3592"/>
                </a:lnTo>
                <a:lnTo>
                  <a:pt x="5227" y="3189"/>
                </a:lnTo>
                <a:lnTo>
                  <a:pt x="4844" y="2785"/>
                </a:lnTo>
                <a:lnTo>
                  <a:pt x="4461" y="2382"/>
                </a:lnTo>
                <a:lnTo>
                  <a:pt x="4037" y="1978"/>
                </a:lnTo>
                <a:lnTo>
                  <a:pt x="3613" y="1574"/>
                </a:lnTo>
                <a:lnTo>
                  <a:pt x="3169" y="1191"/>
                </a:lnTo>
                <a:lnTo>
                  <a:pt x="2705" y="808"/>
                </a:lnTo>
                <a:lnTo>
                  <a:pt x="2463" y="646"/>
                </a:lnTo>
                <a:lnTo>
                  <a:pt x="2221" y="464"/>
                </a:lnTo>
                <a:lnTo>
                  <a:pt x="1978" y="323"/>
                </a:lnTo>
                <a:lnTo>
                  <a:pt x="1716" y="182"/>
                </a:lnTo>
                <a:lnTo>
                  <a:pt x="1434" y="81"/>
                </a:lnTo>
                <a:lnTo>
                  <a:pt x="1151" y="21"/>
                </a:lnTo>
                <a:lnTo>
                  <a:pt x="10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2" name="Google Shape;2132;p25"/>
          <p:cNvSpPr/>
          <p:nvPr/>
        </p:nvSpPr>
        <p:spPr>
          <a:xfrm flipH="1">
            <a:off x="-241449" y="199358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3" name="Google Shape;2133;p25"/>
          <p:cNvSpPr/>
          <p:nvPr/>
        </p:nvSpPr>
        <p:spPr>
          <a:xfrm flipH="1">
            <a:off x="-243741" y="197122"/>
            <a:ext cx="106112" cy="104994"/>
          </a:xfrm>
          <a:custGeom>
            <a:rect b="b" l="l" r="r" t="t"/>
            <a:pathLst>
              <a:path extrusionOk="0" h="1878" w="1898">
                <a:moveTo>
                  <a:pt x="949" y="81"/>
                </a:moveTo>
                <a:lnTo>
                  <a:pt x="1130" y="101"/>
                </a:lnTo>
                <a:lnTo>
                  <a:pt x="1292" y="142"/>
                </a:lnTo>
                <a:lnTo>
                  <a:pt x="1433" y="222"/>
                </a:lnTo>
                <a:lnTo>
                  <a:pt x="1554" y="323"/>
                </a:lnTo>
                <a:lnTo>
                  <a:pt x="1655" y="444"/>
                </a:lnTo>
                <a:lnTo>
                  <a:pt x="1736" y="606"/>
                </a:lnTo>
                <a:lnTo>
                  <a:pt x="1796" y="767"/>
                </a:lnTo>
                <a:lnTo>
                  <a:pt x="1816" y="929"/>
                </a:lnTo>
                <a:lnTo>
                  <a:pt x="1796" y="1110"/>
                </a:lnTo>
                <a:lnTo>
                  <a:pt x="1736" y="1272"/>
                </a:lnTo>
                <a:lnTo>
                  <a:pt x="1655" y="1413"/>
                </a:lnTo>
                <a:lnTo>
                  <a:pt x="1554" y="1534"/>
                </a:lnTo>
                <a:lnTo>
                  <a:pt x="1433" y="1655"/>
                </a:lnTo>
                <a:lnTo>
                  <a:pt x="1292" y="1736"/>
                </a:lnTo>
                <a:lnTo>
                  <a:pt x="1130" y="1776"/>
                </a:lnTo>
                <a:lnTo>
                  <a:pt x="949" y="1796"/>
                </a:lnTo>
                <a:lnTo>
                  <a:pt x="787" y="1776"/>
                </a:lnTo>
                <a:lnTo>
                  <a:pt x="626" y="1736"/>
                </a:lnTo>
                <a:lnTo>
                  <a:pt x="464" y="1655"/>
                </a:lnTo>
                <a:lnTo>
                  <a:pt x="343" y="1534"/>
                </a:lnTo>
                <a:lnTo>
                  <a:pt x="242" y="1413"/>
                </a:lnTo>
                <a:lnTo>
                  <a:pt x="162" y="1272"/>
                </a:lnTo>
                <a:lnTo>
                  <a:pt x="101" y="1110"/>
                </a:lnTo>
                <a:lnTo>
                  <a:pt x="81" y="929"/>
                </a:lnTo>
                <a:lnTo>
                  <a:pt x="101" y="767"/>
                </a:lnTo>
                <a:lnTo>
                  <a:pt x="162" y="606"/>
                </a:lnTo>
                <a:lnTo>
                  <a:pt x="242" y="444"/>
                </a:lnTo>
                <a:lnTo>
                  <a:pt x="343" y="323"/>
                </a:lnTo>
                <a:lnTo>
                  <a:pt x="464" y="222"/>
                </a:lnTo>
                <a:lnTo>
                  <a:pt x="626" y="142"/>
                </a:lnTo>
                <a:lnTo>
                  <a:pt x="787" y="101"/>
                </a:lnTo>
                <a:lnTo>
                  <a:pt x="949" y="81"/>
                </a:lnTo>
                <a:close/>
                <a:moveTo>
                  <a:pt x="949" y="0"/>
                </a:moveTo>
                <a:lnTo>
                  <a:pt x="767" y="21"/>
                </a:lnTo>
                <a:lnTo>
                  <a:pt x="585" y="61"/>
                </a:lnTo>
                <a:lnTo>
                  <a:pt x="424" y="162"/>
                </a:lnTo>
                <a:lnTo>
                  <a:pt x="283" y="263"/>
                </a:lnTo>
                <a:lnTo>
                  <a:pt x="162" y="404"/>
                </a:lnTo>
                <a:lnTo>
                  <a:pt x="81" y="565"/>
                </a:lnTo>
                <a:lnTo>
                  <a:pt x="20" y="747"/>
                </a:lnTo>
                <a:lnTo>
                  <a:pt x="0" y="929"/>
                </a:lnTo>
                <a:lnTo>
                  <a:pt x="20" y="1130"/>
                </a:lnTo>
                <a:lnTo>
                  <a:pt x="81" y="1292"/>
                </a:lnTo>
                <a:lnTo>
                  <a:pt x="162" y="1453"/>
                </a:lnTo>
                <a:lnTo>
                  <a:pt x="283" y="1595"/>
                </a:lnTo>
                <a:lnTo>
                  <a:pt x="424" y="1716"/>
                </a:lnTo>
                <a:lnTo>
                  <a:pt x="585" y="1796"/>
                </a:lnTo>
                <a:lnTo>
                  <a:pt x="767" y="1857"/>
                </a:lnTo>
                <a:lnTo>
                  <a:pt x="949" y="1877"/>
                </a:lnTo>
                <a:lnTo>
                  <a:pt x="1150" y="1857"/>
                </a:lnTo>
                <a:lnTo>
                  <a:pt x="1312" y="1796"/>
                </a:lnTo>
                <a:lnTo>
                  <a:pt x="1473" y="1716"/>
                </a:lnTo>
                <a:lnTo>
                  <a:pt x="1615" y="1595"/>
                </a:lnTo>
                <a:lnTo>
                  <a:pt x="1736" y="1453"/>
                </a:lnTo>
                <a:lnTo>
                  <a:pt x="1816" y="1292"/>
                </a:lnTo>
                <a:lnTo>
                  <a:pt x="1877" y="1130"/>
                </a:lnTo>
                <a:lnTo>
                  <a:pt x="1897" y="929"/>
                </a:lnTo>
                <a:lnTo>
                  <a:pt x="1877" y="747"/>
                </a:lnTo>
                <a:lnTo>
                  <a:pt x="1816" y="565"/>
                </a:lnTo>
                <a:lnTo>
                  <a:pt x="1736" y="404"/>
                </a:lnTo>
                <a:lnTo>
                  <a:pt x="1615" y="263"/>
                </a:lnTo>
                <a:lnTo>
                  <a:pt x="1473" y="162"/>
                </a:lnTo>
                <a:lnTo>
                  <a:pt x="1312" y="61"/>
                </a:lnTo>
                <a:lnTo>
                  <a:pt x="1150" y="21"/>
                </a:lnTo>
                <a:lnTo>
                  <a:pt x="94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4" name="Google Shape;2134;p25"/>
          <p:cNvSpPr/>
          <p:nvPr/>
        </p:nvSpPr>
        <p:spPr>
          <a:xfrm flipH="1">
            <a:off x="0" y="4474800"/>
            <a:ext cx="3923400" cy="668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5" name="Google Shape;2135;p25"/>
          <p:cNvSpPr/>
          <p:nvPr/>
        </p:nvSpPr>
        <p:spPr>
          <a:xfrm flipH="1">
            <a:off x="-106954" y="326449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6" name="Google Shape;2136;p25"/>
          <p:cNvSpPr/>
          <p:nvPr/>
        </p:nvSpPr>
        <p:spPr>
          <a:xfrm flipH="1">
            <a:off x="41934" y="338743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2_1_1_1">
    <p:spTree>
      <p:nvGrpSpPr>
        <p:cNvPr id="2137" name="Shape 2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8" name="Google Shape;2138;p26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139" name="Google Shape;2139;p26"/>
          <p:cNvSpPr txBox="1"/>
          <p:nvPr>
            <p:ph idx="1" type="subTitle"/>
          </p:nvPr>
        </p:nvSpPr>
        <p:spPr>
          <a:xfrm>
            <a:off x="878975" y="3388143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140" name="Google Shape;2140;p26"/>
          <p:cNvSpPr txBox="1"/>
          <p:nvPr>
            <p:ph idx="2" type="subTitle"/>
          </p:nvPr>
        </p:nvSpPr>
        <p:spPr>
          <a:xfrm>
            <a:off x="713225" y="3739977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141" name="Google Shape;2141;p26"/>
          <p:cNvSpPr txBox="1"/>
          <p:nvPr>
            <p:ph idx="3" type="subTitle"/>
          </p:nvPr>
        </p:nvSpPr>
        <p:spPr>
          <a:xfrm>
            <a:off x="2945900" y="3388143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142" name="Google Shape;2142;p26"/>
          <p:cNvSpPr txBox="1"/>
          <p:nvPr>
            <p:ph idx="4" type="subTitle"/>
          </p:nvPr>
        </p:nvSpPr>
        <p:spPr>
          <a:xfrm>
            <a:off x="2780150" y="3739977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143" name="Google Shape;2143;p26"/>
          <p:cNvSpPr txBox="1"/>
          <p:nvPr>
            <p:ph idx="5" type="subTitle"/>
          </p:nvPr>
        </p:nvSpPr>
        <p:spPr>
          <a:xfrm>
            <a:off x="841632" y="1729225"/>
            <a:ext cx="3593400" cy="6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144" name="Google Shape;2144;p26"/>
          <p:cNvSpPr/>
          <p:nvPr/>
        </p:nvSpPr>
        <p:spPr>
          <a:xfrm>
            <a:off x="4932650" y="0"/>
            <a:ext cx="42114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5" name="Google Shape;2145;p26"/>
          <p:cNvSpPr/>
          <p:nvPr/>
        </p:nvSpPr>
        <p:spPr>
          <a:xfrm>
            <a:off x="75025" y="3826466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6" name="Google Shape;2146;p26"/>
          <p:cNvSpPr/>
          <p:nvPr/>
        </p:nvSpPr>
        <p:spPr>
          <a:xfrm rot="5400000">
            <a:off x="75025" y="4431568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7" name="Google Shape;2147;p26"/>
          <p:cNvSpPr/>
          <p:nvPr/>
        </p:nvSpPr>
        <p:spPr>
          <a:xfrm>
            <a:off x="-1384585" y="-1156347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8" name="Google Shape;2148;p26"/>
          <p:cNvSpPr/>
          <p:nvPr/>
        </p:nvSpPr>
        <p:spPr>
          <a:xfrm>
            <a:off x="8550863" y="6048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9" name="Google Shape;2149;p26"/>
          <p:cNvSpPr/>
          <p:nvPr/>
        </p:nvSpPr>
        <p:spPr>
          <a:xfrm>
            <a:off x="8550863" y="1100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0" name="Google Shape;2150;p26"/>
          <p:cNvSpPr/>
          <p:nvPr/>
        </p:nvSpPr>
        <p:spPr>
          <a:xfrm flipH="1">
            <a:off x="8601930" y="135544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1" name="Google Shape;2151;p26"/>
          <p:cNvSpPr/>
          <p:nvPr/>
        </p:nvSpPr>
        <p:spPr>
          <a:xfrm flipH="1">
            <a:off x="8703462" y="146262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2" name="Google Shape;2152;p26"/>
          <p:cNvSpPr/>
          <p:nvPr/>
        </p:nvSpPr>
        <p:spPr>
          <a:xfrm flipH="1">
            <a:off x="7997696" y="234324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3" name="Google Shape;2153;p26"/>
          <p:cNvSpPr/>
          <p:nvPr/>
        </p:nvSpPr>
        <p:spPr>
          <a:xfrm flipH="1">
            <a:off x="8146584" y="246618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4" name="Google Shape;2154;p26"/>
          <p:cNvSpPr/>
          <p:nvPr/>
        </p:nvSpPr>
        <p:spPr>
          <a:xfrm>
            <a:off x="6822995" y="3873305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5" name="Google Shape;2155;p26"/>
          <p:cNvSpPr/>
          <p:nvPr/>
        </p:nvSpPr>
        <p:spPr>
          <a:xfrm flipH="1">
            <a:off x="6214343" y="3585024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6" name="Google Shape;2156;p26"/>
          <p:cNvSpPr/>
          <p:nvPr/>
        </p:nvSpPr>
        <p:spPr>
          <a:xfrm flipH="1">
            <a:off x="6416291" y="3641433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7" name="Google Shape;2157;p26"/>
          <p:cNvSpPr/>
          <p:nvPr/>
        </p:nvSpPr>
        <p:spPr>
          <a:xfrm flipH="1">
            <a:off x="6702879" y="3748606"/>
            <a:ext cx="1642730" cy="740159"/>
          </a:xfrm>
          <a:custGeom>
            <a:rect b="b" l="l" r="r" t="t"/>
            <a:pathLst>
              <a:path extrusionOk="0" h="13239" w="29383">
                <a:moveTo>
                  <a:pt x="28272" y="81"/>
                </a:moveTo>
                <a:lnTo>
                  <a:pt x="28474" y="102"/>
                </a:lnTo>
                <a:lnTo>
                  <a:pt x="28696" y="142"/>
                </a:lnTo>
                <a:lnTo>
                  <a:pt x="28898" y="202"/>
                </a:lnTo>
                <a:lnTo>
                  <a:pt x="29019" y="243"/>
                </a:lnTo>
                <a:lnTo>
                  <a:pt x="29140" y="303"/>
                </a:lnTo>
                <a:lnTo>
                  <a:pt x="29201" y="364"/>
                </a:lnTo>
                <a:lnTo>
                  <a:pt x="29261" y="404"/>
                </a:lnTo>
                <a:lnTo>
                  <a:pt x="29281" y="465"/>
                </a:lnTo>
                <a:lnTo>
                  <a:pt x="29302" y="545"/>
                </a:lnTo>
                <a:lnTo>
                  <a:pt x="29302" y="626"/>
                </a:lnTo>
                <a:lnTo>
                  <a:pt x="29281" y="707"/>
                </a:lnTo>
                <a:lnTo>
                  <a:pt x="29201" y="848"/>
                </a:lnTo>
                <a:lnTo>
                  <a:pt x="29059" y="1070"/>
                </a:lnTo>
                <a:lnTo>
                  <a:pt x="28918" y="1272"/>
                </a:lnTo>
                <a:lnTo>
                  <a:pt x="28595" y="1676"/>
                </a:lnTo>
                <a:lnTo>
                  <a:pt x="28232" y="2079"/>
                </a:lnTo>
                <a:lnTo>
                  <a:pt x="27889" y="2442"/>
                </a:lnTo>
                <a:lnTo>
                  <a:pt x="27566" y="2785"/>
                </a:lnTo>
                <a:lnTo>
                  <a:pt x="27263" y="3129"/>
                </a:lnTo>
                <a:lnTo>
                  <a:pt x="26961" y="3492"/>
                </a:lnTo>
                <a:lnTo>
                  <a:pt x="26698" y="3855"/>
                </a:lnTo>
                <a:lnTo>
                  <a:pt x="26476" y="4198"/>
                </a:lnTo>
                <a:lnTo>
                  <a:pt x="26295" y="4521"/>
                </a:lnTo>
                <a:lnTo>
                  <a:pt x="26133" y="4884"/>
                </a:lnTo>
                <a:lnTo>
                  <a:pt x="25972" y="5247"/>
                </a:lnTo>
                <a:lnTo>
                  <a:pt x="25689" y="5974"/>
                </a:lnTo>
                <a:lnTo>
                  <a:pt x="25447" y="6721"/>
                </a:lnTo>
                <a:lnTo>
                  <a:pt x="25124" y="7649"/>
                </a:lnTo>
                <a:lnTo>
                  <a:pt x="24943" y="8113"/>
                </a:lnTo>
                <a:lnTo>
                  <a:pt x="24741" y="8557"/>
                </a:lnTo>
                <a:lnTo>
                  <a:pt x="24539" y="8981"/>
                </a:lnTo>
                <a:lnTo>
                  <a:pt x="24297" y="9405"/>
                </a:lnTo>
                <a:lnTo>
                  <a:pt x="24014" y="9788"/>
                </a:lnTo>
                <a:lnTo>
                  <a:pt x="23853" y="9990"/>
                </a:lnTo>
                <a:lnTo>
                  <a:pt x="23692" y="10171"/>
                </a:lnTo>
                <a:lnTo>
                  <a:pt x="23409" y="10414"/>
                </a:lnTo>
                <a:lnTo>
                  <a:pt x="23106" y="10676"/>
                </a:lnTo>
                <a:lnTo>
                  <a:pt x="22784" y="10898"/>
                </a:lnTo>
                <a:lnTo>
                  <a:pt x="22420" y="11100"/>
                </a:lnTo>
                <a:lnTo>
                  <a:pt x="22017" y="11301"/>
                </a:lnTo>
                <a:lnTo>
                  <a:pt x="21593" y="11483"/>
                </a:lnTo>
                <a:lnTo>
                  <a:pt x="21129" y="11645"/>
                </a:lnTo>
                <a:lnTo>
                  <a:pt x="20644" y="11786"/>
                </a:lnTo>
                <a:lnTo>
                  <a:pt x="19958" y="11947"/>
                </a:lnTo>
                <a:lnTo>
                  <a:pt x="19272" y="12088"/>
                </a:lnTo>
                <a:lnTo>
                  <a:pt x="18566" y="12210"/>
                </a:lnTo>
                <a:lnTo>
                  <a:pt x="17880" y="12290"/>
                </a:lnTo>
                <a:lnTo>
                  <a:pt x="17173" y="12371"/>
                </a:lnTo>
                <a:lnTo>
                  <a:pt x="16467" y="12432"/>
                </a:lnTo>
                <a:lnTo>
                  <a:pt x="15075" y="12532"/>
                </a:lnTo>
                <a:lnTo>
                  <a:pt x="14106" y="12593"/>
                </a:lnTo>
                <a:lnTo>
                  <a:pt x="12774" y="12694"/>
                </a:lnTo>
                <a:lnTo>
                  <a:pt x="11442" y="12815"/>
                </a:lnTo>
                <a:lnTo>
                  <a:pt x="9142" y="12997"/>
                </a:lnTo>
                <a:lnTo>
                  <a:pt x="7971" y="13077"/>
                </a:lnTo>
                <a:lnTo>
                  <a:pt x="6801" y="13138"/>
                </a:lnTo>
                <a:lnTo>
                  <a:pt x="5630" y="13158"/>
                </a:lnTo>
                <a:lnTo>
                  <a:pt x="4480" y="13158"/>
                </a:lnTo>
                <a:lnTo>
                  <a:pt x="3895" y="13138"/>
                </a:lnTo>
                <a:lnTo>
                  <a:pt x="3310" y="13098"/>
                </a:lnTo>
                <a:lnTo>
                  <a:pt x="2725" y="13057"/>
                </a:lnTo>
                <a:lnTo>
                  <a:pt x="2139" y="12976"/>
                </a:lnTo>
                <a:lnTo>
                  <a:pt x="1857" y="12936"/>
                </a:lnTo>
                <a:lnTo>
                  <a:pt x="1554" y="12855"/>
                </a:lnTo>
                <a:lnTo>
                  <a:pt x="1251" y="12754"/>
                </a:lnTo>
                <a:lnTo>
                  <a:pt x="969" y="12613"/>
                </a:lnTo>
                <a:lnTo>
                  <a:pt x="707" y="12452"/>
                </a:lnTo>
                <a:lnTo>
                  <a:pt x="485" y="12270"/>
                </a:lnTo>
                <a:lnTo>
                  <a:pt x="384" y="12169"/>
                </a:lnTo>
                <a:lnTo>
                  <a:pt x="303" y="12048"/>
                </a:lnTo>
                <a:lnTo>
                  <a:pt x="222" y="11947"/>
                </a:lnTo>
                <a:lnTo>
                  <a:pt x="162" y="11826"/>
                </a:lnTo>
                <a:lnTo>
                  <a:pt x="121" y="11685"/>
                </a:lnTo>
                <a:lnTo>
                  <a:pt x="81" y="11544"/>
                </a:lnTo>
                <a:lnTo>
                  <a:pt x="81" y="11382"/>
                </a:lnTo>
                <a:lnTo>
                  <a:pt x="101" y="11241"/>
                </a:lnTo>
                <a:lnTo>
                  <a:pt x="142" y="11079"/>
                </a:lnTo>
                <a:lnTo>
                  <a:pt x="202" y="10938"/>
                </a:lnTo>
                <a:lnTo>
                  <a:pt x="283" y="10777"/>
                </a:lnTo>
                <a:lnTo>
                  <a:pt x="384" y="10615"/>
                </a:lnTo>
                <a:lnTo>
                  <a:pt x="646" y="10313"/>
                </a:lnTo>
                <a:lnTo>
                  <a:pt x="929" y="10010"/>
                </a:lnTo>
                <a:lnTo>
                  <a:pt x="1272" y="9727"/>
                </a:lnTo>
                <a:lnTo>
                  <a:pt x="1635" y="9465"/>
                </a:lnTo>
                <a:lnTo>
                  <a:pt x="2038" y="9203"/>
                </a:lnTo>
                <a:lnTo>
                  <a:pt x="2422" y="8940"/>
                </a:lnTo>
                <a:lnTo>
                  <a:pt x="3229" y="8476"/>
                </a:lnTo>
                <a:lnTo>
                  <a:pt x="4016" y="7992"/>
                </a:lnTo>
                <a:lnTo>
                  <a:pt x="5005" y="7407"/>
                </a:lnTo>
                <a:lnTo>
                  <a:pt x="6014" y="6821"/>
                </a:lnTo>
                <a:lnTo>
                  <a:pt x="7063" y="6277"/>
                </a:lnTo>
                <a:lnTo>
                  <a:pt x="8153" y="5732"/>
                </a:lnTo>
                <a:lnTo>
                  <a:pt x="9283" y="5207"/>
                </a:lnTo>
                <a:lnTo>
                  <a:pt x="10433" y="4682"/>
                </a:lnTo>
                <a:lnTo>
                  <a:pt x="11644" y="4198"/>
                </a:lnTo>
                <a:lnTo>
                  <a:pt x="12895" y="3714"/>
                </a:lnTo>
                <a:lnTo>
                  <a:pt x="14146" y="3250"/>
                </a:lnTo>
                <a:lnTo>
                  <a:pt x="15438" y="2826"/>
                </a:lnTo>
                <a:lnTo>
                  <a:pt x="16790" y="2382"/>
                </a:lnTo>
                <a:lnTo>
                  <a:pt x="18182" y="1958"/>
                </a:lnTo>
                <a:lnTo>
                  <a:pt x="19151" y="1676"/>
                </a:lnTo>
                <a:lnTo>
                  <a:pt x="20180" y="1393"/>
                </a:lnTo>
                <a:lnTo>
                  <a:pt x="21250" y="1111"/>
                </a:lnTo>
                <a:lnTo>
                  <a:pt x="22380" y="848"/>
                </a:lnTo>
                <a:lnTo>
                  <a:pt x="23550" y="606"/>
                </a:lnTo>
                <a:lnTo>
                  <a:pt x="24761" y="404"/>
                </a:lnTo>
                <a:lnTo>
                  <a:pt x="25972" y="223"/>
                </a:lnTo>
                <a:lnTo>
                  <a:pt x="26598" y="162"/>
                </a:lnTo>
                <a:lnTo>
                  <a:pt x="27223" y="102"/>
                </a:lnTo>
                <a:lnTo>
                  <a:pt x="27647" y="81"/>
                </a:lnTo>
                <a:close/>
                <a:moveTo>
                  <a:pt x="27647" y="1"/>
                </a:moveTo>
                <a:lnTo>
                  <a:pt x="27223" y="21"/>
                </a:lnTo>
                <a:lnTo>
                  <a:pt x="26598" y="81"/>
                </a:lnTo>
                <a:lnTo>
                  <a:pt x="25972" y="142"/>
                </a:lnTo>
                <a:lnTo>
                  <a:pt x="24741" y="324"/>
                </a:lnTo>
                <a:lnTo>
                  <a:pt x="23550" y="525"/>
                </a:lnTo>
                <a:lnTo>
                  <a:pt x="22360" y="767"/>
                </a:lnTo>
                <a:lnTo>
                  <a:pt x="21230" y="1030"/>
                </a:lnTo>
                <a:lnTo>
                  <a:pt x="20160" y="1312"/>
                </a:lnTo>
                <a:lnTo>
                  <a:pt x="19131" y="1595"/>
                </a:lnTo>
                <a:lnTo>
                  <a:pt x="18162" y="1877"/>
                </a:lnTo>
                <a:lnTo>
                  <a:pt x="16750" y="2301"/>
                </a:lnTo>
                <a:lnTo>
                  <a:pt x="15418" y="2745"/>
                </a:lnTo>
                <a:lnTo>
                  <a:pt x="14106" y="3189"/>
                </a:lnTo>
                <a:lnTo>
                  <a:pt x="12855" y="3633"/>
                </a:lnTo>
                <a:lnTo>
                  <a:pt x="11604" y="4117"/>
                </a:lnTo>
                <a:lnTo>
                  <a:pt x="10413" y="4622"/>
                </a:lnTo>
                <a:lnTo>
                  <a:pt x="9243" y="5126"/>
                </a:lnTo>
                <a:lnTo>
                  <a:pt x="8113" y="5651"/>
                </a:lnTo>
                <a:lnTo>
                  <a:pt x="7023" y="6196"/>
                </a:lnTo>
                <a:lnTo>
                  <a:pt x="5974" y="6761"/>
                </a:lnTo>
                <a:lnTo>
                  <a:pt x="4965" y="7326"/>
                </a:lnTo>
                <a:lnTo>
                  <a:pt x="3976" y="7931"/>
                </a:lnTo>
                <a:lnTo>
                  <a:pt x="3189" y="8396"/>
                </a:lnTo>
                <a:lnTo>
                  <a:pt x="2381" y="8880"/>
                </a:lnTo>
                <a:lnTo>
                  <a:pt x="1978" y="9142"/>
                </a:lnTo>
                <a:lnTo>
                  <a:pt x="1594" y="9405"/>
                </a:lnTo>
                <a:lnTo>
                  <a:pt x="1211" y="9667"/>
                </a:lnTo>
                <a:lnTo>
                  <a:pt x="888" y="9949"/>
                </a:lnTo>
                <a:lnTo>
                  <a:pt x="585" y="10252"/>
                </a:lnTo>
                <a:lnTo>
                  <a:pt x="444" y="10414"/>
                </a:lnTo>
                <a:lnTo>
                  <a:pt x="323" y="10575"/>
                </a:lnTo>
                <a:lnTo>
                  <a:pt x="202" y="10736"/>
                </a:lnTo>
                <a:lnTo>
                  <a:pt x="121" y="10898"/>
                </a:lnTo>
                <a:lnTo>
                  <a:pt x="61" y="11059"/>
                </a:lnTo>
                <a:lnTo>
                  <a:pt x="20" y="11241"/>
                </a:lnTo>
                <a:lnTo>
                  <a:pt x="0" y="11382"/>
                </a:lnTo>
                <a:lnTo>
                  <a:pt x="0" y="11544"/>
                </a:lnTo>
                <a:lnTo>
                  <a:pt x="41" y="11705"/>
                </a:lnTo>
                <a:lnTo>
                  <a:pt x="101" y="11867"/>
                </a:lnTo>
                <a:lnTo>
                  <a:pt x="202" y="12048"/>
                </a:lnTo>
                <a:lnTo>
                  <a:pt x="343" y="12230"/>
                </a:lnTo>
                <a:lnTo>
                  <a:pt x="545" y="12411"/>
                </a:lnTo>
                <a:lnTo>
                  <a:pt x="787" y="12593"/>
                </a:lnTo>
                <a:lnTo>
                  <a:pt x="1070" y="12754"/>
                </a:lnTo>
                <a:lnTo>
                  <a:pt x="1393" y="12896"/>
                </a:lnTo>
                <a:lnTo>
                  <a:pt x="1736" y="12997"/>
                </a:lnTo>
                <a:lnTo>
                  <a:pt x="2139" y="13057"/>
                </a:lnTo>
                <a:lnTo>
                  <a:pt x="2947" y="13158"/>
                </a:lnTo>
                <a:lnTo>
                  <a:pt x="3754" y="13198"/>
                </a:lnTo>
                <a:lnTo>
                  <a:pt x="4561" y="13239"/>
                </a:lnTo>
                <a:lnTo>
                  <a:pt x="6135" y="13239"/>
                </a:lnTo>
                <a:lnTo>
                  <a:pt x="6902" y="13219"/>
                </a:lnTo>
                <a:lnTo>
                  <a:pt x="8435" y="13138"/>
                </a:lnTo>
                <a:lnTo>
                  <a:pt x="9949" y="13017"/>
                </a:lnTo>
                <a:lnTo>
                  <a:pt x="11442" y="12896"/>
                </a:lnTo>
                <a:lnTo>
                  <a:pt x="12774" y="12775"/>
                </a:lnTo>
                <a:lnTo>
                  <a:pt x="14106" y="12674"/>
                </a:lnTo>
                <a:lnTo>
                  <a:pt x="15075" y="12613"/>
                </a:lnTo>
                <a:lnTo>
                  <a:pt x="16467" y="12512"/>
                </a:lnTo>
                <a:lnTo>
                  <a:pt x="17173" y="12452"/>
                </a:lnTo>
                <a:lnTo>
                  <a:pt x="17880" y="12371"/>
                </a:lnTo>
                <a:lnTo>
                  <a:pt x="18586" y="12290"/>
                </a:lnTo>
                <a:lnTo>
                  <a:pt x="19272" y="12169"/>
                </a:lnTo>
                <a:lnTo>
                  <a:pt x="19978" y="12028"/>
                </a:lnTo>
                <a:lnTo>
                  <a:pt x="20665" y="11867"/>
                </a:lnTo>
                <a:lnTo>
                  <a:pt x="21149" y="11705"/>
                </a:lnTo>
                <a:lnTo>
                  <a:pt x="21613" y="11544"/>
                </a:lnTo>
                <a:lnTo>
                  <a:pt x="22057" y="11362"/>
                </a:lnTo>
                <a:lnTo>
                  <a:pt x="22461" y="11180"/>
                </a:lnTo>
                <a:lnTo>
                  <a:pt x="22824" y="10958"/>
                </a:lnTo>
                <a:lnTo>
                  <a:pt x="23167" y="10736"/>
                </a:lnTo>
                <a:lnTo>
                  <a:pt x="23470" y="10474"/>
                </a:lnTo>
                <a:lnTo>
                  <a:pt x="23752" y="10212"/>
                </a:lnTo>
                <a:lnTo>
                  <a:pt x="23914" y="10030"/>
                </a:lnTo>
                <a:lnTo>
                  <a:pt x="24075" y="9849"/>
                </a:lnTo>
                <a:lnTo>
                  <a:pt x="24358" y="9445"/>
                </a:lnTo>
                <a:lnTo>
                  <a:pt x="24600" y="9021"/>
                </a:lnTo>
                <a:lnTo>
                  <a:pt x="24822" y="8597"/>
                </a:lnTo>
                <a:lnTo>
                  <a:pt x="25023" y="8133"/>
                </a:lnTo>
                <a:lnTo>
                  <a:pt x="25185" y="7669"/>
                </a:lnTo>
                <a:lnTo>
                  <a:pt x="25508" y="6741"/>
                </a:lnTo>
                <a:lnTo>
                  <a:pt x="25770" y="6014"/>
                </a:lnTo>
                <a:lnTo>
                  <a:pt x="26053" y="5268"/>
                </a:lnTo>
                <a:lnTo>
                  <a:pt x="26194" y="4925"/>
                </a:lnTo>
                <a:lnTo>
                  <a:pt x="26376" y="4561"/>
                </a:lnTo>
                <a:lnTo>
                  <a:pt x="26557" y="4238"/>
                </a:lnTo>
                <a:lnTo>
                  <a:pt x="26759" y="3895"/>
                </a:lnTo>
                <a:lnTo>
                  <a:pt x="27021" y="3532"/>
                </a:lnTo>
                <a:lnTo>
                  <a:pt x="27324" y="3169"/>
                </a:lnTo>
                <a:lnTo>
                  <a:pt x="27627" y="2826"/>
                </a:lnTo>
                <a:lnTo>
                  <a:pt x="27950" y="2503"/>
                </a:lnTo>
                <a:lnTo>
                  <a:pt x="28293" y="2120"/>
                </a:lnTo>
                <a:lnTo>
                  <a:pt x="28656" y="1736"/>
                </a:lnTo>
                <a:lnTo>
                  <a:pt x="28979" y="1333"/>
                </a:lnTo>
                <a:lnTo>
                  <a:pt x="29120" y="1111"/>
                </a:lnTo>
                <a:lnTo>
                  <a:pt x="29261" y="889"/>
                </a:lnTo>
                <a:lnTo>
                  <a:pt x="29362" y="727"/>
                </a:lnTo>
                <a:lnTo>
                  <a:pt x="29382" y="626"/>
                </a:lnTo>
                <a:lnTo>
                  <a:pt x="29382" y="545"/>
                </a:lnTo>
                <a:lnTo>
                  <a:pt x="29362" y="445"/>
                </a:lnTo>
                <a:lnTo>
                  <a:pt x="29322" y="364"/>
                </a:lnTo>
                <a:lnTo>
                  <a:pt x="29261" y="303"/>
                </a:lnTo>
                <a:lnTo>
                  <a:pt x="29201" y="243"/>
                </a:lnTo>
                <a:lnTo>
                  <a:pt x="29059" y="162"/>
                </a:lnTo>
                <a:lnTo>
                  <a:pt x="28918" y="122"/>
                </a:lnTo>
                <a:lnTo>
                  <a:pt x="28716" y="61"/>
                </a:lnTo>
                <a:lnTo>
                  <a:pt x="28494" y="21"/>
                </a:lnTo>
                <a:lnTo>
                  <a:pt x="2829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8" name="Google Shape;2158;p26"/>
          <p:cNvSpPr/>
          <p:nvPr/>
        </p:nvSpPr>
        <p:spPr>
          <a:xfrm flipH="1">
            <a:off x="8614854" y="3704496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9" name="Google Shape;2159;p26"/>
          <p:cNvSpPr/>
          <p:nvPr/>
        </p:nvSpPr>
        <p:spPr>
          <a:xfrm flipH="1">
            <a:off x="8767254" y="242888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0" name="Google Shape;2160;p26"/>
          <p:cNvSpPr/>
          <p:nvPr/>
        </p:nvSpPr>
        <p:spPr>
          <a:xfrm flipH="1">
            <a:off x="8919654" y="166688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1" name="Google Shape;2161;p26"/>
          <p:cNvSpPr/>
          <p:nvPr/>
        </p:nvSpPr>
        <p:spPr>
          <a:xfrm flipH="1">
            <a:off x="8919654" y="456248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2" name="Google Shape;2162;p26"/>
          <p:cNvSpPr/>
          <p:nvPr/>
        </p:nvSpPr>
        <p:spPr>
          <a:xfrm>
            <a:off x="3125286" y="5066798"/>
            <a:ext cx="53445" cy="50368"/>
          </a:xfrm>
          <a:custGeom>
            <a:rect b="b" l="l" r="r" t="t"/>
            <a:pathLst>
              <a:path extrusionOk="0" h="1326" w="1407">
                <a:moveTo>
                  <a:pt x="724" y="1"/>
                </a:moveTo>
                <a:lnTo>
                  <a:pt x="1" y="683"/>
                </a:lnTo>
                <a:lnTo>
                  <a:pt x="21" y="724"/>
                </a:lnTo>
                <a:lnTo>
                  <a:pt x="61" y="744"/>
                </a:lnTo>
                <a:lnTo>
                  <a:pt x="181" y="784"/>
                </a:lnTo>
                <a:lnTo>
                  <a:pt x="322" y="824"/>
                </a:lnTo>
                <a:lnTo>
                  <a:pt x="382" y="864"/>
                </a:lnTo>
                <a:lnTo>
                  <a:pt x="422" y="884"/>
                </a:lnTo>
                <a:lnTo>
                  <a:pt x="503" y="1005"/>
                </a:lnTo>
                <a:lnTo>
                  <a:pt x="583" y="1105"/>
                </a:lnTo>
                <a:lnTo>
                  <a:pt x="704" y="1326"/>
                </a:lnTo>
                <a:lnTo>
                  <a:pt x="1406" y="623"/>
                </a:lnTo>
                <a:lnTo>
                  <a:pt x="7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3" name="Google Shape;2163;p26"/>
          <p:cNvSpPr/>
          <p:nvPr/>
        </p:nvSpPr>
        <p:spPr>
          <a:xfrm>
            <a:off x="2796564" y="4599241"/>
            <a:ext cx="54205" cy="50406"/>
          </a:xfrm>
          <a:custGeom>
            <a:rect b="b" l="l" r="r" t="t"/>
            <a:pathLst>
              <a:path extrusionOk="0" h="1327" w="1427">
                <a:moveTo>
                  <a:pt x="723" y="1"/>
                </a:moveTo>
                <a:lnTo>
                  <a:pt x="1" y="684"/>
                </a:lnTo>
                <a:lnTo>
                  <a:pt x="221" y="784"/>
                </a:lnTo>
                <a:lnTo>
                  <a:pt x="322" y="824"/>
                </a:lnTo>
                <a:lnTo>
                  <a:pt x="422" y="884"/>
                </a:lnTo>
                <a:lnTo>
                  <a:pt x="502" y="1005"/>
                </a:lnTo>
                <a:lnTo>
                  <a:pt x="583" y="1105"/>
                </a:lnTo>
                <a:lnTo>
                  <a:pt x="723" y="1326"/>
                </a:lnTo>
                <a:lnTo>
                  <a:pt x="1426" y="643"/>
                </a:lnTo>
                <a:lnTo>
                  <a:pt x="72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4" name="Google Shape;2164;p26"/>
          <p:cNvSpPr/>
          <p:nvPr/>
        </p:nvSpPr>
        <p:spPr>
          <a:xfrm>
            <a:off x="2963584" y="4599241"/>
            <a:ext cx="50406" cy="48887"/>
          </a:xfrm>
          <a:custGeom>
            <a:rect b="b" l="l" r="r" t="t"/>
            <a:pathLst>
              <a:path extrusionOk="0" h="1287" w="1327">
                <a:moveTo>
                  <a:pt x="664" y="1"/>
                </a:moveTo>
                <a:lnTo>
                  <a:pt x="1" y="664"/>
                </a:lnTo>
                <a:lnTo>
                  <a:pt x="664" y="1286"/>
                </a:lnTo>
                <a:lnTo>
                  <a:pt x="1326" y="623"/>
                </a:lnTo>
                <a:lnTo>
                  <a:pt x="66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5" name="Google Shape;2165;p26"/>
          <p:cNvSpPr/>
          <p:nvPr/>
        </p:nvSpPr>
        <p:spPr>
          <a:xfrm>
            <a:off x="2798083" y="4754865"/>
            <a:ext cx="54205" cy="51888"/>
          </a:xfrm>
          <a:custGeom>
            <a:rect b="b" l="l" r="r" t="t"/>
            <a:pathLst>
              <a:path extrusionOk="0" h="1366" w="1427">
                <a:moveTo>
                  <a:pt x="703" y="0"/>
                </a:moveTo>
                <a:lnTo>
                  <a:pt x="1" y="643"/>
                </a:lnTo>
                <a:lnTo>
                  <a:pt x="744" y="1366"/>
                </a:lnTo>
                <a:lnTo>
                  <a:pt x="784" y="1225"/>
                </a:lnTo>
                <a:lnTo>
                  <a:pt x="844" y="1125"/>
                </a:lnTo>
                <a:lnTo>
                  <a:pt x="924" y="1024"/>
                </a:lnTo>
                <a:lnTo>
                  <a:pt x="1005" y="944"/>
                </a:lnTo>
                <a:lnTo>
                  <a:pt x="1105" y="864"/>
                </a:lnTo>
                <a:lnTo>
                  <a:pt x="1205" y="803"/>
                </a:lnTo>
                <a:lnTo>
                  <a:pt x="1426" y="683"/>
                </a:lnTo>
                <a:lnTo>
                  <a:pt x="1346" y="582"/>
                </a:lnTo>
                <a:lnTo>
                  <a:pt x="1266" y="522"/>
                </a:lnTo>
                <a:lnTo>
                  <a:pt x="1045" y="402"/>
                </a:lnTo>
                <a:lnTo>
                  <a:pt x="964" y="342"/>
                </a:lnTo>
                <a:lnTo>
                  <a:pt x="884" y="281"/>
                </a:lnTo>
                <a:lnTo>
                  <a:pt x="824" y="181"/>
                </a:lnTo>
                <a:lnTo>
                  <a:pt x="804" y="40"/>
                </a:lnTo>
                <a:lnTo>
                  <a:pt x="784" y="20"/>
                </a:lnTo>
                <a:lnTo>
                  <a:pt x="744" y="20"/>
                </a:lnTo>
                <a:lnTo>
                  <a:pt x="70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6" name="Google Shape;2166;p26"/>
          <p:cNvSpPr/>
          <p:nvPr/>
        </p:nvSpPr>
        <p:spPr>
          <a:xfrm>
            <a:off x="2961305" y="4754105"/>
            <a:ext cx="54205" cy="54167"/>
          </a:xfrm>
          <a:custGeom>
            <a:rect b="b" l="l" r="r" t="t"/>
            <a:pathLst>
              <a:path extrusionOk="0" h="1426" w="1427">
                <a:moveTo>
                  <a:pt x="724" y="0"/>
                </a:moveTo>
                <a:lnTo>
                  <a:pt x="1" y="703"/>
                </a:lnTo>
                <a:lnTo>
                  <a:pt x="121" y="743"/>
                </a:lnTo>
                <a:lnTo>
                  <a:pt x="242" y="823"/>
                </a:lnTo>
                <a:lnTo>
                  <a:pt x="342" y="884"/>
                </a:lnTo>
                <a:lnTo>
                  <a:pt x="422" y="984"/>
                </a:lnTo>
                <a:lnTo>
                  <a:pt x="603" y="1185"/>
                </a:lnTo>
                <a:lnTo>
                  <a:pt x="744" y="1426"/>
                </a:lnTo>
                <a:lnTo>
                  <a:pt x="844" y="1165"/>
                </a:lnTo>
                <a:lnTo>
                  <a:pt x="904" y="1064"/>
                </a:lnTo>
                <a:lnTo>
                  <a:pt x="964" y="984"/>
                </a:lnTo>
                <a:lnTo>
                  <a:pt x="1065" y="904"/>
                </a:lnTo>
                <a:lnTo>
                  <a:pt x="1185" y="823"/>
                </a:lnTo>
                <a:lnTo>
                  <a:pt x="1426" y="683"/>
                </a:lnTo>
                <a:lnTo>
                  <a:pt x="72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7" name="Google Shape;2167;p26"/>
          <p:cNvSpPr/>
          <p:nvPr/>
        </p:nvSpPr>
        <p:spPr>
          <a:xfrm>
            <a:off x="3127565" y="4754865"/>
            <a:ext cx="51166" cy="47329"/>
          </a:xfrm>
          <a:custGeom>
            <a:rect b="b" l="l" r="r" t="t"/>
            <a:pathLst>
              <a:path extrusionOk="0" h="1246" w="1347">
                <a:moveTo>
                  <a:pt x="664" y="0"/>
                </a:moveTo>
                <a:lnTo>
                  <a:pt x="1" y="663"/>
                </a:lnTo>
                <a:lnTo>
                  <a:pt x="664" y="1245"/>
                </a:lnTo>
                <a:lnTo>
                  <a:pt x="1346" y="663"/>
                </a:lnTo>
                <a:lnTo>
                  <a:pt x="6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8" name="Google Shape;2168;p26"/>
          <p:cNvSpPr/>
          <p:nvPr/>
        </p:nvSpPr>
        <p:spPr>
          <a:xfrm>
            <a:off x="2790448" y="4905856"/>
            <a:ext cx="64119" cy="55724"/>
          </a:xfrm>
          <a:custGeom>
            <a:rect b="b" l="l" r="r" t="t"/>
            <a:pathLst>
              <a:path extrusionOk="0" h="1467" w="1688">
                <a:moveTo>
                  <a:pt x="864" y="1"/>
                </a:moveTo>
                <a:lnTo>
                  <a:pt x="764" y="262"/>
                </a:lnTo>
                <a:lnTo>
                  <a:pt x="704" y="362"/>
                </a:lnTo>
                <a:lnTo>
                  <a:pt x="643" y="463"/>
                </a:lnTo>
                <a:lnTo>
                  <a:pt x="523" y="543"/>
                </a:lnTo>
                <a:lnTo>
                  <a:pt x="382" y="623"/>
                </a:lnTo>
                <a:lnTo>
                  <a:pt x="1" y="844"/>
                </a:lnTo>
                <a:lnTo>
                  <a:pt x="162" y="864"/>
                </a:lnTo>
                <a:lnTo>
                  <a:pt x="302" y="904"/>
                </a:lnTo>
                <a:lnTo>
                  <a:pt x="423" y="965"/>
                </a:lnTo>
                <a:lnTo>
                  <a:pt x="543" y="1025"/>
                </a:lnTo>
                <a:lnTo>
                  <a:pt x="623" y="1085"/>
                </a:lnTo>
                <a:lnTo>
                  <a:pt x="704" y="1186"/>
                </a:lnTo>
                <a:lnTo>
                  <a:pt x="744" y="1286"/>
                </a:lnTo>
                <a:lnTo>
                  <a:pt x="784" y="1406"/>
                </a:lnTo>
                <a:lnTo>
                  <a:pt x="804" y="1427"/>
                </a:lnTo>
                <a:lnTo>
                  <a:pt x="864" y="1447"/>
                </a:lnTo>
                <a:lnTo>
                  <a:pt x="985" y="1467"/>
                </a:lnTo>
                <a:lnTo>
                  <a:pt x="1045" y="1286"/>
                </a:lnTo>
                <a:lnTo>
                  <a:pt x="1065" y="1206"/>
                </a:lnTo>
                <a:lnTo>
                  <a:pt x="1105" y="1145"/>
                </a:lnTo>
                <a:lnTo>
                  <a:pt x="1246" y="1045"/>
                </a:lnTo>
                <a:lnTo>
                  <a:pt x="1386" y="945"/>
                </a:lnTo>
                <a:lnTo>
                  <a:pt x="1688" y="744"/>
                </a:lnTo>
                <a:lnTo>
                  <a:pt x="1547" y="684"/>
                </a:lnTo>
                <a:lnTo>
                  <a:pt x="1427" y="623"/>
                </a:lnTo>
                <a:lnTo>
                  <a:pt x="1306" y="543"/>
                </a:lnTo>
                <a:lnTo>
                  <a:pt x="1206" y="463"/>
                </a:lnTo>
                <a:lnTo>
                  <a:pt x="1105" y="362"/>
                </a:lnTo>
                <a:lnTo>
                  <a:pt x="1025" y="262"/>
                </a:lnTo>
                <a:lnTo>
                  <a:pt x="86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9" name="Google Shape;2169;p26"/>
          <p:cNvSpPr/>
          <p:nvPr/>
        </p:nvSpPr>
        <p:spPr>
          <a:xfrm>
            <a:off x="2962824" y="4910452"/>
            <a:ext cx="53445" cy="50368"/>
          </a:xfrm>
          <a:custGeom>
            <a:rect b="b" l="l" r="r" t="t"/>
            <a:pathLst>
              <a:path extrusionOk="0" h="1326" w="1407">
                <a:moveTo>
                  <a:pt x="684" y="0"/>
                </a:moveTo>
                <a:lnTo>
                  <a:pt x="1" y="663"/>
                </a:lnTo>
                <a:lnTo>
                  <a:pt x="724" y="1326"/>
                </a:lnTo>
                <a:lnTo>
                  <a:pt x="764" y="1225"/>
                </a:lnTo>
                <a:lnTo>
                  <a:pt x="824" y="1105"/>
                </a:lnTo>
                <a:lnTo>
                  <a:pt x="904" y="1024"/>
                </a:lnTo>
                <a:lnTo>
                  <a:pt x="985" y="944"/>
                </a:lnTo>
                <a:lnTo>
                  <a:pt x="1186" y="804"/>
                </a:lnTo>
                <a:lnTo>
                  <a:pt x="1406" y="683"/>
                </a:lnTo>
                <a:lnTo>
                  <a:pt x="1326" y="583"/>
                </a:lnTo>
                <a:lnTo>
                  <a:pt x="1246" y="522"/>
                </a:lnTo>
                <a:lnTo>
                  <a:pt x="1045" y="402"/>
                </a:lnTo>
                <a:lnTo>
                  <a:pt x="945" y="342"/>
                </a:lnTo>
                <a:lnTo>
                  <a:pt x="864" y="261"/>
                </a:lnTo>
                <a:lnTo>
                  <a:pt x="804" y="161"/>
                </a:lnTo>
                <a:lnTo>
                  <a:pt x="784" y="41"/>
                </a:lnTo>
                <a:lnTo>
                  <a:pt x="764" y="20"/>
                </a:lnTo>
                <a:lnTo>
                  <a:pt x="72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0" name="Google Shape;2170;p26"/>
          <p:cNvSpPr/>
          <p:nvPr/>
        </p:nvSpPr>
        <p:spPr>
          <a:xfrm>
            <a:off x="3127565" y="4911211"/>
            <a:ext cx="51166" cy="48089"/>
          </a:xfrm>
          <a:custGeom>
            <a:rect b="b" l="l" r="r" t="t"/>
            <a:pathLst>
              <a:path extrusionOk="0" h="1266" w="1347">
                <a:moveTo>
                  <a:pt x="664" y="0"/>
                </a:moveTo>
                <a:lnTo>
                  <a:pt x="1" y="623"/>
                </a:lnTo>
                <a:lnTo>
                  <a:pt x="684" y="1265"/>
                </a:lnTo>
                <a:lnTo>
                  <a:pt x="1346" y="603"/>
                </a:lnTo>
                <a:lnTo>
                  <a:pt x="6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1" name="Google Shape;2171;p26"/>
          <p:cNvSpPr/>
          <p:nvPr/>
        </p:nvSpPr>
        <p:spPr>
          <a:xfrm>
            <a:off x="2793525" y="5065279"/>
            <a:ext cx="58003" cy="53445"/>
          </a:xfrm>
          <a:custGeom>
            <a:rect b="b" l="l" r="r" t="t"/>
            <a:pathLst>
              <a:path extrusionOk="0" h="1407" w="1527">
                <a:moveTo>
                  <a:pt x="783" y="1"/>
                </a:moveTo>
                <a:lnTo>
                  <a:pt x="683" y="161"/>
                </a:lnTo>
                <a:lnTo>
                  <a:pt x="623" y="282"/>
                </a:lnTo>
                <a:lnTo>
                  <a:pt x="542" y="362"/>
                </a:lnTo>
                <a:lnTo>
                  <a:pt x="422" y="442"/>
                </a:lnTo>
                <a:lnTo>
                  <a:pt x="301" y="523"/>
                </a:lnTo>
                <a:lnTo>
                  <a:pt x="0" y="663"/>
                </a:lnTo>
                <a:lnTo>
                  <a:pt x="301" y="844"/>
                </a:lnTo>
                <a:lnTo>
                  <a:pt x="422" y="904"/>
                </a:lnTo>
                <a:lnTo>
                  <a:pt x="542" y="984"/>
                </a:lnTo>
                <a:lnTo>
                  <a:pt x="582" y="1045"/>
                </a:lnTo>
                <a:lnTo>
                  <a:pt x="603" y="1105"/>
                </a:lnTo>
                <a:lnTo>
                  <a:pt x="643" y="1225"/>
                </a:lnTo>
                <a:lnTo>
                  <a:pt x="683" y="1346"/>
                </a:lnTo>
                <a:lnTo>
                  <a:pt x="703" y="1386"/>
                </a:lnTo>
                <a:lnTo>
                  <a:pt x="763" y="1406"/>
                </a:lnTo>
                <a:lnTo>
                  <a:pt x="1526" y="683"/>
                </a:lnTo>
                <a:lnTo>
                  <a:pt x="7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2" name="Google Shape;2172;p26"/>
          <p:cNvSpPr/>
          <p:nvPr/>
        </p:nvSpPr>
        <p:spPr>
          <a:xfrm>
            <a:off x="2962065" y="5066038"/>
            <a:ext cx="53445" cy="50368"/>
          </a:xfrm>
          <a:custGeom>
            <a:rect b="b" l="l" r="r" t="t"/>
            <a:pathLst>
              <a:path extrusionOk="0" h="1326" w="1407">
                <a:moveTo>
                  <a:pt x="704" y="1"/>
                </a:moveTo>
                <a:lnTo>
                  <a:pt x="1" y="663"/>
                </a:lnTo>
                <a:lnTo>
                  <a:pt x="704" y="1326"/>
                </a:lnTo>
                <a:lnTo>
                  <a:pt x="1406" y="663"/>
                </a:lnTo>
                <a:lnTo>
                  <a:pt x="70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3" name="Google Shape;2173;p26"/>
          <p:cNvSpPr/>
          <p:nvPr/>
        </p:nvSpPr>
        <p:spPr>
          <a:xfrm>
            <a:off x="3128363" y="4600038"/>
            <a:ext cx="50368" cy="46532"/>
          </a:xfrm>
          <a:custGeom>
            <a:rect b="b" l="l" r="r" t="t"/>
            <a:pathLst>
              <a:path extrusionOk="0" h="1225" w="1326">
                <a:moveTo>
                  <a:pt x="643" y="0"/>
                </a:moveTo>
                <a:lnTo>
                  <a:pt x="0" y="622"/>
                </a:lnTo>
                <a:lnTo>
                  <a:pt x="643" y="1225"/>
                </a:lnTo>
                <a:lnTo>
                  <a:pt x="1325" y="643"/>
                </a:lnTo>
                <a:lnTo>
                  <a:pt x="64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4" name="Google Shape;2174;p26"/>
          <p:cNvSpPr/>
          <p:nvPr/>
        </p:nvSpPr>
        <p:spPr>
          <a:xfrm>
            <a:off x="3292344" y="4602317"/>
            <a:ext cx="49608" cy="44253"/>
          </a:xfrm>
          <a:custGeom>
            <a:rect b="b" l="l" r="r" t="t"/>
            <a:pathLst>
              <a:path extrusionOk="0" h="1165" w="1306">
                <a:moveTo>
                  <a:pt x="663" y="0"/>
                </a:moveTo>
                <a:lnTo>
                  <a:pt x="0" y="562"/>
                </a:lnTo>
                <a:lnTo>
                  <a:pt x="643" y="1165"/>
                </a:lnTo>
                <a:lnTo>
                  <a:pt x="1305" y="58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5" name="Google Shape;2175;p26"/>
          <p:cNvSpPr/>
          <p:nvPr/>
        </p:nvSpPr>
        <p:spPr>
          <a:xfrm>
            <a:off x="2634862" y="4600038"/>
            <a:ext cx="53445" cy="54167"/>
          </a:xfrm>
          <a:custGeom>
            <a:rect b="b" l="l" r="r" t="t"/>
            <a:pathLst>
              <a:path extrusionOk="0" h="1426" w="1407">
                <a:moveTo>
                  <a:pt x="683" y="0"/>
                </a:moveTo>
                <a:lnTo>
                  <a:pt x="1" y="622"/>
                </a:lnTo>
                <a:lnTo>
                  <a:pt x="804" y="1426"/>
                </a:lnTo>
                <a:lnTo>
                  <a:pt x="804" y="1265"/>
                </a:lnTo>
                <a:lnTo>
                  <a:pt x="824" y="1145"/>
                </a:lnTo>
                <a:lnTo>
                  <a:pt x="864" y="1024"/>
                </a:lnTo>
                <a:lnTo>
                  <a:pt x="904" y="944"/>
                </a:lnTo>
                <a:lnTo>
                  <a:pt x="985" y="884"/>
                </a:lnTo>
                <a:lnTo>
                  <a:pt x="1065" y="823"/>
                </a:lnTo>
                <a:lnTo>
                  <a:pt x="1165" y="783"/>
                </a:lnTo>
                <a:lnTo>
                  <a:pt x="1286" y="763"/>
                </a:lnTo>
                <a:lnTo>
                  <a:pt x="1326" y="743"/>
                </a:lnTo>
                <a:lnTo>
                  <a:pt x="1366" y="703"/>
                </a:lnTo>
                <a:lnTo>
                  <a:pt x="1386" y="683"/>
                </a:lnTo>
                <a:lnTo>
                  <a:pt x="1406" y="643"/>
                </a:lnTo>
                <a:lnTo>
                  <a:pt x="1386" y="602"/>
                </a:lnTo>
                <a:lnTo>
                  <a:pt x="1366" y="562"/>
                </a:lnTo>
                <a:lnTo>
                  <a:pt x="1306" y="502"/>
                </a:lnTo>
                <a:lnTo>
                  <a:pt x="1145" y="442"/>
                </a:lnTo>
                <a:lnTo>
                  <a:pt x="985" y="361"/>
                </a:lnTo>
                <a:lnTo>
                  <a:pt x="924" y="321"/>
                </a:lnTo>
                <a:lnTo>
                  <a:pt x="864" y="261"/>
                </a:lnTo>
                <a:lnTo>
                  <a:pt x="824" y="181"/>
                </a:lnTo>
                <a:lnTo>
                  <a:pt x="804" y="80"/>
                </a:lnTo>
                <a:lnTo>
                  <a:pt x="784" y="40"/>
                </a:lnTo>
                <a:lnTo>
                  <a:pt x="744" y="20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6" name="Google Shape;2176;p26"/>
          <p:cNvSpPr/>
          <p:nvPr/>
        </p:nvSpPr>
        <p:spPr>
          <a:xfrm>
            <a:off x="2634862" y="4754865"/>
            <a:ext cx="52685" cy="49608"/>
          </a:xfrm>
          <a:custGeom>
            <a:rect b="b" l="l" r="r" t="t"/>
            <a:pathLst>
              <a:path extrusionOk="0" h="1306" w="1387">
                <a:moveTo>
                  <a:pt x="663" y="0"/>
                </a:moveTo>
                <a:lnTo>
                  <a:pt x="583" y="60"/>
                </a:lnTo>
                <a:lnTo>
                  <a:pt x="523" y="141"/>
                </a:lnTo>
                <a:lnTo>
                  <a:pt x="422" y="301"/>
                </a:lnTo>
                <a:lnTo>
                  <a:pt x="342" y="382"/>
                </a:lnTo>
                <a:lnTo>
                  <a:pt x="262" y="462"/>
                </a:lnTo>
                <a:lnTo>
                  <a:pt x="161" y="522"/>
                </a:lnTo>
                <a:lnTo>
                  <a:pt x="41" y="542"/>
                </a:lnTo>
                <a:lnTo>
                  <a:pt x="21" y="562"/>
                </a:lnTo>
                <a:lnTo>
                  <a:pt x="21" y="603"/>
                </a:lnTo>
                <a:lnTo>
                  <a:pt x="1" y="643"/>
                </a:lnTo>
                <a:lnTo>
                  <a:pt x="663" y="1305"/>
                </a:lnTo>
                <a:lnTo>
                  <a:pt x="1386" y="66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7" name="Google Shape;2177;p26"/>
          <p:cNvSpPr/>
          <p:nvPr/>
        </p:nvSpPr>
        <p:spPr>
          <a:xfrm>
            <a:off x="3290787" y="5066798"/>
            <a:ext cx="51925" cy="48089"/>
          </a:xfrm>
          <a:custGeom>
            <a:rect b="b" l="l" r="r" t="t"/>
            <a:pathLst>
              <a:path extrusionOk="0" h="1266" w="1367">
                <a:moveTo>
                  <a:pt x="704" y="1"/>
                </a:moveTo>
                <a:lnTo>
                  <a:pt x="1" y="623"/>
                </a:lnTo>
                <a:lnTo>
                  <a:pt x="704" y="1266"/>
                </a:lnTo>
                <a:lnTo>
                  <a:pt x="1366" y="643"/>
                </a:lnTo>
                <a:lnTo>
                  <a:pt x="70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8" name="Google Shape;2178;p26"/>
          <p:cNvSpPr/>
          <p:nvPr/>
        </p:nvSpPr>
        <p:spPr>
          <a:xfrm>
            <a:off x="2633342" y="5066038"/>
            <a:ext cx="55724" cy="53445"/>
          </a:xfrm>
          <a:custGeom>
            <a:rect b="b" l="l" r="r" t="t"/>
            <a:pathLst>
              <a:path extrusionOk="0" h="1407" w="1467">
                <a:moveTo>
                  <a:pt x="703" y="1"/>
                </a:moveTo>
                <a:lnTo>
                  <a:pt x="0" y="663"/>
                </a:lnTo>
                <a:lnTo>
                  <a:pt x="804" y="1406"/>
                </a:lnTo>
                <a:lnTo>
                  <a:pt x="824" y="1246"/>
                </a:lnTo>
                <a:lnTo>
                  <a:pt x="864" y="1125"/>
                </a:lnTo>
                <a:lnTo>
                  <a:pt x="944" y="1025"/>
                </a:lnTo>
                <a:lnTo>
                  <a:pt x="1045" y="944"/>
                </a:lnTo>
                <a:lnTo>
                  <a:pt x="1145" y="884"/>
                </a:lnTo>
                <a:lnTo>
                  <a:pt x="1245" y="824"/>
                </a:lnTo>
                <a:lnTo>
                  <a:pt x="1466" y="683"/>
                </a:lnTo>
                <a:lnTo>
                  <a:pt x="70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9" name="Google Shape;2179;p26"/>
          <p:cNvSpPr/>
          <p:nvPr/>
        </p:nvSpPr>
        <p:spPr>
          <a:xfrm>
            <a:off x="3291584" y="4757144"/>
            <a:ext cx="51128" cy="45050"/>
          </a:xfrm>
          <a:custGeom>
            <a:rect b="b" l="l" r="r" t="t"/>
            <a:pathLst>
              <a:path extrusionOk="0" h="1186" w="1346">
                <a:moveTo>
                  <a:pt x="663" y="0"/>
                </a:moveTo>
                <a:lnTo>
                  <a:pt x="0" y="583"/>
                </a:lnTo>
                <a:lnTo>
                  <a:pt x="663" y="1185"/>
                </a:lnTo>
                <a:lnTo>
                  <a:pt x="1345" y="60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26"/>
          <p:cNvSpPr/>
          <p:nvPr/>
        </p:nvSpPr>
        <p:spPr>
          <a:xfrm>
            <a:off x="2468601" y="5064519"/>
            <a:ext cx="58763" cy="54964"/>
          </a:xfrm>
          <a:custGeom>
            <a:rect b="b" l="l" r="r" t="t"/>
            <a:pathLst>
              <a:path extrusionOk="0" h="1447" w="1547">
                <a:moveTo>
                  <a:pt x="763" y="0"/>
                </a:moveTo>
                <a:lnTo>
                  <a:pt x="0" y="703"/>
                </a:lnTo>
                <a:lnTo>
                  <a:pt x="804" y="1446"/>
                </a:lnTo>
                <a:lnTo>
                  <a:pt x="824" y="1306"/>
                </a:lnTo>
                <a:lnTo>
                  <a:pt x="884" y="1165"/>
                </a:lnTo>
                <a:lnTo>
                  <a:pt x="964" y="1065"/>
                </a:lnTo>
                <a:lnTo>
                  <a:pt x="1065" y="984"/>
                </a:lnTo>
                <a:lnTo>
                  <a:pt x="1165" y="904"/>
                </a:lnTo>
                <a:lnTo>
                  <a:pt x="1285" y="844"/>
                </a:lnTo>
                <a:lnTo>
                  <a:pt x="1546" y="683"/>
                </a:lnTo>
                <a:lnTo>
                  <a:pt x="1245" y="543"/>
                </a:lnTo>
                <a:lnTo>
                  <a:pt x="1125" y="482"/>
                </a:lnTo>
                <a:lnTo>
                  <a:pt x="1024" y="402"/>
                </a:lnTo>
                <a:lnTo>
                  <a:pt x="944" y="322"/>
                </a:lnTo>
                <a:lnTo>
                  <a:pt x="864" y="201"/>
                </a:lnTo>
                <a:lnTo>
                  <a:pt x="7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26"/>
          <p:cNvSpPr/>
          <p:nvPr/>
        </p:nvSpPr>
        <p:spPr>
          <a:xfrm>
            <a:off x="3290787" y="4912731"/>
            <a:ext cx="51925" cy="46570"/>
          </a:xfrm>
          <a:custGeom>
            <a:rect b="b" l="l" r="r" t="t"/>
            <a:pathLst>
              <a:path extrusionOk="0" h="1226" w="1367">
                <a:moveTo>
                  <a:pt x="704" y="1"/>
                </a:moveTo>
                <a:lnTo>
                  <a:pt x="1" y="583"/>
                </a:lnTo>
                <a:lnTo>
                  <a:pt x="704" y="1225"/>
                </a:lnTo>
                <a:lnTo>
                  <a:pt x="1366" y="583"/>
                </a:lnTo>
                <a:lnTo>
                  <a:pt x="70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26"/>
          <p:cNvSpPr/>
          <p:nvPr/>
        </p:nvSpPr>
        <p:spPr>
          <a:xfrm>
            <a:off x="2634102" y="4909692"/>
            <a:ext cx="53445" cy="54964"/>
          </a:xfrm>
          <a:custGeom>
            <a:rect b="b" l="l" r="r" t="t"/>
            <a:pathLst>
              <a:path extrusionOk="0" h="1447" w="1407">
                <a:moveTo>
                  <a:pt x="683" y="0"/>
                </a:moveTo>
                <a:lnTo>
                  <a:pt x="603" y="81"/>
                </a:lnTo>
                <a:lnTo>
                  <a:pt x="543" y="161"/>
                </a:lnTo>
                <a:lnTo>
                  <a:pt x="422" y="342"/>
                </a:lnTo>
                <a:lnTo>
                  <a:pt x="362" y="422"/>
                </a:lnTo>
                <a:lnTo>
                  <a:pt x="262" y="482"/>
                </a:lnTo>
                <a:lnTo>
                  <a:pt x="161" y="542"/>
                </a:lnTo>
                <a:lnTo>
                  <a:pt x="41" y="563"/>
                </a:lnTo>
                <a:lnTo>
                  <a:pt x="21" y="583"/>
                </a:lnTo>
                <a:lnTo>
                  <a:pt x="21" y="643"/>
                </a:lnTo>
                <a:lnTo>
                  <a:pt x="1" y="763"/>
                </a:lnTo>
                <a:lnTo>
                  <a:pt x="221" y="864"/>
                </a:lnTo>
                <a:lnTo>
                  <a:pt x="322" y="904"/>
                </a:lnTo>
                <a:lnTo>
                  <a:pt x="422" y="964"/>
                </a:lnTo>
                <a:lnTo>
                  <a:pt x="503" y="1085"/>
                </a:lnTo>
                <a:lnTo>
                  <a:pt x="563" y="1185"/>
                </a:lnTo>
                <a:lnTo>
                  <a:pt x="703" y="1446"/>
                </a:lnTo>
                <a:lnTo>
                  <a:pt x="1406" y="683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26"/>
          <p:cNvSpPr/>
          <p:nvPr/>
        </p:nvSpPr>
        <p:spPr>
          <a:xfrm>
            <a:off x="2470121" y="4901297"/>
            <a:ext cx="57243" cy="60282"/>
          </a:xfrm>
          <a:custGeom>
            <a:rect b="b" l="l" r="r" t="t"/>
            <a:pathLst>
              <a:path extrusionOk="0" h="1587" w="1507">
                <a:moveTo>
                  <a:pt x="683" y="0"/>
                </a:moveTo>
                <a:lnTo>
                  <a:pt x="563" y="302"/>
                </a:lnTo>
                <a:lnTo>
                  <a:pt x="502" y="422"/>
                </a:lnTo>
                <a:lnTo>
                  <a:pt x="422" y="522"/>
                </a:lnTo>
                <a:lnTo>
                  <a:pt x="342" y="623"/>
                </a:lnTo>
                <a:lnTo>
                  <a:pt x="262" y="683"/>
                </a:lnTo>
                <a:lnTo>
                  <a:pt x="161" y="743"/>
                </a:lnTo>
                <a:lnTo>
                  <a:pt x="41" y="784"/>
                </a:lnTo>
                <a:lnTo>
                  <a:pt x="21" y="804"/>
                </a:lnTo>
                <a:lnTo>
                  <a:pt x="0" y="844"/>
                </a:lnTo>
                <a:lnTo>
                  <a:pt x="0" y="904"/>
                </a:lnTo>
                <a:lnTo>
                  <a:pt x="764" y="1587"/>
                </a:lnTo>
                <a:lnTo>
                  <a:pt x="824" y="1406"/>
                </a:lnTo>
                <a:lnTo>
                  <a:pt x="864" y="1306"/>
                </a:lnTo>
                <a:lnTo>
                  <a:pt x="904" y="1245"/>
                </a:lnTo>
                <a:lnTo>
                  <a:pt x="1045" y="1165"/>
                </a:lnTo>
                <a:lnTo>
                  <a:pt x="1185" y="1065"/>
                </a:lnTo>
                <a:lnTo>
                  <a:pt x="1506" y="884"/>
                </a:lnTo>
                <a:lnTo>
                  <a:pt x="1225" y="743"/>
                </a:lnTo>
                <a:lnTo>
                  <a:pt x="1105" y="663"/>
                </a:lnTo>
                <a:lnTo>
                  <a:pt x="1004" y="583"/>
                </a:lnTo>
                <a:lnTo>
                  <a:pt x="904" y="482"/>
                </a:lnTo>
                <a:lnTo>
                  <a:pt x="824" y="342"/>
                </a:lnTo>
                <a:lnTo>
                  <a:pt x="743" y="201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26"/>
          <p:cNvSpPr/>
          <p:nvPr/>
        </p:nvSpPr>
        <p:spPr>
          <a:xfrm>
            <a:off x="2302341" y="5065279"/>
            <a:ext cx="58003" cy="51128"/>
          </a:xfrm>
          <a:custGeom>
            <a:rect b="b" l="l" r="r" t="t"/>
            <a:pathLst>
              <a:path extrusionOk="0" h="1346" w="1527">
                <a:moveTo>
                  <a:pt x="783" y="1"/>
                </a:moveTo>
                <a:lnTo>
                  <a:pt x="0" y="723"/>
                </a:lnTo>
                <a:lnTo>
                  <a:pt x="221" y="824"/>
                </a:lnTo>
                <a:lnTo>
                  <a:pt x="422" y="944"/>
                </a:lnTo>
                <a:lnTo>
                  <a:pt x="522" y="1025"/>
                </a:lnTo>
                <a:lnTo>
                  <a:pt x="582" y="1105"/>
                </a:lnTo>
                <a:lnTo>
                  <a:pt x="643" y="1205"/>
                </a:lnTo>
                <a:lnTo>
                  <a:pt x="703" y="1326"/>
                </a:lnTo>
                <a:lnTo>
                  <a:pt x="723" y="1346"/>
                </a:lnTo>
                <a:lnTo>
                  <a:pt x="783" y="1346"/>
                </a:lnTo>
                <a:lnTo>
                  <a:pt x="1526" y="663"/>
                </a:lnTo>
                <a:lnTo>
                  <a:pt x="7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5" name="Google Shape;2185;p26"/>
          <p:cNvSpPr/>
          <p:nvPr/>
        </p:nvSpPr>
        <p:spPr>
          <a:xfrm>
            <a:off x="2304620" y="4910452"/>
            <a:ext cx="54926" cy="50368"/>
          </a:xfrm>
          <a:custGeom>
            <a:rect b="b" l="l" r="r" t="t"/>
            <a:pathLst>
              <a:path extrusionOk="0" h="1326" w="1446">
                <a:moveTo>
                  <a:pt x="703" y="0"/>
                </a:moveTo>
                <a:lnTo>
                  <a:pt x="0" y="663"/>
                </a:lnTo>
                <a:lnTo>
                  <a:pt x="723" y="1326"/>
                </a:lnTo>
                <a:lnTo>
                  <a:pt x="1446" y="663"/>
                </a:lnTo>
                <a:lnTo>
                  <a:pt x="70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6" name="Google Shape;2186;p26"/>
          <p:cNvSpPr/>
          <p:nvPr/>
        </p:nvSpPr>
        <p:spPr>
          <a:xfrm>
            <a:off x="3454806" y="5069077"/>
            <a:ext cx="52647" cy="44291"/>
          </a:xfrm>
          <a:custGeom>
            <a:rect b="b" l="l" r="r" t="t"/>
            <a:pathLst>
              <a:path extrusionOk="0" h="1166" w="1386">
                <a:moveTo>
                  <a:pt x="683" y="1"/>
                </a:moveTo>
                <a:lnTo>
                  <a:pt x="0" y="563"/>
                </a:lnTo>
                <a:lnTo>
                  <a:pt x="723" y="1166"/>
                </a:lnTo>
                <a:lnTo>
                  <a:pt x="1386" y="543"/>
                </a:lnTo>
                <a:lnTo>
                  <a:pt x="6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7" name="Google Shape;2187;p26"/>
          <p:cNvSpPr/>
          <p:nvPr/>
        </p:nvSpPr>
        <p:spPr>
          <a:xfrm>
            <a:off x="2468601" y="4756385"/>
            <a:ext cx="56484" cy="48849"/>
          </a:xfrm>
          <a:custGeom>
            <a:rect b="b" l="l" r="r" t="t"/>
            <a:pathLst>
              <a:path extrusionOk="0" h="1286" w="1487">
                <a:moveTo>
                  <a:pt x="743" y="0"/>
                </a:moveTo>
                <a:lnTo>
                  <a:pt x="0" y="623"/>
                </a:lnTo>
                <a:lnTo>
                  <a:pt x="783" y="1285"/>
                </a:lnTo>
                <a:lnTo>
                  <a:pt x="884" y="1085"/>
                </a:lnTo>
                <a:lnTo>
                  <a:pt x="944" y="984"/>
                </a:lnTo>
                <a:lnTo>
                  <a:pt x="1004" y="884"/>
                </a:lnTo>
                <a:lnTo>
                  <a:pt x="1125" y="824"/>
                </a:lnTo>
                <a:lnTo>
                  <a:pt x="1245" y="763"/>
                </a:lnTo>
                <a:lnTo>
                  <a:pt x="1486" y="643"/>
                </a:lnTo>
                <a:lnTo>
                  <a:pt x="74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8" name="Google Shape;2188;p26"/>
          <p:cNvSpPr/>
          <p:nvPr/>
        </p:nvSpPr>
        <p:spPr>
          <a:xfrm>
            <a:off x="2466322" y="4600798"/>
            <a:ext cx="55686" cy="46532"/>
          </a:xfrm>
          <a:custGeom>
            <a:rect b="b" l="l" r="r" t="t"/>
            <a:pathLst>
              <a:path extrusionOk="0" h="1225" w="1466">
                <a:moveTo>
                  <a:pt x="783" y="0"/>
                </a:moveTo>
                <a:lnTo>
                  <a:pt x="0" y="663"/>
                </a:lnTo>
                <a:lnTo>
                  <a:pt x="221" y="743"/>
                </a:lnTo>
                <a:lnTo>
                  <a:pt x="341" y="783"/>
                </a:lnTo>
                <a:lnTo>
                  <a:pt x="422" y="843"/>
                </a:lnTo>
                <a:lnTo>
                  <a:pt x="522" y="924"/>
                </a:lnTo>
                <a:lnTo>
                  <a:pt x="582" y="1004"/>
                </a:lnTo>
                <a:lnTo>
                  <a:pt x="643" y="1084"/>
                </a:lnTo>
                <a:lnTo>
                  <a:pt x="703" y="1205"/>
                </a:lnTo>
                <a:lnTo>
                  <a:pt x="723" y="1225"/>
                </a:lnTo>
                <a:lnTo>
                  <a:pt x="783" y="1225"/>
                </a:lnTo>
                <a:lnTo>
                  <a:pt x="1466" y="602"/>
                </a:lnTo>
                <a:lnTo>
                  <a:pt x="7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9" name="Google Shape;2189;p26"/>
          <p:cNvSpPr/>
          <p:nvPr/>
        </p:nvSpPr>
        <p:spPr>
          <a:xfrm>
            <a:off x="3453249" y="4914250"/>
            <a:ext cx="54205" cy="44291"/>
          </a:xfrm>
          <a:custGeom>
            <a:rect b="b" l="l" r="r" t="t"/>
            <a:pathLst>
              <a:path extrusionOk="0" h="1166" w="1427">
                <a:moveTo>
                  <a:pt x="724" y="1"/>
                </a:moveTo>
                <a:lnTo>
                  <a:pt x="1" y="603"/>
                </a:lnTo>
                <a:lnTo>
                  <a:pt x="242" y="683"/>
                </a:lnTo>
                <a:lnTo>
                  <a:pt x="342" y="724"/>
                </a:lnTo>
                <a:lnTo>
                  <a:pt x="423" y="784"/>
                </a:lnTo>
                <a:lnTo>
                  <a:pt x="503" y="864"/>
                </a:lnTo>
                <a:lnTo>
                  <a:pt x="563" y="965"/>
                </a:lnTo>
                <a:lnTo>
                  <a:pt x="684" y="1165"/>
                </a:lnTo>
                <a:lnTo>
                  <a:pt x="1427" y="543"/>
                </a:lnTo>
                <a:lnTo>
                  <a:pt x="7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0" name="Google Shape;2190;p26"/>
          <p:cNvSpPr/>
          <p:nvPr/>
        </p:nvSpPr>
        <p:spPr>
          <a:xfrm>
            <a:off x="3455566" y="4758664"/>
            <a:ext cx="45772" cy="42733"/>
          </a:xfrm>
          <a:custGeom>
            <a:rect b="b" l="l" r="r" t="t"/>
            <a:pathLst>
              <a:path extrusionOk="0" h="1125" w="1205">
                <a:moveTo>
                  <a:pt x="663" y="1"/>
                </a:moveTo>
                <a:lnTo>
                  <a:pt x="0" y="543"/>
                </a:lnTo>
                <a:lnTo>
                  <a:pt x="703" y="1125"/>
                </a:lnTo>
                <a:lnTo>
                  <a:pt x="1205" y="663"/>
                </a:lnTo>
                <a:lnTo>
                  <a:pt x="66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1" name="Google Shape;2191;p26"/>
          <p:cNvSpPr/>
          <p:nvPr/>
        </p:nvSpPr>
        <p:spPr>
          <a:xfrm>
            <a:off x="2306140" y="4754105"/>
            <a:ext cx="53407" cy="49608"/>
          </a:xfrm>
          <a:custGeom>
            <a:rect b="b" l="l" r="r" t="t"/>
            <a:pathLst>
              <a:path extrusionOk="0" h="1306" w="1406">
                <a:moveTo>
                  <a:pt x="663" y="0"/>
                </a:moveTo>
                <a:lnTo>
                  <a:pt x="563" y="161"/>
                </a:lnTo>
                <a:lnTo>
                  <a:pt x="502" y="261"/>
                </a:lnTo>
                <a:lnTo>
                  <a:pt x="422" y="341"/>
                </a:lnTo>
                <a:lnTo>
                  <a:pt x="322" y="422"/>
                </a:lnTo>
                <a:lnTo>
                  <a:pt x="221" y="502"/>
                </a:lnTo>
                <a:lnTo>
                  <a:pt x="0" y="663"/>
                </a:lnTo>
                <a:lnTo>
                  <a:pt x="683" y="1305"/>
                </a:lnTo>
                <a:lnTo>
                  <a:pt x="1406" y="66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2" name="Google Shape;2192;p26"/>
          <p:cNvSpPr/>
          <p:nvPr/>
        </p:nvSpPr>
        <p:spPr>
          <a:xfrm>
            <a:off x="2306899" y="4599241"/>
            <a:ext cx="54964" cy="48089"/>
          </a:xfrm>
          <a:custGeom>
            <a:rect b="b" l="l" r="r" t="t"/>
            <a:pathLst>
              <a:path extrusionOk="0" h="1266" w="1447">
                <a:moveTo>
                  <a:pt x="683" y="1"/>
                </a:moveTo>
                <a:lnTo>
                  <a:pt x="0" y="664"/>
                </a:lnTo>
                <a:lnTo>
                  <a:pt x="663" y="1266"/>
                </a:lnTo>
                <a:lnTo>
                  <a:pt x="1446" y="603"/>
                </a:lnTo>
                <a:lnTo>
                  <a:pt x="1165" y="503"/>
                </a:lnTo>
                <a:lnTo>
                  <a:pt x="1065" y="443"/>
                </a:lnTo>
                <a:lnTo>
                  <a:pt x="964" y="382"/>
                </a:lnTo>
                <a:lnTo>
                  <a:pt x="884" y="282"/>
                </a:lnTo>
                <a:lnTo>
                  <a:pt x="804" y="182"/>
                </a:lnTo>
                <a:lnTo>
                  <a:pt x="6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3" name="Google Shape;2193;p26"/>
          <p:cNvSpPr/>
          <p:nvPr/>
        </p:nvSpPr>
        <p:spPr>
          <a:xfrm>
            <a:off x="3456325" y="4603077"/>
            <a:ext cx="44253" cy="41214"/>
          </a:xfrm>
          <a:custGeom>
            <a:rect b="b" l="l" r="r" t="t"/>
            <a:pathLst>
              <a:path extrusionOk="0" h="1085" w="1165">
                <a:moveTo>
                  <a:pt x="643" y="0"/>
                </a:moveTo>
                <a:lnTo>
                  <a:pt x="0" y="563"/>
                </a:lnTo>
                <a:lnTo>
                  <a:pt x="443" y="911"/>
                </a:lnTo>
                <a:lnTo>
                  <a:pt x="443" y="911"/>
                </a:lnTo>
                <a:lnTo>
                  <a:pt x="1165" y="462"/>
                </a:lnTo>
                <a:lnTo>
                  <a:pt x="643" y="0"/>
                </a:lnTo>
                <a:close/>
                <a:moveTo>
                  <a:pt x="443" y="911"/>
                </a:moveTo>
                <a:lnTo>
                  <a:pt x="422" y="924"/>
                </a:lnTo>
                <a:lnTo>
                  <a:pt x="663" y="1085"/>
                </a:lnTo>
                <a:lnTo>
                  <a:pt x="443" y="91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">
    <p:spTree>
      <p:nvGrpSpPr>
        <p:cNvPr id="2194" name="Shape 2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5" name="Google Shape;2195;p27"/>
          <p:cNvSpPr txBox="1"/>
          <p:nvPr>
            <p:ph idx="1" type="subTitle"/>
          </p:nvPr>
        </p:nvSpPr>
        <p:spPr>
          <a:xfrm>
            <a:off x="993600" y="2818403"/>
            <a:ext cx="20118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9pPr>
          </a:lstStyle>
          <a:p/>
        </p:txBody>
      </p:sp>
      <p:sp>
        <p:nvSpPr>
          <p:cNvPr id="2196" name="Google Shape;2196;p27"/>
          <p:cNvSpPr txBox="1"/>
          <p:nvPr>
            <p:ph idx="2" type="subTitle"/>
          </p:nvPr>
        </p:nvSpPr>
        <p:spPr>
          <a:xfrm>
            <a:off x="993600" y="3259225"/>
            <a:ext cx="20118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197" name="Google Shape;2197;p27"/>
          <p:cNvSpPr txBox="1"/>
          <p:nvPr>
            <p:ph idx="3" type="subTitle"/>
          </p:nvPr>
        </p:nvSpPr>
        <p:spPr>
          <a:xfrm>
            <a:off x="3566100" y="2818403"/>
            <a:ext cx="20118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9pPr>
          </a:lstStyle>
          <a:p/>
        </p:txBody>
      </p:sp>
      <p:sp>
        <p:nvSpPr>
          <p:cNvPr id="2198" name="Google Shape;2198;p27"/>
          <p:cNvSpPr txBox="1"/>
          <p:nvPr>
            <p:ph idx="4" type="subTitle"/>
          </p:nvPr>
        </p:nvSpPr>
        <p:spPr>
          <a:xfrm>
            <a:off x="3566100" y="3259220"/>
            <a:ext cx="20118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199" name="Google Shape;2199;p27"/>
          <p:cNvSpPr txBox="1"/>
          <p:nvPr>
            <p:ph idx="5" type="subTitle"/>
          </p:nvPr>
        </p:nvSpPr>
        <p:spPr>
          <a:xfrm>
            <a:off x="6138600" y="2818403"/>
            <a:ext cx="20118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9pPr>
          </a:lstStyle>
          <a:p/>
        </p:txBody>
      </p:sp>
      <p:sp>
        <p:nvSpPr>
          <p:cNvPr id="2200" name="Google Shape;2200;p27"/>
          <p:cNvSpPr txBox="1"/>
          <p:nvPr>
            <p:ph idx="6" type="subTitle"/>
          </p:nvPr>
        </p:nvSpPr>
        <p:spPr>
          <a:xfrm>
            <a:off x="6138600" y="3259220"/>
            <a:ext cx="20118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201" name="Google Shape;2201;p27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202" name="Google Shape;2202;p27"/>
          <p:cNvSpPr/>
          <p:nvPr/>
        </p:nvSpPr>
        <p:spPr>
          <a:xfrm flipH="1">
            <a:off x="12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3" name="Google Shape;2203;p27"/>
          <p:cNvSpPr/>
          <p:nvPr/>
        </p:nvSpPr>
        <p:spPr>
          <a:xfrm>
            <a:off x="8202150" y="3247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4" name="Google Shape;2204;p27"/>
          <p:cNvSpPr/>
          <p:nvPr/>
        </p:nvSpPr>
        <p:spPr>
          <a:xfrm flipH="1">
            <a:off x="8104938" y="410087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5" name="Google Shape;2205;p27"/>
          <p:cNvSpPr/>
          <p:nvPr/>
        </p:nvSpPr>
        <p:spPr>
          <a:xfrm>
            <a:off x="484613" y="4384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06" name="Google Shape;2206;p27"/>
          <p:cNvGrpSpPr/>
          <p:nvPr/>
        </p:nvGrpSpPr>
        <p:grpSpPr>
          <a:xfrm>
            <a:off x="8053502" y="4224312"/>
            <a:ext cx="754524" cy="750237"/>
            <a:chOff x="8523754" y="10"/>
            <a:chExt cx="516408" cy="513439"/>
          </a:xfrm>
        </p:grpSpPr>
        <p:sp>
          <p:nvSpPr>
            <p:cNvPr id="2207" name="Google Shape;2207;p27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27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09" name="Google Shape;2209;p27"/>
          <p:cNvSpPr/>
          <p:nvPr/>
        </p:nvSpPr>
        <p:spPr>
          <a:xfrm flipH="1" rot="5400000">
            <a:off x="2464850" y="-1754725"/>
            <a:ext cx="361800" cy="3865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0" name="Google Shape;2210;p27"/>
          <p:cNvSpPr/>
          <p:nvPr/>
        </p:nvSpPr>
        <p:spPr>
          <a:xfrm flipH="1" rot="10800000">
            <a:off x="-971791" y="-267796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1" name="Google Shape;2211;p27"/>
          <p:cNvSpPr/>
          <p:nvPr/>
        </p:nvSpPr>
        <p:spPr>
          <a:xfrm flipH="1" rot="10800000">
            <a:off x="-890559" y="-202382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2" name="Google Shape;2212;p27"/>
          <p:cNvSpPr/>
          <p:nvPr/>
        </p:nvSpPr>
        <p:spPr>
          <a:xfrm flipH="1" rot="10800000">
            <a:off x="-789033" y="-90677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3" name="Google Shape;2213;p27"/>
          <p:cNvSpPr/>
          <p:nvPr/>
        </p:nvSpPr>
        <p:spPr>
          <a:xfrm flipH="1" rot="10800000">
            <a:off x="-655919" y="89851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4" name="Google Shape;2214;p27"/>
          <p:cNvSpPr/>
          <p:nvPr/>
        </p:nvSpPr>
        <p:spPr>
          <a:xfrm flipH="1" rot="10800000">
            <a:off x="33406" y="693431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5" name="Google Shape;2215;p27"/>
          <p:cNvSpPr/>
          <p:nvPr/>
        </p:nvSpPr>
        <p:spPr>
          <a:xfrm flipH="1" rot="10800000">
            <a:off x="90934" y="887489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6" name="Google Shape;2216;p27"/>
          <p:cNvSpPr/>
          <p:nvPr/>
        </p:nvSpPr>
        <p:spPr>
          <a:xfrm flipH="1" rot="10800000">
            <a:off x="66112" y="91343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7" name="Google Shape;2217;p27"/>
          <p:cNvSpPr/>
          <p:nvPr/>
        </p:nvSpPr>
        <p:spPr>
          <a:xfrm flipH="1" rot="5400000">
            <a:off x="-1584790" y="2486012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8" name="Google Shape;2218;p27"/>
          <p:cNvSpPr/>
          <p:nvPr/>
        </p:nvSpPr>
        <p:spPr>
          <a:xfrm flipH="1" rot="5400000">
            <a:off x="-1296556" y="2431317"/>
            <a:ext cx="1730784" cy="1441910"/>
          </a:xfrm>
          <a:custGeom>
            <a:rect b="b" l="l" r="r" t="t"/>
            <a:pathLst>
              <a:path extrusionOk="0" h="25791" w="30958">
                <a:moveTo>
                  <a:pt x="13179" y="81"/>
                </a:moveTo>
                <a:lnTo>
                  <a:pt x="14551" y="101"/>
                </a:lnTo>
                <a:lnTo>
                  <a:pt x="15257" y="121"/>
                </a:lnTo>
                <a:lnTo>
                  <a:pt x="15963" y="162"/>
                </a:lnTo>
                <a:lnTo>
                  <a:pt x="16690" y="242"/>
                </a:lnTo>
                <a:lnTo>
                  <a:pt x="17416" y="323"/>
                </a:lnTo>
                <a:lnTo>
                  <a:pt x="18143" y="444"/>
                </a:lnTo>
                <a:lnTo>
                  <a:pt x="18869" y="586"/>
                </a:lnTo>
                <a:lnTo>
                  <a:pt x="19576" y="767"/>
                </a:lnTo>
                <a:lnTo>
                  <a:pt x="20282" y="969"/>
                </a:lnTo>
                <a:lnTo>
                  <a:pt x="20988" y="1211"/>
                </a:lnTo>
                <a:lnTo>
                  <a:pt x="21654" y="1494"/>
                </a:lnTo>
                <a:lnTo>
                  <a:pt x="21997" y="1655"/>
                </a:lnTo>
                <a:lnTo>
                  <a:pt x="22320" y="1837"/>
                </a:lnTo>
                <a:lnTo>
                  <a:pt x="22643" y="2018"/>
                </a:lnTo>
                <a:lnTo>
                  <a:pt x="22946" y="2200"/>
                </a:lnTo>
                <a:lnTo>
                  <a:pt x="23269" y="2402"/>
                </a:lnTo>
                <a:lnTo>
                  <a:pt x="23551" y="2624"/>
                </a:lnTo>
                <a:lnTo>
                  <a:pt x="23854" y="2866"/>
                </a:lnTo>
                <a:lnTo>
                  <a:pt x="24136" y="3108"/>
                </a:lnTo>
                <a:lnTo>
                  <a:pt x="24540" y="3491"/>
                </a:lnTo>
                <a:lnTo>
                  <a:pt x="24923" y="3895"/>
                </a:lnTo>
                <a:lnTo>
                  <a:pt x="25287" y="4339"/>
                </a:lnTo>
                <a:lnTo>
                  <a:pt x="25670" y="4823"/>
                </a:lnTo>
                <a:lnTo>
                  <a:pt x="26013" y="5348"/>
                </a:lnTo>
                <a:lnTo>
                  <a:pt x="26356" y="5913"/>
                </a:lnTo>
                <a:lnTo>
                  <a:pt x="26719" y="6518"/>
                </a:lnTo>
                <a:lnTo>
                  <a:pt x="27042" y="7164"/>
                </a:lnTo>
                <a:lnTo>
                  <a:pt x="27345" y="7749"/>
                </a:lnTo>
                <a:lnTo>
                  <a:pt x="27607" y="8335"/>
                </a:lnTo>
                <a:lnTo>
                  <a:pt x="27870" y="8940"/>
                </a:lnTo>
                <a:lnTo>
                  <a:pt x="28112" y="9546"/>
                </a:lnTo>
                <a:lnTo>
                  <a:pt x="28556" y="10756"/>
                </a:lnTo>
                <a:lnTo>
                  <a:pt x="28959" y="11947"/>
                </a:lnTo>
                <a:lnTo>
                  <a:pt x="29343" y="13138"/>
                </a:lnTo>
                <a:lnTo>
                  <a:pt x="29666" y="14328"/>
                </a:lnTo>
                <a:lnTo>
                  <a:pt x="29948" y="15478"/>
                </a:lnTo>
                <a:lnTo>
                  <a:pt x="30231" y="16588"/>
                </a:lnTo>
                <a:lnTo>
                  <a:pt x="30453" y="17577"/>
                </a:lnTo>
                <a:lnTo>
                  <a:pt x="30654" y="18606"/>
                </a:lnTo>
                <a:lnTo>
                  <a:pt x="30735" y="19111"/>
                </a:lnTo>
                <a:lnTo>
                  <a:pt x="30816" y="19636"/>
                </a:lnTo>
                <a:lnTo>
                  <a:pt x="30856" y="20160"/>
                </a:lnTo>
                <a:lnTo>
                  <a:pt x="30876" y="20685"/>
                </a:lnTo>
                <a:lnTo>
                  <a:pt x="30876" y="21169"/>
                </a:lnTo>
                <a:lnTo>
                  <a:pt x="30856" y="21674"/>
                </a:lnTo>
                <a:lnTo>
                  <a:pt x="30796" y="22219"/>
                </a:lnTo>
                <a:lnTo>
                  <a:pt x="30695" y="22784"/>
                </a:lnTo>
                <a:lnTo>
                  <a:pt x="30614" y="23046"/>
                </a:lnTo>
                <a:lnTo>
                  <a:pt x="30533" y="23329"/>
                </a:lnTo>
                <a:lnTo>
                  <a:pt x="30412" y="23611"/>
                </a:lnTo>
                <a:lnTo>
                  <a:pt x="30311" y="23873"/>
                </a:lnTo>
                <a:lnTo>
                  <a:pt x="30170" y="24136"/>
                </a:lnTo>
                <a:lnTo>
                  <a:pt x="30009" y="24398"/>
                </a:lnTo>
                <a:lnTo>
                  <a:pt x="29847" y="24640"/>
                </a:lnTo>
                <a:lnTo>
                  <a:pt x="29645" y="24882"/>
                </a:lnTo>
                <a:lnTo>
                  <a:pt x="29383" y="25145"/>
                </a:lnTo>
                <a:lnTo>
                  <a:pt x="29242" y="25266"/>
                </a:lnTo>
                <a:lnTo>
                  <a:pt x="29101" y="25387"/>
                </a:lnTo>
                <a:lnTo>
                  <a:pt x="28939" y="25468"/>
                </a:lnTo>
                <a:lnTo>
                  <a:pt x="28798" y="25548"/>
                </a:lnTo>
                <a:lnTo>
                  <a:pt x="28657" y="25609"/>
                </a:lnTo>
                <a:lnTo>
                  <a:pt x="28515" y="25649"/>
                </a:lnTo>
                <a:lnTo>
                  <a:pt x="28334" y="25690"/>
                </a:lnTo>
                <a:lnTo>
                  <a:pt x="28152" y="25710"/>
                </a:lnTo>
                <a:lnTo>
                  <a:pt x="27991" y="25710"/>
                </a:lnTo>
                <a:lnTo>
                  <a:pt x="27809" y="25690"/>
                </a:lnTo>
                <a:lnTo>
                  <a:pt x="27648" y="25669"/>
                </a:lnTo>
                <a:lnTo>
                  <a:pt x="27466" y="25629"/>
                </a:lnTo>
                <a:lnTo>
                  <a:pt x="27143" y="25508"/>
                </a:lnTo>
                <a:lnTo>
                  <a:pt x="26800" y="25347"/>
                </a:lnTo>
                <a:lnTo>
                  <a:pt x="26477" y="25165"/>
                </a:lnTo>
                <a:lnTo>
                  <a:pt x="26154" y="24963"/>
                </a:lnTo>
                <a:lnTo>
                  <a:pt x="25852" y="24741"/>
                </a:lnTo>
                <a:lnTo>
                  <a:pt x="25145" y="24196"/>
                </a:lnTo>
                <a:lnTo>
                  <a:pt x="24419" y="23631"/>
                </a:lnTo>
                <a:lnTo>
                  <a:pt x="23692" y="23046"/>
                </a:lnTo>
                <a:lnTo>
                  <a:pt x="22946" y="22420"/>
                </a:lnTo>
                <a:lnTo>
                  <a:pt x="22199" y="21775"/>
                </a:lnTo>
                <a:lnTo>
                  <a:pt x="21412" y="21109"/>
                </a:lnTo>
                <a:lnTo>
                  <a:pt x="20625" y="20382"/>
                </a:lnTo>
                <a:lnTo>
                  <a:pt x="19798" y="19636"/>
                </a:lnTo>
                <a:lnTo>
                  <a:pt x="18506" y="18405"/>
                </a:lnTo>
                <a:lnTo>
                  <a:pt x="17215" y="17153"/>
                </a:lnTo>
                <a:lnTo>
                  <a:pt x="14692" y="14671"/>
                </a:lnTo>
                <a:lnTo>
                  <a:pt x="12270" y="12290"/>
                </a:lnTo>
                <a:lnTo>
                  <a:pt x="11039" y="11079"/>
                </a:lnTo>
                <a:lnTo>
                  <a:pt x="9808" y="9909"/>
                </a:lnTo>
                <a:lnTo>
                  <a:pt x="8376" y="8597"/>
                </a:lnTo>
                <a:lnTo>
                  <a:pt x="7024" y="7406"/>
                </a:lnTo>
                <a:lnTo>
                  <a:pt x="5732" y="6317"/>
                </a:lnTo>
                <a:lnTo>
                  <a:pt x="4461" y="5308"/>
                </a:lnTo>
                <a:lnTo>
                  <a:pt x="4118" y="5086"/>
                </a:lnTo>
                <a:lnTo>
                  <a:pt x="3593" y="4743"/>
                </a:lnTo>
                <a:lnTo>
                  <a:pt x="2523" y="4057"/>
                </a:lnTo>
                <a:lnTo>
                  <a:pt x="1958" y="3673"/>
                </a:lnTo>
                <a:lnTo>
                  <a:pt x="1414" y="3290"/>
                </a:lnTo>
                <a:lnTo>
                  <a:pt x="929" y="2886"/>
                </a:lnTo>
                <a:lnTo>
                  <a:pt x="707" y="2704"/>
                </a:lnTo>
                <a:lnTo>
                  <a:pt x="526" y="2503"/>
                </a:lnTo>
                <a:lnTo>
                  <a:pt x="364" y="2341"/>
                </a:lnTo>
                <a:lnTo>
                  <a:pt x="223" y="2160"/>
                </a:lnTo>
                <a:lnTo>
                  <a:pt x="142" y="1998"/>
                </a:lnTo>
                <a:lnTo>
                  <a:pt x="82" y="1857"/>
                </a:lnTo>
                <a:lnTo>
                  <a:pt x="82" y="1776"/>
                </a:lnTo>
                <a:lnTo>
                  <a:pt x="82" y="1716"/>
                </a:lnTo>
                <a:lnTo>
                  <a:pt x="102" y="1655"/>
                </a:lnTo>
                <a:lnTo>
                  <a:pt x="142" y="1595"/>
                </a:lnTo>
                <a:lnTo>
                  <a:pt x="243" y="1473"/>
                </a:lnTo>
                <a:lnTo>
                  <a:pt x="364" y="1373"/>
                </a:lnTo>
                <a:lnTo>
                  <a:pt x="485" y="1292"/>
                </a:lnTo>
                <a:lnTo>
                  <a:pt x="647" y="1231"/>
                </a:lnTo>
                <a:lnTo>
                  <a:pt x="788" y="1171"/>
                </a:lnTo>
                <a:lnTo>
                  <a:pt x="949" y="1130"/>
                </a:lnTo>
                <a:lnTo>
                  <a:pt x="1292" y="1070"/>
                </a:lnTo>
                <a:lnTo>
                  <a:pt x="2745" y="848"/>
                </a:lnTo>
                <a:lnTo>
                  <a:pt x="4219" y="646"/>
                </a:lnTo>
                <a:lnTo>
                  <a:pt x="5712" y="464"/>
                </a:lnTo>
                <a:lnTo>
                  <a:pt x="7185" y="323"/>
                </a:lnTo>
                <a:lnTo>
                  <a:pt x="8658" y="222"/>
                </a:lnTo>
                <a:lnTo>
                  <a:pt x="10152" y="142"/>
                </a:lnTo>
                <a:lnTo>
                  <a:pt x="11645" y="81"/>
                </a:lnTo>
                <a:close/>
                <a:moveTo>
                  <a:pt x="11645" y="0"/>
                </a:moveTo>
                <a:lnTo>
                  <a:pt x="10152" y="61"/>
                </a:lnTo>
                <a:lnTo>
                  <a:pt x="8658" y="142"/>
                </a:lnTo>
                <a:lnTo>
                  <a:pt x="7185" y="242"/>
                </a:lnTo>
                <a:lnTo>
                  <a:pt x="5692" y="384"/>
                </a:lnTo>
                <a:lnTo>
                  <a:pt x="4219" y="565"/>
                </a:lnTo>
                <a:lnTo>
                  <a:pt x="2745" y="767"/>
                </a:lnTo>
                <a:lnTo>
                  <a:pt x="1272" y="989"/>
                </a:lnTo>
                <a:lnTo>
                  <a:pt x="929" y="1070"/>
                </a:lnTo>
                <a:lnTo>
                  <a:pt x="768" y="1110"/>
                </a:lnTo>
                <a:lnTo>
                  <a:pt x="606" y="1151"/>
                </a:lnTo>
                <a:lnTo>
                  <a:pt x="445" y="1231"/>
                </a:lnTo>
                <a:lnTo>
                  <a:pt x="304" y="1312"/>
                </a:lnTo>
                <a:lnTo>
                  <a:pt x="183" y="1413"/>
                </a:lnTo>
                <a:lnTo>
                  <a:pt x="82" y="1554"/>
                </a:lnTo>
                <a:lnTo>
                  <a:pt x="41" y="1615"/>
                </a:lnTo>
                <a:lnTo>
                  <a:pt x="1" y="1695"/>
                </a:lnTo>
                <a:lnTo>
                  <a:pt x="1" y="1776"/>
                </a:lnTo>
                <a:lnTo>
                  <a:pt x="1" y="1857"/>
                </a:lnTo>
                <a:lnTo>
                  <a:pt x="61" y="2018"/>
                </a:lnTo>
                <a:lnTo>
                  <a:pt x="142" y="2180"/>
                </a:lnTo>
                <a:lnTo>
                  <a:pt x="283" y="2361"/>
                </a:lnTo>
                <a:lnTo>
                  <a:pt x="445" y="2543"/>
                </a:lnTo>
                <a:lnTo>
                  <a:pt x="627" y="2725"/>
                </a:lnTo>
                <a:lnTo>
                  <a:pt x="849" y="2926"/>
                </a:lnTo>
                <a:lnTo>
                  <a:pt x="1333" y="3310"/>
                </a:lnTo>
                <a:lnTo>
                  <a:pt x="1878" y="3713"/>
                </a:lnTo>
                <a:lnTo>
                  <a:pt x="2443" y="4097"/>
                </a:lnTo>
                <a:lnTo>
                  <a:pt x="3532" y="4803"/>
                </a:lnTo>
                <a:lnTo>
                  <a:pt x="4077" y="5146"/>
                </a:lnTo>
                <a:lnTo>
                  <a:pt x="4420" y="5388"/>
                </a:lnTo>
                <a:lnTo>
                  <a:pt x="5672" y="6377"/>
                </a:lnTo>
                <a:lnTo>
                  <a:pt x="6963" y="7467"/>
                </a:lnTo>
                <a:lnTo>
                  <a:pt x="8315" y="8658"/>
                </a:lnTo>
                <a:lnTo>
                  <a:pt x="9748" y="9969"/>
                </a:lnTo>
                <a:lnTo>
                  <a:pt x="10999" y="11140"/>
                </a:lnTo>
                <a:lnTo>
                  <a:pt x="12230" y="12351"/>
                </a:lnTo>
                <a:lnTo>
                  <a:pt x="14631" y="14732"/>
                </a:lnTo>
                <a:lnTo>
                  <a:pt x="17154" y="17214"/>
                </a:lnTo>
                <a:lnTo>
                  <a:pt x="18445" y="18465"/>
                </a:lnTo>
                <a:lnTo>
                  <a:pt x="19737" y="19696"/>
                </a:lnTo>
                <a:lnTo>
                  <a:pt x="20564" y="20443"/>
                </a:lnTo>
                <a:lnTo>
                  <a:pt x="21372" y="21169"/>
                </a:lnTo>
                <a:lnTo>
                  <a:pt x="22138" y="21835"/>
                </a:lnTo>
                <a:lnTo>
                  <a:pt x="22885" y="22501"/>
                </a:lnTo>
                <a:lnTo>
                  <a:pt x="23632" y="23107"/>
                </a:lnTo>
                <a:lnTo>
                  <a:pt x="24358" y="23692"/>
                </a:lnTo>
                <a:lnTo>
                  <a:pt x="25085" y="24257"/>
                </a:lnTo>
                <a:lnTo>
                  <a:pt x="25811" y="24802"/>
                </a:lnTo>
                <a:lnTo>
                  <a:pt x="26336" y="25165"/>
                </a:lnTo>
                <a:lnTo>
                  <a:pt x="26598" y="25326"/>
                </a:lnTo>
                <a:lnTo>
                  <a:pt x="26881" y="25488"/>
                </a:lnTo>
                <a:lnTo>
                  <a:pt x="27183" y="25609"/>
                </a:lnTo>
                <a:lnTo>
                  <a:pt x="27466" y="25710"/>
                </a:lnTo>
                <a:lnTo>
                  <a:pt x="27769" y="25770"/>
                </a:lnTo>
                <a:lnTo>
                  <a:pt x="28051" y="25790"/>
                </a:lnTo>
                <a:lnTo>
                  <a:pt x="28293" y="25770"/>
                </a:lnTo>
                <a:lnTo>
                  <a:pt x="28536" y="25730"/>
                </a:lnTo>
                <a:lnTo>
                  <a:pt x="28677" y="25690"/>
                </a:lnTo>
                <a:lnTo>
                  <a:pt x="28838" y="25609"/>
                </a:lnTo>
                <a:lnTo>
                  <a:pt x="28979" y="25548"/>
                </a:lnTo>
                <a:lnTo>
                  <a:pt x="29141" y="25447"/>
                </a:lnTo>
                <a:lnTo>
                  <a:pt x="29282" y="25347"/>
                </a:lnTo>
                <a:lnTo>
                  <a:pt x="29423" y="25225"/>
                </a:lnTo>
                <a:lnTo>
                  <a:pt x="29706" y="24923"/>
                </a:lnTo>
                <a:lnTo>
                  <a:pt x="29908" y="24681"/>
                </a:lnTo>
                <a:lnTo>
                  <a:pt x="30089" y="24438"/>
                </a:lnTo>
                <a:lnTo>
                  <a:pt x="30231" y="24176"/>
                </a:lnTo>
                <a:lnTo>
                  <a:pt x="30372" y="23914"/>
                </a:lnTo>
                <a:lnTo>
                  <a:pt x="30493" y="23631"/>
                </a:lnTo>
                <a:lnTo>
                  <a:pt x="30594" y="23369"/>
                </a:lnTo>
                <a:lnTo>
                  <a:pt x="30695" y="23086"/>
                </a:lnTo>
                <a:lnTo>
                  <a:pt x="30755" y="22804"/>
                </a:lnTo>
                <a:lnTo>
                  <a:pt x="30816" y="22521"/>
                </a:lnTo>
                <a:lnTo>
                  <a:pt x="30876" y="22239"/>
                </a:lnTo>
                <a:lnTo>
                  <a:pt x="30937" y="21694"/>
                </a:lnTo>
                <a:lnTo>
                  <a:pt x="30957" y="21169"/>
                </a:lnTo>
                <a:lnTo>
                  <a:pt x="30957" y="20685"/>
                </a:lnTo>
                <a:lnTo>
                  <a:pt x="30937" y="20160"/>
                </a:lnTo>
                <a:lnTo>
                  <a:pt x="30897" y="19636"/>
                </a:lnTo>
                <a:lnTo>
                  <a:pt x="30816" y="19111"/>
                </a:lnTo>
                <a:lnTo>
                  <a:pt x="30735" y="18586"/>
                </a:lnTo>
                <a:lnTo>
                  <a:pt x="30533" y="17557"/>
                </a:lnTo>
                <a:lnTo>
                  <a:pt x="30311" y="16568"/>
                </a:lnTo>
                <a:lnTo>
                  <a:pt x="30029" y="15458"/>
                </a:lnTo>
                <a:lnTo>
                  <a:pt x="29746" y="14308"/>
                </a:lnTo>
                <a:lnTo>
                  <a:pt x="29403" y="13117"/>
                </a:lnTo>
                <a:lnTo>
                  <a:pt x="29040" y="11927"/>
                </a:lnTo>
                <a:lnTo>
                  <a:pt x="28636" y="10716"/>
                </a:lnTo>
                <a:lnTo>
                  <a:pt x="28192" y="9505"/>
                </a:lnTo>
                <a:lnTo>
                  <a:pt x="27950" y="8900"/>
                </a:lnTo>
                <a:lnTo>
                  <a:pt x="27688" y="8315"/>
                </a:lnTo>
                <a:lnTo>
                  <a:pt x="27405" y="7709"/>
                </a:lnTo>
                <a:lnTo>
                  <a:pt x="27123" y="7124"/>
                </a:lnTo>
                <a:lnTo>
                  <a:pt x="26780" y="6478"/>
                </a:lnTo>
                <a:lnTo>
                  <a:pt x="26437" y="5853"/>
                </a:lnTo>
                <a:lnTo>
                  <a:pt x="26074" y="5288"/>
                </a:lnTo>
                <a:lnTo>
                  <a:pt x="25730" y="4783"/>
                </a:lnTo>
                <a:lnTo>
                  <a:pt x="25367" y="4279"/>
                </a:lnTo>
                <a:lnTo>
                  <a:pt x="24984" y="3835"/>
                </a:lnTo>
                <a:lnTo>
                  <a:pt x="24600" y="3431"/>
                </a:lnTo>
                <a:lnTo>
                  <a:pt x="24197" y="3048"/>
                </a:lnTo>
                <a:lnTo>
                  <a:pt x="23672" y="2604"/>
                </a:lnTo>
                <a:lnTo>
                  <a:pt x="23127" y="2220"/>
                </a:lnTo>
                <a:lnTo>
                  <a:pt x="22522" y="1857"/>
                </a:lnTo>
                <a:lnTo>
                  <a:pt x="21896" y="1514"/>
                </a:lnTo>
                <a:lnTo>
                  <a:pt x="21251" y="1231"/>
                </a:lnTo>
                <a:lnTo>
                  <a:pt x="20544" y="969"/>
                </a:lnTo>
                <a:lnTo>
                  <a:pt x="19798" y="727"/>
                </a:lnTo>
                <a:lnTo>
                  <a:pt x="19031" y="525"/>
                </a:lnTo>
                <a:lnTo>
                  <a:pt x="18405" y="404"/>
                </a:lnTo>
                <a:lnTo>
                  <a:pt x="17759" y="303"/>
                </a:lnTo>
                <a:lnTo>
                  <a:pt x="17093" y="202"/>
                </a:lnTo>
                <a:lnTo>
                  <a:pt x="16387" y="121"/>
                </a:lnTo>
                <a:lnTo>
                  <a:pt x="15640" y="61"/>
                </a:lnTo>
                <a:lnTo>
                  <a:pt x="14853" y="21"/>
                </a:lnTo>
                <a:lnTo>
                  <a:pt x="1404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9" name="Google Shape;2219;p27"/>
          <p:cNvSpPr/>
          <p:nvPr/>
        </p:nvSpPr>
        <p:spPr>
          <a:xfrm flipH="1" rot="5400000">
            <a:off x="-809712" y="2540177"/>
            <a:ext cx="1058329" cy="998564"/>
          </a:xfrm>
          <a:custGeom>
            <a:rect b="b" l="l" r="r" t="t"/>
            <a:pathLst>
              <a:path extrusionOk="0" h="17861" w="18930">
                <a:moveTo>
                  <a:pt x="3431" y="81"/>
                </a:moveTo>
                <a:lnTo>
                  <a:pt x="4117" y="102"/>
                </a:lnTo>
                <a:lnTo>
                  <a:pt x="4824" y="162"/>
                </a:lnTo>
                <a:lnTo>
                  <a:pt x="5510" y="263"/>
                </a:lnTo>
                <a:lnTo>
                  <a:pt x="6216" y="404"/>
                </a:lnTo>
                <a:lnTo>
                  <a:pt x="6882" y="566"/>
                </a:lnTo>
                <a:lnTo>
                  <a:pt x="7568" y="768"/>
                </a:lnTo>
                <a:lnTo>
                  <a:pt x="8234" y="1010"/>
                </a:lnTo>
                <a:lnTo>
                  <a:pt x="8880" y="1272"/>
                </a:lnTo>
                <a:lnTo>
                  <a:pt x="9505" y="1575"/>
                </a:lnTo>
                <a:lnTo>
                  <a:pt x="10131" y="1918"/>
                </a:lnTo>
                <a:lnTo>
                  <a:pt x="10736" y="2281"/>
                </a:lnTo>
                <a:lnTo>
                  <a:pt x="11301" y="2664"/>
                </a:lnTo>
                <a:lnTo>
                  <a:pt x="11866" y="3088"/>
                </a:lnTo>
                <a:lnTo>
                  <a:pt x="12391" y="3552"/>
                </a:lnTo>
                <a:lnTo>
                  <a:pt x="12896" y="4017"/>
                </a:lnTo>
                <a:lnTo>
                  <a:pt x="13380" y="4521"/>
                </a:lnTo>
                <a:lnTo>
                  <a:pt x="13824" y="5026"/>
                </a:lnTo>
                <a:lnTo>
                  <a:pt x="14248" y="5570"/>
                </a:lnTo>
                <a:lnTo>
                  <a:pt x="14651" y="6115"/>
                </a:lnTo>
                <a:lnTo>
                  <a:pt x="15035" y="6680"/>
                </a:lnTo>
                <a:lnTo>
                  <a:pt x="15418" y="7245"/>
                </a:lnTo>
                <a:lnTo>
                  <a:pt x="15761" y="7831"/>
                </a:lnTo>
                <a:lnTo>
                  <a:pt x="16084" y="8416"/>
                </a:lnTo>
                <a:lnTo>
                  <a:pt x="16387" y="9021"/>
                </a:lnTo>
                <a:lnTo>
                  <a:pt x="16689" y="9627"/>
                </a:lnTo>
                <a:lnTo>
                  <a:pt x="16972" y="10232"/>
                </a:lnTo>
                <a:lnTo>
                  <a:pt x="17497" y="11423"/>
                </a:lnTo>
                <a:lnTo>
                  <a:pt x="17981" y="12593"/>
                </a:lnTo>
                <a:lnTo>
                  <a:pt x="18183" y="13158"/>
                </a:lnTo>
                <a:lnTo>
                  <a:pt x="18385" y="13723"/>
                </a:lnTo>
                <a:lnTo>
                  <a:pt x="18566" y="14288"/>
                </a:lnTo>
                <a:lnTo>
                  <a:pt x="18707" y="14853"/>
                </a:lnTo>
                <a:lnTo>
                  <a:pt x="18768" y="15136"/>
                </a:lnTo>
                <a:lnTo>
                  <a:pt x="18808" y="15438"/>
                </a:lnTo>
                <a:lnTo>
                  <a:pt x="18829" y="15721"/>
                </a:lnTo>
                <a:lnTo>
                  <a:pt x="18849" y="16003"/>
                </a:lnTo>
                <a:lnTo>
                  <a:pt x="18849" y="16286"/>
                </a:lnTo>
                <a:lnTo>
                  <a:pt x="18829" y="16589"/>
                </a:lnTo>
                <a:lnTo>
                  <a:pt x="18788" y="16871"/>
                </a:lnTo>
                <a:lnTo>
                  <a:pt x="18728" y="17154"/>
                </a:lnTo>
                <a:lnTo>
                  <a:pt x="18687" y="17295"/>
                </a:lnTo>
                <a:lnTo>
                  <a:pt x="18647" y="17416"/>
                </a:lnTo>
                <a:lnTo>
                  <a:pt x="18586" y="17537"/>
                </a:lnTo>
                <a:lnTo>
                  <a:pt x="18486" y="17658"/>
                </a:lnTo>
                <a:lnTo>
                  <a:pt x="18405" y="17699"/>
                </a:lnTo>
                <a:lnTo>
                  <a:pt x="18324" y="17739"/>
                </a:lnTo>
                <a:lnTo>
                  <a:pt x="18243" y="17759"/>
                </a:lnTo>
                <a:lnTo>
                  <a:pt x="18163" y="17779"/>
                </a:lnTo>
                <a:lnTo>
                  <a:pt x="17981" y="17759"/>
                </a:lnTo>
                <a:lnTo>
                  <a:pt x="17799" y="17699"/>
                </a:lnTo>
                <a:lnTo>
                  <a:pt x="17638" y="17618"/>
                </a:lnTo>
                <a:lnTo>
                  <a:pt x="17477" y="17517"/>
                </a:lnTo>
                <a:lnTo>
                  <a:pt x="17234" y="17315"/>
                </a:lnTo>
                <a:lnTo>
                  <a:pt x="16346" y="16548"/>
                </a:lnTo>
                <a:lnTo>
                  <a:pt x="15418" y="15701"/>
                </a:lnTo>
                <a:lnTo>
                  <a:pt x="14429" y="14793"/>
                </a:lnTo>
                <a:lnTo>
                  <a:pt x="13319" y="13743"/>
                </a:lnTo>
                <a:lnTo>
                  <a:pt x="11140" y="11645"/>
                </a:lnTo>
                <a:lnTo>
                  <a:pt x="8860" y="9465"/>
                </a:lnTo>
                <a:lnTo>
                  <a:pt x="7709" y="8375"/>
                </a:lnTo>
                <a:lnTo>
                  <a:pt x="6539" y="7306"/>
                </a:lnTo>
                <a:lnTo>
                  <a:pt x="5611" y="6478"/>
                </a:lnTo>
                <a:lnTo>
                  <a:pt x="4703" y="5691"/>
                </a:lnTo>
                <a:lnTo>
                  <a:pt x="3835" y="4965"/>
                </a:lnTo>
                <a:lnTo>
                  <a:pt x="3007" y="4279"/>
                </a:lnTo>
                <a:lnTo>
                  <a:pt x="2644" y="4017"/>
                </a:lnTo>
                <a:lnTo>
                  <a:pt x="2220" y="3734"/>
                </a:lnTo>
                <a:lnTo>
                  <a:pt x="1575" y="3290"/>
                </a:lnTo>
                <a:lnTo>
                  <a:pt x="1252" y="3048"/>
                </a:lnTo>
                <a:lnTo>
                  <a:pt x="929" y="2806"/>
                </a:lnTo>
                <a:lnTo>
                  <a:pt x="667" y="2564"/>
                </a:lnTo>
                <a:lnTo>
                  <a:pt x="424" y="2301"/>
                </a:lnTo>
                <a:lnTo>
                  <a:pt x="323" y="2160"/>
                </a:lnTo>
                <a:lnTo>
                  <a:pt x="243" y="2019"/>
                </a:lnTo>
                <a:lnTo>
                  <a:pt x="182" y="1898"/>
                </a:lnTo>
                <a:lnTo>
                  <a:pt x="122" y="1756"/>
                </a:lnTo>
                <a:lnTo>
                  <a:pt x="81" y="1575"/>
                </a:lnTo>
                <a:lnTo>
                  <a:pt x="102" y="1413"/>
                </a:lnTo>
                <a:lnTo>
                  <a:pt x="122" y="1232"/>
                </a:lnTo>
                <a:lnTo>
                  <a:pt x="202" y="1070"/>
                </a:lnTo>
                <a:lnTo>
                  <a:pt x="283" y="909"/>
                </a:lnTo>
                <a:lnTo>
                  <a:pt x="384" y="768"/>
                </a:lnTo>
                <a:lnTo>
                  <a:pt x="505" y="646"/>
                </a:lnTo>
                <a:lnTo>
                  <a:pt x="646" y="546"/>
                </a:lnTo>
                <a:lnTo>
                  <a:pt x="808" y="445"/>
                </a:lnTo>
                <a:lnTo>
                  <a:pt x="969" y="384"/>
                </a:lnTo>
                <a:lnTo>
                  <a:pt x="1131" y="324"/>
                </a:lnTo>
                <a:lnTo>
                  <a:pt x="1312" y="263"/>
                </a:lnTo>
                <a:lnTo>
                  <a:pt x="1655" y="202"/>
                </a:lnTo>
                <a:lnTo>
                  <a:pt x="2019" y="142"/>
                </a:lnTo>
                <a:lnTo>
                  <a:pt x="2725" y="102"/>
                </a:lnTo>
                <a:lnTo>
                  <a:pt x="3431" y="81"/>
                </a:lnTo>
                <a:close/>
                <a:moveTo>
                  <a:pt x="3431" y="1"/>
                </a:moveTo>
                <a:lnTo>
                  <a:pt x="2725" y="21"/>
                </a:lnTo>
                <a:lnTo>
                  <a:pt x="2019" y="61"/>
                </a:lnTo>
                <a:lnTo>
                  <a:pt x="1655" y="122"/>
                </a:lnTo>
                <a:lnTo>
                  <a:pt x="1272" y="182"/>
                </a:lnTo>
                <a:lnTo>
                  <a:pt x="1111" y="243"/>
                </a:lnTo>
                <a:lnTo>
                  <a:pt x="929" y="303"/>
                </a:lnTo>
                <a:lnTo>
                  <a:pt x="767" y="384"/>
                </a:lnTo>
                <a:lnTo>
                  <a:pt x="606" y="485"/>
                </a:lnTo>
                <a:lnTo>
                  <a:pt x="465" y="586"/>
                </a:lnTo>
                <a:lnTo>
                  <a:pt x="323" y="727"/>
                </a:lnTo>
                <a:lnTo>
                  <a:pt x="223" y="868"/>
                </a:lnTo>
                <a:lnTo>
                  <a:pt x="122" y="1050"/>
                </a:lnTo>
                <a:lnTo>
                  <a:pt x="41" y="1211"/>
                </a:lnTo>
                <a:lnTo>
                  <a:pt x="21" y="1393"/>
                </a:lnTo>
                <a:lnTo>
                  <a:pt x="1" y="1595"/>
                </a:lnTo>
                <a:lnTo>
                  <a:pt x="41" y="1777"/>
                </a:lnTo>
                <a:lnTo>
                  <a:pt x="102" y="1918"/>
                </a:lnTo>
                <a:lnTo>
                  <a:pt x="162" y="2059"/>
                </a:lnTo>
                <a:lnTo>
                  <a:pt x="263" y="2200"/>
                </a:lnTo>
                <a:lnTo>
                  <a:pt x="364" y="2342"/>
                </a:lnTo>
                <a:lnTo>
                  <a:pt x="586" y="2604"/>
                </a:lnTo>
                <a:lnTo>
                  <a:pt x="868" y="2866"/>
                </a:lnTo>
                <a:lnTo>
                  <a:pt x="1191" y="3108"/>
                </a:lnTo>
                <a:lnTo>
                  <a:pt x="1514" y="3351"/>
                </a:lnTo>
                <a:lnTo>
                  <a:pt x="2180" y="3795"/>
                </a:lnTo>
                <a:lnTo>
                  <a:pt x="2604" y="4077"/>
                </a:lnTo>
                <a:lnTo>
                  <a:pt x="2947" y="4339"/>
                </a:lnTo>
                <a:lnTo>
                  <a:pt x="3794" y="5026"/>
                </a:lnTo>
                <a:lnTo>
                  <a:pt x="4662" y="5752"/>
                </a:lnTo>
                <a:lnTo>
                  <a:pt x="5550" y="6539"/>
                </a:lnTo>
                <a:lnTo>
                  <a:pt x="6499" y="7366"/>
                </a:lnTo>
                <a:lnTo>
                  <a:pt x="7649" y="8436"/>
                </a:lnTo>
                <a:lnTo>
                  <a:pt x="8799" y="9526"/>
                </a:lnTo>
                <a:lnTo>
                  <a:pt x="11079" y="11705"/>
                </a:lnTo>
                <a:lnTo>
                  <a:pt x="13279" y="13804"/>
                </a:lnTo>
                <a:lnTo>
                  <a:pt x="14369" y="14853"/>
                </a:lnTo>
                <a:lnTo>
                  <a:pt x="15358" y="15761"/>
                </a:lnTo>
                <a:lnTo>
                  <a:pt x="16286" y="16609"/>
                </a:lnTo>
                <a:lnTo>
                  <a:pt x="17174" y="17376"/>
                </a:lnTo>
                <a:lnTo>
                  <a:pt x="17355" y="17537"/>
                </a:lnTo>
                <a:lnTo>
                  <a:pt x="17598" y="17678"/>
                </a:lnTo>
                <a:lnTo>
                  <a:pt x="17719" y="17739"/>
                </a:lnTo>
                <a:lnTo>
                  <a:pt x="17860" y="17800"/>
                </a:lnTo>
                <a:lnTo>
                  <a:pt x="18001" y="17840"/>
                </a:lnTo>
                <a:lnTo>
                  <a:pt x="18142" y="17860"/>
                </a:lnTo>
                <a:lnTo>
                  <a:pt x="18243" y="17840"/>
                </a:lnTo>
                <a:lnTo>
                  <a:pt x="18344" y="17820"/>
                </a:lnTo>
                <a:lnTo>
                  <a:pt x="18445" y="17779"/>
                </a:lnTo>
                <a:lnTo>
                  <a:pt x="18526" y="17719"/>
                </a:lnTo>
                <a:lnTo>
                  <a:pt x="18647" y="17598"/>
                </a:lnTo>
                <a:lnTo>
                  <a:pt x="18707" y="17456"/>
                </a:lnTo>
                <a:lnTo>
                  <a:pt x="18768" y="17315"/>
                </a:lnTo>
                <a:lnTo>
                  <a:pt x="18808" y="17174"/>
                </a:lnTo>
                <a:lnTo>
                  <a:pt x="18869" y="16891"/>
                </a:lnTo>
                <a:lnTo>
                  <a:pt x="18909" y="16589"/>
                </a:lnTo>
                <a:lnTo>
                  <a:pt x="18929" y="16306"/>
                </a:lnTo>
                <a:lnTo>
                  <a:pt x="18929" y="16003"/>
                </a:lnTo>
                <a:lnTo>
                  <a:pt x="18909" y="15721"/>
                </a:lnTo>
                <a:lnTo>
                  <a:pt x="18889" y="15418"/>
                </a:lnTo>
                <a:lnTo>
                  <a:pt x="18849" y="15136"/>
                </a:lnTo>
                <a:lnTo>
                  <a:pt x="18788" y="14853"/>
                </a:lnTo>
                <a:lnTo>
                  <a:pt x="18647" y="14268"/>
                </a:lnTo>
                <a:lnTo>
                  <a:pt x="18465" y="13703"/>
                </a:lnTo>
                <a:lnTo>
                  <a:pt x="18264" y="13138"/>
                </a:lnTo>
                <a:lnTo>
                  <a:pt x="18042" y="12573"/>
                </a:lnTo>
                <a:lnTo>
                  <a:pt x="17577" y="11382"/>
                </a:lnTo>
                <a:lnTo>
                  <a:pt x="17053" y="10192"/>
                </a:lnTo>
                <a:lnTo>
                  <a:pt x="16770" y="9586"/>
                </a:lnTo>
                <a:lnTo>
                  <a:pt x="16468" y="8981"/>
                </a:lnTo>
                <a:lnTo>
                  <a:pt x="16145" y="8375"/>
                </a:lnTo>
                <a:lnTo>
                  <a:pt x="15822" y="7790"/>
                </a:lnTo>
                <a:lnTo>
                  <a:pt x="15479" y="7205"/>
                </a:lnTo>
                <a:lnTo>
                  <a:pt x="15115" y="6620"/>
                </a:lnTo>
                <a:lnTo>
                  <a:pt x="14732" y="6055"/>
                </a:lnTo>
                <a:lnTo>
                  <a:pt x="14308" y="5510"/>
                </a:lnTo>
                <a:lnTo>
                  <a:pt x="13884" y="4965"/>
                </a:lnTo>
                <a:lnTo>
                  <a:pt x="13441" y="4460"/>
                </a:lnTo>
                <a:lnTo>
                  <a:pt x="12956" y="3956"/>
                </a:lnTo>
                <a:lnTo>
                  <a:pt x="12452" y="3492"/>
                </a:lnTo>
                <a:lnTo>
                  <a:pt x="11927" y="3028"/>
                </a:lnTo>
                <a:lnTo>
                  <a:pt x="11362" y="2604"/>
                </a:lnTo>
                <a:lnTo>
                  <a:pt x="10777" y="2200"/>
                </a:lnTo>
                <a:lnTo>
                  <a:pt x="10171" y="1837"/>
                </a:lnTo>
                <a:lnTo>
                  <a:pt x="9546" y="1494"/>
                </a:lnTo>
                <a:lnTo>
                  <a:pt x="8900" y="1191"/>
                </a:lnTo>
                <a:lnTo>
                  <a:pt x="8254" y="929"/>
                </a:lnTo>
                <a:lnTo>
                  <a:pt x="7588" y="687"/>
                </a:lnTo>
                <a:lnTo>
                  <a:pt x="6902" y="485"/>
                </a:lnTo>
                <a:lnTo>
                  <a:pt x="6216" y="324"/>
                </a:lnTo>
                <a:lnTo>
                  <a:pt x="5530" y="182"/>
                </a:lnTo>
                <a:lnTo>
                  <a:pt x="4824" y="81"/>
                </a:lnTo>
                <a:lnTo>
                  <a:pt x="4138" y="21"/>
                </a:lnTo>
                <a:lnTo>
                  <a:pt x="343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0" name="Google Shape;2220;p27"/>
          <p:cNvSpPr/>
          <p:nvPr/>
        </p:nvSpPr>
        <p:spPr>
          <a:xfrm flipH="1" rot="5400000">
            <a:off x="-346600" y="2805884"/>
            <a:ext cx="453633" cy="455870"/>
          </a:xfrm>
          <a:custGeom>
            <a:rect b="b" l="l" r="r" t="t"/>
            <a:pathLst>
              <a:path extrusionOk="0" h="8154" w="8114">
                <a:moveTo>
                  <a:pt x="1010" y="81"/>
                </a:moveTo>
                <a:lnTo>
                  <a:pt x="1151" y="101"/>
                </a:lnTo>
                <a:lnTo>
                  <a:pt x="1413" y="162"/>
                </a:lnTo>
                <a:lnTo>
                  <a:pt x="1696" y="263"/>
                </a:lnTo>
                <a:lnTo>
                  <a:pt x="1938" y="384"/>
                </a:lnTo>
                <a:lnTo>
                  <a:pt x="2200" y="545"/>
                </a:lnTo>
                <a:lnTo>
                  <a:pt x="2422" y="707"/>
                </a:lnTo>
                <a:lnTo>
                  <a:pt x="2644" y="888"/>
                </a:lnTo>
                <a:lnTo>
                  <a:pt x="3108" y="1251"/>
                </a:lnTo>
                <a:lnTo>
                  <a:pt x="3552" y="1635"/>
                </a:lnTo>
                <a:lnTo>
                  <a:pt x="3976" y="2039"/>
                </a:lnTo>
                <a:lnTo>
                  <a:pt x="4400" y="2422"/>
                </a:lnTo>
                <a:lnTo>
                  <a:pt x="4783" y="2826"/>
                </a:lnTo>
                <a:lnTo>
                  <a:pt x="5167" y="3229"/>
                </a:lnTo>
                <a:lnTo>
                  <a:pt x="5530" y="3653"/>
                </a:lnTo>
                <a:lnTo>
                  <a:pt x="5873" y="4077"/>
                </a:lnTo>
                <a:lnTo>
                  <a:pt x="6196" y="4500"/>
                </a:lnTo>
                <a:lnTo>
                  <a:pt x="6499" y="4924"/>
                </a:lnTo>
                <a:lnTo>
                  <a:pt x="6781" y="5348"/>
                </a:lnTo>
                <a:lnTo>
                  <a:pt x="7064" y="5792"/>
                </a:lnTo>
                <a:lnTo>
                  <a:pt x="7306" y="6236"/>
                </a:lnTo>
                <a:lnTo>
                  <a:pt x="7548" y="6680"/>
                </a:lnTo>
                <a:lnTo>
                  <a:pt x="7770" y="7144"/>
                </a:lnTo>
                <a:lnTo>
                  <a:pt x="7972" y="7588"/>
                </a:lnTo>
                <a:lnTo>
                  <a:pt x="8012" y="7729"/>
                </a:lnTo>
                <a:lnTo>
                  <a:pt x="8032" y="7871"/>
                </a:lnTo>
                <a:lnTo>
                  <a:pt x="8032" y="7931"/>
                </a:lnTo>
                <a:lnTo>
                  <a:pt x="8012" y="7992"/>
                </a:lnTo>
                <a:lnTo>
                  <a:pt x="7972" y="8032"/>
                </a:lnTo>
                <a:lnTo>
                  <a:pt x="7932" y="8052"/>
                </a:lnTo>
                <a:lnTo>
                  <a:pt x="7851" y="8072"/>
                </a:lnTo>
                <a:lnTo>
                  <a:pt x="7790" y="8072"/>
                </a:lnTo>
                <a:lnTo>
                  <a:pt x="7649" y="8012"/>
                </a:lnTo>
                <a:lnTo>
                  <a:pt x="7346" y="7830"/>
                </a:lnTo>
                <a:lnTo>
                  <a:pt x="7084" y="7628"/>
                </a:lnTo>
                <a:lnTo>
                  <a:pt x="6822" y="7386"/>
                </a:lnTo>
                <a:lnTo>
                  <a:pt x="6559" y="7164"/>
                </a:lnTo>
                <a:lnTo>
                  <a:pt x="2523" y="3310"/>
                </a:lnTo>
                <a:lnTo>
                  <a:pt x="2180" y="3007"/>
                </a:lnTo>
                <a:lnTo>
                  <a:pt x="1514" y="2462"/>
                </a:lnTo>
                <a:lnTo>
                  <a:pt x="1151" y="2119"/>
                </a:lnTo>
                <a:lnTo>
                  <a:pt x="808" y="1776"/>
                </a:lnTo>
                <a:lnTo>
                  <a:pt x="485" y="1413"/>
                </a:lnTo>
                <a:lnTo>
                  <a:pt x="364" y="1251"/>
                </a:lnTo>
                <a:lnTo>
                  <a:pt x="243" y="1070"/>
                </a:lnTo>
                <a:lnTo>
                  <a:pt x="162" y="908"/>
                </a:lnTo>
                <a:lnTo>
                  <a:pt x="102" y="767"/>
                </a:lnTo>
                <a:lnTo>
                  <a:pt x="81" y="626"/>
                </a:lnTo>
                <a:lnTo>
                  <a:pt x="81" y="485"/>
                </a:lnTo>
                <a:lnTo>
                  <a:pt x="122" y="424"/>
                </a:lnTo>
                <a:lnTo>
                  <a:pt x="142" y="364"/>
                </a:lnTo>
                <a:lnTo>
                  <a:pt x="243" y="263"/>
                </a:lnTo>
                <a:lnTo>
                  <a:pt x="404" y="182"/>
                </a:lnTo>
                <a:lnTo>
                  <a:pt x="606" y="101"/>
                </a:lnTo>
                <a:lnTo>
                  <a:pt x="747" y="81"/>
                </a:lnTo>
                <a:close/>
                <a:moveTo>
                  <a:pt x="727" y="0"/>
                </a:moveTo>
                <a:lnTo>
                  <a:pt x="586" y="41"/>
                </a:lnTo>
                <a:lnTo>
                  <a:pt x="364" y="101"/>
                </a:lnTo>
                <a:lnTo>
                  <a:pt x="203" y="202"/>
                </a:lnTo>
                <a:lnTo>
                  <a:pt x="122" y="263"/>
                </a:lnTo>
                <a:lnTo>
                  <a:pt x="81" y="323"/>
                </a:lnTo>
                <a:lnTo>
                  <a:pt x="41" y="384"/>
                </a:lnTo>
                <a:lnTo>
                  <a:pt x="21" y="464"/>
                </a:lnTo>
                <a:lnTo>
                  <a:pt x="1" y="606"/>
                </a:lnTo>
                <a:lnTo>
                  <a:pt x="21" y="767"/>
                </a:lnTo>
                <a:lnTo>
                  <a:pt x="81" y="908"/>
                </a:lnTo>
                <a:lnTo>
                  <a:pt x="162" y="1090"/>
                </a:lnTo>
                <a:lnTo>
                  <a:pt x="263" y="1251"/>
                </a:lnTo>
                <a:lnTo>
                  <a:pt x="404" y="1433"/>
                </a:lnTo>
                <a:lnTo>
                  <a:pt x="707" y="1796"/>
                </a:lnTo>
                <a:lnTo>
                  <a:pt x="1070" y="2139"/>
                </a:lnTo>
                <a:lnTo>
                  <a:pt x="1434" y="2482"/>
                </a:lnTo>
                <a:lnTo>
                  <a:pt x="2120" y="3088"/>
                </a:lnTo>
                <a:lnTo>
                  <a:pt x="2463" y="3370"/>
                </a:lnTo>
                <a:lnTo>
                  <a:pt x="6499" y="7225"/>
                </a:lnTo>
                <a:lnTo>
                  <a:pt x="6761" y="7467"/>
                </a:lnTo>
                <a:lnTo>
                  <a:pt x="7023" y="7689"/>
                </a:lnTo>
                <a:lnTo>
                  <a:pt x="7306" y="7911"/>
                </a:lnTo>
                <a:lnTo>
                  <a:pt x="7609" y="8093"/>
                </a:lnTo>
                <a:lnTo>
                  <a:pt x="7730" y="8133"/>
                </a:lnTo>
                <a:lnTo>
                  <a:pt x="7851" y="8153"/>
                </a:lnTo>
                <a:lnTo>
                  <a:pt x="7911" y="8153"/>
                </a:lnTo>
                <a:lnTo>
                  <a:pt x="7972" y="8133"/>
                </a:lnTo>
                <a:lnTo>
                  <a:pt x="8032" y="8093"/>
                </a:lnTo>
                <a:lnTo>
                  <a:pt x="8073" y="8032"/>
                </a:lnTo>
                <a:lnTo>
                  <a:pt x="8093" y="7971"/>
                </a:lnTo>
                <a:lnTo>
                  <a:pt x="8113" y="7891"/>
                </a:lnTo>
                <a:lnTo>
                  <a:pt x="8093" y="7729"/>
                </a:lnTo>
                <a:lnTo>
                  <a:pt x="8032" y="7568"/>
                </a:lnTo>
                <a:lnTo>
                  <a:pt x="7831" y="7104"/>
                </a:lnTo>
                <a:lnTo>
                  <a:pt x="7629" y="6640"/>
                </a:lnTo>
                <a:lnTo>
                  <a:pt x="7387" y="6196"/>
                </a:lnTo>
                <a:lnTo>
                  <a:pt x="7124" y="5752"/>
                </a:lnTo>
                <a:lnTo>
                  <a:pt x="6862" y="5308"/>
                </a:lnTo>
                <a:lnTo>
                  <a:pt x="6559" y="4884"/>
                </a:lnTo>
                <a:lnTo>
                  <a:pt x="6257" y="4440"/>
                </a:lnTo>
                <a:lnTo>
                  <a:pt x="5934" y="4016"/>
                </a:lnTo>
                <a:lnTo>
                  <a:pt x="5591" y="3592"/>
                </a:lnTo>
                <a:lnTo>
                  <a:pt x="5227" y="3189"/>
                </a:lnTo>
                <a:lnTo>
                  <a:pt x="4844" y="2785"/>
                </a:lnTo>
                <a:lnTo>
                  <a:pt x="4461" y="2382"/>
                </a:lnTo>
                <a:lnTo>
                  <a:pt x="4037" y="1978"/>
                </a:lnTo>
                <a:lnTo>
                  <a:pt x="3613" y="1574"/>
                </a:lnTo>
                <a:lnTo>
                  <a:pt x="3169" y="1191"/>
                </a:lnTo>
                <a:lnTo>
                  <a:pt x="2705" y="808"/>
                </a:lnTo>
                <a:lnTo>
                  <a:pt x="2463" y="646"/>
                </a:lnTo>
                <a:lnTo>
                  <a:pt x="2221" y="464"/>
                </a:lnTo>
                <a:lnTo>
                  <a:pt x="1978" y="323"/>
                </a:lnTo>
                <a:lnTo>
                  <a:pt x="1716" y="182"/>
                </a:lnTo>
                <a:lnTo>
                  <a:pt x="1434" y="81"/>
                </a:lnTo>
                <a:lnTo>
                  <a:pt x="1151" y="21"/>
                </a:lnTo>
                <a:lnTo>
                  <a:pt x="10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1" name="Google Shape;2221;p27"/>
          <p:cNvSpPr/>
          <p:nvPr/>
        </p:nvSpPr>
        <p:spPr>
          <a:xfrm>
            <a:off x="4176570" y="45583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22" name="Google Shape;2222;p27"/>
          <p:cNvGrpSpPr/>
          <p:nvPr/>
        </p:nvGrpSpPr>
        <p:grpSpPr>
          <a:xfrm>
            <a:off x="8520555" y="1997778"/>
            <a:ext cx="560659" cy="1147945"/>
            <a:chOff x="8491980" y="1997778"/>
            <a:chExt cx="560659" cy="1147945"/>
          </a:xfrm>
        </p:grpSpPr>
        <p:sp>
          <p:nvSpPr>
            <p:cNvPr id="2223" name="Google Shape;2223;p27"/>
            <p:cNvSpPr/>
            <p:nvPr/>
          </p:nvSpPr>
          <p:spPr>
            <a:xfrm>
              <a:off x="8990039" y="1997778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27"/>
            <p:cNvSpPr/>
            <p:nvPr/>
          </p:nvSpPr>
          <p:spPr>
            <a:xfrm>
              <a:off x="8991558" y="2153402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27"/>
            <p:cNvSpPr/>
            <p:nvPr/>
          </p:nvSpPr>
          <p:spPr>
            <a:xfrm>
              <a:off x="8989279" y="3083921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27"/>
            <p:cNvSpPr/>
            <p:nvPr/>
          </p:nvSpPr>
          <p:spPr>
            <a:xfrm>
              <a:off x="8826817" y="3084680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27"/>
            <p:cNvSpPr/>
            <p:nvPr/>
          </p:nvSpPr>
          <p:spPr>
            <a:xfrm>
              <a:off x="8983923" y="2304393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27"/>
            <p:cNvSpPr/>
            <p:nvPr/>
          </p:nvSpPr>
          <p:spPr>
            <a:xfrm>
              <a:off x="8989279" y="2926017"/>
              <a:ext cx="57243" cy="58003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27"/>
            <p:cNvSpPr/>
            <p:nvPr/>
          </p:nvSpPr>
          <p:spPr>
            <a:xfrm>
              <a:off x="8825298" y="2926017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27"/>
            <p:cNvSpPr/>
            <p:nvPr/>
          </p:nvSpPr>
          <p:spPr>
            <a:xfrm>
              <a:off x="8987000" y="2463816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27"/>
            <p:cNvSpPr/>
            <p:nvPr/>
          </p:nvSpPr>
          <p:spPr>
            <a:xfrm>
              <a:off x="8989279" y="2773469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27"/>
            <p:cNvSpPr/>
            <p:nvPr/>
          </p:nvSpPr>
          <p:spPr>
            <a:xfrm>
              <a:off x="8824538" y="2768911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27"/>
            <p:cNvSpPr/>
            <p:nvPr/>
          </p:nvSpPr>
          <p:spPr>
            <a:xfrm>
              <a:off x="8989279" y="2619402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27"/>
            <p:cNvSpPr/>
            <p:nvPr/>
          </p:nvSpPr>
          <p:spPr>
            <a:xfrm>
              <a:off x="8826058" y="2616363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27"/>
            <p:cNvSpPr/>
            <p:nvPr/>
          </p:nvSpPr>
          <p:spPr>
            <a:xfrm>
              <a:off x="8828337" y="1998575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27"/>
            <p:cNvSpPr/>
            <p:nvPr/>
          </p:nvSpPr>
          <p:spPr>
            <a:xfrm>
              <a:off x="8662076" y="2772710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27"/>
            <p:cNvSpPr/>
            <p:nvPr/>
          </p:nvSpPr>
          <p:spPr>
            <a:xfrm>
              <a:off x="8661317" y="2614844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27"/>
            <p:cNvSpPr/>
            <p:nvPr/>
          </p:nvSpPr>
          <p:spPr>
            <a:xfrm>
              <a:off x="8828337" y="2153402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27"/>
            <p:cNvSpPr/>
            <p:nvPr/>
          </p:nvSpPr>
          <p:spPr>
            <a:xfrm>
              <a:off x="8826817" y="2464575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27"/>
            <p:cNvSpPr/>
            <p:nvPr/>
          </p:nvSpPr>
          <p:spPr>
            <a:xfrm>
              <a:off x="8662076" y="2929094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27"/>
            <p:cNvSpPr/>
            <p:nvPr/>
          </p:nvSpPr>
          <p:spPr>
            <a:xfrm>
              <a:off x="8662076" y="2463056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27"/>
            <p:cNvSpPr/>
            <p:nvPr/>
          </p:nvSpPr>
          <p:spPr>
            <a:xfrm>
              <a:off x="8660557" y="3083921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27"/>
            <p:cNvSpPr/>
            <p:nvPr/>
          </p:nvSpPr>
          <p:spPr>
            <a:xfrm>
              <a:off x="8491980" y="3080844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27"/>
            <p:cNvSpPr/>
            <p:nvPr/>
          </p:nvSpPr>
          <p:spPr>
            <a:xfrm>
              <a:off x="8827577" y="2308229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27"/>
            <p:cNvSpPr/>
            <p:nvPr/>
          </p:nvSpPr>
          <p:spPr>
            <a:xfrm>
              <a:off x="8663596" y="2299834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27"/>
            <p:cNvSpPr/>
            <p:nvPr/>
          </p:nvSpPr>
          <p:spPr>
            <a:xfrm>
              <a:off x="8495816" y="2463816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27"/>
            <p:cNvSpPr/>
            <p:nvPr/>
          </p:nvSpPr>
          <p:spPr>
            <a:xfrm>
              <a:off x="8498095" y="2308989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27"/>
            <p:cNvSpPr/>
            <p:nvPr/>
          </p:nvSpPr>
          <p:spPr>
            <a:xfrm>
              <a:off x="8497335" y="2928296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27"/>
            <p:cNvSpPr/>
            <p:nvPr/>
          </p:nvSpPr>
          <p:spPr>
            <a:xfrm>
              <a:off x="8495816" y="2618642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27"/>
            <p:cNvSpPr/>
            <p:nvPr/>
          </p:nvSpPr>
          <p:spPr>
            <a:xfrm>
              <a:off x="8662076" y="2154922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27"/>
            <p:cNvSpPr/>
            <p:nvPr/>
          </p:nvSpPr>
          <p:spPr>
            <a:xfrm>
              <a:off x="8497335" y="2774229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27"/>
            <p:cNvSpPr/>
            <p:nvPr/>
          </p:nvSpPr>
          <p:spPr>
            <a:xfrm>
              <a:off x="8659797" y="1999335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27"/>
            <p:cNvSpPr/>
            <p:nvPr/>
          </p:nvSpPr>
          <p:spPr>
            <a:xfrm>
              <a:off x="8499615" y="2152643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27"/>
            <p:cNvSpPr/>
            <p:nvPr/>
          </p:nvSpPr>
          <p:spPr>
            <a:xfrm>
              <a:off x="8500374" y="1997778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1">
    <p:spTree>
      <p:nvGrpSpPr>
        <p:cNvPr id="2255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8"/>
          <p:cNvSpPr txBox="1"/>
          <p:nvPr>
            <p:ph idx="1" type="subTitle"/>
          </p:nvPr>
        </p:nvSpPr>
        <p:spPr>
          <a:xfrm>
            <a:off x="967008" y="2845925"/>
            <a:ext cx="14355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257" name="Google Shape;2257;p28"/>
          <p:cNvSpPr txBox="1"/>
          <p:nvPr>
            <p:ph idx="2" type="subTitle"/>
          </p:nvPr>
        </p:nvSpPr>
        <p:spPr>
          <a:xfrm>
            <a:off x="838908" y="3187025"/>
            <a:ext cx="1691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258" name="Google Shape;2258;p28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259" name="Google Shape;2259;p28"/>
          <p:cNvSpPr txBox="1"/>
          <p:nvPr>
            <p:ph idx="3" type="subTitle"/>
          </p:nvPr>
        </p:nvSpPr>
        <p:spPr>
          <a:xfrm>
            <a:off x="6749531" y="2845912"/>
            <a:ext cx="14355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260" name="Google Shape;2260;p28"/>
          <p:cNvSpPr txBox="1"/>
          <p:nvPr>
            <p:ph idx="4" type="subTitle"/>
          </p:nvPr>
        </p:nvSpPr>
        <p:spPr>
          <a:xfrm>
            <a:off x="6621431" y="3187025"/>
            <a:ext cx="1691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261" name="Google Shape;2261;p28"/>
          <p:cNvSpPr txBox="1"/>
          <p:nvPr>
            <p:ph idx="5" type="subTitle"/>
          </p:nvPr>
        </p:nvSpPr>
        <p:spPr>
          <a:xfrm>
            <a:off x="2894516" y="2845912"/>
            <a:ext cx="14355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262" name="Google Shape;2262;p28"/>
          <p:cNvSpPr txBox="1"/>
          <p:nvPr>
            <p:ph idx="6" type="subTitle"/>
          </p:nvPr>
        </p:nvSpPr>
        <p:spPr>
          <a:xfrm>
            <a:off x="2768730" y="3187025"/>
            <a:ext cx="1691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263" name="Google Shape;2263;p28"/>
          <p:cNvSpPr txBox="1"/>
          <p:nvPr>
            <p:ph idx="7" type="subTitle"/>
          </p:nvPr>
        </p:nvSpPr>
        <p:spPr>
          <a:xfrm>
            <a:off x="4822024" y="2845912"/>
            <a:ext cx="14355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264" name="Google Shape;2264;p28"/>
          <p:cNvSpPr txBox="1"/>
          <p:nvPr>
            <p:ph idx="8" type="subTitle"/>
          </p:nvPr>
        </p:nvSpPr>
        <p:spPr>
          <a:xfrm>
            <a:off x="4694714" y="3187025"/>
            <a:ext cx="1691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265" name="Google Shape;2265;p28"/>
          <p:cNvSpPr/>
          <p:nvPr/>
        </p:nvSpPr>
        <p:spPr>
          <a:xfrm flipH="1">
            <a:off x="0" y="4599425"/>
            <a:ext cx="9144000" cy="544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6" name="Google Shape;2266;p28"/>
          <p:cNvSpPr/>
          <p:nvPr/>
        </p:nvSpPr>
        <p:spPr>
          <a:xfrm flipH="1" rot="5400000">
            <a:off x="6236225" y="2200800"/>
            <a:ext cx="5137200" cy="748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7" name="Google Shape;2267;p28"/>
          <p:cNvSpPr/>
          <p:nvPr/>
        </p:nvSpPr>
        <p:spPr>
          <a:xfrm>
            <a:off x="8598938" y="1100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8" name="Google Shape;2268;p28"/>
          <p:cNvSpPr/>
          <p:nvPr/>
        </p:nvSpPr>
        <p:spPr>
          <a:xfrm>
            <a:off x="8598938" y="5672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9" name="Google Shape;2269;p28"/>
          <p:cNvSpPr/>
          <p:nvPr/>
        </p:nvSpPr>
        <p:spPr>
          <a:xfrm>
            <a:off x="84465" y="539495"/>
            <a:ext cx="754445" cy="377331"/>
          </a:xfrm>
          <a:custGeom>
            <a:rect b="b" l="l" r="r" t="t"/>
            <a:pathLst>
              <a:path extrusionOk="0" h="41798" w="83595">
                <a:moveTo>
                  <a:pt x="41797" y="0"/>
                </a:moveTo>
                <a:lnTo>
                  <a:pt x="40710" y="28"/>
                </a:lnTo>
                <a:lnTo>
                  <a:pt x="39650" y="56"/>
                </a:lnTo>
                <a:lnTo>
                  <a:pt x="38591" y="112"/>
                </a:lnTo>
                <a:lnTo>
                  <a:pt x="37531" y="223"/>
                </a:lnTo>
                <a:lnTo>
                  <a:pt x="36472" y="335"/>
                </a:lnTo>
                <a:lnTo>
                  <a:pt x="35440" y="474"/>
                </a:lnTo>
                <a:lnTo>
                  <a:pt x="34408" y="669"/>
                </a:lnTo>
                <a:lnTo>
                  <a:pt x="33377" y="864"/>
                </a:lnTo>
                <a:lnTo>
                  <a:pt x="32373" y="1060"/>
                </a:lnTo>
                <a:lnTo>
                  <a:pt x="31369" y="1311"/>
                </a:lnTo>
                <a:lnTo>
                  <a:pt x="30365" y="1589"/>
                </a:lnTo>
                <a:lnTo>
                  <a:pt x="29361" y="1868"/>
                </a:lnTo>
                <a:lnTo>
                  <a:pt x="28385" y="2203"/>
                </a:lnTo>
                <a:lnTo>
                  <a:pt x="27437" y="2537"/>
                </a:lnTo>
                <a:lnTo>
                  <a:pt x="26489" y="2900"/>
                </a:lnTo>
                <a:lnTo>
                  <a:pt x="25541" y="3290"/>
                </a:lnTo>
                <a:lnTo>
                  <a:pt x="24593" y="3708"/>
                </a:lnTo>
                <a:lnTo>
                  <a:pt x="23673" y="4127"/>
                </a:lnTo>
                <a:lnTo>
                  <a:pt x="22781" y="4573"/>
                </a:lnTo>
                <a:lnTo>
                  <a:pt x="21889" y="5047"/>
                </a:lnTo>
                <a:lnTo>
                  <a:pt x="20996" y="5549"/>
                </a:lnTo>
                <a:lnTo>
                  <a:pt x="20132" y="6051"/>
                </a:lnTo>
                <a:lnTo>
                  <a:pt x="19267" y="6580"/>
                </a:lnTo>
                <a:lnTo>
                  <a:pt x="18431" y="7138"/>
                </a:lnTo>
                <a:lnTo>
                  <a:pt x="17594" y="7724"/>
                </a:lnTo>
                <a:lnTo>
                  <a:pt x="16786" y="8309"/>
                </a:lnTo>
                <a:lnTo>
                  <a:pt x="16005" y="8923"/>
                </a:lnTo>
                <a:lnTo>
                  <a:pt x="15224" y="9536"/>
                </a:lnTo>
                <a:lnTo>
                  <a:pt x="14444" y="10205"/>
                </a:lnTo>
                <a:lnTo>
                  <a:pt x="13691" y="10847"/>
                </a:lnTo>
                <a:lnTo>
                  <a:pt x="12966" y="11544"/>
                </a:lnTo>
                <a:lnTo>
                  <a:pt x="12241" y="12241"/>
                </a:lnTo>
                <a:lnTo>
                  <a:pt x="11544" y="12966"/>
                </a:lnTo>
                <a:lnTo>
                  <a:pt x="10875" y="13691"/>
                </a:lnTo>
                <a:lnTo>
                  <a:pt x="10205" y="14444"/>
                </a:lnTo>
                <a:lnTo>
                  <a:pt x="9564" y="15224"/>
                </a:lnTo>
                <a:lnTo>
                  <a:pt x="8923" y="16005"/>
                </a:lnTo>
                <a:lnTo>
                  <a:pt x="8309" y="16786"/>
                </a:lnTo>
                <a:lnTo>
                  <a:pt x="7724" y="17594"/>
                </a:lnTo>
                <a:lnTo>
                  <a:pt x="7138" y="18431"/>
                </a:lnTo>
                <a:lnTo>
                  <a:pt x="6581" y="19267"/>
                </a:lnTo>
                <a:lnTo>
                  <a:pt x="6051" y="20132"/>
                </a:lnTo>
                <a:lnTo>
                  <a:pt x="5549" y="20996"/>
                </a:lnTo>
                <a:lnTo>
                  <a:pt x="5047" y="21888"/>
                </a:lnTo>
                <a:lnTo>
                  <a:pt x="4573" y="22781"/>
                </a:lnTo>
                <a:lnTo>
                  <a:pt x="4127" y="23673"/>
                </a:lnTo>
                <a:lnTo>
                  <a:pt x="3709" y="24593"/>
                </a:lnTo>
                <a:lnTo>
                  <a:pt x="3290" y="25541"/>
                </a:lnTo>
                <a:lnTo>
                  <a:pt x="2900" y="26461"/>
                </a:lnTo>
                <a:lnTo>
                  <a:pt x="2537" y="27437"/>
                </a:lnTo>
                <a:lnTo>
                  <a:pt x="2203" y="28385"/>
                </a:lnTo>
                <a:lnTo>
                  <a:pt x="1896" y="29361"/>
                </a:lnTo>
                <a:lnTo>
                  <a:pt x="1589" y="30365"/>
                </a:lnTo>
                <a:lnTo>
                  <a:pt x="1311" y="31341"/>
                </a:lnTo>
                <a:lnTo>
                  <a:pt x="1087" y="32345"/>
                </a:lnTo>
                <a:lnTo>
                  <a:pt x="864" y="33376"/>
                </a:lnTo>
                <a:lnTo>
                  <a:pt x="669" y="34408"/>
                </a:lnTo>
                <a:lnTo>
                  <a:pt x="502" y="35440"/>
                </a:lnTo>
                <a:lnTo>
                  <a:pt x="335" y="36471"/>
                </a:lnTo>
                <a:lnTo>
                  <a:pt x="223" y="37531"/>
                </a:lnTo>
                <a:lnTo>
                  <a:pt x="139" y="38591"/>
                </a:lnTo>
                <a:lnTo>
                  <a:pt x="56" y="39650"/>
                </a:lnTo>
                <a:lnTo>
                  <a:pt x="28" y="40710"/>
                </a:lnTo>
                <a:lnTo>
                  <a:pt x="0" y="41797"/>
                </a:lnTo>
                <a:lnTo>
                  <a:pt x="83595" y="41797"/>
                </a:lnTo>
                <a:lnTo>
                  <a:pt x="83595" y="40710"/>
                </a:lnTo>
                <a:lnTo>
                  <a:pt x="83539" y="39650"/>
                </a:lnTo>
                <a:lnTo>
                  <a:pt x="83483" y="38591"/>
                </a:lnTo>
                <a:lnTo>
                  <a:pt x="83372" y="37531"/>
                </a:lnTo>
                <a:lnTo>
                  <a:pt x="83260" y="36471"/>
                </a:lnTo>
                <a:lnTo>
                  <a:pt x="83121" y="35440"/>
                </a:lnTo>
                <a:lnTo>
                  <a:pt x="82953" y="34408"/>
                </a:lnTo>
                <a:lnTo>
                  <a:pt x="82758" y="33376"/>
                </a:lnTo>
                <a:lnTo>
                  <a:pt x="82535" y="32345"/>
                </a:lnTo>
                <a:lnTo>
                  <a:pt x="82284" y="31341"/>
                </a:lnTo>
                <a:lnTo>
                  <a:pt x="82005" y="30365"/>
                </a:lnTo>
                <a:lnTo>
                  <a:pt x="81727" y="29361"/>
                </a:lnTo>
                <a:lnTo>
                  <a:pt x="81392" y="28385"/>
                </a:lnTo>
                <a:lnTo>
                  <a:pt x="81057" y="27437"/>
                </a:lnTo>
                <a:lnTo>
                  <a:pt x="80695" y="26461"/>
                </a:lnTo>
                <a:lnTo>
                  <a:pt x="80304" y="25541"/>
                </a:lnTo>
                <a:lnTo>
                  <a:pt x="79914" y="24593"/>
                </a:lnTo>
                <a:lnTo>
                  <a:pt x="79468" y="23673"/>
                </a:lnTo>
                <a:lnTo>
                  <a:pt x="79022" y="22781"/>
                </a:lnTo>
                <a:lnTo>
                  <a:pt x="78548" y="21888"/>
                </a:lnTo>
                <a:lnTo>
                  <a:pt x="78046" y="20996"/>
                </a:lnTo>
                <a:lnTo>
                  <a:pt x="77544" y="20132"/>
                </a:lnTo>
                <a:lnTo>
                  <a:pt x="77014" y="19267"/>
                </a:lnTo>
                <a:lnTo>
                  <a:pt x="76457" y="18431"/>
                </a:lnTo>
                <a:lnTo>
                  <a:pt x="75899" y="17594"/>
                </a:lnTo>
                <a:lnTo>
                  <a:pt x="75285" y="16786"/>
                </a:lnTo>
                <a:lnTo>
                  <a:pt x="74672" y="16005"/>
                </a:lnTo>
                <a:lnTo>
                  <a:pt x="74059" y="15224"/>
                </a:lnTo>
                <a:lnTo>
                  <a:pt x="73417" y="14444"/>
                </a:lnTo>
                <a:lnTo>
                  <a:pt x="72748" y="13691"/>
                </a:lnTo>
                <a:lnTo>
                  <a:pt x="72051" y="12966"/>
                </a:lnTo>
                <a:lnTo>
                  <a:pt x="71354" y="12241"/>
                </a:lnTo>
                <a:lnTo>
                  <a:pt x="70629" y="11544"/>
                </a:lnTo>
                <a:lnTo>
                  <a:pt x="69904" y="10847"/>
                </a:lnTo>
                <a:lnTo>
                  <a:pt x="69151" y="10205"/>
                </a:lnTo>
                <a:lnTo>
                  <a:pt x="68398" y="9536"/>
                </a:lnTo>
                <a:lnTo>
                  <a:pt x="67617" y="8923"/>
                </a:lnTo>
                <a:lnTo>
                  <a:pt x="66809" y="8309"/>
                </a:lnTo>
                <a:lnTo>
                  <a:pt x="66000" y="7724"/>
                </a:lnTo>
                <a:lnTo>
                  <a:pt x="65164" y="7138"/>
                </a:lnTo>
                <a:lnTo>
                  <a:pt x="64327" y="6580"/>
                </a:lnTo>
                <a:lnTo>
                  <a:pt x="63463" y="6051"/>
                </a:lnTo>
                <a:lnTo>
                  <a:pt x="62598" y="5549"/>
                </a:lnTo>
                <a:lnTo>
                  <a:pt x="61734" y="5047"/>
                </a:lnTo>
                <a:lnTo>
                  <a:pt x="60842" y="4573"/>
                </a:lnTo>
                <a:lnTo>
                  <a:pt x="59922" y="4127"/>
                </a:lnTo>
                <a:lnTo>
                  <a:pt x="59001" y="3708"/>
                </a:lnTo>
                <a:lnTo>
                  <a:pt x="58081" y="3290"/>
                </a:lnTo>
                <a:lnTo>
                  <a:pt x="57133" y="2900"/>
                </a:lnTo>
                <a:lnTo>
                  <a:pt x="56185" y="2537"/>
                </a:lnTo>
                <a:lnTo>
                  <a:pt x="55209" y="2203"/>
                </a:lnTo>
                <a:lnTo>
                  <a:pt x="54233" y="1868"/>
                </a:lnTo>
                <a:lnTo>
                  <a:pt x="53257" y="1589"/>
                </a:lnTo>
                <a:lnTo>
                  <a:pt x="52254" y="1311"/>
                </a:lnTo>
                <a:lnTo>
                  <a:pt x="51250" y="1060"/>
                </a:lnTo>
                <a:lnTo>
                  <a:pt x="50218" y="864"/>
                </a:lnTo>
                <a:lnTo>
                  <a:pt x="49214" y="669"/>
                </a:lnTo>
                <a:lnTo>
                  <a:pt x="48155" y="474"/>
                </a:lnTo>
                <a:lnTo>
                  <a:pt x="47123" y="335"/>
                </a:lnTo>
                <a:lnTo>
                  <a:pt x="46064" y="223"/>
                </a:lnTo>
                <a:lnTo>
                  <a:pt x="45032" y="112"/>
                </a:lnTo>
                <a:lnTo>
                  <a:pt x="43944" y="56"/>
                </a:lnTo>
                <a:lnTo>
                  <a:pt x="42885" y="28"/>
                </a:lnTo>
                <a:lnTo>
                  <a:pt x="4179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0" name="Google Shape;2270;p28"/>
          <p:cNvSpPr/>
          <p:nvPr/>
        </p:nvSpPr>
        <p:spPr>
          <a:xfrm>
            <a:off x="84465" y="162170"/>
            <a:ext cx="754445" cy="377331"/>
          </a:xfrm>
          <a:custGeom>
            <a:rect b="b" l="l" r="r" t="t"/>
            <a:pathLst>
              <a:path extrusionOk="0" h="41798" w="83595">
                <a:moveTo>
                  <a:pt x="41797" y="0"/>
                </a:moveTo>
                <a:lnTo>
                  <a:pt x="40710" y="28"/>
                </a:lnTo>
                <a:lnTo>
                  <a:pt x="39650" y="56"/>
                </a:lnTo>
                <a:lnTo>
                  <a:pt x="38591" y="112"/>
                </a:lnTo>
                <a:lnTo>
                  <a:pt x="37531" y="223"/>
                </a:lnTo>
                <a:lnTo>
                  <a:pt x="36472" y="335"/>
                </a:lnTo>
                <a:lnTo>
                  <a:pt x="35440" y="474"/>
                </a:lnTo>
                <a:lnTo>
                  <a:pt x="34408" y="669"/>
                </a:lnTo>
                <a:lnTo>
                  <a:pt x="33377" y="864"/>
                </a:lnTo>
                <a:lnTo>
                  <a:pt x="32373" y="1060"/>
                </a:lnTo>
                <a:lnTo>
                  <a:pt x="31369" y="1311"/>
                </a:lnTo>
                <a:lnTo>
                  <a:pt x="30365" y="1589"/>
                </a:lnTo>
                <a:lnTo>
                  <a:pt x="29361" y="1868"/>
                </a:lnTo>
                <a:lnTo>
                  <a:pt x="28385" y="2203"/>
                </a:lnTo>
                <a:lnTo>
                  <a:pt x="27437" y="2537"/>
                </a:lnTo>
                <a:lnTo>
                  <a:pt x="26489" y="2900"/>
                </a:lnTo>
                <a:lnTo>
                  <a:pt x="25541" y="3290"/>
                </a:lnTo>
                <a:lnTo>
                  <a:pt x="24593" y="3708"/>
                </a:lnTo>
                <a:lnTo>
                  <a:pt x="23673" y="4127"/>
                </a:lnTo>
                <a:lnTo>
                  <a:pt x="22781" y="4573"/>
                </a:lnTo>
                <a:lnTo>
                  <a:pt x="21889" y="5047"/>
                </a:lnTo>
                <a:lnTo>
                  <a:pt x="20996" y="5549"/>
                </a:lnTo>
                <a:lnTo>
                  <a:pt x="20132" y="6051"/>
                </a:lnTo>
                <a:lnTo>
                  <a:pt x="19267" y="6580"/>
                </a:lnTo>
                <a:lnTo>
                  <a:pt x="18431" y="7138"/>
                </a:lnTo>
                <a:lnTo>
                  <a:pt x="17594" y="7724"/>
                </a:lnTo>
                <a:lnTo>
                  <a:pt x="16786" y="8309"/>
                </a:lnTo>
                <a:lnTo>
                  <a:pt x="16005" y="8923"/>
                </a:lnTo>
                <a:lnTo>
                  <a:pt x="15224" y="9536"/>
                </a:lnTo>
                <a:lnTo>
                  <a:pt x="14444" y="10205"/>
                </a:lnTo>
                <a:lnTo>
                  <a:pt x="13691" y="10847"/>
                </a:lnTo>
                <a:lnTo>
                  <a:pt x="12966" y="11544"/>
                </a:lnTo>
                <a:lnTo>
                  <a:pt x="12241" y="12241"/>
                </a:lnTo>
                <a:lnTo>
                  <a:pt x="11544" y="12966"/>
                </a:lnTo>
                <a:lnTo>
                  <a:pt x="10875" y="13691"/>
                </a:lnTo>
                <a:lnTo>
                  <a:pt x="10205" y="14444"/>
                </a:lnTo>
                <a:lnTo>
                  <a:pt x="9564" y="15224"/>
                </a:lnTo>
                <a:lnTo>
                  <a:pt x="8923" y="16005"/>
                </a:lnTo>
                <a:lnTo>
                  <a:pt x="8309" y="16786"/>
                </a:lnTo>
                <a:lnTo>
                  <a:pt x="7724" y="17594"/>
                </a:lnTo>
                <a:lnTo>
                  <a:pt x="7138" y="18431"/>
                </a:lnTo>
                <a:lnTo>
                  <a:pt x="6581" y="19267"/>
                </a:lnTo>
                <a:lnTo>
                  <a:pt x="6051" y="20132"/>
                </a:lnTo>
                <a:lnTo>
                  <a:pt x="5549" y="20996"/>
                </a:lnTo>
                <a:lnTo>
                  <a:pt x="5047" y="21888"/>
                </a:lnTo>
                <a:lnTo>
                  <a:pt x="4573" y="22781"/>
                </a:lnTo>
                <a:lnTo>
                  <a:pt x="4127" y="23673"/>
                </a:lnTo>
                <a:lnTo>
                  <a:pt x="3709" y="24593"/>
                </a:lnTo>
                <a:lnTo>
                  <a:pt x="3290" y="25541"/>
                </a:lnTo>
                <a:lnTo>
                  <a:pt x="2900" y="26461"/>
                </a:lnTo>
                <a:lnTo>
                  <a:pt x="2537" y="27437"/>
                </a:lnTo>
                <a:lnTo>
                  <a:pt x="2203" y="28385"/>
                </a:lnTo>
                <a:lnTo>
                  <a:pt x="1896" y="29361"/>
                </a:lnTo>
                <a:lnTo>
                  <a:pt x="1589" y="30365"/>
                </a:lnTo>
                <a:lnTo>
                  <a:pt x="1311" y="31341"/>
                </a:lnTo>
                <a:lnTo>
                  <a:pt x="1087" y="32345"/>
                </a:lnTo>
                <a:lnTo>
                  <a:pt x="864" y="33376"/>
                </a:lnTo>
                <a:lnTo>
                  <a:pt x="669" y="34408"/>
                </a:lnTo>
                <a:lnTo>
                  <a:pt x="502" y="35440"/>
                </a:lnTo>
                <a:lnTo>
                  <a:pt x="335" y="36471"/>
                </a:lnTo>
                <a:lnTo>
                  <a:pt x="223" y="37531"/>
                </a:lnTo>
                <a:lnTo>
                  <a:pt x="139" y="38591"/>
                </a:lnTo>
                <a:lnTo>
                  <a:pt x="56" y="39650"/>
                </a:lnTo>
                <a:lnTo>
                  <a:pt x="28" y="40710"/>
                </a:lnTo>
                <a:lnTo>
                  <a:pt x="0" y="41797"/>
                </a:lnTo>
                <a:lnTo>
                  <a:pt x="83595" y="41797"/>
                </a:lnTo>
                <a:lnTo>
                  <a:pt x="83595" y="40710"/>
                </a:lnTo>
                <a:lnTo>
                  <a:pt x="83539" y="39650"/>
                </a:lnTo>
                <a:lnTo>
                  <a:pt x="83483" y="38591"/>
                </a:lnTo>
                <a:lnTo>
                  <a:pt x="83372" y="37531"/>
                </a:lnTo>
                <a:lnTo>
                  <a:pt x="83260" y="36471"/>
                </a:lnTo>
                <a:lnTo>
                  <a:pt x="83121" y="35440"/>
                </a:lnTo>
                <a:lnTo>
                  <a:pt x="82953" y="34408"/>
                </a:lnTo>
                <a:lnTo>
                  <a:pt x="82758" y="33376"/>
                </a:lnTo>
                <a:lnTo>
                  <a:pt x="82535" y="32345"/>
                </a:lnTo>
                <a:lnTo>
                  <a:pt x="82284" y="31341"/>
                </a:lnTo>
                <a:lnTo>
                  <a:pt x="82005" y="30365"/>
                </a:lnTo>
                <a:lnTo>
                  <a:pt x="81727" y="29361"/>
                </a:lnTo>
                <a:lnTo>
                  <a:pt x="81392" y="28385"/>
                </a:lnTo>
                <a:lnTo>
                  <a:pt x="81057" y="27437"/>
                </a:lnTo>
                <a:lnTo>
                  <a:pt x="80695" y="26461"/>
                </a:lnTo>
                <a:lnTo>
                  <a:pt x="80304" y="25541"/>
                </a:lnTo>
                <a:lnTo>
                  <a:pt x="79914" y="24593"/>
                </a:lnTo>
                <a:lnTo>
                  <a:pt x="79468" y="23673"/>
                </a:lnTo>
                <a:lnTo>
                  <a:pt x="79022" y="22781"/>
                </a:lnTo>
                <a:lnTo>
                  <a:pt x="78548" y="21888"/>
                </a:lnTo>
                <a:lnTo>
                  <a:pt x="78046" y="20996"/>
                </a:lnTo>
                <a:lnTo>
                  <a:pt x="77544" y="20132"/>
                </a:lnTo>
                <a:lnTo>
                  <a:pt x="77014" y="19267"/>
                </a:lnTo>
                <a:lnTo>
                  <a:pt x="76457" y="18431"/>
                </a:lnTo>
                <a:lnTo>
                  <a:pt x="75899" y="17594"/>
                </a:lnTo>
                <a:lnTo>
                  <a:pt x="75285" y="16786"/>
                </a:lnTo>
                <a:lnTo>
                  <a:pt x="74672" y="16005"/>
                </a:lnTo>
                <a:lnTo>
                  <a:pt x="74059" y="15224"/>
                </a:lnTo>
                <a:lnTo>
                  <a:pt x="73417" y="14444"/>
                </a:lnTo>
                <a:lnTo>
                  <a:pt x="72748" y="13691"/>
                </a:lnTo>
                <a:lnTo>
                  <a:pt x="72051" y="12966"/>
                </a:lnTo>
                <a:lnTo>
                  <a:pt x="71354" y="12241"/>
                </a:lnTo>
                <a:lnTo>
                  <a:pt x="70629" y="11544"/>
                </a:lnTo>
                <a:lnTo>
                  <a:pt x="69904" y="10847"/>
                </a:lnTo>
                <a:lnTo>
                  <a:pt x="69151" y="10205"/>
                </a:lnTo>
                <a:lnTo>
                  <a:pt x="68398" y="9536"/>
                </a:lnTo>
                <a:lnTo>
                  <a:pt x="67617" y="8923"/>
                </a:lnTo>
                <a:lnTo>
                  <a:pt x="66809" y="8309"/>
                </a:lnTo>
                <a:lnTo>
                  <a:pt x="66000" y="7724"/>
                </a:lnTo>
                <a:lnTo>
                  <a:pt x="65164" y="7138"/>
                </a:lnTo>
                <a:lnTo>
                  <a:pt x="64327" y="6580"/>
                </a:lnTo>
                <a:lnTo>
                  <a:pt x="63463" y="6051"/>
                </a:lnTo>
                <a:lnTo>
                  <a:pt x="62598" y="5549"/>
                </a:lnTo>
                <a:lnTo>
                  <a:pt x="61734" y="5047"/>
                </a:lnTo>
                <a:lnTo>
                  <a:pt x="60842" y="4573"/>
                </a:lnTo>
                <a:lnTo>
                  <a:pt x="59922" y="4127"/>
                </a:lnTo>
                <a:lnTo>
                  <a:pt x="59001" y="3708"/>
                </a:lnTo>
                <a:lnTo>
                  <a:pt x="58081" y="3290"/>
                </a:lnTo>
                <a:lnTo>
                  <a:pt x="57133" y="2900"/>
                </a:lnTo>
                <a:lnTo>
                  <a:pt x="56185" y="2537"/>
                </a:lnTo>
                <a:lnTo>
                  <a:pt x="55209" y="2203"/>
                </a:lnTo>
                <a:lnTo>
                  <a:pt x="54233" y="1868"/>
                </a:lnTo>
                <a:lnTo>
                  <a:pt x="53257" y="1589"/>
                </a:lnTo>
                <a:lnTo>
                  <a:pt x="52254" y="1311"/>
                </a:lnTo>
                <a:lnTo>
                  <a:pt x="51250" y="1060"/>
                </a:lnTo>
                <a:lnTo>
                  <a:pt x="50218" y="864"/>
                </a:lnTo>
                <a:lnTo>
                  <a:pt x="49214" y="669"/>
                </a:lnTo>
                <a:lnTo>
                  <a:pt x="48155" y="474"/>
                </a:lnTo>
                <a:lnTo>
                  <a:pt x="47123" y="335"/>
                </a:lnTo>
                <a:lnTo>
                  <a:pt x="46064" y="223"/>
                </a:lnTo>
                <a:lnTo>
                  <a:pt x="45032" y="112"/>
                </a:lnTo>
                <a:lnTo>
                  <a:pt x="43944" y="56"/>
                </a:lnTo>
                <a:lnTo>
                  <a:pt x="42885" y="28"/>
                </a:lnTo>
                <a:lnTo>
                  <a:pt x="4179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1" name="Google Shape;2271;p28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2" name="Google Shape;2272;p28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3" name="Google Shape;2273;p28"/>
          <p:cNvSpPr/>
          <p:nvPr/>
        </p:nvSpPr>
        <p:spPr>
          <a:xfrm flipH="1">
            <a:off x="8512125" y="122974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4" name="Google Shape;2274;p28"/>
          <p:cNvSpPr/>
          <p:nvPr/>
        </p:nvSpPr>
        <p:spPr>
          <a:xfrm flipH="1">
            <a:off x="8656535" y="1298561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5" name="Google Shape;2275;p28"/>
          <p:cNvSpPr/>
          <p:nvPr/>
        </p:nvSpPr>
        <p:spPr>
          <a:xfrm flipH="1">
            <a:off x="8801002" y="140802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6" name="Google Shape;2276;p28"/>
          <p:cNvSpPr/>
          <p:nvPr/>
        </p:nvSpPr>
        <p:spPr>
          <a:xfrm flipH="1">
            <a:off x="8548121" y="204264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7" name="Google Shape;2277;p28"/>
          <p:cNvSpPr/>
          <p:nvPr/>
        </p:nvSpPr>
        <p:spPr>
          <a:xfrm flipH="1">
            <a:off x="8697009" y="216558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8" name="Google Shape;2278;p28"/>
          <p:cNvSpPr/>
          <p:nvPr/>
        </p:nvSpPr>
        <p:spPr>
          <a:xfrm flipH="1">
            <a:off x="8639628" y="334584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9" name="Google Shape;2279;p28"/>
          <p:cNvSpPr/>
          <p:nvPr/>
        </p:nvSpPr>
        <p:spPr>
          <a:xfrm flipH="1">
            <a:off x="8944428" y="213617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80" name="Google Shape;2280;p28"/>
          <p:cNvGrpSpPr/>
          <p:nvPr/>
        </p:nvGrpSpPr>
        <p:grpSpPr>
          <a:xfrm>
            <a:off x="114483" y="4712891"/>
            <a:ext cx="1202833" cy="365416"/>
            <a:chOff x="114483" y="4665266"/>
            <a:chExt cx="1202833" cy="365416"/>
          </a:xfrm>
        </p:grpSpPr>
        <p:sp>
          <p:nvSpPr>
            <p:cNvPr id="2281" name="Google Shape;2281;p28"/>
            <p:cNvSpPr/>
            <p:nvPr/>
          </p:nvSpPr>
          <p:spPr>
            <a:xfrm>
              <a:off x="606426" y="466526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28"/>
            <p:cNvSpPr/>
            <p:nvPr/>
          </p:nvSpPr>
          <p:spPr>
            <a:xfrm>
              <a:off x="773446" y="466526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28"/>
            <p:cNvSpPr/>
            <p:nvPr/>
          </p:nvSpPr>
          <p:spPr>
            <a:xfrm>
              <a:off x="607946" y="482089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28"/>
            <p:cNvSpPr/>
            <p:nvPr/>
          </p:nvSpPr>
          <p:spPr>
            <a:xfrm>
              <a:off x="771167" y="482013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28"/>
            <p:cNvSpPr/>
            <p:nvPr/>
          </p:nvSpPr>
          <p:spPr>
            <a:xfrm>
              <a:off x="937428" y="482089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28"/>
            <p:cNvSpPr/>
            <p:nvPr/>
          </p:nvSpPr>
          <p:spPr>
            <a:xfrm>
              <a:off x="600311" y="497188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28"/>
            <p:cNvSpPr/>
            <p:nvPr/>
          </p:nvSpPr>
          <p:spPr>
            <a:xfrm>
              <a:off x="772687" y="497647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28"/>
            <p:cNvSpPr/>
            <p:nvPr/>
          </p:nvSpPr>
          <p:spPr>
            <a:xfrm>
              <a:off x="937428" y="497723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28"/>
            <p:cNvSpPr/>
            <p:nvPr/>
          </p:nvSpPr>
          <p:spPr>
            <a:xfrm>
              <a:off x="938225" y="466606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28"/>
            <p:cNvSpPr/>
            <p:nvPr/>
          </p:nvSpPr>
          <p:spPr>
            <a:xfrm>
              <a:off x="1102207" y="466834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28"/>
            <p:cNvSpPr/>
            <p:nvPr/>
          </p:nvSpPr>
          <p:spPr>
            <a:xfrm>
              <a:off x="444724" y="466606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28"/>
            <p:cNvSpPr/>
            <p:nvPr/>
          </p:nvSpPr>
          <p:spPr>
            <a:xfrm>
              <a:off x="444724" y="482089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28"/>
            <p:cNvSpPr/>
            <p:nvPr/>
          </p:nvSpPr>
          <p:spPr>
            <a:xfrm>
              <a:off x="1101447" y="482316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28"/>
            <p:cNvSpPr/>
            <p:nvPr/>
          </p:nvSpPr>
          <p:spPr>
            <a:xfrm>
              <a:off x="1100649" y="497875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28"/>
            <p:cNvSpPr/>
            <p:nvPr/>
          </p:nvSpPr>
          <p:spPr>
            <a:xfrm>
              <a:off x="443965" y="497571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28"/>
            <p:cNvSpPr/>
            <p:nvPr/>
          </p:nvSpPr>
          <p:spPr>
            <a:xfrm>
              <a:off x="279983" y="496732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28"/>
            <p:cNvSpPr/>
            <p:nvPr/>
          </p:nvSpPr>
          <p:spPr>
            <a:xfrm>
              <a:off x="114483" y="497647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28"/>
            <p:cNvSpPr/>
            <p:nvPr/>
          </p:nvSpPr>
          <p:spPr>
            <a:xfrm>
              <a:off x="278464" y="482241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28"/>
            <p:cNvSpPr/>
            <p:nvPr/>
          </p:nvSpPr>
          <p:spPr>
            <a:xfrm>
              <a:off x="276185" y="466682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28"/>
            <p:cNvSpPr/>
            <p:nvPr/>
          </p:nvSpPr>
          <p:spPr>
            <a:xfrm>
              <a:off x="1263111" y="498027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28"/>
            <p:cNvSpPr/>
            <p:nvPr/>
          </p:nvSpPr>
          <p:spPr>
            <a:xfrm>
              <a:off x="1265428" y="482468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28"/>
            <p:cNvSpPr/>
            <p:nvPr/>
          </p:nvSpPr>
          <p:spPr>
            <a:xfrm>
              <a:off x="116002" y="482013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28"/>
            <p:cNvSpPr/>
            <p:nvPr/>
          </p:nvSpPr>
          <p:spPr>
            <a:xfrm>
              <a:off x="116762" y="466526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28"/>
            <p:cNvSpPr/>
            <p:nvPr/>
          </p:nvSpPr>
          <p:spPr>
            <a:xfrm>
              <a:off x="1266188" y="466910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5" name="Google Shape;2305;p28"/>
          <p:cNvSpPr/>
          <p:nvPr/>
        </p:nvSpPr>
        <p:spPr>
          <a:xfrm flipH="1" rot="-5400000">
            <a:off x="2064746" y="417574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6" name="Google Shape;2306;p28"/>
          <p:cNvSpPr/>
          <p:nvPr/>
        </p:nvSpPr>
        <p:spPr>
          <a:xfrm flipH="1" rot="-5400000">
            <a:off x="2293713" y="436188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7" name="Google Shape;2307;p28"/>
          <p:cNvSpPr/>
          <p:nvPr/>
        </p:nvSpPr>
        <p:spPr>
          <a:xfrm flipH="1">
            <a:off x="3430512" y="4717262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8" name="Google Shape;2308;p28"/>
          <p:cNvSpPr/>
          <p:nvPr/>
        </p:nvSpPr>
        <p:spPr>
          <a:xfrm flipH="1">
            <a:off x="3652804" y="4884254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9" name="Google Shape;2309;p28"/>
          <p:cNvSpPr/>
          <p:nvPr/>
        </p:nvSpPr>
        <p:spPr>
          <a:xfrm flipH="1">
            <a:off x="3534228" y="470792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0" name="Google Shape;2310;p28"/>
          <p:cNvSpPr/>
          <p:nvPr/>
        </p:nvSpPr>
        <p:spPr>
          <a:xfrm flipH="1">
            <a:off x="2391228" y="474602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1" name="Google Shape;2311;p28"/>
          <p:cNvSpPr/>
          <p:nvPr/>
        </p:nvSpPr>
        <p:spPr>
          <a:xfrm flipH="1" rot="-3180058">
            <a:off x="5343286" y="4027976"/>
            <a:ext cx="1596428" cy="180294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2" name="Google Shape;2312;p28"/>
          <p:cNvSpPr/>
          <p:nvPr/>
        </p:nvSpPr>
        <p:spPr>
          <a:xfrm flipH="1" rot="-3180058">
            <a:off x="5463808" y="4095264"/>
            <a:ext cx="1395610" cy="1650658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3" name="Google Shape;2313;p28"/>
          <p:cNvSpPr/>
          <p:nvPr/>
        </p:nvSpPr>
        <p:spPr>
          <a:xfrm flipH="1" rot="-3180058">
            <a:off x="5564439" y="4207411"/>
            <a:ext cx="1193673" cy="142725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4" name="Google Shape;2314;p28"/>
          <p:cNvSpPr/>
          <p:nvPr/>
        </p:nvSpPr>
        <p:spPr>
          <a:xfrm flipH="1" rot="-3180058">
            <a:off x="5703015" y="4346858"/>
            <a:ext cx="901503" cy="1104557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5" name="Google Shape;2315;p28"/>
          <p:cNvSpPr/>
          <p:nvPr/>
        </p:nvSpPr>
        <p:spPr>
          <a:xfrm flipH="1" rot="-3180058">
            <a:off x="5708441" y="4798372"/>
            <a:ext cx="130935" cy="390455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6" name="Google Shape;2316;p28"/>
          <p:cNvSpPr/>
          <p:nvPr/>
        </p:nvSpPr>
        <p:spPr>
          <a:xfrm flipH="1" rot="-3180058">
            <a:off x="5753849" y="4945467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7" name="Google Shape;2317;p28"/>
          <p:cNvSpPr/>
          <p:nvPr/>
        </p:nvSpPr>
        <p:spPr>
          <a:xfrm flipH="1" rot="-3180058">
            <a:off x="5727684" y="4970958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8" name="Google Shape;2318;p28"/>
          <p:cNvSpPr/>
          <p:nvPr/>
        </p:nvSpPr>
        <p:spPr>
          <a:xfrm flipH="1">
            <a:off x="5972628" y="466982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9" name="Google Shape;2319;p28"/>
          <p:cNvSpPr/>
          <p:nvPr/>
        </p:nvSpPr>
        <p:spPr>
          <a:xfrm flipH="1">
            <a:off x="6582228" y="505082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1">
  <p:cSld name="CUSTOM_14">
    <p:spTree>
      <p:nvGrpSpPr>
        <p:cNvPr id="2320" name="Shape 2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1" name="Google Shape;2321;p29"/>
          <p:cNvSpPr txBox="1"/>
          <p:nvPr>
            <p:ph idx="1" type="subTitle"/>
          </p:nvPr>
        </p:nvSpPr>
        <p:spPr>
          <a:xfrm>
            <a:off x="751605" y="2614344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22" name="Google Shape;2322;p29"/>
          <p:cNvSpPr txBox="1"/>
          <p:nvPr>
            <p:ph idx="2" type="subTitle"/>
          </p:nvPr>
        </p:nvSpPr>
        <p:spPr>
          <a:xfrm>
            <a:off x="751605" y="3011416"/>
            <a:ext cx="1463100" cy="40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23" name="Google Shape;2323;p29"/>
          <p:cNvSpPr txBox="1"/>
          <p:nvPr>
            <p:ph idx="3" type="subTitle"/>
          </p:nvPr>
        </p:nvSpPr>
        <p:spPr>
          <a:xfrm>
            <a:off x="2296028" y="2614344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24" name="Google Shape;2324;p29"/>
          <p:cNvSpPr txBox="1"/>
          <p:nvPr>
            <p:ph idx="4" type="subTitle"/>
          </p:nvPr>
        </p:nvSpPr>
        <p:spPr>
          <a:xfrm>
            <a:off x="2296028" y="3011416"/>
            <a:ext cx="1463100" cy="40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25" name="Google Shape;2325;p29"/>
          <p:cNvSpPr txBox="1"/>
          <p:nvPr>
            <p:ph idx="5" type="subTitle"/>
          </p:nvPr>
        </p:nvSpPr>
        <p:spPr>
          <a:xfrm>
            <a:off x="3840450" y="2614344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26" name="Google Shape;2326;p29"/>
          <p:cNvSpPr txBox="1"/>
          <p:nvPr>
            <p:ph idx="6" type="subTitle"/>
          </p:nvPr>
        </p:nvSpPr>
        <p:spPr>
          <a:xfrm>
            <a:off x="3840450" y="3011416"/>
            <a:ext cx="1463100" cy="40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27" name="Google Shape;2327;p29"/>
          <p:cNvSpPr txBox="1"/>
          <p:nvPr>
            <p:ph idx="7" type="subTitle"/>
          </p:nvPr>
        </p:nvSpPr>
        <p:spPr>
          <a:xfrm>
            <a:off x="5384872" y="2614344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28" name="Google Shape;2328;p29"/>
          <p:cNvSpPr txBox="1"/>
          <p:nvPr>
            <p:ph idx="8" type="subTitle"/>
          </p:nvPr>
        </p:nvSpPr>
        <p:spPr>
          <a:xfrm>
            <a:off x="5384872" y="3011416"/>
            <a:ext cx="1463100" cy="40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29" name="Google Shape;2329;p29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30" name="Google Shape;2330;p29"/>
          <p:cNvSpPr txBox="1"/>
          <p:nvPr>
            <p:ph idx="9" type="subTitle"/>
          </p:nvPr>
        </p:nvSpPr>
        <p:spPr>
          <a:xfrm>
            <a:off x="6929295" y="2614344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31" name="Google Shape;2331;p29"/>
          <p:cNvSpPr txBox="1"/>
          <p:nvPr>
            <p:ph idx="13" type="subTitle"/>
          </p:nvPr>
        </p:nvSpPr>
        <p:spPr>
          <a:xfrm>
            <a:off x="6929295" y="3011416"/>
            <a:ext cx="1463100" cy="40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32" name="Google Shape;2332;p29"/>
          <p:cNvSpPr/>
          <p:nvPr/>
        </p:nvSpPr>
        <p:spPr>
          <a:xfrm>
            <a:off x="657622" y="39003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3" name="Google Shape;2333;p29"/>
          <p:cNvSpPr/>
          <p:nvPr/>
        </p:nvSpPr>
        <p:spPr>
          <a:xfrm flipH="1">
            <a:off x="-1213408" y="-294894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4" name="Google Shape;2334;p29"/>
          <p:cNvSpPr/>
          <p:nvPr/>
        </p:nvSpPr>
        <p:spPr>
          <a:xfrm flipH="1">
            <a:off x="0" y="4599425"/>
            <a:ext cx="9144000" cy="544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5" name="Google Shape;2335;p29"/>
          <p:cNvSpPr/>
          <p:nvPr/>
        </p:nvSpPr>
        <p:spPr>
          <a:xfrm flipH="1">
            <a:off x="-14125" y="90659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6" name="Google Shape;2336;p29"/>
          <p:cNvSpPr/>
          <p:nvPr/>
        </p:nvSpPr>
        <p:spPr>
          <a:xfrm flipH="1">
            <a:off x="-1085936" y="-150488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7" name="Google Shape;2337;p29"/>
          <p:cNvSpPr/>
          <p:nvPr/>
        </p:nvSpPr>
        <p:spPr>
          <a:xfrm flipH="1">
            <a:off x="130285" y="975411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8" name="Google Shape;2338;p29"/>
          <p:cNvSpPr/>
          <p:nvPr/>
        </p:nvSpPr>
        <p:spPr>
          <a:xfrm flipH="1">
            <a:off x="-960701" y="-8960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9" name="Google Shape;2339;p29"/>
          <p:cNvSpPr/>
          <p:nvPr/>
        </p:nvSpPr>
        <p:spPr>
          <a:xfrm flipH="1">
            <a:off x="274752" y="108487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40" name="Google Shape;2340;p29"/>
          <p:cNvGrpSpPr/>
          <p:nvPr/>
        </p:nvGrpSpPr>
        <p:grpSpPr>
          <a:xfrm>
            <a:off x="8053502" y="4224312"/>
            <a:ext cx="754524" cy="750237"/>
            <a:chOff x="8523754" y="10"/>
            <a:chExt cx="516408" cy="513439"/>
          </a:xfrm>
        </p:grpSpPr>
        <p:sp>
          <p:nvSpPr>
            <p:cNvPr id="2341" name="Google Shape;2341;p29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29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3" name="Google Shape;2343;p29"/>
          <p:cNvGrpSpPr/>
          <p:nvPr/>
        </p:nvGrpSpPr>
        <p:grpSpPr>
          <a:xfrm>
            <a:off x="3973258" y="4706441"/>
            <a:ext cx="1202833" cy="365416"/>
            <a:chOff x="3973258" y="4630241"/>
            <a:chExt cx="1202833" cy="365416"/>
          </a:xfrm>
        </p:grpSpPr>
        <p:sp>
          <p:nvSpPr>
            <p:cNvPr id="2344" name="Google Shape;2344;p29"/>
            <p:cNvSpPr/>
            <p:nvPr/>
          </p:nvSpPr>
          <p:spPr>
            <a:xfrm>
              <a:off x="4465201" y="4630241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29"/>
            <p:cNvSpPr/>
            <p:nvPr/>
          </p:nvSpPr>
          <p:spPr>
            <a:xfrm>
              <a:off x="4632221" y="4630241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29"/>
            <p:cNvSpPr/>
            <p:nvPr/>
          </p:nvSpPr>
          <p:spPr>
            <a:xfrm>
              <a:off x="4466721" y="4785865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29"/>
            <p:cNvSpPr/>
            <p:nvPr/>
          </p:nvSpPr>
          <p:spPr>
            <a:xfrm>
              <a:off x="4629942" y="4785105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29"/>
            <p:cNvSpPr/>
            <p:nvPr/>
          </p:nvSpPr>
          <p:spPr>
            <a:xfrm>
              <a:off x="4796203" y="4785865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29"/>
            <p:cNvSpPr/>
            <p:nvPr/>
          </p:nvSpPr>
          <p:spPr>
            <a:xfrm>
              <a:off x="4459086" y="4936856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29"/>
            <p:cNvSpPr/>
            <p:nvPr/>
          </p:nvSpPr>
          <p:spPr>
            <a:xfrm>
              <a:off x="4631462" y="4941452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29"/>
            <p:cNvSpPr/>
            <p:nvPr/>
          </p:nvSpPr>
          <p:spPr>
            <a:xfrm>
              <a:off x="4796203" y="4942211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29"/>
            <p:cNvSpPr/>
            <p:nvPr/>
          </p:nvSpPr>
          <p:spPr>
            <a:xfrm>
              <a:off x="4797000" y="4631038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29"/>
            <p:cNvSpPr/>
            <p:nvPr/>
          </p:nvSpPr>
          <p:spPr>
            <a:xfrm>
              <a:off x="4960982" y="4633317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29"/>
            <p:cNvSpPr/>
            <p:nvPr/>
          </p:nvSpPr>
          <p:spPr>
            <a:xfrm>
              <a:off x="4303499" y="4631038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29"/>
            <p:cNvSpPr/>
            <p:nvPr/>
          </p:nvSpPr>
          <p:spPr>
            <a:xfrm>
              <a:off x="4303499" y="4785865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29"/>
            <p:cNvSpPr/>
            <p:nvPr/>
          </p:nvSpPr>
          <p:spPr>
            <a:xfrm>
              <a:off x="4960222" y="4788144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29"/>
            <p:cNvSpPr/>
            <p:nvPr/>
          </p:nvSpPr>
          <p:spPr>
            <a:xfrm>
              <a:off x="4959424" y="4943731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29"/>
            <p:cNvSpPr/>
            <p:nvPr/>
          </p:nvSpPr>
          <p:spPr>
            <a:xfrm>
              <a:off x="4302740" y="4940692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29"/>
            <p:cNvSpPr/>
            <p:nvPr/>
          </p:nvSpPr>
          <p:spPr>
            <a:xfrm>
              <a:off x="4138758" y="4932297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29"/>
            <p:cNvSpPr/>
            <p:nvPr/>
          </p:nvSpPr>
          <p:spPr>
            <a:xfrm>
              <a:off x="3973258" y="4941452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29"/>
            <p:cNvSpPr/>
            <p:nvPr/>
          </p:nvSpPr>
          <p:spPr>
            <a:xfrm>
              <a:off x="4137239" y="4787385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29"/>
            <p:cNvSpPr/>
            <p:nvPr/>
          </p:nvSpPr>
          <p:spPr>
            <a:xfrm>
              <a:off x="4134960" y="4631798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29"/>
            <p:cNvSpPr/>
            <p:nvPr/>
          </p:nvSpPr>
          <p:spPr>
            <a:xfrm>
              <a:off x="5121886" y="4945250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29"/>
            <p:cNvSpPr/>
            <p:nvPr/>
          </p:nvSpPr>
          <p:spPr>
            <a:xfrm>
              <a:off x="5124203" y="4789664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29"/>
            <p:cNvSpPr/>
            <p:nvPr/>
          </p:nvSpPr>
          <p:spPr>
            <a:xfrm>
              <a:off x="3974777" y="4785105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29"/>
            <p:cNvSpPr/>
            <p:nvPr/>
          </p:nvSpPr>
          <p:spPr>
            <a:xfrm>
              <a:off x="3975537" y="4630241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29"/>
            <p:cNvSpPr/>
            <p:nvPr/>
          </p:nvSpPr>
          <p:spPr>
            <a:xfrm>
              <a:off x="5124963" y="4634077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68" name="Google Shape;2368;p29"/>
          <p:cNvSpPr/>
          <p:nvPr/>
        </p:nvSpPr>
        <p:spPr>
          <a:xfrm flipH="1" rot="-5400000">
            <a:off x="8085891" y="-2251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9" name="Google Shape;2369;p29"/>
          <p:cNvSpPr/>
          <p:nvPr/>
        </p:nvSpPr>
        <p:spPr>
          <a:xfrm rot="-5400000">
            <a:off x="8219528" y="31072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0" name="Google Shape;2370;p29"/>
          <p:cNvSpPr/>
          <p:nvPr/>
        </p:nvSpPr>
        <p:spPr>
          <a:xfrm flipH="1">
            <a:off x="269855" y="43050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1" name="Google Shape;2371;p29"/>
          <p:cNvSpPr/>
          <p:nvPr/>
        </p:nvSpPr>
        <p:spPr>
          <a:xfrm flipH="1">
            <a:off x="371387" y="44122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1">
  <p:cSld name="CUSTOM_3">
    <p:spTree>
      <p:nvGrpSpPr>
        <p:cNvPr id="2372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3" name="Google Shape;2373;p30"/>
          <p:cNvSpPr txBox="1"/>
          <p:nvPr>
            <p:ph idx="1" type="subTitle"/>
          </p:nvPr>
        </p:nvSpPr>
        <p:spPr>
          <a:xfrm>
            <a:off x="1268225" y="1870115"/>
            <a:ext cx="14631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74" name="Google Shape;2374;p30"/>
          <p:cNvSpPr txBox="1"/>
          <p:nvPr>
            <p:ph idx="2" type="subTitle"/>
          </p:nvPr>
        </p:nvSpPr>
        <p:spPr>
          <a:xfrm>
            <a:off x="1104125" y="2269574"/>
            <a:ext cx="17913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75" name="Google Shape;2375;p30"/>
          <p:cNvSpPr txBox="1"/>
          <p:nvPr>
            <p:ph idx="3" type="subTitle"/>
          </p:nvPr>
        </p:nvSpPr>
        <p:spPr>
          <a:xfrm>
            <a:off x="3840450" y="1870115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76" name="Google Shape;2376;p30"/>
          <p:cNvSpPr txBox="1"/>
          <p:nvPr>
            <p:ph idx="4" type="subTitle"/>
          </p:nvPr>
        </p:nvSpPr>
        <p:spPr>
          <a:xfrm>
            <a:off x="3674700" y="2269574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77" name="Google Shape;2377;p30"/>
          <p:cNvSpPr txBox="1"/>
          <p:nvPr>
            <p:ph idx="5" type="subTitle"/>
          </p:nvPr>
        </p:nvSpPr>
        <p:spPr>
          <a:xfrm>
            <a:off x="6412481" y="1870115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78" name="Google Shape;2378;p30"/>
          <p:cNvSpPr txBox="1"/>
          <p:nvPr>
            <p:ph idx="6" type="subTitle"/>
          </p:nvPr>
        </p:nvSpPr>
        <p:spPr>
          <a:xfrm>
            <a:off x="6246731" y="2269574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79" name="Google Shape;2379;p30"/>
          <p:cNvSpPr txBox="1"/>
          <p:nvPr>
            <p:ph idx="7" type="subTitle"/>
          </p:nvPr>
        </p:nvSpPr>
        <p:spPr>
          <a:xfrm>
            <a:off x="1268225" y="3627093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80" name="Google Shape;2380;p30"/>
          <p:cNvSpPr txBox="1"/>
          <p:nvPr>
            <p:ph idx="8" type="subTitle"/>
          </p:nvPr>
        </p:nvSpPr>
        <p:spPr>
          <a:xfrm>
            <a:off x="1102475" y="4029040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81" name="Google Shape;2381;p30"/>
          <p:cNvSpPr txBox="1"/>
          <p:nvPr>
            <p:ph idx="9" type="subTitle"/>
          </p:nvPr>
        </p:nvSpPr>
        <p:spPr>
          <a:xfrm>
            <a:off x="3840450" y="3627093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82" name="Google Shape;2382;p30"/>
          <p:cNvSpPr txBox="1"/>
          <p:nvPr>
            <p:ph idx="13" type="subTitle"/>
          </p:nvPr>
        </p:nvSpPr>
        <p:spPr>
          <a:xfrm>
            <a:off x="3674700" y="4029040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83" name="Google Shape;2383;p30"/>
          <p:cNvSpPr txBox="1"/>
          <p:nvPr>
            <p:ph idx="14" type="subTitle"/>
          </p:nvPr>
        </p:nvSpPr>
        <p:spPr>
          <a:xfrm>
            <a:off x="6412481" y="3627093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2384" name="Google Shape;2384;p30"/>
          <p:cNvSpPr txBox="1"/>
          <p:nvPr>
            <p:ph idx="15" type="subTitle"/>
          </p:nvPr>
        </p:nvSpPr>
        <p:spPr>
          <a:xfrm>
            <a:off x="6246731" y="4029040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385" name="Google Shape;2385;p30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86" name="Google Shape;2386;p30"/>
          <p:cNvSpPr/>
          <p:nvPr/>
        </p:nvSpPr>
        <p:spPr>
          <a:xfrm flipH="1">
            <a:off x="843077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7" name="Google Shape;2387;p30"/>
          <p:cNvSpPr/>
          <p:nvPr/>
        </p:nvSpPr>
        <p:spPr>
          <a:xfrm flipH="1">
            <a:off x="12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8" name="Google Shape;2388;p30"/>
          <p:cNvSpPr/>
          <p:nvPr/>
        </p:nvSpPr>
        <p:spPr>
          <a:xfrm flipH="1" rot="10800000">
            <a:off x="-12" y="10453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9" name="Google Shape;2389;p30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0" name="Google Shape;2390;p30"/>
          <p:cNvSpPr/>
          <p:nvPr/>
        </p:nvSpPr>
        <p:spPr>
          <a:xfrm>
            <a:off x="134475" y="3869941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1" name="Google Shape;2391;p30"/>
          <p:cNvSpPr/>
          <p:nvPr/>
        </p:nvSpPr>
        <p:spPr>
          <a:xfrm rot="5400000">
            <a:off x="134475" y="4475043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2" name="Google Shape;2392;p30"/>
          <p:cNvSpPr/>
          <p:nvPr/>
        </p:nvSpPr>
        <p:spPr>
          <a:xfrm>
            <a:off x="8567050" y="5905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3" name="Google Shape;2393;p30"/>
          <p:cNvSpPr/>
          <p:nvPr/>
        </p:nvSpPr>
        <p:spPr>
          <a:xfrm>
            <a:off x="8567050" y="571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4" name="Google Shape;2394;p30"/>
          <p:cNvSpPr/>
          <p:nvPr/>
        </p:nvSpPr>
        <p:spPr>
          <a:xfrm flipH="1">
            <a:off x="-339183" y="8258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5" name="Google Shape;2395;p30"/>
          <p:cNvSpPr/>
          <p:nvPr/>
        </p:nvSpPr>
        <p:spPr>
          <a:xfrm flipH="1">
            <a:off x="-237651" y="9330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6" name="Google Shape;2396;p30"/>
          <p:cNvSpPr/>
          <p:nvPr/>
        </p:nvSpPr>
        <p:spPr>
          <a:xfrm flipH="1">
            <a:off x="8570321" y="3502619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7" name="Google Shape;2397;p30"/>
          <p:cNvSpPr/>
          <p:nvPr/>
        </p:nvSpPr>
        <p:spPr>
          <a:xfrm flipH="1">
            <a:off x="8719209" y="362555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8" name="Google Shape;2398;p30"/>
          <p:cNvSpPr/>
          <p:nvPr/>
        </p:nvSpPr>
        <p:spPr>
          <a:xfrm flipH="1">
            <a:off x="3091737" y="-1106693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9" name="Google Shape;2399;p30"/>
          <p:cNvSpPr/>
          <p:nvPr/>
        </p:nvSpPr>
        <p:spPr>
          <a:xfrm flipH="1">
            <a:off x="4060897" y="-983699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00" name="Google Shape;2400;p30"/>
          <p:cNvGrpSpPr/>
          <p:nvPr/>
        </p:nvGrpSpPr>
        <p:grpSpPr>
          <a:xfrm>
            <a:off x="157605" y="1997778"/>
            <a:ext cx="398956" cy="1147945"/>
            <a:chOff x="8625330" y="1912541"/>
            <a:chExt cx="398956" cy="1147945"/>
          </a:xfrm>
        </p:grpSpPr>
        <p:sp>
          <p:nvSpPr>
            <p:cNvPr id="2401" name="Google Shape;2401;p30"/>
            <p:cNvSpPr/>
            <p:nvPr/>
          </p:nvSpPr>
          <p:spPr>
            <a:xfrm>
              <a:off x="8960167" y="2999443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0"/>
            <p:cNvSpPr/>
            <p:nvPr/>
          </p:nvSpPr>
          <p:spPr>
            <a:xfrm>
              <a:off x="8958648" y="2840780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0"/>
            <p:cNvSpPr/>
            <p:nvPr/>
          </p:nvSpPr>
          <p:spPr>
            <a:xfrm>
              <a:off x="8957888" y="2683674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0"/>
            <p:cNvSpPr/>
            <p:nvPr/>
          </p:nvSpPr>
          <p:spPr>
            <a:xfrm>
              <a:off x="8959408" y="2531126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0"/>
            <p:cNvSpPr/>
            <p:nvPr/>
          </p:nvSpPr>
          <p:spPr>
            <a:xfrm>
              <a:off x="8961687" y="1913338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0"/>
            <p:cNvSpPr/>
            <p:nvPr/>
          </p:nvSpPr>
          <p:spPr>
            <a:xfrm>
              <a:off x="8795426" y="2687473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0"/>
            <p:cNvSpPr/>
            <p:nvPr/>
          </p:nvSpPr>
          <p:spPr>
            <a:xfrm>
              <a:off x="8794667" y="2529607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0"/>
            <p:cNvSpPr/>
            <p:nvPr/>
          </p:nvSpPr>
          <p:spPr>
            <a:xfrm>
              <a:off x="8961687" y="2068165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0"/>
            <p:cNvSpPr/>
            <p:nvPr/>
          </p:nvSpPr>
          <p:spPr>
            <a:xfrm>
              <a:off x="8960167" y="2379338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0"/>
            <p:cNvSpPr/>
            <p:nvPr/>
          </p:nvSpPr>
          <p:spPr>
            <a:xfrm>
              <a:off x="8795426" y="2843857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0"/>
            <p:cNvSpPr/>
            <p:nvPr/>
          </p:nvSpPr>
          <p:spPr>
            <a:xfrm>
              <a:off x="8795426" y="2377819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0"/>
            <p:cNvSpPr/>
            <p:nvPr/>
          </p:nvSpPr>
          <p:spPr>
            <a:xfrm>
              <a:off x="8793907" y="2998684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0"/>
            <p:cNvSpPr/>
            <p:nvPr/>
          </p:nvSpPr>
          <p:spPr>
            <a:xfrm>
              <a:off x="8625330" y="2995607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0"/>
            <p:cNvSpPr/>
            <p:nvPr/>
          </p:nvSpPr>
          <p:spPr>
            <a:xfrm>
              <a:off x="8960927" y="2222992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0"/>
            <p:cNvSpPr/>
            <p:nvPr/>
          </p:nvSpPr>
          <p:spPr>
            <a:xfrm>
              <a:off x="8796946" y="2214597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0"/>
            <p:cNvSpPr/>
            <p:nvPr/>
          </p:nvSpPr>
          <p:spPr>
            <a:xfrm>
              <a:off x="8629166" y="2378579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0"/>
            <p:cNvSpPr/>
            <p:nvPr/>
          </p:nvSpPr>
          <p:spPr>
            <a:xfrm>
              <a:off x="8631445" y="2223752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0"/>
            <p:cNvSpPr/>
            <p:nvPr/>
          </p:nvSpPr>
          <p:spPr>
            <a:xfrm>
              <a:off x="8630685" y="2843059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0"/>
            <p:cNvSpPr/>
            <p:nvPr/>
          </p:nvSpPr>
          <p:spPr>
            <a:xfrm>
              <a:off x="8629166" y="2533405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0"/>
            <p:cNvSpPr/>
            <p:nvPr/>
          </p:nvSpPr>
          <p:spPr>
            <a:xfrm>
              <a:off x="8795426" y="2069685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0"/>
            <p:cNvSpPr/>
            <p:nvPr/>
          </p:nvSpPr>
          <p:spPr>
            <a:xfrm>
              <a:off x="8630685" y="2688992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0"/>
            <p:cNvSpPr/>
            <p:nvPr/>
          </p:nvSpPr>
          <p:spPr>
            <a:xfrm>
              <a:off x="8793147" y="1914098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0"/>
            <p:cNvSpPr/>
            <p:nvPr/>
          </p:nvSpPr>
          <p:spPr>
            <a:xfrm>
              <a:off x="8632965" y="2067405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0"/>
            <p:cNvSpPr/>
            <p:nvPr/>
          </p:nvSpPr>
          <p:spPr>
            <a:xfrm>
              <a:off x="8633724" y="1912541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5" name="Google Shape;2425;p30"/>
          <p:cNvGrpSpPr/>
          <p:nvPr/>
        </p:nvGrpSpPr>
        <p:grpSpPr>
          <a:xfrm>
            <a:off x="8625330" y="1997778"/>
            <a:ext cx="398956" cy="1147945"/>
            <a:chOff x="8625330" y="1912541"/>
            <a:chExt cx="398956" cy="1147945"/>
          </a:xfrm>
        </p:grpSpPr>
        <p:sp>
          <p:nvSpPr>
            <p:cNvPr id="2426" name="Google Shape;2426;p30"/>
            <p:cNvSpPr/>
            <p:nvPr/>
          </p:nvSpPr>
          <p:spPr>
            <a:xfrm>
              <a:off x="8960167" y="2999443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0"/>
            <p:cNvSpPr/>
            <p:nvPr/>
          </p:nvSpPr>
          <p:spPr>
            <a:xfrm>
              <a:off x="8958648" y="2840780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0"/>
            <p:cNvSpPr/>
            <p:nvPr/>
          </p:nvSpPr>
          <p:spPr>
            <a:xfrm>
              <a:off x="8957888" y="2683674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0"/>
            <p:cNvSpPr/>
            <p:nvPr/>
          </p:nvSpPr>
          <p:spPr>
            <a:xfrm>
              <a:off x="8959408" y="2531126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0"/>
            <p:cNvSpPr/>
            <p:nvPr/>
          </p:nvSpPr>
          <p:spPr>
            <a:xfrm>
              <a:off x="8961687" y="1913338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0"/>
            <p:cNvSpPr/>
            <p:nvPr/>
          </p:nvSpPr>
          <p:spPr>
            <a:xfrm>
              <a:off x="8795426" y="2687473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0"/>
            <p:cNvSpPr/>
            <p:nvPr/>
          </p:nvSpPr>
          <p:spPr>
            <a:xfrm>
              <a:off x="8794667" y="2529607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0"/>
            <p:cNvSpPr/>
            <p:nvPr/>
          </p:nvSpPr>
          <p:spPr>
            <a:xfrm>
              <a:off x="8961687" y="2068165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0"/>
            <p:cNvSpPr/>
            <p:nvPr/>
          </p:nvSpPr>
          <p:spPr>
            <a:xfrm>
              <a:off x="8960167" y="2379338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0"/>
            <p:cNvSpPr/>
            <p:nvPr/>
          </p:nvSpPr>
          <p:spPr>
            <a:xfrm>
              <a:off x="8795426" y="2843857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0"/>
            <p:cNvSpPr/>
            <p:nvPr/>
          </p:nvSpPr>
          <p:spPr>
            <a:xfrm>
              <a:off x="8795426" y="2377819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0"/>
            <p:cNvSpPr/>
            <p:nvPr/>
          </p:nvSpPr>
          <p:spPr>
            <a:xfrm>
              <a:off x="8793907" y="2998684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0"/>
            <p:cNvSpPr/>
            <p:nvPr/>
          </p:nvSpPr>
          <p:spPr>
            <a:xfrm>
              <a:off x="8625330" y="2995607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0"/>
            <p:cNvSpPr/>
            <p:nvPr/>
          </p:nvSpPr>
          <p:spPr>
            <a:xfrm>
              <a:off x="8960927" y="2222992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0"/>
            <p:cNvSpPr/>
            <p:nvPr/>
          </p:nvSpPr>
          <p:spPr>
            <a:xfrm>
              <a:off x="8796946" y="2214597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0"/>
            <p:cNvSpPr/>
            <p:nvPr/>
          </p:nvSpPr>
          <p:spPr>
            <a:xfrm>
              <a:off x="8629166" y="2378579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0"/>
            <p:cNvSpPr/>
            <p:nvPr/>
          </p:nvSpPr>
          <p:spPr>
            <a:xfrm>
              <a:off x="8631445" y="2223752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0"/>
            <p:cNvSpPr/>
            <p:nvPr/>
          </p:nvSpPr>
          <p:spPr>
            <a:xfrm>
              <a:off x="8630685" y="2843059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0"/>
            <p:cNvSpPr/>
            <p:nvPr/>
          </p:nvSpPr>
          <p:spPr>
            <a:xfrm>
              <a:off x="8629166" y="2533405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0"/>
            <p:cNvSpPr/>
            <p:nvPr/>
          </p:nvSpPr>
          <p:spPr>
            <a:xfrm>
              <a:off x="8795426" y="2069685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0"/>
            <p:cNvSpPr/>
            <p:nvPr/>
          </p:nvSpPr>
          <p:spPr>
            <a:xfrm>
              <a:off x="8630685" y="2688992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0"/>
            <p:cNvSpPr/>
            <p:nvPr/>
          </p:nvSpPr>
          <p:spPr>
            <a:xfrm>
              <a:off x="8793147" y="1914098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0"/>
            <p:cNvSpPr/>
            <p:nvPr/>
          </p:nvSpPr>
          <p:spPr>
            <a:xfrm>
              <a:off x="8632965" y="2067405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0"/>
            <p:cNvSpPr/>
            <p:nvPr/>
          </p:nvSpPr>
          <p:spPr>
            <a:xfrm>
              <a:off x="8633724" y="1912541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3_1">
    <p:spTree>
      <p:nvGrpSpPr>
        <p:cNvPr id="2450" name="Shape 2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1" name="Google Shape;2451;p31"/>
          <p:cNvSpPr txBox="1"/>
          <p:nvPr>
            <p:ph hasCustomPrompt="1" type="title"/>
          </p:nvPr>
        </p:nvSpPr>
        <p:spPr>
          <a:xfrm>
            <a:off x="1454700" y="1288988"/>
            <a:ext cx="22860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2452" name="Google Shape;2452;p31"/>
          <p:cNvSpPr txBox="1"/>
          <p:nvPr>
            <p:ph idx="1" type="subTitle"/>
          </p:nvPr>
        </p:nvSpPr>
        <p:spPr>
          <a:xfrm>
            <a:off x="3429000" y="3936950"/>
            <a:ext cx="2286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453" name="Google Shape;2453;p31"/>
          <p:cNvSpPr txBox="1"/>
          <p:nvPr>
            <p:ph hasCustomPrompt="1" idx="2" type="title"/>
          </p:nvPr>
        </p:nvSpPr>
        <p:spPr>
          <a:xfrm>
            <a:off x="3429000" y="3307319"/>
            <a:ext cx="22860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2454" name="Google Shape;2454;p31"/>
          <p:cNvSpPr txBox="1"/>
          <p:nvPr>
            <p:ph idx="3" type="subTitle"/>
          </p:nvPr>
        </p:nvSpPr>
        <p:spPr>
          <a:xfrm>
            <a:off x="5403300" y="1924406"/>
            <a:ext cx="2286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455" name="Google Shape;2455;p31"/>
          <p:cNvSpPr txBox="1"/>
          <p:nvPr>
            <p:ph hasCustomPrompt="1" idx="4" type="title"/>
          </p:nvPr>
        </p:nvSpPr>
        <p:spPr>
          <a:xfrm>
            <a:off x="5403300" y="1288988"/>
            <a:ext cx="22860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2456" name="Google Shape;2456;p31"/>
          <p:cNvSpPr txBox="1"/>
          <p:nvPr>
            <p:ph idx="5" type="subTitle"/>
          </p:nvPr>
        </p:nvSpPr>
        <p:spPr>
          <a:xfrm>
            <a:off x="1454700" y="1924406"/>
            <a:ext cx="2286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457" name="Google Shape;2457;p31"/>
          <p:cNvSpPr txBox="1"/>
          <p:nvPr>
            <p:ph idx="6"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458" name="Google Shape;2458;p31"/>
          <p:cNvSpPr/>
          <p:nvPr/>
        </p:nvSpPr>
        <p:spPr>
          <a:xfrm flipH="1">
            <a:off x="8430775" y="0"/>
            <a:ext cx="713100" cy="5174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9" name="Google Shape;2459;p31"/>
          <p:cNvSpPr/>
          <p:nvPr/>
        </p:nvSpPr>
        <p:spPr>
          <a:xfrm flipH="1">
            <a:off x="125" y="0"/>
            <a:ext cx="713100" cy="5174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0" name="Google Shape;2460;p31"/>
          <p:cNvSpPr/>
          <p:nvPr/>
        </p:nvSpPr>
        <p:spPr>
          <a:xfrm>
            <a:off x="8571313" y="40853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1" name="Google Shape;2461;p31"/>
          <p:cNvSpPr/>
          <p:nvPr/>
        </p:nvSpPr>
        <p:spPr>
          <a:xfrm>
            <a:off x="8571313" y="45425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2" name="Google Shape;2462;p31"/>
          <p:cNvSpPr/>
          <p:nvPr/>
        </p:nvSpPr>
        <p:spPr>
          <a:xfrm>
            <a:off x="126638" y="3247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3" name="Google Shape;2463;p31"/>
          <p:cNvSpPr/>
          <p:nvPr/>
        </p:nvSpPr>
        <p:spPr>
          <a:xfrm>
            <a:off x="126638" y="7819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4" name="Google Shape;2464;p31"/>
          <p:cNvSpPr/>
          <p:nvPr/>
        </p:nvSpPr>
        <p:spPr>
          <a:xfrm>
            <a:off x="124097" y="1935928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5" name="Google Shape;2465;p31"/>
          <p:cNvSpPr/>
          <p:nvPr/>
        </p:nvSpPr>
        <p:spPr>
          <a:xfrm flipH="1">
            <a:off x="-1746933" y="1602031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6" name="Google Shape;2466;p31"/>
          <p:cNvSpPr/>
          <p:nvPr/>
        </p:nvSpPr>
        <p:spPr>
          <a:xfrm flipH="1">
            <a:off x="-1619461" y="1746437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7" name="Google Shape;2467;p31"/>
          <p:cNvSpPr/>
          <p:nvPr/>
        </p:nvSpPr>
        <p:spPr>
          <a:xfrm flipH="1">
            <a:off x="-1494226" y="1807319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8" name="Google Shape;2468;p31"/>
          <p:cNvSpPr/>
          <p:nvPr/>
        </p:nvSpPr>
        <p:spPr>
          <a:xfrm flipH="1">
            <a:off x="-444329" y="351734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9" name="Google Shape;2469;p31"/>
          <p:cNvSpPr/>
          <p:nvPr/>
        </p:nvSpPr>
        <p:spPr>
          <a:xfrm flipH="1">
            <a:off x="-295441" y="364028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0" name="Google Shape;2470;p31"/>
          <p:cNvSpPr/>
          <p:nvPr/>
        </p:nvSpPr>
        <p:spPr>
          <a:xfrm>
            <a:off x="9010489" y="102628"/>
            <a:ext cx="54205" cy="50406"/>
          </a:xfrm>
          <a:custGeom>
            <a:rect b="b" l="l" r="r" t="t"/>
            <a:pathLst>
              <a:path extrusionOk="0" h="1327" w="1427">
                <a:moveTo>
                  <a:pt x="723" y="1"/>
                </a:moveTo>
                <a:lnTo>
                  <a:pt x="1" y="684"/>
                </a:lnTo>
                <a:lnTo>
                  <a:pt x="221" y="784"/>
                </a:lnTo>
                <a:lnTo>
                  <a:pt x="322" y="824"/>
                </a:lnTo>
                <a:lnTo>
                  <a:pt x="422" y="884"/>
                </a:lnTo>
                <a:lnTo>
                  <a:pt x="502" y="1005"/>
                </a:lnTo>
                <a:lnTo>
                  <a:pt x="583" y="1105"/>
                </a:lnTo>
                <a:lnTo>
                  <a:pt x="723" y="1326"/>
                </a:lnTo>
                <a:lnTo>
                  <a:pt x="1426" y="643"/>
                </a:lnTo>
                <a:lnTo>
                  <a:pt x="72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1" name="Google Shape;2471;p31"/>
          <p:cNvSpPr/>
          <p:nvPr/>
        </p:nvSpPr>
        <p:spPr>
          <a:xfrm>
            <a:off x="9012008" y="258253"/>
            <a:ext cx="54205" cy="51888"/>
          </a:xfrm>
          <a:custGeom>
            <a:rect b="b" l="l" r="r" t="t"/>
            <a:pathLst>
              <a:path extrusionOk="0" h="1366" w="1427">
                <a:moveTo>
                  <a:pt x="703" y="0"/>
                </a:moveTo>
                <a:lnTo>
                  <a:pt x="1" y="643"/>
                </a:lnTo>
                <a:lnTo>
                  <a:pt x="744" y="1366"/>
                </a:lnTo>
                <a:lnTo>
                  <a:pt x="784" y="1225"/>
                </a:lnTo>
                <a:lnTo>
                  <a:pt x="844" y="1125"/>
                </a:lnTo>
                <a:lnTo>
                  <a:pt x="924" y="1024"/>
                </a:lnTo>
                <a:lnTo>
                  <a:pt x="1005" y="944"/>
                </a:lnTo>
                <a:lnTo>
                  <a:pt x="1105" y="864"/>
                </a:lnTo>
                <a:lnTo>
                  <a:pt x="1205" y="803"/>
                </a:lnTo>
                <a:lnTo>
                  <a:pt x="1426" y="683"/>
                </a:lnTo>
                <a:lnTo>
                  <a:pt x="1346" y="582"/>
                </a:lnTo>
                <a:lnTo>
                  <a:pt x="1266" y="522"/>
                </a:lnTo>
                <a:lnTo>
                  <a:pt x="1045" y="402"/>
                </a:lnTo>
                <a:lnTo>
                  <a:pt x="964" y="342"/>
                </a:lnTo>
                <a:lnTo>
                  <a:pt x="884" y="281"/>
                </a:lnTo>
                <a:lnTo>
                  <a:pt x="824" y="181"/>
                </a:lnTo>
                <a:lnTo>
                  <a:pt x="804" y="40"/>
                </a:lnTo>
                <a:lnTo>
                  <a:pt x="784" y="20"/>
                </a:lnTo>
                <a:lnTo>
                  <a:pt x="744" y="20"/>
                </a:lnTo>
                <a:lnTo>
                  <a:pt x="70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2" name="Google Shape;2472;p31"/>
          <p:cNvSpPr/>
          <p:nvPr/>
        </p:nvSpPr>
        <p:spPr>
          <a:xfrm>
            <a:off x="9009729" y="1188771"/>
            <a:ext cx="63359" cy="58003"/>
          </a:xfrm>
          <a:custGeom>
            <a:rect b="b" l="l" r="r" t="t"/>
            <a:pathLst>
              <a:path extrusionOk="0" h="1527" w="1668">
                <a:moveTo>
                  <a:pt x="683" y="0"/>
                </a:moveTo>
                <a:lnTo>
                  <a:pt x="543" y="281"/>
                </a:lnTo>
                <a:lnTo>
                  <a:pt x="462" y="402"/>
                </a:lnTo>
                <a:lnTo>
                  <a:pt x="382" y="502"/>
                </a:lnTo>
                <a:lnTo>
                  <a:pt x="322" y="542"/>
                </a:lnTo>
                <a:lnTo>
                  <a:pt x="261" y="562"/>
                </a:lnTo>
                <a:lnTo>
                  <a:pt x="141" y="582"/>
                </a:lnTo>
                <a:lnTo>
                  <a:pt x="81" y="603"/>
                </a:lnTo>
                <a:lnTo>
                  <a:pt x="21" y="623"/>
                </a:lnTo>
                <a:lnTo>
                  <a:pt x="0" y="663"/>
                </a:lnTo>
                <a:lnTo>
                  <a:pt x="0" y="703"/>
                </a:lnTo>
                <a:lnTo>
                  <a:pt x="844" y="1526"/>
                </a:lnTo>
                <a:lnTo>
                  <a:pt x="884" y="1366"/>
                </a:lnTo>
                <a:lnTo>
                  <a:pt x="924" y="1245"/>
                </a:lnTo>
                <a:lnTo>
                  <a:pt x="1004" y="1145"/>
                </a:lnTo>
                <a:lnTo>
                  <a:pt x="1105" y="1044"/>
                </a:lnTo>
                <a:lnTo>
                  <a:pt x="1225" y="964"/>
                </a:lnTo>
                <a:lnTo>
                  <a:pt x="1346" y="884"/>
                </a:lnTo>
                <a:lnTo>
                  <a:pt x="1667" y="743"/>
                </a:lnTo>
                <a:lnTo>
                  <a:pt x="1265" y="562"/>
                </a:lnTo>
                <a:lnTo>
                  <a:pt x="1125" y="482"/>
                </a:lnTo>
                <a:lnTo>
                  <a:pt x="1004" y="402"/>
                </a:lnTo>
                <a:lnTo>
                  <a:pt x="964" y="362"/>
                </a:lnTo>
                <a:lnTo>
                  <a:pt x="944" y="301"/>
                </a:lnTo>
                <a:lnTo>
                  <a:pt x="904" y="161"/>
                </a:lnTo>
                <a:lnTo>
                  <a:pt x="884" y="101"/>
                </a:lnTo>
                <a:lnTo>
                  <a:pt x="844" y="40"/>
                </a:lnTo>
                <a:lnTo>
                  <a:pt x="784" y="20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3" name="Google Shape;2473;p31"/>
          <p:cNvSpPr/>
          <p:nvPr/>
        </p:nvSpPr>
        <p:spPr>
          <a:xfrm>
            <a:off x="8847267" y="1189531"/>
            <a:ext cx="63359" cy="58003"/>
          </a:xfrm>
          <a:custGeom>
            <a:rect b="b" l="l" r="r" t="t"/>
            <a:pathLst>
              <a:path extrusionOk="0" h="1527" w="1668">
                <a:moveTo>
                  <a:pt x="743" y="0"/>
                </a:moveTo>
                <a:lnTo>
                  <a:pt x="0" y="723"/>
                </a:lnTo>
                <a:lnTo>
                  <a:pt x="784" y="1526"/>
                </a:lnTo>
                <a:lnTo>
                  <a:pt x="824" y="1386"/>
                </a:lnTo>
                <a:lnTo>
                  <a:pt x="884" y="1245"/>
                </a:lnTo>
                <a:lnTo>
                  <a:pt x="964" y="1125"/>
                </a:lnTo>
                <a:lnTo>
                  <a:pt x="1065" y="1044"/>
                </a:lnTo>
                <a:lnTo>
                  <a:pt x="1185" y="964"/>
                </a:lnTo>
                <a:lnTo>
                  <a:pt x="1326" y="884"/>
                </a:lnTo>
                <a:lnTo>
                  <a:pt x="1667" y="743"/>
                </a:lnTo>
                <a:lnTo>
                  <a:pt x="1266" y="583"/>
                </a:lnTo>
                <a:lnTo>
                  <a:pt x="1125" y="502"/>
                </a:lnTo>
                <a:lnTo>
                  <a:pt x="1025" y="442"/>
                </a:lnTo>
                <a:lnTo>
                  <a:pt x="944" y="342"/>
                </a:lnTo>
                <a:lnTo>
                  <a:pt x="864" y="221"/>
                </a:lnTo>
                <a:lnTo>
                  <a:pt x="74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4" name="Google Shape;2474;p31"/>
          <p:cNvSpPr/>
          <p:nvPr/>
        </p:nvSpPr>
        <p:spPr>
          <a:xfrm>
            <a:off x="9004373" y="409243"/>
            <a:ext cx="64119" cy="55724"/>
          </a:xfrm>
          <a:custGeom>
            <a:rect b="b" l="l" r="r" t="t"/>
            <a:pathLst>
              <a:path extrusionOk="0" h="1467" w="1688">
                <a:moveTo>
                  <a:pt x="864" y="1"/>
                </a:moveTo>
                <a:lnTo>
                  <a:pt x="764" y="262"/>
                </a:lnTo>
                <a:lnTo>
                  <a:pt x="704" y="362"/>
                </a:lnTo>
                <a:lnTo>
                  <a:pt x="643" y="463"/>
                </a:lnTo>
                <a:lnTo>
                  <a:pt x="523" y="543"/>
                </a:lnTo>
                <a:lnTo>
                  <a:pt x="382" y="623"/>
                </a:lnTo>
                <a:lnTo>
                  <a:pt x="1" y="844"/>
                </a:lnTo>
                <a:lnTo>
                  <a:pt x="162" y="864"/>
                </a:lnTo>
                <a:lnTo>
                  <a:pt x="302" y="904"/>
                </a:lnTo>
                <a:lnTo>
                  <a:pt x="423" y="965"/>
                </a:lnTo>
                <a:lnTo>
                  <a:pt x="543" y="1025"/>
                </a:lnTo>
                <a:lnTo>
                  <a:pt x="623" y="1085"/>
                </a:lnTo>
                <a:lnTo>
                  <a:pt x="704" y="1186"/>
                </a:lnTo>
                <a:lnTo>
                  <a:pt x="744" y="1286"/>
                </a:lnTo>
                <a:lnTo>
                  <a:pt x="784" y="1406"/>
                </a:lnTo>
                <a:lnTo>
                  <a:pt x="804" y="1427"/>
                </a:lnTo>
                <a:lnTo>
                  <a:pt x="864" y="1447"/>
                </a:lnTo>
                <a:lnTo>
                  <a:pt x="985" y="1467"/>
                </a:lnTo>
                <a:lnTo>
                  <a:pt x="1045" y="1286"/>
                </a:lnTo>
                <a:lnTo>
                  <a:pt x="1065" y="1206"/>
                </a:lnTo>
                <a:lnTo>
                  <a:pt x="1105" y="1145"/>
                </a:lnTo>
                <a:lnTo>
                  <a:pt x="1246" y="1045"/>
                </a:lnTo>
                <a:lnTo>
                  <a:pt x="1386" y="945"/>
                </a:lnTo>
                <a:lnTo>
                  <a:pt x="1688" y="744"/>
                </a:lnTo>
                <a:lnTo>
                  <a:pt x="1547" y="684"/>
                </a:lnTo>
                <a:lnTo>
                  <a:pt x="1427" y="623"/>
                </a:lnTo>
                <a:lnTo>
                  <a:pt x="1306" y="543"/>
                </a:lnTo>
                <a:lnTo>
                  <a:pt x="1206" y="463"/>
                </a:lnTo>
                <a:lnTo>
                  <a:pt x="1105" y="362"/>
                </a:lnTo>
                <a:lnTo>
                  <a:pt x="1025" y="262"/>
                </a:lnTo>
                <a:lnTo>
                  <a:pt x="86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5" name="Google Shape;2475;p31"/>
          <p:cNvSpPr/>
          <p:nvPr/>
        </p:nvSpPr>
        <p:spPr>
          <a:xfrm>
            <a:off x="9009729" y="1030868"/>
            <a:ext cx="57243" cy="58003"/>
          </a:xfrm>
          <a:custGeom>
            <a:rect b="b" l="l" r="r" t="t"/>
            <a:pathLst>
              <a:path extrusionOk="0" h="1527" w="1507">
                <a:moveTo>
                  <a:pt x="743" y="1"/>
                </a:moveTo>
                <a:lnTo>
                  <a:pt x="563" y="322"/>
                </a:lnTo>
                <a:lnTo>
                  <a:pt x="482" y="442"/>
                </a:lnTo>
                <a:lnTo>
                  <a:pt x="402" y="563"/>
                </a:lnTo>
                <a:lnTo>
                  <a:pt x="342" y="603"/>
                </a:lnTo>
                <a:lnTo>
                  <a:pt x="282" y="623"/>
                </a:lnTo>
                <a:lnTo>
                  <a:pt x="141" y="643"/>
                </a:lnTo>
                <a:lnTo>
                  <a:pt x="41" y="663"/>
                </a:lnTo>
                <a:lnTo>
                  <a:pt x="0" y="683"/>
                </a:lnTo>
                <a:lnTo>
                  <a:pt x="0" y="744"/>
                </a:lnTo>
                <a:lnTo>
                  <a:pt x="763" y="1527"/>
                </a:lnTo>
                <a:lnTo>
                  <a:pt x="1506" y="744"/>
                </a:lnTo>
                <a:lnTo>
                  <a:pt x="1265" y="643"/>
                </a:lnTo>
                <a:lnTo>
                  <a:pt x="1145" y="563"/>
                </a:lnTo>
                <a:lnTo>
                  <a:pt x="1024" y="483"/>
                </a:lnTo>
                <a:lnTo>
                  <a:pt x="944" y="382"/>
                </a:lnTo>
                <a:lnTo>
                  <a:pt x="884" y="282"/>
                </a:lnTo>
                <a:lnTo>
                  <a:pt x="74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6" name="Google Shape;2476;p31"/>
          <p:cNvSpPr/>
          <p:nvPr/>
        </p:nvSpPr>
        <p:spPr>
          <a:xfrm>
            <a:off x="8845748" y="1030868"/>
            <a:ext cx="65638" cy="61840"/>
          </a:xfrm>
          <a:custGeom>
            <a:rect b="b" l="l" r="r" t="t"/>
            <a:pathLst>
              <a:path extrusionOk="0" h="1628" w="1728">
                <a:moveTo>
                  <a:pt x="763" y="1"/>
                </a:moveTo>
                <a:lnTo>
                  <a:pt x="583" y="302"/>
                </a:lnTo>
                <a:lnTo>
                  <a:pt x="502" y="422"/>
                </a:lnTo>
                <a:lnTo>
                  <a:pt x="422" y="543"/>
                </a:lnTo>
                <a:lnTo>
                  <a:pt x="362" y="583"/>
                </a:lnTo>
                <a:lnTo>
                  <a:pt x="302" y="603"/>
                </a:lnTo>
                <a:lnTo>
                  <a:pt x="161" y="643"/>
                </a:lnTo>
                <a:lnTo>
                  <a:pt x="101" y="683"/>
                </a:lnTo>
                <a:lnTo>
                  <a:pt x="40" y="724"/>
                </a:lnTo>
                <a:lnTo>
                  <a:pt x="20" y="784"/>
                </a:lnTo>
                <a:lnTo>
                  <a:pt x="0" y="884"/>
                </a:lnTo>
                <a:lnTo>
                  <a:pt x="141" y="924"/>
                </a:lnTo>
                <a:lnTo>
                  <a:pt x="261" y="985"/>
                </a:lnTo>
                <a:lnTo>
                  <a:pt x="362" y="1065"/>
                </a:lnTo>
                <a:lnTo>
                  <a:pt x="462" y="1165"/>
                </a:lnTo>
                <a:lnTo>
                  <a:pt x="623" y="1406"/>
                </a:lnTo>
                <a:lnTo>
                  <a:pt x="703" y="1527"/>
                </a:lnTo>
                <a:lnTo>
                  <a:pt x="824" y="1627"/>
                </a:lnTo>
                <a:lnTo>
                  <a:pt x="864" y="1467"/>
                </a:lnTo>
                <a:lnTo>
                  <a:pt x="924" y="1326"/>
                </a:lnTo>
                <a:lnTo>
                  <a:pt x="984" y="1226"/>
                </a:lnTo>
                <a:lnTo>
                  <a:pt x="1085" y="1125"/>
                </a:lnTo>
                <a:lnTo>
                  <a:pt x="1205" y="1025"/>
                </a:lnTo>
                <a:lnTo>
                  <a:pt x="1366" y="965"/>
                </a:lnTo>
                <a:lnTo>
                  <a:pt x="1526" y="904"/>
                </a:lnTo>
                <a:lnTo>
                  <a:pt x="1727" y="844"/>
                </a:lnTo>
                <a:lnTo>
                  <a:pt x="1306" y="643"/>
                </a:lnTo>
                <a:lnTo>
                  <a:pt x="1145" y="583"/>
                </a:lnTo>
                <a:lnTo>
                  <a:pt x="1044" y="503"/>
                </a:lnTo>
                <a:lnTo>
                  <a:pt x="964" y="402"/>
                </a:lnTo>
                <a:lnTo>
                  <a:pt x="904" y="282"/>
                </a:lnTo>
                <a:lnTo>
                  <a:pt x="76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7" name="Google Shape;2477;p31"/>
          <p:cNvSpPr/>
          <p:nvPr/>
        </p:nvSpPr>
        <p:spPr>
          <a:xfrm>
            <a:off x="9007450" y="568666"/>
            <a:ext cx="58003" cy="53445"/>
          </a:xfrm>
          <a:custGeom>
            <a:rect b="b" l="l" r="r" t="t"/>
            <a:pathLst>
              <a:path extrusionOk="0" h="1407" w="1527">
                <a:moveTo>
                  <a:pt x="783" y="1"/>
                </a:moveTo>
                <a:lnTo>
                  <a:pt x="683" y="161"/>
                </a:lnTo>
                <a:lnTo>
                  <a:pt x="623" y="282"/>
                </a:lnTo>
                <a:lnTo>
                  <a:pt x="542" y="362"/>
                </a:lnTo>
                <a:lnTo>
                  <a:pt x="422" y="442"/>
                </a:lnTo>
                <a:lnTo>
                  <a:pt x="301" y="523"/>
                </a:lnTo>
                <a:lnTo>
                  <a:pt x="0" y="663"/>
                </a:lnTo>
                <a:lnTo>
                  <a:pt x="301" y="844"/>
                </a:lnTo>
                <a:lnTo>
                  <a:pt x="422" y="904"/>
                </a:lnTo>
                <a:lnTo>
                  <a:pt x="542" y="984"/>
                </a:lnTo>
                <a:lnTo>
                  <a:pt x="582" y="1045"/>
                </a:lnTo>
                <a:lnTo>
                  <a:pt x="603" y="1105"/>
                </a:lnTo>
                <a:lnTo>
                  <a:pt x="643" y="1225"/>
                </a:lnTo>
                <a:lnTo>
                  <a:pt x="683" y="1346"/>
                </a:lnTo>
                <a:lnTo>
                  <a:pt x="703" y="1386"/>
                </a:lnTo>
                <a:lnTo>
                  <a:pt x="763" y="1406"/>
                </a:lnTo>
                <a:lnTo>
                  <a:pt x="1526" y="683"/>
                </a:lnTo>
                <a:lnTo>
                  <a:pt x="7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8" name="Google Shape;2478;p31"/>
          <p:cNvSpPr/>
          <p:nvPr/>
        </p:nvSpPr>
        <p:spPr>
          <a:xfrm>
            <a:off x="9009729" y="878320"/>
            <a:ext cx="58763" cy="55724"/>
          </a:xfrm>
          <a:custGeom>
            <a:rect b="b" l="l" r="r" t="t"/>
            <a:pathLst>
              <a:path extrusionOk="0" h="1467" w="1547">
                <a:moveTo>
                  <a:pt x="643" y="1"/>
                </a:moveTo>
                <a:lnTo>
                  <a:pt x="603" y="41"/>
                </a:lnTo>
                <a:lnTo>
                  <a:pt x="563" y="141"/>
                </a:lnTo>
                <a:lnTo>
                  <a:pt x="543" y="282"/>
                </a:lnTo>
                <a:lnTo>
                  <a:pt x="522" y="342"/>
                </a:lnTo>
                <a:lnTo>
                  <a:pt x="502" y="402"/>
                </a:lnTo>
                <a:lnTo>
                  <a:pt x="442" y="463"/>
                </a:lnTo>
                <a:lnTo>
                  <a:pt x="362" y="503"/>
                </a:lnTo>
                <a:lnTo>
                  <a:pt x="201" y="523"/>
                </a:lnTo>
                <a:lnTo>
                  <a:pt x="121" y="543"/>
                </a:lnTo>
                <a:lnTo>
                  <a:pt x="61" y="563"/>
                </a:lnTo>
                <a:lnTo>
                  <a:pt x="21" y="603"/>
                </a:lnTo>
                <a:lnTo>
                  <a:pt x="0" y="663"/>
                </a:lnTo>
                <a:lnTo>
                  <a:pt x="784" y="1467"/>
                </a:lnTo>
                <a:lnTo>
                  <a:pt x="924" y="1226"/>
                </a:lnTo>
                <a:lnTo>
                  <a:pt x="984" y="1105"/>
                </a:lnTo>
                <a:lnTo>
                  <a:pt x="1065" y="1005"/>
                </a:lnTo>
                <a:lnTo>
                  <a:pt x="1165" y="924"/>
                </a:lnTo>
                <a:lnTo>
                  <a:pt x="1286" y="864"/>
                </a:lnTo>
                <a:lnTo>
                  <a:pt x="1547" y="764"/>
                </a:lnTo>
                <a:lnTo>
                  <a:pt x="6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9" name="Google Shape;2479;p31"/>
          <p:cNvSpPr/>
          <p:nvPr/>
        </p:nvSpPr>
        <p:spPr>
          <a:xfrm>
            <a:off x="8844988" y="873762"/>
            <a:ext cx="58003" cy="64119"/>
          </a:xfrm>
          <a:custGeom>
            <a:rect b="b" l="l" r="r" t="t"/>
            <a:pathLst>
              <a:path extrusionOk="0" h="1688" w="1527">
                <a:moveTo>
                  <a:pt x="783" y="0"/>
                </a:moveTo>
                <a:lnTo>
                  <a:pt x="623" y="322"/>
                </a:lnTo>
                <a:lnTo>
                  <a:pt x="542" y="442"/>
                </a:lnTo>
                <a:lnTo>
                  <a:pt x="462" y="542"/>
                </a:lnTo>
                <a:lnTo>
                  <a:pt x="362" y="623"/>
                </a:lnTo>
                <a:lnTo>
                  <a:pt x="241" y="703"/>
                </a:lnTo>
                <a:lnTo>
                  <a:pt x="0" y="804"/>
                </a:lnTo>
                <a:lnTo>
                  <a:pt x="141" y="864"/>
                </a:lnTo>
                <a:lnTo>
                  <a:pt x="281" y="944"/>
                </a:lnTo>
                <a:lnTo>
                  <a:pt x="382" y="1024"/>
                </a:lnTo>
                <a:lnTo>
                  <a:pt x="462" y="1125"/>
                </a:lnTo>
                <a:lnTo>
                  <a:pt x="542" y="1245"/>
                </a:lnTo>
                <a:lnTo>
                  <a:pt x="623" y="1386"/>
                </a:lnTo>
                <a:lnTo>
                  <a:pt x="783" y="1687"/>
                </a:lnTo>
                <a:lnTo>
                  <a:pt x="964" y="1346"/>
                </a:lnTo>
                <a:lnTo>
                  <a:pt x="1044" y="1205"/>
                </a:lnTo>
                <a:lnTo>
                  <a:pt x="1125" y="1085"/>
                </a:lnTo>
                <a:lnTo>
                  <a:pt x="1185" y="1044"/>
                </a:lnTo>
                <a:lnTo>
                  <a:pt x="1245" y="1024"/>
                </a:lnTo>
                <a:lnTo>
                  <a:pt x="1366" y="1004"/>
                </a:lnTo>
                <a:lnTo>
                  <a:pt x="1446" y="984"/>
                </a:lnTo>
                <a:lnTo>
                  <a:pt x="1486" y="924"/>
                </a:lnTo>
                <a:lnTo>
                  <a:pt x="1526" y="864"/>
                </a:lnTo>
                <a:lnTo>
                  <a:pt x="1526" y="763"/>
                </a:lnTo>
                <a:lnTo>
                  <a:pt x="1406" y="723"/>
                </a:lnTo>
                <a:lnTo>
                  <a:pt x="1285" y="683"/>
                </a:lnTo>
                <a:lnTo>
                  <a:pt x="1165" y="603"/>
                </a:lnTo>
                <a:lnTo>
                  <a:pt x="1085" y="522"/>
                </a:lnTo>
                <a:lnTo>
                  <a:pt x="984" y="422"/>
                </a:lnTo>
                <a:lnTo>
                  <a:pt x="904" y="302"/>
                </a:lnTo>
                <a:lnTo>
                  <a:pt x="844" y="161"/>
                </a:lnTo>
                <a:lnTo>
                  <a:pt x="7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0" name="Google Shape;2480;p31"/>
          <p:cNvSpPr/>
          <p:nvPr/>
        </p:nvSpPr>
        <p:spPr>
          <a:xfrm>
            <a:off x="9009729" y="724253"/>
            <a:ext cx="57243" cy="53445"/>
          </a:xfrm>
          <a:custGeom>
            <a:rect b="b" l="l" r="r" t="t"/>
            <a:pathLst>
              <a:path extrusionOk="0" h="1407" w="1507">
                <a:moveTo>
                  <a:pt x="763" y="1"/>
                </a:moveTo>
                <a:lnTo>
                  <a:pt x="0" y="724"/>
                </a:lnTo>
                <a:lnTo>
                  <a:pt x="261" y="864"/>
                </a:lnTo>
                <a:lnTo>
                  <a:pt x="382" y="924"/>
                </a:lnTo>
                <a:lnTo>
                  <a:pt x="502" y="1005"/>
                </a:lnTo>
                <a:lnTo>
                  <a:pt x="543" y="1065"/>
                </a:lnTo>
                <a:lnTo>
                  <a:pt x="563" y="1125"/>
                </a:lnTo>
                <a:lnTo>
                  <a:pt x="603" y="1246"/>
                </a:lnTo>
                <a:lnTo>
                  <a:pt x="623" y="1306"/>
                </a:lnTo>
                <a:lnTo>
                  <a:pt x="683" y="1366"/>
                </a:lnTo>
                <a:lnTo>
                  <a:pt x="743" y="1386"/>
                </a:lnTo>
                <a:lnTo>
                  <a:pt x="844" y="1406"/>
                </a:lnTo>
                <a:lnTo>
                  <a:pt x="864" y="1266"/>
                </a:lnTo>
                <a:lnTo>
                  <a:pt x="924" y="1145"/>
                </a:lnTo>
                <a:lnTo>
                  <a:pt x="984" y="1045"/>
                </a:lnTo>
                <a:lnTo>
                  <a:pt x="1085" y="965"/>
                </a:lnTo>
                <a:lnTo>
                  <a:pt x="1306" y="844"/>
                </a:lnTo>
                <a:lnTo>
                  <a:pt x="1506" y="704"/>
                </a:lnTo>
                <a:lnTo>
                  <a:pt x="76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1" name="Google Shape;2481;p31"/>
          <p:cNvSpPr/>
          <p:nvPr/>
        </p:nvSpPr>
        <p:spPr>
          <a:xfrm>
            <a:off x="8846508" y="721214"/>
            <a:ext cx="60282" cy="55724"/>
          </a:xfrm>
          <a:custGeom>
            <a:rect b="b" l="l" r="r" t="t"/>
            <a:pathLst>
              <a:path extrusionOk="0" h="1467" w="1587">
                <a:moveTo>
                  <a:pt x="723" y="0"/>
                </a:moveTo>
                <a:lnTo>
                  <a:pt x="583" y="261"/>
                </a:lnTo>
                <a:lnTo>
                  <a:pt x="502" y="382"/>
                </a:lnTo>
                <a:lnTo>
                  <a:pt x="422" y="482"/>
                </a:lnTo>
                <a:lnTo>
                  <a:pt x="362" y="522"/>
                </a:lnTo>
                <a:lnTo>
                  <a:pt x="302" y="563"/>
                </a:lnTo>
                <a:lnTo>
                  <a:pt x="161" y="583"/>
                </a:lnTo>
                <a:lnTo>
                  <a:pt x="101" y="603"/>
                </a:lnTo>
                <a:lnTo>
                  <a:pt x="41" y="623"/>
                </a:lnTo>
                <a:lnTo>
                  <a:pt x="0" y="663"/>
                </a:lnTo>
                <a:lnTo>
                  <a:pt x="0" y="723"/>
                </a:lnTo>
                <a:lnTo>
                  <a:pt x="743" y="1466"/>
                </a:lnTo>
                <a:lnTo>
                  <a:pt x="1587" y="623"/>
                </a:lnTo>
                <a:lnTo>
                  <a:pt x="1587" y="623"/>
                </a:lnTo>
                <a:lnTo>
                  <a:pt x="1386" y="643"/>
                </a:lnTo>
                <a:lnTo>
                  <a:pt x="1245" y="623"/>
                </a:lnTo>
                <a:lnTo>
                  <a:pt x="1125" y="563"/>
                </a:lnTo>
                <a:lnTo>
                  <a:pt x="1024" y="482"/>
                </a:lnTo>
                <a:lnTo>
                  <a:pt x="944" y="362"/>
                </a:lnTo>
                <a:lnTo>
                  <a:pt x="884" y="261"/>
                </a:lnTo>
                <a:lnTo>
                  <a:pt x="72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2" name="Google Shape;2482;p31"/>
          <p:cNvSpPr/>
          <p:nvPr/>
        </p:nvSpPr>
        <p:spPr>
          <a:xfrm>
            <a:off x="8848787" y="103426"/>
            <a:ext cx="53445" cy="54167"/>
          </a:xfrm>
          <a:custGeom>
            <a:rect b="b" l="l" r="r" t="t"/>
            <a:pathLst>
              <a:path extrusionOk="0" h="1426" w="1407">
                <a:moveTo>
                  <a:pt x="683" y="0"/>
                </a:moveTo>
                <a:lnTo>
                  <a:pt x="1" y="622"/>
                </a:lnTo>
                <a:lnTo>
                  <a:pt x="804" y="1426"/>
                </a:lnTo>
                <a:lnTo>
                  <a:pt x="804" y="1265"/>
                </a:lnTo>
                <a:lnTo>
                  <a:pt x="824" y="1145"/>
                </a:lnTo>
                <a:lnTo>
                  <a:pt x="864" y="1024"/>
                </a:lnTo>
                <a:lnTo>
                  <a:pt x="904" y="944"/>
                </a:lnTo>
                <a:lnTo>
                  <a:pt x="985" y="884"/>
                </a:lnTo>
                <a:lnTo>
                  <a:pt x="1065" y="823"/>
                </a:lnTo>
                <a:lnTo>
                  <a:pt x="1165" y="783"/>
                </a:lnTo>
                <a:lnTo>
                  <a:pt x="1286" y="763"/>
                </a:lnTo>
                <a:lnTo>
                  <a:pt x="1326" y="743"/>
                </a:lnTo>
                <a:lnTo>
                  <a:pt x="1366" y="703"/>
                </a:lnTo>
                <a:lnTo>
                  <a:pt x="1386" y="683"/>
                </a:lnTo>
                <a:lnTo>
                  <a:pt x="1406" y="643"/>
                </a:lnTo>
                <a:lnTo>
                  <a:pt x="1386" y="602"/>
                </a:lnTo>
                <a:lnTo>
                  <a:pt x="1366" y="562"/>
                </a:lnTo>
                <a:lnTo>
                  <a:pt x="1306" y="502"/>
                </a:lnTo>
                <a:lnTo>
                  <a:pt x="1145" y="442"/>
                </a:lnTo>
                <a:lnTo>
                  <a:pt x="985" y="361"/>
                </a:lnTo>
                <a:lnTo>
                  <a:pt x="924" y="321"/>
                </a:lnTo>
                <a:lnTo>
                  <a:pt x="864" y="261"/>
                </a:lnTo>
                <a:lnTo>
                  <a:pt x="824" y="181"/>
                </a:lnTo>
                <a:lnTo>
                  <a:pt x="804" y="80"/>
                </a:lnTo>
                <a:lnTo>
                  <a:pt x="784" y="40"/>
                </a:lnTo>
                <a:lnTo>
                  <a:pt x="744" y="20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3" name="Google Shape;2483;p31"/>
          <p:cNvSpPr/>
          <p:nvPr/>
        </p:nvSpPr>
        <p:spPr>
          <a:xfrm>
            <a:off x="8682526" y="877560"/>
            <a:ext cx="61802" cy="57243"/>
          </a:xfrm>
          <a:custGeom>
            <a:rect b="b" l="l" r="r" t="t"/>
            <a:pathLst>
              <a:path extrusionOk="0" h="1507" w="1627">
                <a:moveTo>
                  <a:pt x="743" y="1"/>
                </a:moveTo>
                <a:lnTo>
                  <a:pt x="703" y="161"/>
                </a:lnTo>
                <a:lnTo>
                  <a:pt x="643" y="282"/>
                </a:lnTo>
                <a:lnTo>
                  <a:pt x="542" y="382"/>
                </a:lnTo>
                <a:lnTo>
                  <a:pt x="422" y="463"/>
                </a:lnTo>
                <a:lnTo>
                  <a:pt x="201" y="563"/>
                </a:lnTo>
                <a:lnTo>
                  <a:pt x="81" y="623"/>
                </a:lnTo>
                <a:lnTo>
                  <a:pt x="0" y="704"/>
                </a:lnTo>
                <a:lnTo>
                  <a:pt x="763" y="1507"/>
                </a:lnTo>
                <a:lnTo>
                  <a:pt x="884" y="1266"/>
                </a:lnTo>
                <a:lnTo>
                  <a:pt x="964" y="1145"/>
                </a:lnTo>
                <a:lnTo>
                  <a:pt x="1044" y="1045"/>
                </a:lnTo>
                <a:lnTo>
                  <a:pt x="1145" y="965"/>
                </a:lnTo>
                <a:lnTo>
                  <a:pt x="1285" y="904"/>
                </a:lnTo>
                <a:lnTo>
                  <a:pt x="1627" y="744"/>
                </a:lnTo>
                <a:lnTo>
                  <a:pt x="1265" y="583"/>
                </a:lnTo>
                <a:lnTo>
                  <a:pt x="1125" y="523"/>
                </a:lnTo>
                <a:lnTo>
                  <a:pt x="1024" y="442"/>
                </a:lnTo>
                <a:lnTo>
                  <a:pt x="944" y="342"/>
                </a:lnTo>
                <a:lnTo>
                  <a:pt x="864" y="242"/>
                </a:lnTo>
                <a:lnTo>
                  <a:pt x="74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4" name="Google Shape;2484;p31"/>
          <p:cNvSpPr/>
          <p:nvPr/>
        </p:nvSpPr>
        <p:spPr>
          <a:xfrm>
            <a:off x="8681767" y="719694"/>
            <a:ext cx="61802" cy="58763"/>
          </a:xfrm>
          <a:custGeom>
            <a:rect b="b" l="l" r="r" t="t"/>
            <a:pathLst>
              <a:path extrusionOk="0" h="1547" w="1627">
                <a:moveTo>
                  <a:pt x="723" y="0"/>
                </a:moveTo>
                <a:lnTo>
                  <a:pt x="603" y="281"/>
                </a:lnTo>
                <a:lnTo>
                  <a:pt x="542" y="382"/>
                </a:lnTo>
                <a:lnTo>
                  <a:pt x="482" y="462"/>
                </a:lnTo>
                <a:lnTo>
                  <a:pt x="362" y="562"/>
                </a:lnTo>
                <a:lnTo>
                  <a:pt x="241" y="623"/>
                </a:lnTo>
                <a:lnTo>
                  <a:pt x="0" y="763"/>
                </a:lnTo>
                <a:lnTo>
                  <a:pt x="783" y="1546"/>
                </a:lnTo>
                <a:lnTo>
                  <a:pt x="904" y="1305"/>
                </a:lnTo>
                <a:lnTo>
                  <a:pt x="964" y="1185"/>
                </a:lnTo>
                <a:lnTo>
                  <a:pt x="1064" y="1085"/>
                </a:lnTo>
                <a:lnTo>
                  <a:pt x="1165" y="1024"/>
                </a:lnTo>
                <a:lnTo>
                  <a:pt x="1285" y="944"/>
                </a:lnTo>
                <a:lnTo>
                  <a:pt x="1627" y="803"/>
                </a:lnTo>
                <a:lnTo>
                  <a:pt x="1285" y="643"/>
                </a:lnTo>
                <a:lnTo>
                  <a:pt x="1145" y="583"/>
                </a:lnTo>
                <a:lnTo>
                  <a:pt x="1044" y="502"/>
                </a:lnTo>
                <a:lnTo>
                  <a:pt x="944" y="402"/>
                </a:lnTo>
                <a:lnTo>
                  <a:pt x="884" y="281"/>
                </a:lnTo>
                <a:lnTo>
                  <a:pt x="72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5" name="Google Shape;2485;p31"/>
          <p:cNvSpPr/>
          <p:nvPr/>
        </p:nvSpPr>
        <p:spPr>
          <a:xfrm>
            <a:off x="8848787" y="258253"/>
            <a:ext cx="52685" cy="49608"/>
          </a:xfrm>
          <a:custGeom>
            <a:rect b="b" l="l" r="r" t="t"/>
            <a:pathLst>
              <a:path extrusionOk="0" h="1306" w="1387">
                <a:moveTo>
                  <a:pt x="663" y="0"/>
                </a:moveTo>
                <a:lnTo>
                  <a:pt x="583" y="60"/>
                </a:lnTo>
                <a:lnTo>
                  <a:pt x="523" y="141"/>
                </a:lnTo>
                <a:lnTo>
                  <a:pt x="422" y="301"/>
                </a:lnTo>
                <a:lnTo>
                  <a:pt x="342" y="382"/>
                </a:lnTo>
                <a:lnTo>
                  <a:pt x="262" y="462"/>
                </a:lnTo>
                <a:lnTo>
                  <a:pt x="161" y="522"/>
                </a:lnTo>
                <a:lnTo>
                  <a:pt x="41" y="542"/>
                </a:lnTo>
                <a:lnTo>
                  <a:pt x="21" y="562"/>
                </a:lnTo>
                <a:lnTo>
                  <a:pt x="21" y="603"/>
                </a:lnTo>
                <a:lnTo>
                  <a:pt x="1" y="643"/>
                </a:lnTo>
                <a:lnTo>
                  <a:pt x="663" y="1305"/>
                </a:lnTo>
                <a:lnTo>
                  <a:pt x="1386" y="66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6" name="Google Shape;2486;p31"/>
          <p:cNvSpPr/>
          <p:nvPr/>
        </p:nvSpPr>
        <p:spPr>
          <a:xfrm>
            <a:off x="8847267" y="569426"/>
            <a:ext cx="55724" cy="53445"/>
          </a:xfrm>
          <a:custGeom>
            <a:rect b="b" l="l" r="r" t="t"/>
            <a:pathLst>
              <a:path extrusionOk="0" h="1407" w="1467">
                <a:moveTo>
                  <a:pt x="703" y="1"/>
                </a:moveTo>
                <a:lnTo>
                  <a:pt x="0" y="663"/>
                </a:lnTo>
                <a:lnTo>
                  <a:pt x="804" y="1406"/>
                </a:lnTo>
                <a:lnTo>
                  <a:pt x="824" y="1246"/>
                </a:lnTo>
                <a:lnTo>
                  <a:pt x="864" y="1125"/>
                </a:lnTo>
                <a:lnTo>
                  <a:pt x="944" y="1025"/>
                </a:lnTo>
                <a:lnTo>
                  <a:pt x="1045" y="944"/>
                </a:lnTo>
                <a:lnTo>
                  <a:pt x="1145" y="884"/>
                </a:lnTo>
                <a:lnTo>
                  <a:pt x="1245" y="824"/>
                </a:lnTo>
                <a:lnTo>
                  <a:pt x="1466" y="683"/>
                </a:lnTo>
                <a:lnTo>
                  <a:pt x="70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7" name="Google Shape;2487;p31"/>
          <p:cNvSpPr/>
          <p:nvPr/>
        </p:nvSpPr>
        <p:spPr>
          <a:xfrm>
            <a:off x="8682526" y="1033944"/>
            <a:ext cx="57243" cy="57205"/>
          </a:xfrm>
          <a:custGeom>
            <a:rect b="b" l="l" r="r" t="t"/>
            <a:pathLst>
              <a:path extrusionOk="0" h="1506" w="1507">
                <a:moveTo>
                  <a:pt x="723" y="0"/>
                </a:moveTo>
                <a:lnTo>
                  <a:pt x="0" y="743"/>
                </a:lnTo>
                <a:lnTo>
                  <a:pt x="804" y="1506"/>
                </a:lnTo>
                <a:lnTo>
                  <a:pt x="844" y="1365"/>
                </a:lnTo>
                <a:lnTo>
                  <a:pt x="884" y="1225"/>
                </a:lnTo>
                <a:lnTo>
                  <a:pt x="964" y="1124"/>
                </a:lnTo>
                <a:lnTo>
                  <a:pt x="1044" y="1044"/>
                </a:lnTo>
                <a:lnTo>
                  <a:pt x="1145" y="964"/>
                </a:lnTo>
                <a:lnTo>
                  <a:pt x="1245" y="904"/>
                </a:lnTo>
                <a:lnTo>
                  <a:pt x="1366" y="843"/>
                </a:lnTo>
                <a:lnTo>
                  <a:pt x="1506" y="823"/>
                </a:lnTo>
                <a:lnTo>
                  <a:pt x="1486" y="723"/>
                </a:lnTo>
                <a:lnTo>
                  <a:pt x="1466" y="663"/>
                </a:lnTo>
                <a:lnTo>
                  <a:pt x="1406" y="602"/>
                </a:lnTo>
                <a:lnTo>
                  <a:pt x="1346" y="582"/>
                </a:lnTo>
                <a:lnTo>
                  <a:pt x="1225" y="542"/>
                </a:lnTo>
                <a:lnTo>
                  <a:pt x="1165" y="502"/>
                </a:lnTo>
                <a:lnTo>
                  <a:pt x="1105" y="482"/>
                </a:lnTo>
                <a:lnTo>
                  <a:pt x="1004" y="361"/>
                </a:lnTo>
                <a:lnTo>
                  <a:pt x="904" y="241"/>
                </a:lnTo>
                <a:lnTo>
                  <a:pt x="72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8" name="Google Shape;2488;p31"/>
          <p:cNvSpPr/>
          <p:nvPr/>
        </p:nvSpPr>
        <p:spPr>
          <a:xfrm>
            <a:off x="8682526" y="567906"/>
            <a:ext cx="58763" cy="54964"/>
          </a:xfrm>
          <a:custGeom>
            <a:rect b="b" l="l" r="r" t="t"/>
            <a:pathLst>
              <a:path extrusionOk="0" h="1447" w="1547">
                <a:moveTo>
                  <a:pt x="763" y="0"/>
                </a:moveTo>
                <a:lnTo>
                  <a:pt x="0" y="703"/>
                </a:lnTo>
                <a:lnTo>
                  <a:pt x="804" y="1446"/>
                </a:lnTo>
                <a:lnTo>
                  <a:pt x="824" y="1306"/>
                </a:lnTo>
                <a:lnTo>
                  <a:pt x="884" y="1165"/>
                </a:lnTo>
                <a:lnTo>
                  <a:pt x="964" y="1065"/>
                </a:lnTo>
                <a:lnTo>
                  <a:pt x="1065" y="984"/>
                </a:lnTo>
                <a:lnTo>
                  <a:pt x="1165" y="904"/>
                </a:lnTo>
                <a:lnTo>
                  <a:pt x="1285" y="844"/>
                </a:lnTo>
                <a:lnTo>
                  <a:pt x="1546" y="683"/>
                </a:lnTo>
                <a:lnTo>
                  <a:pt x="1245" y="543"/>
                </a:lnTo>
                <a:lnTo>
                  <a:pt x="1125" y="482"/>
                </a:lnTo>
                <a:lnTo>
                  <a:pt x="1024" y="402"/>
                </a:lnTo>
                <a:lnTo>
                  <a:pt x="944" y="322"/>
                </a:lnTo>
                <a:lnTo>
                  <a:pt x="864" y="201"/>
                </a:lnTo>
                <a:lnTo>
                  <a:pt x="7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9" name="Google Shape;2489;p31"/>
          <p:cNvSpPr/>
          <p:nvPr/>
        </p:nvSpPr>
        <p:spPr>
          <a:xfrm>
            <a:off x="8681007" y="1188771"/>
            <a:ext cx="63321" cy="60282"/>
          </a:xfrm>
          <a:custGeom>
            <a:rect b="b" l="l" r="r" t="t"/>
            <a:pathLst>
              <a:path extrusionOk="0" h="1587" w="1667">
                <a:moveTo>
                  <a:pt x="803" y="0"/>
                </a:moveTo>
                <a:lnTo>
                  <a:pt x="0" y="783"/>
                </a:lnTo>
                <a:lnTo>
                  <a:pt x="20" y="823"/>
                </a:lnTo>
                <a:lnTo>
                  <a:pt x="40" y="864"/>
                </a:lnTo>
                <a:lnTo>
                  <a:pt x="161" y="904"/>
                </a:lnTo>
                <a:lnTo>
                  <a:pt x="281" y="944"/>
                </a:lnTo>
                <a:lnTo>
                  <a:pt x="342" y="964"/>
                </a:lnTo>
                <a:lnTo>
                  <a:pt x="402" y="1004"/>
                </a:lnTo>
                <a:lnTo>
                  <a:pt x="502" y="1145"/>
                </a:lnTo>
                <a:lnTo>
                  <a:pt x="603" y="1285"/>
                </a:lnTo>
                <a:lnTo>
                  <a:pt x="783" y="1586"/>
                </a:lnTo>
                <a:lnTo>
                  <a:pt x="944" y="1285"/>
                </a:lnTo>
                <a:lnTo>
                  <a:pt x="1024" y="1145"/>
                </a:lnTo>
                <a:lnTo>
                  <a:pt x="1105" y="1044"/>
                </a:lnTo>
                <a:lnTo>
                  <a:pt x="1205" y="964"/>
                </a:lnTo>
                <a:lnTo>
                  <a:pt x="1325" y="884"/>
                </a:lnTo>
                <a:lnTo>
                  <a:pt x="1667" y="743"/>
                </a:lnTo>
                <a:lnTo>
                  <a:pt x="1325" y="582"/>
                </a:lnTo>
                <a:lnTo>
                  <a:pt x="1185" y="522"/>
                </a:lnTo>
                <a:lnTo>
                  <a:pt x="1064" y="442"/>
                </a:lnTo>
                <a:lnTo>
                  <a:pt x="984" y="342"/>
                </a:lnTo>
                <a:lnTo>
                  <a:pt x="924" y="241"/>
                </a:lnTo>
                <a:lnTo>
                  <a:pt x="80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0" name="Google Shape;2490;p31"/>
          <p:cNvSpPr/>
          <p:nvPr/>
        </p:nvSpPr>
        <p:spPr>
          <a:xfrm>
            <a:off x="8512430" y="1185694"/>
            <a:ext cx="61840" cy="64878"/>
          </a:xfrm>
          <a:custGeom>
            <a:rect b="b" l="l" r="r" t="t"/>
            <a:pathLst>
              <a:path extrusionOk="0" h="1708" w="1628">
                <a:moveTo>
                  <a:pt x="884" y="1"/>
                </a:moveTo>
                <a:lnTo>
                  <a:pt x="744" y="282"/>
                </a:lnTo>
                <a:lnTo>
                  <a:pt x="663" y="402"/>
                </a:lnTo>
                <a:lnTo>
                  <a:pt x="583" y="503"/>
                </a:lnTo>
                <a:lnTo>
                  <a:pt x="462" y="603"/>
                </a:lnTo>
                <a:lnTo>
                  <a:pt x="342" y="663"/>
                </a:lnTo>
                <a:lnTo>
                  <a:pt x="1" y="824"/>
                </a:lnTo>
                <a:lnTo>
                  <a:pt x="322" y="985"/>
                </a:lnTo>
                <a:lnTo>
                  <a:pt x="462" y="1065"/>
                </a:lnTo>
                <a:lnTo>
                  <a:pt x="563" y="1145"/>
                </a:lnTo>
                <a:lnTo>
                  <a:pt x="643" y="1246"/>
                </a:lnTo>
                <a:lnTo>
                  <a:pt x="723" y="1386"/>
                </a:lnTo>
                <a:lnTo>
                  <a:pt x="884" y="1708"/>
                </a:lnTo>
                <a:lnTo>
                  <a:pt x="1045" y="1406"/>
                </a:lnTo>
                <a:lnTo>
                  <a:pt x="1185" y="1165"/>
                </a:lnTo>
                <a:lnTo>
                  <a:pt x="1225" y="1105"/>
                </a:lnTo>
                <a:lnTo>
                  <a:pt x="1306" y="1065"/>
                </a:lnTo>
                <a:lnTo>
                  <a:pt x="1466" y="1005"/>
                </a:lnTo>
                <a:lnTo>
                  <a:pt x="1547" y="965"/>
                </a:lnTo>
                <a:lnTo>
                  <a:pt x="1607" y="904"/>
                </a:lnTo>
                <a:lnTo>
                  <a:pt x="1627" y="804"/>
                </a:lnTo>
                <a:lnTo>
                  <a:pt x="1627" y="663"/>
                </a:lnTo>
                <a:lnTo>
                  <a:pt x="1466" y="684"/>
                </a:lnTo>
                <a:lnTo>
                  <a:pt x="1346" y="663"/>
                </a:lnTo>
                <a:lnTo>
                  <a:pt x="1246" y="603"/>
                </a:lnTo>
                <a:lnTo>
                  <a:pt x="1165" y="503"/>
                </a:lnTo>
                <a:lnTo>
                  <a:pt x="1085" y="402"/>
                </a:lnTo>
                <a:lnTo>
                  <a:pt x="1025" y="262"/>
                </a:lnTo>
                <a:lnTo>
                  <a:pt x="88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1" name="Google Shape;2491;p31"/>
          <p:cNvSpPr/>
          <p:nvPr/>
        </p:nvSpPr>
        <p:spPr>
          <a:xfrm>
            <a:off x="8848027" y="413080"/>
            <a:ext cx="53445" cy="54964"/>
          </a:xfrm>
          <a:custGeom>
            <a:rect b="b" l="l" r="r" t="t"/>
            <a:pathLst>
              <a:path extrusionOk="0" h="1447" w="1407">
                <a:moveTo>
                  <a:pt x="683" y="0"/>
                </a:moveTo>
                <a:lnTo>
                  <a:pt x="603" y="81"/>
                </a:lnTo>
                <a:lnTo>
                  <a:pt x="543" y="161"/>
                </a:lnTo>
                <a:lnTo>
                  <a:pt x="422" y="342"/>
                </a:lnTo>
                <a:lnTo>
                  <a:pt x="362" y="422"/>
                </a:lnTo>
                <a:lnTo>
                  <a:pt x="262" y="482"/>
                </a:lnTo>
                <a:lnTo>
                  <a:pt x="161" y="542"/>
                </a:lnTo>
                <a:lnTo>
                  <a:pt x="41" y="563"/>
                </a:lnTo>
                <a:lnTo>
                  <a:pt x="21" y="583"/>
                </a:lnTo>
                <a:lnTo>
                  <a:pt x="21" y="643"/>
                </a:lnTo>
                <a:lnTo>
                  <a:pt x="1" y="763"/>
                </a:lnTo>
                <a:lnTo>
                  <a:pt x="221" y="864"/>
                </a:lnTo>
                <a:lnTo>
                  <a:pt x="322" y="904"/>
                </a:lnTo>
                <a:lnTo>
                  <a:pt x="422" y="964"/>
                </a:lnTo>
                <a:lnTo>
                  <a:pt x="503" y="1085"/>
                </a:lnTo>
                <a:lnTo>
                  <a:pt x="563" y="1185"/>
                </a:lnTo>
                <a:lnTo>
                  <a:pt x="703" y="1446"/>
                </a:lnTo>
                <a:lnTo>
                  <a:pt x="1406" y="683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2" name="Google Shape;2492;p31"/>
          <p:cNvSpPr/>
          <p:nvPr/>
        </p:nvSpPr>
        <p:spPr>
          <a:xfrm>
            <a:off x="8684046" y="404685"/>
            <a:ext cx="57243" cy="60282"/>
          </a:xfrm>
          <a:custGeom>
            <a:rect b="b" l="l" r="r" t="t"/>
            <a:pathLst>
              <a:path extrusionOk="0" h="1587" w="1507">
                <a:moveTo>
                  <a:pt x="683" y="0"/>
                </a:moveTo>
                <a:lnTo>
                  <a:pt x="563" y="302"/>
                </a:lnTo>
                <a:lnTo>
                  <a:pt x="502" y="422"/>
                </a:lnTo>
                <a:lnTo>
                  <a:pt x="422" y="522"/>
                </a:lnTo>
                <a:lnTo>
                  <a:pt x="342" y="623"/>
                </a:lnTo>
                <a:lnTo>
                  <a:pt x="262" y="683"/>
                </a:lnTo>
                <a:lnTo>
                  <a:pt x="161" y="743"/>
                </a:lnTo>
                <a:lnTo>
                  <a:pt x="41" y="784"/>
                </a:lnTo>
                <a:lnTo>
                  <a:pt x="21" y="804"/>
                </a:lnTo>
                <a:lnTo>
                  <a:pt x="0" y="844"/>
                </a:lnTo>
                <a:lnTo>
                  <a:pt x="0" y="904"/>
                </a:lnTo>
                <a:lnTo>
                  <a:pt x="764" y="1587"/>
                </a:lnTo>
                <a:lnTo>
                  <a:pt x="824" y="1406"/>
                </a:lnTo>
                <a:lnTo>
                  <a:pt x="864" y="1306"/>
                </a:lnTo>
                <a:lnTo>
                  <a:pt x="904" y="1245"/>
                </a:lnTo>
                <a:lnTo>
                  <a:pt x="1045" y="1165"/>
                </a:lnTo>
                <a:lnTo>
                  <a:pt x="1185" y="1065"/>
                </a:lnTo>
                <a:lnTo>
                  <a:pt x="1506" y="884"/>
                </a:lnTo>
                <a:lnTo>
                  <a:pt x="1225" y="743"/>
                </a:lnTo>
                <a:lnTo>
                  <a:pt x="1105" y="663"/>
                </a:lnTo>
                <a:lnTo>
                  <a:pt x="1004" y="583"/>
                </a:lnTo>
                <a:lnTo>
                  <a:pt x="904" y="482"/>
                </a:lnTo>
                <a:lnTo>
                  <a:pt x="824" y="342"/>
                </a:lnTo>
                <a:lnTo>
                  <a:pt x="743" y="201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3" name="Google Shape;2493;p31"/>
          <p:cNvSpPr/>
          <p:nvPr/>
        </p:nvSpPr>
        <p:spPr>
          <a:xfrm>
            <a:off x="8516266" y="568666"/>
            <a:ext cx="58003" cy="51128"/>
          </a:xfrm>
          <a:custGeom>
            <a:rect b="b" l="l" r="r" t="t"/>
            <a:pathLst>
              <a:path extrusionOk="0" h="1346" w="1527">
                <a:moveTo>
                  <a:pt x="783" y="1"/>
                </a:moveTo>
                <a:lnTo>
                  <a:pt x="0" y="723"/>
                </a:lnTo>
                <a:lnTo>
                  <a:pt x="221" y="824"/>
                </a:lnTo>
                <a:lnTo>
                  <a:pt x="422" y="944"/>
                </a:lnTo>
                <a:lnTo>
                  <a:pt x="522" y="1025"/>
                </a:lnTo>
                <a:lnTo>
                  <a:pt x="582" y="1105"/>
                </a:lnTo>
                <a:lnTo>
                  <a:pt x="643" y="1205"/>
                </a:lnTo>
                <a:lnTo>
                  <a:pt x="703" y="1326"/>
                </a:lnTo>
                <a:lnTo>
                  <a:pt x="723" y="1346"/>
                </a:lnTo>
                <a:lnTo>
                  <a:pt x="783" y="1346"/>
                </a:lnTo>
                <a:lnTo>
                  <a:pt x="1526" y="663"/>
                </a:lnTo>
                <a:lnTo>
                  <a:pt x="7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4" name="Google Shape;2494;p31"/>
          <p:cNvSpPr/>
          <p:nvPr/>
        </p:nvSpPr>
        <p:spPr>
          <a:xfrm>
            <a:off x="8518545" y="413839"/>
            <a:ext cx="54926" cy="50368"/>
          </a:xfrm>
          <a:custGeom>
            <a:rect b="b" l="l" r="r" t="t"/>
            <a:pathLst>
              <a:path extrusionOk="0" h="1326" w="1446">
                <a:moveTo>
                  <a:pt x="703" y="0"/>
                </a:moveTo>
                <a:lnTo>
                  <a:pt x="0" y="663"/>
                </a:lnTo>
                <a:lnTo>
                  <a:pt x="723" y="1326"/>
                </a:lnTo>
                <a:lnTo>
                  <a:pt x="1446" y="663"/>
                </a:lnTo>
                <a:lnTo>
                  <a:pt x="70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5" name="Google Shape;2495;p31"/>
          <p:cNvSpPr/>
          <p:nvPr/>
        </p:nvSpPr>
        <p:spPr>
          <a:xfrm>
            <a:off x="8517785" y="1033147"/>
            <a:ext cx="57243" cy="57243"/>
          </a:xfrm>
          <a:custGeom>
            <a:rect b="b" l="l" r="r" t="t"/>
            <a:pathLst>
              <a:path extrusionOk="0" h="1507" w="1507">
                <a:moveTo>
                  <a:pt x="783" y="1"/>
                </a:moveTo>
                <a:lnTo>
                  <a:pt x="0" y="744"/>
                </a:lnTo>
                <a:lnTo>
                  <a:pt x="803" y="1507"/>
                </a:lnTo>
                <a:lnTo>
                  <a:pt x="944" y="1246"/>
                </a:lnTo>
                <a:lnTo>
                  <a:pt x="1024" y="1125"/>
                </a:lnTo>
                <a:lnTo>
                  <a:pt x="1105" y="1005"/>
                </a:lnTo>
                <a:lnTo>
                  <a:pt x="1145" y="965"/>
                </a:lnTo>
                <a:lnTo>
                  <a:pt x="1225" y="945"/>
                </a:lnTo>
                <a:lnTo>
                  <a:pt x="1345" y="905"/>
                </a:lnTo>
                <a:lnTo>
                  <a:pt x="1406" y="884"/>
                </a:lnTo>
                <a:lnTo>
                  <a:pt x="1466" y="844"/>
                </a:lnTo>
                <a:lnTo>
                  <a:pt x="1506" y="764"/>
                </a:lnTo>
                <a:lnTo>
                  <a:pt x="1506" y="684"/>
                </a:lnTo>
                <a:lnTo>
                  <a:pt x="1265" y="563"/>
                </a:lnTo>
                <a:lnTo>
                  <a:pt x="1165" y="503"/>
                </a:lnTo>
                <a:lnTo>
                  <a:pt x="1064" y="423"/>
                </a:lnTo>
                <a:lnTo>
                  <a:pt x="964" y="342"/>
                </a:lnTo>
                <a:lnTo>
                  <a:pt x="904" y="242"/>
                </a:lnTo>
                <a:lnTo>
                  <a:pt x="823" y="121"/>
                </a:lnTo>
                <a:lnTo>
                  <a:pt x="7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6" name="Google Shape;2496;p31"/>
          <p:cNvSpPr/>
          <p:nvPr/>
        </p:nvSpPr>
        <p:spPr>
          <a:xfrm>
            <a:off x="8516266" y="723493"/>
            <a:ext cx="58003" cy="52685"/>
          </a:xfrm>
          <a:custGeom>
            <a:rect b="b" l="l" r="r" t="t"/>
            <a:pathLst>
              <a:path extrusionOk="0" h="1387" w="1527">
                <a:moveTo>
                  <a:pt x="743" y="1"/>
                </a:moveTo>
                <a:lnTo>
                  <a:pt x="622" y="201"/>
                </a:lnTo>
                <a:lnTo>
                  <a:pt x="562" y="302"/>
                </a:lnTo>
                <a:lnTo>
                  <a:pt x="462" y="422"/>
                </a:lnTo>
                <a:lnTo>
                  <a:pt x="361" y="503"/>
                </a:lnTo>
                <a:lnTo>
                  <a:pt x="241" y="563"/>
                </a:lnTo>
                <a:lnTo>
                  <a:pt x="0" y="683"/>
                </a:lnTo>
                <a:lnTo>
                  <a:pt x="763" y="1386"/>
                </a:lnTo>
                <a:lnTo>
                  <a:pt x="1526" y="703"/>
                </a:lnTo>
                <a:lnTo>
                  <a:pt x="74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7" name="Google Shape;2497;p31"/>
          <p:cNvSpPr/>
          <p:nvPr/>
        </p:nvSpPr>
        <p:spPr>
          <a:xfrm>
            <a:off x="8682526" y="259772"/>
            <a:ext cx="56484" cy="48849"/>
          </a:xfrm>
          <a:custGeom>
            <a:rect b="b" l="l" r="r" t="t"/>
            <a:pathLst>
              <a:path extrusionOk="0" h="1286" w="1487">
                <a:moveTo>
                  <a:pt x="743" y="0"/>
                </a:moveTo>
                <a:lnTo>
                  <a:pt x="0" y="623"/>
                </a:lnTo>
                <a:lnTo>
                  <a:pt x="783" y="1285"/>
                </a:lnTo>
                <a:lnTo>
                  <a:pt x="884" y="1085"/>
                </a:lnTo>
                <a:lnTo>
                  <a:pt x="944" y="984"/>
                </a:lnTo>
                <a:lnTo>
                  <a:pt x="1004" y="884"/>
                </a:lnTo>
                <a:lnTo>
                  <a:pt x="1125" y="824"/>
                </a:lnTo>
                <a:lnTo>
                  <a:pt x="1245" y="763"/>
                </a:lnTo>
                <a:lnTo>
                  <a:pt x="1486" y="643"/>
                </a:lnTo>
                <a:lnTo>
                  <a:pt x="74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8" name="Google Shape;2498;p31"/>
          <p:cNvSpPr/>
          <p:nvPr/>
        </p:nvSpPr>
        <p:spPr>
          <a:xfrm>
            <a:off x="8517785" y="879080"/>
            <a:ext cx="57243" cy="54964"/>
          </a:xfrm>
          <a:custGeom>
            <a:rect b="b" l="l" r="r" t="t"/>
            <a:pathLst>
              <a:path extrusionOk="0" h="1447" w="1507">
                <a:moveTo>
                  <a:pt x="763" y="1"/>
                </a:moveTo>
                <a:lnTo>
                  <a:pt x="0" y="704"/>
                </a:lnTo>
                <a:lnTo>
                  <a:pt x="803" y="1447"/>
                </a:lnTo>
                <a:lnTo>
                  <a:pt x="944" y="1186"/>
                </a:lnTo>
                <a:lnTo>
                  <a:pt x="1024" y="1065"/>
                </a:lnTo>
                <a:lnTo>
                  <a:pt x="1125" y="965"/>
                </a:lnTo>
                <a:lnTo>
                  <a:pt x="1165" y="925"/>
                </a:lnTo>
                <a:lnTo>
                  <a:pt x="1225" y="904"/>
                </a:lnTo>
                <a:lnTo>
                  <a:pt x="1366" y="864"/>
                </a:lnTo>
                <a:lnTo>
                  <a:pt x="1426" y="824"/>
                </a:lnTo>
                <a:lnTo>
                  <a:pt x="1466" y="784"/>
                </a:lnTo>
                <a:lnTo>
                  <a:pt x="1506" y="724"/>
                </a:lnTo>
                <a:lnTo>
                  <a:pt x="1506" y="623"/>
                </a:lnTo>
                <a:lnTo>
                  <a:pt x="1125" y="302"/>
                </a:lnTo>
                <a:lnTo>
                  <a:pt x="76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9" name="Google Shape;2499;p31"/>
          <p:cNvSpPr/>
          <p:nvPr/>
        </p:nvSpPr>
        <p:spPr>
          <a:xfrm>
            <a:off x="8680247" y="104186"/>
            <a:ext cx="55686" cy="46532"/>
          </a:xfrm>
          <a:custGeom>
            <a:rect b="b" l="l" r="r" t="t"/>
            <a:pathLst>
              <a:path extrusionOk="0" h="1225" w="1466">
                <a:moveTo>
                  <a:pt x="783" y="0"/>
                </a:moveTo>
                <a:lnTo>
                  <a:pt x="0" y="663"/>
                </a:lnTo>
                <a:lnTo>
                  <a:pt x="221" y="743"/>
                </a:lnTo>
                <a:lnTo>
                  <a:pt x="341" y="783"/>
                </a:lnTo>
                <a:lnTo>
                  <a:pt x="422" y="843"/>
                </a:lnTo>
                <a:lnTo>
                  <a:pt x="522" y="924"/>
                </a:lnTo>
                <a:lnTo>
                  <a:pt x="582" y="1004"/>
                </a:lnTo>
                <a:lnTo>
                  <a:pt x="643" y="1084"/>
                </a:lnTo>
                <a:lnTo>
                  <a:pt x="703" y="1205"/>
                </a:lnTo>
                <a:lnTo>
                  <a:pt x="723" y="1225"/>
                </a:lnTo>
                <a:lnTo>
                  <a:pt x="783" y="1225"/>
                </a:lnTo>
                <a:lnTo>
                  <a:pt x="1466" y="602"/>
                </a:lnTo>
                <a:lnTo>
                  <a:pt x="7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0" name="Google Shape;2500;p31"/>
          <p:cNvSpPr/>
          <p:nvPr/>
        </p:nvSpPr>
        <p:spPr>
          <a:xfrm>
            <a:off x="8520065" y="257493"/>
            <a:ext cx="53407" cy="49608"/>
          </a:xfrm>
          <a:custGeom>
            <a:rect b="b" l="l" r="r" t="t"/>
            <a:pathLst>
              <a:path extrusionOk="0" h="1306" w="1406">
                <a:moveTo>
                  <a:pt x="663" y="0"/>
                </a:moveTo>
                <a:lnTo>
                  <a:pt x="563" y="161"/>
                </a:lnTo>
                <a:lnTo>
                  <a:pt x="502" y="261"/>
                </a:lnTo>
                <a:lnTo>
                  <a:pt x="422" y="341"/>
                </a:lnTo>
                <a:lnTo>
                  <a:pt x="322" y="422"/>
                </a:lnTo>
                <a:lnTo>
                  <a:pt x="221" y="502"/>
                </a:lnTo>
                <a:lnTo>
                  <a:pt x="0" y="663"/>
                </a:lnTo>
                <a:lnTo>
                  <a:pt x="683" y="1305"/>
                </a:lnTo>
                <a:lnTo>
                  <a:pt x="1406" y="66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1" name="Google Shape;2501;p31"/>
          <p:cNvSpPr/>
          <p:nvPr/>
        </p:nvSpPr>
        <p:spPr>
          <a:xfrm>
            <a:off x="8520824" y="102628"/>
            <a:ext cx="54964" cy="48089"/>
          </a:xfrm>
          <a:custGeom>
            <a:rect b="b" l="l" r="r" t="t"/>
            <a:pathLst>
              <a:path extrusionOk="0" h="1266" w="1447">
                <a:moveTo>
                  <a:pt x="683" y="1"/>
                </a:moveTo>
                <a:lnTo>
                  <a:pt x="0" y="664"/>
                </a:lnTo>
                <a:lnTo>
                  <a:pt x="663" y="1266"/>
                </a:lnTo>
                <a:lnTo>
                  <a:pt x="1446" y="603"/>
                </a:lnTo>
                <a:lnTo>
                  <a:pt x="1165" y="503"/>
                </a:lnTo>
                <a:lnTo>
                  <a:pt x="1065" y="443"/>
                </a:lnTo>
                <a:lnTo>
                  <a:pt x="964" y="382"/>
                </a:lnTo>
                <a:lnTo>
                  <a:pt x="884" y="282"/>
                </a:lnTo>
                <a:lnTo>
                  <a:pt x="804" y="182"/>
                </a:lnTo>
                <a:lnTo>
                  <a:pt x="6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2" name="Google Shape;2502;p31"/>
          <p:cNvSpPr/>
          <p:nvPr/>
        </p:nvSpPr>
        <p:spPr>
          <a:xfrm flipH="1">
            <a:off x="8848834" y="1746204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3" name="Google Shape;2503;p31"/>
          <p:cNvSpPr/>
          <p:nvPr/>
        </p:nvSpPr>
        <p:spPr>
          <a:xfrm flipH="1">
            <a:off x="8506980" y="2922922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4" name="Google Shape;2504;p31"/>
          <p:cNvSpPr/>
          <p:nvPr/>
        </p:nvSpPr>
        <p:spPr>
          <a:xfrm flipH="1">
            <a:off x="8968422" y="1833083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5" name="Google Shape;2505;p31"/>
          <p:cNvSpPr/>
          <p:nvPr/>
        </p:nvSpPr>
        <p:spPr>
          <a:xfrm flipH="1">
            <a:off x="8608512" y="3030095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6" name="Google Shape;2506;p31"/>
          <p:cNvSpPr/>
          <p:nvPr/>
        </p:nvSpPr>
        <p:spPr>
          <a:xfrm flipH="1">
            <a:off x="9068834" y="1944784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7" name="Google Shape;2507;p31"/>
          <p:cNvSpPr/>
          <p:nvPr/>
        </p:nvSpPr>
        <p:spPr>
          <a:xfrm flipH="1">
            <a:off x="9227894" y="2086954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8" name="Google Shape;2508;p31"/>
          <p:cNvSpPr/>
          <p:nvPr/>
        </p:nvSpPr>
        <p:spPr>
          <a:xfrm flipH="1">
            <a:off x="9309141" y="2197481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9" name="Google Shape;2509;p31"/>
          <p:cNvSpPr/>
          <p:nvPr/>
        </p:nvSpPr>
        <p:spPr>
          <a:xfrm flipH="1">
            <a:off x="9377964" y="2338533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0" name="Google Shape;2510;p31"/>
          <p:cNvSpPr/>
          <p:nvPr/>
        </p:nvSpPr>
        <p:spPr>
          <a:xfrm flipH="1">
            <a:off x="9352022" y="2363355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1" name="Google Shape;2511;p31"/>
          <p:cNvSpPr/>
          <p:nvPr/>
        </p:nvSpPr>
        <p:spPr>
          <a:xfrm flipH="1">
            <a:off x="382360" y="159890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2" name="Google Shape;2512;p31"/>
          <p:cNvSpPr/>
          <p:nvPr/>
        </p:nvSpPr>
        <p:spPr>
          <a:xfrm flipH="1">
            <a:off x="445365" y="281810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3" name="Google Shape;2513;p31"/>
          <p:cNvSpPr/>
          <p:nvPr/>
        </p:nvSpPr>
        <p:spPr>
          <a:xfrm flipH="1">
            <a:off x="445365" y="388490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4" name="Google Shape;2514;p31"/>
          <p:cNvSpPr/>
          <p:nvPr/>
        </p:nvSpPr>
        <p:spPr>
          <a:xfrm flipH="1">
            <a:off x="292965" y="472310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5" name="Google Shape;2515;p31"/>
          <p:cNvSpPr/>
          <p:nvPr/>
        </p:nvSpPr>
        <p:spPr>
          <a:xfrm flipH="1">
            <a:off x="8751165" y="3553718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6" name="Google Shape;2516;p31"/>
          <p:cNvSpPr/>
          <p:nvPr/>
        </p:nvSpPr>
        <p:spPr>
          <a:xfrm flipH="1">
            <a:off x="8926986" y="2182118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9">
    <p:spTree>
      <p:nvGrpSpPr>
        <p:cNvPr id="2517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8" name="Google Shape;2518;p32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9pPr>
          </a:lstStyle>
          <a:p/>
        </p:txBody>
      </p:sp>
      <p:sp>
        <p:nvSpPr>
          <p:cNvPr id="2519" name="Google Shape;2519;p32"/>
          <p:cNvSpPr/>
          <p:nvPr/>
        </p:nvSpPr>
        <p:spPr>
          <a:xfrm flipH="1" rot="5400000">
            <a:off x="506025" y="-506325"/>
            <a:ext cx="540300" cy="1552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0" name="Google Shape;2520;p32"/>
          <p:cNvSpPr/>
          <p:nvPr/>
        </p:nvSpPr>
        <p:spPr>
          <a:xfrm flipH="1">
            <a:off x="8430900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1" name="Google Shape;2521;p32"/>
          <p:cNvSpPr/>
          <p:nvPr/>
        </p:nvSpPr>
        <p:spPr>
          <a:xfrm flipH="1">
            <a:off x="8553209" y="376127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2" name="Google Shape;2522;p32"/>
          <p:cNvSpPr/>
          <p:nvPr/>
        </p:nvSpPr>
        <p:spPr>
          <a:xfrm flipH="1">
            <a:off x="8672797" y="384815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3" name="Google Shape;2523;p32"/>
          <p:cNvSpPr/>
          <p:nvPr/>
        </p:nvSpPr>
        <p:spPr>
          <a:xfrm flipH="1">
            <a:off x="8773209" y="395985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4" name="Google Shape;2524;p32"/>
          <p:cNvSpPr/>
          <p:nvPr/>
        </p:nvSpPr>
        <p:spPr>
          <a:xfrm flipH="1">
            <a:off x="8932269" y="410202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5" name="Google Shape;2525;p32"/>
          <p:cNvSpPr/>
          <p:nvPr/>
        </p:nvSpPr>
        <p:spPr>
          <a:xfrm flipH="1">
            <a:off x="9013516" y="421255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6" name="Google Shape;2526;p32"/>
          <p:cNvSpPr/>
          <p:nvPr/>
        </p:nvSpPr>
        <p:spPr>
          <a:xfrm>
            <a:off x="8202150" y="3247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7" name="Google Shape;2527;p32"/>
          <p:cNvSpPr/>
          <p:nvPr/>
        </p:nvSpPr>
        <p:spPr>
          <a:xfrm>
            <a:off x="484613" y="3247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8" name="Google Shape;2528;p32"/>
          <p:cNvSpPr/>
          <p:nvPr/>
        </p:nvSpPr>
        <p:spPr>
          <a:xfrm>
            <a:off x="118850" y="3822816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9" name="Google Shape;2529;p32"/>
          <p:cNvSpPr/>
          <p:nvPr/>
        </p:nvSpPr>
        <p:spPr>
          <a:xfrm rot="5400000">
            <a:off x="118850" y="4427918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30" name="Google Shape;2530;p32"/>
          <p:cNvGrpSpPr/>
          <p:nvPr/>
        </p:nvGrpSpPr>
        <p:grpSpPr>
          <a:xfrm>
            <a:off x="3970979" y="4599416"/>
            <a:ext cx="1205112" cy="520243"/>
            <a:chOff x="3970979" y="4599416"/>
            <a:chExt cx="1205112" cy="520243"/>
          </a:xfrm>
        </p:grpSpPr>
        <p:sp>
          <p:nvSpPr>
            <p:cNvPr id="2531" name="Google Shape;2531;p32"/>
            <p:cNvSpPr/>
            <p:nvPr/>
          </p:nvSpPr>
          <p:spPr>
            <a:xfrm>
              <a:off x="4793924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2"/>
            <p:cNvSpPr/>
            <p:nvPr/>
          </p:nvSpPr>
          <p:spPr>
            <a:xfrm>
              <a:off x="4465201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2"/>
            <p:cNvSpPr/>
            <p:nvPr/>
          </p:nvSpPr>
          <p:spPr>
            <a:xfrm>
              <a:off x="4632221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2"/>
            <p:cNvSpPr/>
            <p:nvPr/>
          </p:nvSpPr>
          <p:spPr>
            <a:xfrm>
              <a:off x="4466721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2"/>
            <p:cNvSpPr/>
            <p:nvPr/>
          </p:nvSpPr>
          <p:spPr>
            <a:xfrm>
              <a:off x="4629942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2"/>
            <p:cNvSpPr/>
            <p:nvPr/>
          </p:nvSpPr>
          <p:spPr>
            <a:xfrm>
              <a:off x="4796203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2"/>
            <p:cNvSpPr/>
            <p:nvPr/>
          </p:nvSpPr>
          <p:spPr>
            <a:xfrm>
              <a:off x="4459086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2"/>
            <p:cNvSpPr/>
            <p:nvPr/>
          </p:nvSpPr>
          <p:spPr>
            <a:xfrm>
              <a:off x="4631462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2"/>
            <p:cNvSpPr/>
            <p:nvPr/>
          </p:nvSpPr>
          <p:spPr>
            <a:xfrm>
              <a:off x="4796203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2"/>
            <p:cNvSpPr/>
            <p:nvPr/>
          </p:nvSpPr>
          <p:spPr>
            <a:xfrm>
              <a:off x="4462163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2"/>
            <p:cNvSpPr/>
            <p:nvPr/>
          </p:nvSpPr>
          <p:spPr>
            <a:xfrm>
              <a:off x="4630702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2"/>
            <p:cNvSpPr/>
            <p:nvPr/>
          </p:nvSpPr>
          <p:spPr>
            <a:xfrm>
              <a:off x="4797000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2"/>
            <p:cNvSpPr/>
            <p:nvPr/>
          </p:nvSpPr>
          <p:spPr>
            <a:xfrm>
              <a:off x="4960982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2"/>
            <p:cNvSpPr/>
            <p:nvPr/>
          </p:nvSpPr>
          <p:spPr>
            <a:xfrm>
              <a:off x="4303499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2"/>
            <p:cNvSpPr/>
            <p:nvPr/>
          </p:nvSpPr>
          <p:spPr>
            <a:xfrm>
              <a:off x="4303499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2"/>
            <p:cNvSpPr/>
            <p:nvPr/>
          </p:nvSpPr>
          <p:spPr>
            <a:xfrm>
              <a:off x="4959424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2"/>
            <p:cNvSpPr/>
            <p:nvPr/>
          </p:nvSpPr>
          <p:spPr>
            <a:xfrm>
              <a:off x="4301980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2"/>
            <p:cNvSpPr/>
            <p:nvPr/>
          </p:nvSpPr>
          <p:spPr>
            <a:xfrm>
              <a:off x="4960222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2"/>
            <p:cNvSpPr/>
            <p:nvPr/>
          </p:nvSpPr>
          <p:spPr>
            <a:xfrm>
              <a:off x="4137239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2"/>
            <p:cNvSpPr/>
            <p:nvPr/>
          </p:nvSpPr>
          <p:spPr>
            <a:xfrm>
              <a:off x="4959424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2"/>
            <p:cNvSpPr/>
            <p:nvPr/>
          </p:nvSpPr>
          <p:spPr>
            <a:xfrm>
              <a:off x="4302740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2"/>
            <p:cNvSpPr/>
            <p:nvPr/>
          </p:nvSpPr>
          <p:spPr>
            <a:xfrm>
              <a:off x="4138758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2"/>
            <p:cNvSpPr/>
            <p:nvPr/>
          </p:nvSpPr>
          <p:spPr>
            <a:xfrm>
              <a:off x="3970979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2"/>
            <p:cNvSpPr/>
            <p:nvPr/>
          </p:nvSpPr>
          <p:spPr>
            <a:xfrm>
              <a:off x="3973258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2"/>
            <p:cNvSpPr/>
            <p:nvPr/>
          </p:nvSpPr>
          <p:spPr>
            <a:xfrm>
              <a:off x="5123443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2"/>
            <p:cNvSpPr/>
            <p:nvPr/>
          </p:nvSpPr>
          <p:spPr>
            <a:xfrm>
              <a:off x="4137239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2"/>
            <p:cNvSpPr/>
            <p:nvPr/>
          </p:nvSpPr>
          <p:spPr>
            <a:xfrm>
              <a:off x="4134960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2"/>
            <p:cNvSpPr/>
            <p:nvPr/>
          </p:nvSpPr>
          <p:spPr>
            <a:xfrm>
              <a:off x="5121886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2"/>
            <p:cNvSpPr/>
            <p:nvPr/>
          </p:nvSpPr>
          <p:spPr>
            <a:xfrm>
              <a:off x="5124203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2"/>
            <p:cNvSpPr/>
            <p:nvPr/>
          </p:nvSpPr>
          <p:spPr>
            <a:xfrm>
              <a:off x="3974777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2"/>
            <p:cNvSpPr/>
            <p:nvPr/>
          </p:nvSpPr>
          <p:spPr>
            <a:xfrm>
              <a:off x="3975537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2"/>
            <p:cNvSpPr/>
            <p:nvPr/>
          </p:nvSpPr>
          <p:spPr>
            <a:xfrm>
              <a:off x="5124963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63" name="Google Shape;2563;p32"/>
          <p:cNvSpPr/>
          <p:nvPr/>
        </p:nvSpPr>
        <p:spPr>
          <a:xfrm>
            <a:off x="8769565" y="1741965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4" name="Google Shape;2564;p32"/>
          <p:cNvSpPr/>
          <p:nvPr/>
        </p:nvSpPr>
        <p:spPr>
          <a:xfrm flipH="1">
            <a:off x="8551271" y="512969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5" name="Google Shape;2565;p32"/>
          <p:cNvSpPr/>
          <p:nvPr/>
        </p:nvSpPr>
        <p:spPr>
          <a:xfrm flipH="1">
            <a:off x="8700159" y="63590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6" name="Google Shape;2566;p32"/>
          <p:cNvSpPr/>
          <p:nvPr/>
        </p:nvSpPr>
        <p:spPr>
          <a:xfrm rot="2827209">
            <a:off x="8663106" y="2695441"/>
            <a:ext cx="1826642" cy="1093257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7" name="Google Shape;2567;p32"/>
          <p:cNvSpPr/>
          <p:nvPr/>
        </p:nvSpPr>
        <p:spPr>
          <a:xfrm rot="2827209">
            <a:off x="8944670" y="2687946"/>
            <a:ext cx="794324" cy="541625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8" name="Google Shape;2568;p32"/>
          <p:cNvSpPr/>
          <p:nvPr/>
        </p:nvSpPr>
        <p:spPr>
          <a:xfrm flipH="1">
            <a:off x="8516710" y="121572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9" name="Google Shape;2569;p32"/>
          <p:cNvSpPr/>
          <p:nvPr/>
        </p:nvSpPr>
        <p:spPr>
          <a:xfrm flipH="1">
            <a:off x="8897710" y="60612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0" name="Google Shape;2570;p32"/>
          <p:cNvSpPr/>
          <p:nvPr/>
        </p:nvSpPr>
        <p:spPr>
          <a:xfrm flipH="1">
            <a:off x="8973910" y="266352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1" name="Google Shape;2571;p32"/>
          <p:cNvSpPr/>
          <p:nvPr/>
        </p:nvSpPr>
        <p:spPr>
          <a:xfrm flipH="1">
            <a:off x="8669110" y="29968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2" name="Google Shape;2572;p32"/>
          <p:cNvSpPr/>
          <p:nvPr/>
        </p:nvSpPr>
        <p:spPr>
          <a:xfrm flipH="1">
            <a:off x="8821510" y="39874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3" name="Google Shape;2573;p32"/>
          <p:cNvSpPr/>
          <p:nvPr/>
        </p:nvSpPr>
        <p:spPr>
          <a:xfrm flipH="1">
            <a:off x="8992960" y="43684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4" name="Google Shape;2574;p32"/>
          <p:cNvSpPr/>
          <p:nvPr/>
        </p:nvSpPr>
        <p:spPr>
          <a:xfrm flipH="1">
            <a:off x="8583385" y="46732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5" name="Google Shape;2575;p32"/>
          <p:cNvSpPr/>
          <p:nvPr/>
        </p:nvSpPr>
        <p:spPr>
          <a:xfrm flipH="1">
            <a:off x="900587" y="49562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6" name="Google Shape;2576;p32"/>
          <p:cNvSpPr/>
          <p:nvPr/>
        </p:nvSpPr>
        <p:spPr>
          <a:xfrm flipH="1">
            <a:off x="1122879" y="216554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7" name="Google Shape;2577;p32"/>
          <p:cNvSpPr/>
          <p:nvPr/>
        </p:nvSpPr>
        <p:spPr>
          <a:xfrm flipH="1">
            <a:off x="1296760" y="30132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!">
  <p:cSld name="CUSTOM_6">
    <p:spTree>
      <p:nvGrpSpPr>
        <p:cNvPr id="2578" name="Shape 2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9" name="Google Shape;2579;p33"/>
          <p:cNvSpPr txBox="1"/>
          <p:nvPr>
            <p:ph idx="1" type="subTitle"/>
          </p:nvPr>
        </p:nvSpPr>
        <p:spPr>
          <a:xfrm>
            <a:off x="2642550" y="1587469"/>
            <a:ext cx="38589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580" name="Google Shape;2580;p33"/>
          <p:cNvSpPr txBox="1"/>
          <p:nvPr>
            <p:ph type="title"/>
          </p:nvPr>
        </p:nvSpPr>
        <p:spPr>
          <a:xfrm>
            <a:off x="2642550" y="558550"/>
            <a:ext cx="38589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500"/>
              <a:buFont typeface="Dosis"/>
              <a:buNone/>
              <a:defRPr sz="65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581" name="Google Shape;2581;p33"/>
          <p:cNvSpPr/>
          <p:nvPr/>
        </p:nvSpPr>
        <p:spPr>
          <a:xfrm flipH="1">
            <a:off x="7287940" y="0"/>
            <a:ext cx="18822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2" name="Google Shape;2582;p33"/>
          <p:cNvSpPr/>
          <p:nvPr/>
        </p:nvSpPr>
        <p:spPr>
          <a:xfrm flipH="1">
            <a:off x="250" y="0"/>
            <a:ext cx="18822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83" name="Google Shape;2583;p33"/>
          <p:cNvGrpSpPr/>
          <p:nvPr/>
        </p:nvGrpSpPr>
        <p:grpSpPr>
          <a:xfrm>
            <a:off x="7825917" y="1997778"/>
            <a:ext cx="1209708" cy="1147945"/>
            <a:chOff x="5235125" y="2636100"/>
            <a:chExt cx="796175" cy="755525"/>
          </a:xfrm>
        </p:grpSpPr>
        <p:sp>
          <p:nvSpPr>
            <p:cNvPr id="2584" name="Google Shape;2584;p33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3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3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3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3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3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3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3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3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3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3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3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3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3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3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3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3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3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3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3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3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3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3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3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3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3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3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3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3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3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3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3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3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3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3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3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3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3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3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3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3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3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3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3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3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3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3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3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3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3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3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3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3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3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3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3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3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3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3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3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3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3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3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3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48" name="Google Shape;2648;p33"/>
          <p:cNvSpPr/>
          <p:nvPr/>
        </p:nvSpPr>
        <p:spPr>
          <a:xfrm flipH="1">
            <a:off x="7882259" y="-225021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9" name="Google Shape;2649;p33"/>
          <p:cNvSpPr/>
          <p:nvPr/>
        </p:nvSpPr>
        <p:spPr>
          <a:xfrm flipH="1">
            <a:off x="7540405" y="9516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0" name="Google Shape;2650;p33"/>
          <p:cNvSpPr/>
          <p:nvPr/>
        </p:nvSpPr>
        <p:spPr>
          <a:xfrm flipH="1">
            <a:off x="8001847" y="-138142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1" name="Google Shape;2651;p33"/>
          <p:cNvSpPr/>
          <p:nvPr/>
        </p:nvSpPr>
        <p:spPr>
          <a:xfrm flipH="1">
            <a:off x="7641937" y="10588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2" name="Google Shape;2652;p33"/>
          <p:cNvSpPr/>
          <p:nvPr/>
        </p:nvSpPr>
        <p:spPr>
          <a:xfrm flipH="1">
            <a:off x="8102259" y="-26441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3" name="Google Shape;2653;p33"/>
          <p:cNvSpPr/>
          <p:nvPr/>
        </p:nvSpPr>
        <p:spPr>
          <a:xfrm flipH="1">
            <a:off x="8261319" y="11572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4" name="Google Shape;2654;p33"/>
          <p:cNvSpPr/>
          <p:nvPr/>
        </p:nvSpPr>
        <p:spPr>
          <a:xfrm flipH="1">
            <a:off x="8342566" y="22625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5" name="Google Shape;2655;p33"/>
          <p:cNvSpPr/>
          <p:nvPr/>
        </p:nvSpPr>
        <p:spPr>
          <a:xfrm flipH="1">
            <a:off x="8411389" y="36730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6" name="Google Shape;2656;p33"/>
          <p:cNvSpPr/>
          <p:nvPr/>
        </p:nvSpPr>
        <p:spPr>
          <a:xfrm flipH="1">
            <a:off x="8385447" y="39213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7" name="Google Shape;2657;p33"/>
          <p:cNvSpPr/>
          <p:nvPr/>
        </p:nvSpPr>
        <p:spPr>
          <a:xfrm rot="5400000">
            <a:off x="1001086" y="4442775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8" name="Google Shape;2658;p33"/>
          <p:cNvSpPr/>
          <p:nvPr/>
        </p:nvSpPr>
        <p:spPr>
          <a:xfrm flipH="1" rot="5400000">
            <a:off x="-249058" y="2942356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9" name="Google Shape;2659;p33"/>
          <p:cNvSpPr/>
          <p:nvPr/>
        </p:nvSpPr>
        <p:spPr>
          <a:xfrm flipH="1" rot="5400000">
            <a:off x="-38647" y="3164059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0" name="Google Shape;2660;p33"/>
          <p:cNvSpPr/>
          <p:nvPr/>
        </p:nvSpPr>
        <p:spPr>
          <a:xfrm flipH="1" rot="5400000">
            <a:off x="250172" y="3399824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1" name="Google Shape;2661;p33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2" name="Google Shape;2662;p33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3" name="Google Shape;2663;p33"/>
          <p:cNvSpPr/>
          <p:nvPr/>
        </p:nvSpPr>
        <p:spPr>
          <a:xfrm>
            <a:off x="-1384585" y="-1156347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4" name="Google Shape;2664;p33"/>
          <p:cNvSpPr/>
          <p:nvPr/>
        </p:nvSpPr>
        <p:spPr>
          <a:xfrm flipH="1">
            <a:off x="186860" y="-12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5" name="Google Shape;2665;p33"/>
          <p:cNvSpPr/>
          <p:nvPr/>
        </p:nvSpPr>
        <p:spPr>
          <a:xfrm flipH="1">
            <a:off x="262457" y="139921"/>
            <a:ext cx="1730784" cy="1441910"/>
          </a:xfrm>
          <a:custGeom>
            <a:rect b="b" l="l" r="r" t="t"/>
            <a:pathLst>
              <a:path extrusionOk="0" h="25791" w="30958">
                <a:moveTo>
                  <a:pt x="13179" y="81"/>
                </a:moveTo>
                <a:lnTo>
                  <a:pt x="14551" y="101"/>
                </a:lnTo>
                <a:lnTo>
                  <a:pt x="15257" y="121"/>
                </a:lnTo>
                <a:lnTo>
                  <a:pt x="15963" y="162"/>
                </a:lnTo>
                <a:lnTo>
                  <a:pt x="16690" y="242"/>
                </a:lnTo>
                <a:lnTo>
                  <a:pt x="17416" y="323"/>
                </a:lnTo>
                <a:lnTo>
                  <a:pt x="18143" y="444"/>
                </a:lnTo>
                <a:lnTo>
                  <a:pt x="18869" y="586"/>
                </a:lnTo>
                <a:lnTo>
                  <a:pt x="19576" y="767"/>
                </a:lnTo>
                <a:lnTo>
                  <a:pt x="20282" y="969"/>
                </a:lnTo>
                <a:lnTo>
                  <a:pt x="20988" y="1211"/>
                </a:lnTo>
                <a:lnTo>
                  <a:pt x="21654" y="1494"/>
                </a:lnTo>
                <a:lnTo>
                  <a:pt x="21997" y="1655"/>
                </a:lnTo>
                <a:lnTo>
                  <a:pt x="22320" y="1837"/>
                </a:lnTo>
                <a:lnTo>
                  <a:pt x="22643" y="2018"/>
                </a:lnTo>
                <a:lnTo>
                  <a:pt x="22946" y="2200"/>
                </a:lnTo>
                <a:lnTo>
                  <a:pt x="23269" y="2402"/>
                </a:lnTo>
                <a:lnTo>
                  <a:pt x="23551" y="2624"/>
                </a:lnTo>
                <a:lnTo>
                  <a:pt x="23854" y="2866"/>
                </a:lnTo>
                <a:lnTo>
                  <a:pt x="24136" y="3108"/>
                </a:lnTo>
                <a:lnTo>
                  <a:pt x="24540" y="3491"/>
                </a:lnTo>
                <a:lnTo>
                  <a:pt x="24923" y="3895"/>
                </a:lnTo>
                <a:lnTo>
                  <a:pt x="25287" y="4339"/>
                </a:lnTo>
                <a:lnTo>
                  <a:pt x="25670" y="4823"/>
                </a:lnTo>
                <a:lnTo>
                  <a:pt x="26013" y="5348"/>
                </a:lnTo>
                <a:lnTo>
                  <a:pt x="26356" y="5913"/>
                </a:lnTo>
                <a:lnTo>
                  <a:pt x="26719" y="6518"/>
                </a:lnTo>
                <a:lnTo>
                  <a:pt x="27042" y="7164"/>
                </a:lnTo>
                <a:lnTo>
                  <a:pt x="27345" y="7749"/>
                </a:lnTo>
                <a:lnTo>
                  <a:pt x="27607" y="8335"/>
                </a:lnTo>
                <a:lnTo>
                  <a:pt x="27870" y="8940"/>
                </a:lnTo>
                <a:lnTo>
                  <a:pt x="28112" y="9546"/>
                </a:lnTo>
                <a:lnTo>
                  <a:pt x="28556" y="10756"/>
                </a:lnTo>
                <a:lnTo>
                  <a:pt x="28959" y="11947"/>
                </a:lnTo>
                <a:lnTo>
                  <a:pt x="29343" y="13138"/>
                </a:lnTo>
                <a:lnTo>
                  <a:pt x="29666" y="14328"/>
                </a:lnTo>
                <a:lnTo>
                  <a:pt x="29948" y="15478"/>
                </a:lnTo>
                <a:lnTo>
                  <a:pt x="30231" y="16588"/>
                </a:lnTo>
                <a:lnTo>
                  <a:pt x="30453" y="17577"/>
                </a:lnTo>
                <a:lnTo>
                  <a:pt x="30654" y="18606"/>
                </a:lnTo>
                <a:lnTo>
                  <a:pt x="30735" y="19111"/>
                </a:lnTo>
                <a:lnTo>
                  <a:pt x="30816" y="19636"/>
                </a:lnTo>
                <a:lnTo>
                  <a:pt x="30856" y="20160"/>
                </a:lnTo>
                <a:lnTo>
                  <a:pt x="30876" y="20685"/>
                </a:lnTo>
                <a:lnTo>
                  <a:pt x="30876" y="21169"/>
                </a:lnTo>
                <a:lnTo>
                  <a:pt x="30856" y="21674"/>
                </a:lnTo>
                <a:lnTo>
                  <a:pt x="30796" y="22219"/>
                </a:lnTo>
                <a:lnTo>
                  <a:pt x="30695" y="22784"/>
                </a:lnTo>
                <a:lnTo>
                  <a:pt x="30614" y="23046"/>
                </a:lnTo>
                <a:lnTo>
                  <a:pt x="30533" y="23329"/>
                </a:lnTo>
                <a:lnTo>
                  <a:pt x="30412" y="23611"/>
                </a:lnTo>
                <a:lnTo>
                  <a:pt x="30311" y="23873"/>
                </a:lnTo>
                <a:lnTo>
                  <a:pt x="30170" y="24136"/>
                </a:lnTo>
                <a:lnTo>
                  <a:pt x="30009" y="24398"/>
                </a:lnTo>
                <a:lnTo>
                  <a:pt x="29847" y="24640"/>
                </a:lnTo>
                <a:lnTo>
                  <a:pt x="29645" y="24882"/>
                </a:lnTo>
                <a:lnTo>
                  <a:pt x="29383" y="25145"/>
                </a:lnTo>
                <a:lnTo>
                  <a:pt x="29242" y="25266"/>
                </a:lnTo>
                <a:lnTo>
                  <a:pt x="29101" y="25387"/>
                </a:lnTo>
                <a:lnTo>
                  <a:pt x="28939" y="25468"/>
                </a:lnTo>
                <a:lnTo>
                  <a:pt x="28798" y="25548"/>
                </a:lnTo>
                <a:lnTo>
                  <a:pt x="28657" y="25609"/>
                </a:lnTo>
                <a:lnTo>
                  <a:pt x="28515" y="25649"/>
                </a:lnTo>
                <a:lnTo>
                  <a:pt x="28334" y="25690"/>
                </a:lnTo>
                <a:lnTo>
                  <a:pt x="28152" y="25710"/>
                </a:lnTo>
                <a:lnTo>
                  <a:pt x="27991" y="25710"/>
                </a:lnTo>
                <a:lnTo>
                  <a:pt x="27809" y="25690"/>
                </a:lnTo>
                <a:lnTo>
                  <a:pt x="27648" y="25669"/>
                </a:lnTo>
                <a:lnTo>
                  <a:pt x="27466" y="25629"/>
                </a:lnTo>
                <a:lnTo>
                  <a:pt x="27143" y="25508"/>
                </a:lnTo>
                <a:lnTo>
                  <a:pt x="26800" y="25347"/>
                </a:lnTo>
                <a:lnTo>
                  <a:pt x="26477" y="25165"/>
                </a:lnTo>
                <a:lnTo>
                  <a:pt x="26154" y="24963"/>
                </a:lnTo>
                <a:lnTo>
                  <a:pt x="25852" y="24741"/>
                </a:lnTo>
                <a:lnTo>
                  <a:pt x="25145" y="24196"/>
                </a:lnTo>
                <a:lnTo>
                  <a:pt x="24419" y="23631"/>
                </a:lnTo>
                <a:lnTo>
                  <a:pt x="23692" y="23046"/>
                </a:lnTo>
                <a:lnTo>
                  <a:pt x="22946" y="22420"/>
                </a:lnTo>
                <a:lnTo>
                  <a:pt x="22199" y="21775"/>
                </a:lnTo>
                <a:lnTo>
                  <a:pt x="21412" y="21109"/>
                </a:lnTo>
                <a:lnTo>
                  <a:pt x="20625" y="20382"/>
                </a:lnTo>
                <a:lnTo>
                  <a:pt x="19798" y="19636"/>
                </a:lnTo>
                <a:lnTo>
                  <a:pt x="18506" y="18405"/>
                </a:lnTo>
                <a:lnTo>
                  <a:pt x="17215" y="17153"/>
                </a:lnTo>
                <a:lnTo>
                  <a:pt x="14692" y="14671"/>
                </a:lnTo>
                <a:lnTo>
                  <a:pt x="12270" y="12290"/>
                </a:lnTo>
                <a:lnTo>
                  <a:pt x="11039" y="11079"/>
                </a:lnTo>
                <a:lnTo>
                  <a:pt x="9808" y="9909"/>
                </a:lnTo>
                <a:lnTo>
                  <a:pt x="8376" y="8597"/>
                </a:lnTo>
                <a:lnTo>
                  <a:pt x="7024" y="7406"/>
                </a:lnTo>
                <a:lnTo>
                  <a:pt x="5732" y="6317"/>
                </a:lnTo>
                <a:lnTo>
                  <a:pt x="4461" y="5308"/>
                </a:lnTo>
                <a:lnTo>
                  <a:pt x="4118" y="5086"/>
                </a:lnTo>
                <a:lnTo>
                  <a:pt x="3593" y="4743"/>
                </a:lnTo>
                <a:lnTo>
                  <a:pt x="2523" y="4057"/>
                </a:lnTo>
                <a:lnTo>
                  <a:pt x="1958" y="3673"/>
                </a:lnTo>
                <a:lnTo>
                  <a:pt x="1414" y="3290"/>
                </a:lnTo>
                <a:lnTo>
                  <a:pt x="929" y="2886"/>
                </a:lnTo>
                <a:lnTo>
                  <a:pt x="707" y="2704"/>
                </a:lnTo>
                <a:lnTo>
                  <a:pt x="526" y="2503"/>
                </a:lnTo>
                <a:lnTo>
                  <a:pt x="364" y="2341"/>
                </a:lnTo>
                <a:lnTo>
                  <a:pt x="223" y="2160"/>
                </a:lnTo>
                <a:lnTo>
                  <a:pt x="142" y="1998"/>
                </a:lnTo>
                <a:lnTo>
                  <a:pt x="82" y="1857"/>
                </a:lnTo>
                <a:lnTo>
                  <a:pt x="82" y="1776"/>
                </a:lnTo>
                <a:lnTo>
                  <a:pt x="82" y="1716"/>
                </a:lnTo>
                <a:lnTo>
                  <a:pt x="102" y="1655"/>
                </a:lnTo>
                <a:lnTo>
                  <a:pt x="142" y="1595"/>
                </a:lnTo>
                <a:lnTo>
                  <a:pt x="243" y="1473"/>
                </a:lnTo>
                <a:lnTo>
                  <a:pt x="364" y="1373"/>
                </a:lnTo>
                <a:lnTo>
                  <a:pt x="485" y="1292"/>
                </a:lnTo>
                <a:lnTo>
                  <a:pt x="647" y="1231"/>
                </a:lnTo>
                <a:lnTo>
                  <a:pt x="788" y="1171"/>
                </a:lnTo>
                <a:lnTo>
                  <a:pt x="949" y="1130"/>
                </a:lnTo>
                <a:lnTo>
                  <a:pt x="1292" y="1070"/>
                </a:lnTo>
                <a:lnTo>
                  <a:pt x="2745" y="848"/>
                </a:lnTo>
                <a:lnTo>
                  <a:pt x="4219" y="646"/>
                </a:lnTo>
                <a:lnTo>
                  <a:pt x="5712" y="464"/>
                </a:lnTo>
                <a:lnTo>
                  <a:pt x="7185" y="323"/>
                </a:lnTo>
                <a:lnTo>
                  <a:pt x="8658" y="222"/>
                </a:lnTo>
                <a:lnTo>
                  <a:pt x="10152" y="142"/>
                </a:lnTo>
                <a:lnTo>
                  <a:pt x="11645" y="81"/>
                </a:lnTo>
                <a:close/>
                <a:moveTo>
                  <a:pt x="11645" y="0"/>
                </a:moveTo>
                <a:lnTo>
                  <a:pt x="10152" y="61"/>
                </a:lnTo>
                <a:lnTo>
                  <a:pt x="8658" y="142"/>
                </a:lnTo>
                <a:lnTo>
                  <a:pt x="7185" y="242"/>
                </a:lnTo>
                <a:lnTo>
                  <a:pt x="5692" y="384"/>
                </a:lnTo>
                <a:lnTo>
                  <a:pt x="4219" y="565"/>
                </a:lnTo>
                <a:lnTo>
                  <a:pt x="2745" y="767"/>
                </a:lnTo>
                <a:lnTo>
                  <a:pt x="1272" y="989"/>
                </a:lnTo>
                <a:lnTo>
                  <a:pt x="929" y="1070"/>
                </a:lnTo>
                <a:lnTo>
                  <a:pt x="768" y="1110"/>
                </a:lnTo>
                <a:lnTo>
                  <a:pt x="606" y="1151"/>
                </a:lnTo>
                <a:lnTo>
                  <a:pt x="445" y="1231"/>
                </a:lnTo>
                <a:lnTo>
                  <a:pt x="304" y="1312"/>
                </a:lnTo>
                <a:lnTo>
                  <a:pt x="183" y="1413"/>
                </a:lnTo>
                <a:lnTo>
                  <a:pt x="82" y="1554"/>
                </a:lnTo>
                <a:lnTo>
                  <a:pt x="41" y="1615"/>
                </a:lnTo>
                <a:lnTo>
                  <a:pt x="1" y="1695"/>
                </a:lnTo>
                <a:lnTo>
                  <a:pt x="1" y="1776"/>
                </a:lnTo>
                <a:lnTo>
                  <a:pt x="1" y="1857"/>
                </a:lnTo>
                <a:lnTo>
                  <a:pt x="61" y="2018"/>
                </a:lnTo>
                <a:lnTo>
                  <a:pt x="142" y="2180"/>
                </a:lnTo>
                <a:lnTo>
                  <a:pt x="283" y="2361"/>
                </a:lnTo>
                <a:lnTo>
                  <a:pt x="445" y="2543"/>
                </a:lnTo>
                <a:lnTo>
                  <a:pt x="627" y="2725"/>
                </a:lnTo>
                <a:lnTo>
                  <a:pt x="849" y="2926"/>
                </a:lnTo>
                <a:lnTo>
                  <a:pt x="1333" y="3310"/>
                </a:lnTo>
                <a:lnTo>
                  <a:pt x="1878" y="3713"/>
                </a:lnTo>
                <a:lnTo>
                  <a:pt x="2443" y="4097"/>
                </a:lnTo>
                <a:lnTo>
                  <a:pt x="3532" y="4803"/>
                </a:lnTo>
                <a:lnTo>
                  <a:pt x="4077" y="5146"/>
                </a:lnTo>
                <a:lnTo>
                  <a:pt x="4420" y="5388"/>
                </a:lnTo>
                <a:lnTo>
                  <a:pt x="5672" y="6377"/>
                </a:lnTo>
                <a:lnTo>
                  <a:pt x="6963" y="7467"/>
                </a:lnTo>
                <a:lnTo>
                  <a:pt x="8315" y="8658"/>
                </a:lnTo>
                <a:lnTo>
                  <a:pt x="9748" y="9969"/>
                </a:lnTo>
                <a:lnTo>
                  <a:pt x="10999" y="11140"/>
                </a:lnTo>
                <a:lnTo>
                  <a:pt x="12230" y="12351"/>
                </a:lnTo>
                <a:lnTo>
                  <a:pt x="14631" y="14732"/>
                </a:lnTo>
                <a:lnTo>
                  <a:pt x="17154" y="17214"/>
                </a:lnTo>
                <a:lnTo>
                  <a:pt x="18445" y="18465"/>
                </a:lnTo>
                <a:lnTo>
                  <a:pt x="19737" y="19696"/>
                </a:lnTo>
                <a:lnTo>
                  <a:pt x="20564" y="20443"/>
                </a:lnTo>
                <a:lnTo>
                  <a:pt x="21372" y="21169"/>
                </a:lnTo>
                <a:lnTo>
                  <a:pt x="22138" y="21835"/>
                </a:lnTo>
                <a:lnTo>
                  <a:pt x="22885" y="22501"/>
                </a:lnTo>
                <a:lnTo>
                  <a:pt x="23632" y="23107"/>
                </a:lnTo>
                <a:lnTo>
                  <a:pt x="24358" y="23692"/>
                </a:lnTo>
                <a:lnTo>
                  <a:pt x="25085" y="24257"/>
                </a:lnTo>
                <a:lnTo>
                  <a:pt x="25811" y="24802"/>
                </a:lnTo>
                <a:lnTo>
                  <a:pt x="26336" y="25165"/>
                </a:lnTo>
                <a:lnTo>
                  <a:pt x="26598" y="25326"/>
                </a:lnTo>
                <a:lnTo>
                  <a:pt x="26881" y="25488"/>
                </a:lnTo>
                <a:lnTo>
                  <a:pt x="27183" y="25609"/>
                </a:lnTo>
                <a:lnTo>
                  <a:pt x="27466" y="25710"/>
                </a:lnTo>
                <a:lnTo>
                  <a:pt x="27769" y="25770"/>
                </a:lnTo>
                <a:lnTo>
                  <a:pt x="28051" y="25790"/>
                </a:lnTo>
                <a:lnTo>
                  <a:pt x="28293" y="25770"/>
                </a:lnTo>
                <a:lnTo>
                  <a:pt x="28536" y="25730"/>
                </a:lnTo>
                <a:lnTo>
                  <a:pt x="28677" y="25690"/>
                </a:lnTo>
                <a:lnTo>
                  <a:pt x="28838" y="25609"/>
                </a:lnTo>
                <a:lnTo>
                  <a:pt x="28979" y="25548"/>
                </a:lnTo>
                <a:lnTo>
                  <a:pt x="29141" y="25447"/>
                </a:lnTo>
                <a:lnTo>
                  <a:pt x="29282" y="25347"/>
                </a:lnTo>
                <a:lnTo>
                  <a:pt x="29423" y="25225"/>
                </a:lnTo>
                <a:lnTo>
                  <a:pt x="29706" y="24923"/>
                </a:lnTo>
                <a:lnTo>
                  <a:pt x="29908" y="24681"/>
                </a:lnTo>
                <a:lnTo>
                  <a:pt x="30089" y="24438"/>
                </a:lnTo>
                <a:lnTo>
                  <a:pt x="30231" y="24176"/>
                </a:lnTo>
                <a:lnTo>
                  <a:pt x="30372" y="23914"/>
                </a:lnTo>
                <a:lnTo>
                  <a:pt x="30493" y="23631"/>
                </a:lnTo>
                <a:lnTo>
                  <a:pt x="30594" y="23369"/>
                </a:lnTo>
                <a:lnTo>
                  <a:pt x="30695" y="23086"/>
                </a:lnTo>
                <a:lnTo>
                  <a:pt x="30755" y="22804"/>
                </a:lnTo>
                <a:lnTo>
                  <a:pt x="30816" y="22521"/>
                </a:lnTo>
                <a:lnTo>
                  <a:pt x="30876" y="22239"/>
                </a:lnTo>
                <a:lnTo>
                  <a:pt x="30937" y="21694"/>
                </a:lnTo>
                <a:lnTo>
                  <a:pt x="30957" y="21169"/>
                </a:lnTo>
                <a:lnTo>
                  <a:pt x="30957" y="20685"/>
                </a:lnTo>
                <a:lnTo>
                  <a:pt x="30937" y="20160"/>
                </a:lnTo>
                <a:lnTo>
                  <a:pt x="30897" y="19636"/>
                </a:lnTo>
                <a:lnTo>
                  <a:pt x="30816" y="19111"/>
                </a:lnTo>
                <a:lnTo>
                  <a:pt x="30735" y="18586"/>
                </a:lnTo>
                <a:lnTo>
                  <a:pt x="30533" y="17557"/>
                </a:lnTo>
                <a:lnTo>
                  <a:pt x="30311" y="16568"/>
                </a:lnTo>
                <a:lnTo>
                  <a:pt x="30029" y="15458"/>
                </a:lnTo>
                <a:lnTo>
                  <a:pt x="29746" y="14308"/>
                </a:lnTo>
                <a:lnTo>
                  <a:pt x="29403" y="13117"/>
                </a:lnTo>
                <a:lnTo>
                  <a:pt x="29040" y="11927"/>
                </a:lnTo>
                <a:lnTo>
                  <a:pt x="28636" y="10716"/>
                </a:lnTo>
                <a:lnTo>
                  <a:pt x="28192" y="9505"/>
                </a:lnTo>
                <a:lnTo>
                  <a:pt x="27950" y="8900"/>
                </a:lnTo>
                <a:lnTo>
                  <a:pt x="27688" y="8315"/>
                </a:lnTo>
                <a:lnTo>
                  <a:pt x="27405" y="7709"/>
                </a:lnTo>
                <a:lnTo>
                  <a:pt x="27123" y="7124"/>
                </a:lnTo>
                <a:lnTo>
                  <a:pt x="26780" y="6478"/>
                </a:lnTo>
                <a:lnTo>
                  <a:pt x="26437" y="5853"/>
                </a:lnTo>
                <a:lnTo>
                  <a:pt x="26074" y="5288"/>
                </a:lnTo>
                <a:lnTo>
                  <a:pt x="25730" y="4783"/>
                </a:lnTo>
                <a:lnTo>
                  <a:pt x="25367" y="4279"/>
                </a:lnTo>
                <a:lnTo>
                  <a:pt x="24984" y="3835"/>
                </a:lnTo>
                <a:lnTo>
                  <a:pt x="24600" y="3431"/>
                </a:lnTo>
                <a:lnTo>
                  <a:pt x="24197" y="3048"/>
                </a:lnTo>
                <a:lnTo>
                  <a:pt x="23672" y="2604"/>
                </a:lnTo>
                <a:lnTo>
                  <a:pt x="23127" y="2220"/>
                </a:lnTo>
                <a:lnTo>
                  <a:pt x="22522" y="1857"/>
                </a:lnTo>
                <a:lnTo>
                  <a:pt x="21896" y="1514"/>
                </a:lnTo>
                <a:lnTo>
                  <a:pt x="21251" y="1231"/>
                </a:lnTo>
                <a:lnTo>
                  <a:pt x="20544" y="969"/>
                </a:lnTo>
                <a:lnTo>
                  <a:pt x="19798" y="727"/>
                </a:lnTo>
                <a:lnTo>
                  <a:pt x="19031" y="525"/>
                </a:lnTo>
                <a:lnTo>
                  <a:pt x="18405" y="404"/>
                </a:lnTo>
                <a:lnTo>
                  <a:pt x="17759" y="303"/>
                </a:lnTo>
                <a:lnTo>
                  <a:pt x="17093" y="202"/>
                </a:lnTo>
                <a:lnTo>
                  <a:pt x="16387" y="121"/>
                </a:lnTo>
                <a:lnTo>
                  <a:pt x="15640" y="61"/>
                </a:lnTo>
                <a:lnTo>
                  <a:pt x="14853" y="21"/>
                </a:lnTo>
                <a:lnTo>
                  <a:pt x="1404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6" name="Google Shape;2666;p33"/>
          <p:cNvSpPr/>
          <p:nvPr/>
        </p:nvSpPr>
        <p:spPr>
          <a:xfrm flipH="1">
            <a:off x="485872" y="210978"/>
            <a:ext cx="1058329" cy="998564"/>
          </a:xfrm>
          <a:custGeom>
            <a:rect b="b" l="l" r="r" t="t"/>
            <a:pathLst>
              <a:path extrusionOk="0" h="17861" w="18930">
                <a:moveTo>
                  <a:pt x="3431" y="81"/>
                </a:moveTo>
                <a:lnTo>
                  <a:pt x="4117" y="102"/>
                </a:lnTo>
                <a:lnTo>
                  <a:pt x="4824" y="162"/>
                </a:lnTo>
                <a:lnTo>
                  <a:pt x="5510" y="263"/>
                </a:lnTo>
                <a:lnTo>
                  <a:pt x="6216" y="404"/>
                </a:lnTo>
                <a:lnTo>
                  <a:pt x="6882" y="566"/>
                </a:lnTo>
                <a:lnTo>
                  <a:pt x="7568" y="768"/>
                </a:lnTo>
                <a:lnTo>
                  <a:pt x="8234" y="1010"/>
                </a:lnTo>
                <a:lnTo>
                  <a:pt x="8880" y="1272"/>
                </a:lnTo>
                <a:lnTo>
                  <a:pt x="9505" y="1575"/>
                </a:lnTo>
                <a:lnTo>
                  <a:pt x="10131" y="1918"/>
                </a:lnTo>
                <a:lnTo>
                  <a:pt x="10736" y="2281"/>
                </a:lnTo>
                <a:lnTo>
                  <a:pt x="11301" y="2664"/>
                </a:lnTo>
                <a:lnTo>
                  <a:pt x="11866" y="3088"/>
                </a:lnTo>
                <a:lnTo>
                  <a:pt x="12391" y="3552"/>
                </a:lnTo>
                <a:lnTo>
                  <a:pt x="12896" y="4017"/>
                </a:lnTo>
                <a:lnTo>
                  <a:pt x="13380" y="4521"/>
                </a:lnTo>
                <a:lnTo>
                  <a:pt x="13824" y="5026"/>
                </a:lnTo>
                <a:lnTo>
                  <a:pt x="14248" y="5570"/>
                </a:lnTo>
                <a:lnTo>
                  <a:pt x="14651" y="6115"/>
                </a:lnTo>
                <a:lnTo>
                  <a:pt x="15035" y="6680"/>
                </a:lnTo>
                <a:lnTo>
                  <a:pt x="15418" y="7245"/>
                </a:lnTo>
                <a:lnTo>
                  <a:pt x="15761" y="7831"/>
                </a:lnTo>
                <a:lnTo>
                  <a:pt x="16084" y="8416"/>
                </a:lnTo>
                <a:lnTo>
                  <a:pt x="16387" y="9021"/>
                </a:lnTo>
                <a:lnTo>
                  <a:pt x="16689" y="9627"/>
                </a:lnTo>
                <a:lnTo>
                  <a:pt x="16972" y="10232"/>
                </a:lnTo>
                <a:lnTo>
                  <a:pt x="17497" y="11423"/>
                </a:lnTo>
                <a:lnTo>
                  <a:pt x="17981" y="12593"/>
                </a:lnTo>
                <a:lnTo>
                  <a:pt x="18183" y="13158"/>
                </a:lnTo>
                <a:lnTo>
                  <a:pt x="18385" y="13723"/>
                </a:lnTo>
                <a:lnTo>
                  <a:pt x="18566" y="14288"/>
                </a:lnTo>
                <a:lnTo>
                  <a:pt x="18707" y="14853"/>
                </a:lnTo>
                <a:lnTo>
                  <a:pt x="18768" y="15136"/>
                </a:lnTo>
                <a:lnTo>
                  <a:pt x="18808" y="15438"/>
                </a:lnTo>
                <a:lnTo>
                  <a:pt x="18829" y="15721"/>
                </a:lnTo>
                <a:lnTo>
                  <a:pt x="18849" y="16003"/>
                </a:lnTo>
                <a:lnTo>
                  <a:pt x="18849" y="16286"/>
                </a:lnTo>
                <a:lnTo>
                  <a:pt x="18829" y="16589"/>
                </a:lnTo>
                <a:lnTo>
                  <a:pt x="18788" y="16871"/>
                </a:lnTo>
                <a:lnTo>
                  <a:pt x="18728" y="17154"/>
                </a:lnTo>
                <a:lnTo>
                  <a:pt x="18687" y="17295"/>
                </a:lnTo>
                <a:lnTo>
                  <a:pt x="18647" y="17416"/>
                </a:lnTo>
                <a:lnTo>
                  <a:pt x="18586" y="17537"/>
                </a:lnTo>
                <a:lnTo>
                  <a:pt x="18486" y="17658"/>
                </a:lnTo>
                <a:lnTo>
                  <a:pt x="18405" y="17699"/>
                </a:lnTo>
                <a:lnTo>
                  <a:pt x="18324" y="17739"/>
                </a:lnTo>
                <a:lnTo>
                  <a:pt x="18243" y="17759"/>
                </a:lnTo>
                <a:lnTo>
                  <a:pt x="18163" y="17779"/>
                </a:lnTo>
                <a:lnTo>
                  <a:pt x="17981" y="17759"/>
                </a:lnTo>
                <a:lnTo>
                  <a:pt x="17799" y="17699"/>
                </a:lnTo>
                <a:lnTo>
                  <a:pt x="17638" y="17618"/>
                </a:lnTo>
                <a:lnTo>
                  <a:pt x="17477" y="17517"/>
                </a:lnTo>
                <a:lnTo>
                  <a:pt x="17234" y="17315"/>
                </a:lnTo>
                <a:lnTo>
                  <a:pt x="16346" y="16548"/>
                </a:lnTo>
                <a:lnTo>
                  <a:pt x="15418" y="15701"/>
                </a:lnTo>
                <a:lnTo>
                  <a:pt x="14429" y="14793"/>
                </a:lnTo>
                <a:lnTo>
                  <a:pt x="13319" y="13743"/>
                </a:lnTo>
                <a:lnTo>
                  <a:pt x="11140" y="11645"/>
                </a:lnTo>
                <a:lnTo>
                  <a:pt x="8860" y="9465"/>
                </a:lnTo>
                <a:lnTo>
                  <a:pt x="7709" y="8375"/>
                </a:lnTo>
                <a:lnTo>
                  <a:pt x="6539" y="7306"/>
                </a:lnTo>
                <a:lnTo>
                  <a:pt x="5611" y="6478"/>
                </a:lnTo>
                <a:lnTo>
                  <a:pt x="4703" y="5691"/>
                </a:lnTo>
                <a:lnTo>
                  <a:pt x="3835" y="4965"/>
                </a:lnTo>
                <a:lnTo>
                  <a:pt x="3007" y="4279"/>
                </a:lnTo>
                <a:lnTo>
                  <a:pt x="2644" y="4017"/>
                </a:lnTo>
                <a:lnTo>
                  <a:pt x="2220" y="3734"/>
                </a:lnTo>
                <a:lnTo>
                  <a:pt x="1575" y="3290"/>
                </a:lnTo>
                <a:lnTo>
                  <a:pt x="1252" y="3048"/>
                </a:lnTo>
                <a:lnTo>
                  <a:pt x="929" y="2806"/>
                </a:lnTo>
                <a:lnTo>
                  <a:pt x="667" y="2564"/>
                </a:lnTo>
                <a:lnTo>
                  <a:pt x="424" y="2301"/>
                </a:lnTo>
                <a:lnTo>
                  <a:pt x="323" y="2160"/>
                </a:lnTo>
                <a:lnTo>
                  <a:pt x="243" y="2019"/>
                </a:lnTo>
                <a:lnTo>
                  <a:pt x="182" y="1898"/>
                </a:lnTo>
                <a:lnTo>
                  <a:pt x="122" y="1756"/>
                </a:lnTo>
                <a:lnTo>
                  <a:pt x="81" y="1575"/>
                </a:lnTo>
                <a:lnTo>
                  <a:pt x="102" y="1413"/>
                </a:lnTo>
                <a:lnTo>
                  <a:pt x="122" y="1232"/>
                </a:lnTo>
                <a:lnTo>
                  <a:pt x="202" y="1070"/>
                </a:lnTo>
                <a:lnTo>
                  <a:pt x="283" y="909"/>
                </a:lnTo>
                <a:lnTo>
                  <a:pt x="384" y="768"/>
                </a:lnTo>
                <a:lnTo>
                  <a:pt x="505" y="646"/>
                </a:lnTo>
                <a:lnTo>
                  <a:pt x="646" y="546"/>
                </a:lnTo>
                <a:lnTo>
                  <a:pt x="808" y="445"/>
                </a:lnTo>
                <a:lnTo>
                  <a:pt x="969" y="384"/>
                </a:lnTo>
                <a:lnTo>
                  <a:pt x="1131" y="324"/>
                </a:lnTo>
                <a:lnTo>
                  <a:pt x="1312" y="263"/>
                </a:lnTo>
                <a:lnTo>
                  <a:pt x="1655" y="202"/>
                </a:lnTo>
                <a:lnTo>
                  <a:pt x="2019" y="142"/>
                </a:lnTo>
                <a:lnTo>
                  <a:pt x="2725" y="102"/>
                </a:lnTo>
                <a:lnTo>
                  <a:pt x="3431" y="81"/>
                </a:lnTo>
                <a:close/>
                <a:moveTo>
                  <a:pt x="3431" y="1"/>
                </a:moveTo>
                <a:lnTo>
                  <a:pt x="2725" y="21"/>
                </a:lnTo>
                <a:lnTo>
                  <a:pt x="2019" y="61"/>
                </a:lnTo>
                <a:lnTo>
                  <a:pt x="1655" y="122"/>
                </a:lnTo>
                <a:lnTo>
                  <a:pt x="1272" y="182"/>
                </a:lnTo>
                <a:lnTo>
                  <a:pt x="1111" y="243"/>
                </a:lnTo>
                <a:lnTo>
                  <a:pt x="929" y="303"/>
                </a:lnTo>
                <a:lnTo>
                  <a:pt x="767" y="384"/>
                </a:lnTo>
                <a:lnTo>
                  <a:pt x="606" y="485"/>
                </a:lnTo>
                <a:lnTo>
                  <a:pt x="465" y="586"/>
                </a:lnTo>
                <a:lnTo>
                  <a:pt x="323" y="727"/>
                </a:lnTo>
                <a:lnTo>
                  <a:pt x="223" y="868"/>
                </a:lnTo>
                <a:lnTo>
                  <a:pt x="122" y="1050"/>
                </a:lnTo>
                <a:lnTo>
                  <a:pt x="41" y="1211"/>
                </a:lnTo>
                <a:lnTo>
                  <a:pt x="21" y="1393"/>
                </a:lnTo>
                <a:lnTo>
                  <a:pt x="1" y="1595"/>
                </a:lnTo>
                <a:lnTo>
                  <a:pt x="41" y="1777"/>
                </a:lnTo>
                <a:lnTo>
                  <a:pt x="102" y="1918"/>
                </a:lnTo>
                <a:lnTo>
                  <a:pt x="162" y="2059"/>
                </a:lnTo>
                <a:lnTo>
                  <a:pt x="263" y="2200"/>
                </a:lnTo>
                <a:lnTo>
                  <a:pt x="364" y="2342"/>
                </a:lnTo>
                <a:lnTo>
                  <a:pt x="586" y="2604"/>
                </a:lnTo>
                <a:lnTo>
                  <a:pt x="868" y="2866"/>
                </a:lnTo>
                <a:lnTo>
                  <a:pt x="1191" y="3108"/>
                </a:lnTo>
                <a:lnTo>
                  <a:pt x="1514" y="3351"/>
                </a:lnTo>
                <a:lnTo>
                  <a:pt x="2180" y="3795"/>
                </a:lnTo>
                <a:lnTo>
                  <a:pt x="2604" y="4077"/>
                </a:lnTo>
                <a:lnTo>
                  <a:pt x="2947" y="4339"/>
                </a:lnTo>
                <a:lnTo>
                  <a:pt x="3794" y="5026"/>
                </a:lnTo>
                <a:lnTo>
                  <a:pt x="4662" y="5752"/>
                </a:lnTo>
                <a:lnTo>
                  <a:pt x="5550" y="6539"/>
                </a:lnTo>
                <a:lnTo>
                  <a:pt x="6499" y="7366"/>
                </a:lnTo>
                <a:lnTo>
                  <a:pt x="7649" y="8436"/>
                </a:lnTo>
                <a:lnTo>
                  <a:pt x="8799" y="9526"/>
                </a:lnTo>
                <a:lnTo>
                  <a:pt x="11079" y="11705"/>
                </a:lnTo>
                <a:lnTo>
                  <a:pt x="13279" y="13804"/>
                </a:lnTo>
                <a:lnTo>
                  <a:pt x="14369" y="14853"/>
                </a:lnTo>
                <a:lnTo>
                  <a:pt x="15358" y="15761"/>
                </a:lnTo>
                <a:lnTo>
                  <a:pt x="16286" y="16609"/>
                </a:lnTo>
                <a:lnTo>
                  <a:pt x="17174" y="17376"/>
                </a:lnTo>
                <a:lnTo>
                  <a:pt x="17355" y="17537"/>
                </a:lnTo>
                <a:lnTo>
                  <a:pt x="17598" y="17678"/>
                </a:lnTo>
                <a:lnTo>
                  <a:pt x="17719" y="17739"/>
                </a:lnTo>
                <a:lnTo>
                  <a:pt x="17860" y="17800"/>
                </a:lnTo>
                <a:lnTo>
                  <a:pt x="18001" y="17840"/>
                </a:lnTo>
                <a:lnTo>
                  <a:pt x="18142" y="17860"/>
                </a:lnTo>
                <a:lnTo>
                  <a:pt x="18243" y="17840"/>
                </a:lnTo>
                <a:lnTo>
                  <a:pt x="18344" y="17820"/>
                </a:lnTo>
                <a:lnTo>
                  <a:pt x="18445" y="17779"/>
                </a:lnTo>
                <a:lnTo>
                  <a:pt x="18526" y="17719"/>
                </a:lnTo>
                <a:lnTo>
                  <a:pt x="18647" y="17598"/>
                </a:lnTo>
                <a:lnTo>
                  <a:pt x="18707" y="17456"/>
                </a:lnTo>
                <a:lnTo>
                  <a:pt x="18768" y="17315"/>
                </a:lnTo>
                <a:lnTo>
                  <a:pt x="18808" y="17174"/>
                </a:lnTo>
                <a:lnTo>
                  <a:pt x="18869" y="16891"/>
                </a:lnTo>
                <a:lnTo>
                  <a:pt x="18909" y="16589"/>
                </a:lnTo>
                <a:lnTo>
                  <a:pt x="18929" y="16306"/>
                </a:lnTo>
                <a:lnTo>
                  <a:pt x="18929" y="16003"/>
                </a:lnTo>
                <a:lnTo>
                  <a:pt x="18909" y="15721"/>
                </a:lnTo>
                <a:lnTo>
                  <a:pt x="18889" y="15418"/>
                </a:lnTo>
                <a:lnTo>
                  <a:pt x="18849" y="15136"/>
                </a:lnTo>
                <a:lnTo>
                  <a:pt x="18788" y="14853"/>
                </a:lnTo>
                <a:lnTo>
                  <a:pt x="18647" y="14268"/>
                </a:lnTo>
                <a:lnTo>
                  <a:pt x="18465" y="13703"/>
                </a:lnTo>
                <a:lnTo>
                  <a:pt x="18264" y="13138"/>
                </a:lnTo>
                <a:lnTo>
                  <a:pt x="18042" y="12573"/>
                </a:lnTo>
                <a:lnTo>
                  <a:pt x="17577" y="11382"/>
                </a:lnTo>
                <a:lnTo>
                  <a:pt x="17053" y="10192"/>
                </a:lnTo>
                <a:lnTo>
                  <a:pt x="16770" y="9586"/>
                </a:lnTo>
                <a:lnTo>
                  <a:pt x="16468" y="8981"/>
                </a:lnTo>
                <a:lnTo>
                  <a:pt x="16145" y="8375"/>
                </a:lnTo>
                <a:lnTo>
                  <a:pt x="15822" y="7790"/>
                </a:lnTo>
                <a:lnTo>
                  <a:pt x="15479" y="7205"/>
                </a:lnTo>
                <a:lnTo>
                  <a:pt x="15115" y="6620"/>
                </a:lnTo>
                <a:lnTo>
                  <a:pt x="14732" y="6055"/>
                </a:lnTo>
                <a:lnTo>
                  <a:pt x="14308" y="5510"/>
                </a:lnTo>
                <a:lnTo>
                  <a:pt x="13884" y="4965"/>
                </a:lnTo>
                <a:lnTo>
                  <a:pt x="13441" y="4460"/>
                </a:lnTo>
                <a:lnTo>
                  <a:pt x="12956" y="3956"/>
                </a:lnTo>
                <a:lnTo>
                  <a:pt x="12452" y="3492"/>
                </a:lnTo>
                <a:lnTo>
                  <a:pt x="11927" y="3028"/>
                </a:lnTo>
                <a:lnTo>
                  <a:pt x="11362" y="2604"/>
                </a:lnTo>
                <a:lnTo>
                  <a:pt x="10777" y="2200"/>
                </a:lnTo>
                <a:lnTo>
                  <a:pt x="10171" y="1837"/>
                </a:lnTo>
                <a:lnTo>
                  <a:pt x="9546" y="1494"/>
                </a:lnTo>
                <a:lnTo>
                  <a:pt x="8900" y="1191"/>
                </a:lnTo>
                <a:lnTo>
                  <a:pt x="8254" y="929"/>
                </a:lnTo>
                <a:lnTo>
                  <a:pt x="7588" y="687"/>
                </a:lnTo>
                <a:lnTo>
                  <a:pt x="6902" y="485"/>
                </a:lnTo>
                <a:lnTo>
                  <a:pt x="6216" y="324"/>
                </a:lnTo>
                <a:lnTo>
                  <a:pt x="5530" y="182"/>
                </a:lnTo>
                <a:lnTo>
                  <a:pt x="4824" y="81"/>
                </a:lnTo>
                <a:lnTo>
                  <a:pt x="4138" y="21"/>
                </a:lnTo>
                <a:lnTo>
                  <a:pt x="343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7" name="Google Shape;2667;p33"/>
          <p:cNvSpPr/>
          <p:nvPr/>
        </p:nvSpPr>
        <p:spPr>
          <a:xfrm flipH="1">
            <a:off x="782579" y="321561"/>
            <a:ext cx="453633" cy="455870"/>
          </a:xfrm>
          <a:custGeom>
            <a:rect b="b" l="l" r="r" t="t"/>
            <a:pathLst>
              <a:path extrusionOk="0" h="8154" w="8114">
                <a:moveTo>
                  <a:pt x="1010" y="81"/>
                </a:moveTo>
                <a:lnTo>
                  <a:pt x="1151" y="101"/>
                </a:lnTo>
                <a:lnTo>
                  <a:pt x="1413" y="162"/>
                </a:lnTo>
                <a:lnTo>
                  <a:pt x="1696" y="263"/>
                </a:lnTo>
                <a:lnTo>
                  <a:pt x="1938" y="384"/>
                </a:lnTo>
                <a:lnTo>
                  <a:pt x="2200" y="545"/>
                </a:lnTo>
                <a:lnTo>
                  <a:pt x="2422" y="707"/>
                </a:lnTo>
                <a:lnTo>
                  <a:pt x="2644" y="888"/>
                </a:lnTo>
                <a:lnTo>
                  <a:pt x="3108" y="1251"/>
                </a:lnTo>
                <a:lnTo>
                  <a:pt x="3552" y="1635"/>
                </a:lnTo>
                <a:lnTo>
                  <a:pt x="3976" y="2039"/>
                </a:lnTo>
                <a:lnTo>
                  <a:pt x="4400" y="2422"/>
                </a:lnTo>
                <a:lnTo>
                  <a:pt x="4783" y="2826"/>
                </a:lnTo>
                <a:lnTo>
                  <a:pt x="5167" y="3229"/>
                </a:lnTo>
                <a:lnTo>
                  <a:pt x="5530" y="3653"/>
                </a:lnTo>
                <a:lnTo>
                  <a:pt x="5873" y="4077"/>
                </a:lnTo>
                <a:lnTo>
                  <a:pt x="6196" y="4500"/>
                </a:lnTo>
                <a:lnTo>
                  <a:pt x="6499" y="4924"/>
                </a:lnTo>
                <a:lnTo>
                  <a:pt x="6781" y="5348"/>
                </a:lnTo>
                <a:lnTo>
                  <a:pt x="7064" y="5792"/>
                </a:lnTo>
                <a:lnTo>
                  <a:pt x="7306" y="6236"/>
                </a:lnTo>
                <a:lnTo>
                  <a:pt x="7548" y="6680"/>
                </a:lnTo>
                <a:lnTo>
                  <a:pt x="7770" y="7144"/>
                </a:lnTo>
                <a:lnTo>
                  <a:pt x="7972" y="7588"/>
                </a:lnTo>
                <a:lnTo>
                  <a:pt x="8012" y="7729"/>
                </a:lnTo>
                <a:lnTo>
                  <a:pt x="8032" y="7871"/>
                </a:lnTo>
                <a:lnTo>
                  <a:pt x="8032" y="7931"/>
                </a:lnTo>
                <a:lnTo>
                  <a:pt x="8012" y="7992"/>
                </a:lnTo>
                <a:lnTo>
                  <a:pt x="7972" y="8032"/>
                </a:lnTo>
                <a:lnTo>
                  <a:pt x="7932" y="8052"/>
                </a:lnTo>
                <a:lnTo>
                  <a:pt x="7851" y="8072"/>
                </a:lnTo>
                <a:lnTo>
                  <a:pt x="7790" y="8072"/>
                </a:lnTo>
                <a:lnTo>
                  <a:pt x="7649" y="8012"/>
                </a:lnTo>
                <a:lnTo>
                  <a:pt x="7346" y="7830"/>
                </a:lnTo>
                <a:lnTo>
                  <a:pt x="7084" y="7628"/>
                </a:lnTo>
                <a:lnTo>
                  <a:pt x="6822" y="7386"/>
                </a:lnTo>
                <a:lnTo>
                  <a:pt x="6559" y="7164"/>
                </a:lnTo>
                <a:lnTo>
                  <a:pt x="2523" y="3310"/>
                </a:lnTo>
                <a:lnTo>
                  <a:pt x="2180" y="3007"/>
                </a:lnTo>
                <a:lnTo>
                  <a:pt x="1514" y="2462"/>
                </a:lnTo>
                <a:lnTo>
                  <a:pt x="1151" y="2119"/>
                </a:lnTo>
                <a:lnTo>
                  <a:pt x="808" y="1776"/>
                </a:lnTo>
                <a:lnTo>
                  <a:pt x="485" y="1413"/>
                </a:lnTo>
                <a:lnTo>
                  <a:pt x="364" y="1251"/>
                </a:lnTo>
                <a:lnTo>
                  <a:pt x="243" y="1070"/>
                </a:lnTo>
                <a:lnTo>
                  <a:pt x="162" y="908"/>
                </a:lnTo>
                <a:lnTo>
                  <a:pt x="102" y="767"/>
                </a:lnTo>
                <a:lnTo>
                  <a:pt x="81" y="626"/>
                </a:lnTo>
                <a:lnTo>
                  <a:pt x="81" y="485"/>
                </a:lnTo>
                <a:lnTo>
                  <a:pt x="122" y="424"/>
                </a:lnTo>
                <a:lnTo>
                  <a:pt x="142" y="364"/>
                </a:lnTo>
                <a:lnTo>
                  <a:pt x="243" y="263"/>
                </a:lnTo>
                <a:lnTo>
                  <a:pt x="404" y="182"/>
                </a:lnTo>
                <a:lnTo>
                  <a:pt x="606" y="101"/>
                </a:lnTo>
                <a:lnTo>
                  <a:pt x="747" y="81"/>
                </a:lnTo>
                <a:close/>
                <a:moveTo>
                  <a:pt x="727" y="0"/>
                </a:moveTo>
                <a:lnTo>
                  <a:pt x="586" y="41"/>
                </a:lnTo>
                <a:lnTo>
                  <a:pt x="364" y="101"/>
                </a:lnTo>
                <a:lnTo>
                  <a:pt x="203" y="202"/>
                </a:lnTo>
                <a:lnTo>
                  <a:pt x="122" y="263"/>
                </a:lnTo>
                <a:lnTo>
                  <a:pt x="81" y="323"/>
                </a:lnTo>
                <a:lnTo>
                  <a:pt x="41" y="384"/>
                </a:lnTo>
                <a:lnTo>
                  <a:pt x="21" y="464"/>
                </a:lnTo>
                <a:lnTo>
                  <a:pt x="1" y="606"/>
                </a:lnTo>
                <a:lnTo>
                  <a:pt x="21" y="767"/>
                </a:lnTo>
                <a:lnTo>
                  <a:pt x="81" y="908"/>
                </a:lnTo>
                <a:lnTo>
                  <a:pt x="162" y="1090"/>
                </a:lnTo>
                <a:lnTo>
                  <a:pt x="263" y="1251"/>
                </a:lnTo>
                <a:lnTo>
                  <a:pt x="404" y="1433"/>
                </a:lnTo>
                <a:lnTo>
                  <a:pt x="707" y="1796"/>
                </a:lnTo>
                <a:lnTo>
                  <a:pt x="1070" y="2139"/>
                </a:lnTo>
                <a:lnTo>
                  <a:pt x="1434" y="2482"/>
                </a:lnTo>
                <a:lnTo>
                  <a:pt x="2120" y="3088"/>
                </a:lnTo>
                <a:lnTo>
                  <a:pt x="2463" y="3370"/>
                </a:lnTo>
                <a:lnTo>
                  <a:pt x="6499" y="7225"/>
                </a:lnTo>
                <a:lnTo>
                  <a:pt x="6761" y="7467"/>
                </a:lnTo>
                <a:lnTo>
                  <a:pt x="7023" y="7689"/>
                </a:lnTo>
                <a:lnTo>
                  <a:pt x="7306" y="7911"/>
                </a:lnTo>
                <a:lnTo>
                  <a:pt x="7609" y="8093"/>
                </a:lnTo>
                <a:lnTo>
                  <a:pt x="7730" y="8133"/>
                </a:lnTo>
                <a:lnTo>
                  <a:pt x="7851" y="8153"/>
                </a:lnTo>
                <a:lnTo>
                  <a:pt x="7911" y="8153"/>
                </a:lnTo>
                <a:lnTo>
                  <a:pt x="7972" y="8133"/>
                </a:lnTo>
                <a:lnTo>
                  <a:pt x="8032" y="8093"/>
                </a:lnTo>
                <a:lnTo>
                  <a:pt x="8073" y="8032"/>
                </a:lnTo>
                <a:lnTo>
                  <a:pt x="8093" y="7971"/>
                </a:lnTo>
                <a:lnTo>
                  <a:pt x="8113" y="7891"/>
                </a:lnTo>
                <a:lnTo>
                  <a:pt x="8093" y="7729"/>
                </a:lnTo>
                <a:lnTo>
                  <a:pt x="8032" y="7568"/>
                </a:lnTo>
                <a:lnTo>
                  <a:pt x="7831" y="7104"/>
                </a:lnTo>
                <a:lnTo>
                  <a:pt x="7629" y="6640"/>
                </a:lnTo>
                <a:lnTo>
                  <a:pt x="7387" y="6196"/>
                </a:lnTo>
                <a:lnTo>
                  <a:pt x="7124" y="5752"/>
                </a:lnTo>
                <a:lnTo>
                  <a:pt x="6862" y="5308"/>
                </a:lnTo>
                <a:lnTo>
                  <a:pt x="6559" y="4884"/>
                </a:lnTo>
                <a:lnTo>
                  <a:pt x="6257" y="4440"/>
                </a:lnTo>
                <a:lnTo>
                  <a:pt x="5934" y="4016"/>
                </a:lnTo>
                <a:lnTo>
                  <a:pt x="5591" y="3592"/>
                </a:lnTo>
                <a:lnTo>
                  <a:pt x="5227" y="3189"/>
                </a:lnTo>
                <a:lnTo>
                  <a:pt x="4844" y="2785"/>
                </a:lnTo>
                <a:lnTo>
                  <a:pt x="4461" y="2382"/>
                </a:lnTo>
                <a:lnTo>
                  <a:pt x="4037" y="1978"/>
                </a:lnTo>
                <a:lnTo>
                  <a:pt x="3613" y="1574"/>
                </a:lnTo>
                <a:lnTo>
                  <a:pt x="3169" y="1191"/>
                </a:lnTo>
                <a:lnTo>
                  <a:pt x="2705" y="808"/>
                </a:lnTo>
                <a:lnTo>
                  <a:pt x="2463" y="646"/>
                </a:lnTo>
                <a:lnTo>
                  <a:pt x="2221" y="464"/>
                </a:lnTo>
                <a:lnTo>
                  <a:pt x="1978" y="323"/>
                </a:lnTo>
                <a:lnTo>
                  <a:pt x="1716" y="182"/>
                </a:lnTo>
                <a:lnTo>
                  <a:pt x="1434" y="81"/>
                </a:lnTo>
                <a:lnTo>
                  <a:pt x="1151" y="21"/>
                </a:lnTo>
                <a:lnTo>
                  <a:pt x="10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8" name="Google Shape;2668;p33"/>
          <p:cNvSpPr/>
          <p:nvPr/>
        </p:nvSpPr>
        <p:spPr>
          <a:xfrm>
            <a:off x="4343388" y="450821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7">
    <p:spTree>
      <p:nvGrpSpPr>
        <p:cNvPr id="2669" name="Shape 2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0" name="Google Shape;2670;p34"/>
          <p:cNvSpPr/>
          <p:nvPr/>
        </p:nvSpPr>
        <p:spPr>
          <a:xfrm flipH="1">
            <a:off x="-584168" y="3901880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1" name="Google Shape;2671;p34"/>
          <p:cNvSpPr/>
          <p:nvPr/>
        </p:nvSpPr>
        <p:spPr>
          <a:xfrm>
            <a:off x="-1384585" y="-1156347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2" name="Google Shape;2672;p34"/>
          <p:cNvSpPr/>
          <p:nvPr/>
        </p:nvSpPr>
        <p:spPr>
          <a:xfrm flipH="1">
            <a:off x="186860" y="-12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3" name="Google Shape;2673;p34"/>
          <p:cNvSpPr/>
          <p:nvPr/>
        </p:nvSpPr>
        <p:spPr>
          <a:xfrm>
            <a:off x="-1982557" y="3613599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4" name="Google Shape;2674;p34"/>
          <p:cNvSpPr/>
          <p:nvPr/>
        </p:nvSpPr>
        <p:spPr>
          <a:xfrm flipH="1">
            <a:off x="1814668" y="602606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5" name="Google Shape;2675;p34"/>
          <p:cNvSpPr/>
          <p:nvPr/>
        </p:nvSpPr>
        <p:spPr>
          <a:xfrm>
            <a:off x="-1497457" y="3670008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6" name="Google Shape;2676;p34"/>
          <p:cNvSpPr/>
          <p:nvPr/>
        </p:nvSpPr>
        <p:spPr>
          <a:xfrm flipH="1">
            <a:off x="262457" y="139921"/>
            <a:ext cx="1730784" cy="1441910"/>
          </a:xfrm>
          <a:custGeom>
            <a:rect b="b" l="l" r="r" t="t"/>
            <a:pathLst>
              <a:path extrusionOk="0" h="25791" w="30958">
                <a:moveTo>
                  <a:pt x="13179" y="81"/>
                </a:moveTo>
                <a:lnTo>
                  <a:pt x="14551" y="101"/>
                </a:lnTo>
                <a:lnTo>
                  <a:pt x="15257" y="121"/>
                </a:lnTo>
                <a:lnTo>
                  <a:pt x="15963" y="162"/>
                </a:lnTo>
                <a:lnTo>
                  <a:pt x="16690" y="242"/>
                </a:lnTo>
                <a:lnTo>
                  <a:pt x="17416" y="323"/>
                </a:lnTo>
                <a:lnTo>
                  <a:pt x="18143" y="444"/>
                </a:lnTo>
                <a:lnTo>
                  <a:pt x="18869" y="586"/>
                </a:lnTo>
                <a:lnTo>
                  <a:pt x="19576" y="767"/>
                </a:lnTo>
                <a:lnTo>
                  <a:pt x="20282" y="969"/>
                </a:lnTo>
                <a:lnTo>
                  <a:pt x="20988" y="1211"/>
                </a:lnTo>
                <a:lnTo>
                  <a:pt x="21654" y="1494"/>
                </a:lnTo>
                <a:lnTo>
                  <a:pt x="21997" y="1655"/>
                </a:lnTo>
                <a:lnTo>
                  <a:pt x="22320" y="1837"/>
                </a:lnTo>
                <a:lnTo>
                  <a:pt x="22643" y="2018"/>
                </a:lnTo>
                <a:lnTo>
                  <a:pt x="22946" y="2200"/>
                </a:lnTo>
                <a:lnTo>
                  <a:pt x="23269" y="2402"/>
                </a:lnTo>
                <a:lnTo>
                  <a:pt x="23551" y="2624"/>
                </a:lnTo>
                <a:lnTo>
                  <a:pt x="23854" y="2866"/>
                </a:lnTo>
                <a:lnTo>
                  <a:pt x="24136" y="3108"/>
                </a:lnTo>
                <a:lnTo>
                  <a:pt x="24540" y="3491"/>
                </a:lnTo>
                <a:lnTo>
                  <a:pt x="24923" y="3895"/>
                </a:lnTo>
                <a:lnTo>
                  <a:pt x="25287" y="4339"/>
                </a:lnTo>
                <a:lnTo>
                  <a:pt x="25670" y="4823"/>
                </a:lnTo>
                <a:lnTo>
                  <a:pt x="26013" y="5348"/>
                </a:lnTo>
                <a:lnTo>
                  <a:pt x="26356" y="5913"/>
                </a:lnTo>
                <a:lnTo>
                  <a:pt x="26719" y="6518"/>
                </a:lnTo>
                <a:lnTo>
                  <a:pt x="27042" y="7164"/>
                </a:lnTo>
                <a:lnTo>
                  <a:pt x="27345" y="7749"/>
                </a:lnTo>
                <a:lnTo>
                  <a:pt x="27607" y="8335"/>
                </a:lnTo>
                <a:lnTo>
                  <a:pt x="27870" y="8940"/>
                </a:lnTo>
                <a:lnTo>
                  <a:pt x="28112" y="9546"/>
                </a:lnTo>
                <a:lnTo>
                  <a:pt x="28556" y="10756"/>
                </a:lnTo>
                <a:lnTo>
                  <a:pt x="28959" y="11947"/>
                </a:lnTo>
                <a:lnTo>
                  <a:pt x="29343" y="13138"/>
                </a:lnTo>
                <a:lnTo>
                  <a:pt x="29666" y="14328"/>
                </a:lnTo>
                <a:lnTo>
                  <a:pt x="29948" y="15478"/>
                </a:lnTo>
                <a:lnTo>
                  <a:pt x="30231" y="16588"/>
                </a:lnTo>
                <a:lnTo>
                  <a:pt x="30453" y="17577"/>
                </a:lnTo>
                <a:lnTo>
                  <a:pt x="30654" y="18606"/>
                </a:lnTo>
                <a:lnTo>
                  <a:pt x="30735" y="19111"/>
                </a:lnTo>
                <a:lnTo>
                  <a:pt x="30816" y="19636"/>
                </a:lnTo>
                <a:lnTo>
                  <a:pt x="30856" y="20160"/>
                </a:lnTo>
                <a:lnTo>
                  <a:pt x="30876" y="20685"/>
                </a:lnTo>
                <a:lnTo>
                  <a:pt x="30876" y="21169"/>
                </a:lnTo>
                <a:lnTo>
                  <a:pt x="30856" y="21674"/>
                </a:lnTo>
                <a:lnTo>
                  <a:pt x="30796" y="22219"/>
                </a:lnTo>
                <a:lnTo>
                  <a:pt x="30695" y="22784"/>
                </a:lnTo>
                <a:lnTo>
                  <a:pt x="30614" y="23046"/>
                </a:lnTo>
                <a:lnTo>
                  <a:pt x="30533" y="23329"/>
                </a:lnTo>
                <a:lnTo>
                  <a:pt x="30412" y="23611"/>
                </a:lnTo>
                <a:lnTo>
                  <a:pt x="30311" y="23873"/>
                </a:lnTo>
                <a:lnTo>
                  <a:pt x="30170" y="24136"/>
                </a:lnTo>
                <a:lnTo>
                  <a:pt x="30009" y="24398"/>
                </a:lnTo>
                <a:lnTo>
                  <a:pt x="29847" y="24640"/>
                </a:lnTo>
                <a:lnTo>
                  <a:pt x="29645" y="24882"/>
                </a:lnTo>
                <a:lnTo>
                  <a:pt x="29383" y="25145"/>
                </a:lnTo>
                <a:lnTo>
                  <a:pt x="29242" y="25266"/>
                </a:lnTo>
                <a:lnTo>
                  <a:pt x="29101" y="25387"/>
                </a:lnTo>
                <a:lnTo>
                  <a:pt x="28939" y="25468"/>
                </a:lnTo>
                <a:lnTo>
                  <a:pt x="28798" y="25548"/>
                </a:lnTo>
                <a:lnTo>
                  <a:pt x="28657" y="25609"/>
                </a:lnTo>
                <a:lnTo>
                  <a:pt x="28515" y="25649"/>
                </a:lnTo>
                <a:lnTo>
                  <a:pt x="28334" y="25690"/>
                </a:lnTo>
                <a:lnTo>
                  <a:pt x="28152" y="25710"/>
                </a:lnTo>
                <a:lnTo>
                  <a:pt x="27991" y="25710"/>
                </a:lnTo>
                <a:lnTo>
                  <a:pt x="27809" y="25690"/>
                </a:lnTo>
                <a:lnTo>
                  <a:pt x="27648" y="25669"/>
                </a:lnTo>
                <a:lnTo>
                  <a:pt x="27466" y="25629"/>
                </a:lnTo>
                <a:lnTo>
                  <a:pt x="27143" y="25508"/>
                </a:lnTo>
                <a:lnTo>
                  <a:pt x="26800" y="25347"/>
                </a:lnTo>
                <a:lnTo>
                  <a:pt x="26477" y="25165"/>
                </a:lnTo>
                <a:lnTo>
                  <a:pt x="26154" y="24963"/>
                </a:lnTo>
                <a:lnTo>
                  <a:pt x="25852" y="24741"/>
                </a:lnTo>
                <a:lnTo>
                  <a:pt x="25145" y="24196"/>
                </a:lnTo>
                <a:lnTo>
                  <a:pt x="24419" y="23631"/>
                </a:lnTo>
                <a:lnTo>
                  <a:pt x="23692" y="23046"/>
                </a:lnTo>
                <a:lnTo>
                  <a:pt x="22946" y="22420"/>
                </a:lnTo>
                <a:lnTo>
                  <a:pt x="22199" y="21775"/>
                </a:lnTo>
                <a:lnTo>
                  <a:pt x="21412" y="21109"/>
                </a:lnTo>
                <a:lnTo>
                  <a:pt x="20625" y="20382"/>
                </a:lnTo>
                <a:lnTo>
                  <a:pt x="19798" y="19636"/>
                </a:lnTo>
                <a:lnTo>
                  <a:pt x="18506" y="18405"/>
                </a:lnTo>
                <a:lnTo>
                  <a:pt x="17215" y="17153"/>
                </a:lnTo>
                <a:lnTo>
                  <a:pt x="14692" y="14671"/>
                </a:lnTo>
                <a:lnTo>
                  <a:pt x="12270" y="12290"/>
                </a:lnTo>
                <a:lnTo>
                  <a:pt x="11039" y="11079"/>
                </a:lnTo>
                <a:lnTo>
                  <a:pt x="9808" y="9909"/>
                </a:lnTo>
                <a:lnTo>
                  <a:pt x="8376" y="8597"/>
                </a:lnTo>
                <a:lnTo>
                  <a:pt x="7024" y="7406"/>
                </a:lnTo>
                <a:lnTo>
                  <a:pt x="5732" y="6317"/>
                </a:lnTo>
                <a:lnTo>
                  <a:pt x="4461" y="5308"/>
                </a:lnTo>
                <a:lnTo>
                  <a:pt x="4118" y="5086"/>
                </a:lnTo>
                <a:lnTo>
                  <a:pt x="3593" y="4743"/>
                </a:lnTo>
                <a:lnTo>
                  <a:pt x="2523" y="4057"/>
                </a:lnTo>
                <a:lnTo>
                  <a:pt x="1958" y="3673"/>
                </a:lnTo>
                <a:lnTo>
                  <a:pt x="1414" y="3290"/>
                </a:lnTo>
                <a:lnTo>
                  <a:pt x="929" y="2886"/>
                </a:lnTo>
                <a:lnTo>
                  <a:pt x="707" y="2704"/>
                </a:lnTo>
                <a:lnTo>
                  <a:pt x="526" y="2503"/>
                </a:lnTo>
                <a:lnTo>
                  <a:pt x="364" y="2341"/>
                </a:lnTo>
                <a:lnTo>
                  <a:pt x="223" y="2160"/>
                </a:lnTo>
                <a:lnTo>
                  <a:pt x="142" y="1998"/>
                </a:lnTo>
                <a:lnTo>
                  <a:pt x="82" y="1857"/>
                </a:lnTo>
                <a:lnTo>
                  <a:pt x="82" y="1776"/>
                </a:lnTo>
                <a:lnTo>
                  <a:pt x="82" y="1716"/>
                </a:lnTo>
                <a:lnTo>
                  <a:pt x="102" y="1655"/>
                </a:lnTo>
                <a:lnTo>
                  <a:pt x="142" y="1595"/>
                </a:lnTo>
                <a:lnTo>
                  <a:pt x="243" y="1473"/>
                </a:lnTo>
                <a:lnTo>
                  <a:pt x="364" y="1373"/>
                </a:lnTo>
                <a:lnTo>
                  <a:pt x="485" y="1292"/>
                </a:lnTo>
                <a:lnTo>
                  <a:pt x="647" y="1231"/>
                </a:lnTo>
                <a:lnTo>
                  <a:pt x="788" y="1171"/>
                </a:lnTo>
                <a:lnTo>
                  <a:pt x="949" y="1130"/>
                </a:lnTo>
                <a:lnTo>
                  <a:pt x="1292" y="1070"/>
                </a:lnTo>
                <a:lnTo>
                  <a:pt x="2745" y="848"/>
                </a:lnTo>
                <a:lnTo>
                  <a:pt x="4219" y="646"/>
                </a:lnTo>
                <a:lnTo>
                  <a:pt x="5712" y="464"/>
                </a:lnTo>
                <a:lnTo>
                  <a:pt x="7185" y="323"/>
                </a:lnTo>
                <a:lnTo>
                  <a:pt x="8658" y="222"/>
                </a:lnTo>
                <a:lnTo>
                  <a:pt x="10152" y="142"/>
                </a:lnTo>
                <a:lnTo>
                  <a:pt x="11645" y="81"/>
                </a:lnTo>
                <a:close/>
                <a:moveTo>
                  <a:pt x="11645" y="0"/>
                </a:moveTo>
                <a:lnTo>
                  <a:pt x="10152" y="61"/>
                </a:lnTo>
                <a:lnTo>
                  <a:pt x="8658" y="142"/>
                </a:lnTo>
                <a:lnTo>
                  <a:pt x="7185" y="242"/>
                </a:lnTo>
                <a:lnTo>
                  <a:pt x="5692" y="384"/>
                </a:lnTo>
                <a:lnTo>
                  <a:pt x="4219" y="565"/>
                </a:lnTo>
                <a:lnTo>
                  <a:pt x="2745" y="767"/>
                </a:lnTo>
                <a:lnTo>
                  <a:pt x="1272" y="989"/>
                </a:lnTo>
                <a:lnTo>
                  <a:pt x="929" y="1070"/>
                </a:lnTo>
                <a:lnTo>
                  <a:pt x="768" y="1110"/>
                </a:lnTo>
                <a:lnTo>
                  <a:pt x="606" y="1151"/>
                </a:lnTo>
                <a:lnTo>
                  <a:pt x="445" y="1231"/>
                </a:lnTo>
                <a:lnTo>
                  <a:pt x="304" y="1312"/>
                </a:lnTo>
                <a:lnTo>
                  <a:pt x="183" y="1413"/>
                </a:lnTo>
                <a:lnTo>
                  <a:pt x="82" y="1554"/>
                </a:lnTo>
                <a:lnTo>
                  <a:pt x="41" y="1615"/>
                </a:lnTo>
                <a:lnTo>
                  <a:pt x="1" y="1695"/>
                </a:lnTo>
                <a:lnTo>
                  <a:pt x="1" y="1776"/>
                </a:lnTo>
                <a:lnTo>
                  <a:pt x="1" y="1857"/>
                </a:lnTo>
                <a:lnTo>
                  <a:pt x="61" y="2018"/>
                </a:lnTo>
                <a:lnTo>
                  <a:pt x="142" y="2180"/>
                </a:lnTo>
                <a:lnTo>
                  <a:pt x="283" y="2361"/>
                </a:lnTo>
                <a:lnTo>
                  <a:pt x="445" y="2543"/>
                </a:lnTo>
                <a:lnTo>
                  <a:pt x="627" y="2725"/>
                </a:lnTo>
                <a:lnTo>
                  <a:pt x="849" y="2926"/>
                </a:lnTo>
                <a:lnTo>
                  <a:pt x="1333" y="3310"/>
                </a:lnTo>
                <a:lnTo>
                  <a:pt x="1878" y="3713"/>
                </a:lnTo>
                <a:lnTo>
                  <a:pt x="2443" y="4097"/>
                </a:lnTo>
                <a:lnTo>
                  <a:pt x="3532" y="4803"/>
                </a:lnTo>
                <a:lnTo>
                  <a:pt x="4077" y="5146"/>
                </a:lnTo>
                <a:lnTo>
                  <a:pt x="4420" y="5388"/>
                </a:lnTo>
                <a:lnTo>
                  <a:pt x="5672" y="6377"/>
                </a:lnTo>
                <a:lnTo>
                  <a:pt x="6963" y="7467"/>
                </a:lnTo>
                <a:lnTo>
                  <a:pt x="8315" y="8658"/>
                </a:lnTo>
                <a:lnTo>
                  <a:pt x="9748" y="9969"/>
                </a:lnTo>
                <a:lnTo>
                  <a:pt x="10999" y="11140"/>
                </a:lnTo>
                <a:lnTo>
                  <a:pt x="12230" y="12351"/>
                </a:lnTo>
                <a:lnTo>
                  <a:pt x="14631" y="14732"/>
                </a:lnTo>
                <a:lnTo>
                  <a:pt x="17154" y="17214"/>
                </a:lnTo>
                <a:lnTo>
                  <a:pt x="18445" y="18465"/>
                </a:lnTo>
                <a:lnTo>
                  <a:pt x="19737" y="19696"/>
                </a:lnTo>
                <a:lnTo>
                  <a:pt x="20564" y="20443"/>
                </a:lnTo>
                <a:lnTo>
                  <a:pt x="21372" y="21169"/>
                </a:lnTo>
                <a:lnTo>
                  <a:pt x="22138" y="21835"/>
                </a:lnTo>
                <a:lnTo>
                  <a:pt x="22885" y="22501"/>
                </a:lnTo>
                <a:lnTo>
                  <a:pt x="23632" y="23107"/>
                </a:lnTo>
                <a:lnTo>
                  <a:pt x="24358" y="23692"/>
                </a:lnTo>
                <a:lnTo>
                  <a:pt x="25085" y="24257"/>
                </a:lnTo>
                <a:lnTo>
                  <a:pt x="25811" y="24802"/>
                </a:lnTo>
                <a:lnTo>
                  <a:pt x="26336" y="25165"/>
                </a:lnTo>
                <a:lnTo>
                  <a:pt x="26598" y="25326"/>
                </a:lnTo>
                <a:lnTo>
                  <a:pt x="26881" y="25488"/>
                </a:lnTo>
                <a:lnTo>
                  <a:pt x="27183" y="25609"/>
                </a:lnTo>
                <a:lnTo>
                  <a:pt x="27466" y="25710"/>
                </a:lnTo>
                <a:lnTo>
                  <a:pt x="27769" y="25770"/>
                </a:lnTo>
                <a:lnTo>
                  <a:pt x="28051" y="25790"/>
                </a:lnTo>
                <a:lnTo>
                  <a:pt x="28293" y="25770"/>
                </a:lnTo>
                <a:lnTo>
                  <a:pt x="28536" y="25730"/>
                </a:lnTo>
                <a:lnTo>
                  <a:pt x="28677" y="25690"/>
                </a:lnTo>
                <a:lnTo>
                  <a:pt x="28838" y="25609"/>
                </a:lnTo>
                <a:lnTo>
                  <a:pt x="28979" y="25548"/>
                </a:lnTo>
                <a:lnTo>
                  <a:pt x="29141" y="25447"/>
                </a:lnTo>
                <a:lnTo>
                  <a:pt x="29282" y="25347"/>
                </a:lnTo>
                <a:lnTo>
                  <a:pt x="29423" y="25225"/>
                </a:lnTo>
                <a:lnTo>
                  <a:pt x="29706" y="24923"/>
                </a:lnTo>
                <a:lnTo>
                  <a:pt x="29908" y="24681"/>
                </a:lnTo>
                <a:lnTo>
                  <a:pt x="30089" y="24438"/>
                </a:lnTo>
                <a:lnTo>
                  <a:pt x="30231" y="24176"/>
                </a:lnTo>
                <a:lnTo>
                  <a:pt x="30372" y="23914"/>
                </a:lnTo>
                <a:lnTo>
                  <a:pt x="30493" y="23631"/>
                </a:lnTo>
                <a:lnTo>
                  <a:pt x="30594" y="23369"/>
                </a:lnTo>
                <a:lnTo>
                  <a:pt x="30695" y="23086"/>
                </a:lnTo>
                <a:lnTo>
                  <a:pt x="30755" y="22804"/>
                </a:lnTo>
                <a:lnTo>
                  <a:pt x="30816" y="22521"/>
                </a:lnTo>
                <a:lnTo>
                  <a:pt x="30876" y="22239"/>
                </a:lnTo>
                <a:lnTo>
                  <a:pt x="30937" y="21694"/>
                </a:lnTo>
                <a:lnTo>
                  <a:pt x="30957" y="21169"/>
                </a:lnTo>
                <a:lnTo>
                  <a:pt x="30957" y="20685"/>
                </a:lnTo>
                <a:lnTo>
                  <a:pt x="30937" y="20160"/>
                </a:lnTo>
                <a:lnTo>
                  <a:pt x="30897" y="19636"/>
                </a:lnTo>
                <a:lnTo>
                  <a:pt x="30816" y="19111"/>
                </a:lnTo>
                <a:lnTo>
                  <a:pt x="30735" y="18586"/>
                </a:lnTo>
                <a:lnTo>
                  <a:pt x="30533" y="17557"/>
                </a:lnTo>
                <a:lnTo>
                  <a:pt x="30311" y="16568"/>
                </a:lnTo>
                <a:lnTo>
                  <a:pt x="30029" y="15458"/>
                </a:lnTo>
                <a:lnTo>
                  <a:pt x="29746" y="14308"/>
                </a:lnTo>
                <a:lnTo>
                  <a:pt x="29403" y="13117"/>
                </a:lnTo>
                <a:lnTo>
                  <a:pt x="29040" y="11927"/>
                </a:lnTo>
                <a:lnTo>
                  <a:pt x="28636" y="10716"/>
                </a:lnTo>
                <a:lnTo>
                  <a:pt x="28192" y="9505"/>
                </a:lnTo>
                <a:lnTo>
                  <a:pt x="27950" y="8900"/>
                </a:lnTo>
                <a:lnTo>
                  <a:pt x="27688" y="8315"/>
                </a:lnTo>
                <a:lnTo>
                  <a:pt x="27405" y="7709"/>
                </a:lnTo>
                <a:lnTo>
                  <a:pt x="27123" y="7124"/>
                </a:lnTo>
                <a:lnTo>
                  <a:pt x="26780" y="6478"/>
                </a:lnTo>
                <a:lnTo>
                  <a:pt x="26437" y="5853"/>
                </a:lnTo>
                <a:lnTo>
                  <a:pt x="26074" y="5288"/>
                </a:lnTo>
                <a:lnTo>
                  <a:pt x="25730" y="4783"/>
                </a:lnTo>
                <a:lnTo>
                  <a:pt x="25367" y="4279"/>
                </a:lnTo>
                <a:lnTo>
                  <a:pt x="24984" y="3835"/>
                </a:lnTo>
                <a:lnTo>
                  <a:pt x="24600" y="3431"/>
                </a:lnTo>
                <a:lnTo>
                  <a:pt x="24197" y="3048"/>
                </a:lnTo>
                <a:lnTo>
                  <a:pt x="23672" y="2604"/>
                </a:lnTo>
                <a:lnTo>
                  <a:pt x="23127" y="2220"/>
                </a:lnTo>
                <a:lnTo>
                  <a:pt x="22522" y="1857"/>
                </a:lnTo>
                <a:lnTo>
                  <a:pt x="21896" y="1514"/>
                </a:lnTo>
                <a:lnTo>
                  <a:pt x="21251" y="1231"/>
                </a:lnTo>
                <a:lnTo>
                  <a:pt x="20544" y="969"/>
                </a:lnTo>
                <a:lnTo>
                  <a:pt x="19798" y="727"/>
                </a:lnTo>
                <a:lnTo>
                  <a:pt x="19031" y="525"/>
                </a:lnTo>
                <a:lnTo>
                  <a:pt x="18405" y="404"/>
                </a:lnTo>
                <a:lnTo>
                  <a:pt x="17759" y="303"/>
                </a:lnTo>
                <a:lnTo>
                  <a:pt x="17093" y="202"/>
                </a:lnTo>
                <a:lnTo>
                  <a:pt x="16387" y="121"/>
                </a:lnTo>
                <a:lnTo>
                  <a:pt x="15640" y="61"/>
                </a:lnTo>
                <a:lnTo>
                  <a:pt x="14853" y="21"/>
                </a:lnTo>
                <a:lnTo>
                  <a:pt x="1404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7" name="Google Shape;2677;p34"/>
          <p:cNvSpPr/>
          <p:nvPr/>
        </p:nvSpPr>
        <p:spPr>
          <a:xfrm flipH="1">
            <a:off x="1880081" y="673719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8" name="Google Shape;2678;p34"/>
          <p:cNvSpPr/>
          <p:nvPr/>
        </p:nvSpPr>
        <p:spPr>
          <a:xfrm>
            <a:off x="-1166882" y="3777181"/>
            <a:ext cx="1642730" cy="740159"/>
          </a:xfrm>
          <a:custGeom>
            <a:rect b="b" l="l" r="r" t="t"/>
            <a:pathLst>
              <a:path extrusionOk="0" h="13239" w="29383">
                <a:moveTo>
                  <a:pt x="28272" y="81"/>
                </a:moveTo>
                <a:lnTo>
                  <a:pt x="28474" y="102"/>
                </a:lnTo>
                <a:lnTo>
                  <a:pt x="28696" y="142"/>
                </a:lnTo>
                <a:lnTo>
                  <a:pt x="28898" y="202"/>
                </a:lnTo>
                <a:lnTo>
                  <a:pt x="29019" y="243"/>
                </a:lnTo>
                <a:lnTo>
                  <a:pt x="29140" y="303"/>
                </a:lnTo>
                <a:lnTo>
                  <a:pt x="29201" y="364"/>
                </a:lnTo>
                <a:lnTo>
                  <a:pt x="29261" y="404"/>
                </a:lnTo>
                <a:lnTo>
                  <a:pt x="29281" y="465"/>
                </a:lnTo>
                <a:lnTo>
                  <a:pt x="29302" y="545"/>
                </a:lnTo>
                <a:lnTo>
                  <a:pt x="29302" y="626"/>
                </a:lnTo>
                <a:lnTo>
                  <a:pt x="29281" y="707"/>
                </a:lnTo>
                <a:lnTo>
                  <a:pt x="29201" y="848"/>
                </a:lnTo>
                <a:lnTo>
                  <a:pt x="29059" y="1070"/>
                </a:lnTo>
                <a:lnTo>
                  <a:pt x="28918" y="1272"/>
                </a:lnTo>
                <a:lnTo>
                  <a:pt x="28595" y="1676"/>
                </a:lnTo>
                <a:lnTo>
                  <a:pt x="28232" y="2079"/>
                </a:lnTo>
                <a:lnTo>
                  <a:pt x="27889" y="2442"/>
                </a:lnTo>
                <a:lnTo>
                  <a:pt x="27566" y="2785"/>
                </a:lnTo>
                <a:lnTo>
                  <a:pt x="27263" y="3129"/>
                </a:lnTo>
                <a:lnTo>
                  <a:pt x="26961" y="3492"/>
                </a:lnTo>
                <a:lnTo>
                  <a:pt x="26698" y="3855"/>
                </a:lnTo>
                <a:lnTo>
                  <a:pt x="26476" y="4198"/>
                </a:lnTo>
                <a:lnTo>
                  <a:pt x="26295" y="4521"/>
                </a:lnTo>
                <a:lnTo>
                  <a:pt x="26133" y="4884"/>
                </a:lnTo>
                <a:lnTo>
                  <a:pt x="25972" y="5247"/>
                </a:lnTo>
                <a:lnTo>
                  <a:pt x="25689" y="5974"/>
                </a:lnTo>
                <a:lnTo>
                  <a:pt x="25447" y="6721"/>
                </a:lnTo>
                <a:lnTo>
                  <a:pt x="25124" y="7649"/>
                </a:lnTo>
                <a:lnTo>
                  <a:pt x="24943" y="8113"/>
                </a:lnTo>
                <a:lnTo>
                  <a:pt x="24741" y="8557"/>
                </a:lnTo>
                <a:lnTo>
                  <a:pt x="24539" y="8981"/>
                </a:lnTo>
                <a:lnTo>
                  <a:pt x="24297" y="9405"/>
                </a:lnTo>
                <a:lnTo>
                  <a:pt x="24014" y="9788"/>
                </a:lnTo>
                <a:lnTo>
                  <a:pt x="23853" y="9990"/>
                </a:lnTo>
                <a:lnTo>
                  <a:pt x="23692" y="10171"/>
                </a:lnTo>
                <a:lnTo>
                  <a:pt x="23409" y="10414"/>
                </a:lnTo>
                <a:lnTo>
                  <a:pt x="23106" y="10676"/>
                </a:lnTo>
                <a:lnTo>
                  <a:pt x="22784" y="10898"/>
                </a:lnTo>
                <a:lnTo>
                  <a:pt x="22420" y="11100"/>
                </a:lnTo>
                <a:lnTo>
                  <a:pt x="22017" y="11301"/>
                </a:lnTo>
                <a:lnTo>
                  <a:pt x="21593" y="11483"/>
                </a:lnTo>
                <a:lnTo>
                  <a:pt x="21129" y="11645"/>
                </a:lnTo>
                <a:lnTo>
                  <a:pt x="20644" y="11786"/>
                </a:lnTo>
                <a:lnTo>
                  <a:pt x="19958" y="11947"/>
                </a:lnTo>
                <a:lnTo>
                  <a:pt x="19272" y="12088"/>
                </a:lnTo>
                <a:lnTo>
                  <a:pt x="18566" y="12210"/>
                </a:lnTo>
                <a:lnTo>
                  <a:pt x="17880" y="12290"/>
                </a:lnTo>
                <a:lnTo>
                  <a:pt x="17173" y="12371"/>
                </a:lnTo>
                <a:lnTo>
                  <a:pt x="16467" y="12432"/>
                </a:lnTo>
                <a:lnTo>
                  <a:pt x="15075" y="12532"/>
                </a:lnTo>
                <a:lnTo>
                  <a:pt x="14106" y="12593"/>
                </a:lnTo>
                <a:lnTo>
                  <a:pt x="12774" y="12694"/>
                </a:lnTo>
                <a:lnTo>
                  <a:pt x="11442" y="12815"/>
                </a:lnTo>
                <a:lnTo>
                  <a:pt x="9142" y="12997"/>
                </a:lnTo>
                <a:lnTo>
                  <a:pt x="7971" y="13077"/>
                </a:lnTo>
                <a:lnTo>
                  <a:pt x="6801" y="13138"/>
                </a:lnTo>
                <a:lnTo>
                  <a:pt x="5630" y="13158"/>
                </a:lnTo>
                <a:lnTo>
                  <a:pt x="4480" y="13158"/>
                </a:lnTo>
                <a:lnTo>
                  <a:pt x="3895" y="13138"/>
                </a:lnTo>
                <a:lnTo>
                  <a:pt x="3310" y="13098"/>
                </a:lnTo>
                <a:lnTo>
                  <a:pt x="2725" y="13057"/>
                </a:lnTo>
                <a:lnTo>
                  <a:pt x="2139" y="12976"/>
                </a:lnTo>
                <a:lnTo>
                  <a:pt x="1857" y="12936"/>
                </a:lnTo>
                <a:lnTo>
                  <a:pt x="1554" y="12855"/>
                </a:lnTo>
                <a:lnTo>
                  <a:pt x="1251" y="12754"/>
                </a:lnTo>
                <a:lnTo>
                  <a:pt x="969" y="12613"/>
                </a:lnTo>
                <a:lnTo>
                  <a:pt x="707" y="12452"/>
                </a:lnTo>
                <a:lnTo>
                  <a:pt x="485" y="12270"/>
                </a:lnTo>
                <a:lnTo>
                  <a:pt x="384" y="12169"/>
                </a:lnTo>
                <a:lnTo>
                  <a:pt x="303" y="12048"/>
                </a:lnTo>
                <a:lnTo>
                  <a:pt x="222" y="11947"/>
                </a:lnTo>
                <a:lnTo>
                  <a:pt x="162" y="11826"/>
                </a:lnTo>
                <a:lnTo>
                  <a:pt x="121" y="11685"/>
                </a:lnTo>
                <a:lnTo>
                  <a:pt x="81" y="11544"/>
                </a:lnTo>
                <a:lnTo>
                  <a:pt x="81" y="11382"/>
                </a:lnTo>
                <a:lnTo>
                  <a:pt x="101" y="11241"/>
                </a:lnTo>
                <a:lnTo>
                  <a:pt x="142" y="11079"/>
                </a:lnTo>
                <a:lnTo>
                  <a:pt x="202" y="10938"/>
                </a:lnTo>
                <a:lnTo>
                  <a:pt x="283" y="10777"/>
                </a:lnTo>
                <a:lnTo>
                  <a:pt x="384" y="10615"/>
                </a:lnTo>
                <a:lnTo>
                  <a:pt x="646" y="10313"/>
                </a:lnTo>
                <a:lnTo>
                  <a:pt x="929" y="10010"/>
                </a:lnTo>
                <a:lnTo>
                  <a:pt x="1272" y="9727"/>
                </a:lnTo>
                <a:lnTo>
                  <a:pt x="1635" y="9465"/>
                </a:lnTo>
                <a:lnTo>
                  <a:pt x="2038" y="9203"/>
                </a:lnTo>
                <a:lnTo>
                  <a:pt x="2422" y="8940"/>
                </a:lnTo>
                <a:lnTo>
                  <a:pt x="3229" y="8476"/>
                </a:lnTo>
                <a:lnTo>
                  <a:pt x="4016" y="7992"/>
                </a:lnTo>
                <a:lnTo>
                  <a:pt x="5005" y="7407"/>
                </a:lnTo>
                <a:lnTo>
                  <a:pt x="6014" y="6821"/>
                </a:lnTo>
                <a:lnTo>
                  <a:pt x="7063" y="6277"/>
                </a:lnTo>
                <a:lnTo>
                  <a:pt x="8153" y="5732"/>
                </a:lnTo>
                <a:lnTo>
                  <a:pt x="9283" y="5207"/>
                </a:lnTo>
                <a:lnTo>
                  <a:pt x="10433" y="4682"/>
                </a:lnTo>
                <a:lnTo>
                  <a:pt x="11644" y="4198"/>
                </a:lnTo>
                <a:lnTo>
                  <a:pt x="12895" y="3714"/>
                </a:lnTo>
                <a:lnTo>
                  <a:pt x="14146" y="3250"/>
                </a:lnTo>
                <a:lnTo>
                  <a:pt x="15438" y="2826"/>
                </a:lnTo>
                <a:lnTo>
                  <a:pt x="16790" y="2382"/>
                </a:lnTo>
                <a:lnTo>
                  <a:pt x="18182" y="1958"/>
                </a:lnTo>
                <a:lnTo>
                  <a:pt x="19151" y="1676"/>
                </a:lnTo>
                <a:lnTo>
                  <a:pt x="20180" y="1393"/>
                </a:lnTo>
                <a:lnTo>
                  <a:pt x="21250" y="1111"/>
                </a:lnTo>
                <a:lnTo>
                  <a:pt x="22380" y="848"/>
                </a:lnTo>
                <a:lnTo>
                  <a:pt x="23550" y="606"/>
                </a:lnTo>
                <a:lnTo>
                  <a:pt x="24761" y="404"/>
                </a:lnTo>
                <a:lnTo>
                  <a:pt x="25972" y="223"/>
                </a:lnTo>
                <a:lnTo>
                  <a:pt x="26598" y="162"/>
                </a:lnTo>
                <a:lnTo>
                  <a:pt x="27223" y="102"/>
                </a:lnTo>
                <a:lnTo>
                  <a:pt x="27647" y="81"/>
                </a:lnTo>
                <a:close/>
                <a:moveTo>
                  <a:pt x="27647" y="1"/>
                </a:moveTo>
                <a:lnTo>
                  <a:pt x="27223" y="21"/>
                </a:lnTo>
                <a:lnTo>
                  <a:pt x="26598" y="81"/>
                </a:lnTo>
                <a:lnTo>
                  <a:pt x="25972" y="142"/>
                </a:lnTo>
                <a:lnTo>
                  <a:pt x="24741" y="324"/>
                </a:lnTo>
                <a:lnTo>
                  <a:pt x="23550" y="525"/>
                </a:lnTo>
                <a:lnTo>
                  <a:pt x="22360" y="767"/>
                </a:lnTo>
                <a:lnTo>
                  <a:pt x="21230" y="1030"/>
                </a:lnTo>
                <a:lnTo>
                  <a:pt x="20160" y="1312"/>
                </a:lnTo>
                <a:lnTo>
                  <a:pt x="19131" y="1595"/>
                </a:lnTo>
                <a:lnTo>
                  <a:pt x="18162" y="1877"/>
                </a:lnTo>
                <a:lnTo>
                  <a:pt x="16750" y="2301"/>
                </a:lnTo>
                <a:lnTo>
                  <a:pt x="15418" y="2745"/>
                </a:lnTo>
                <a:lnTo>
                  <a:pt x="14106" y="3189"/>
                </a:lnTo>
                <a:lnTo>
                  <a:pt x="12855" y="3633"/>
                </a:lnTo>
                <a:lnTo>
                  <a:pt x="11604" y="4117"/>
                </a:lnTo>
                <a:lnTo>
                  <a:pt x="10413" y="4622"/>
                </a:lnTo>
                <a:lnTo>
                  <a:pt x="9243" y="5126"/>
                </a:lnTo>
                <a:lnTo>
                  <a:pt x="8113" y="5651"/>
                </a:lnTo>
                <a:lnTo>
                  <a:pt x="7023" y="6196"/>
                </a:lnTo>
                <a:lnTo>
                  <a:pt x="5974" y="6761"/>
                </a:lnTo>
                <a:lnTo>
                  <a:pt x="4965" y="7326"/>
                </a:lnTo>
                <a:lnTo>
                  <a:pt x="3976" y="7931"/>
                </a:lnTo>
                <a:lnTo>
                  <a:pt x="3189" y="8396"/>
                </a:lnTo>
                <a:lnTo>
                  <a:pt x="2381" y="8880"/>
                </a:lnTo>
                <a:lnTo>
                  <a:pt x="1978" y="9142"/>
                </a:lnTo>
                <a:lnTo>
                  <a:pt x="1594" y="9405"/>
                </a:lnTo>
                <a:lnTo>
                  <a:pt x="1211" y="9667"/>
                </a:lnTo>
                <a:lnTo>
                  <a:pt x="888" y="9949"/>
                </a:lnTo>
                <a:lnTo>
                  <a:pt x="585" y="10252"/>
                </a:lnTo>
                <a:lnTo>
                  <a:pt x="444" y="10414"/>
                </a:lnTo>
                <a:lnTo>
                  <a:pt x="323" y="10575"/>
                </a:lnTo>
                <a:lnTo>
                  <a:pt x="202" y="10736"/>
                </a:lnTo>
                <a:lnTo>
                  <a:pt x="121" y="10898"/>
                </a:lnTo>
                <a:lnTo>
                  <a:pt x="61" y="11059"/>
                </a:lnTo>
                <a:lnTo>
                  <a:pt x="20" y="11241"/>
                </a:lnTo>
                <a:lnTo>
                  <a:pt x="0" y="11382"/>
                </a:lnTo>
                <a:lnTo>
                  <a:pt x="0" y="11544"/>
                </a:lnTo>
                <a:lnTo>
                  <a:pt x="41" y="11705"/>
                </a:lnTo>
                <a:lnTo>
                  <a:pt x="101" y="11867"/>
                </a:lnTo>
                <a:lnTo>
                  <a:pt x="202" y="12048"/>
                </a:lnTo>
                <a:lnTo>
                  <a:pt x="343" y="12230"/>
                </a:lnTo>
                <a:lnTo>
                  <a:pt x="545" y="12411"/>
                </a:lnTo>
                <a:lnTo>
                  <a:pt x="787" y="12593"/>
                </a:lnTo>
                <a:lnTo>
                  <a:pt x="1070" y="12754"/>
                </a:lnTo>
                <a:lnTo>
                  <a:pt x="1393" y="12896"/>
                </a:lnTo>
                <a:lnTo>
                  <a:pt x="1736" y="12997"/>
                </a:lnTo>
                <a:lnTo>
                  <a:pt x="2139" y="13057"/>
                </a:lnTo>
                <a:lnTo>
                  <a:pt x="2947" y="13158"/>
                </a:lnTo>
                <a:lnTo>
                  <a:pt x="3754" y="13198"/>
                </a:lnTo>
                <a:lnTo>
                  <a:pt x="4561" y="13239"/>
                </a:lnTo>
                <a:lnTo>
                  <a:pt x="6135" y="13239"/>
                </a:lnTo>
                <a:lnTo>
                  <a:pt x="6902" y="13219"/>
                </a:lnTo>
                <a:lnTo>
                  <a:pt x="8435" y="13138"/>
                </a:lnTo>
                <a:lnTo>
                  <a:pt x="9949" y="13017"/>
                </a:lnTo>
                <a:lnTo>
                  <a:pt x="11442" y="12896"/>
                </a:lnTo>
                <a:lnTo>
                  <a:pt x="12774" y="12775"/>
                </a:lnTo>
                <a:lnTo>
                  <a:pt x="14106" y="12674"/>
                </a:lnTo>
                <a:lnTo>
                  <a:pt x="15075" y="12613"/>
                </a:lnTo>
                <a:lnTo>
                  <a:pt x="16467" y="12512"/>
                </a:lnTo>
                <a:lnTo>
                  <a:pt x="17173" y="12452"/>
                </a:lnTo>
                <a:lnTo>
                  <a:pt x="17880" y="12371"/>
                </a:lnTo>
                <a:lnTo>
                  <a:pt x="18586" y="12290"/>
                </a:lnTo>
                <a:lnTo>
                  <a:pt x="19272" y="12169"/>
                </a:lnTo>
                <a:lnTo>
                  <a:pt x="19978" y="12028"/>
                </a:lnTo>
                <a:lnTo>
                  <a:pt x="20665" y="11867"/>
                </a:lnTo>
                <a:lnTo>
                  <a:pt x="21149" y="11705"/>
                </a:lnTo>
                <a:lnTo>
                  <a:pt x="21613" y="11544"/>
                </a:lnTo>
                <a:lnTo>
                  <a:pt x="22057" y="11362"/>
                </a:lnTo>
                <a:lnTo>
                  <a:pt x="22461" y="11180"/>
                </a:lnTo>
                <a:lnTo>
                  <a:pt x="22824" y="10958"/>
                </a:lnTo>
                <a:lnTo>
                  <a:pt x="23167" y="10736"/>
                </a:lnTo>
                <a:lnTo>
                  <a:pt x="23470" y="10474"/>
                </a:lnTo>
                <a:lnTo>
                  <a:pt x="23752" y="10212"/>
                </a:lnTo>
                <a:lnTo>
                  <a:pt x="23914" y="10030"/>
                </a:lnTo>
                <a:lnTo>
                  <a:pt x="24075" y="9849"/>
                </a:lnTo>
                <a:lnTo>
                  <a:pt x="24358" y="9445"/>
                </a:lnTo>
                <a:lnTo>
                  <a:pt x="24600" y="9021"/>
                </a:lnTo>
                <a:lnTo>
                  <a:pt x="24822" y="8597"/>
                </a:lnTo>
                <a:lnTo>
                  <a:pt x="25023" y="8133"/>
                </a:lnTo>
                <a:lnTo>
                  <a:pt x="25185" y="7669"/>
                </a:lnTo>
                <a:lnTo>
                  <a:pt x="25508" y="6741"/>
                </a:lnTo>
                <a:lnTo>
                  <a:pt x="25770" y="6014"/>
                </a:lnTo>
                <a:lnTo>
                  <a:pt x="26053" y="5268"/>
                </a:lnTo>
                <a:lnTo>
                  <a:pt x="26194" y="4925"/>
                </a:lnTo>
                <a:lnTo>
                  <a:pt x="26376" y="4561"/>
                </a:lnTo>
                <a:lnTo>
                  <a:pt x="26557" y="4238"/>
                </a:lnTo>
                <a:lnTo>
                  <a:pt x="26759" y="3895"/>
                </a:lnTo>
                <a:lnTo>
                  <a:pt x="27021" y="3532"/>
                </a:lnTo>
                <a:lnTo>
                  <a:pt x="27324" y="3169"/>
                </a:lnTo>
                <a:lnTo>
                  <a:pt x="27627" y="2826"/>
                </a:lnTo>
                <a:lnTo>
                  <a:pt x="27950" y="2503"/>
                </a:lnTo>
                <a:lnTo>
                  <a:pt x="28293" y="2120"/>
                </a:lnTo>
                <a:lnTo>
                  <a:pt x="28656" y="1736"/>
                </a:lnTo>
                <a:lnTo>
                  <a:pt x="28979" y="1333"/>
                </a:lnTo>
                <a:lnTo>
                  <a:pt x="29120" y="1111"/>
                </a:lnTo>
                <a:lnTo>
                  <a:pt x="29261" y="889"/>
                </a:lnTo>
                <a:lnTo>
                  <a:pt x="29362" y="727"/>
                </a:lnTo>
                <a:lnTo>
                  <a:pt x="29382" y="626"/>
                </a:lnTo>
                <a:lnTo>
                  <a:pt x="29382" y="545"/>
                </a:lnTo>
                <a:lnTo>
                  <a:pt x="29362" y="445"/>
                </a:lnTo>
                <a:lnTo>
                  <a:pt x="29322" y="364"/>
                </a:lnTo>
                <a:lnTo>
                  <a:pt x="29261" y="303"/>
                </a:lnTo>
                <a:lnTo>
                  <a:pt x="29201" y="243"/>
                </a:lnTo>
                <a:lnTo>
                  <a:pt x="29059" y="162"/>
                </a:lnTo>
                <a:lnTo>
                  <a:pt x="28918" y="122"/>
                </a:lnTo>
                <a:lnTo>
                  <a:pt x="28716" y="61"/>
                </a:lnTo>
                <a:lnTo>
                  <a:pt x="28494" y="21"/>
                </a:lnTo>
                <a:lnTo>
                  <a:pt x="2829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9" name="Google Shape;2679;p34"/>
          <p:cNvSpPr/>
          <p:nvPr/>
        </p:nvSpPr>
        <p:spPr>
          <a:xfrm flipH="1">
            <a:off x="-2137218" y="248212"/>
            <a:ext cx="1990251" cy="2226013"/>
          </a:xfrm>
          <a:custGeom>
            <a:rect b="b" l="l" r="r" t="t"/>
            <a:pathLst>
              <a:path extrusionOk="0" h="39816" w="35599">
                <a:moveTo>
                  <a:pt x="16346" y="81"/>
                </a:moveTo>
                <a:lnTo>
                  <a:pt x="18606" y="102"/>
                </a:lnTo>
                <a:lnTo>
                  <a:pt x="19737" y="122"/>
                </a:lnTo>
                <a:lnTo>
                  <a:pt x="20867" y="162"/>
                </a:lnTo>
                <a:lnTo>
                  <a:pt x="22017" y="223"/>
                </a:lnTo>
                <a:lnTo>
                  <a:pt x="23147" y="283"/>
                </a:lnTo>
                <a:lnTo>
                  <a:pt x="24277" y="364"/>
                </a:lnTo>
                <a:lnTo>
                  <a:pt x="25407" y="465"/>
                </a:lnTo>
                <a:lnTo>
                  <a:pt x="26537" y="586"/>
                </a:lnTo>
                <a:lnTo>
                  <a:pt x="27667" y="747"/>
                </a:lnTo>
                <a:lnTo>
                  <a:pt x="28555" y="868"/>
                </a:lnTo>
                <a:lnTo>
                  <a:pt x="29443" y="1050"/>
                </a:lnTo>
                <a:lnTo>
                  <a:pt x="29887" y="1151"/>
                </a:lnTo>
                <a:lnTo>
                  <a:pt x="30311" y="1272"/>
                </a:lnTo>
                <a:lnTo>
                  <a:pt x="30755" y="1413"/>
                </a:lnTo>
                <a:lnTo>
                  <a:pt x="31179" y="1554"/>
                </a:lnTo>
                <a:lnTo>
                  <a:pt x="31582" y="1736"/>
                </a:lnTo>
                <a:lnTo>
                  <a:pt x="31986" y="1918"/>
                </a:lnTo>
                <a:lnTo>
                  <a:pt x="32369" y="2140"/>
                </a:lnTo>
                <a:lnTo>
                  <a:pt x="32732" y="2382"/>
                </a:lnTo>
                <a:lnTo>
                  <a:pt x="33076" y="2644"/>
                </a:lnTo>
                <a:lnTo>
                  <a:pt x="33419" y="2927"/>
                </a:lnTo>
                <a:lnTo>
                  <a:pt x="33721" y="3250"/>
                </a:lnTo>
                <a:lnTo>
                  <a:pt x="34004" y="3593"/>
                </a:lnTo>
                <a:lnTo>
                  <a:pt x="34165" y="3815"/>
                </a:lnTo>
                <a:lnTo>
                  <a:pt x="34307" y="4057"/>
                </a:lnTo>
                <a:lnTo>
                  <a:pt x="34448" y="4299"/>
                </a:lnTo>
                <a:lnTo>
                  <a:pt x="34569" y="4561"/>
                </a:lnTo>
                <a:lnTo>
                  <a:pt x="34771" y="5066"/>
                </a:lnTo>
                <a:lnTo>
                  <a:pt x="34932" y="5611"/>
                </a:lnTo>
                <a:lnTo>
                  <a:pt x="35073" y="6135"/>
                </a:lnTo>
                <a:lnTo>
                  <a:pt x="35174" y="6680"/>
                </a:lnTo>
                <a:lnTo>
                  <a:pt x="35255" y="7205"/>
                </a:lnTo>
                <a:lnTo>
                  <a:pt x="35316" y="7730"/>
                </a:lnTo>
                <a:lnTo>
                  <a:pt x="35416" y="8577"/>
                </a:lnTo>
                <a:lnTo>
                  <a:pt x="35477" y="9445"/>
                </a:lnTo>
                <a:lnTo>
                  <a:pt x="35517" y="10333"/>
                </a:lnTo>
                <a:lnTo>
                  <a:pt x="35517" y="11261"/>
                </a:lnTo>
                <a:lnTo>
                  <a:pt x="35517" y="12230"/>
                </a:lnTo>
                <a:lnTo>
                  <a:pt x="35497" y="13219"/>
                </a:lnTo>
                <a:lnTo>
                  <a:pt x="35457" y="14248"/>
                </a:lnTo>
                <a:lnTo>
                  <a:pt x="35376" y="15337"/>
                </a:lnTo>
                <a:lnTo>
                  <a:pt x="35316" y="16165"/>
                </a:lnTo>
                <a:lnTo>
                  <a:pt x="35235" y="17033"/>
                </a:lnTo>
                <a:lnTo>
                  <a:pt x="35134" y="17921"/>
                </a:lnTo>
                <a:lnTo>
                  <a:pt x="34993" y="18808"/>
                </a:lnTo>
                <a:lnTo>
                  <a:pt x="34831" y="19717"/>
                </a:lnTo>
                <a:lnTo>
                  <a:pt x="34629" y="20625"/>
                </a:lnTo>
                <a:lnTo>
                  <a:pt x="34508" y="21089"/>
                </a:lnTo>
                <a:lnTo>
                  <a:pt x="34367" y="21533"/>
                </a:lnTo>
                <a:lnTo>
                  <a:pt x="34226" y="21997"/>
                </a:lnTo>
                <a:lnTo>
                  <a:pt x="34064" y="22441"/>
                </a:lnTo>
                <a:lnTo>
                  <a:pt x="33943" y="22784"/>
                </a:lnTo>
                <a:lnTo>
                  <a:pt x="33782" y="23127"/>
                </a:lnTo>
                <a:lnTo>
                  <a:pt x="33620" y="23490"/>
                </a:lnTo>
                <a:lnTo>
                  <a:pt x="33419" y="23833"/>
                </a:lnTo>
                <a:lnTo>
                  <a:pt x="33197" y="24176"/>
                </a:lnTo>
                <a:lnTo>
                  <a:pt x="32934" y="24479"/>
                </a:lnTo>
                <a:lnTo>
                  <a:pt x="32793" y="24641"/>
                </a:lnTo>
                <a:lnTo>
                  <a:pt x="32632" y="24782"/>
                </a:lnTo>
                <a:lnTo>
                  <a:pt x="32470" y="24903"/>
                </a:lnTo>
                <a:lnTo>
                  <a:pt x="32309" y="25024"/>
                </a:lnTo>
                <a:lnTo>
                  <a:pt x="32107" y="25145"/>
                </a:lnTo>
                <a:lnTo>
                  <a:pt x="31925" y="25226"/>
                </a:lnTo>
                <a:lnTo>
                  <a:pt x="31723" y="25327"/>
                </a:lnTo>
                <a:lnTo>
                  <a:pt x="31522" y="25387"/>
                </a:lnTo>
                <a:lnTo>
                  <a:pt x="31118" y="25508"/>
                </a:lnTo>
                <a:lnTo>
                  <a:pt x="30694" y="25569"/>
                </a:lnTo>
                <a:lnTo>
                  <a:pt x="30250" y="25609"/>
                </a:lnTo>
                <a:lnTo>
                  <a:pt x="29403" y="25609"/>
                </a:lnTo>
                <a:lnTo>
                  <a:pt x="28979" y="25589"/>
                </a:lnTo>
                <a:lnTo>
                  <a:pt x="27809" y="25488"/>
                </a:lnTo>
                <a:lnTo>
                  <a:pt x="26658" y="25347"/>
                </a:lnTo>
                <a:lnTo>
                  <a:pt x="25508" y="25185"/>
                </a:lnTo>
                <a:lnTo>
                  <a:pt x="24358" y="25004"/>
                </a:lnTo>
                <a:lnTo>
                  <a:pt x="23248" y="24842"/>
                </a:lnTo>
                <a:lnTo>
                  <a:pt x="22118" y="24681"/>
                </a:lnTo>
                <a:lnTo>
                  <a:pt x="20988" y="24540"/>
                </a:lnTo>
                <a:lnTo>
                  <a:pt x="19837" y="24439"/>
                </a:lnTo>
                <a:lnTo>
                  <a:pt x="19272" y="24398"/>
                </a:lnTo>
                <a:lnTo>
                  <a:pt x="18707" y="24378"/>
                </a:lnTo>
                <a:lnTo>
                  <a:pt x="17577" y="24378"/>
                </a:lnTo>
                <a:lnTo>
                  <a:pt x="17012" y="24419"/>
                </a:lnTo>
                <a:lnTo>
                  <a:pt x="16447" y="24459"/>
                </a:lnTo>
                <a:lnTo>
                  <a:pt x="15882" y="24540"/>
                </a:lnTo>
                <a:lnTo>
                  <a:pt x="15317" y="24620"/>
                </a:lnTo>
                <a:lnTo>
                  <a:pt x="14631" y="24762"/>
                </a:lnTo>
                <a:lnTo>
                  <a:pt x="13965" y="24943"/>
                </a:lnTo>
                <a:lnTo>
                  <a:pt x="13319" y="25165"/>
                </a:lnTo>
                <a:lnTo>
                  <a:pt x="12674" y="25407"/>
                </a:lnTo>
                <a:lnTo>
                  <a:pt x="12048" y="25690"/>
                </a:lnTo>
                <a:lnTo>
                  <a:pt x="11422" y="25993"/>
                </a:lnTo>
                <a:lnTo>
                  <a:pt x="10817" y="26336"/>
                </a:lnTo>
                <a:lnTo>
                  <a:pt x="10232" y="26699"/>
                </a:lnTo>
                <a:lnTo>
                  <a:pt x="9667" y="27102"/>
                </a:lnTo>
                <a:lnTo>
                  <a:pt x="9122" y="27526"/>
                </a:lnTo>
                <a:lnTo>
                  <a:pt x="8597" y="27990"/>
                </a:lnTo>
                <a:lnTo>
                  <a:pt x="8093" y="28455"/>
                </a:lnTo>
                <a:lnTo>
                  <a:pt x="7608" y="28959"/>
                </a:lnTo>
                <a:lnTo>
                  <a:pt x="7164" y="29484"/>
                </a:lnTo>
                <a:lnTo>
                  <a:pt x="6741" y="30029"/>
                </a:lnTo>
                <a:lnTo>
                  <a:pt x="6357" y="30594"/>
                </a:lnTo>
                <a:lnTo>
                  <a:pt x="6014" y="31159"/>
                </a:lnTo>
                <a:lnTo>
                  <a:pt x="5691" y="31744"/>
                </a:lnTo>
                <a:lnTo>
                  <a:pt x="5389" y="32329"/>
                </a:lnTo>
                <a:lnTo>
                  <a:pt x="5106" y="32914"/>
                </a:lnTo>
                <a:lnTo>
                  <a:pt x="4844" y="33520"/>
                </a:lnTo>
                <a:lnTo>
                  <a:pt x="4581" y="34125"/>
                </a:lnTo>
                <a:lnTo>
                  <a:pt x="4097" y="35336"/>
                </a:lnTo>
                <a:lnTo>
                  <a:pt x="3714" y="36264"/>
                </a:lnTo>
                <a:lnTo>
                  <a:pt x="3330" y="37172"/>
                </a:lnTo>
                <a:lnTo>
                  <a:pt x="2927" y="38080"/>
                </a:lnTo>
                <a:lnTo>
                  <a:pt x="2705" y="38524"/>
                </a:lnTo>
                <a:lnTo>
                  <a:pt x="2483" y="38948"/>
                </a:lnTo>
                <a:lnTo>
                  <a:pt x="2402" y="39089"/>
                </a:lnTo>
                <a:lnTo>
                  <a:pt x="2321" y="39211"/>
                </a:lnTo>
                <a:lnTo>
                  <a:pt x="2220" y="39332"/>
                </a:lnTo>
                <a:lnTo>
                  <a:pt x="2099" y="39453"/>
                </a:lnTo>
                <a:lnTo>
                  <a:pt x="1978" y="39554"/>
                </a:lnTo>
                <a:lnTo>
                  <a:pt x="1857" y="39634"/>
                </a:lnTo>
                <a:lnTo>
                  <a:pt x="1736" y="39695"/>
                </a:lnTo>
                <a:lnTo>
                  <a:pt x="1615" y="39715"/>
                </a:lnTo>
                <a:lnTo>
                  <a:pt x="1413" y="39715"/>
                </a:lnTo>
                <a:lnTo>
                  <a:pt x="1312" y="39654"/>
                </a:lnTo>
                <a:lnTo>
                  <a:pt x="1231" y="39594"/>
                </a:lnTo>
                <a:lnTo>
                  <a:pt x="1191" y="39513"/>
                </a:lnTo>
                <a:lnTo>
                  <a:pt x="1131" y="39433"/>
                </a:lnTo>
                <a:lnTo>
                  <a:pt x="1110" y="39352"/>
                </a:lnTo>
                <a:lnTo>
                  <a:pt x="1090" y="39251"/>
                </a:lnTo>
                <a:lnTo>
                  <a:pt x="1090" y="39049"/>
                </a:lnTo>
                <a:lnTo>
                  <a:pt x="1110" y="38847"/>
                </a:lnTo>
                <a:lnTo>
                  <a:pt x="1252" y="38040"/>
                </a:lnTo>
                <a:lnTo>
                  <a:pt x="1393" y="37253"/>
                </a:lnTo>
                <a:lnTo>
                  <a:pt x="1575" y="36466"/>
                </a:lnTo>
                <a:lnTo>
                  <a:pt x="1776" y="35699"/>
                </a:lnTo>
                <a:lnTo>
                  <a:pt x="2018" y="34630"/>
                </a:lnTo>
                <a:lnTo>
                  <a:pt x="2261" y="33560"/>
                </a:lnTo>
                <a:lnTo>
                  <a:pt x="2422" y="32551"/>
                </a:lnTo>
                <a:lnTo>
                  <a:pt x="2563" y="31562"/>
                </a:lnTo>
                <a:lnTo>
                  <a:pt x="2664" y="30533"/>
                </a:lnTo>
                <a:lnTo>
                  <a:pt x="2705" y="29524"/>
                </a:lnTo>
                <a:lnTo>
                  <a:pt x="2745" y="28515"/>
                </a:lnTo>
                <a:lnTo>
                  <a:pt x="2745" y="27506"/>
                </a:lnTo>
                <a:lnTo>
                  <a:pt x="2705" y="26477"/>
                </a:lnTo>
                <a:lnTo>
                  <a:pt x="2644" y="25468"/>
                </a:lnTo>
                <a:lnTo>
                  <a:pt x="2563" y="24439"/>
                </a:lnTo>
                <a:lnTo>
                  <a:pt x="2462" y="23430"/>
                </a:lnTo>
                <a:lnTo>
                  <a:pt x="2362" y="22401"/>
                </a:lnTo>
                <a:lnTo>
                  <a:pt x="2240" y="21392"/>
                </a:lnTo>
                <a:lnTo>
                  <a:pt x="1958" y="19374"/>
                </a:lnTo>
                <a:lnTo>
                  <a:pt x="1655" y="17355"/>
                </a:lnTo>
                <a:lnTo>
                  <a:pt x="1595" y="16972"/>
                </a:lnTo>
                <a:lnTo>
                  <a:pt x="1030" y="13219"/>
                </a:lnTo>
                <a:lnTo>
                  <a:pt x="485" y="9465"/>
                </a:lnTo>
                <a:lnTo>
                  <a:pt x="323" y="8234"/>
                </a:lnTo>
                <a:lnTo>
                  <a:pt x="182" y="7043"/>
                </a:lnTo>
                <a:lnTo>
                  <a:pt x="142" y="6458"/>
                </a:lnTo>
                <a:lnTo>
                  <a:pt x="101" y="5873"/>
                </a:lnTo>
                <a:lnTo>
                  <a:pt x="81" y="5308"/>
                </a:lnTo>
                <a:lnTo>
                  <a:pt x="81" y="4723"/>
                </a:lnTo>
                <a:lnTo>
                  <a:pt x="81" y="4521"/>
                </a:lnTo>
                <a:lnTo>
                  <a:pt x="101" y="3633"/>
                </a:lnTo>
                <a:lnTo>
                  <a:pt x="142" y="3129"/>
                </a:lnTo>
                <a:lnTo>
                  <a:pt x="202" y="2604"/>
                </a:lnTo>
                <a:lnTo>
                  <a:pt x="283" y="2099"/>
                </a:lnTo>
                <a:lnTo>
                  <a:pt x="323" y="1857"/>
                </a:lnTo>
                <a:lnTo>
                  <a:pt x="404" y="1635"/>
                </a:lnTo>
                <a:lnTo>
                  <a:pt x="465" y="1413"/>
                </a:lnTo>
                <a:lnTo>
                  <a:pt x="566" y="1211"/>
                </a:lnTo>
                <a:lnTo>
                  <a:pt x="666" y="1010"/>
                </a:lnTo>
                <a:lnTo>
                  <a:pt x="767" y="848"/>
                </a:lnTo>
                <a:lnTo>
                  <a:pt x="848" y="747"/>
                </a:lnTo>
                <a:lnTo>
                  <a:pt x="929" y="687"/>
                </a:lnTo>
                <a:lnTo>
                  <a:pt x="1110" y="545"/>
                </a:lnTo>
                <a:lnTo>
                  <a:pt x="1332" y="445"/>
                </a:lnTo>
                <a:lnTo>
                  <a:pt x="1575" y="364"/>
                </a:lnTo>
                <a:lnTo>
                  <a:pt x="1837" y="303"/>
                </a:lnTo>
                <a:lnTo>
                  <a:pt x="2099" y="283"/>
                </a:lnTo>
                <a:lnTo>
                  <a:pt x="2382" y="263"/>
                </a:lnTo>
                <a:lnTo>
                  <a:pt x="2684" y="243"/>
                </a:lnTo>
                <a:lnTo>
                  <a:pt x="3169" y="263"/>
                </a:lnTo>
                <a:lnTo>
                  <a:pt x="3633" y="283"/>
                </a:lnTo>
                <a:lnTo>
                  <a:pt x="4057" y="303"/>
                </a:lnTo>
                <a:lnTo>
                  <a:pt x="4440" y="303"/>
                </a:lnTo>
                <a:lnTo>
                  <a:pt x="9586" y="202"/>
                </a:lnTo>
                <a:lnTo>
                  <a:pt x="11826" y="142"/>
                </a:lnTo>
                <a:lnTo>
                  <a:pt x="14066" y="102"/>
                </a:lnTo>
                <a:lnTo>
                  <a:pt x="16346" y="81"/>
                </a:lnTo>
                <a:close/>
                <a:moveTo>
                  <a:pt x="16346" y="1"/>
                </a:moveTo>
                <a:lnTo>
                  <a:pt x="14066" y="21"/>
                </a:lnTo>
                <a:lnTo>
                  <a:pt x="11826" y="61"/>
                </a:lnTo>
                <a:lnTo>
                  <a:pt x="9586" y="122"/>
                </a:lnTo>
                <a:lnTo>
                  <a:pt x="4420" y="223"/>
                </a:lnTo>
                <a:lnTo>
                  <a:pt x="4057" y="223"/>
                </a:lnTo>
                <a:lnTo>
                  <a:pt x="3633" y="202"/>
                </a:lnTo>
                <a:lnTo>
                  <a:pt x="2805" y="162"/>
                </a:lnTo>
                <a:lnTo>
                  <a:pt x="2382" y="182"/>
                </a:lnTo>
                <a:lnTo>
                  <a:pt x="1978" y="202"/>
                </a:lnTo>
                <a:lnTo>
                  <a:pt x="1595" y="283"/>
                </a:lnTo>
                <a:lnTo>
                  <a:pt x="1413" y="324"/>
                </a:lnTo>
                <a:lnTo>
                  <a:pt x="1252" y="384"/>
                </a:lnTo>
                <a:lnTo>
                  <a:pt x="1090" y="465"/>
                </a:lnTo>
                <a:lnTo>
                  <a:pt x="949" y="566"/>
                </a:lnTo>
                <a:lnTo>
                  <a:pt x="828" y="667"/>
                </a:lnTo>
                <a:lnTo>
                  <a:pt x="707" y="788"/>
                </a:lnTo>
                <a:lnTo>
                  <a:pt x="586" y="969"/>
                </a:lnTo>
                <a:lnTo>
                  <a:pt x="485" y="1151"/>
                </a:lnTo>
                <a:lnTo>
                  <a:pt x="404" y="1373"/>
                </a:lnTo>
                <a:lnTo>
                  <a:pt x="323" y="1575"/>
                </a:lnTo>
                <a:lnTo>
                  <a:pt x="263" y="1817"/>
                </a:lnTo>
                <a:lnTo>
                  <a:pt x="202" y="2059"/>
                </a:lnTo>
                <a:lnTo>
                  <a:pt x="122" y="2563"/>
                </a:lnTo>
                <a:lnTo>
                  <a:pt x="61" y="3068"/>
                </a:lnTo>
                <a:lnTo>
                  <a:pt x="21" y="3593"/>
                </a:lnTo>
                <a:lnTo>
                  <a:pt x="0" y="4521"/>
                </a:lnTo>
                <a:lnTo>
                  <a:pt x="0" y="4723"/>
                </a:lnTo>
                <a:lnTo>
                  <a:pt x="0" y="5308"/>
                </a:lnTo>
                <a:lnTo>
                  <a:pt x="21" y="5873"/>
                </a:lnTo>
                <a:lnTo>
                  <a:pt x="61" y="6458"/>
                </a:lnTo>
                <a:lnTo>
                  <a:pt x="101" y="7043"/>
                </a:lnTo>
                <a:lnTo>
                  <a:pt x="243" y="8234"/>
                </a:lnTo>
                <a:lnTo>
                  <a:pt x="404" y="9465"/>
                </a:lnTo>
                <a:lnTo>
                  <a:pt x="949" y="13219"/>
                </a:lnTo>
                <a:lnTo>
                  <a:pt x="1514" y="16992"/>
                </a:lnTo>
                <a:lnTo>
                  <a:pt x="1575" y="17376"/>
                </a:lnTo>
                <a:lnTo>
                  <a:pt x="1877" y="19374"/>
                </a:lnTo>
                <a:lnTo>
                  <a:pt x="2160" y="21392"/>
                </a:lnTo>
                <a:lnTo>
                  <a:pt x="2281" y="22421"/>
                </a:lnTo>
                <a:lnTo>
                  <a:pt x="2382" y="23430"/>
                </a:lnTo>
                <a:lnTo>
                  <a:pt x="2483" y="24439"/>
                </a:lnTo>
                <a:lnTo>
                  <a:pt x="2563" y="25468"/>
                </a:lnTo>
                <a:lnTo>
                  <a:pt x="2624" y="26477"/>
                </a:lnTo>
                <a:lnTo>
                  <a:pt x="2664" y="27486"/>
                </a:lnTo>
                <a:lnTo>
                  <a:pt x="2664" y="28515"/>
                </a:lnTo>
                <a:lnTo>
                  <a:pt x="2644" y="29524"/>
                </a:lnTo>
                <a:lnTo>
                  <a:pt x="2584" y="30533"/>
                </a:lnTo>
                <a:lnTo>
                  <a:pt x="2483" y="31542"/>
                </a:lnTo>
                <a:lnTo>
                  <a:pt x="2341" y="32551"/>
                </a:lnTo>
                <a:lnTo>
                  <a:pt x="2180" y="33540"/>
                </a:lnTo>
                <a:lnTo>
                  <a:pt x="1938" y="34630"/>
                </a:lnTo>
                <a:lnTo>
                  <a:pt x="1696" y="35679"/>
                </a:lnTo>
                <a:lnTo>
                  <a:pt x="1494" y="36466"/>
                </a:lnTo>
                <a:lnTo>
                  <a:pt x="1332" y="37233"/>
                </a:lnTo>
                <a:lnTo>
                  <a:pt x="1171" y="38040"/>
                </a:lnTo>
                <a:lnTo>
                  <a:pt x="1030" y="38827"/>
                </a:lnTo>
                <a:lnTo>
                  <a:pt x="1009" y="39049"/>
                </a:lnTo>
                <a:lnTo>
                  <a:pt x="1009" y="39271"/>
                </a:lnTo>
                <a:lnTo>
                  <a:pt x="1030" y="39372"/>
                </a:lnTo>
                <a:lnTo>
                  <a:pt x="1070" y="39473"/>
                </a:lnTo>
                <a:lnTo>
                  <a:pt x="1110" y="39574"/>
                </a:lnTo>
                <a:lnTo>
                  <a:pt x="1191" y="39654"/>
                </a:lnTo>
                <a:lnTo>
                  <a:pt x="1252" y="39715"/>
                </a:lnTo>
                <a:lnTo>
                  <a:pt x="1353" y="39776"/>
                </a:lnTo>
                <a:lnTo>
                  <a:pt x="1433" y="39796"/>
                </a:lnTo>
                <a:lnTo>
                  <a:pt x="1534" y="39816"/>
                </a:lnTo>
                <a:lnTo>
                  <a:pt x="1615" y="39796"/>
                </a:lnTo>
                <a:lnTo>
                  <a:pt x="1756" y="39776"/>
                </a:lnTo>
                <a:lnTo>
                  <a:pt x="1897" y="39695"/>
                </a:lnTo>
                <a:lnTo>
                  <a:pt x="2018" y="39614"/>
                </a:lnTo>
                <a:lnTo>
                  <a:pt x="2160" y="39513"/>
                </a:lnTo>
                <a:lnTo>
                  <a:pt x="2281" y="39392"/>
                </a:lnTo>
                <a:lnTo>
                  <a:pt x="2382" y="39271"/>
                </a:lnTo>
                <a:lnTo>
                  <a:pt x="2483" y="39130"/>
                </a:lnTo>
                <a:lnTo>
                  <a:pt x="2563" y="38989"/>
                </a:lnTo>
                <a:lnTo>
                  <a:pt x="2785" y="38565"/>
                </a:lnTo>
                <a:lnTo>
                  <a:pt x="3007" y="38101"/>
                </a:lnTo>
                <a:lnTo>
                  <a:pt x="3411" y="37193"/>
                </a:lnTo>
                <a:lnTo>
                  <a:pt x="3794" y="36284"/>
                </a:lnTo>
                <a:lnTo>
                  <a:pt x="4158" y="35376"/>
                </a:lnTo>
                <a:lnTo>
                  <a:pt x="4662" y="34166"/>
                </a:lnTo>
                <a:lnTo>
                  <a:pt x="4904" y="33560"/>
                </a:lnTo>
                <a:lnTo>
                  <a:pt x="5187" y="32955"/>
                </a:lnTo>
                <a:lnTo>
                  <a:pt x="5469" y="32369"/>
                </a:lnTo>
                <a:lnTo>
                  <a:pt x="5752" y="31784"/>
                </a:lnTo>
                <a:lnTo>
                  <a:pt x="6075" y="31199"/>
                </a:lnTo>
                <a:lnTo>
                  <a:pt x="6418" y="30654"/>
                </a:lnTo>
                <a:lnTo>
                  <a:pt x="6821" y="30089"/>
                </a:lnTo>
                <a:lnTo>
                  <a:pt x="7225" y="29544"/>
                </a:lnTo>
                <a:lnTo>
                  <a:pt x="7669" y="29020"/>
                </a:lnTo>
                <a:lnTo>
                  <a:pt x="8153" y="28515"/>
                </a:lnTo>
                <a:lnTo>
                  <a:pt x="8638" y="28051"/>
                </a:lnTo>
                <a:lnTo>
                  <a:pt x="9162" y="27587"/>
                </a:lnTo>
                <a:lnTo>
                  <a:pt x="9707" y="27163"/>
                </a:lnTo>
                <a:lnTo>
                  <a:pt x="10272" y="26780"/>
                </a:lnTo>
                <a:lnTo>
                  <a:pt x="10857" y="26396"/>
                </a:lnTo>
                <a:lnTo>
                  <a:pt x="11463" y="26073"/>
                </a:lnTo>
                <a:lnTo>
                  <a:pt x="12068" y="25750"/>
                </a:lnTo>
                <a:lnTo>
                  <a:pt x="12694" y="25468"/>
                </a:lnTo>
                <a:lnTo>
                  <a:pt x="13339" y="25226"/>
                </a:lnTo>
                <a:lnTo>
                  <a:pt x="14005" y="25024"/>
                </a:lnTo>
                <a:lnTo>
                  <a:pt x="14651" y="24842"/>
                </a:lnTo>
                <a:lnTo>
                  <a:pt x="15337" y="24701"/>
                </a:lnTo>
                <a:lnTo>
                  <a:pt x="15882" y="24600"/>
                </a:lnTo>
                <a:lnTo>
                  <a:pt x="16447" y="24540"/>
                </a:lnTo>
                <a:lnTo>
                  <a:pt x="17012" y="24499"/>
                </a:lnTo>
                <a:lnTo>
                  <a:pt x="17577" y="24459"/>
                </a:lnTo>
                <a:lnTo>
                  <a:pt x="18707" y="24459"/>
                </a:lnTo>
                <a:lnTo>
                  <a:pt x="19272" y="24479"/>
                </a:lnTo>
                <a:lnTo>
                  <a:pt x="19837" y="24519"/>
                </a:lnTo>
                <a:lnTo>
                  <a:pt x="20968" y="24620"/>
                </a:lnTo>
                <a:lnTo>
                  <a:pt x="22098" y="24762"/>
                </a:lnTo>
                <a:lnTo>
                  <a:pt x="23228" y="24923"/>
                </a:lnTo>
                <a:lnTo>
                  <a:pt x="24338" y="25084"/>
                </a:lnTo>
                <a:lnTo>
                  <a:pt x="25488" y="25266"/>
                </a:lnTo>
                <a:lnTo>
                  <a:pt x="26638" y="25428"/>
                </a:lnTo>
                <a:lnTo>
                  <a:pt x="27809" y="25569"/>
                </a:lnTo>
                <a:lnTo>
                  <a:pt x="28979" y="25670"/>
                </a:lnTo>
                <a:lnTo>
                  <a:pt x="29403" y="25690"/>
                </a:lnTo>
                <a:lnTo>
                  <a:pt x="30271" y="25690"/>
                </a:lnTo>
                <a:lnTo>
                  <a:pt x="30714" y="25650"/>
                </a:lnTo>
                <a:lnTo>
                  <a:pt x="31138" y="25569"/>
                </a:lnTo>
                <a:lnTo>
                  <a:pt x="31562" y="25468"/>
                </a:lnTo>
                <a:lnTo>
                  <a:pt x="31764" y="25387"/>
                </a:lnTo>
                <a:lnTo>
                  <a:pt x="31966" y="25306"/>
                </a:lnTo>
                <a:lnTo>
                  <a:pt x="32147" y="25206"/>
                </a:lnTo>
                <a:lnTo>
                  <a:pt x="32349" y="25084"/>
                </a:lnTo>
                <a:lnTo>
                  <a:pt x="32511" y="24963"/>
                </a:lnTo>
                <a:lnTo>
                  <a:pt x="32692" y="24842"/>
                </a:lnTo>
                <a:lnTo>
                  <a:pt x="32833" y="24701"/>
                </a:lnTo>
                <a:lnTo>
                  <a:pt x="32995" y="24540"/>
                </a:lnTo>
                <a:lnTo>
                  <a:pt x="33257" y="24217"/>
                </a:lnTo>
                <a:lnTo>
                  <a:pt x="33479" y="23874"/>
                </a:lnTo>
                <a:lnTo>
                  <a:pt x="33681" y="23531"/>
                </a:lnTo>
                <a:lnTo>
                  <a:pt x="33863" y="23167"/>
                </a:lnTo>
                <a:lnTo>
                  <a:pt x="34004" y="22804"/>
                </a:lnTo>
                <a:lnTo>
                  <a:pt x="34145" y="22461"/>
                </a:lnTo>
                <a:lnTo>
                  <a:pt x="34307" y="22017"/>
                </a:lnTo>
                <a:lnTo>
                  <a:pt x="34448" y="21573"/>
                </a:lnTo>
                <a:lnTo>
                  <a:pt x="34569" y="21109"/>
                </a:lnTo>
                <a:lnTo>
                  <a:pt x="34690" y="20645"/>
                </a:lnTo>
                <a:lnTo>
                  <a:pt x="34912" y="19737"/>
                </a:lnTo>
                <a:lnTo>
                  <a:pt x="35073" y="18829"/>
                </a:lnTo>
                <a:lnTo>
                  <a:pt x="35215" y="17921"/>
                </a:lnTo>
                <a:lnTo>
                  <a:pt x="35316" y="17033"/>
                </a:lnTo>
                <a:lnTo>
                  <a:pt x="35396" y="16185"/>
                </a:lnTo>
                <a:lnTo>
                  <a:pt x="35457" y="15337"/>
                </a:lnTo>
                <a:lnTo>
                  <a:pt x="35538" y="14248"/>
                </a:lnTo>
                <a:lnTo>
                  <a:pt x="35578" y="13219"/>
                </a:lnTo>
                <a:lnTo>
                  <a:pt x="35598" y="12230"/>
                </a:lnTo>
                <a:lnTo>
                  <a:pt x="35598" y="11261"/>
                </a:lnTo>
                <a:lnTo>
                  <a:pt x="35598" y="10333"/>
                </a:lnTo>
                <a:lnTo>
                  <a:pt x="35558" y="9445"/>
                </a:lnTo>
                <a:lnTo>
                  <a:pt x="35497" y="8557"/>
                </a:lnTo>
                <a:lnTo>
                  <a:pt x="35396" y="7709"/>
                </a:lnTo>
                <a:lnTo>
                  <a:pt x="35336" y="7185"/>
                </a:lnTo>
                <a:lnTo>
                  <a:pt x="35255" y="6660"/>
                </a:lnTo>
                <a:lnTo>
                  <a:pt x="35154" y="6115"/>
                </a:lnTo>
                <a:lnTo>
                  <a:pt x="35013" y="5570"/>
                </a:lnTo>
                <a:lnTo>
                  <a:pt x="34851" y="5046"/>
                </a:lnTo>
                <a:lnTo>
                  <a:pt x="34629" y="4521"/>
                </a:lnTo>
                <a:lnTo>
                  <a:pt x="34508" y="4259"/>
                </a:lnTo>
                <a:lnTo>
                  <a:pt x="34387" y="4016"/>
                </a:lnTo>
                <a:lnTo>
                  <a:pt x="34226" y="3774"/>
                </a:lnTo>
                <a:lnTo>
                  <a:pt x="34064" y="3552"/>
                </a:lnTo>
                <a:lnTo>
                  <a:pt x="33782" y="3189"/>
                </a:lnTo>
                <a:lnTo>
                  <a:pt x="33479" y="2866"/>
                </a:lnTo>
                <a:lnTo>
                  <a:pt x="33136" y="2584"/>
                </a:lnTo>
                <a:lnTo>
                  <a:pt x="32793" y="2301"/>
                </a:lnTo>
                <a:lnTo>
                  <a:pt x="32410" y="2079"/>
                </a:lnTo>
                <a:lnTo>
                  <a:pt x="32026" y="1857"/>
                </a:lnTo>
                <a:lnTo>
                  <a:pt x="31623" y="1655"/>
                </a:lnTo>
                <a:lnTo>
                  <a:pt x="31199" y="1494"/>
                </a:lnTo>
                <a:lnTo>
                  <a:pt x="30775" y="1333"/>
                </a:lnTo>
                <a:lnTo>
                  <a:pt x="30351" y="1191"/>
                </a:lnTo>
                <a:lnTo>
                  <a:pt x="29907" y="1070"/>
                </a:lnTo>
                <a:lnTo>
                  <a:pt x="29463" y="969"/>
                </a:lnTo>
                <a:lnTo>
                  <a:pt x="28555" y="788"/>
                </a:lnTo>
                <a:lnTo>
                  <a:pt x="27667" y="667"/>
                </a:lnTo>
                <a:lnTo>
                  <a:pt x="26557" y="525"/>
                </a:lnTo>
                <a:lnTo>
                  <a:pt x="25427" y="384"/>
                </a:lnTo>
                <a:lnTo>
                  <a:pt x="24277" y="283"/>
                </a:lnTo>
                <a:lnTo>
                  <a:pt x="23147" y="202"/>
                </a:lnTo>
                <a:lnTo>
                  <a:pt x="22017" y="142"/>
                </a:lnTo>
                <a:lnTo>
                  <a:pt x="20887" y="81"/>
                </a:lnTo>
                <a:lnTo>
                  <a:pt x="19737" y="41"/>
                </a:lnTo>
                <a:lnTo>
                  <a:pt x="18606" y="21"/>
                </a:lnTo>
                <a:lnTo>
                  <a:pt x="1634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0" name="Google Shape;2680;p34"/>
          <p:cNvSpPr/>
          <p:nvPr/>
        </p:nvSpPr>
        <p:spPr>
          <a:xfrm flipH="1" rot="-6644194">
            <a:off x="7345178" y="2375062"/>
            <a:ext cx="2960485" cy="1551300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1" name="Google Shape;2681;p34"/>
          <p:cNvSpPr/>
          <p:nvPr/>
        </p:nvSpPr>
        <p:spPr>
          <a:xfrm flipH="1">
            <a:off x="8040412" y="3594074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2" name="Google Shape;2682;p34"/>
          <p:cNvSpPr/>
          <p:nvPr/>
        </p:nvSpPr>
        <p:spPr>
          <a:xfrm flipH="1">
            <a:off x="485872" y="210978"/>
            <a:ext cx="1058329" cy="998564"/>
          </a:xfrm>
          <a:custGeom>
            <a:rect b="b" l="l" r="r" t="t"/>
            <a:pathLst>
              <a:path extrusionOk="0" h="17861" w="18930">
                <a:moveTo>
                  <a:pt x="3431" y="81"/>
                </a:moveTo>
                <a:lnTo>
                  <a:pt x="4117" y="102"/>
                </a:lnTo>
                <a:lnTo>
                  <a:pt x="4824" y="162"/>
                </a:lnTo>
                <a:lnTo>
                  <a:pt x="5510" y="263"/>
                </a:lnTo>
                <a:lnTo>
                  <a:pt x="6216" y="404"/>
                </a:lnTo>
                <a:lnTo>
                  <a:pt x="6882" y="566"/>
                </a:lnTo>
                <a:lnTo>
                  <a:pt x="7568" y="768"/>
                </a:lnTo>
                <a:lnTo>
                  <a:pt x="8234" y="1010"/>
                </a:lnTo>
                <a:lnTo>
                  <a:pt x="8880" y="1272"/>
                </a:lnTo>
                <a:lnTo>
                  <a:pt x="9505" y="1575"/>
                </a:lnTo>
                <a:lnTo>
                  <a:pt x="10131" y="1918"/>
                </a:lnTo>
                <a:lnTo>
                  <a:pt x="10736" y="2281"/>
                </a:lnTo>
                <a:lnTo>
                  <a:pt x="11301" y="2664"/>
                </a:lnTo>
                <a:lnTo>
                  <a:pt x="11866" y="3088"/>
                </a:lnTo>
                <a:lnTo>
                  <a:pt x="12391" y="3552"/>
                </a:lnTo>
                <a:lnTo>
                  <a:pt x="12896" y="4017"/>
                </a:lnTo>
                <a:lnTo>
                  <a:pt x="13380" y="4521"/>
                </a:lnTo>
                <a:lnTo>
                  <a:pt x="13824" y="5026"/>
                </a:lnTo>
                <a:lnTo>
                  <a:pt x="14248" y="5570"/>
                </a:lnTo>
                <a:lnTo>
                  <a:pt x="14651" y="6115"/>
                </a:lnTo>
                <a:lnTo>
                  <a:pt x="15035" y="6680"/>
                </a:lnTo>
                <a:lnTo>
                  <a:pt x="15418" y="7245"/>
                </a:lnTo>
                <a:lnTo>
                  <a:pt x="15761" y="7831"/>
                </a:lnTo>
                <a:lnTo>
                  <a:pt x="16084" y="8416"/>
                </a:lnTo>
                <a:lnTo>
                  <a:pt x="16387" y="9021"/>
                </a:lnTo>
                <a:lnTo>
                  <a:pt x="16689" y="9627"/>
                </a:lnTo>
                <a:lnTo>
                  <a:pt x="16972" y="10232"/>
                </a:lnTo>
                <a:lnTo>
                  <a:pt x="17497" y="11423"/>
                </a:lnTo>
                <a:lnTo>
                  <a:pt x="17981" y="12593"/>
                </a:lnTo>
                <a:lnTo>
                  <a:pt x="18183" y="13158"/>
                </a:lnTo>
                <a:lnTo>
                  <a:pt x="18385" y="13723"/>
                </a:lnTo>
                <a:lnTo>
                  <a:pt x="18566" y="14288"/>
                </a:lnTo>
                <a:lnTo>
                  <a:pt x="18707" y="14853"/>
                </a:lnTo>
                <a:lnTo>
                  <a:pt x="18768" y="15136"/>
                </a:lnTo>
                <a:lnTo>
                  <a:pt x="18808" y="15438"/>
                </a:lnTo>
                <a:lnTo>
                  <a:pt x="18829" y="15721"/>
                </a:lnTo>
                <a:lnTo>
                  <a:pt x="18849" y="16003"/>
                </a:lnTo>
                <a:lnTo>
                  <a:pt x="18849" y="16286"/>
                </a:lnTo>
                <a:lnTo>
                  <a:pt x="18829" y="16589"/>
                </a:lnTo>
                <a:lnTo>
                  <a:pt x="18788" y="16871"/>
                </a:lnTo>
                <a:lnTo>
                  <a:pt x="18728" y="17154"/>
                </a:lnTo>
                <a:lnTo>
                  <a:pt x="18687" y="17295"/>
                </a:lnTo>
                <a:lnTo>
                  <a:pt x="18647" y="17416"/>
                </a:lnTo>
                <a:lnTo>
                  <a:pt x="18586" y="17537"/>
                </a:lnTo>
                <a:lnTo>
                  <a:pt x="18486" y="17658"/>
                </a:lnTo>
                <a:lnTo>
                  <a:pt x="18405" y="17699"/>
                </a:lnTo>
                <a:lnTo>
                  <a:pt x="18324" y="17739"/>
                </a:lnTo>
                <a:lnTo>
                  <a:pt x="18243" y="17759"/>
                </a:lnTo>
                <a:lnTo>
                  <a:pt x="18163" y="17779"/>
                </a:lnTo>
                <a:lnTo>
                  <a:pt x="17981" y="17759"/>
                </a:lnTo>
                <a:lnTo>
                  <a:pt x="17799" y="17699"/>
                </a:lnTo>
                <a:lnTo>
                  <a:pt x="17638" y="17618"/>
                </a:lnTo>
                <a:lnTo>
                  <a:pt x="17477" y="17517"/>
                </a:lnTo>
                <a:lnTo>
                  <a:pt x="17234" y="17315"/>
                </a:lnTo>
                <a:lnTo>
                  <a:pt x="16346" y="16548"/>
                </a:lnTo>
                <a:lnTo>
                  <a:pt x="15418" y="15701"/>
                </a:lnTo>
                <a:lnTo>
                  <a:pt x="14429" y="14793"/>
                </a:lnTo>
                <a:lnTo>
                  <a:pt x="13319" y="13743"/>
                </a:lnTo>
                <a:lnTo>
                  <a:pt x="11140" y="11645"/>
                </a:lnTo>
                <a:lnTo>
                  <a:pt x="8860" y="9465"/>
                </a:lnTo>
                <a:lnTo>
                  <a:pt x="7709" y="8375"/>
                </a:lnTo>
                <a:lnTo>
                  <a:pt x="6539" y="7306"/>
                </a:lnTo>
                <a:lnTo>
                  <a:pt x="5611" y="6478"/>
                </a:lnTo>
                <a:lnTo>
                  <a:pt x="4703" y="5691"/>
                </a:lnTo>
                <a:lnTo>
                  <a:pt x="3835" y="4965"/>
                </a:lnTo>
                <a:lnTo>
                  <a:pt x="3007" y="4279"/>
                </a:lnTo>
                <a:lnTo>
                  <a:pt x="2644" y="4017"/>
                </a:lnTo>
                <a:lnTo>
                  <a:pt x="2220" y="3734"/>
                </a:lnTo>
                <a:lnTo>
                  <a:pt x="1575" y="3290"/>
                </a:lnTo>
                <a:lnTo>
                  <a:pt x="1252" y="3048"/>
                </a:lnTo>
                <a:lnTo>
                  <a:pt x="929" y="2806"/>
                </a:lnTo>
                <a:lnTo>
                  <a:pt x="667" y="2564"/>
                </a:lnTo>
                <a:lnTo>
                  <a:pt x="424" y="2301"/>
                </a:lnTo>
                <a:lnTo>
                  <a:pt x="323" y="2160"/>
                </a:lnTo>
                <a:lnTo>
                  <a:pt x="243" y="2019"/>
                </a:lnTo>
                <a:lnTo>
                  <a:pt x="182" y="1898"/>
                </a:lnTo>
                <a:lnTo>
                  <a:pt x="122" y="1756"/>
                </a:lnTo>
                <a:lnTo>
                  <a:pt x="81" y="1575"/>
                </a:lnTo>
                <a:lnTo>
                  <a:pt x="102" y="1413"/>
                </a:lnTo>
                <a:lnTo>
                  <a:pt x="122" y="1232"/>
                </a:lnTo>
                <a:lnTo>
                  <a:pt x="202" y="1070"/>
                </a:lnTo>
                <a:lnTo>
                  <a:pt x="283" y="909"/>
                </a:lnTo>
                <a:lnTo>
                  <a:pt x="384" y="768"/>
                </a:lnTo>
                <a:lnTo>
                  <a:pt x="505" y="646"/>
                </a:lnTo>
                <a:lnTo>
                  <a:pt x="646" y="546"/>
                </a:lnTo>
                <a:lnTo>
                  <a:pt x="808" y="445"/>
                </a:lnTo>
                <a:lnTo>
                  <a:pt x="969" y="384"/>
                </a:lnTo>
                <a:lnTo>
                  <a:pt x="1131" y="324"/>
                </a:lnTo>
                <a:lnTo>
                  <a:pt x="1312" y="263"/>
                </a:lnTo>
                <a:lnTo>
                  <a:pt x="1655" y="202"/>
                </a:lnTo>
                <a:lnTo>
                  <a:pt x="2019" y="142"/>
                </a:lnTo>
                <a:lnTo>
                  <a:pt x="2725" y="102"/>
                </a:lnTo>
                <a:lnTo>
                  <a:pt x="3431" y="81"/>
                </a:lnTo>
                <a:close/>
                <a:moveTo>
                  <a:pt x="3431" y="1"/>
                </a:moveTo>
                <a:lnTo>
                  <a:pt x="2725" y="21"/>
                </a:lnTo>
                <a:lnTo>
                  <a:pt x="2019" y="61"/>
                </a:lnTo>
                <a:lnTo>
                  <a:pt x="1655" y="122"/>
                </a:lnTo>
                <a:lnTo>
                  <a:pt x="1272" y="182"/>
                </a:lnTo>
                <a:lnTo>
                  <a:pt x="1111" y="243"/>
                </a:lnTo>
                <a:lnTo>
                  <a:pt x="929" y="303"/>
                </a:lnTo>
                <a:lnTo>
                  <a:pt x="767" y="384"/>
                </a:lnTo>
                <a:lnTo>
                  <a:pt x="606" y="485"/>
                </a:lnTo>
                <a:lnTo>
                  <a:pt x="465" y="586"/>
                </a:lnTo>
                <a:lnTo>
                  <a:pt x="323" y="727"/>
                </a:lnTo>
                <a:lnTo>
                  <a:pt x="223" y="868"/>
                </a:lnTo>
                <a:lnTo>
                  <a:pt x="122" y="1050"/>
                </a:lnTo>
                <a:lnTo>
                  <a:pt x="41" y="1211"/>
                </a:lnTo>
                <a:lnTo>
                  <a:pt x="21" y="1393"/>
                </a:lnTo>
                <a:lnTo>
                  <a:pt x="1" y="1595"/>
                </a:lnTo>
                <a:lnTo>
                  <a:pt x="41" y="1777"/>
                </a:lnTo>
                <a:lnTo>
                  <a:pt x="102" y="1918"/>
                </a:lnTo>
                <a:lnTo>
                  <a:pt x="162" y="2059"/>
                </a:lnTo>
                <a:lnTo>
                  <a:pt x="263" y="2200"/>
                </a:lnTo>
                <a:lnTo>
                  <a:pt x="364" y="2342"/>
                </a:lnTo>
                <a:lnTo>
                  <a:pt x="586" y="2604"/>
                </a:lnTo>
                <a:lnTo>
                  <a:pt x="868" y="2866"/>
                </a:lnTo>
                <a:lnTo>
                  <a:pt x="1191" y="3108"/>
                </a:lnTo>
                <a:lnTo>
                  <a:pt x="1514" y="3351"/>
                </a:lnTo>
                <a:lnTo>
                  <a:pt x="2180" y="3795"/>
                </a:lnTo>
                <a:lnTo>
                  <a:pt x="2604" y="4077"/>
                </a:lnTo>
                <a:lnTo>
                  <a:pt x="2947" y="4339"/>
                </a:lnTo>
                <a:lnTo>
                  <a:pt x="3794" y="5026"/>
                </a:lnTo>
                <a:lnTo>
                  <a:pt x="4662" y="5752"/>
                </a:lnTo>
                <a:lnTo>
                  <a:pt x="5550" y="6539"/>
                </a:lnTo>
                <a:lnTo>
                  <a:pt x="6499" y="7366"/>
                </a:lnTo>
                <a:lnTo>
                  <a:pt x="7649" y="8436"/>
                </a:lnTo>
                <a:lnTo>
                  <a:pt x="8799" y="9526"/>
                </a:lnTo>
                <a:lnTo>
                  <a:pt x="11079" y="11705"/>
                </a:lnTo>
                <a:lnTo>
                  <a:pt x="13279" y="13804"/>
                </a:lnTo>
                <a:lnTo>
                  <a:pt x="14369" y="14853"/>
                </a:lnTo>
                <a:lnTo>
                  <a:pt x="15358" y="15761"/>
                </a:lnTo>
                <a:lnTo>
                  <a:pt x="16286" y="16609"/>
                </a:lnTo>
                <a:lnTo>
                  <a:pt x="17174" y="17376"/>
                </a:lnTo>
                <a:lnTo>
                  <a:pt x="17355" y="17537"/>
                </a:lnTo>
                <a:lnTo>
                  <a:pt x="17598" y="17678"/>
                </a:lnTo>
                <a:lnTo>
                  <a:pt x="17719" y="17739"/>
                </a:lnTo>
                <a:lnTo>
                  <a:pt x="17860" y="17800"/>
                </a:lnTo>
                <a:lnTo>
                  <a:pt x="18001" y="17840"/>
                </a:lnTo>
                <a:lnTo>
                  <a:pt x="18142" y="17860"/>
                </a:lnTo>
                <a:lnTo>
                  <a:pt x="18243" y="17840"/>
                </a:lnTo>
                <a:lnTo>
                  <a:pt x="18344" y="17820"/>
                </a:lnTo>
                <a:lnTo>
                  <a:pt x="18445" y="17779"/>
                </a:lnTo>
                <a:lnTo>
                  <a:pt x="18526" y="17719"/>
                </a:lnTo>
                <a:lnTo>
                  <a:pt x="18647" y="17598"/>
                </a:lnTo>
                <a:lnTo>
                  <a:pt x="18707" y="17456"/>
                </a:lnTo>
                <a:lnTo>
                  <a:pt x="18768" y="17315"/>
                </a:lnTo>
                <a:lnTo>
                  <a:pt x="18808" y="17174"/>
                </a:lnTo>
                <a:lnTo>
                  <a:pt x="18869" y="16891"/>
                </a:lnTo>
                <a:lnTo>
                  <a:pt x="18909" y="16589"/>
                </a:lnTo>
                <a:lnTo>
                  <a:pt x="18929" y="16306"/>
                </a:lnTo>
                <a:lnTo>
                  <a:pt x="18929" y="16003"/>
                </a:lnTo>
                <a:lnTo>
                  <a:pt x="18909" y="15721"/>
                </a:lnTo>
                <a:lnTo>
                  <a:pt x="18889" y="15418"/>
                </a:lnTo>
                <a:lnTo>
                  <a:pt x="18849" y="15136"/>
                </a:lnTo>
                <a:lnTo>
                  <a:pt x="18788" y="14853"/>
                </a:lnTo>
                <a:lnTo>
                  <a:pt x="18647" y="14268"/>
                </a:lnTo>
                <a:lnTo>
                  <a:pt x="18465" y="13703"/>
                </a:lnTo>
                <a:lnTo>
                  <a:pt x="18264" y="13138"/>
                </a:lnTo>
                <a:lnTo>
                  <a:pt x="18042" y="12573"/>
                </a:lnTo>
                <a:lnTo>
                  <a:pt x="17577" y="11382"/>
                </a:lnTo>
                <a:lnTo>
                  <a:pt x="17053" y="10192"/>
                </a:lnTo>
                <a:lnTo>
                  <a:pt x="16770" y="9586"/>
                </a:lnTo>
                <a:lnTo>
                  <a:pt x="16468" y="8981"/>
                </a:lnTo>
                <a:lnTo>
                  <a:pt x="16145" y="8375"/>
                </a:lnTo>
                <a:lnTo>
                  <a:pt x="15822" y="7790"/>
                </a:lnTo>
                <a:lnTo>
                  <a:pt x="15479" y="7205"/>
                </a:lnTo>
                <a:lnTo>
                  <a:pt x="15115" y="6620"/>
                </a:lnTo>
                <a:lnTo>
                  <a:pt x="14732" y="6055"/>
                </a:lnTo>
                <a:lnTo>
                  <a:pt x="14308" y="5510"/>
                </a:lnTo>
                <a:lnTo>
                  <a:pt x="13884" y="4965"/>
                </a:lnTo>
                <a:lnTo>
                  <a:pt x="13441" y="4460"/>
                </a:lnTo>
                <a:lnTo>
                  <a:pt x="12956" y="3956"/>
                </a:lnTo>
                <a:lnTo>
                  <a:pt x="12452" y="3492"/>
                </a:lnTo>
                <a:lnTo>
                  <a:pt x="11927" y="3028"/>
                </a:lnTo>
                <a:lnTo>
                  <a:pt x="11362" y="2604"/>
                </a:lnTo>
                <a:lnTo>
                  <a:pt x="10777" y="2200"/>
                </a:lnTo>
                <a:lnTo>
                  <a:pt x="10171" y="1837"/>
                </a:lnTo>
                <a:lnTo>
                  <a:pt x="9546" y="1494"/>
                </a:lnTo>
                <a:lnTo>
                  <a:pt x="8900" y="1191"/>
                </a:lnTo>
                <a:lnTo>
                  <a:pt x="8254" y="929"/>
                </a:lnTo>
                <a:lnTo>
                  <a:pt x="7588" y="687"/>
                </a:lnTo>
                <a:lnTo>
                  <a:pt x="6902" y="485"/>
                </a:lnTo>
                <a:lnTo>
                  <a:pt x="6216" y="324"/>
                </a:lnTo>
                <a:lnTo>
                  <a:pt x="5530" y="182"/>
                </a:lnTo>
                <a:lnTo>
                  <a:pt x="4824" y="81"/>
                </a:lnTo>
                <a:lnTo>
                  <a:pt x="4138" y="21"/>
                </a:lnTo>
                <a:lnTo>
                  <a:pt x="343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3" name="Google Shape;2683;p34"/>
          <p:cNvSpPr/>
          <p:nvPr/>
        </p:nvSpPr>
        <p:spPr>
          <a:xfrm flipH="1">
            <a:off x="-2103334" y="200859"/>
            <a:ext cx="1707024" cy="174879"/>
          </a:xfrm>
          <a:custGeom>
            <a:rect b="b" l="l" r="r" t="t"/>
            <a:pathLst>
              <a:path extrusionOk="0" h="3128" w="30533">
                <a:moveTo>
                  <a:pt x="17960" y="0"/>
                </a:moveTo>
                <a:lnTo>
                  <a:pt x="16750" y="20"/>
                </a:lnTo>
                <a:lnTo>
                  <a:pt x="16326" y="20"/>
                </a:lnTo>
                <a:lnTo>
                  <a:pt x="13057" y="61"/>
                </a:lnTo>
                <a:lnTo>
                  <a:pt x="11422" y="101"/>
                </a:lnTo>
                <a:lnTo>
                  <a:pt x="9767" y="182"/>
                </a:lnTo>
                <a:lnTo>
                  <a:pt x="8133" y="262"/>
                </a:lnTo>
                <a:lnTo>
                  <a:pt x="6478" y="404"/>
                </a:lnTo>
                <a:lnTo>
                  <a:pt x="5671" y="484"/>
                </a:lnTo>
                <a:lnTo>
                  <a:pt x="4843" y="585"/>
                </a:lnTo>
                <a:lnTo>
                  <a:pt x="4036" y="686"/>
                </a:lnTo>
                <a:lnTo>
                  <a:pt x="3209" y="807"/>
                </a:lnTo>
                <a:lnTo>
                  <a:pt x="2785" y="868"/>
                </a:lnTo>
                <a:lnTo>
                  <a:pt x="2361" y="969"/>
                </a:lnTo>
                <a:lnTo>
                  <a:pt x="1917" y="1070"/>
                </a:lnTo>
                <a:lnTo>
                  <a:pt x="1494" y="1211"/>
                </a:lnTo>
                <a:lnTo>
                  <a:pt x="1090" y="1372"/>
                </a:lnTo>
                <a:lnTo>
                  <a:pt x="888" y="1473"/>
                </a:lnTo>
                <a:lnTo>
                  <a:pt x="686" y="1574"/>
                </a:lnTo>
                <a:lnTo>
                  <a:pt x="505" y="1695"/>
                </a:lnTo>
                <a:lnTo>
                  <a:pt x="323" y="1836"/>
                </a:lnTo>
                <a:lnTo>
                  <a:pt x="162" y="1978"/>
                </a:lnTo>
                <a:lnTo>
                  <a:pt x="0" y="2139"/>
                </a:lnTo>
                <a:lnTo>
                  <a:pt x="61" y="2200"/>
                </a:lnTo>
                <a:lnTo>
                  <a:pt x="222" y="2038"/>
                </a:lnTo>
                <a:lnTo>
                  <a:pt x="384" y="1897"/>
                </a:lnTo>
                <a:lnTo>
                  <a:pt x="565" y="1756"/>
                </a:lnTo>
                <a:lnTo>
                  <a:pt x="747" y="1655"/>
                </a:lnTo>
                <a:lnTo>
                  <a:pt x="929" y="1534"/>
                </a:lnTo>
                <a:lnTo>
                  <a:pt x="1130" y="1433"/>
                </a:lnTo>
                <a:lnTo>
                  <a:pt x="1534" y="1271"/>
                </a:lnTo>
                <a:lnTo>
                  <a:pt x="1958" y="1150"/>
                </a:lnTo>
                <a:lnTo>
                  <a:pt x="2382" y="1049"/>
                </a:lnTo>
                <a:lnTo>
                  <a:pt x="2805" y="949"/>
                </a:lnTo>
                <a:lnTo>
                  <a:pt x="3229" y="888"/>
                </a:lnTo>
                <a:lnTo>
                  <a:pt x="4036" y="767"/>
                </a:lnTo>
                <a:lnTo>
                  <a:pt x="4864" y="666"/>
                </a:lnTo>
                <a:lnTo>
                  <a:pt x="5671" y="565"/>
                </a:lnTo>
                <a:lnTo>
                  <a:pt x="6498" y="484"/>
                </a:lnTo>
                <a:lnTo>
                  <a:pt x="8133" y="343"/>
                </a:lnTo>
                <a:lnTo>
                  <a:pt x="9788" y="262"/>
                </a:lnTo>
                <a:lnTo>
                  <a:pt x="11422" y="182"/>
                </a:lnTo>
                <a:lnTo>
                  <a:pt x="13057" y="141"/>
                </a:lnTo>
                <a:lnTo>
                  <a:pt x="16326" y="101"/>
                </a:lnTo>
                <a:lnTo>
                  <a:pt x="16750" y="101"/>
                </a:lnTo>
                <a:lnTo>
                  <a:pt x="17960" y="81"/>
                </a:lnTo>
                <a:lnTo>
                  <a:pt x="19191" y="81"/>
                </a:lnTo>
                <a:lnTo>
                  <a:pt x="20402" y="101"/>
                </a:lnTo>
                <a:lnTo>
                  <a:pt x="21613" y="161"/>
                </a:lnTo>
                <a:lnTo>
                  <a:pt x="22239" y="202"/>
                </a:lnTo>
                <a:lnTo>
                  <a:pt x="22844" y="242"/>
                </a:lnTo>
                <a:lnTo>
                  <a:pt x="23449" y="303"/>
                </a:lnTo>
                <a:lnTo>
                  <a:pt x="24055" y="383"/>
                </a:lnTo>
                <a:lnTo>
                  <a:pt x="24640" y="484"/>
                </a:lnTo>
                <a:lnTo>
                  <a:pt x="25245" y="585"/>
                </a:lnTo>
                <a:lnTo>
                  <a:pt x="25831" y="727"/>
                </a:lnTo>
                <a:lnTo>
                  <a:pt x="26436" y="868"/>
                </a:lnTo>
                <a:lnTo>
                  <a:pt x="27102" y="1070"/>
                </a:lnTo>
                <a:lnTo>
                  <a:pt x="27707" y="1292"/>
                </a:lnTo>
                <a:lnTo>
                  <a:pt x="28293" y="1534"/>
                </a:lnTo>
                <a:lnTo>
                  <a:pt x="28817" y="1816"/>
                </a:lnTo>
                <a:lnTo>
                  <a:pt x="29281" y="2099"/>
                </a:lnTo>
                <a:lnTo>
                  <a:pt x="29725" y="2422"/>
                </a:lnTo>
                <a:lnTo>
                  <a:pt x="30109" y="2745"/>
                </a:lnTo>
                <a:lnTo>
                  <a:pt x="30290" y="2926"/>
                </a:lnTo>
                <a:lnTo>
                  <a:pt x="30472" y="3128"/>
                </a:lnTo>
                <a:lnTo>
                  <a:pt x="30533" y="3067"/>
                </a:lnTo>
                <a:lnTo>
                  <a:pt x="30351" y="2886"/>
                </a:lnTo>
                <a:lnTo>
                  <a:pt x="30169" y="2704"/>
                </a:lnTo>
                <a:lnTo>
                  <a:pt x="29786" y="2361"/>
                </a:lnTo>
                <a:lnTo>
                  <a:pt x="29342" y="2038"/>
                </a:lnTo>
                <a:lnTo>
                  <a:pt x="28858" y="1736"/>
                </a:lnTo>
                <a:lnTo>
                  <a:pt x="28333" y="1473"/>
                </a:lnTo>
                <a:lnTo>
                  <a:pt x="27748" y="1231"/>
                </a:lnTo>
                <a:lnTo>
                  <a:pt x="27122" y="989"/>
                </a:lnTo>
                <a:lnTo>
                  <a:pt x="26456" y="787"/>
                </a:lnTo>
                <a:lnTo>
                  <a:pt x="25851" y="646"/>
                </a:lnTo>
                <a:lnTo>
                  <a:pt x="25266" y="525"/>
                </a:lnTo>
                <a:lnTo>
                  <a:pt x="24660" y="404"/>
                </a:lnTo>
                <a:lnTo>
                  <a:pt x="24055" y="303"/>
                </a:lnTo>
                <a:lnTo>
                  <a:pt x="23449" y="222"/>
                </a:lnTo>
                <a:lnTo>
                  <a:pt x="22844" y="161"/>
                </a:lnTo>
                <a:lnTo>
                  <a:pt x="22239" y="121"/>
                </a:lnTo>
                <a:lnTo>
                  <a:pt x="21633" y="81"/>
                </a:lnTo>
                <a:lnTo>
                  <a:pt x="20402" y="20"/>
                </a:lnTo>
                <a:lnTo>
                  <a:pt x="1919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4" name="Google Shape;2684;p34"/>
          <p:cNvSpPr/>
          <p:nvPr/>
        </p:nvSpPr>
        <p:spPr>
          <a:xfrm flipH="1">
            <a:off x="-2189064" y="372324"/>
            <a:ext cx="206522" cy="1040271"/>
          </a:xfrm>
          <a:custGeom>
            <a:rect b="b" l="l" r="r" t="t"/>
            <a:pathLst>
              <a:path extrusionOk="0" h="18607" w="3694">
                <a:moveTo>
                  <a:pt x="2160" y="0"/>
                </a:moveTo>
                <a:lnTo>
                  <a:pt x="2099" y="61"/>
                </a:lnTo>
                <a:lnTo>
                  <a:pt x="2281" y="283"/>
                </a:lnTo>
                <a:lnTo>
                  <a:pt x="2462" y="545"/>
                </a:lnTo>
                <a:lnTo>
                  <a:pt x="2624" y="787"/>
                </a:lnTo>
                <a:lnTo>
                  <a:pt x="2765" y="1050"/>
                </a:lnTo>
                <a:lnTo>
                  <a:pt x="2886" y="1292"/>
                </a:lnTo>
                <a:lnTo>
                  <a:pt x="3007" y="1554"/>
                </a:lnTo>
                <a:lnTo>
                  <a:pt x="3209" y="2079"/>
                </a:lnTo>
                <a:lnTo>
                  <a:pt x="3350" y="2604"/>
                </a:lnTo>
                <a:lnTo>
                  <a:pt x="3471" y="3108"/>
                </a:lnTo>
                <a:lnTo>
                  <a:pt x="3532" y="3592"/>
                </a:lnTo>
                <a:lnTo>
                  <a:pt x="3572" y="4036"/>
                </a:lnTo>
                <a:lnTo>
                  <a:pt x="3613" y="4581"/>
                </a:lnTo>
                <a:lnTo>
                  <a:pt x="3613" y="5126"/>
                </a:lnTo>
                <a:lnTo>
                  <a:pt x="3592" y="5671"/>
                </a:lnTo>
                <a:lnTo>
                  <a:pt x="3552" y="6216"/>
                </a:lnTo>
                <a:lnTo>
                  <a:pt x="3431" y="7285"/>
                </a:lnTo>
                <a:lnTo>
                  <a:pt x="3290" y="8355"/>
                </a:lnTo>
                <a:lnTo>
                  <a:pt x="2684" y="12734"/>
                </a:lnTo>
                <a:lnTo>
                  <a:pt x="2604" y="13360"/>
                </a:lnTo>
                <a:lnTo>
                  <a:pt x="2503" y="14026"/>
                </a:lnTo>
                <a:lnTo>
                  <a:pt x="2361" y="14712"/>
                </a:lnTo>
                <a:lnTo>
                  <a:pt x="2281" y="15055"/>
                </a:lnTo>
                <a:lnTo>
                  <a:pt x="2180" y="15398"/>
                </a:lnTo>
                <a:lnTo>
                  <a:pt x="2059" y="15741"/>
                </a:lnTo>
                <a:lnTo>
                  <a:pt x="1938" y="16084"/>
                </a:lnTo>
                <a:lnTo>
                  <a:pt x="1796" y="16407"/>
                </a:lnTo>
                <a:lnTo>
                  <a:pt x="1635" y="16730"/>
                </a:lnTo>
                <a:lnTo>
                  <a:pt x="1453" y="17053"/>
                </a:lnTo>
                <a:lnTo>
                  <a:pt x="1252" y="17355"/>
                </a:lnTo>
                <a:lnTo>
                  <a:pt x="1030" y="17638"/>
                </a:lnTo>
                <a:lnTo>
                  <a:pt x="787" y="17900"/>
                </a:lnTo>
                <a:lnTo>
                  <a:pt x="606" y="18082"/>
                </a:lnTo>
                <a:lnTo>
                  <a:pt x="404" y="18243"/>
                </a:lnTo>
                <a:lnTo>
                  <a:pt x="202" y="18384"/>
                </a:lnTo>
                <a:lnTo>
                  <a:pt x="0" y="18526"/>
                </a:lnTo>
                <a:lnTo>
                  <a:pt x="41" y="18606"/>
                </a:lnTo>
                <a:lnTo>
                  <a:pt x="263" y="18465"/>
                </a:lnTo>
                <a:lnTo>
                  <a:pt x="465" y="18304"/>
                </a:lnTo>
                <a:lnTo>
                  <a:pt x="666" y="18142"/>
                </a:lnTo>
                <a:lnTo>
                  <a:pt x="848" y="17961"/>
                </a:lnTo>
                <a:lnTo>
                  <a:pt x="1090" y="17678"/>
                </a:lnTo>
                <a:lnTo>
                  <a:pt x="1332" y="17396"/>
                </a:lnTo>
                <a:lnTo>
                  <a:pt x="1534" y="17093"/>
                </a:lnTo>
                <a:lnTo>
                  <a:pt x="1716" y="16790"/>
                </a:lnTo>
                <a:lnTo>
                  <a:pt x="1877" y="16447"/>
                </a:lnTo>
                <a:lnTo>
                  <a:pt x="2018" y="16124"/>
                </a:lnTo>
                <a:lnTo>
                  <a:pt x="2139" y="15781"/>
                </a:lnTo>
                <a:lnTo>
                  <a:pt x="2240" y="15438"/>
                </a:lnTo>
                <a:lnTo>
                  <a:pt x="2341" y="15075"/>
                </a:lnTo>
                <a:lnTo>
                  <a:pt x="2442" y="14732"/>
                </a:lnTo>
                <a:lnTo>
                  <a:pt x="2563" y="14046"/>
                </a:lnTo>
                <a:lnTo>
                  <a:pt x="2684" y="13380"/>
                </a:lnTo>
                <a:lnTo>
                  <a:pt x="2765" y="12734"/>
                </a:lnTo>
                <a:lnTo>
                  <a:pt x="3370" y="8375"/>
                </a:lnTo>
                <a:lnTo>
                  <a:pt x="3512" y="7306"/>
                </a:lnTo>
                <a:lnTo>
                  <a:pt x="3633" y="6216"/>
                </a:lnTo>
                <a:lnTo>
                  <a:pt x="3673" y="5671"/>
                </a:lnTo>
                <a:lnTo>
                  <a:pt x="3693" y="5126"/>
                </a:lnTo>
                <a:lnTo>
                  <a:pt x="3693" y="4581"/>
                </a:lnTo>
                <a:lnTo>
                  <a:pt x="3653" y="4036"/>
                </a:lnTo>
                <a:lnTo>
                  <a:pt x="3613" y="3572"/>
                </a:lnTo>
                <a:lnTo>
                  <a:pt x="3532" y="3088"/>
                </a:lnTo>
                <a:lnTo>
                  <a:pt x="3431" y="2583"/>
                </a:lnTo>
                <a:lnTo>
                  <a:pt x="3290" y="2059"/>
                </a:lnTo>
                <a:lnTo>
                  <a:pt x="3088" y="1534"/>
                </a:lnTo>
                <a:lnTo>
                  <a:pt x="2967" y="1272"/>
                </a:lnTo>
                <a:lnTo>
                  <a:pt x="2826" y="1009"/>
                </a:lnTo>
                <a:lnTo>
                  <a:pt x="2684" y="747"/>
                </a:lnTo>
                <a:lnTo>
                  <a:pt x="2523" y="485"/>
                </a:lnTo>
                <a:lnTo>
                  <a:pt x="2341" y="243"/>
                </a:lnTo>
                <a:lnTo>
                  <a:pt x="216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5" name="Google Shape;2685;p34"/>
          <p:cNvSpPr/>
          <p:nvPr/>
        </p:nvSpPr>
        <p:spPr>
          <a:xfrm flipH="1">
            <a:off x="-2206037" y="241447"/>
            <a:ext cx="1867255" cy="1352794"/>
          </a:xfrm>
          <a:custGeom>
            <a:rect b="b" l="l" r="r" t="t"/>
            <a:pathLst>
              <a:path extrusionOk="0" h="24197" w="33399">
                <a:moveTo>
                  <a:pt x="13521" y="1"/>
                </a:moveTo>
                <a:lnTo>
                  <a:pt x="12391" y="21"/>
                </a:lnTo>
                <a:lnTo>
                  <a:pt x="11200" y="61"/>
                </a:lnTo>
                <a:lnTo>
                  <a:pt x="10009" y="101"/>
                </a:lnTo>
                <a:lnTo>
                  <a:pt x="8012" y="223"/>
                </a:lnTo>
                <a:lnTo>
                  <a:pt x="5832" y="364"/>
                </a:lnTo>
                <a:lnTo>
                  <a:pt x="5287" y="404"/>
                </a:lnTo>
                <a:lnTo>
                  <a:pt x="4702" y="424"/>
                </a:lnTo>
                <a:lnTo>
                  <a:pt x="3996" y="445"/>
                </a:lnTo>
                <a:lnTo>
                  <a:pt x="3289" y="485"/>
                </a:lnTo>
                <a:lnTo>
                  <a:pt x="2926" y="525"/>
                </a:lnTo>
                <a:lnTo>
                  <a:pt x="2603" y="586"/>
                </a:lnTo>
                <a:lnTo>
                  <a:pt x="2260" y="646"/>
                </a:lnTo>
                <a:lnTo>
                  <a:pt x="1958" y="747"/>
                </a:lnTo>
                <a:lnTo>
                  <a:pt x="1796" y="808"/>
                </a:lnTo>
                <a:lnTo>
                  <a:pt x="1655" y="868"/>
                </a:lnTo>
                <a:lnTo>
                  <a:pt x="1514" y="949"/>
                </a:lnTo>
                <a:lnTo>
                  <a:pt x="1372" y="1050"/>
                </a:lnTo>
                <a:lnTo>
                  <a:pt x="1251" y="1151"/>
                </a:lnTo>
                <a:lnTo>
                  <a:pt x="1130" y="1272"/>
                </a:lnTo>
                <a:lnTo>
                  <a:pt x="1009" y="1413"/>
                </a:lnTo>
                <a:lnTo>
                  <a:pt x="888" y="1554"/>
                </a:lnTo>
                <a:lnTo>
                  <a:pt x="686" y="1877"/>
                </a:lnTo>
                <a:lnTo>
                  <a:pt x="505" y="2241"/>
                </a:lnTo>
                <a:lnTo>
                  <a:pt x="343" y="2664"/>
                </a:lnTo>
                <a:lnTo>
                  <a:pt x="222" y="3128"/>
                </a:lnTo>
                <a:lnTo>
                  <a:pt x="141" y="3532"/>
                </a:lnTo>
                <a:lnTo>
                  <a:pt x="81" y="3956"/>
                </a:lnTo>
                <a:lnTo>
                  <a:pt x="40" y="4380"/>
                </a:lnTo>
                <a:lnTo>
                  <a:pt x="0" y="4783"/>
                </a:lnTo>
                <a:lnTo>
                  <a:pt x="0" y="5187"/>
                </a:lnTo>
                <a:lnTo>
                  <a:pt x="20" y="5550"/>
                </a:lnTo>
                <a:lnTo>
                  <a:pt x="40" y="5893"/>
                </a:lnTo>
                <a:lnTo>
                  <a:pt x="61" y="6216"/>
                </a:lnTo>
                <a:lnTo>
                  <a:pt x="121" y="6680"/>
                </a:lnTo>
                <a:lnTo>
                  <a:pt x="222" y="7144"/>
                </a:lnTo>
                <a:lnTo>
                  <a:pt x="323" y="7608"/>
                </a:lnTo>
                <a:lnTo>
                  <a:pt x="424" y="8052"/>
                </a:lnTo>
                <a:lnTo>
                  <a:pt x="686" y="8960"/>
                </a:lnTo>
                <a:lnTo>
                  <a:pt x="969" y="9848"/>
                </a:lnTo>
                <a:lnTo>
                  <a:pt x="1191" y="10595"/>
                </a:lnTo>
                <a:lnTo>
                  <a:pt x="1413" y="11362"/>
                </a:lnTo>
                <a:lnTo>
                  <a:pt x="1635" y="12230"/>
                </a:lnTo>
                <a:lnTo>
                  <a:pt x="1836" y="13118"/>
                </a:lnTo>
                <a:lnTo>
                  <a:pt x="1998" y="14026"/>
                </a:lnTo>
                <a:lnTo>
                  <a:pt x="2119" y="14914"/>
                </a:lnTo>
                <a:lnTo>
                  <a:pt x="2220" y="15822"/>
                </a:lnTo>
                <a:lnTo>
                  <a:pt x="2280" y="16730"/>
                </a:lnTo>
                <a:lnTo>
                  <a:pt x="2321" y="17638"/>
                </a:lnTo>
                <a:lnTo>
                  <a:pt x="2321" y="18546"/>
                </a:lnTo>
                <a:lnTo>
                  <a:pt x="2280" y="19656"/>
                </a:lnTo>
                <a:lnTo>
                  <a:pt x="2260" y="20403"/>
                </a:lnTo>
                <a:lnTo>
                  <a:pt x="2240" y="21169"/>
                </a:lnTo>
                <a:lnTo>
                  <a:pt x="2260" y="21936"/>
                </a:lnTo>
                <a:lnTo>
                  <a:pt x="2301" y="22320"/>
                </a:lnTo>
                <a:lnTo>
                  <a:pt x="2341" y="22703"/>
                </a:lnTo>
                <a:lnTo>
                  <a:pt x="2381" y="23046"/>
                </a:lnTo>
                <a:lnTo>
                  <a:pt x="2442" y="23248"/>
                </a:lnTo>
                <a:lnTo>
                  <a:pt x="2502" y="23430"/>
                </a:lnTo>
                <a:lnTo>
                  <a:pt x="2583" y="23611"/>
                </a:lnTo>
                <a:lnTo>
                  <a:pt x="2684" y="23773"/>
                </a:lnTo>
                <a:lnTo>
                  <a:pt x="2825" y="23914"/>
                </a:lnTo>
                <a:lnTo>
                  <a:pt x="2987" y="24055"/>
                </a:lnTo>
                <a:lnTo>
                  <a:pt x="3128" y="24116"/>
                </a:lnTo>
                <a:lnTo>
                  <a:pt x="3249" y="24156"/>
                </a:lnTo>
                <a:lnTo>
                  <a:pt x="3390" y="24196"/>
                </a:lnTo>
                <a:lnTo>
                  <a:pt x="3532" y="24196"/>
                </a:lnTo>
                <a:lnTo>
                  <a:pt x="3733" y="24176"/>
                </a:lnTo>
                <a:lnTo>
                  <a:pt x="3955" y="24136"/>
                </a:lnTo>
                <a:lnTo>
                  <a:pt x="4177" y="24055"/>
                </a:lnTo>
                <a:lnTo>
                  <a:pt x="4379" y="23934"/>
                </a:lnTo>
                <a:lnTo>
                  <a:pt x="4601" y="23813"/>
                </a:lnTo>
                <a:lnTo>
                  <a:pt x="4823" y="23652"/>
                </a:lnTo>
                <a:lnTo>
                  <a:pt x="5247" y="23329"/>
                </a:lnTo>
                <a:lnTo>
                  <a:pt x="5630" y="23026"/>
                </a:lnTo>
                <a:lnTo>
                  <a:pt x="6014" y="22743"/>
                </a:lnTo>
                <a:lnTo>
                  <a:pt x="6417" y="22481"/>
                </a:lnTo>
                <a:lnTo>
                  <a:pt x="6821" y="22239"/>
                </a:lnTo>
                <a:lnTo>
                  <a:pt x="7245" y="21997"/>
                </a:lnTo>
                <a:lnTo>
                  <a:pt x="7689" y="21775"/>
                </a:lnTo>
                <a:lnTo>
                  <a:pt x="8133" y="21553"/>
                </a:lnTo>
                <a:lnTo>
                  <a:pt x="8577" y="21371"/>
                </a:lnTo>
                <a:lnTo>
                  <a:pt x="9041" y="21169"/>
                </a:lnTo>
                <a:lnTo>
                  <a:pt x="9525" y="21008"/>
                </a:lnTo>
                <a:lnTo>
                  <a:pt x="10009" y="20867"/>
                </a:lnTo>
                <a:lnTo>
                  <a:pt x="10494" y="20725"/>
                </a:lnTo>
                <a:lnTo>
                  <a:pt x="10998" y="20604"/>
                </a:lnTo>
                <a:lnTo>
                  <a:pt x="11503" y="20483"/>
                </a:lnTo>
                <a:lnTo>
                  <a:pt x="12027" y="20403"/>
                </a:lnTo>
                <a:lnTo>
                  <a:pt x="12552" y="20322"/>
                </a:lnTo>
                <a:lnTo>
                  <a:pt x="13460" y="20221"/>
                </a:lnTo>
                <a:lnTo>
                  <a:pt x="14409" y="20160"/>
                </a:lnTo>
                <a:lnTo>
                  <a:pt x="15377" y="20160"/>
                </a:lnTo>
                <a:lnTo>
                  <a:pt x="16366" y="20201"/>
                </a:lnTo>
                <a:lnTo>
                  <a:pt x="17355" y="20302"/>
                </a:lnTo>
                <a:lnTo>
                  <a:pt x="18384" y="20423"/>
                </a:lnTo>
                <a:lnTo>
                  <a:pt x="19433" y="20604"/>
                </a:lnTo>
                <a:lnTo>
                  <a:pt x="20503" y="20826"/>
                </a:lnTo>
                <a:lnTo>
                  <a:pt x="21714" y="21129"/>
                </a:lnTo>
                <a:lnTo>
                  <a:pt x="22642" y="21351"/>
                </a:lnTo>
                <a:lnTo>
                  <a:pt x="23591" y="21553"/>
                </a:lnTo>
                <a:lnTo>
                  <a:pt x="24055" y="21654"/>
                </a:lnTo>
                <a:lnTo>
                  <a:pt x="24539" y="21714"/>
                </a:lnTo>
                <a:lnTo>
                  <a:pt x="25023" y="21775"/>
                </a:lnTo>
                <a:lnTo>
                  <a:pt x="25508" y="21815"/>
                </a:lnTo>
                <a:lnTo>
                  <a:pt x="26053" y="21835"/>
                </a:lnTo>
                <a:lnTo>
                  <a:pt x="26597" y="21815"/>
                </a:lnTo>
                <a:lnTo>
                  <a:pt x="27122" y="21755"/>
                </a:lnTo>
                <a:lnTo>
                  <a:pt x="27647" y="21654"/>
                </a:lnTo>
                <a:lnTo>
                  <a:pt x="28131" y="21533"/>
                </a:lnTo>
                <a:lnTo>
                  <a:pt x="28595" y="21371"/>
                </a:lnTo>
                <a:lnTo>
                  <a:pt x="29039" y="21169"/>
                </a:lnTo>
                <a:lnTo>
                  <a:pt x="29443" y="20947"/>
                </a:lnTo>
                <a:lnTo>
                  <a:pt x="29402" y="20867"/>
                </a:lnTo>
                <a:lnTo>
                  <a:pt x="28999" y="21089"/>
                </a:lnTo>
                <a:lnTo>
                  <a:pt x="28555" y="21291"/>
                </a:lnTo>
                <a:lnTo>
                  <a:pt x="28111" y="21452"/>
                </a:lnTo>
                <a:lnTo>
                  <a:pt x="27627" y="21573"/>
                </a:lnTo>
                <a:lnTo>
                  <a:pt x="27122" y="21674"/>
                </a:lnTo>
                <a:lnTo>
                  <a:pt x="26597" y="21734"/>
                </a:lnTo>
                <a:lnTo>
                  <a:pt x="26053" y="21755"/>
                </a:lnTo>
                <a:lnTo>
                  <a:pt x="25508" y="21734"/>
                </a:lnTo>
                <a:lnTo>
                  <a:pt x="25023" y="21694"/>
                </a:lnTo>
                <a:lnTo>
                  <a:pt x="24539" y="21634"/>
                </a:lnTo>
                <a:lnTo>
                  <a:pt x="24075" y="21573"/>
                </a:lnTo>
                <a:lnTo>
                  <a:pt x="23591" y="21472"/>
                </a:lnTo>
                <a:lnTo>
                  <a:pt x="22662" y="21270"/>
                </a:lnTo>
                <a:lnTo>
                  <a:pt x="21734" y="21048"/>
                </a:lnTo>
                <a:lnTo>
                  <a:pt x="20503" y="20746"/>
                </a:lnTo>
                <a:lnTo>
                  <a:pt x="19454" y="20524"/>
                </a:lnTo>
                <a:lnTo>
                  <a:pt x="18404" y="20342"/>
                </a:lnTo>
                <a:lnTo>
                  <a:pt x="17375" y="20221"/>
                </a:lnTo>
                <a:lnTo>
                  <a:pt x="16366" y="20120"/>
                </a:lnTo>
                <a:lnTo>
                  <a:pt x="15377" y="20080"/>
                </a:lnTo>
                <a:lnTo>
                  <a:pt x="14409" y="20080"/>
                </a:lnTo>
                <a:lnTo>
                  <a:pt x="13460" y="20140"/>
                </a:lnTo>
                <a:lnTo>
                  <a:pt x="12532" y="20241"/>
                </a:lnTo>
                <a:lnTo>
                  <a:pt x="12007" y="20322"/>
                </a:lnTo>
                <a:lnTo>
                  <a:pt x="11503" y="20403"/>
                </a:lnTo>
                <a:lnTo>
                  <a:pt x="10978" y="20524"/>
                </a:lnTo>
                <a:lnTo>
                  <a:pt x="10474" y="20645"/>
                </a:lnTo>
                <a:lnTo>
                  <a:pt x="9989" y="20786"/>
                </a:lnTo>
                <a:lnTo>
                  <a:pt x="9505" y="20927"/>
                </a:lnTo>
                <a:lnTo>
                  <a:pt x="9021" y="21109"/>
                </a:lnTo>
                <a:lnTo>
                  <a:pt x="8556" y="21291"/>
                </a:lnTo>
                <a:lnTo>
                  <a:pt x="8092" y="21492"/>
                </a:lnTo>
                <a:lnTo>
                  <a:pt x="7648" y="21694"/>
                </a:lnTo>
                <a:lnTo>
                  <a:pt x="7204" y="21916"/>
                </a:lnTo>
                <a:lnTo>
                  <a:pt x="6781" y="22158"/>
                </a:lnTo>
                <a:lnTo>
                  <a:pt x="6377" y="22421"/>
                </a:lnTo>
                <a:lnTo>
                  <a:pt x="5973" y="22683"/>
                </a:lnTo>
                <a:lnTo>
                  <a:pt x="5590" y="22965"/>
                </a:lnTo>
                <a:lnTo>
                  <a:pt x="5207" y="23268"/>
                </a:lnTo>
                <a:lnTo>
                  <a:pt x="4924" y="23490"/>
                </a:lnTo>
                <a:lnTo>
                  <a:pt x="4641" y="23692"/>
                </a:lnTo>
                <a:lnTo>
                  <a:pt x="4359" y="23853"/>
                </a:lnTo>
                <a:lnTo>
                  <a:pt x="4076" y="23995"/>
                </a:lnTo>
                <a:lnTo>
                  <a:pt x="3935" y="24055"/>
                </a:lnTo>
                <a:lnTo>
                  <a:pt x="3814" y="24096"/>
                </a:lnTo>
                <a:lnTo>
                  <a:pt x="3673" y="24116"/>
                </a:lnTo>
                <a:lnTo>
                  <a:pt x="3411" y="24116"/>
                </a:lnTo>
                <a:lnTo>
                  <a:pt x="3269" y="24096"/>
                </a:lnTo>
                <a:lnTo>
                  <a:pt x="3148" y="24035"/>
                </a:lnTo>
                <a:lnTo>
                  <a:pt x="3027" y="23974"/>
                </a:lnTo>
                <a:lnTo>
                  <a:pt x="2886" y="23853"/>
                </a:lnTo>
                <a:lnTo>
                  <a:pt x="2745" y="23712"/>
                </a:lnTo>
                <a:lnTo>
                  <a:pt x="2644" y="23551"/>
                </a:lnTo>
                <a:lnTo>
                  <a:pt x="2583" y="23389"/>
                </a:lnTo>
                <a:lnTo>
                  <a:pt x="2523" y="23208"/>
                </a:lnTo>
                <a:lnTo>
                  <a:pt x="2462" y="23026"/>
                </a:lnTo>
                <a:lnTo>
                  <a:pt x="2422" y="22683"/>
                </a:lnTo>
                <a:lnTo>
                  <a:pt x="2381" y="22300"/>
                </a:lnTo>
                <a:lnTo>
                  <a:pt x="2341" y="21936"/>
                </a:lnTo>
                <a:lnTo>
                  <a:pt x="2321" y="21169"/>
                </a:lnTo>
                <a:lnTo>
                  <a:pt x="2341" y="20403"/>
                </a:lnTo>
                <a:lnTo>
                  <a:pt x="2361" y="19656"/>
                </a:lnTo>
                <a:lnTo>
                  <a:pt x="2402" y="18546"/>
                </a:lnTo>
                <a:lnTo>
                  <a:pt x="2402" y="17638"/>
                </a:lnTo>
                <a:lnTo>
                  <a:pt x="2361" y="16710"/>
                </a:lnTo>
                <a:lnTo>
                  <a:pt x="2301" y="15802"/>
                </a:lnTo>
                <a:lnTo>
                  <a:pt x="2200" y="14914"/>
                </a:lnTo>
                <a:lnTo>
                  <a:pt x="2079" y="14006"/>
                </a:lnTo>
                <a:lnTo>
                  <a:pt x="1917" y="13118"/>
                </a:lnTo>
                <a:lnTo>
                  <a:pt x="1715" y="12230"/>
                </a:lnTo>
                <a:lnTo>
                  <a:pt x="1493" y="11342"/>
                </a:lnTo>
                <a:lnTo>
                  <a:pt x="1271" y="10575"/>
                </a:lnTo>
                <a:lnTo>
                  <a:pt x="1029" y="9828"/>
                </a:lnTo>
                <a:lnTo>
                  <a:pt x="767" y="8940"/>
                </a:lnTo>
                <a:lnTo>
                  <a:pt x="505" y="8032"/>
                </a:lnTo>
                <a:lnTo>
                  <a:pt x="404" y="7588"/>
                </a:lnTo>
                <a:lnTo>
                  <a:pt x="303" y="7124"/>
                </a:lnTo>
                <a:lnTo>
                  <a:pt x="202" y="6660"/>
                </a:lnTo>
                <a:lnTo>
                  <a:pt x="141" y="6196"/>
                </a:lnTo>
                <a:lnTo>
                  <a:pt x="101" y="5853"/>
                </a:lnTo>
                <a:lnTo>
                  <a:pt x="81" y="5469"/>
                </a:lnTo>
                <a:lnTo>
                  <a:pt x="81" y="5086"/>
                </a:lnTo>
                <a:lnTo>
                  <a:pt x="101" y="4682"/>
                </a:lnTo>
                <a:lnTo>
                  <a:pt x="121" y="4279"/>
                </a:lnTo>
                <a:lnTo>
                  <a:pt x="162" y="3855"/>
                </a:lnTo>
                <a:lnTo>
                  <a:pt x="242" y="3451"/>
                </a:lnTo>
                <a:lnTo>
                  <a:pt x="323" y="3048"/>
                </a:lnTo>
                <a:lnTo>
                  <a:pt x="424" y="2664"/>
                </a:lnTo>
                <a:lnTo>
                  <a:pt x="565" y="2301"/>
                </a:lnTo>
                <a:lnTo>
                  <a:pt x="727" y="1958"/>
                </a:lnTo>
                <a:lnTo>
                  <a:pt x="928" y="1655"/>
                </a:lnTo>
                <a:lnTo>
                  <a:pt x="1130" y="1373"/>
                </a:lnTo>
                <a:lnTo>
                  <a:pt x="1251" y="1252"/>
                </a:lnTo>
                <a:lnTo>
                  <a:pt x="1393" y="1151"/>
                </a:lnTo>
                <a:lnTo>
                  <a:pt x="1514" y="1050"/>
                </a:lnTo>
                <a:lnTo>
                  <a:pt x="1655" y="949"/>
                </a:lnTo>
                <a:lnTo>
                  <a:pt x="1816" y="888"/>
                </a:lnTo>
                <a:lnTo>
                  <a:pt x="1978" y="828"/>
                </a:lnTo>
                <a:lnTo>
                  <a:pt x="2280" y="727"/>
                </a:lnTo>
                <a:lnTo>
                  <a:pt x="2603" y="666"/>
                </a:lnTo>
                <a:lnTo>
                  <a:pt x="2946" y="606"/>
                </a:lnTo>
                <a:lnTo>
                  <a:pt x="3289" y="566"/>
                </a:lnTo>
                <a:lnTo>
                  <a:pt x="3996" y="525"/>
                </a:lnTo>
                <a:lnTo>
                  <a:pt x="4702" y="505"/>
                </a:lnTo>
                <a:lnTo>
                  <a:pt x="5287" y="485"/>
                </a:lnTo>
                <a:lnTo>
                  <a:pt x="5852" y="445"/>
                </a:lnTo>
                <a:lnTo>
                  <a:pt x="8012" y="303"/>
                </a:lnTo>
                <a:lnTo>
                  <a:pt x="10009" y="182"/>
                </a:lnTo>
                <a:lnTo>
                  <a:pt x="11200" y="142"/>
                </a:lnTo>
                <a:lnTo>
                  <a:pt x="12391" y="101"/>
                </a:lnTo>
                <a:lnTo>
                  <a:pt x="13521" y="81"/>
                </a:lnTo>
                <a:lnTo>
                  <a:pt x="14651" y="81"/>
                </a:lnTo>
                <a:lnTo>
                  <a:pt x="15741" y="101"/>
                </a:lnTo>
                <a:lnTo>
                  <a:pt x="16790" y="122"/>
                </a:lnTo>
                <a:lnTo>
                  <a:pt x="17839" y="182"/>
                </a:lnTo>
                <a:lnTo>
                  <a:pt x="18868" y="243"/>
                </a:lnTo>
                <a:lnTo>
                  <a:pt x="19857" y="323"/>
                </a:lnTo>
                <a:lnTo>
                  <a:pt x="20826" y="404"/>
                </a:lnTo>
                <a:lnTo>
                  <a:pt x="21795" y="525"/>
                </a:lnTo>
                <a:lnTo>
                  <a:pt x="22723" y="666"/>
                </a:lnTo>
                <a:lnTo>
                  <a:pt x="23651" y="808"/>
                </a:lnTo>
                <a:lnTo>
                  <a:pt x="24559" y="969"/>
                </a:lnTo>
                <a:lnTo>
                  <a:pt x="25447" y="1151"/>
                </a:lnTo>
                <a:lnTo>
                  <a:pt x="26335" y="1353"/>
                </a:lnTo>
                <a:lnTo>
                  <a:pt x="27082" y="1534"/>
                </a:lnTo>
                <a:lnTo>
                  <a:pt x="27828" y="1756"/>
                </a:lnTo>
                <a:lnTo>
                  <a:pt x="28575" y="2019"/>
                </a:lnTo>
                <a:lnTo>
                  <a:pt x="28958" y="2160"/>
                </a:lnTo>
                <a:lnTo>
                  <a:pt x="29322" y="2321"/>
                </a:lnTo>
                <a:lnTo>
                  <a:pt x="29665" y="2503"/>
                </a:lnTo>
                <a:lnTo>
                  <a:pt x="30028" y="2684"/>
                </a:lnTo>
                <a:lnTo>
                  <a:pt x="30371" y="2886"/>
                </a:lnTo>
                <a:lnTo>
                  <a:pt x="30694" y="3108"/>
                </a:lnTo>
                <a:lnTo>
                  <a:pt x="30997" y="3350"/>
                </a:lnTo>
                <a:lnTo>
                  <a:pt x="31299" y="3613"/>
                </a:lnTo>
                <a:lnTo>
                  <a:pt x="31582" y="3895"/>
                </a:lnTo>
                <a:lnTo>
                  <a:pt x="31844" y="4198"/>
                </a:lnTo>
                <a:lnTo>
                  <a:pt x="32086" y="4521"/>
                </a:lnTo>
                <a:lnTo>
                  <a:pt x="32288" y="4844"/>
                </a:lnTo>
                <a:lnTo>
                  <a:pt x="32470" y="5167"/>
                </a:lnTo>
                <a:lnTo>
                  <a:pt x="32631" y="5490"/>
                </a:lnTo>
                <a:lnTo>
                  <a:pt x="32772" y="5833"/>
                </a:lnTo>
                <a:lnTo>
                  <a:pt x="32894" y="6176"/>
                </a:lnTo>
                <a:lnTo>
                  <a:pt x="33015" y="6519"/>
                </a:lnTo>
                <a:lnTo>
                  <a:pt x="33095" y="6862"/>
                </a:lnTo>
                <a:lnTo>
                  <a:pt x="33156" y="7205"/>
                </a:lnTo>
                <a:lnTo>
                  <a:pt x="33216" y="7548"/>
                </a:lnTo>
                <a:lnTo>
                  <a:pt x="33277" y="8214"/>
                </a:lnTo>
                <a:lnTo>
                  <a:pt x="33317" y="8860"/>
                </a:lnTo>
                <a:lnTo>
                  <a:pt x="33297" y="9445"/>
                </a:lnTo>
                <a:lnTo>
                  <a:pt x="33277" y="9949"/>
                </a:lnTo>
                <a:lnTo>
                  <a:pt x="33216" y="10454"/>
                </a:lnTo>
                <a:lnTo>
                  <a:pt x="33156" y="10938"/>
                </a:lnTo>
                <a:lnTo>
                  <a:pt x="33095" y="11443"/>
                </a:lnTo>
                <a:lnTo>
                  <a:pt x="32914" y="12431"/>
                </a:lnTo>
                <a:lnTo>
                  <a:pt x="32732" y="13420"/>
                </a:lnTo>
                <a:lnTo>
                  <a:pt x="32450" y="14954"/>
                </a:lnTo>
                <a:lnTo>
                  <a:pt x="32288" y="15923"/>
                </a:lnTo>
                <a:lnTo>
                  <a:pt x="32167" y="16710"/>
                </a:lnTo>
                <a:lnTo>
                  <a:pt x="32026" y="17497"/>
                </a:lnTo>
                <a:lnTo>
                  <a:pt x="31844" y="18284"/>
                </a:lnTo>
                <a:lnTo>
                  <a:pt x="31743" y="18667"/>
                </a:lnTo>
                <a:lnTo>
                  <a:pt x="31622" y="19051"/>
                </a:lnTo>
                <a:lnTo>
                  <a:pt x="31481" y="19454"/>
                </a:lnTo>
                <a:lnTo>
                  <a:pt x="31319" y="19898"/>
                </a:lnTo>
                <a:lnTo>
                  <a:pt x="31098" y="20342"/>
                </a:lnTo>
                <a:lnTo>
                  <a:pt x="30835" y="20806"/>
                </a:lnTo>
                <a:lnTo>
                  <a:pt x="30553" y="21250"/>
                </a:lnTo>
                <a:lnTo>
                  <a:pt x="30371" y="21472"/>
                </a:lnTo>
                <a:lnTo>
                  <a:pt x="30210" y="21674"/>
                </a:lnTo>
                <a:lnTo>
                  <a:pt x="30008" y="21876"/>
                </a:lnTo>
                <a:lnTo>
                  <a:pt x="29806" y="22078"/>
                </a:lnTo>
                <a:lnTo>
                  <a:pt x="29584" y="22259"/>
                </a:lnTo>
                <a:lnTo>
                  <a:pt x="29362" y="22441"/>
                </a:lnTo>
                <a:lnTo>
                  <a:pt x="29402" y="22501"/>
                </a:lnTo>
                <a:lnTo>
                  <a:pt x="29766" y="22219"/>
                </a:lnTo>
                <a:lnTo>
                  <a:pt x="30129" y="21876"/>
                </a:lnTo>
                <a:lnTo>
                  <a:pt x="30452" y="21513"/>
                </a:lnTo>
                <a:lnTo>
                  <a:pt x="30754" y="21089"/>
                </a:lnTo>
                <a:lnTo>
                  <a:pt x="31037" y="20645"/>
                </a:lnTo>
                <a:lnTo>
                  <a:pt x="31279" y="20160"/>
                </a:lnTo>
                <a:lnTo>
                  <a:pt x="31501" y="19636"/>
                </a:lnTo>
                <a:lnTo>
                  <a:pt x="31703" y="19071"/>
                </a:lnTo>
                <a:lnTo>
                  <a:pt x="31824" y="18687"/>
                </a:lnTo>
                <a:lnTo>
                  <a:pt x="31925" y="18304"/>
                </a:lnTo>
                <a:lnTo>
                  <a:pt x="32086" y="17517"/>
                </a:lnTo>
                <a:lnTo>
                  <a:pt x="32248" y="16730"/>
                </a:lnTo>
                <a:lnTo>
                  <a:pt x="32369" y="15943"/>
                </a:lnTo>
                <a:lnTo>
                  <a:pt x="32530" y="14954"/>
                </a:lnTo>
                <a:lnTo>
                  <a:pt x="32813" y="13440"/>
                </a:lnTo>
                <a:lnTo>
                  <a:pt x="32994" y="12452"/>
                </a:lnTo>
                <a:lnTo>
                  <a:pt x="33176" y="11463"/>
                </a:lnTo>
                <a:lnTo>
                  <a:pt x="33237" y="10958"/>
                </a:lnTo>
                <a:lnTo>
                  <a:pt x="33297" y="10454"/>
                </a:lnTo>
                <a:lnTo>
                  <a:pt x="33358" y="9949"/>
                </a:lnTo>
                <a:lnTo>
                  <a:pt x="33378" y="9445"/>
                </a:lnTo>
                <a:lnTo>
                  <a:pt x="33398" y="8860"/>
                </a:lnTo>
                <a:lnTo>
                  <a:pt x="33358" y="8214"/>
                </a:lnTo>
                <a:lnTo>
                  <a:pt x="33337" y="7871"/>
                </a:lnTo>
                <a:lnTo>
                  <a:pt x="33297" y="7548"/>
                </a:lnTo>
                <a:lnTo>
                  <a:pt x="33237" y="7205"/>
                </a:lnTo>
                <a:lnTo>
                  <a:pt x="33176" y="6842"/>
                </a:lnTo>
                <a:lnTo>
                  <a:pt x="33075" y="6499"/>
                </a:lnTo>
                <a:lnTo>
                  <a:pt x="32974" y="6155"/>
                </a:lnTo>
                <a:lnTo>
                  <a:pt x="32853" y="5812"/>
                </a:lnTo>
                <a:lnTo>
                  <a:pt x="32712" y="5469"/>
                </a:lnTo>
                <a:lnTo>
                  <a:pt x="32550" y="5126"/>
                </a:lnTo>
                <a:lnTo>
                  <a:pt x="32369" y="4783"/>
                </a:lnTo>
                <a:lnTo>
                  <a:pt x="32147" y="4460"/>
                </a:lnTo>
                <a:lnTo>
                  <a:pt x="31925" y="4158"/>
                </a:lnTo>
                <a:lnTo>
                  <a:pt x="31642" y="3855"/>
                </a:lnTo>
                <a:lnTo>
                  <a:pt x="31360" y="3552"/>
                </a:lnTo>
                <a:lnTo>
                  <a:pt x="31057" y="3290"/>
                </a:lnTo>
                <a:lnTo>
                  <a:pt x="30734" y="3048"/>
                </a:lnTo>
                <a:lnTo>
                  <a:pt x="30411" y="2826"/>
                </a:lnTo>
                <a:lnTo>
                  <a:pt x="30068" y="2624"/>
                </a:lnTo>
                <a:lnTo>
                  <a:pt x="29725" y="2422"/>
                </a:lnTo>
                <a:lnTo>
                  <a:pt x="29362" y="2241"/>
                </a:lnTo>
                <a:lnTo>
                  <a:pt x="28979" y="2079"/>
                </a:lnTo>
                <a:lnTo>
                  <a:pt x="28615" y="1938"/>
                </a:lnTo>
                <a:lnTo>
                  <a:pt x="27849" y="1675"/>
                </a:lnTo>
                <a:lnTo>
                  <a:pt x="27102" y="1454"/>
                </a:lnTo>
                <a:lnTo>
                  <a:pt x="26355" y="1272"/>
                </a:lnTo>
                <a:lnTo>
                  <a:pt x="25467" y="1070"/>
                </a:lnTo>
                <a:lnTo>
                  <a:pt x="24579" y="888"/>
                </a:lnTo>
                <a:lnTo>
                  <a:pt x="23671" y="727"/>
                </a:lnTo>
                <a:lnTo>
                  <a:pt x="22743" y="586"/>
                </a:lnTo>
                <a:lnTo>
                  <a:pt x="21795" y="445"/>
                </a:lnTo>
                <a:lnTo>
                  <a:pt x="20846" y="344"/>
                </a:lnTo>
                <a:lnTo>
                  <a:pt x="19857" y="243"/>
                </a:lnTo>
                <a:lnTo>
                  <a:pt x="18868" y="162"/>
                </a:lnTo>
                <a:lnTo>
                  <a:pt x="17839" y="101"/>
                </a:lnTo>
                <a:lnTo>
                  <a:pt x="16810" y="41"/>
                </a:lnTo>
                <a:lnTo>
                  <a:pt x="15741" y="21"/>
                </a:lnTo>
                <a:lnTo>
                  <a:pt x="1465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6" name="Google Shape;2686;p34"/>
          <p:cNvSpPr/>
          <p:nvPr/>
        </p:nvSpPr>
        <p:spPr>
          <a:xfrm flipH="1">
            <a:off x="-1982633" y="284327"/>
            <a:ext cx="1754433" cy="1582965"/>
          </a:xfrm>
          <a:custGeom>
            <a:rect b="b" l="l" r="r" t="t"/>
            <a:pathLst>
              <a:path extrusionOk="0" h="28314" w="31381">
                <a:moveTo>
                  <a:pt x="3310" y="0"/>
                </a:moveTo>
                <a:lnTo>
                  <a:pt x="1938" y="121"/>
                </a:lnTo>
                <a:lnTo>
                  <a:pt x="1554" y="162"/>
                </a:lnTo>
                <a:lnTo>
                  <a:pt x="1231" y="222"/>
                </a:lnTo>
                <a:lnTo>
                  <a:pt x="989" y="303"/>
                </a:lnTo>
                <a:lnTo>
                  <a:pt x="868" y="343"/>
                </a:lnTo>
                <a:lnTo>
                  <a:pt x="787" y="404"/>
                </a:lnTo>
                <a:lnTo>
                  <a:pt x="687" y="485"/>
                </a:lnTo>
                <a:lnTo>
                  <a:pt x="626" y="565"/>
                </a:lnTo>
                <a:lnTo>
                  <a:pt x="545" y="666"/>
                </a:lnTo>
                <a:lnTo>
                  <a:pt x="485" y="787"/>
                </a:lnTo>
                <a:lnTo>
                  <a:pt x="384" y="1070"/>
                </a:lnTo>
                <a:lnTo>
                  <a:pt x="283" y="1453"/>
                </a:lnTo>
                <a:lnTo>
                  <a:pt x="162" y="2180"/>
                </a:lnTo>
                <a:lnTo>
                  <a:pt x="61" y="2926"/>
                </a:lnTo>
                <a:lnTo>
                  <a:pt x="21" y="3693"/>
                </a:lnTo>
                <a:lnTo>
                  <a:pt x="0" y="4501"/>
                </a:lnTo>
                <a:lnTo>
                  <a:pt x="21" y="5247"/>
                </a:lnTo>
                <a:lnTo>
                  <a:pt x="61" y="5974"/>
                </a:lnTo>
                <a:lnTo>
                  <a:pt x="122" y="6700"/>
                </a:lnTo>
                <a:lnTo>
                  <a:pt x="202" y="7447"/>
                </a:lnTo>
                <a:lnTo>
                  <a:pt x="303" y="8193"/>
                </a:lnTo>
                <a:lnTo>
                  <a:pt x="424" y="8940"/>
                </a:lnTo>
                <a:lnTo>
                  <a:pt x="666" y="10514"/>
                </a:lnTo>
                <a:lnTo>
                  <a:pt x="909" y="11826"/>
                </a:lnTo>
                <a:lnTo>
                  <a:pt x="1534" y="15559"/>
                </a:lnTo>
                <a:lnTo>
                  <a:pt x="1837" y="17436"/>
                </a:lnTo>
                <a:lnTo>
                  <a:pt x="2099" y="19333"/>
                </a:lnTo>
                <a:lnTo>
                  <a:pt x="2341" y="21230"/>
                </a:lnTo>
                <a:lnTo>
                  <a:pt x="2442" y="22198"/>
                </a:lnTo>
                <a:lnTo>
                  <a:pt x="2543" y="23147"/>
                </a:lnTo>
                <a:lnTo>
                  <a:pt x="2604" y="24095"/>
                </a:lnTo>
                <a:lnTo>
                  <a:pt x="2684" y="25044"/>
                </a:lnTo>
                <a:lnTo>
                  <a:pt x="2725" y="26013"/>
                </a:lnTo>
                <a:lnTo>
                  <a:pt x="2745" y="26961"/>
                </a:lnTo>
                <a:lnTo>
                  <a:pt x="2765" y="27143"/>
                </a:lnTo>
                <a:lnTo>
                  <a:pt x="2785" y="27304"/>
                </a:lnTo>
                <a:lnTo>
                  <a:pt x="2826" y="27486"/>
                </a:lnTo>
                <a:lnTo>
                  <a:pt x="2866" y="27667"/>
                </a:lnTo>
                <a:lnTo>
                  <a:pt x="2927" y="27829"/>
                </a:lnTo>
                <a:lnTo>
                  <a:pt x="3007" y="27970"/>
                </a:lnTo>
                <a:lnTo>
                  <a:pt x="3108" y="28091"/>
                </a:lnTo>
                <a:lnTo>
                  <a:pt x="3209" y="28192"/>
                </a:lnTo>
                <a:lnTo>
                  <a:pt x="3290" y="28253"/>
                </a:lnTo>
                <a:lnTo>
                  <a:pt x="3371" y="28273"/>
                </a:lnTo>
                <a:lnTo>
                  <a:pt x="3451" y="28313"/>
                </a:lnTo>
                <a:lnTo>
                  <a:pt x="3532" y="28313"/>
                </a:lnTo>
                <a:lnTo>
                  <a:pt x="3673" y="28293"/>
                </a:lnTo>
                <a:lnTo>
                  <a:pt x="3754" y="28273"/>
                </a:lnTo>
                <a:lnTo>
                  <a:pt x="3835" y="28232"/>
                </a:lnTo>
                <a:lnTo>
                  <a:pt x="3956" y="28131"/>
                </a:lnTo>
                <a:lnTo>
                  <a:pt x="4077" y="28031"/>
                </a:lnTo>
                <a:lnTo>
                  <a:pt x="4178" y="27909"/>
                </a:lnTo>
                <a:lnTo>
                  <a:pt x="4380" y="27667"/>
                </a:lnTo>
                <a:lnTo>
                  <a:pt x="5126" y="26820"/>
                </a:lnTo>
                <a:lnTo>
                  <a:pt x="5510" y="26396"/>
                </a:lnTo>
                <a:lnTo>
                  <a:pt x="5893" y="25992"/>
                </a:lnTo>
                <a:lnTo>
                  <a:pt x="6297" y="25589"/>
                </a:lnTo>
                <a:lnTo>
                  <a:pt x="6700" y="25205"/>
                </a:lnTo>
                <a:lnTo>
                  <a:pt x="7124" y="24842"/>
                </a:lnTo>
                <a:lnTo>
                  <a:pt x="7588" y="24499"/>
                </a:lnTo>
                <a:lnTo>
                  <a:pt x="8012" y="24196"/>
                </a:lnTo>
                <a:lnTo>
                  <a:pt x="8476" y="23914"/>
                </a:lnTo>
                <a:lnTo>
                  <a:pt x="8940" y="23651"/>
                </a:lnTo>
                <a:lnTo>
                  <a:pt x="9445" y="23409"/>
                </a:lnTo>
                <a:lnTo>
                  <a:pt x="9949" y="23187"/>
                </a:lnTo>
                <a:lnTo>
                  <a:pt x="10474" y="22985"/>
                </a:lnTo>
                <a:lnTo>
                  <a:pt x="11039" y="22804"/>
                </a:lnTo>
                <a:lnTo>
                  <a:pt x="11604" y="22642"/>
                </a:lnTo>
                <a:lnTo>
                  <a:pt x="12209" y="22501"/>
                </a:lnTo>
                <a:lnTo>
                  <a:pt x="12815" y="22380"/>
                </a:lnTo>
                <a:lnTo>
                  <a:pt x="13440" y="22279"/>
                </a:lnTo>
                <a:lnTo>
                  <a:pt x="14086" y="22219"/>
                </a:lnTo>
                <a:lnTo>
                  <a:pt x="14752" y="22158"/>
                </a:lnTo>
                <a:lnTo>
                  <a:pt x="15438" y="22118"/>
                </a:lnTo>
                <a:lnTo>
                  <a:pt x="16144" y="22098"/>
                </a:lnTo>
                <a:lnTo>
                  <a:pt x="16871" y="22098"/>
                </a:lnTo>
                <a:lnTo>
                  <a:pt x="18082" y="22138"/>
                </a:lnTo>
                <a:lnTo>
                  <a:pt x="19293" y="22219"/>
                </a:lnTo>
                <a:lnTo>
                  <a:pt x="20503" y="22320"/>
                </a:lnTo>
                <a:lnTo>
                  <a:pt x="21694" y="22441"/>
                </a:lnTo>
                <a:lnTo>
                  <a:pt x="22905" y="22562"/>
                </a:lnTo>
                <a:lnTo>
                  <a:pt x="24156" y="22663"/>
                </a:lnTo>
                <a:lnTo>
                  <a:pt x="25387" y="22743"/>
                </a:lnTo>
                <a:lnTo>
                  <a:pt x="26638" y="22784"/>
                </a:lnTo>
                <a:lnTo>
                  <a:pt x="27788" y="22784"/>
                </a:lnTo>
                <a:lnTo>
                  <a:pt x="28414" y="22723"/>
                </a:lnTo>
                <a:lnTo>
                  <a:pt x="29019" y="22642"/>
                </a:lnTo>
                <a:lnTo>
                  <a:pt x="29342" y="22582"/>
                </a:lnTo>
                <a:lnTo>
                  <a:pt x="29645" y="22501"/>
                </a:lnTo>
                <a:lnTo>
                  <a:pt x="29948" y="22420"/>
                </a:lnTo>
                <a:lnTo>
                  <a:pt x="30250" y="22320"/>
                </a:lnTo>
                <a:lnTo>
                  <a:pt x="30533" y="22198"/>
                </a:lnTo>
                <a:lnTo>
                  <a:pt x="30836" y="22057"/>
                </a:lnTo>
                <a:lnTo>
                  <a:pt x="31118" y="21896"/>
                </a:lnTo>
                <a:lnTo>
                  <a:pt x="31380" y="21734"/>
                </a:lnTo>
                <a:lnTo>
                  <a:pt x="31340" y="21674"/>
                </a:lnTo>
                <a:lnTo>
                  <a:pt x="31037" y="21855"/>
                </a:lnTo>
                <a:lnTo>
                  <a:pt x="30674" y="22057"/>
                </a:lnTo>
                <a:lnTo>
                  <a:pt x="30250" y="22239"/>
                </a:lnTo>
                <a:lnTo>
                  <a:pt x="30008" y="22320"/>
                </a:lnTo>
                <a:lnTo>
                  <a:pt x="29746" y="22400"/>
                </a:lnTo>
                <a:lnTo>
                  <a:pt x="29463" y="22461"/>
                </a:lnTo>
                <a:lnTo>
                  <a:pt x="29140" y="22542"/>
                </a:lnTo>
                <a:lnTo>
                  <a:pt x="28797" y="22582"/>
                </a:lnTo>
                <a:lnTo>
                  <a:pt x="28434" y="22642"/>
                </a:lnTo>
                <a:lnTo>
                  <a:pt x="28031" y="22683"/>
                </a:lnTo>
                <a:lnTo>
                  <a:pt x="27607" y="22703"/>
                </a:lnTo>
                <a:lnTo>
                  <a:pt x="26638" y="22703"/>
                </a:lnTo>
                <a:lnTo>
                  <a:pt x="25387" y="22663"/>
                </a:lnTo>
                <a:lnTo>
                  <a:pt x="24156" y="22582"/>
                </a:lnTo>
                <a:lnTo>
                  <a:pt x="22925" y="22481"/>
                </a:lnTo>
                <a:lnTo>
                  <a:pt x="21694" y="22360"/>
                </a:lnTo>
                <a:lnTo>
                  <a:pt x="20503" y="22259"/>
                </a:lnTo>
                <a:lnTo>
                  <a:pt x="19293" y="22138"/>
                </a:lnTo>
                <a:lnTo>
                  <a:pt x="18082" y="22057"/>
                </a:lnTo>
                <a:lnTo>
                  <a:pt x="16871" y="22017"/>
                </a:lnTo>
                <a:lnTo>
                  <a:pt x="16144" y="22017"/>
                </a:lnTo>
                <a:lnTo>
                  <a:pt x="15438" y="22037"/>
                </a:lnTo>
                <a:lnTo>
                  <a:pt x="14752" y="22077"/>
                </a:lnTo>
                <a:lnTo>
                  <a:pt x="14086" y="22138"/>
                </a:lnTo>
                <a:lnTo>
                  <a:pt x="13420" y="22219"/>
                </a:lnTo>
                <a:lnTo>
                  <a:pt x="12795" y="22299"/>
                </a:lnTo>
                <a:lnTo>
                  <a:pt x="12189" y="22420"/>
                </a:lnTo>
                <a:lnTo>
                  <a:pt x="11584" y="22562"/>
                </a:lnTo>
                <a:lnTo>
                  <a:pt x="11019" y="22723"/>
                </a:lnTo>
                <a:lnTo>
                  <a:pt x="10454" y="22905"/>
                </a:lnTo>
                <a:lnTo>
                  <a:pt x="9909" y="23107"/>
                </a:lnTo>
                <a:lnTo>
                  <a:pt x="9404" y="23329"/>
                </a:lnTo>
                <a:lnTo>
                  <a:pt x="8900" y="23571"/>
                </a:lnTo>
                <a:lnTo>
                  <a:pt x="8416" y="23833"/>
                </a:lnTo>
                <a:lnTo>
                  <a:pt x="7972" y="24116"/>
                </a:lnTo>
                <a:lnTo>
                  <a:pt x="7528" y="24418"/>
                </a:lnTo>
                <a:lnTo>
                  <a:pt x="7084" y="24782"/>
                </a:lnTo>
                <a:lnTo>
                  <a:pt x="6660" y="25145"/>
                </a:lnTo>
                <a:lnTo>
                  <a:pt x="6236" y="25528"/>
                </a:lnTo>
                <a:lnTo>
                  <a:pt x="5832" y="25932"/>
                </a:lnTo>
                <a:lnTo>
                  <a:pt x="5449" y="26356"/>
                </a:lnTo>
                <a:lnTo>
                  <a:pt x="5066" y="26759"/>
                </a:lnTo>
                <a:lnTo>
                  <a:pt x="4319" y="27607"/>
                </a:lnTo>
                <a:lnTo>
                  <a:pt x="4117" y="27869"/>
                </a:lnTo>
                <a:lnTo>
                  <a:pt x="3996" y="27990"/>
                </a:lnTo>
                <a:lnTo>
                  <a:pt x="3895" y="28091"/>
                </a:lnTo>
                <a:lnTo>
                  <a:pt x="3774" y="28172"/>
                </a:lnTo>
                <a:lnTo>
                  <a:pt x="3653" y="28212"/>
                </a:lnTo>
                <a:lnTo>
                  <a:pt x="3552" y="28232"/>
                </a:lnTo>
                <a:lnTo>
                  <a:pt x="3451" y="28212"/>
                </a:lnTo>
                <a:lnTo>
                  <a:pt x="3350" y="28192"/>
                </a:lnTo>
                <a:lnTo>
                  <a:pt x="3270" y="28131"/>
                </a:lnTo>
                <a:lnTo>
                  <a:pt x="3169" y="28031"/>
                </a:lnTo>
                <a:lnTo>
                  <a:pt x="3068" y="27909"/>
                </a:lnTo>
                <a:lnTo>
                  <a:pt x="3007" y="27768"/>
                </a:lnTo>
                <a:lnTo>
                  <a:pt x="2947" y="27627"/>
                </a:lnTo>
                <a:lnTo>
                  <a:pt x="2906" y="27465"/>
                </a:lnTo>
                <a:lnTo>
                  <a:pt x="2866" y="27284"/>
                </a:lnTo>
                <a:lnTo>
                  <a:pt x="2826" y="26961"/>
                </a:lnTo>
                <a:lnTo>
                  <a:pt x="2805" y="26013"/>
                </a:lnTo>
                <a:lnTo>
                  <a:pt x="2765" y="25044"/>
                </a:lnTo>
                <a:lnTo>
                  <a:pt x="2684" y="24095"/>
                </a:lnTo>
                <a:lnTo>
                  <a:pt x="2624" y="23147"/>
                </a:lnTo>
                <a:lnTo>
                  <a:pt x="2523" y="22178"/>
                </a:lnTo>
                <a:lnTo>
                  <a:pt x="2422" y="21230"/>
                </a:lnTo>
                <a:lnTo>
                  <a:pt x="2180" y="19333"/>
                </a:lnTo>
                <a:lnTo>
                  <a:pt x="1918" y="17436"/>
                </a:lnTo>
                <a:lnTo>
                  <a:pt x="1615" y="15539"/>
                </a:lnTo>
                <a:lnTo>
                  <a:pt x="989" y="11806"/>
                </a:lnTo>
                <a:lnTo>
                  <a:pt x="747" y="10494"/>
                </a:lnTo>
                <a:lnTo>
                  <a:pt x="505" y="8940"/>
                </a:lnTo>
                <a:lnTo>
                  <a:pt x="384" y="8173"/>
                </a:lnTo>
                <a:lnTo>
                  <a:pt x="283" y="7447"/>
                </a:lnTo>
                <a:lnTo>
                  <a:pt x="202" y="6700"/>
                </a:lnTo>
                <a:lnTo>
                  <a:pt x="142" y="5974"/>
                </a:lnTo>
                <a:lnTo>
                  <a:pt x="101" y="5247"/>
                </a:lnTo>
                <a:lnTo>
                  <a:pt x="81" y="4501"/>
                </a:lnTo>
                <a:lnTo>
                  <a:pt x="101" y="3693"/>
                </a:lnTo>
                <a:lnTo>
                  <a:pt x="142" y="2926"/>
                </a:lnTo>
                <a:lnTo>
                  <a:pt x="243" y="2180"/>
                </a:lnTo>
                <a:lnTo>
                  <a:pt x="364" y="1474"/>
                </a:lnTo>
                <a:lnTo>
                  <a:pt x="444" y="1110"/>
                </a:lnTo>
                <a:lnTo>
                  <a:pt x="545" y="828"/>
                </a:lnTo>
                <a:lnTo>
                  <a:pt x="606" y="707"/>
                </a:lnTo>
                <a:lnTo>
                  <a:pt x="666" y="626"/>
                </a:lnTo>
                <a:lnTo>
                  <a:pt x="747" y="545"/>
                </a:lnTo>
                <a:lnTo>
                  <a:pt x="828" y="465"/>
                </a:lnTo>
                <a:lnTo>
                  <a:pt x="909" y="404"/>
                </a:lnTo>
                <a:lnTo>
                  <a:pt x="1009" y="364"/>
                </a:lnTo>
                <a:lnTo>
                  <a:pt x="1252" y="303"/>
                </a:lnTo>
                <a:lnTo>
                  <a:pt x="1574" y="243"/>
                </a:lnTo>
                <a:lnTo>
                  <a:pt x="1958" y="202"/>
                </a:lnTo>
                <a:lnTo>
                  <a:pt x="3310" y="81"/>
                </a:lnTo>
                <a:lnTo>
                  <a:pt x="33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7" name="Google Shape;2687;p34"/>
          <p:cNvSpPr/>
          <p:nvPr/>
        </p:nvSpPr>
        <p:spPr>
          <a:xfrm flipH="1">
            <a:off x="-2055978" y="227918"/>
            <a:ext cx="1571672" cy="1149682"/>
          </a:xfrm>
          <a:custGeom>
            <a:rect b="b" l="l" r="r" t="t"/>
            <a:pathLst>
              <a:path extrusionOk="0" h="20564" w="28112">
                <a:moveTo>
                  <a:pt x="7083" y="81"/>
                </a:moveTo>
                <a:lnTo>
                  <a:pt x="8436" y="142"/>
                </a:lnTo>
                <a:lnTo>
                  <a:pt x="9767" y="202"/>
                </a:lnTo>
                <a:lnTo>
                  <a:pt x="12956" y="384"/>
                </a:lnTo>
                <a:lnTo>
                  <a:pt x="14550" y="485"/>
                </a:lnTo>
                <a:lnTo>
                  <a:pt x="16165" y="586"/>
                </a:lnTo>
                <a:lnTo>
                  <a:pt x="17779" y="727"/>
                </a:lnTo>
                <a:lnTo>
                  <a:pt x="19393" y="868"/>
                </a:lnTo>
                <a:lnTo>
                  <a:pt x="21008" y="1030"/>
                </a:lnTo>
                <a:lnTo>
                  <a:pt x="22602" y="1211"/>
                </a:lnTo>
                <a:lnTo>
                  <a:pt x="23248" y="1312"/>
                </a:lnTo>
                <a:lnTo>
                  <a:pt x="23873" y="1433"/>
                </a:lnTo>
                <a:lnTo>
                  <a:pt x="24499" y="1574"/>
                </a:lnTo>
                <a:lnTo>
                  <a:pt x="24781" y="1675"/>
                </a:lnTo>
                <a:lnTo>
                  <a:pt x="25084" y="1776"/>
                </a:lnTo>
                <a:lnTo>
                  <a:pt x="25346" y="1877"/>
                </a:lnTo>
                <a:lnTo>
                  <a:pt x="25629" y="2018"/>
                </a:lnTo>
                <a:lnTo>
                  <a:pt x="25871" y="2160"/>
                </a:lnTo>
                <a:lnTo>
                  <a:pt x="26113" y="2301"/>
                </a:lnTo>
                <a:lnTo>
                  <a:pt x="26355" y="2483"/>
                </a:lnTo>
                <a:lnTo>
                  <a:pt x="26557" y="2684"/>
                </a:lnTo>
                <a:lnTo>
                  <a:pt x="26759" y="2886"/>
                </a:lnTo>
                <a:lnTo>
                  <a:pt x="26941" y="3128"/>
                </a:lnTo>
                <a:lnTo>
                  <a:pt x="27082" y="3370"/>
                </a:lnTo>
                <a:lnTo>
                  <a:pt x="27203" y="3613"/>
                </a:lnTo>
                <a:lnTo>
                  <a:pt x="27304" y="3855"/>
                </a:lnTo>
                <a:lnTo>
                  <a:pt x="27405" y="4137"/>
                </a:lnTo>
                <a:lnTo>
                  <a:pt x="27486" y="4400"/>
                </a:lnTo>
                <a:lnTo>
                  <a:pt x="27546" y="4662"/>
                </a:lnTo>
                <a:lnTo>
                  <a:pt x="27667" y="5207"/>
                </a:lnTo>
                <a:lnTo>
                  <a:pt x="27748" y="5772"/>
                </a:lnTo>
                <a:lnTo>
                  <a:pt x="27829" y="6337"/>
                </a:lnTo>
                <a:lnTo>
                  <a:pt x="27909" y="6922"/>
                </a:lnTo>
                <a:lnTo>
                  <a:pt x="27950" y="7487"/>
                </a:lnTo>
                <a:lnTo>
                  <a:pt x="27990" y="8072"/>
                </a:lnTo>
                <a:lnTo>
                  <a:pt x="28030" y="8678"/>
                </a:lnTo>
                <a:lnTo>
                  <a:pt x="28030" y="9283"/>
                </a:lnTo>
                <a:lnTo>
                  <a:pt x="28030" y="9889"/>
                </a:lnTo>
                <a:lnTo>
                  <a:pt x="28010" y="10494"/>
                </a:lnTo>
                <a:lnTo>
                  <a:pt x="27990" y="11120"/>
                </a:lnTo>
                <a:lnTo>
                  <a:pt x="27950" y="11765"/>
                </a:lnTo>
                <a:lnTo>
                  <a:pt x="27889" y="12411"/>
                </a:lnTo>
                <a:lnTo>
                  <a:pt x="27829" y="13057"/>
                </a:lnTo>
                <a:lnTo>
                  <a:pt x="27748" y="13723"/>
                </a:lnTo>
                <a:lnTo>
                  <a:pt x="27526" y="15075"/>
                </a:lnTo>
                <a:lnTo>
                  <a:pt x="27405" y="15700"/>
                </a:lnTo>
                <a:lnTo>
                  <a:pt x="27344" y="16003"/>
                </a:lnTo>
                <a:lnTo>
                  <a:pt x="27264" y="16306"/>
                </a:lnTo>
                <a:lnTo>
                  <a:pt x="27142" y="16609"/>
                </a:lnTo>
                <a:lnTo>
                  <a:pt x="27021" y="16891"/>
                </a:lnTo>
                <a:lnTo>
                  <a:pt x="26880" y="17174"/>
                </a:lnTo>
                <a:lnTo>
                  <a:pt x="26698" y="17436"/>
                </a:lnTo>
                <a:lnTo>
                  <a:pt x="26577" y="17597"/>
                </a:lnTo>
                <a:lnTo>
                  <a:pt x="26436" y="17739"/>
                </a:lnTo>
                <a:lnTo>
                  <a:pt x="26275" y="17900"/>
                </a:lnTo>
                <a:lnTo>
                  <a:pt x="26113" y="18021"/>
                </a:lnTo>
                <a:lnTo>
                  <a:pt x="25932" y="18162"/>
                </a:lnTo>
                <a:lnTo>
                  <a:pt x="25750" y="18284"/>
                </a:lnTo>
                <a:lnTo>
                  <a:pt x="25548" y="18384"/>
                </a:lnTo>
                <a:lnTo>
                  <a:pt x="25326" y="18485"/>
                </a:lnTo>
                <a:lnTo>
                  <a:pt x="25104" y="18586"/>
                </a:lnTo>
                <a:lnTo>
                  <a:pt x="24862" y="18667"/>
                </a:lnTo>
                <a:lnTo>
                  <a:pt x="24337" y="18828"/>
                </a:lnTo>
                <a:lnTo>
                  <a:pt x="23772" y="18949"/>
                </a:lnTo>
                <a:lnTo>
                  <a:pt x="23147" y="19030"/>
                </a:lnTo>
                <a:lnTo>
                  <a:pt x="22299" y="19091"/>
                </a:lnTo>
                <a:lnTo>
                  <a:pt x="21452" y="19111"/>
                </a:lnTo>
                <a:lnTo>
                  <a:pt x="20604" y="19091"/>
                </a:lnTo>
                <a:lnTo>
                  <a:pt x="19757" y="19050"/>
                </a:lnTo>
                <a:lnTo>
                  <a:pt x="18909" y="18990"/>
                </a:lnTo>
                <a:lnTo>
                  <a:pt x="18061" y="18909"/>
                </a:lnTo>
                <a:lnTo>
                  <a:pt x="16386" y="18727"/>
                </a:lnTo>
                <a:lnTo>
                  <a:pt x="15277" y="18606"/>
                </a:lnTo>
                <a:lnTo>
                  <a:pt x="14187" y="18485"/>
                </a:lnTo>
                <a:lnTo>
                  <a:pt x="13077" y="18405"/>
                </a:lnTo>
                <a:lnTo>
                  <a:pt x="11987" y="18344"/>
                </a:lnTo>
                <a:lnTo>
                  <a:pt x="10877" y="18344"/>
                </a:lnTo>
                <a:lnTo>
                  <a:pt x="10332" y="18384"/>
                </a:lnTo>
                <a:lnTo>
                  <a:pt x="9788" y="18425"/>
                </a:lnTo>
                <a:lnTo>
                  <a:pt x="9243" y="18485"/>
                </a:lnTo>
                <a:lnTo>
                  <a:pt x="8698" y="18566"/>
                </a:lnTo>
                <a:lnTo>
                  <a:pt x="8153" y="18667"/>
                </a:lnTo>
                <a:lnTo>
                  <a:pt x="7608" y="18808"/>
                </a:lnTo>
                <a:lnTo>
                  <a:pt x="7184" y="18929"/>
                </a:lnTo>
                <a:lnTo>
                  <a:pt x="6761" y="19071"/>
                </a:lnTo>
                <a:lnTo>
                  <a:pt x="5933" y="19373"/>
                </a:lnTo>
                <a:lnTo>
                  <a:pt x="5126" y="19716"/>
                </a:lnTo>
                <a:lnTo>
                  <a:pt x="4319" y="20059"/>
                </a:lnTo>
                <a:lnTo>
                  <a:pt x="4117" y="20140"/>
                </a:lnTo>
                <a:lnTo>
                  <a:pt x="3693" y="20322"/>
                </a:lnTo>
                <a:lnTo>
                  <a:pt x="3491" y="20382"/>
                </a:lnTo>
                <a:lnTo>
                  <a:pt x="3269" y="20443"/>
                </a:lnTo>
                <a:lnTo>
                  <a:pt x="3068" y="20463"/>
                </a:lnTo>
                <a:lnTo>
                  <a:pt x="2866" y="20483"/>
                </a:lnTo>
                <a:lnTo>
                  <a:pt x="2664" y="20443"/>
                </a:lnTo>
                <a:lnTo>
                  <a:pt x="2462" y="20382"/>
                </a:lnTo>
                <a:lnTo>
                  <a:pt x="2301" y="20302"/>
                </a:lnTo>
                <a:lnTo>
                  <a:pt x="2139" y="20180"/>
                </a:lnTo>
                <a:lnTo>
                  <a:pt x="2018" y="20059"/>
                </a:lnTo>
                <a:lnTo>
                  <a:pt x="1917" y="19898"/>
                </a:lnTo>
                <a:lnTo>
                  <a:pt x="1817" y="19737"/>
                </a:lnTo>
                <a:lnTo>
                  <a:pt x="1756" y="19575"/>
                </a:lnTo>
                <a:lnTo>
                  <a:pt x="1695" y="19414"/>
                </a:lnTo>
                <a:lnTo>
                  <a:pt x="1655" y="19252"/>
                </a:lnTo>
                <a:lnTo>
                  <a:pt x="1635" y="18909"/>
                </a:lnTo>
                <a:lnTo>
                  <a:pt x="1635" y="18586"/>
                </a:lnTo>
                <a:lnTo>
                  <a:pt x="1655" y="18243"/>
                </a:lnTo>
                <a:lnTo>
                  <a:pt x="1695" y="17920"/>
                </a:lnTo>
                <a:lnTo>
                  <a:pt x="1716" y="17759"/>
                </a:lnTo>
                <a:lnTo>
                  <a:pt x="1796" y="16851"/>
                </a:lnTo>
                <a:lnTo>
                  <a:pt x="1857" y="15922"/>
                </a:lnTo>
                <a:lnTo>
                  <a:pt x="1857" y="15014"/>
                </a:lnTo>
                <a:lnTo>
                  <a:pt x="1817" y="14106"/>
                </a:lnTo>
                <a:lnTo>
                  <a:pt x="1736" y="13198"/>
                </a:lnTo>
                <a:lnTo>
                  <a:pt x="1615" y="12290"/>
                </a:lnTo>
                <a:lnTo>
                  <a:pt x="1453" y="11382"/>
                </a:lnTo>
                <a:lnTo>
                  <a:pt x="1251" y="10474"/>
                </a:lnTo>
                <a:lnTo>
                  <a:pt x="1050" y="9747"/>
                </a:lnTo>
                <a:lnTo>
                  <a:pt x="848" y="9021"/>
                </a:lnTo>
                <a:lnTo>
                  <a:pt x="626" y="8234"/>
                </a:lnTo>
                <a:lnTo>
                  <a:pt x="424" y="7447"/>
                </a:lnTo>
                <a:lnTo>
                  <a:pt x="323" y="7043"/>
                </a:lnTo>
                <a:lnTo>
                  <a:pt x="242" y="6640"/>
                </a:lnTo>
                <a:lnTo>
                  <a:pt x="182" y="6236"/>
                </a:lnTo>
                <a:lnTo>
                  <a:pt x="121" y="5812"/>
                </a:lnTo>
                <a:lnTo>
                  <a:pt x="101" y="5510"/>
                </a:lnTo>
                <a:lnTo>
                  <a:pt x="81" y="5227"/>
                </a:lnTo>
                <a:lnTo>
                  <a:pt x="81" y="4924"/>
                </a:lnTo>
                <a:lnTo>
                  <a:pt x="101" y="4642"/>
                </a:lnTo>
                <a:lnTo>
                  <a:pt x="121" y="4339"/>
                </a:lnTo>
                <a:lnTo>
                  <a:pt x="162" y="4077"/>
                </a:lnTo>
                <a:lnTo>
                  <a:pt x="222" y="3794"/>
                </a:lnTo>
                <a:lnTo>
                  <a:pt x="283" y="3532"/>
                </a:lnTo>
                <a:lnTo>
                  <a:pt x="343" y="3270"/>
                </a:lnTo>
                <a:lnTo>
                  <a:pt x="444" y="3027"/>
                </a:lnTo>
                <a:lnTo>
                  <a:pt x="545" y="2765"/>
                </a:lnTo>
                <a:lnTo>
                  <a:pt x="646" y="2543"/>
                </a:lnTo>
                <a:lnTo>
                  <a:pt x="767" y="2301"/>
                </a:lnTo>
                <a:lnTo>
                  <a:pt x="908" y="2099"/>
                </a:lnTo>
                <a:lnTo>
                  <a:pt x="1050" y="1877"/>
                </a:lnTo>
                <a:lnTo>
                  <a:pt x="1211" y="1675"/>
                </a:lnTo>
                <a:lnTo>
                  <a:pt x="1494" y="1352"/>
                </a:lnTo>
                <a:lnTo>
                  <a:pt x="1837" y="1070"/>
                </a:lnTo>
                <a:lnTo>
                  <a:pt x="2200" y="828"/>
                </a:lnTo>
                <a:lnTo>
                  <a:pt x="2583" y="606"/>
                </a:lnTo>
                <a:lnTo>
                  <a:pt x="2987" y="444"/>
                </a:lnTo>
                <a:lnTo>
                  <a:pt x="3431" y="303"/>
                </a:lnTo>
                <a:lnTo>
                  <a:pt x="3895" y="202"/>
                </a:lnTo>
                <a:lnTo>
                  <a:pt x="4379" y="142"/>
                </a:lnTo>
                <a:lnTo>
                  <a:pt x="5045" y="101"/>
                </a:lnTo>
                <a:lnTo>
                  <a:pt x="5731" y="81"/>
                </a:lnTo>
                <a:close/>
                <a:moveTo>
                  <a:pt x="5731" y="0"/>
                </a:moveTo>
                <a:lnTo>
                  <a:pt x="5045" y="21"/>
                </a:lnTo>
                <a:lnTo>
                  <a:pt x="4359" y="61"/>
                </a:lnTo>
                <a:lnTo>
                  <a:pt x="3875" y="121"/>
                </a:lnTo>
                <a:lnTo>
                  <a:pt x="3411" y="222"/>
                </a:lnTo>
                <a:lnTo>
                  <a:pt x="2967" y="364"/>
                </a:lnTo>
                <a:lnTo>
                  <a:pt x="2543" y="545"/>
                </a:lnTo>
                <a:lnTo>
                  <a:pt x="2139" y="767"/>
                </a:lnTo>
                <a:lnTo>
                  <a:pt x="1776" y="1009"/>
                </a:lnTo>
                <a:lnTo>
                  <a:pt x="1453" y="1312"/>
                </a:lnTo>
                <a:lnTo>
                  <a:pt x="1151" y="1635"/>
                </a:lnTo>
                <a:lnTo>
                  <a:pt x="989" y="1837"/>
                </a:lnTo>
                <a:lnTo>
                  <a:pt x="828" y="2039"/>
                </a:lnTo>
                <a:lnTo>
                  <a:pt x="707" y="2261"/>
                </a:lnTo>
                <a:lnTo>
                  <a:pt x="565" y="2503"/>
                </a:lnTo>
                <a:lnTo>
                  <a:pt x="464" y="2745"/>
                </a:lnTo>
                <a:lnTo>
                  <a:pt x="364" y="2987"/>
                </a:lnTo>
                <a:lnTo>
                  <a:pt x="283" y="3249"/>
                </a:lnTo>
                <a:lnTo>
                  <a:pt x="202" y="3512"/>
                </a:lnTo>
                <a:lnTo>
                  <a:pt x="142" y="3774"/>
                </a:lnTo>
                <a:lnTo>
                  <a:pt x="81" y="4057"/>
                </a:lnTo>
                <a:lnTo>
                  <a:pt x="41" y="4339"/>
                </a:lnTo>
                <a:lnTo>
                  <a:pt x="20" y="4622"/>
                </a:lnTo>
                <a:lnTo>
                  <a:pt x="0" y="4924"/>
                </a:lnTo>
                <a:lnTo>
                  <a:pt x="0" y="5227"/>
                </a:lnTo>
                <a:lnTo>
                  <a:pt x="20" y="5530"/>
                </a:lnTo>
                <a:lnTo>
                  <a:pt x="41" y="5832"/>
                </a:lnTo>
                <a:lnTo>
                  <a:pt x="101" y="6236"/>
                </a:lnTo>
                <a:lnTo>
                  <a:pt x="162" y="6660"/>
                </a:lnTo>
                <a:lnTo>
                  <a:pt x="242" y="7063"/>
                </a:lnTo>
                <a:lnTo>
                  <a:pt x="343" y="7467"/>
                </a:lnTo>
                <a:lnTo>
                  <a:pt x="545" y="8254"/>
                </a:lnTo>
                <a:lnTo>
                  <a:pt x="767" y="9041"/>
                </a:lnTo>
                <a:lnTo>
                  <a:pt x="969" y="9768"/>
                </a:lnTo>
                <a:lnTo>
                  <a:pt x="1171" y="10494"/>
                </a:lnTo>
                <a:lnTo>
                  <a:pt x="1373" y="11402"/>
                </a:lnTo>
                <a:lnTo>
                  <a:pt x="1534" y="12290"/>
                </a:lnTo>
                <a:lnTo>
                  <a:pt x="1655" y="13198"/>
                </a:lnTo>
                <a:lnTo>
                  <a:pt x="1736" y="14106"/>
                </a:lnTo>
                <a:lnTo>
                  <a:pt x="1776" y="15014"/>
                </a:lnTo>
                <a:lnTo>
                  <a:pt x="1776" y="15922"/>
                </a:lnTo>
                <a:lnTo>
                  <a:pt x="1716" y="16851"/>
                </a:lnTo>
                <a:lnTo>
                  <a:pt x="1635" y="17759"/>
                </a:lnTo>
                <a:lnTo>
                  <a:pt x="1615" y="17900"/>
                </a:lnTo>
                <a:lnTo>
                  <a:pt x="1574" y="18243"/>
                </a:lnTo>
                <a:lnTo>
                  <a:pt x="1554" y="18586"/>
                </a:lnTo>
                <a:lnTo>
                  <a:pt x="1554" y="18929"/>
                </a:lnTo>
                <a:lnTo>
                  <a:pt x="1595" y="19252"/>
                </a:lnTo>
                <a:lnTo>
                  <a:pt x="1615" y="19434"/>
                </a:lnTo>
                <a:lnTo>
                  <a:pt x="1675" y="19595"/>
                </a:lnTo>
                <a:lnTo>
                  <a:pt x="1756" y="19777"/>
                </a:lnTo>
                <a:lnTo>
                  <a:pt x="1837" y="19938"/>
                </a:lnTo>
                <a:lnTo>
                  <a:pt x="1958" y="20100"/>
                </a:lnTo>
                <a:lnTo>
                  <a:pt x="2099" y="20241"/>
                </a:lnTo>
                <a:lnTo>
                  <a:pt x="2260" y="20362"/>
                </a:lnTo>
                <a:lnTo>
                  <a:pt x="2422" y="20463"/>
                </a:lnTo>
                <a:lnTo>
                  <a:pt x="2563" y="20503"/>
                </a:lnTo>
                <a:lnTo>
                  <a:pt x="2684" y="20544"/>
                </a:lnTo>
                <a:lnTo>
                  <a:pt x="2926" y="20564"/>
                </a:lnTo>
                <a:lnTo>
                  <a:pt x="3088" y="20544"/>
                </a:lnTo>
                <a:lnTo>
                  <a:pt x="3229" y="20524"/>
                </a:lnTo>
                <a:lnTo>
                  <a:pt x="3532" y="20463"/>
                </a:lnTo>
                <a:lnTo>
                  <a:pt x="3855" y="20342"/>
                </a:lnTo>
                <a:lnTo>
                  <a:pt x="4157" y="20221"/>
                </a:lnTo>
                <a:lnTo>
                  <a:pt x="4339" y="20140"/>
                </a:lnTo>
                <a:lnTo>
                  <a:pt x="5146" y="19777"/>
                </a:lnTo>
                <a:lnTo>
                  <a:pt x="5974" y="19454"/>
                </a:lnTo>
                <a:lnTo>
                  <a:pt x="6801" y="19131"/>
                </a:lnTo>
                <a:lnTo>
                  <a:pt x="7205" y="19010"/>
                </a:lnTo>
                <a:lnTo>
                  <a:pt x="7628" y="18889"/>
                </a:lnTo>
                <a:lnTo>
                  <a:pt x="8173" y="18748"/>
                </a:lnTo>
                <a:lnTo>
                  <a:pt x="8718" y="18647"/>
                </a:lnTo>
                <a:lnTo>
                  <a:pt x="9243" y="18566"/>
                </a:lnTo>
                <a:lnTo>
                  <a:pt x="9788" y="18506"/>
                </a:lnTo>
                <a:lnTo>
                  <a:pt x="10332" y="18465"/>
                </a:lnTo>
                <a:lnTo>
                  <a:pt x="10877" y="18425"/>
                </a:lnTo>
                <a:lnTo>
                  <a:pt x="11987" y="18425"/>
                </a:lnTo>
                <a:lnTo>
                  <a:pt x="13077" y="18485"/>
                </a:lnTo>
                <a:lnTo>
                  <a:pt x="14187" y="18566"/>
                </a:lnTo>
                <a:lnTo>
                  <a:pt x="15277" y="18687"/>
                </a:lnTo>
                <a:lnTo>
                  <a:pt x="16366" y="18808"/>
                </a:lnTo>
                <a:lnTo>
                  <a:pt x="18061" y="18990"/>
                </a:lnTo>
                <a:lnTo>
                  <a:pt x="18909" y="19071"/>
                </a:lnTo>
                <a:lnTo>
                  <a:pt x="19757" y="19131"/>
                </a:lnTo>
                <a:lnTo>
                  <a:pt x="20604" y="19171"/>
                </a:lnTo>
                <a:lnTo>
                  <a:pt x="21472" y="19192"/>
                </a:lnTo>
                <a:lnTo>
                  <a:pt x="22319" y="19171"/>
                </a:lnTo>
                <a:lnTo>
                  <a:pt x="23167" y="19111"/>
                </a:lnTo>
                <a:lnTo>
                  <a:pt x="23793" y="19010"/>
                </a:lnTo>
                <a:lnTo>
                  <a:pt x="24358" y="18909"/>
                </a:lnTo>
                <a:lnTo>
                  <a:pt x="24902" y="18748"/>
                </a:lnTo>
                <a:lnTo>
                  <a:pt x="25145" y="18667"/>
                </a:lnTo>
                <a:lnTo>
                  <a:pt x="25367" y="18566"/>
                </a:lnTo>
                <a:lnTo>
                  <a:pt x="25589" y="18465"/>
                </a:lnTo>
                <a:lnTo>
                  <a:pt x="25790" y="18344"/>
                </a:lnTo>
                <a:lnTo>
                  <a:pt x="25992" y="18223"/>
                </a:lnTo>
                <a:lnTo>
                  <a:pt x="26174" y="18082"/>
                </a:lnTo>
                <a:lnTo>
                  <a:pt x="26335" y="17961"/>
                </a:lnTo>
                <a:lnTo>
                  <a:pt x="26497" y="17799"/>
                </a:lnTo>
                <a:lnTo>
                  <a:pt x="26638" y="17638"/>
                </a:lnTo>
                <a:lnTo>
                  <a:pt x="26779" y="17476"/>
                </a:lnTo>
                <a:lnTo>
                  <a:pt x="26941" y="17214"/>
                </a:lnTo>
                <a:lnTo>
                  <a:pt x="27102" y="16931"/>
                </a:lnTo>
                <a:lnTo>
                  <a:pt x="27223" y="16629"/>
                </a:lnTo>
                <a:lnTo>
                  <a:pt x="27324" y="16326"/>
                </a:lnTo>
                <a:lnTo>
                  <a:pt x="27425" y="16023"/>
                </a:lnTo>
                <a:lnTo>
                  <a:pt x="27486" y="15721"/>
                </a:lnTo>
                <a:lnTo>
                  <a:pt x="27607" y="15095"/>
                </a:lnTo>
                <a:lnTo>
                  <a:pt x="27728" y="14409"/>
                </a:lnTo>
                <a:lnTo>
                  <a:pt x="27829" y="13723"/>
                </a:lnTo>
                <a:lnTo>
                  <a:pt x="27909" y="13057"/>
                </a:lnTo>
                <a:lnTo>
                  <a:pt x="27970" y="12411"/>
                </a:lnTo>
                <a:lnTo>
                  <a:pt x="28030" y="11765"/>
                </a:lnTo>
                <a:lnTo>
                  <a:pt x="28071" y="11140"/>
                </a:lnTo>
                <a:lnTo>
                  <a:pt x="28091" y="10494"/>
                </a:lnTo>
                <a:lnTo>
                  <a:pt x="28111" y="9889"/>
                </a:lnTo>
                <a:lnTo>
                  <a:pt x="28111" y="9263"/>
                </a:lnTo>
                <a:lnTo>
                  <a:pt x="28111" y="8678"/>
                </a:lnTo>
                <a:lnTo>
                  <a:pt x="28071" y="8072"/>
                </a:lnTo>
                <a:lnTo>
                  <a:pt x="28030" y="7487"/>
                </a:lnTo>
                <a:lnTo>
                  <a:pt x="27990" y="6902"/>
                </a:lnTo>
                <a:lnTo>
                  <a:pt x="27909" y="6337"/>
                </a:lnTo>
                <a:lnTo>
                  <a:pt x="27829" y="5752"/>
                </a:lnTo>
                <a:lnTo>
                  <a:pt x="27748" y="5207"/>
                </a:lnTo>
                <a:lnTo>
                  <a:pt x="27627" y="4642"/>
                </a:lnTo>
                <a:lnTo>
                  <a:pt x="27566" y="4379"/>
                </a:lnTo>
                <a:lnTo>
                  <a:pt x="27486" y="4097"/>
                </a:lnTo>
                <a:lnTo>
                  <a:pt x="27385" y="3835"/>
                </a:lnTo>
                <a:lnTo>
                  <a:pt x="27284" y="3572"/>
                </a:lnTo>
                <a:lnTo>
                  <a:pt x="27142" y="3330"/>
                </a:lnTo>
                <a:lnTo>
                  <a:pt x="27001" y="3088"/>
                </a:lnTo>
                <a:lnTo>
                  <a:pt x="26820" y="2846"/>
                </a:lnTo>
                <a:lnTo>
                  <a:pt x="26618" y="2624"/>
                </a:lnTo>
                <a:lnTo>
                  <a:pt x="26396" y="2422"/>
                </a:lnTo>
                <a:lnTo>
                  <a:pt x="26174" y="2240"/>
                </a:lnTo>
                <a:lnTo>
                  <a:pt x="25932" y="2079"/>
                </a:lnTo>
                <a:lnTo>
                  <a:pt x="25669" y="1938"/>
                </a:lnTo>
                <a:lnTo>
                  <a:pt x="25407" y="1817"/>
                </a:lnTo>
                <a:lnTo>
                  <a:pt x="25124" y="1696"/>
                </a:lnTo>
                <a:lnTo>
                  <a:pt x="24822" y="1595"/>
                </a:lnTo>
                <a:lnTo>
                  <a:pt x="24519" y="1494"/>
                </a:lnTo>
                <a:lnTo>
                  <a:pt x="23914" y="1352"/>
                </a:lnTo>
                <a:lnTo>
                  <a:pt x="23268" y="1231"/>
                </a:lnTo>
                <a:lnTo>
                  <a:pt x="22622" y="1130"/>
                </a:lnTo>
                <a:lnTo>
                  <a:pt x="21008" y="949"/>
                </a:lnTo>
                <a:lnTo>
                  <a:pt x="19413" y="787"/>
                </a:lnTo>
                <a:lnTo>
                  <a:pt x="17799" y="646"/>
                </a:lnTo>
                <a:lnTo>
                  <a:pt x="16185" y="505"/>
                </a:lnTo>
                <a:lnTo>
                  <a:pt x="14570" y="404"/>
                </a:lnTo>
                <a:lnTo>
                  <a:pt x="12956" y="303"/>
                </a:lnTo>
                <a:lnTo>
                  <a:pt x="9767" y="121"/>
                </a:lnTo>
                <a:lnTo>
                  <a:pt x="8436" y="61"/>
                </a:lnTo>
                <a:lnTo>
                  <a:pt x="70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8" name="Google Shape;2688;p34"/>
          <p:cNvSpPr/>
          <p:nvPr/>
        </p:nvSpPr>
        <p:spPr>
          <a:xfrm flipH="1">
            <a:off x="-2033389" y="234683"/>
            <a:ext cx="1393383" cy="700689"/>
          </a:xfrm>
          <a:custGeom>
            <a:rect b="b" l="l" r="r" t="t"/>
            <a:pathLst>
              <a:path extrusionOk="0" h="12533" w="24923">
                <a:moveTo>
                  <a:pt x="9525" y="0"/>
                </a:moveTo>
                <a:lnTo>
                  <a:pt x="8536" y="21"/>
                </a:lnTo>
                <a:lnTo>
                  <a:pt x="7547" y="41"/>
                </a:lnTo>
                <a:lnTo>
                  <a:pt x="6579" y="61"/>
                </a:lnTo>
                <a:lnTo>
                  <a:pt x="5630" y="122"/>
                </a:lnTo>
                <a:lnTo>
                  <a:pt x="4682" y="182"/>
                </a:lnTo>
                <a:lnTo>
                  <a:pt x="3754" y="263"/>
                </a:lnTo>
                <a:lnTo>
                  <a:pt x="3269" y="303"/>
                </a:lnTo>
                <a:lnTo>
                  <a:pt x="2785" y="384"/>
                </a:lnTo>
                <a:lnTo>
                  <a:pt x="2301" y="485"/>
                </a:lnTo>
                <a:lnTo>
                  <a:pt x="2079" y="545"/>
                </a:lnTo>
                <a:lnTo>
                  <a:pt x="1857" y="626"/>
                </a:lnTo>
                <a:lnTo>
                  <a:pt x="1635" y="727"/>
                </a:lnTo>
                <a:lnTo>
                  <a:pt x="1433" y="828"/>
                </a:lnTo>
                <a:lnTo>
                  <a:pt x="1231" y="949"/>
                </a:lnTo>
                <a:lnTo>
                  <a:pt x="1029" y="1090"/>
                </a:lnTo>
                <a:lnTo>
                  <a:pt x="868" y="1252"/>
                </a:lnTo>
                <a:lnTo>
                  <a:pt x="686" y="1413"/>
                </a:lnTo>
                <a:lnTo>
                  <a:pt x="545" y="1615"/>
                </a:lnTo>
                <a:lnTo>
                  <a:pt x="404" y="1817"/>
                </a:lnTo>
                <a:lnTo>
                  <a:pt x="283" y="2059"/>
                </a:lnTo>
                <a:lnTo>
                  <a:pt x="182" y="2301"/>
                </a:lnTo>
                <a:lnTo>
                  <a:pt x="81" y="2543"/>
                </a:lnTo>
                <a:lnTo>
                  <a:pt x="0" y="2805"/>
                </a:lnTo>
                <a:lnTo>
                  <a:pt x="61" y="2826"/>
                </a:lnTo>
                <a:lnTo>
                  <a:pt x="162" y="2584"/>
                </a:lnTo>
                <a:lnTo>
                  <a:pt x="242" y="2321"/>
                </a:lnTo>
                <a:lnTo>
                  <a:pt x="363" y="2079"/>
                </a:lnTo>
                <a:lnTo>
                  <a:pt x="484" y="1857"/>
                </a:lnTo>
                <a:lnTo>
                  <a:pt x="606" y="1655"/>
                </a:lnTo>
                <a:lnTo>
                  <a:pt x="767" y="1474"/>
                </a:lnTo>
                <a:lnTo>
                  <a:pt x="908" y="1292"/>
                </a:lnTo>
                <a:lnTo>
                  <a:pt x="1090" y="1151"/>
                </a:lnTo>
                <a:lnTo>
                  <a:pt x="1271" y="1009"/>
                </a:lnTo>
                <a:lnTo>
                  <a:pt x="1473" y="909"/>
                </a:lnTo>
                <a:lnTo>
                  <a:pt x="1675" y="787"/>
                </a:lnTo>
                <a:lnTo>
                  <a:pt x="1897" y="707"/>
                </a:lnTo>
                <a:lnTo>
                  <a:pt x="2119" y="626"/>
                </a:lnTo>
                <a:lnTo>
                  <a:pt x="2341" y="566"/>
                </a:lnTo>
                <a:lnTo>
                  <a:pt x="2805" y="465"/>
                </a:lnTo>
                <a:lnTo>
                  <a:pt x="3269" y="384"/>
                </a:lnTo>
                <a:lnTo>
                  <a:pt x="3754" y="344"/>
                </a:lnTo>
                <a:lnTo>
                  <a:pt x="4682" y="263"/>
                </a:lnTo>
                <a:lnTo>
                  <a:pt x="5630" y="202"/>
                </a:lnTo>
                <a:lnTo>
                  <a:pt x="6579" y="142"/>
                </a:lnTo>
                <a:lnTo>
                  <a:pt x="7547" y="122"/>
                </a:lnTo>
                <a:lnTo>
                  <a:pt x="8536" y="101"/>
                </a:lnTo>
                <a:lnTo>
                  <a:pt x="9525" y="81"/>
                </a:lnTo>
                <a:lnTo>
                  <a:pt x="10514" y="81"/>
                </a:lnTo>
                <a:lnTo>
                  <a:pt x="11523" y="101"/>
                </a:lnTo>
                <a:lnTo>
                  <a:pt x="12552" y="142"/>
                </a:lnTo>
                <a:lnTo>
                  <a:pt x="13601" y="182"/>
                </a:lnTo>
                <a:lnTo>
                  <a:pt x="14651" y="243"/>
                </a:lnTo>
                <a:lnTo>
                  <a:pt x="15720" y="323"/>
                </a:lnTo>
                <a:lnTo>
                  <a:pt x="17900" y="505"/>
                </a:lnTo>
                <a:lnTo>
                  <a:pt x="20140" y="727"/>
                </a:lnTo>
                <a:lnTo>
                  <a:pt x="20927" y="848"/>
                </a:lnTo>
                <a:lnTo>
                  <a:pt x="21330" y="909"/>
                </a:lnTo>
                <a:lnTo>
                  <a:pt x="21694" y="989"/>
                </a:lnTo>
                <a:lnTo>
                  <a:pt x="22057" y="1110"/>
                </a:lnTo>
                <a:lnTo>
                  <a:pt x="22400" y="1231"/>
                </a:lnTo>
                <a:lnTo>
                  <a:pt x="22723" y="1413"/>
                </a:lnTo>
                <a:lnTo>
                  <a:pt x="23046" y="1615"/>
                </a:lnTo>
                <a:lnTo>
                  <a:pt x="23248" y="1796"/>
                </a:lnTo>
                <a:lnTo>
                  <a:pt x="23449" y="1978"/>
                </a:lnTo>
                <a:lnTo>
                  <a:pt x="23631" y="2200"/>
                </a:lnTo>
                <a:lnTo>
                  <a:pt x="23792" y="2422"/>
                </a:lnTo>
                <a:lnTo>
                  <a:pt x="23954" y="2664"/>
                </a:lnTo>
                <a:lnTo>
                  <a:pt x="24075" y="2906"/>
                </a:lnTo>
                <a:lnTo>
                  <a:pt x="24196" y="3149"/>
                </a:lnTo>
                <a:lnTo>
                  <a:pt x="24297" y="3411"/>
                </a:lnTo>
                <a:lnTo>
                  <a:pt x="24378" y="3673"/>
                </a:lnTo>
                <a:lnTo>
                  <a:pt x="24458" y="3915"/>
                </a:lnTo>
                <a:lnTo>
                  <a:pt x="24579" y="4440"/>
                </a:lnTo>
                <a:lnTo>
                  <a:pt x="24660" y="4945"/>
                </a:lnTo>
                <a:lnTo>
                  <a:pt x="24721" y="5409"/>
                </a:lnTo>
                <a:lnTo>
                  <a:pt x="24781" y="6095"/>
                </a:lnTo>
                <a:lnTo>
                  <a:pt x="24822" y="6781"/>
                </a:lnTo>
                <a:lnTo>
                  <a:pt x="24842" y="7487"/>
                </a:lnTo>
                <a:lnTo>
                  <a:pt x="24822" y="8173"/>
                </a:lnTo>
                <a:lnTo>
                  <a:pt x="24801" y="8860"/>
                </a:lnTo>
                <a:lnTo>
                  <a:pt x="24741" y="9566"/>
                </a:lnTo>
                <a:lnTo>
                  <a:pt x="24660" y="10252"/>
                </a:lnTo>
                <a:lnTo>
                  <a:pt x="24559" y="10938"/>
                </a:lnTo>
                <a:lnTo>
                  <a:pt x="24479" y="11362"/>
                </a:lnTo>
                <a:lnTo>
                  <a:pt x="24398" y="11765"/>
                </a:lnTo>
                <a:lnTo>
                  <a:pt x="24297" y="12149"/>
                </a:lnTo>
                <a:lnTo>
                  <a:pt x="24196" y="12512"/>
                </a:lnTo>
                <a:lnTo>
                  <a:pt x="24257" y="12532"/>
                </a:lnTo>
                <a:lnTo>
                  <a:pt x="24378" y="12169"/>
                </a:lnTo>
                <a:lnTo>
                  <a:pt x="24479" y="11765"/>
                </a:lnTo>
                <a:lnTo>
                  <a:pt x="24559" y="11362"/>
                </a:lnTo>
                <a:lnTo>
                  <a:pt x="24640" y="10938"/>
                </a:lnTo>
                <a:lnTo>
                  <a:pt x="24741" y="10252"/>
                </a:lnTo>
                <a:lnTo>
                  <a:pt x="24822" y="9566"/>
                </a:lnTo>
                <a:lnTo>
                  <a:pt x="24882" y="8880"/>
                </a:lnTo>
                <a:lnTo>
                  <a:pt x="24902" y="8173"/>
                </a:lnTo>
                <a:lnTo>
                  <a:pt x="24922" y="7487"/>
                </a:lnTo>
                <a:lnTo>
                  <a:pt x="24902" y="6781"/>
                </a:lnTo>
                <a:lnTo>
                  <a:pt x="24862" y="6095"/>
                </a:lnTo>
                <a:lnTo>
                  <a:pt x="24801" y="5409"/>
                </a:lnTo>
                <a:lnTo>
                  <a:pt x="24741" y="4924"/>
                </a:lnTo>
                <a:lnTo>
                  <a:pt x="24660" y="4420"/>
                </a:lnTo>
                <a:lnTo>
                  <a:pt x="24539" y="3895"/>
                </a:lnTo>
                <a:lnTo>
                  <a:pt x="24458" y="3633"/>
                </a:lnTo>
                <a:lnTo>
                  <a:pt x="24357" y="3371"/>
                </a:lnTo>
                <a:lnTo>
                  <a:pt x="24257" y="3108"/>
                </a:lnTo>
                <a:lnTo>
                  <a:pt x="24156" y="2866"/>
                </a:lnTo>
                <a:lnTo>
                  <a:pt x="24014" y="2604"/>
                </a:lnTo>
                <a:lnTo>
                  <a:pt x="23873" y="2362"/>
                </a:lnTo>
                <a:lnTo>
                  <a:pt x="23692" y="2140"/>
                </a:lnTo>
                <a:lnTo>
                  <a:pt x="23510" y="1918"/>
                </a:lnTo>
                <a:lnTo>
                  <a:pt x="23308" y="1736"/>
                </a:lnTo>
                <a:lnTo>
                  <a:pt x="23086" y="1534"/>
                </a:lnTo>
                <a:lnTo>
                  <a:pt x="22763" y="1332"/>
                </a:lnTo>
                <a:lnTo>
                  <a:pt x="22440" y="1171"/>
                </a:lnTo>
                <a:lnTo>
                  <a:pt x="22077" y="1030"/>
                </a:lnTo>
                <a:lnTo>
                  <a:pt x="21714" y="929"/>
                </a:lnTo>
                <a:lnTo>
                  <a:pt x="21351" y="828"/>
                </a:lnTo>
                <a:lnTo>
                  <a:pt x="20947" y="767"/>
                </a:lnTo>
                <a:lnTo>
                  <a:pt x="20160" y="646"/>
                </a:lnTo>
                <a:lnTo>
                  <a:pt x="17900" y="424"/>
                </a:lnTo>
                <a:lnTo>
                  <a:pt x="15720" y="243"/>
                </a:lnTo>
                <a:lnTo>
                  <a:pt x="14651" y="162"/>
                </a:lnTo>
                <a:lnTo>
                  <a:pt x="13601" y="101"/>
                </a:lnTo>
                <a:lnTo>
                  <a:pt x="12552" y="61"/>
                </a:lnTo>
                <a:lnTo>
                  <a:pt x="11543" y="21"/>
                </a:lnTo>
                <a:lnTo>
                  <a:pt x="1051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9" name="Google Shape;2689;p34"/>
          <p:cNvSpPr/>
          <p:nvPr/>
        </p:nvSpPr>
        <p:spPr>
          <a:xfrm flipH="1">
            <a:off x="-1996154" y="391500"/>
            <a:ext cx="1371970" cy="810100"/>
          </a:xfrm>
          <a:custGeom>
            <a:rect b="b" l="l" r="r" t="t"/>
            <a:pathLst>
              <a:path extrusionOk="0" h="14490" w="24540">
                <a:moveTo>
                  <a:pt x="283" y="0"/>
                </a:moveTo>
                <a:lnTo>
                  <a:pt x="182" y="364"/>
                </a:lnTo>
                <a:lnTo>
                  <a:pt x="102" y="747"/>
                </a:lnTo>
                <a:lnTo>
                  <a:pt x="41" y="1131"/>
                </a:lnTo>
                <a:lnTo>
                  <a:pt x="21" y="1534"/>
                </a:lnTo>
                <a:lnTo>
                  <a:pt x="1" y="1938"/>
                </a:lnTo>
                <a:lnTo>
                  <a:pt x="21" y="2341"/>
                </a:lnTo>
                <a:lnTo>
                  <a:pt x="61" y="2765"/>
                </a:lnTo>
                <a:lnTo>
                  <a:pt x="122" y="3189"/>
                </a:lnTo>
                <a:lnTo>
                  <a:pt x="223" y="3633"/>
                </a:lnTo>
                <a:lnTo>
                  <a:pt x="324" y="4097"/>
                </a:lnTo>
                <a:lnTo>
                  <a:pt x="566" y="4985"/>
                </a:lnTo>
                <a:lnTo>
                  <a:pt x="848" y="6055"/>
                </a:lnTo>
                <a:lnTo>
                  <a:pt x="969" y="6599"/>
                </a:lnTo>
                <a:lnTo>
                  <a:pt x="1050" y="7144"/>
                </a:lnTo>
                <a:lnTo>
                  <a:pt x="1111" y="7649"/>
                </a:lnTo>
                <a:lnTo>
                  <a:pt x="1151" y="8173"/>
                </a:lnTo>
                <a:lnTo>
                  <a:pt x="1151" y="8718"/>
                </a:lnTo>
                <a:lnTo>
                  <a:pt x="1151" y="9243"/>
                </a:lnTo>
                <a:lnTo>
                  <a:pt x="1131" y="9768"/>
                </a:lnTo>
                <a:lnTo>
                  <a:pt x="1090" y="10292"/>
                </a:lnTo>
                <a:lnTo>
                  <a:pt x="989" y="11342"/>
                </a:lnTo>
                <a:lnTo>
                  <a:pt x="929" y="12088"/>
                </a:lnTo>
                <a:lnTo>
                  <a:pt x="868" y="12855"/>
                </a:lnTo>
                <a:lnTo>
                  <a:pt x="848" y="13218"/>
                </a:lnTo>
                <a:lnTo>
                  <a:pt x="868" y="13400"/>
                </a:lnTo>
                <a:lnTo>
                  <a:pt x="889" y="13582"/>
                </a:lnTo>
                <a:lnTo>
                  <a:pt x="929" y="13743"/>
                </a:lnTo>
                <a:lnTo>
                  <a:pt x="989" y="13905"/>
                </a:lnTo>
                <a:lnTo>
                  <a:pt x="1070" y="14046"/>
                </a:lnTo>
                <a:lnTo>
                  <a:pt x="1171" y="14187"/>
                </a:lnTo>
                <a:lnTo>
                  <a:pt x="1252" y="14268"/>
                </a:lnTo>
                <a:lnTo>
                  <a:pt x="1353" y="14328"/>
                </a:lnTo>
                <a:lnTo>
                  <a:pt x="1433" y="14369"/>
                </a:lnTo>
                <a:lnTo>
                  <a:pt x="1534" y="14409"/>
                </a:lnTo>
                <a:lnTo>
                  <a:pt x="1756" y="14470"/>
                </a:lnTo>
                <a:lnTo>
                  <a:pt x="1958" y="14490"/>
                </a:lnTo>
                <a:lnTo>
                  <a:pt x="2180" y="14470"/>
                </a:lnTo>
                <a:lnTo>
                  <a:pt x="2402" y="14429"/>
                </a:lnTo>
                <a:lnTo>
                  <a:pt x="2644" y="14349"/>
                </a:lnTo>
                <a:lnTo>
                  <a:pt x="2886" y="14227"/>
                </a:lnTo>
                <a:lnTo>
                  <a:pt x="3330" y="13965"/>
                </a:lnTo>
                <a:lnTo>
                  <a:pt x="3532" y="13844"/>
                </a:lnTo>
                <a:lnTo>
                  <a:pt x="3895" y="13642"/>
                </a:lnTo>
                <a:lnTo>
                  <a:pt x="4259" y="13461"/>
                </a:lnTo>
                <a:lnTo>
                  <a:pt x="4642" y="13299"/>
                </a:lnTo>
                <a:lnTo>
                  <a:pt x="5046" y="13138"/>
                </a:lnTo>
                <a:lnTo>
                  <a:pt x="5449" y="12996"/>
                </a:lnTo>
                <a:lnTo>
                  <a:pt x="5873" y="12875"/>
                </a:lnTo>
                <a:lnTo>
                  <a:pt x="6317" y="12754"/>
                </a:lnTo>
                <a:lnTo>
                  <a:pt x="6761" y="12653"/>
                </a:lnTo>
                <a:lnTo>
                  <a:pt x="7225" y="12573"/>
                </a:lnTo>
                <a:lnTo>
                  <a:pt x="7689" y="12512"/>
                </a:lnTo>
                <a:lnTo>
                  <a:pt x="8174" y="12472"/>
                </a:lnTo>
                <a:lnTo>
                  <a:pt x="8678" y="12431"/>
                </a:lnTo>
                <a:lnTo>
                  <a:pt x="9183" y="12411"/>
                </a:lnTo>
                <a:lnTo>
                  <a:pt x="10232" y="12411"/>
                </a:lnTo>
                <a:lnTo>
                  <a:pt x="10777" y="12431"/>
                </a:lnTo>
                <a:lnTo>
                  <a:pt x="11887" y="12532"/>
                </a:lnTo>
                <a:lnTo>
                  <a:pt x="12976" y="12653"/>
                </a:lnTo>
                <a:lnTo>
                  <a:pt x="14066" y="12815"/>
                </a:lnTo>
                <a:lnTo>
                  <a:pt x="15156" y="12976"/>
                </a:lnTo>
                <a:lnTo>
                  <a:pt x="16690" y="13198"/>
                </a:lnTo>
                <a:lnTo>
                  <a:pt x="17477" y="13299"/>
                </a:lnTo>
                <a:lnTo>
                  <a:pt x="18243" y="13400"/>
                </a:lnTo>
                <a:lnTo>
                  <a:pt x="18768" y="13440"/>
                </a:lnTo>
                <a:lnTo>
                  <a:pt x="19273" y="13481"/>
                </a:lnTo>
                <a:lnTo>
                  <a:pt x="19797" y="13481"/>
                </a:lnTo>
                <a:lnTo>
                  <a:pt x="20302" y="13461"/>
                </a:lnTo>
                <a:lnTo>
                  <a:pt x="20806" y="13400"/>
                </a:lnTo>
                <a:lnTo>
                  <a:pt x="21048" y="13360"/>
                </a:lnTo>
                <a:lnTo>
                  <a:pt x="21291" y="13299"/>
                </a:lnTo>
                <a:lnTo>
                  <a:pt x="21533" y="13218"/>
                </a:lnTo>
                <a:lnTo>
                  <a:pt x="21775" y="13138"/>
                </a:lnTo>
                <a:lnTo>
                  <a:pt x="21997" y="13037"/>
                </a:lnTo>
                <a:lnTo>
                  <a:pt x="22219" y="12936"/>
                </a:lnTo>
                <a:lnTo>
                  <a:pt x="22421" y="12815"/>
                </a:lnTo>
                <a:lnTo>
                  <a:pt x="22602" y="12694"/>
                </a:lnTo>
                <a:lnTo>
                  <a:pt x="22784" y="12553"/>
                </a:lnTo>
                <a:lnTo>
                  <a:pt x="22966" y="12411"/>
                </a:lnTo>
                <a:lnTo>
                  <a:pt x="23127" y="12250"/>
                </a:lnTo>
                <a:lnTo>
                  <a:pt x="23288" y="12068"/>
                </a:lnTo>
                <a:lnTo>
                  <a:pt x="23450" y="11887"/>
                </a:lnTo>
                <a:lnTo>
                  <a:pt x="23591" y="11685"/>
                </a:lnTo>
                <a:lnTo>
                  <a:pt x="23874" y="11261"/>
                </a:lnTo>
                <a:lnTo>
                  <a:pt x="24116" y="10797"/>
                </a:lnTo>
                <a:lnTo>
                  <a:pt x="24358" y="10292"/>
                </a:lnTo>
                <a:lnTo>
                  <a:pt x="24540" y="9727"/>
                </a:lnTo>
                <a:lnTo>
                  <a:pt x="24479" y="9707"/>
                </a:lnTo>
                <a:lnTo>
                  <a:pt x="24277" y="10252"/>
                </a:lnTo>
                <a:lnTo>
                  <a:pt x="24055" y="10756"/>
                </a:lnTo>
                <a:lnTo>
                  <a:pt x="23813" y="11221"/>
                </a:lnTo>
                <a:lnTo>
                  <a:pt x="23531" y="11644"/>
                </a:lnTo>
                <a:lnTo>
                  <a:pt x="23228" y="12008"/>
                </a:lnTo>
                <a:lnTo>
                  <a:pt x="23066" y="12189"/>
                </a:lnTo>
                <a:lnTo>
                  <a:pt x="22905" y="12351"/>
                </a:lnTo>
                <a:lnTo>
                  <a:pt x="22744" y="12492"/>
                </a:lnTo>
                <a:lnTo>
                  <a:pt x="22562" y="12613"/>
                </a:lnTo>
                <a:lnTo>
                  <a:pt x="22380" y="12754"/>
                </a:lnTo>
                <a:lnTo>
                  <a:pt x="22178" y="12855"/>
                </a:lnTo>
                <a:lnTo>
                  <a:pt x="21957" y="12976"/>
                </a:lnTo>
                <a:lnTo>
                  <a:pt x="21735" y="13077"/>
                </a:lnTo>
                <a:lnTo>
                  <a:pt x="21492" y="13158"/>
                </a:lnTo>
                <a:lnTo>
                  <a:pt x="21270" y="13218"/>
                </a:lnTo>
                <a:lnTo>
                  <a:pt x="21028" y="13279"/>
                </a:lnTo>
                <a:lnTo>
                  <a:pt x="20786" y="13319"/>
                </a:lnTo>
                <a:lnTo>
                  <a:pt x="20282" y="13380"/>
                </a:lnTo>
                <a:lnTo>
                  <a:pt x="19777" y="13400"/>
                </a:lnTo>
                <a:lnTo>
                  <a:pt x="19273" y="13400"/>
                </a:lnTo>
                <a:lnTo>
                  <a:pt x="18768" y="13360"/>
                </a:lnTo>
                <a:lnTo>
                  <a:pt x="18264" y="13319"/>
                </a:lnTo>
                <a:lnTo>
                  <a:pt x="17477" y="13218"/>
                </a:lnTo>
                <a:lnTo>
                  <a:pt x="16710" y="13118"/>
                </a:lnTo>
                <a:lnTo>
                  <a:pt x="15156" y="12896"/>
                </a:lnTo>
                <a:lnTo>
                  <a:pt x="14086" y="12734"/>
                </a:lnTo>
                <a:lnTo>
                  <a:pt x="12997" y="12573"/>
                </a:lnTo>
                <a:lnTo>
                  <a:pt x="11887" y="12452"/>
                </a:lnTo>
                <a:lnTo>
                  <a:pt x="10797" y="12351"/>
                </a:lnTo>
                <a:lnTo>
                  <a:pt x="10252" y="12331"/>
                </a:lnTo>
                <a:lnTo>
                  <a:pt x="9183" y="12331"/>
                </a:lnTo>
                <a:lnTo>
                  <a:pt x="8658" y="12351"/>
                </a:lnTo>
                <a:lnTo>
                  <a:pt x="8174" y="12391"/>
                </a:lnTo>
                <a:lnTo>
                  <a:pt x="7669" y="12431"/>
                </a:lnTo>
                <a:lnTo>
                  <a:pt x="7205" y="12492"/>
                </a:lnTo>
                <a:lnTo>
                  <a:pt x="6741" y="12573"/>
                </a:lnTo>
                <a:lnTo>
                  <a:pt x="6277" y="12674"/>
                </a:lnTo>
                <a:lnTo>
                  <a:pt x="5853" y="12795"/>
                </a:lnTo>
                <a:lnTo>
                  <a:pt x="5429" y="12916"/>
                </a:lnTo>
                <a:lnTo>
                  <a:pt x="5005" y="13057"/>
                </a:lnTo>
                <a:lnTo>
                  <a:pt x="4602" y="13218"/>
                </a:lnTo>
                <a:lnTo>
                  <a:pt x="4218" y="13380"/>
                </a:lnTo>
                <a:lnTo>
                  <a:pt x="3855" y="13582"/>
                </a:lnTo>
                <a:lnTo>
                  <a:pt x="3492" y="13783"/>
                </a:lnTo>
                <a:lnTo>
                  <a:pt x="3290" y="13905"/>
                </a:lnTo>
                <a:lnTo>
                  <a:pt x="2846" y="14147"/>
                </a:lnTo>
                <a:lnTo>
                  <a:pt x="2624" y="14268"/>
                </a:lnTo>
                <a:lnTo>
                  <a:pt x="2382" y="14349"/>
                </a:lnTo>
                <a:lnTo>
                  <a:pt x="2241" y="14389"/>
                </a:lnTo>
                <a:lnTo>
                  <a:pt x="2079" y="14409"/>
                </a:lnTo>
                <a:lnTo>
                  <a:pt x="1938" y="14409"/>
                </a:lnTo>
                <a:lnTo>
                  <a:pt x="1776" y="14389"/>
                </a:lnTo>
                <a:lnTo>
                  <a:pt x="1635" y="14369"/>
                </a:lnTo>
                <a:lnTo>
                  <a:pt x="1494" y="14308"/>
                </a:lnTo>
                <a:lnTo>
                  <a:pt x="1353" y="14227"/>
                </a:lnTo>
                <a:lnTo>
                  <a:pt x="1232" y="14127"/>
                </a:lnTo>
                <a:lnTo>
                  <a:pt x="1131" y="14005"/>
                </a:lnTo>
                <a:lnTo>
                  <a:pt x="1050" y="13864"/>
                </a:lnTo>
                <a:lnTo>
                  <a:pt x="1010" y="13723"/>
                </a:lnTo>
                <a:lnTo>
                  <a:pt x="969" y="13562"/>
                </a:lnTo>
                <a:lnTo>
                  <a:pt x="949" y="13380"/>
                </a:lnTo>
                <a:lnTo>
                  <a:pt x="929" y="13218"/>
                </a:lnTo>
                <a:lnTo>
                  <a:pt x="949" y="12855"/>
                </a:lnTo>
                <a:lnTo>
                  <a:pt x="1010" y="12109"/>
                </a:lnTo>
                <a:lnTo>
                  <a:pt x="1070" y="11342"/>
                </a:lnTo>
                <a:lnTo>
                  <a:pt x="1171" y="10292"/>
                </a:lnTo>
                <a:lnTo>
                  <a:pt x="1211" y="9768"/>
                </a:lnTo>
                <a:lnTo>
                  <a:pt x="1232" y="9243"/>
                </a:lnTo>
                <a:lnTo>
                  <a:pt x="1232" y="8698"/>
                </a:lnTo>
                <a:lnTo>
                  <a:pt x="1232" y="8173"/>
                </a:lnTo>
                <a:lnTo>
                  <a:pt x="1191" y="7649"/>
                </a:lnTo>
                <a:lnTo>
                  <a:pt x="1131" y="7124"/>
                </a:lnTo>
                <a:lnTo>
                  <a:pt x="1050" y="6579"/>
                </a:lnTo>
                <a:lnTo>
                  <a:pt x="929" y="6034"/>
                </a:lnTo>
                <a:lnTo>
                  <a:pt x="646" y="4965"/>
                </a:lnTo>
                <a:lnTo>
                  <a:pt x="404" y="4077"/>
                </a:lnTo>
                <a:lnTo>
                  <a:pt x="303" y="3633"/>
                </a:lnTo>
                <a:lnTo>
                  <a:pt x="202" y="3169"/>
                </a:lnTo>
                <a:lnTo>
                  <a:pt x="142" y="2765"/>
                </a:lnTo>
                <a:lnTo>
                  <a:pt x="102" y="2341"/>
                </a:lnTo>
                <a:lnTo>
                  <a:pt x="81" y="1938"/>
                </a:lnTo>
                <a:lnTo>
                  <a:pt x="102" y="1534"/>
                </a:lnTo>
                <a:lnTo>
                  <a:pt x="122" y="1151"/>
                </a:lnTo>
                <a:lnTo>
                  <a:pt x="182" y="767"/>
                </a:lnTo>
                <a:lnTo>
                  <a:pt x="243" y="384"/>
                </a:lnTo>
                <a:lnTo>
                  <a:pt x="344" y="21"/>
                </a:lnTo>
                <a:lnTo>
                  <a:pt x="2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0" name="Google Shape;2690;p34"/>
          <p:cNvSpPr/>
          <p:nvPr/>
        </p:nvSpPr>
        <p:spPr>
          <a:xfrm flipH="1">
            <a:off x="-2007441" y="162451"/>
            <a:ext cx="1060565" cy="526984"/>
          </a:xfrm>
          <a:custGeom>
            <a:rect b="b" l="l" r="r" t="t"/>
            <a:pathLst>
              <a:path extrusionOk="0" h="9426" w="18970">
                <a:moveTo>
                  <a:pt x="7103" y="1"/>
                </a:moveTo>
                <a:lnTo>
                  <a:pt x="5812" y="41"/>
                </a:lnTo>
                <a:lnTo>
                  <a:pt x="4480" y="142"/>
                </a:lnTo>
                <a:lnTo>
                  <a:pt x="3976" y="183"/>
                </a:lnTo>
                <a:lnTo>
                  <a:pt x="3552" y="223"/>
                </a:lnTo>
                <a:lnTo>
                  <a:pt x="3168" y="263"/>
                </a:lnTo>
                <a:lnTo>
                  <a:pt x="2805" y="324"/>
                </a:lnTo>
                <a:lnTo>
                  <a:pt x="2462" y="425"/>
                </a:lnTo>
                <a:lnTo>
                  <a:pt x="2301" y="505"/>
                </a:lnTo>
                <a:lnTo>
                  <a:pt x="2139" y="586"/>
                </a:lnTo>
                <a:lnTo>
                  <a:pt x="1958" y="667"/>
                </a:lnTo>
                <a:lnTo>
                  <a:pt x="1796" y="788"/>
                </a:lnTo>
                <a:lnTo>
                  <a:pt x="1635" y="909"/>
                </a:lnTo>
                <a:lnTo>
                  <a:pt x="1453" y="1070"/>
                </a:lnTo>
                <a:lnTo>
                  <a:pt x="1090" y="1434"/>
                </a:lnTo>
                <a:lnTo>
                  <a:pt x="827" y="1736"/>
                </a:lnTo>
                <a:lnTo>
                  <a:pt x="585" y="2059"/>
                </a:lnTo>
                <a:lnTo>
                  <a:pt x="404" y="2362"/>
                </a:lnTo>
                <a:lnTo>
                  <a:pt x="242" y="2665"/>
                </a:lnTo>
                <a:lnTo>
                  <a:pt x="121" y="2988"/>
                </a:lnTo>
                <a:lnTo>
                  <a:pt x="40" y="3290"/>
                </a:lnTo>
                <a:lnTo>
                  <a:pt x="0" y="3593"/>
                </a:lnTo>
                <a:lnTo>
                  <a:pt x="0" y="3896"/>
                </a:lnTo>
                <a:lnTo>
                  <a:pt x="81" y="3896"/>
                </a:lnTo>
                <a:lnTo>
                  <a:pt x="81" y="3593"/>
                </a:lnTo>
                <a:lnTo>
                  <a:pt x="121" y="3290"/>
                </a:lnTo>
                <a:lnTo>
                  <a:pt x="202" y="3008"/>
                </a:lnTo>
                <a:lnTo>
                  <a:pt x="323" y="2705"/>
                </a:lnTo>
                <a:lnTo>
                  <a:pt x="464" y="2402"/>
                </a:lnTo>
                <a:lnTo>
                  <a:pt x="666" y="2100"/>
                </a:lnTo>
                <a:lnTo>
                  <a:pt x="888" y="1797"/>
                </a:lnTo>
                <a:lnTo>
                  <a:pt x="1150" y="1474"/>
                </a:lnTo>
                <a:lnTo>
                  <a:pt x="1514" y="1131"/>
                </a:lnTo>
                <a:lnTo>
                  <a:pt x="1675" y="970"/>
                </a:lnTo>
                <a:lnTo>
                  <a:pt x="1837" y="848"/>
                </a:lnTo>
                <a:lnTo>
                  <a:pt x="2018" y="748"/>
                </a:lnTo>
                <a:lnTo>
                  <a:pt x="2180" y="647"/>
                </a:lnTo>
                <a:lnTo>
                  <a:pt x="2341" y="566"/>
                </a:lnTo>
                <a:lnTo>
                  <a:pt x="2502" y="505"/>
                </a:lnTo>
                <a:lnTo>
                  <a:pt x="2825" y="405"/>
                </a:lnTo>
                <a:lnTo>
                  <a:pt x="3189" y="344"/>
                </a:lnTo>
                <a:lnTo>
                  <a:pt x="3572" y="304"/>
                </a:lnTo>
                <a:lnTo>
                  <a:pt x="3996" y="263"/>
                </a:lnTo>
                <a:lnTo>
                  <a:pt x="4500" y="223"/>
                </a:lnTo>
                <a:lnTo>
                  <a:pt x="5812" y="122"/>
                </a:lnTo>
                <a:lnTo>
                  <a:pt x="7103" y="82"/>
                </a:lnTo>
                <a:lnTo>
                  <a:pt x="8355" y="82"/>
                </a:lnTo>
                <a:lnTo>
                  <a:pt x="9586" y="102"/>
                </a:lnTo>
                <a:lnTo>
                  <a:pt x="10574" y="162"/>
                </a:lnTo>
                <a:lnTo>
                  <a:pt x="11099" y="223"/>
                </a:lnTo>
                <a:lnTo>
                  <a:pt x="11664" y="283"/>
                </a:lnTo>
                <a:lnTo>
                  <a:pt x="12209" y="384"/>
                </a:lnTo>
                <a:lnTo>
                  <a:pt x="12794" y="505"/>
                </a:lnTo>
                <a:lnTo>
                  <a:pt x="13359" y="647"/>
                </a:lnTo>
                <a:lnTo>
                  <a:pt x="13945" y="828"/>
                </a:lnTo>
                <a:lnTo>
                  <a:pt x="14348" y="990"/>
                </a:lnTo>
                <a:lnTo>
                  <a:pt x="14812" y="1171"/>
                </a:lnTo>
                <a:lnTo>
                  <a:pt x="15276" y="1414"/>
                </a:lnTo>
                <a:lnTo>
                  <a:pt x="15741" y="1696"/>
                </a:lnTo>
                <a:lnTo>
                  <a:pt x="16205" y="2019"/>
                </a:lnTo>
                <a:lnTo>
                  <a:pt x="16447" y="2201"/>
                </a:lnTo>
                <a:lnTo>
                  <a:pt x="16669" y="2382"/>
                </a:lnTo>
                <a:lnTo>
                  <a:pt x="16891" y="2604"/>
                </a:lnTo>
                <a:lnTo>
                  <a:pt x="17113" y="2826"/>
                </a:lnTo>
                <a:lnTo>
                  <a:pt x="17315" y="3068"/>
                </a:lnTo>
                <a:lnTo>
                  <a:pt x="17516" y="3310"/>
                </a:lnTo>
                <a:lnTo>
                  <a:pt x="17698" y="3593"/>
                </a:lnTo>
                <a:lnTo>
                  <a:pt x="17880" y="3876"/>
                </a:lnTo>
                <a:lnTo>
                  <a:pt x="18041" y="4178"/>
                </a:lnTo>
                <a:lnTo>
                  <a:pt x="18182" y="4501"/>
                </a:lnTo>
                <a:lnTo>
                  <a:pt x="18324" y="4824"/>
                </a:lnTo>
                <a:lnTo>
                  <a:pt x="18445" y="5187"/>
                </a:lnTo>
                <a:lnTo>
                  <a:pt x="18546" y="5530"/>
                </a:lnTo>
                <a:lnTo>
                  <a:pt x="18646" y="5914"/>
                </a:lnTo>
                <a:lnTo>
                  <a:pt x="18727" y="6297"/>
                </a:lnTo>
                <a:lnTo>
                  <a:pt x="18788" y="6701"/>
                </a:lnTo>
                <a:lnTo>
                  <a:pt x="18828" y="7125"/>
                </a:lnTo>
                <a:lnTo>
                  <a:pt x="18868" y="7548"/>
                </a:lnTo>
                <a:lnTo>
                  <a:pt x="18889" y="7992"/>
                </a:lnTo>
                <a:lnTo>
                  <a:pt x="18889" y="8456"/>
                </a:lnTo>
                <a:lnTo>
                  <a:pt x="18889" y="8941"/>
                </a:lnTo>
                <a:lnTo>
                  <a:pt x="18868" y="9425"/>
                </a:lnTo>
                <a:lnTo>
                  <a:pt x="18949" y="9425"/>
                </a:lnTo>
                <a:lnTo>
                  <a:pt x="18969" y="8941"/>
                </a:lnTo>
                <a:lnTo>
                  <a:pt x="18969" y="8456"/>
                </a:lnTo>
                <a:lnTo>
                  <a:pt x="18969" y="7992"/>
                </a:lnTo>
                <a:lnTo>
                  <a:pt x="18949" y="7528"/>
                </a:lnTo>
                <a:lnTo>
                  <a:pt x="18909" y="7104"/>
                </a:lnTo>
                <a:lnTo>
                  <a:pt x="18868" y="6681"/>
                </a:lnTo>
                <a:lnTo>
                  <a:pt x="18788" y="6277"/>
                </a:lnTo>
                <a:lnTo>
                  <a:pt x="18727" y="5894"/>
                </a:lnTo>
                <a:lnTo>
                  <a:pt x="18626" y="5510"/>
                </a:lnTo>
                <a:lnTo>
                  <a:pt x="18525" y="5147"/>
                </a:lnTo>
                <a:lnTo>
                  <a:pt x="18404" y="4804"/>
                </a:lnTo>
                <a:lnTo>
                  <a:pt x="18263" y="4461"/>
                </a:lnTo>
                <a:lnTo>
                  <a:pt x="18102" y="4138"/>
                </a:lnTo>
                <a:lnTo>
                  <a:pt x="17940" y="3835"/>
                </a:lnTo>
                <a:lnTo>
                  <a:pt x="17759" y="3553"/>
                </a:lnTo>
                <a:lnTo>
                  <a:pt x="17577" y="3270"/>
                </a:lnTo>
                <a:lnTo>
                  <a:pt x="17375" y="3008"/>
                </a:lnTo>
                <a:lnTo>
                  <a:pt x="17173" y="2766"/>
                </a:lnTo>
                <a:lnTo>
                  <a:pt x="16951" y="2544"/>
                </a:lnTo>
                <a:lnTo>
                  <a:pt x="16729" y="2322"/>
                </a:lnTo>
                <a:lnTo>
                  <a:pt x="16507" y="2140"/>
                </a:lnTo>
                <a:lnTo>
                  <a:pt x="16265" y="1958"/>
                </a:lnTo>
                <a:lnTo>
                  <a:pt x="15781" y="1615"/>
                </a:lnTo>
                <a:lnTo>
                  <a:pt x="15317" y="1333"/>
                </a:lnTo>
                <a:lnTo>
                  <a:pt x="14832" y="1111"/>
                </a:lnTo>
                <a:lnTo>
                  <a:pt x="14388" y="909"/>
                </a:lnTo>
                <a:lnTo>
                  <a:pt x="13965" y="748"/>
                </a:lnTo>
                <a:lnTo>
                  <a:pt x="13400" y="566"/>
                </a:lnTo>
                <a:lnTo>
                  <a:pt x="12814" y="425"/>
                </a:lnTo>
                <a:lnTo>
                  <a:pt x="12229" y="304"/>
                </a:lnTo>
                <a:lnTo>
                  <a:pt x="11664" y="223"/>
                </a:lnTo>
                <a:lnTo>
                  <a:pt x="11119" y="142"/>
                </a:lnTo>
                <a:lnTo>
                  <a:pt x="10574" y="82"/>
                </a:lnTo>
                <a:lnTo>
                  <a:pt x="9586" y="21"/>
                </a:lnTo>
                <a:lnTo>
                  <a:pt x="83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1" name="Google Shape;2691;p34"/>
          <p:cNvSpPr/>
          <p:nvPr/>
        </p:nvSpPr>
        <p:spPr>
          <a:xfrm flipH="1">
            <a:off x="-2122502" y="178273"/>
            <a:ext cx="1339208" cy="816864"/>
          </a:xfrm>
          <a:custGeom>
            <a:rect b="b" l="l" r="r" t="t"/>
            <a:pathLst>
              <a:path extrusionOk="0" h="14611" w="23954">
                <a:moveTo>
                  <a:pt x="8637" y="0"/>
                </a:moveTo>
                <a:lnTo>
                  <a:pt x="7870" y="41"/>
                </a:lnTo>
                <a:lnTo>
                  <a:pt x="7083" y="81"/>
                </a:lnTo>
                <a:lnTo>
                  <a:pt x="6296" y="162"/>
                </a:lnTo>
                <a:lnTo>
                  <a:pt x="5509" y="243"/>
                </a:lnTo>
                <a:lnTo>
                  <a:pt x="5065" y="303"/>
                </a:lnTo>
                <a:lnTo>
                  <a:pt x="4601" y="384"/>
                </a:lnTo>
                <a:lnTo>
                  <a:pt x="4097" y="485"/>
                </a:lnTo>
                <a:lnTo>
                  <a:pt x="3592" y="626"/>
                </a:lnTo>
                <a:lnTo>
                  <a:pt x="3067" y="787"/>
                </a:lnTo>
                <a:lnTo>
                  <a:pt x="2563" y="1009"/>
                </a:lnTo>
                <a:lnTo>
                  <a:pt x="2321" y="1131"/>
                </a:lnTo>
                <a:lnTo>
                  <a:pt x="2079" y="1252"/>
                </a:lnTo>
                <a:lnTo>
                  <a:pt x="1836" y="1393"/>
                </a:lnTo>
                <a:lnTo>
                  <a:pt x="1614" y="1554"/>
                </a:lnTo>
                <a:lnTo>
                  <a:pt x="1392" y="1716"/>
                </a:lnTo>
                <a:lnTo>
                  <a:pt x="1191" y="1897"/>
                </a:lnTo>
                <a:lnTo>
                  <a:pt x="1009" y="2079"/>
                </a:lnTo>
                <a:lnTo>
                  <a:pt x="827" y="2261"/>
                </a:lnTo>
                <a:lnTo>
                  <a:pt x="686" y="2462"/>
                </a:lnTo>
                <a:lnTo>
                  <a:pt x="545" y="2664"/>
                </a:lnTo>
                <a:lnTo>
                  <a:pt x="404" y="2866"/>
                </a:lnTo>
                <a:lnTo>
                  <a:pt x="303" y="3088"/>
                </a:lnTo>
                <a:lnTo>
                  <a:pt x="222" y="3330"/>
                </a:lnTo>
                <a:lnTo>
                  <a:pt x="141" y="3552"/>
                </a:lnTo>
                <a:lnTo>
                  <a:pt x="81" y="3814"/>
                </a:lnTo>
                <a:lnTo>
                  <a:pt x="40" y="4057"/>
                </a:lnTo>
                <a:lnTo>
                  <a:pt x="0" y="4319"/>
                </a:lnTo>
                <a:lnTo>
                  <a:pt x="0" y="4581"/>
                </a:lnTo>
                <a:lnTo>
                  <a:pt x="0" y="4864"/>
                </a:lnTo>
                <a:lnTo>
                  <a:pt x="20" y="5146"/>
                </a:lnTo>
                <a:lnTo>
                  <a:pt x="81" y="5611"/>
                </a:lnTo>
                <a:lnTo>
                  <a:pt x="182" y="6095"/>
                </a:lnTo>
                <a:lnTo>
                  <a:pt x="303" y="6559"/>
                </a:lnTo>
                <a:lnTo>
                  <a:pt x="424" y="7023"/>
                </a:lnTo>
                <a:lnTo>
                  <a:pt x="565" y="7588"/>
                </a:lnTo>
                <a:lnTo>
                  <a:pt x="706" y="8173"/>
                </a:lnTo>
                <a:lnTo>
                  <a:pt x="767" y="8537"/>
                </a:lnTo>
                <a:lnTo>
                  <a:pt x="827" y="8920"/>
                </a:lnTo>
                <a:lnTo>
                  <a:pt x="868" y="9324"/>
                </a:lnTo>
                <a:lnTo>
                  <a:pt x="888" y="9707"/>
                </a:lnTo>
                <a:lnTo>
                  <a:pt x="908" y="10090"/>
                </a:lnTo>
                <a:lnTo>
                  <a:pt x="888" y="10474"/>
                </a:lnTo>
                <a:lnTo>
                  <a:pt x="868" y="10857"/>
                </a:lnTo>
                <a:lnTo>
                  <a:pt x="827" y="11241"/>
                </a:lnTo>
                <a:lnTo>
                  <a:pt x="807" y="11483"/>
                </a:lnTo>
                <a:lnTo>
                  <a:pt x="767" y="11765"/>
                </a:lnTo>
                <a:lnTo>
                  <a:pt x="747" y="12068"/>
                </a:lnTo>
                <a:lnTo>
                  <a:pt x="747" y="12351"/>
                </a:lnTo>
                <a:lnTo>
                  <a:pt x="767" y="12653"/>
                </a:lnTo>
                <a:lnTo>
                  <a:pt x="807" y="12815"/>
                </a:lnTo>
                <a:lnTo>
                  <a:pt x="848" y="12976"/>
                </a:lnTo>
                <a:lnTo>
                  <a:pt x="928" y="13138"/>
                </a:lnTo>
                <a:lnTo>
                  <a:pt x="1029" y="13299"/>
                </a:lnTo>
                <a:lnTo>
                  <a:pt x="1130" y="13440"/>
                </a:lnTo>
                <a:lnTo>
                  <a:pt x="1271" y="13561"/>
                </a:lnTo>
                <a:lnTo>
                  <a:pt x="1433" y="13662"/>
                </a:lnTo>
                <a:lnTo>
                  <a:pt x="1614" y="13723"/>
                </a:lnTo>
                <a:lnTo>
                  <a:pt x="1715" y="13763"/>
                </a:lnTo>
                <a:lnTo>
                  <a:pt x="2058" y="13763"/>
                </a:lnTo>
                <a:lnTo>
                  <a:pt x="2280" y="13723"/>
                </a:lnTo>
                <a:lnTo>
                  <a:pt x="2502" y="13683"/>
                </a:lnTo>
                <a:lnTo>
                  <a:pt x="3794" y="13420"/>
                </a:lnTo>
                <a:lnTo>
                  <a:pt x="4419" y="13299"/>
                </a:lnTo>
                <a:lnTo>
                  <a:pt x="5065" y="13198"/>
                </a:lnTo>
                <a:lnTo>
                  <a:pt x="5691" y="13118"/>
                </a:lnTo>
                <a:lnTo>
                  <a:pt x="6337" y="13057"/>
                </a:lnTo>
                <a:lnTo>
                  <a:pt x="6962" y="13037"/>
                </a:lnTo>
                <a:lnTo>
                  <a:pt x="7588" y="13037"/>
                </a:lnTo>
                <a:lnTo>
                  <a:pt x="8133" y="13077"/>
                </a:lnTo>
                <a:lnTo>
                  <a:pt x="8657" y="13138"/>
                </a:lnTo>
                <a:lnTo>
                  <a:pt x="9202" y="13218"/>
                </a:lnTo>
                <a:lnTo>
                  <a:pt x="9747" y="13319"/>
                </a:lnTo>
                <a:lnTo>
                  <a:pt x="10796" y="13561"/>
                </a:lnTo>
                <a:lnTo>
                  <a:pt x="11846" y="13824"/>
                </a:lnTo>
                <a:lnTo>
                  <a:pt x="13218" y="14167"/>
                </a:lnTo>
                <a:lnTo>
                  <a:pt x="13924" y="14328"/>
                </a:lnTo>
                <a:lnTo>
                  <a:pt x="14610" y="14449"/>
                </a:lnTo>
                <a:lnTo>
                  <a:pt x="15095" y="14530"/>
                </a:lnTo>
                <a:lnTo>
                  <a:pt x="15559" y="14570"/>
                </a:lnTo>
                <a:lnTo>
                  <a:pt x="16023" y="14611"/>
                </a:lnTo>
                <a:lnTo>
                  <a:pt x="16871" y="14611"/>
                </a:lnTo>
                <a:lnTo>
                  <a:pt x="17274" y="14570"/>
                </a:lnTo>
                <a:lnTo>
                  <a:pt x="17658" y="14530"/>
                </a:lnTo>
                <a:lnTo>
                  <a:pt x="18021" y="14449"/>
                </a:lnTo>
                <a:lnTo>
                  <a:pt x="18485" y="14328"/>
                </a:lnTo>
                <a:lnTo>
                  <a:pt x="18909" y="14187"/>
                </a:lnTo>
                <a:lnTo>
                  <a:pt x="19312" y="14005"/>
                </a:lnTo>
                <a:lnTo>
                  <a:pt x="19676" y="13783"/>
                </a:lnTo>
                <a:lnTo>
                  <a:pt x="20039" y="13541"/>
                </a:lnTo>
                <a:lnTo>
                  <a:pt x="20341" y="13279"/>
                </a:lnTo>
                <a:lnTo>
                  <a:pt x="20644" y="12976"/>
                </a:lnTo>
                <a:lnTo>
                  <a:pt x="20886" y="12674"/>
                </a:lnTo>
                <a:lnTo>
                  <a:pt x="21028" y="12472"/>
                </a:lnTo>
                <a:lnTo>
                  <a:pt x="21149" y="12270"/>
                </a:lnTo>
                <a:lnTo>
                  <a:pt x="21250" y="12048"/>
                </a:lnTo>
                <a:lnTo>
                  <a:pt x="21350" y="11846"/>
                </a:lnTo>
                <a:lnTo>
                  <a:pt x="21512" y="11402"/>
                </a:lnTo>
                <a:lnTo>
                  <a:pt x="21633" y="10958"/>
                </a:lnTo>
                <a:lnTo>
                  <a:pt x="21734" y="10494"/>
                </a:lnTo>
                <a:lnTo>
                  <a:pt x="21794" y="10030"/>
                </a:lnTo>
                <a:lnTo>
                  <a:pt x="21835" y="9586"/>
                </a:lnTo>
                <a:lnTo>
                  <a:pt x="21875" y="9142"/>
                </a:lnTo>
                <a:lnTo>
                  <a:pt x="21794" y="9142"/>
                </a:lnTo>
                <a:lnTo>
                  <a:pt x="21754" y="9586"/>
                </a:lnTo>
                <a:lnTo>
                  <a:pt x="21714" y="10030"/>
                </a:lnTo>
                <a:lnTo>
                  <a:pt x="21653" y="10474"/>
                </a:lnTo>
                <a:lnTo>
                  <a:pt x="21552" y="10918"/>
                </a:lnTo>
                <a:lnTo>
                  <a:pt x="21431" y="11362"/>
                </a:lnTo>
                <a:lnTo>
                  <a:pt x="21270" y="11806"/>
                </a:lnTo>
                <a:lnTo>
                  <a:pt x="21189" y="12008"/>
                </a:lnTo>
                <a:lnTo>
                  <a:pt x="21068" y="12230"/>
                </a:lnTo>
                <a:lnTo>
                  <a:pt x="20947" y="12431"/>
                </a:lnTo>
                <a:lnTo>
                  <a:pt x="20826" y="12613"/>
                </a:lnTo>
                <a:lnTo>
                  <a:pt x="20584" y="12936"/>
                </a:lnTo>
                <a:lnTo>
                  <a:pt x="20301" y="13218"/>
                </a:lnTo>
                <a:lnTo>
                  <a:pt x="19978" y="13481"/>
                </a:lnTo>
                <a:lnTo>
                  <a:pt x="19635" y="13723"/>
                </a:lnTo>
                <a:lnTo>
                  <a:pt x="19272" y="13925"/>
                </a:lnTo>
                <a:lnTo>
                  <a:pt x="18868" y="14106"/>
                </a:lnTo>
                <a:lnTo>
                  <a:pt x="18445" y="14248"/>
                </a:lnTo>
                <a:lnTo>
                  <a:pt x="18001" y="14369"/>
                </a:lnTo>
                <a:lnTo>
                  <a:pt x="17637" y="14449"/>
                </a:lnTo>
                <a:lnTo>
                  <a:pt x="17254" y="14490"/>
                </a:lnTo>
                <a:lnTo>
                  <a:pt x="16871" y="14530"/>
                </a:lnTo>
                <a:lnTo>
                  <a:pt x="16023" y="14530"/>
                </a:lnTo>
                <a:lnTo>
                  <a:pt x="15579" y="14490"/>
                </a:lnTo>
                <a:lnTo>
                  <a:pt x="15115" y="14449"/>
                </a:lnTo>
                <a:lnTo>
                  <a:pt x="14631" y="14369"/>
                </a:lnTo>
                <a:lnTo>
                  <a:pt x="13924" y="14248"/>
                </a:lnTo>
                <a:lnTo>
                  <a:pt x="13238" y="14086"/>
                </a:lnTo>
                <a:lnTo>
                  <a:pt x="11866" y="13743"/>
                </a:lnTo>
                <a:lnTo>
                  <a:pt x="10817" y="13481"/>
                </a:lnTo>
                <a:lnTo>
                  <a:pt x="9747" y="13239"/>
                </a:lnTo>
                <a:lnTo>
                  <a:pt x="9222" y="13138"/>
                </a:lnTo>
                <a:lnTo>
                  <a:pt x="8677" y="13057"/>
                </a:lnTo>
                <a:lnTo>
                  <a:pt x="8133" y="12996"/>
                </a:lnTo>
                <a:lnTo>
                  <a:pt x="7588" y="12956"/>
                </a:lnTo>
                <a:lnTo>
                  <a:pt x="6962" y="12956"/>
                </a:lnTo>
                <a:lnTo>
                  <a:pt x="6316" y="12976"/>
                </a:lnTo>
                <a:lnTo>
                  <a:pt x="5691" y="13037"/>
                </a:lnTo>
                <a:lnTo>
                  <a:pt x="5065" y="13118"/>
                </a:lnTo>
                <a:lnTo>
                  <a:pt x="4419" y="13218"/>
                </a:lnTo>
                <a:lnTo>
                  <a:pt x="3774" y="13339"/>
                </a:lnTo>
                <a:lnTo>
                  <a:pt x="2482" y="13602"/>
                </a:lnTo>
                <a:lnTo>
                  <a:pt x="2280" y="13642"/>
                </a:lnTo>
                <a:lnTo>
                  <a:pt x="2058" y="13683"/>
                </a:lnTo>
                <a:lnTo>
                  <a:pt x="1735" y="13683"/>
                </a:lnTo>
                <a:lnTo>
                  <a:pt x="1635" y="13662"/>
                </a:lnTo>
                <a:lnTo>
                  <a:pt x="1453" y="13582"/>
                </a:lnTo>
                <a:lnTo>
                  <a:pt x="1312" y="13501"/>
                </a:lnTo>
                <a:lnTo>
                  <a:pt x="1191" y="13380"/>
                </a:lnTo>
                <a:lnTo>
                  <a:pt x="1090" y="13239"/>
                </a:lnTo>
                <a:lnTo>
                  <a:pt x="989" y="13097"/>
                </a:lnTo>
                <a:lnTo>
                  <a:pt x="928" y="12936"/>
                </a:lnTo>
                <a:lnTo>
                  <a:pt x="888" y="12795"/>
                </a:lnTo>
                <a:lnTo>
                  <a:pt x="848" y="12633"/>
                </a:lnTo>
                <a:lnTo>
                  <a:pt x="827" y="12351"/>
                </a:lnTo>
                <a:lnTo>
                  <a:pt x="827" y="12068"/>
                </a:lnTo>
                <a:lnTo>
                  <a:pt x="848" y="11765"/>
                </a:lnTo>
                <a:lnTo>
                  <a:pt x="888" y="11483"/>
                </a:lnTo>
                <a:lnTo>
                  <a:pt x="908" y="11261"/>
                </a:lnTo>
                <a:lnTo>
                  <a:pt x="948" y="10857"/>
                </a:lnTo>
                <a:lnTo>
                  <a:pt x="969" y="10474"/>
                </a:lnTo>
                <a:lnTo>
                  <a:pt x="989" y="10090"/>
                </a:lnTo>
                <a:lnTo>
                  <a:pt x="969" y="9707"/>
                </a:lnTo>
                <a:lnTo>
                  <a:pt x="948" y="9303"/>
                </a:lnTo>
                <a:lnTo>
                  <a:pt x="908" y="8920"/>
                </a:lnTo>
                <a:lnTo>
                  <a:pt x="848" y="8537"/>
                </a:lnTo>
                <a:lnTo>
                  <a:pt x="787" y="8153"/>
                </a:lnTo>
                <a:lnTo>
                  <a:pt x="646" y="7568"/>
                </a:lnTo>
                <a:lnTo>
                  <a:pt x="505" y="7003"/>
                </a:lnTo>
                <a:lnTo>
                  <a:pt x="383" y="6539"/>
                </a:lnTo>
                <a:lnTo>
                  <a:pt x="262" y="6075"/>
                </a:lnTo>
                <a:lnTo>
                  <a:pt x="161" y="5611"/>
                </a:lnTo>
                <a:lnTo>
                  <a:pt x="101" y="5126"/>
                </a:lnTo>
                <a:lnTo>
                  <a:pt x="81" y="4844"/>
                </a:lnTo>
                <a:lnTo>
                  <a:pt x="81" y="4581"/>
                </a:lnTo>
                <a:lnTo>
                  <a:pt x="81" y="4319"/>
                </a:lnTo>
                <a:lnTo>
                  <a:pt x="121" y="4077"/>
                </a:lnTo>
                <a:lnTo>
                  <a:pt x="161" y="3835"/>
                </a:lnTo>
                <a:lnTo>
                  <a:pt x="222" y="3593"/>
                </a:lnTo>
                <a:lnTo>
                  <a:pt x="283" y="3350"/>
                </a:lnTo>
                <a:lnTo>
                  <a:pt x="383" y="3128"/>
                </a:lnTo>
                <a:lnTo>
                  <a:pt x="484" y="2906"/>
                </a:lnTo>
                <a:lnTo>
                  <a:pt x="605" y="2705"/>
                </a:lnTo>
                <a:lnTo>
                  <a:pt x="747" y="2503"/>
                </a:lnTo>
                <a:lnTo>
                  <a:pt x="888" y="2301"/>
                </a:lnTo>
                <a:lnTo>
                  <a:pt x="1070" y="2119"/>
                </a:lnTo>
                <a:lnTo>
                  <a:pt x="1251" y="1938"/>
                </a:lnTo>
                <a:lnTo>
                  <a:pt x="1453" y="1776"/>
                </a:lnTo>
                <a:lnTo>
                  <a:pt x="1655" y="1615"/>
                </a:lnTo>
                <a:lnTo>
                  <a:pt x="1897" y="1453"/>
                </a:lnTo>
                <a:lnTo>
                  <a:pt x="2119" y="1332"/>
                </a:lnTo>
                <a:lnTo>
                  <a:pt x="2361" y="1191"/>
                </a:lnTo>
                <a:lnTo>
                  <a:pt x="2603" y="1070"/>
                </a:lnTo>
                <a:lnTo>
                  <a:pt x="3108" y="868"/>
                </a:lnTo>
                <a:lnTo>
                  <a:pt x="3612" y="707"/>
                </a:lnTo>
                <a:lnTo>
                  <a:pt x="4117" y="565"/>
                </a:lnTo>
                <a:lnTo>
                  <a:pt x="4621" y="465"/>
                </a:lnTo>
                <a:lnTo>
                  <a:pt x="5085" y="384"/>
                </a:lnTo>
                <a:lnTo>
                  <a:pt x="5529" y="323"/>
                </a:lnTo>
                <a:lnTo>
                  <a:pt x="6316" y="243"/>
                </a:lnTo>
                <a:lnTo>
                  <a:pt x="7083" y="162"/>
                </a:lnTo>
                <a:lnTo>
                  <a:pt x="7870" y="122"/>
                </a:lnTo>
                <a:lnTo>
                  <a:pt x="8637" y="81"/>
                </a:lnTo>
                <a:lnTo>
                  <a:pt x="10171" y="81"/>
                </a:lnTo>
                <a:lnTo>
                  <a:pt x="10938" y="101"/>
                </a:lnTo>
                <a:lnTo>
                  <a:pt x="11704" y="142"/>
                </a:lnTo>
                <a:lnTo>
                  <a:pt x="12451" y="202"/>
                </a:lnTo>
                <a:lnTo>
                  <a:pt x="13218" y="283"/>
                </a:lnTo>
                <a:lnTo>
                  <a:pt x="13965" y="364"/>
                </a:lnTo>
                <a:lnTo>
                  <a:pt x="14711" y="485"/>
                </a:lnTo>
                <a:lnTo>
                  <a:pt x="15458" y="606"/>
                </a:lnTo>
                <a:lnTo>
                  <a:pt x="16225" y="767"/>
                </a:lnTo>
                <a:lnTo>
                  <a:pt x="16971" y="929"/>
                </a:lnTo>
                <a:lnTo>
                  <a:pt x="17718" y="1110"/>
                </a:lnTo>
                <a:lnTo>
                  <a:pt x="18445" y="1312"/>
                </a:lnTo>
                <a:lnTo>
                  <a:pt x="19191" y="1554"/>
                </a:lnTo>
                <a:lnTo>
                  <a:pt x="19554" y="1675"/>
                </a:lnTo>
                <a:lnTo>
                  <a:pt x="19938" y="1817"/>
                </a:lnTo>
                <a:lnTo>
                  <a:pt x="20301" y="1978"/>
                </a:lnTo>
                <a:lnTo>
                  <a:pt x="20644" y="2140"/>
                </a:lnTo>
                <a:lnTo>
                  <a:pt x="20987" y="2321"/>
                </a:lnTo>
                <a:lnTo>
                  <a:pt x="21330" y="2523"/>
                </a:lnTo>
                <a:lnTo>
                  <a:pt x="21653" y="2745"/>
                </a:lnTo>
                <a:lnTo>
                  <a:pt x="21956" y="2967"/>
                </a:lnTo>
                <a:lnTo>
                  <a:pt x="22259" y="3229"/>
                </a:lnTo>
                <a:lnTo>
                  <a:pt x="22541" y="3492"/>
                </a:lnTo>
                <a:lnTo>
                  <a:pt x="22783" y="3794"/>
                </a:lnTo>
                <a:lnTo>
                  <a:pt x="23025" y="4097"/>
                </a:lnTo>
                <a:lnTo>
                  <a:pt x="23207" y="4380"/>
                </a:lnTo>
                <a:lnTo>
                  <a:pt x="23368" y="4682"/>
                </a:lnTo>
                <a:lnTo>
                  <a:pt x="23510" y="4965"/>
                </a:lnTo>
                <a:lnTo>
                  <a:pt x="23611" y="5288"/>
                </a:lnTo>
                <a:lnTo>
                  <a:pt x="23712" y="5611"/>
                </a:lnTo>
                <a:lnTo>
                  <a:pt x="23792" y="5933"/>
                </a:lnTo>
                <a:lnTo>
                  <a:pt x="23833" y="6256"/>
                </a:lnTo>
                <a:lnTo>
                  <a:pt x="23873" y="6579"/>
                </a:lnTo>
                <a:lnTo>
                  <a:pt x="23873" y="6922"/>
                </a:lnTo>
                <a:lnTo>
                  <a:pt x="23873" y="7245"/>
                </a:lnTo>
                <a:lnTo>
                  <a:pt x="23833" y="7588"/>
                </a:lnTo>
                <a:lnTo>
                  <a:pt x="23772" y="7911"/>
                </a:lnTo>
                <a:lnTo>
                  <a:pt x="23712" y="8234"/>
                </a:lnTo>
                <a:lnTo>
                  <a:pt x="23611" y="8537"/>
                </a:lnTo>
                <a:lnTo>
                  <a:pt x="23490" y="8860"/>
                </a:lnTo>
                <a:lnTo>
                  <a:pt x="23328" y="9162"/>
                </a:lnTo>
                <a:lnTo>
                  <a:pt x="23409" y="9182"/>
                </a:lnTo>
                <a:lnTo>
                  <a:pt x="23550" y="8880"/>
                </a:lnTo>
                <a:lnTo>
                  <a:pt x="23671" y="8577"/>
                </a:lnTo>
                <a:lnTo>
                  <a:pt x="23772" y="8254"/>
                </a:lnTo>
                <a:lnTo>
                  <a:pt x="23853" y="7931"/>
                </a:lnTo>
                <a:lnTo>
                  <a:pt x="23913" y="7588"/>
                </a:lnTo>
                <a:lnTo>
                  <a:pt x="23954" y="7265"/>
                </a:lnTo>
                <a:lnTo>
                  <a:pt x="23954" y="6922"/>
                </a:lnTo>
                <a:lnTo>
                  <a:pt x="23954" y="6579"/>
                </a:lnTo>
                <a:lnTo>
                  <a:pt x="23913" y="6236"/>
                </a:lnTo>
                <a:lnTo>
                  <a:pt x="23873" y="5913"/>
                </a:lnTo>
                <a:lnTo>
                  <a:pt x="23792" y="5590"/>
                </a:lnTo>
                <a:lnTo>
                  <a:pt x="23691" y="5267"/>
                </a:lnTo>
                <a:lnTo>
                  <a:pt x="23570" y="4945"/>
                </a:lnTo>
                <a:lnTo>
                  <a:pt x="23429" y="4642"/>
                </a:lnTo>
                <a:lnTo>
                  <a:pt x="23268" y="4339"/>
                </a:lnTo>
                <a:lnTo>
                  <a:pt x="23086" y="4057"/>
                </a:lnTo>
                <a:lnTo>
                  <a:pt x="22844" y="3734"/>
                </a:lnTo>
                <a:lnTo>
                  <a:pt x="22602" y="3451"/>
                </a:lnTo>
                <a:lnTo>
                  <a:pt x="22319" y="3169"/>
                </a:lnTo>
                <a:lnTo>
                  <a:pt x="22016" y="2906"/>
                </a:lnTo>
                <a:lnTo>
                  <a:pt x="21694" y="2684"/>
                </a:lnTo>
                <a:lnTo>
                  <a:pt x="21371" y="2462"/>
                </a:lnTo>
                <a:lnTo>
                  <a:pt x="21048" y="2261"/>
                </a:lnTo>
                <a:lnTo>
                  <a:pt x="20685" y="2079"/>
                </a:lnTo>
                <a:lnTo>
                  <a:pt x="20341" y="1897"/>
                </a:lnTo>
                <a:lnTo>
                  <a:pt x="19978" y="1756"/>
                </a:lnTo>
                <a:lnTo>
                  <a:pt x="19595" y="1595"/>
                </a:lnTo>
                <a:lnTo>
                  <a:pt x="19232" y="1474"/>
                </a:lnTo>
                <a:lnTo>
                  <a:pt x="18465" y="1231"/>
                </a:lnTo>
                <a:lnTo>
                  <a:pt x="17738" y="1030"/>
                </a:lnTo>
                <a:lnTo>
                  <a:pt x="16971" y="848"/>
                </a:lnTo>
                <a:lnTo>
                  <a:pt x="16225" y="687"/>
                </a:lnTo>
                <a:lnTo>
                  <a:pt x="15478" y="545"/>
                </a:lnTo>
                <a:lnTo>
                  <a:pt x="14731" y="404"/>
                </a:lnTo>
                <a:lnTo>
                  <a:pt x="13985" y="283"/>
                </a:lnTo>
                <a:lnTo>
                  <a:pt x="13218" y="202"/>
                </a:lnTo>
                <a:lnTo>
                  <a:pt x="12471" y="122"/>
                </a:lnTo>
                <a:lnTo>
                  <a:pt x="11704" y="61"/>
                </a:lnTo>
                <a:lnTo>
                  <a:pt x="10938" y="21"/>
                </a:lnTo>
                <a:lnTo>
                  <a:pt x="1019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2" name="Google Shape;2692;p34"/>
          <p:cNvSpPr/>
          <p:nvPr/>
        </p:nvSpPr>
        <p:spPr>
          <a:xfrm flipH="1">
            <a:off x="-2092029" y="380207"/>
            <a:ext cx="1145153" cy="459224"/>
          </a:xfrm>
          <a:custGeom>
            <a:rect b="b" l="l" r="r" t="t"/>
            <a:pathLst>
              <a:path extrusionOk="0" h="8214" w="20483">
                <a:moveTo>
                  <a:pt x="0" y="1"/>
                </a:moveTo>
                <a:lnTo>
                  <a:pt x="20" y="182"/>
                </a:lnTo>
                <a:lnTo>
                  <a:pt x="40" y="384"/>
                </a:lnTo>
                <a:lnTo>
                  <a:pt x="141" y="768"/>
                </a:lnTo>
                <a:lnTo>
                  <a:pt x="283" y="1131"/>
                </a:lnTo>
                <a:lnTo>
                  <a:pt x="424" y="1494"/>
                </a:lnTo>
                <a:lnTo>
                  <a:pt x="585" y="1877"/>
                </a:lnTo>
                <a:lnTo>
                  <a:pt x="727" y="2261"/>
                </a:lnTo>
                <a:lnTo>
                  <a:pt x="787" y="2463"/>
                </a:lnTo>
                <a:lnTo>
                  <a:pt x="827" y="2664"/>
                </a:lnTo>
                <a:lnTo>
                  <a:pt x="848" y="2886"/>
                </a:lnTo>
                <a:lnTo>
                  <a:pt x="868" y="3088"/>
                </a:lnTo>
                <a:lnTo>
                  <a:pt x="848" y="3330"/>
                </a:lnTo>
                <a:lnTo>
                  <a:pt x="807" y="3573"/>
                </a:lnTo>
                <a:lnTo>
                  <a:pt x="686" y="4057"/>
                </a:lnTo>
                <a:lnTo>
                  <a:pt x="585" y="4460"/>
                </a:lnTo>
                <a:lnTo>
                  <a:pt x="545" y="4662"/>
                </a:lnTo>
                <a:lnTo>
                  <a:pt x="525" y="4864"/>
                </a:lnTo>
                <a:lnTo>
                  <a:pt x="525" y="5066"/>
                </a:lnTo>
                <a:lnTo>
                  <a:pt x="525" y="5248"/>
                </a:lnTo>
                <a:lnTo>
                  <a:pt x="565" y="5449"/>
                </a:lnTo>
                <a:lnTo>
                  <a:pt x="646" y="5631"/>
                </a:lnTo>
                <a:lnTo>
                  <a:pt x="706" y="5752"/>
                </a:lnTo>
                <a:lnTo>
                  <a:pt x="767" y="5873"/>
                </a:lnTo>
                <a:lnTo>
                  <a:pt x="848" y="5974"/>
                </a:lnTo>
                <a:lnTo>
                  <a:pt x="949" y="6075"/>
                </a:lnTo>
                <a:lnTo>
                  <a:pt x="1049" y="6156"/>
                </a:lnTo>
                <a:lnTo>
                  <a:pt x="1171" y="6236"/>
                </a:lnTo>
                <a:lnTo>
                  <a:pt x="1453" y="6378"/>
                </a:lnTo>
                <a:lnTo>
                  <a:pt x="1756" y="6478"/>
                </a:lnTo>
                <a:lnTo>
                  <a:pt x="2139" y="6559"/>
                </a:lnTo>
                <a:lnTo>
                  <a:pt x="2543" y="6600"/>
                </a:lnTo>
                <a:lnTo>
                  <a:pt x="3007" y="6620"/>
                </a:lnTo>
                <a:lnTo>
                  <a:pt x="4682" y="6600"/>
                </a:lnTo>
                <a:lnTo>
                  <a:pt x="7426" y="6600"/>
                </a:lnTo>
                <a:lnTo>
                  <a:pt x="8334" y="6640"/>
                </a:lnTo>
                <a:lnTo>
                  <a:pt x="9243" y="6721"/>
                </a:lnTo>
                <a:lnTo>
                  <a:pt x="10151" y="6822"/>
                </a:lnTo>
                <a:lnTo>
                  <a:pt x="10595" y="6902"/>
                </a:lnTo>
                <a:lnTo>
                  <a:pt x="11059" y="6983"/>
                </a:lnTo>
                <a:lnTo>
                  <a:pt x="11503" y="7084"/>
                </a:lnTo>
                <a:lnTo>
                  <a:pt x="11927" y="7205"/>
                </a:lnTo>
                <a:lnTo>
                  <a:pt x="12512" y="7387"/>
                </a:lnTo>
                <a:lnTo>
                  <a:pt x="13077" y="7568"/>
                </a:lnTo>
                <a:lnTo>
                  <a:pt x="13803" y="7790"/>
                </a:lnTo>
                <a:lnTo>
                  <a:pt x="14167" y="7911"/>
                </a:lnTo>
                <a:lnTo>
                  <a:pt x="14550" y="8012"/>
                </a:lnTo>
                <a:lnTo>
                  <a:pt x="14913" y="8093"/>
                </a:lnTo>
                <a:lnTo>
                  <a:pt x="15297" y="8153"/>
                </a:lnTo>
                <a:lnTo>
                  <a:pt x="15680" y="8194"/>
                </a:lnTo>
                <a:lnTo>
                  <a:pt x="16063" y="8214"/>
                </a:lnTo>
                <a:lnTo>
                  <a:pt x="16427" y="8214"/>
                </a:lnTo>
                <a:lnTo>
                  <a:pt x="16770" y="8174"/>
                </a:lnTo>
                <a:lnTo>
                  <a:pt x="17093" y="8113"/>
                </a:lnTo>
                <a:lnTo>
                  <a:pt x="17415" y="8032"/>
                </a:lnTo>
                <a:lnTo>
                  <a:pt x="17738" y="7931"/>
                </a:lnTo>
                <a:lnTo>
                  <a:pt x="18061" y="7810"/>
                </a:lnTo>
                <a:lnTo>
                  <a:pt x="18364" y="7649"/>
                </a:lnTo>
                <a:lnTo>
                  <a:pt x="18646" y="7488"/>
                </a:lnTo>
                <a:lnTo>
                  <a:pt x="18929" y="7306"/>
                </a:lnTo>
                <a:lnTo>
                  <a:pt x="19191" y="7104"/>
                </a:lnTo>
                <a:lnTo>
                  <a:pt x="19454" y="6902"/>
                </a:lnTo>
                <a:lnTo>
                  <a:pt x="19696" y="6660"/>
                </a:lnTo>
                <a:lnTo>
                  <a:pt x="19918" y="6418"/>
                </a:lnTo>
                <a:lnTo>
                  <a:pt x="20120" y="6156"/>
                </a:lnTo>
                <a:lnTo>
                  <a:pt x="20321" y="5873"/>
                </a:lnTo>
                <a:lnTo>
                  <a:pt x="20483" y="5570"/>
                </a:lnTo>
                <a:lnTo>
                  <a:pt x="20402" y="5550"/>
                </a:lnTo>
                <a:lnTo>
                  <a:pt x="20241" y="5833"/>
                </a:lnTo>
                <a:lnTo>
                  <a:pt x="20059" y="6095"/>
                </a:lnTo>
                <a:lnTo>
                  <a:pt x="19857" y="6357"/>
                </a:lnTo>
                <a:lnTo>
                  <a:pt x="19635" y="6600"/>
                </a:lnTo>
                <a:lnTo>
                  <a:pt x="19393" y="6842"/>
                </a:lnTo>
                <a:lnTo>
                  <a:pt x="19151" y="7044"/>
                </a:lnTo>
                <a:lnTo>
                  <a:pt x="18889" y="7245"/>
                </a:lnTo>
                <a:lnTo>
                  <a:pt x="18606" y="7427"/>
                </a:lnTo>
                <a:lnTo>
                  <a:pt x="18324" y="7588"/>
                </a:lnTo>
                <a:lnTo>
                  <a:pt x="18021" y="7730"/>
                </a:lnTo>
                <a:lnTo>
                  <a:pt x="17718" y="7851"/>
                </a:lnTo>
                <a:lnTo>
                  <a:pt x="17395" y="7952"/>
                </a:lnTo>
                <a:lnTo>
                  <a:pt x="17072" y="8032"/>
                </a:lnTo>
                <a:lnTo>
                  <a:pt x="16750" y="8093"/>
                </a:lnTo>
                <a:lnTo>
                  <a:pt x="16427" y="8133"/>
                </a:lnTo>
                <a:lnTo>
                  <a:pt x="16063" y="8133"/>
                </a:lnTo>
                <a:lnTo>
                  <a:pt x="15680" y="8113"/>
                </a:lnTo>
                <a:lnTo>
                  <a:pt x="15317" y="8073"/>
                </a:lnTo>
                <a:lnTo>
                  <a:pt x="14933" y="8012"/>
                </a:lnTo>
                <a:lnTo>
                  <a:pt x="14550" y="7931"/>
                </a:lnTo>
                <a:lnTo>
                  <a:pt x="14187" y="7831"/>
                </a:lnTo>
                <a:lnTo>
                  <a:pt x="13823" y="7730"/>
                </a:lnTo>
                <a:lnTo>
                  <a:pt x="13097" y="7488"/>
                </a:lnTo>
                <a:lnTo>
                  <a:pt x="12532" y="7306"/>
                </a:lnTo>
                <a:lnTo>
                  <a:pt x="11947" y="7124"/>
                </a:lnTo>
                <a:lnTo>
                  <a:pt x="11523" y="7003"/>
                </a:lnTo>
                <a:lnTo>
                  <a:pt x="11059" y="6902"/>
                </a:lnTo>
                <a:lnTo>
                  <a:pt x="10615" y="6822"/>
                </a:lnTo>
                <a:lnTo>
                  <a:pt x="10171" y="6741"/>
                </a:lnTo>
                <a:lnTo>
                  <a:pt x="9263" y="6640"/>
                </a:lnTo>
                <a:lnTo>
                  <a:pt x="8355" y="6559"/>
                </a:lnTo>
                <a:lnTo>
                  <a:pt x="7426" y="6519"/>
                </a:lnTo>
                <a:lnTo>
                  <a:pt x="4682" y="6519"/>
                </a:lnTo>
                <a:lnTo>
                  <a:pt x="3007" y="6539"/>
                </a:lnTo>
                <a:lnTo>
                  <a:pt x="2563" y="6519"/>
                </a:lnTo>
                <a:lnTo>
                  <a:pt x="2159" y="6478"/>
                </a:lnTo>
                <a:lnTo>
                  <a:pt x="1796" y="6398"/>
                </a:lnTo>
                <a:lnTo>
                  <a:pt x="1493" y="6297"/>
                </a:lnTo>
                <a:lnTo>
                  <a:pt x="1231" y="6176"/>
                </a:lnTo>
                <a:lnTo>
                  <a:pt x="1110" y="6095"/>
                </a:lnTo>
                <a:lnTo>
                  <a:pt x="1009" y="6014"/>
                </a:lnTo>
                <a:lnTo>
                  <a:pt x="928" y="5913"/>
                </a:lnTo>
                <a:lnTo>
                  <a:pt x="848" y="5833"/>
                </a:lnTo>
                <a:lnTo>
                  <a:pt x="767" y="5712"/>
                </a:lnTo>
                <a:lnTo>
                  <a:pt x="706" y="5611"/>
                </a:lnTo>
                <a:lnTo>
                  <a:pt x="646" y="5429"/>
                </a:lnTo>
                <a:lnTo>
                  <a:pt x="606" y="5248"/>
                </a:lnTo>
                <a:lnTo>
                  <a:pt x="606" y="5046"/>
                </a:lnTo>
                <a:lnTo>
                  <a:pt x="606" y="4864"/>
                </a:lnTo>
                <a:lnTo>
                  <a:pt x="626" y="4662"/>
                </a:lnTo>
                <a:lnTo>
                  <a:pt x="666" y="4481"/>
                </a:lnTo>
                <a:lnTo>
                  <a:pt x="767" y="4077"/>
                </a:lnTo>
                <a:lnTo>
                  <a:pt x="888" y="3593"/>
                </a:lnTo>
                <a:lnTo>
                  <a:pt x="928" y="3330"/>
                </a:lnTo>
                <a:lnTo>
                  <a:pt x="949" y="3088"/>
                </a:lnTo>
                <a:lnTo>
                  <a:pt x="928" y="2866"/>
                </a:lnTo>
                <a:lnTo>
                  <a:pt x="908" y="2664"/>
                </a:lnTo>
                <a:lnTo>
                  <a:pt x="868" y="2463"/>
                </a:lnTo>
                <a:lnTo>
                  <a:pt x="807" y="2261"/>
                </a:lnTo>
                <a:lnTo>
                  <a:pt x="666" y="1857"/>
                </a:lnTo>
                <a:lnTo>
                  <a:pt x="505" y="1454"/>
                </a:lnTo>
                <a:lnTo>
                  <a:pt x="363" y="1090"/>
                </a:lnTo>
                <a:lnTo>
                  <a:pt x="222" y="727"/>
                </a:lnTo>
                <a:lnTo>
                  <a:pt x="121" y="364"/>
                </a:lnTo>
                <a:lnTo>
                  <a:pt x="101" y="182"/>
                </a:lnTo>
                <a:lnTo>
                  <a:pt x="8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3" name="Google Shape;2693;p34"/>
          <p:cNvSpPr/>
          <p:nvPr/>
        </p:nvSpPr>
        <p:spPr>
          <a:xfrm flipH="1">
            <a:off x="-2068376" y="155687"/>
            <a:ext cx="886861" cy="530339"/>
          </a:xfrm>
          <a:custGeom>
            <a:rect b="b" l="l" r="r" t="t"/>
            <a:pathLst>
              <a:path extrusionOk="0" h="9486" w="15863">
                <a:moveTo>
                  <a:pt x="4117" y="82"/>
                </a:moveTo>
                <a:lnTo>
                  <a:pt x="4581" y="122"/>
                </a:lnTo>
                <a:lnTo>
                  <a:pt x="5025" y="162"/>
                </a:lnTo>
                <a:lnTo>
                  <a:pt x="5429" y="223"/>
                </a:lnTo>
                <a:lnTo>
                  <a:pt x="6176" y="344"/>
                </a:lnTo>
                <a:lnTo>
                  <a:pt x="6741" y="465"/>
                </a:lnTo>
                <a:lnTo>
                  <a:pt x="7427" y="626"/>
                </a:lnTo>
                <a:lnTo>
                  <a:pt x="8113" y="788"/>
                </a:lnTo>
                <a:lnTo>
                  <a:pt x="8799" y="990"/>
                </a:lnTo>
                <a:lnTo>
                  <a:pt x="9485" y="1171"/>
                </a:lnTo>
                <a:lnTo>
                  <a:pt x="10171" y="1393"/>
                </a:lnTo>
                <a:lnTo>
                  <a:pt x="10837" y="1615"/>
                </a:lnTo>
                <a:lnTo>
                  <a:pt x="11503" y="1857"/>
                </a:lnTo>
                <a:lnTo>
                  <a:pt x="12169" y="2100"/>
                </a:lnTo>
                <a:lnTo>
                  <a:pt x="12815" y="2382"/>
                </a:lnTo>
                <a:lnTo>
                  <a:pt x="13158" y="2523"/>
                </a:lnTo>
                <a:lnTo>
                  <a:pt x="13481" y="2705"/>
                </a:lnTo>
                <a:lnTo>
                  <a:pt x="13824" y="2887"/>
                </a:lnTo>
                <a:lnTo>
                  <a:pt x="14127" y="3109"/>
                </a:lnTo>
                <a:lnTo>
                  <a:pt x="14429" y="3331"/>
                </a:lnTo>
                <a:lnTo>
                  <a:pt x="14712" y="3593"/>
                </a:lnTo>
                <a:lnTo>
                  <a:pt x="14954" y="3875"/>
                </a:lnTo>
                <a:lnTo>
                  <a:pt x="15176" y="4158"/>
                </a:lnTo>
                <a:lnTo>
                  <a:pt x="15358" y="4481"/>
                </a:lnTo>
                <a:lnTo>
                  <a:pt x="15519" y="4804"/>
                </a:lnTo>
                <a:lnTo>
                  <a:pt x="15620" y="5127"/>
                </a:lnTo>
                <a:lnTo>
                  <a:pt x="15721" y="5490"/>
                </a:lnTo>
                <a:lnTo>
                  <a:pt x="15761" y="5833"/>
                </a:lnTo>
                <a:lnTo>
                  <a:pt x="15781" y="6176"/>
                </a:lnTo>
                <a:lnTo>
                  <a:pt x="15741" y="6539"/>
                </a:lnTo>
                <a:lnTo>
                  <a:pt x="15680" y="6902"/>
                </a:lnTo>
                <a:lnTo>
                  <a:pt x="15580" y="7246"/>
                </a:lnTo>
                <a:lnTo>
                  <a:pt x="15438" y="7589"/>
                </a:lnTo>
                <a:lnTo>
                  <a:pt x="15257" y="7891"/>
                </a:lnTo>
                <a:lnTo>
                  <a:pt x="15055" y="8174"/>
                </a:lnTo>
                <a:lnTo>
                  <a:pt x="14813" y="8436"/>
                </a:lnTo>
                <a:lnTo>
                  <a:pt x="14550" y="8678"/>
                </a:lnTo>
                <a:lnTo>
                  <a:pt x="14389" y="8799"/>
                </a:lnTo>
                <a:lnTo>
                  <a:pt x="14207" y="8900"/>
                </a:lnTo>
                <a:lnTo>
                  <a:pt x="14026" y="8981"/>
                </a:lnTo>
                <a:lnTo>
                  <a:pt x="13844" y="9082"/>
                </a:lnTo>
                <a:lnTo>
                  <a:pt x="13481" y="9203"/>
                </a:lnTo>
                <a:lnTo>
                  <a:pt x="13097" y="9304"/>
                </a:lnTo>
                <a:lnTo>
                  <a:pt x="12734" y="9364"/>
                </a:lnTo>
                <a:lnTo>
                  <a:pt x="12371" y="9385"/>
                </a:lnTo>
                <a:lnTo>
                  <a:pt x="12028" y="9405"/>
                </a:lnTo>
                <a:lnTo>
                  <a:pt x="11725" y="9385"/>
                </a:lnTo>
                <a:lnTo>
                  <a:pt x="11362" y="9364"/>
                </a:lnTo>
                <a:lnTo>
                  <a:pt x="10999" y="9324"/>
                </a:lnTo>
                <a:lnTo>
                  <a:pt x="10615" y="9264"/>
                </a:lnTo>
                <a:lnTo>
                  <a:pt x="10272" y="9183"/>
                </a:lnTo>
                <a:lnTo>
                  <a:pt x="9546" y="9021"/>
                </a:lnTo>
                <a:lnTo>
                  <a:pt x="8839" y="8840"/>
                </a:lnTo>
                <a:lnTo>
                  <a:pt x="7810" y="8577"/>
                </a:lnTo>
                <a:lnTo>
                  <a:pt x="7306" y="8476"/>
                </a:lnTo>
                <a:lnTo>
                  <a:pt x="6781" y="8376"/>
                </a:lnTo>
                <a:lnTo>
                  <a:pt x="6055" y="8295"/>
                </a:lnTo>
                <a:lnTo>
                  <a:pt x="5328" y="8234"/>
                </a:lnTo>
                <a:lnTo>
                  <a:pt x="4622" y="8214"/>
                </a:lnTo>
                <a:lnTo>
                  <a:pt x="3895" y="8214"/>
                </a:lnTo>
                <a:lnTo>
                  <a:pt x="2866" y="8194"/>
                </a:lnTo>
                <a:lnTo>
                  <a:pt x="2341" y="8174"/>
                </a:lnTo>
                <a:lnTo>
                  <a:pt x="1837" y="8133"/>
                </a:lnTo>
                <a:lnTo>
                  <a:pt x="1393" y="8073"/>
                </a:lnTo>
                <a:lnTo>
                  <a:pt x="1171" y="8033"/>
                </a:lnTo>
                <a:lnTo>
                  <a:pt x="969" y="7972"/>
                </a:lnTo>
                <a:lnTo>
                  <a:pt x="767" y="7871"/>
                </a:lnTo>
                <a:lnTo>
                  <a:pt x="586" y="7770"/>
                </a:lnTo>
                <a:lnTo>
                  <a:pt x="404" y="7629"/>
                </a:lnTo>
                <a:lnTo>
                  <a:pt x="283" y="7467"/>
                </a:lnTo>
                <a:lnTo>
                  <a:pt x="223" y="7367"/>
                </a:lnTo>
                <a:lnTo>
                  <a:pt x="162" y="7246"/>
                </a:lnTo>
                <a:lnTo>
                  <a:pt x="101" y="7024"/>
                </a:lnTo>
                <a:lnTo>
                  <a:pt x="81" y="6802"/>
                </a:lnTo>
                <a:lnTo>
                  <a:pt x="101" y="6580"/>
                </a:lnTo>
                <a:lnTo>
                  <a:pt x="142" y="6337"/>
                </a:lnTo>
                <a:lnTo>
                  <a:pt x="182" y="6095"/>
                </a:lnTo>
                <a:lnTo>
                  <a:pt x="323" y="5611"/>
                </a:lnTo>
                <a:lnTo>
                  <a:pt x="445" y="5248"/>
                </a:lnTo>
                <a:lnTo>
                  <a:pt x="525" y="4905"/>
                </a:lnTo>
                <a:lnTo>
                  <a:pt x="545" y="4723"/>
                </a:lnTo>
                <a:lnTo>
                  <a:pt x="566" y="4562"/>
                </a:lnTo>
                <a:lnTo>
                  <a:pt x="586" y="4380"/>
                </a:lnTo>
                <a:lnTo>
                  <a:pt x="566" y="4218"/>
                </a:lnTo>
                <a:lnTo>
                  <a:pt x="485" y="3795"/>
                </a:lnTo>
                <a:lnTo>
                  <a:pt x="384" y="3391"/>
                </a:lnTo>
                <a:lnTo>
                  <a:pt x="263" y="2887"/>
                </a:lnTo>
                <a:lnTo>
                  <a:pt x="223" y="2644"/>
                </a:lnTo>
                <a:lnTo>
                  <a:pt x="182" y="2382"/>
                </a:lnTo>
                <a:lnTo>
                  <a:pt x="202" y="2140"/>
                </a:lnTo>
                <a:lnTo>
                  <a:pt x="243" y="1898"/>
                </a:lnTo>
                <a:lnTo>
                  <a:pt x="323" y="1656"/>
                </a:lnTo>
                <a:lnTo>
                  <a:pt x="445" y="1393"/>
                </a:lnTo>
                <a:lnTo>
                  <a:pt x="566" y="1212"/>
                </a:lnTo>
                <a:lnTo>
                  <a:pt x="707" y="1050"/>
                </a:lnTo>
                <a:lnTo>
                  <a:pt x="868" y="889"/>
                </a:lnTo>
                <a:lnTo>
                  <a:pt x="1030" y="748"/>
                </a:lnTo>
                <a:lnTo>
                  <a:pt x="1211" y="626"/>
                </a:lnTo>
                <a:lnTo>
                  <a:pt x="1393" y="526"/>
                </a:lnTo>
                <a:lnTo>
                  <a:pt x="1595" y="425"/>
                </a:lnTo>
                <a:lnTo>
                  <a:pt x="1797" y="344"/>
                </a:lnTo>
                <a:lnTo>
                  <a:pt x="2019" y="283"/>
                </a:lnTo>
                <a:lnTo>
                  <a:pt x="2241" y="223"/>
                </a:lnTo>
                <a:lnTo>
                  <a:pt x="2705" y="142"/>
                </a:lnTo>
                <a:lnTo>
                  <a:pt x="3189" y="82"/>
                </a:lnTo>
                <a:close/>
                <a:moveTo>
                  <a:pt x="3552" y="1"/>
                </a:moveTo>
                <a:lnTo>
                  <a:pt x="3088" y="21"/>
                </a:lnTo>
                <a:lnTo>
                  <a:pt x="2604" y="61"/>
                </a:lnTo>
                <a:lnTo>
                  <a:pt x="2160" y="162"/>
                </a:lnTo>
                <a:lnTo>
                  <a:pt x="1938" y="223"/>
                </a:lnTo>
                <a:lnTo>
                  <a:pt x="1716" y="283"/>
                </a:lnTo>
                <a:lnTo>
                  <a:pt x="1514" y="384"/>
                </a:lnTo>
                <a:lnTo>
                  <a:pt x="1312" y="465"/>
                </a:lnTo>
                <a:lnTo>
                  <a:pt x="1131" y="586"/>
                </a:lnTo>
                <a:lnTo>
                  <a:pt x="949" y="707"/>
                </a:lnTo>
                <a:lnTo>
                  <a:pt x="788" y="848"/>
                </a:lnTo>
                <a:lnTo>
                  <a:pt x="646" y="990"/>
                </a:lnTo>
                <a:lnTo>
                  <a:pt x="505" y="1171"/>
                </a:lnTo>
                <a:lnTo>
                  <a:pt x="384" y="1353"/>
                </a:lnTo>
                <a:lnTo>
                  <a:pt x="243" y="1615"/>
                </a:lnTo>
                <a:lnTo>
                  <a:pt x="162" y="1878"/>
                </a:lnTo>
                <a:lnTo>
                  <a:pt x="122" y="2140"/>
                </a:lnTo>
                <a:lnTo>
                  <a:pt x="101" y="2382"/>
                </a:lnTo>
                <a:lnTo>
                  <a:pt x="142" y="2644"/>
                </a:lnTo>
                <a:lnTo>
                  <a:pt x="182" y="2887"/>
                </a:lnTo>
                <a:lnTo>
                  <a:pt x="303" y="3411"/>
                </a:lnTo>
                <a:lnTo>
                  <a:pt x="404" y="3815"/>
                </a:lnTo>
                <a:lnTo>
                  <a:pt x="485" y="4218"/>
                </a:lnTo>
                <a:lnTo>
                  <a:pt x="505" y="4380"/>
                </a:lnTo>
                <a:lnTo>
                  <a:pt x="485" y="4541"/>
                </a:lnTo>
                <a:lnTo>
                  <a:pt x="445" y="4884"/>
                </a:lnTo>
                <a:lnTo>
                  <a:pt x="364" y="5227"/>
                </a:lnTo>
                <a:lnTo>
                  <a:pt x="263" y="5591"/>
                </a:lnTo>
                <a:lnTo>
                  <a:pt x="101" y="6075"/>
                </a:lnTo>
                <a:lnTo>
                  <a:pt x="61" y="6337"/>
                </a:lnTo>
                <a:lnTo>
                  <a:pt x="21" y="6580"/>
                </a:lnTo>
                <a:lnTo>
                  <a:pt x="1" y="6822"/>
                </a:lnTo>
                <a:lnTo>
                  <a:pt x="41" y="7064"/>
                </a:lnTo>
                <a:lnTo>
                  <a:pt x="101" y="7286"/>
                </a:lnTo>
                <a:lnTo>
                  <a:pt x="142" y="7387"/>
                </a:lnTo>
                <a:lnTo>
                  <a:pt x="202" y="7508"/>
                </a:lnTo>
                <a:lnTo>
                  <a:pt x="344" y="7689"/>
                </a:lnTo>
                <a:lnTo>
                  <a:pt x="525" y="7831"/>
                </a:lnTo>
                <a:lnTo>
                  <a:pt x="727" y="7952"/>
                </a:lnTo>
                <a:lnTo>
                  <a:pt x="929" y="8033"/>
                </a:lnTo>
                <a:lnTo>
                  <a:pt x="1151" y="8113"/>
                </a:lnTo>
                <a:lnTo>
                  <a:pt x="1373" y="8154"/>
                </a:lnTo>
                <a:lnTo>
                  <a:pt x="1817" y="8214"/>
                </a:lnTo>
                <a:lnTo>
                  <a:pt x="2341" y="8255"/>
                </a:lnTo>
                <a:lnTo>
                  <a:pt x="2866" y="8275"/>
                </a:lnTo>
                <a:lnTo>
                  <a:pt x="3895" y="8295"/>
                </a:lnTo>
                <a:lnTo>
                  <a:pt x="4602" y="8295"/>
                </a:lnTo>
                <a:lnTo>
                  <a:pt x="5328" y="8315"/>
                </a:lnTo>
                <a:lnTo>
                  <a:pt x="6055" y="8376"/>
                </a:lnTo>
                <a:lnTo>
                  <a:pt x="6761" y="8456"/>
                </a:lnTo>
                <a:lnTo>
                  <a:pt x="7286" y="8557"/>
                </a:lnTo>
                <a:lnTo>
                  <a:pt x="7790" y="8658"/>
                </a:lnTo>
                <a:lnTo>
                  <a:pt x="8819" y="8920"/>
                </a:lnTo>
                <a:lnTo>
                  <a:pt x="9526" y="9102"/>
                </a:lnTo>
                <a:lnTo>
                  <a:pt x="10252" y="9264"/>
                </a:lnTo>
                <a:lnTo>
                  <a:pt x="10615" y="9344"/>
                </a:lnTo>
                <a:lnTo>
                  <a:pt x="10979" y="9385"/>
                </a:lnTo>
                <a:lnTo>
                  <a:pt x="11342" y="9445"/>
                </a:lnTo>
                <a:lnTo>
                  <a:pt x="11725" y="9465"/>
                </a:lnTo>
                <a:lnTo>
                  <a:pt x="12048" y="9485"/>
                </a:lnTo>
                <a:lnTo>
                  <a:pt x="12351" y="9465"/>
                </a:lnTo>
                <a:lnTo>
                  <a:pt x="12674" y="9445"/>
                </a:lnTo>
                <a:lnTo>
                  <a:pt x="12997" y="9405"/>
                </a:lnTo>
                <a:lnTo>
                  <a:pt x="13319" y="9324"/>
                </a:lnTo>
                <a:lnTo>
                  <a:pt x="13662" y="9223"/>
                </a:lnTo>
                <a:lnTo>
                  <a:pt x="13985" y="9102"/>
                </a:lnTo>
                <a:lnTo>
                  <a:pt x="14288" y="8941"/>
                </a:lnTo>
                <a:lnTo>
                  <a:pt x="14591" y="8739"/>
                </a:lnTo>
                <a:lnTo>
                  <a:pt x="14873" y="8497"/>
                </a:lnTo>
                <a:lnTo>
                  <a:pt x="15115" y="8234"/>
                </a:lnTo>
                <a:lnTo>
                  <a:pt x="15337" y="7932"/>
                </a:lnTo>
                <a:lnTo>
                  <a:pt x="15499" y="7609"/>
                </a:lnTo>
                <a:lnTo>
                  <a:pt x="15660" y="7286"/>
                </a:lnTo>
                <a:lnTo>
                  <a:pt x="15761" y="6923"/>
                </a:lnTo>
                <a:lnTo>
                  <a:pt x="15822" y="6559"/>
                </a:lnTo>
                <a:lnTo>
                  <a:pt x="15862" y="6176"/>
                </a:lnTo>
                <a:lnTo>
                  <a:pt x="15842" y="5833"/>
                </a:lnTo>
                <a:lnTo>
                  <a:pt x="15802" y="5470"/>
                </a:lnTo>
                <a:lnTo>
                  <a:pt x="15701" y="5106"/>
                </a:lnTo>
                <a:lnTo>
                  <a:pt x="15580" y="4763"/>
                </a:lnTo>
                <a:lnTo>
                  <a:pt x="15418" y="4440"/>
                </a:lnTo>
                <a:lnTo>
                  <a:pt x="15236" y="4118"/>
                </a:lnTo>
                <a:lnTo>
                  <a:pt x="15015" y="3815"/>
                </a:lnTo>
                <a:lnTo>
                  <a:pt x="14772" y="3532"/>
                </a:lnTo>
                <a:lnTo>
                  <a:pt x="14490" y="3270"/>
                </a:lnTo>
                <a:lnTo>
                  <a:pt x="14187" y="3028"/>
                </a:lnTo>
                <a:lnTo>
                  <a:pt x="13864" y="2826"/>
                </a:lnTo>
                <a:lnTo>
                  <a:pt x="13541" y="2624"/>
                </a:lnTo>
                <a:lnTo>
                  <a:pt x="13198" y="2463"/>
                </a:lnTo>
                <a:lnTo>
                  <a:pt x="12855" y="2301"/>
                </a:lnTo>
                <a:lnTo>
                  <a:pt x="12189" y="2039"/>
                </a:lnTo>
                <a:lnTo>
                  <a:pt x="11523" y="1777"/>
                </a:lnTo>
                <a:lnTo>
                  <a:pt x="10857" y="1535"/>
                </a:lnTo>
                <a:lnTo>
                  <a:pt x="10191" y="1313"/>
                </a:lnTo>
                <a:lnTo>
                  <a:pt x="9505" y="1111"/>
                </a:lnTo>
                <a:lnTo>
                  <a:pt x="8819" y="909"/>
                </a:lnTo>
                <a:lnTo>
                  <a:pt x="8133" y="707"/>
                </a:lnTo>
                <a:lnTo>
                  <a:pt x="7447" y="546"/>
                </a:lnTo>
                <a:lnTo>
                  <a:pt x="6761" y="384"/>
                </a:lnTo>
                <a:lnTo>
                  <a:pt x="6176" y="263"/>
                </a:lnTo>
                <a:lnTo>
                  <a:pt x="5389" y="142"/>
                </a:lnTo>
                <a:lnTo>
                  <a:pt x="4965" y="82"/>
                </a:lnTo>
                <a:lnTo>
                  <a:pt x="4501" y="21"/>
                </a:lnTo>
                <a:lnTo>
                  <a:pt x="403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4" name="Google Shape;2694;p34"/>
          <p:cNvSpPr/>
          <p:nvPr/>
        </p:nvSpPr>
        <p:spPr>
          <a:xfrm flipH="1">
            <a:off x="-2048022" y="183920"/>
            <a:ext cx="669045" cy="364461"/>
          </a:xfrm>
          <a:custGeom>
            <a:rect b="b" l="l" r="r" t="t"/>
            <a:pathLst>
              <a:path extrusionOk="0" h="6519" w="11967">
                <a:moveTo>
                  <a:pt x="6216" y="81"/>
                </a:moveTo>
                <a:lnTo>
                  <a:pt x="6720" y="121"/>
                </a:lnTo>
                <a:lnTo>
                  <a:pt x="7204" y="202"/>
                </a:lnTo>
                <a:lnTo>
                  <a:pt x="7709" y="283"/>
                </a:lnTo>
                <a:lnTo>
                  <a:pt x="8173" y="404"/>
                </a:lnTo>
                <a:lnTo>
                  <a:pt x="8657" y="565"/>
                </a:lnTo>
                <a:lnTo>
                  <a:pt x="9121" y="727"/>
                </a:lnTo>
                <a:lnTo>
                  <a:pt x="9565" y="929"/>
                </a:lnTo>
                <a:lnTo>
                  <a:pt x="9868" y="1090"/>
                </a:lnTo>
                <a:lnTo>
                  <a:pt x="10171" y="1272"/>
                </a:lnTo>
                <a:lnTo>
                  <a:pt x="10433" y="1433"/>
                </a:lnTo>
                <a:lnTo>
                  <a:pt x="10675" y="1615"/>
                </a:lnTo>
                <a:lnTo>
                  <a:pt x="10897" y="1796"/>
                </a:lnTo>
                <a:lnTo>
                  <a:pt x="11099" y="1998"/>
                </a:lnTo>
                <a:lnTo>
                  <a:pt x="11261" y="2200"/>
                </a:lnTo>
                <a:lnTo>
                  <a:pt x="11422" y="2402"/>
                </a:lnTo>
                <a:lnTo>
                  <a:pt x="11583" y="2684"/>
                </a:lnTo>
                <a:lnTo>
                  <a:pt x="11725" y="2967"/>
                </a:lnTo>
                <a:lnTo>
                  <a:pt x="11805" y="3270"/>
                </a:lnTo>
                <a:lnTo>
                  <a:pt x="11866" y="3552"/>
                </a:lnTo>
                <a:lnTo>
                  <a:pt x="11886" y="3855"/>
                </a:lnTo>
                <a:lnTo>
                  <a:pt x="11866" y="4137"/>
                </a:lnTo>
                <a:lnTo>
                  <a:pt x="11805" y="4420"/>
                </a:lnTo>
                <a:lnTo>
                  <a:pt x="11725" y="4662"/>
                </a:lnTo>
                <a:lnTo>
                  <a:pt x="11644" y="4823"/>
                </a:lnTo>
                <a:lnTo>
                  <a:pt x="11543" y="4965"/>
                </a:lnTo>
                <a:lnTo>
                  <a:pt x="11442" y="5106"/>
                </a:lnTo>
                <a:lnTo>
                  <a:pt x="11321" y="5247"/>
                </a:lnTo>
                <a:lnTo>
                  <a:pt x="11180" y="5388"/>
                </a:lnTo>
                <a:lnTo>
                  <a:pt x="11039" y="5510"/>
                </a:lnTo>
                <a:lnTo>
                  <a:pt x="10877" y="5631"/>
                </a:lnTo>
                <a:lnTo>
                  <a:pt x="10695" y="5752"/>
                </a:lnTo>
                <a:lnTo>
                  <a:pt x="10494" y="5853"/>
                </a:lnTo>
                <a:lnTo>
                  <a:pt x="10292" y="5953"/>
                </a:lnTo>
                <a:lnTo>
                  <a:pt x="10070" y="6054"/>
                </a:lnTo>
                <a:lnTo>
                  <a:pt x="9848" y="6135"/>
                </a:lnTo>
                <a:lnTo>
                  <a:pt x="9606" y="6216"/>
                </a:lnTo>
                <a:lnTo>
                  <a:pt x="9364" y="6276"/>
                </a:lnTo>
                <a:lnTo>
                  <a:pt x="8859" y="6377"/>
                </a:lnTo>
                <a:lnTo>
                  <a:pt x="8314" y="6438"/>
                </a:lnTo>
                <a:lnTo>
                  <a:pt x="7729" y="6438"/>
                </a:lnTo>
                <a:lnTo>
                  <a:pt x="7103" y="6418"/>
                </a:lnTo>
                <a:lnTo>
                  <a:pt x="6438" y="6357"/>
                </a:lnTo>
                <a:lnTo>
                  <a:pt x="5731" y="6256"/>
                </a:lnTo>
                <a:lnTo>
                  <a:pt x="5025" y="6115"/>
                </a:lnTo>
                <a:lnTo>
                  <a:pt x="4339" y="5953"/>
                </a:lnTo>
                <a:lnTo>
                  <a:pt x="3653" y="5772"/>
                </a:lnTo>
                <a:lnTo>
                  <a:pt x="2987" y="5550"/>
                </a:lnTo>
                <a:lnTo>
                  <a:pt x="2321" y="5308"/>
                </a:lnTo>
                <a:lnTo>
                  <a:pt x="1655" y="5025"/>
                </a:lnTo>
                <a:lnTo>
                  <a:pt x="1009" y="4722"/>
                </a:lnTo>
                <a:lnTo>
                  <a:pt x="787" y="4581"/>
                </a:lnTo>
                <a:lnTo>
                  <a:pt x="585" y="4460"/>
                </a:lnTo>
                <a:lnTo>
                  <a:pt x="424" y="4299"/>
                </a:lnTo>
                <a:lnTo>
                  <a:pt x="283" y="4137"/>
                </a:lnTo>
                <a:lnTo>
                  <a:pt x="182" y="3956"/>
                </a:lnTo>
                <a:lnTo>
                  <a:pt x="121" y="3754"/>
                </a:lnTo>
                <a:lnTo>
                  <a:pt x="81" y="3552"/>
                </a:lnTo>
                <a:lnTo>
                  <a:pt x="81" y="3350"/>
                </a:lnTo>
                <a:lnTo>
                  <a:pt x="101" y="3148"/>
                </a:lnTo>
                <a:lnTo>
                  <a:pt x="141" y="2947"/>
                </a:lnTo>
                <a:lnTo>
                  <a:pt x="222" y="2745"/>
                </a:lnTo>
                <a:lnTo>
                  <a:pt x="303" y="2543"/>
                </a:lnTo>
                <a:lnTo>
                  <a:pt x="424" y="2341"/>
                </a:lnTo>
                <a:lnTo>
                  <a:pt x="545" y="2139"/>
                </a:lnTo>
                <a:lnTo>
                  <a:pt x="686" y="1958"/>
                </a:lnTo>
                <a:lnTo>
                  <a:pt x="827" y="1776"/>
                </a:lnTo>
                <a:lnTo>
                  <a:pt x="989" y="1595"/>
                </a:lnTo>
                <a:lnTo>
                  <a:pt x="1171" y="1433"/>
                </a:lnTo>
                <a:lnTo>
                  <a:pt x="1352" y="1272"/>
                </a:lnTo>
                <a:lnTo>
                  <a:pt x="1534" y="1130"/>
                </a:lnTo>
                <a:lnTo>
                  <a:pt x="1715" y="1009"/>
                </a:lnTo>
                <a:lnTo>
                  <a:pt x="1917" y="888"/>
                </a:lnTo>
                <a:lnTo>
                  <a:pt x="2099" y="787"/>
                </a:lnTo>
                <a:lnTo>
                  <a:pt x="2301" y="707"/>
                </a:lnTo>
                <a:lnTo>
                  <a:pt x="2724" y="565"/>
                </a:lnTo>
                <a:lnTo>
                  <a:pt x="3148" y="424"/>
                </a:lnTo>
                <a:lnTo>
                  <a:pt x="3572" y="323"/>
                </a:lnTo>
                <a:lnTo>
                  <a:pt x="3996" y="222"/>
                </a:lnTo>
                <a:lnTo>
                  <a:pt x="4419" y="162"/>
                </a:lnTo>
                <a:lnTo>
                  <a:pt x="4863" y="121"/>
                </a:lnTo>
                <a:lnTo>
                  <a:pt x="5287" y="81"/>
                </a:lnTo>
                <a:close/>
                <a:moveTo>
                  <a:pt x="5550" y="0"/>
                </a:moveTo>
                <a:lnTo>
                  <a:pt x="5085" y="21"/>
                </a:lnTo>
                <a:lnTo>
                  <a:pt x="4601" y="61"/>
                </a:lnTo>
                <a:lnTo>
                  <a:pt x="4137" y="121"/>
                </a:lnTo>
                <a:lnTo>
                  <a:pt x="3653" y="222"/>
                </a:lnTo>
                <a:lnTo>
                  <a:pt x="3189" y="323"/>
                </a:lnTo>
                <a:lnTo>
                  <a:pt x="2724" y="464"/>
                </a:lnTo>
                <a:lnTo>
                  <a:pt x="2260" y="626"/>
                </a:lnTo>
                <a:lnTo>
                  <a:pt x="2079" y="707"/>
                </a:lnTo>
                <a:lnTo>
                  <a:pt x="1877" y="808"/>
                </a:lnTo>
                <a:lnTo>
                  <a:pt x="1675" y="929"/>
                </a:lnTo>
                <a:lnTo>
                  <a:pt x="1493" y="1070"/>
                </a:lnTo>
                <a:lnTo>
                  <a:pt x="1292" y="1211"/>
                </a:lnTo>
                <a:lnTo>
                  <a:pt x="1110" y="1373"/>
                </a:lnTo>
                <a:lnTo>
                  <a:pt x="928" y="1554"/>
                </a:lnTo>
                <a:lnTo>
                  <a:pt x="767" y="1716"/>
                </a:lnTo>
                <a:lnTo>
                  <a:pt x="605" y="1917"/>
                </a:lnTo>
                <a:lnTo>
                  <a:pt x="464" y="2119"/>
                </a:lnTo>
                <a:lnTo>
                  <a:pt x="343" y="2301"/>
                </a:lnTo>
                <a:lnTo>
                  <a:pt x="242" y="2523"/>
                </a:lnTo>
                <a:lnTo>
                  <a:pt x="141" y="2725"/>
                </a:lnTo>
                <a:lnTo>
                  <a:pt x="81" y="2926"/>
                </a:lnTo>
                <a:lnTo>
                  <a:pt x="20" y="3128"/>
                </a:lnTo>
                <a:lnTo>
                  <a:pt x="0" y="3330"/>
                </a:lnTo>
                <a:lnTo>
                  <a:pt x="0" y="3572"/>
                </a:lnTo>
                <a:lnTo>
                  <a:pt x="40" y="3774"/>
                </a:lnTo>
                <a:lnTo>
                  <a:pt x="121" y="3976"/>
                </a:lnTo>
                <a:lnTo>
                  <a:pt x="222" y="4178"/>
                </a:lnTo>
                <a:lnTo>
                  <a:pt x="363" y="4339"/>
                </a:lnTo>
                <a:lnTo>
                  <a:pt x="525" y="4501"/>
                </a:lnTo>
                <a:lnTo>
                  <a:pt x="747" y="4662"/>
                </a:lnTo>
                <a:lnTo>
                  <a:pt x="969" y="4783"/>
                </a:lnTo>
                <a:lnTo>
                  <a:pt x="1614" y="5106"/>
                </a:lnTo>
                <a:lnTo>
                  <a:pt x="2280" y="5368"/>
                </a:lnTo>
                <a:lnTo>
                  <a:pt x="2946" y="5631"/>
                </a:lnTo>
                <a:lnTo>
                  <a:pt x="3632" y="5853"/>
                </a:lnTo>
                <a:lnTo>
                  <a:pt x="4319" y="6034"/>
                </a:lnTo>
                <a:lnTo>
                  <a:pt x="5025" y="6196"/>
                </a:lnTo>
                <a:lnTo>
                  <a:pt x="5731" y="6337"/>
                </a:lnTo>
                <a:lnTo>
                  <a:pt x="6438" y="6438"/>
                </a:lnTo>
                <a:lnTo>
                  <a:pt x="7144" y="6498"/>
                </a:lnTo>
                <a:lnTo>
                  <a:pt x="7790" y="6519"/>
                </a:lnTo>
                <a:lnTo>
                  <a:pt x="8234" y="6519"/>
                </a:lnTo>
                <a:lnTo>
                  <a:pt x="8637" y="6478"/>
                </a:lnTo>
                <a:lnTo>
                  <a:pt x="9041" y="6418"/>
                </a:lnTo>
                <a:lnTo>
                  <a:pt x="9424" y="6357"/>
                </a:lnTo>
                <a:lnTo>
                  <a:pt x="9767" y="6256"/>
                </a:lnTo>
                <a:lnTo>
                  <a:pt x="10110" y="6135"/>
                </a:lnTo>
                <a:lnTo>
                  <a:pt x="10433" y="5974"/>
                </a:lnTo>
                <a:lnTo>
                  <a:pt x="10736" y="5812"/>
                </a:lnTo>
                <a:lnTo>
                  <a:pt x="10917" y="5691"/>
                </a:lnTo>
                <a:lnTo>
                  <a:pt x="11079" y="5570"/>
                </a:lnTo>
                <a:lnTo>
                  <a:pt x="11240" y="5429"/>
                </a:lnTo>
                <a:lnTo>
                  <a:pt x="11382" y="5308"/>
                </a:lnTo>
                <a:lnTo>
                  <a:pt x="11503" y="5166"/>
                </a:lnTo>
                <a:lnTo>
                  <a:pt x="11604" y="5005"/>
                </a:lnTo>
                <a:lnTo>
                  <a:pt x="11704" y="4864"/>
                </a:lnTo>
                <a:lnTo>
                  <a:pt x="11785" y="4702"/>
                </a:lnTo>
                <a:lnTo>
                  <a:pt x="11886" y="4440"/>
                </a:lnTo>
                <a:lnTo>
                  <a:pt x="11947" y="4137"/>
                </a:lnTo>
                <a:lnTo>
                  <a:pt x="11967" y="3855"/>
                </a:lnTo>
                <a:lnTo>
                  <a:pt x="11947" y="3552"/>
                </a:lnTo>
                <a:lnTo>
                  <a:pt x="11886" y="3249"/>
                </a:lnTo>
                <a:lnTo>
                  <a:pt x="11805" y="2947"/>
                </a:lnTo>
                <a:lnTo>
                  <a:pt x="11664" y="2644"/>
                </a:lnTo>
                <a:lnTo>
                  <a:pt x="11483" y="2361"/>
                </a:lnTo>
                <a:lnTo>
                  <a:pt x="11341" y="2160"/>
                </a:lnTo>
                <a:lnTo>
                  <a:pt x="11160" y="1938"/>
                </a:lnTo>
                <a:lnTo>
                  <a:pt x="10958" y="1736"/>
                </a:lnTo>
                <a:lnTo>
                  <a:pt x="10716" y="1554"/>
                </a:lnTo>
                <a:lnTo>
                  <a:pt x="10474" y="1373"/>
                </a:lnTo>
                <a:lnTo>
                  <a:pt x="10211" y="1191"/>
                </a:lnTo>
                <a:lnTo>
                  <a:pt x="9908" y="1030"/>
                </a:lnTo>
                <a:lnTo>
                  <a:pt x="9606" y="868"/>
                </a:lnTo>
                <a:lnTo>
                  <a:pt x="9182" y="666"/>
                </a:lnTo>
                <a:lnTo>
                  <a:pt x="8758" y="505"/>
                </a:lnTo>
                <a:lnTo>
                  <a:pt x="8314" y="364"/>
                </a:lnTo>
                <a:lnTo>
                  <a:pt x="7870" y="243"/>
                </a:lnTo>
                <a:lnTo>
                  <a:pt x="7406" y="142"/>
                </a:lnTo>
                <a:lnTo>
                  <a:pt x="6942" y="81"/>
                </a:lnTo>
                <a:lnTo>
                  <a:pt x="6478" y="21"/>
                </a:lnTo>
                <a:lnTo>
                  <a:pt x="601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5" name="Google Shape;2695;p34"/>
          <p:cNvSpPr/>
          <p:nvPr/>
        </p:nvSpPr>
        <p:spPr>
          <a:xfrm>
            <a:off x="-332032" y="4187869"/>
            <a:ext cx="235874" cy="188464"/>
          </a:xfrm>
          <a:custGeom>
            <a:rect b="b" l="l" r="r" t="t"/>
            <a:pathLst>
              <a:path extrusionOk="0" h="3371" w="4219">
                <a:moveTo>
                  <a:pt x="3875" y="81"/>
                </a:moveTo>
                <a:lnTo>
                  <a:pt x="3976" y="101"/>
                </a:lnTo>
                <a:lnTo>
                  <a:pt x="4057" y="182"/>
                </a:lnTo>
                <a:lnTo>
                  <a:pt x="4097" y="263"/>
                </a:lnTo>
                <a:lnTo>
                  <a:pt x="4137" y="363"/>
                </a:lnTo>
                <a:lnTo>
                  <a:pt x="4137" y="464"/>
                </a:lnTo>
                <a:lnTo>
                  <a:pt x="4137" y="585"/>
                </a:lnTo>
                <a:lnTo>
                  <a:pt x="4077" y="807"/>
                </a:lnTo>
                <a:lnTo>
                  <a:pt x="3936" y="1130"/>
                </a:lnTo>
                <a:lnTo>
                  <a:pt x="3794" y="1433"/>
                </a:lnTo>
                <a:lnTo>
                  <a:pt x="3613" y="1715"/>
                </a:lnTo>
                <a:lnTo>
                  <a:pt x="3411" y="1998"/>
                </a:lnTo>
                <a:lnTo>
                  <a:pt x="3189" y="2240"/>
                </a:lnTo>
                <a:lnTo>
                  <a:pt x="2947" y="2482"/>
                </a:lnTo>
                <a:lnTo>
                  <a:pt x="2684" y="2684"/>
                </a:lnTo>
                <a:lnTo>
                  <a:pt x="2422" y="2866"/>
                </a:lnTo>
                <a:lnTo>
                  <a:pt x="2180" y="2967"/>
                </a:lnTo>
                <a:lnTo>
                  <a:pt x="1897" y="3088"/>
                </a:lnTo>
                <a:lnTo>
                  <a:pt x="1575" y="3189"/>
                </a:lnTo>
                <a:lnTo>
                  <a:pt x="1252" y="3249"/>
                </a:lnTo>
                <a:lnTo>
                  <a:pt x="929" y="3290"/>
                </a:lnTo>
                <a:lnTo>
                  <a:pt x="626" y="3290"/>
                </a:lnTo>
                <a:lnTo>
                  <a:pt x="505" y="3269"/>
                </a:lnTo>
                <a:lnTo>
                  <a:pt x="384" y="3249"/>
                </a:lnTo>
                <a:lnTo>
                  <a:pt x="283" y="3209"/>
                </a:lnTo>
                <a:lnTo>
                  <a:pt x="202" y="3148"/>
                </a:lnTo>
                <a:lnTo>
                  <a:pt x="142" y="3088"/>
                </a:lnTo>
                <a:lnTo>
                  <a:pt x="122" y="3007"/>
                </a:lnTo>
                <a:lnTo>
                  <a:pt x="101" y="2926"/>
                </a:lnTo>
                <a:lnTo>
                  <a:pt x="81" y="2846"/>
                </a:lnTo>
                <a:lnTo>
                  <a:pt x="101" y="2745"/>
                </a:lnTo>
                <a:lnTo>
                  <a:pt x="122" y="2624"/>
                </a:lnTo>
                <a:lnTo>
                  <a:pt x="222" y="2381"/>
                </a:lnTo>
                <a:lnTo>
                  <a:pt x="344" y="2159"/>
                </a:lnTo>
                <a:lnTo>
                  <a:pt x="485" y="1958"/>
                </a:lnTo>
                <a:lnTo>
                  <a:pt x="666" y="1756"/>
                </a:lnTo>
                <a:lnTo>
                  <a:pt x="848" y="1574"/>
                </a:lnTo>
                <a:lnTo>
                  <a:pt x="1070" y="1393"/>
                </a:lnTo>
                <a:lnTo>
                  <a:pt x="1292" y="1231"/>
                </a:lnTo>
                <a:lnTo>
                  <a:pt x="1534" y="1070"/>
                </a:lnTo>
                <a:lnTo>
                  <a:pt x="1776" y="928"/>
                </a:lnTo>
                <a:lnTo>
                  <a:pt x="2261" y="666"/>
                </a:lnTo>
                <a:lnTo>
                  <a:pt x="2765" y="444"/>
                </a:lnTo>
                <a:lnTo>
                  <a:pt x="3229" y="263"/>
                </a:lnTo>
                <a:lnTo>
                  <a:pt x="3653" y="101"/>
                </a:lnTo>
                <a:lnTo>
                  <a:pt x="3774" y="81"/>
                </a:lnTo>
                <a:close/>
                <a:moveTo>
                  <a:pt x="3754" y="0"/>
                </a:moveTo>
                <a:lnTo>
                  <a:pt x="3633" y="41"/>
                </a:lnTo>
                <a:lnTo>
                  <a:pt x="3209" y="182"/>
                </a:lnTo>
                <a:lnTo>
                  <a:pt x="2725" y="363"/>
                </a:lnTo>
                <a:lnTo>
                  <a:pt x="2220" y="606"/>
                </a:lnTo>
                <a:lnTo>
                  <a:pt x="1716" y="868"/>
                </a:lnTo>
                <a:lnTo>
                  <a:pt x="1474" y="1009"/>
                </a:lnTo>
                <a:lnTo>
                  <a:pt x="1231" y="1171"/>
                </a:lnTo>
                <a:lnTo>
                  <a:pt x="1009" y="1352"/>
                </a:lnTo>
                <a:lnTo>
                  <a:pt x="787" y="1514"/>
                </a:lnTo>
                <a:lnTo>
                  <a:pt x="606" y="1715"/>
                </a:lnTo>
                <a:lnTo>
                  <a:pt x="424" y="1917"/>
                </a:lnTo>
                <a:lnTo>
                  <a:pt x="283" y="2119"/>
                </a:lnTo>
                <a:lnTo>
                  <a:pt x="142" y="2341"/>
                </a:lnTo>
                <a:lnTo>
                  <a:pt x="81" y="2482"/>
                </a:lnTo>
                <a:lnTo>
                  <a:pt x="41" y="2624"/>
                </a:lnTo>
                <a:lnTo>
                  <a:pt x="21" y="2745"/>
                </a:lnTo>
                <a:lnTo>
                  <a:pt x="0" y="2866"/>
                </a:lnTo>
                <a:lnTo>
                  <a:pt x="21" y="2967"/>
                </a:lnTo>
                <a:lnTo>
                  <a:pt x="41" y="3047"/>
                </a:lnTo>
                <a:lnTo>
                  <a:pt x="81" y="3128"/>
                </a:lnTo>
                <a:lnTo>
                  <a:pt x="142" y="3209"/>
                </a:lnTo>
                <a:lnTo>
                  <a:pt x="263" y="3290"/>
                </a:lnTo>
                <a:lnTo>
                  <a:pt x="404" y="3330"/>
                </a:lnTo>
                <a:lnTo>
                  <a:pt x="586" y="3370"/>
                </a:lnTo>
                <a:lnTo>
                  <a:pt x="989" y="3370"/>
                </a:lnTo>
                <a:lnTo>
                  <a:pt x="1211" y="3350"/>
                </a:lnTo>
                <a:lnTo>
                  <a:pt x="1453" y="3290"/>
                </a:lnTo>
                <a:lnTo>
                  <a:pt x="1675" y="3229"/>
                </a:lnTo>
                <a:lnTo>
                  <a:pt x="2119" y="3088"/>
                </a:lnTo>
                <a:lnTo>
                  <a:pt x="2301" y="3007"/>
                </a:lnTo>
                <a:lnTo>
                  <a:pt x="2462" y="2926"/>
                </a:lnTo>
                <a:lnTo>
                  <a:pt x="2745" y="2745"/>
                </a:lnTo>
                <a:lnTo>
                  <a:pt x="3007" y="2543"/>
                </a:lnTo>
                <a:lnTo>
                  <a:pt x="3249" y="2301"/>
                </a:lnTo>
                <a:lnTo>
                  <a:pt x="3471" y="2038"/>
                </a:lnTo>
                <a:lnTo>
                  <a:pt x="3673" y="1776"/>
                </a:lnTo>
                <a:lnTo>
                  <a:pt x="3855" y="1473"/>
                </a:lnTo>
                <a:lnTo>
                  <a:pt x="4016" y="1150"/>
                </a:lnTo>
                <a:lnTo>
                  <a:pt x="4137" y="828"/>
                </a:lnTo>
                <a:lnTo>
                  <a:pt x="4218" y="585"/>
                </a:lnTo>
                <a:lnTo>
                  <a:pt x="4218" y="464"/>
                </a:lnTo>
                <a:lnTo>
                  <a:pt x="4218" y="343"/>
                </a:lnTo>
                <a:lnTo>
                  <a:pt x="4178" y="222"/>
                </a:lnTo>
                <a:lnTo>
                  <a:pt x="4097" y="121"/>
                </a:lnTo>
                <a:lnTo>
                  <a:pt x="3996" y="41"/>
                </a:lnTo>
                <a:lnTo>
                  <a:pt x="395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6" name="Google Shape;2696;p34"/>
          <p:cNvSpPr/>
          <p:nvPr/>
        </p:nvSpPr>
        <p:spPr>
          <a:xfrm flipH="1" rot="-6644194">
            <a:off x="7670526" y="2265459"/>
            <a:ext cx="1826641" cy="1093256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7" name="Google Shape;2697;p34"/>
          <p:cNvSpPr/>
          <p:nvPr/>
        </p:nvSpPr>
        <p:spPr>
          <a:xfrm flipH="1" rot="-6644194">
            <a:off x="8037132" y="2205232"/>
            <a:ext cx="794323" cy="541624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8" name="Google Shape;2698;p34"/>
          <p:cNvSpPr/>
          <p:nvPr/>
        </p:nvSpPr>
        <p:spPr>
          <a:xfrm flipH="1">
            <a:off x="8262704" y="3761067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9" name="Google Shape;2699;p34"/>
          <p:cNvSpPr/>
          <p:nvPr/>
        </p:nvSpPr>
        <p:spPr>
          <a:xfrm flipH="1">
            <a:off x="782579" y="321561"/>
            <a:ext cx="453633" cy="455870"/>
          </a:xfrm>
          <a:custGeom>
            <a:rect b="b" l="l" r="r" t="t"/>
            <a:pathLst>
              <a:path extrusionOk="0" h="8154" w="8114">
                <a:moveTo>
                  <a:pt x="1010" y="81"/>
                </a:moveTo>
                <a:lnTo>
                  <a:pt x="1151" y="101"/>
                </a:lnTo>
                <a:lnTo>
                  <a:pt x="1413" y="162"/>
                </a:lnTo>
                <a:lnTo>
                  <a:pt x="1696" y="263"/>
                </a:lnTo>
                <a:lnTo>
                  <a:pt x="1938" y="384"/>
                </a:lnTo>
                <a:lnTo>
                  <a:pt x="2200" y="545"/>
                </a:lnTo>
                <a:lnTo>
                  <a:pt x="2422" y="707"/>
                </a:lnTo>
                <a:lnTo>
                  <a:pt x="2644" y="888"/>
                </a:lnTo>
                <a:lnTo>
                  <a:pt x="3108" y="1251"/>
                </a:lnTo>
                <a:lnTo>
                  <a:pt x="3552" y="1635"/>
                </a:lnTo>
                <a:lnTo>
                  <a:pt x="3976" y="2039"/>
                </a:lnTo>
                <a:lnTo>
                  <a:pt x="4400" y="2422"/>
                </a:lnTo>
                <a:lnTo>
                  <a:pt x="4783" y="2826"/>
                </a:lnTo>
                <a:lnTo>
                  <a:pt x="5167" y="3229"/>
                </a:lnTo>
                <a:lnTo>
                  <a:pt x="5530" y="3653"/>
                </a:lnTo>
                <a:lnTo>
                  <a:pt x="5873" y="4077"/>
                </a:lnTo>
                <a:lnTo>
                  <a:pt x="6196" y="4500"/>
                </a:lnTo>
                <a:lnTo>
                  <a:pt x="6499" y="4924"/>
                </a:lnTo>
                <a:lnTo>
                  <a:pt x="6781" y="5348"/>
                </a:lnTo>
                <a:lnTo>
                  <a:pt x="7064" y="5792"/>
                </a:lnTo>
                <a:lnTo>
                  <a:pt x="7306" y="6236"/>
                </a:lnTo>
                <a:lnTo>
                  <a:pt x="7548" y="6680"/>
                </a:lnTo>
                <a:lnTo>
                  <a:pt x="7770" y="7144"/>
                </a:lnTo>
                <a:lnTo>
                  <a:pt x="7972" y="7588"/>
                </a:lnTo>
                <a:lnTo>
                  <a:pt x="8012" y="7729"/>
                </a:lnTo>
                <a:lnTo>
                  <a:pt x="8032" y="7871"/>
                </a:lnTo>
                <a:lnTo>
                  <a:pt x="8032" y="7931"/>
                </a:lnTo>
                <a:lnTo>
                  <a:pt x="8012" y="7992"/>
                </a:lnTo>
                <a:lnTo>
                  <a:pt x="7972" y="8032"/>
                </a:lnTo>
                <a:lnTo>
                  <a:pt x="7932" y="8052"/>
                </a:lnTo>
                <a:lnTo>
                  <a:pt x="7851" y="8072"/>
                </a:lnTo>
                <a:lnTo>
                  <a:pt x="7790" y="8072"/>
                </a:lnTo>
                <a:lnTo>
                  <a:pt x="7649" y="8012"/>
                </a:lnTo>
                <a:lnTo>
                  <a:pt x="7346" y="7830"/>
                </a:lnTo>
                <a:lnTo>
                  <a:pt x="7084" y="7628"/>
                </a:lnTo>
                <a:lnTo>
                  <a:pt x="6822" y="7386"/>
                </a:lnTo>
                <a:lnTo>
                  <a:pt x="6559" y="7164"/>
                </a:lnTo>
                <a:lnTo>
                  <a:pt x="2523" y="3310"/>
                </a:lnTo>
                <a:lnTo>
                  <a:pt x="2180" y="3007"/>
                </a:lnTo>
                <a:lnTo>
                  <a:pt x="1514" y="2462"/>
                </a:lnTo>
                <a:lnTo>
                  <a:pt x="1151" y="2119"/>
                </a:lnTo>
                <a:lnTo>
                  <a:pt x="808" y="1776"/>
                </a:lnTo>
                <a:lnTo>
                  <a:pt x="485" y="1413"/>
                </a:lnTo>
                <a:lnTo>
                  <a:pt x="364" y="1251"/>
                </a:lnTo>
                <a:lnTo>
                  <a:pt x="243" y="1070"/>
                </a:lnTo>
                <a:lnTo>
                  <a:pt x="162" y="908"/>
                </a:lnTo>
                <a:lnTo>
                  <a:pt x="102" y="767"/>
                </a:lnTo>
                <a:lnTo>
                  <a:pt x="81" y="626"/>
                </a:lnTo>
                <a:lnTo>
                  <a:pt x="81" y="485"/>
                </a:lnTo>
                <a:lnTo>
                  <a:pt x="122" y="424"/>
                </a:lnTo>
                <a:lnTo>
                  <a:pt x="142" y="364"/>
                </a:lnTo>
                <a:lnTo>
                  <a:pt x="243" y="263"/>
                </a:lnTo>
                <a:lnTo>
                  <a:pt x="404" y="182"/>
                </a:lnTo>
                <a:lnTo>
                  <a:pt x="606" y="101"/>
                </a:lnTo>
                <a:lnTo>
                  <a:pt x="747" y="81"/>
                </a:lnTo>
                <a:close/>
                <a:moveTo>
                  <a:pt x="727" y="0"/>
                </a:moveTo>
                <a:lnTo>
                  <a:pt x="586" y="41"/>
                </a:lnTo>
                <a:lnTo>
                  <a:pt x="364" y="101"/>
                </a:lnTo>
                <a:lnTo>
                  <a:pt x="203" y="202"/>
                </a:lnTo>
                <a:lnTo>
                  <a:pt x="122" y="263"/>
                </a:lnTo>
                <a:lnTo>
                  <a:pt x="81" y="323"/>
                </a:lnTo>
                <a:lnTo>
                  <a:pt x="41" y="384"/>
                </a:lnTo>
                <a:lnTo>
                  <a:pt x="21" y="464"/>
                </a:lnTo>
                <a:lnTo>
                  <a:pt x="1" y="606"/>
                </a:lnTo>
                <a:lnTo>
                  <a:pt x="21" y="767"/>
                </a:lnTo>
                <a:lnTo>
                  <a:pt x="81" y="908"/>
                </a:lnTo>
                <a:lnTo>
                  <a:pt x="162" y="1090"/>
                </a:lnTo>
                <a:lnTo>
                  <a:pt x="263" y="1251"/>
                </a:lnTo>
                <a:lnTo>
                  <a:pt x="404" y="1433"/>
                </a:lnTo>
                <a:lnTo>
                  <a:pt x="707" y="1796"/>
                </a:lnTo>
                <a:lnTo>
                  <a:pt x="1070" y="2139"/>
                </a:lnTo>
                <a:lnTo>
                  <a:pt x="1434" y="2482"/>
                </a:lnTo>
                <a:lnTo>
                  <a:pt x="2120" y="3088"/>
                </a:lnTo>
                <a:lnTo>
                  <a:pt x="2463" y="3370"/>
                </a:lnTo>
                <a:lnTo>
                  <a:pt x="6499" y="7225"/>
                </a:lnTo>
                <a:lnTo>
                  <a:pt x="6761" y="7467"/>
                </a:lnTo>
                <a:lnTo>
                  <a:pt x="7023" y="7689"/>
                </a:lnTo>
                <a:lnTo>
                  <a:pt x="7306" y="7911"/>
                </a:lnTo>
                <a:lnTo>
                  <a:pt x="7609" y="8093"/>
                </a:lnTo>
                <a:lnTo>
                  <a:pt x="7730" y="8133"/>
                </a:lnTo>
                <a:lnTo>
                  <a:pt x="7851" y="8153"/>
                </a:lnTo>
                <a:lnTo>
                  <a:pt x="7911" y="8153"/>
                </a:lnTo>
                <a:lnTo>
                  <a:pt x="7972" y="8133"/>
                </a:lnTo>
                <a:lnTo>
                  <a:pt x="8032" y="8093"/>
                </a:lnTo>
                <a:lnTo>
                  <a:pt x="8073" y="8032"/>
                </a:lnTo>
                <a:lnTo>
                  <a:pt x="8093" y="7971"/>
                </a:lnTo>
                <a:lnTo>
                  <a:pt x="8113" y="7891"/>
                </a:lnTo>
                <a:lnTo>
                  <a:pt x="8093" y="7729"/>
                </a:lnTo>
                <a:lnTo>
                  <a:pt x="8032" y="7568"/>
                </a:lnTo>
                <a:lnTo>
                  <a:pt x="7831" y="7104"/>
                </a:lnTo>
                <a:lnTo>
                  <a:pt x="7629" y="6640"/>
                </a:lnTo>
                <a:lnTo>
                  <a:pt x="7387" y="6196"/>
                </a:lnTo>
                <a:lnTo>
                  <a:pt x="7124" y="5752"/>
                </a:lnTo>
                <a:lnTo>
                  <a:pt x="6862" y="5308"/>
                </a:lnTo>
                <a:lnTo>
                  <a:pt x="6559" y="4884"/>
                </a:lnTo>
                <a:lnTo>
                  <a:pt x="6257" y="4440"/>
                </a:lnTo>
                <a:lnTo>
                  <a:pt x="5934" y="4016"/>
                </a:lnTo>
                <a:lnTo>
                  <a:pt x="5591" y="3592"/>
                </a:lnTo>
                <a:lnTo>
                  <a:pt x="5227" y="3189"/>
                </a:lnTo>
                <a:lnTo>
                  <a:pt x="4844" y="2785"/>
                </a:lnTo>
                <a:lnTo>
                  <a:pt x="4461" y="2382"/>
                </a:lnTo>
                <a:lnTo>
                  <a:pt x="4037" y="1978"/>
                </a:lnTo>
                <a:lnTo>
                  <a:pt x="3613" y="1574"/>
                </a:lnTo>
                <a:lnTo>
                  <a:pt x="3169" y="1191"/>
                </a:lnTo>
                <a:lnTo>
                  <a:pt x="2705" y="808"/>
                </a:lnTo>
                <a:lnTo>
                  <a:pt x="2463" y="646"/>
                </a:lnTo>
                <a:lnTo>
                  <a:pt x="2221" y="464"/>
                </a:lnTo>
                <a:lnTo>
                  <a:pt x="1978" y="323"/>
                </a:lnTo>
                <a:lnTo>
                  <a:pt x="1716" y="182"/>
                </a:lnTo>
                <a:lnTo>
                  <a:pt x="1434" y="81"/>
                </a:lnTo>
                <a:lnTo>
                  <a:pt x="1151" y="21"/>
                </a:lnTo>
                <a:lnTo>
                  <a:pt x="10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0" name="Google Shape;2700;p34"/>
          <p:cNvSpPr/>
          <p:nvPr/>
        </p:nvSpPr>
        <p:spPr>
          <a:xfrm flipH="1">
            <a:off x="8296528" y="3203736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1" name="Google Shape;2701;p34"/>
          <p:cNvSpPr/>
          <p:nvPr/>
        </p:nvSpPr>
        <p:spPr>
          <a:xfrm flipH="1">
            <a:off x="2287360" y="7108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2" name="Google Shape;2702;p34"/>
          <p:cNvSpPr/>
          <p:nvPr/>
        </p:nvSpPr>
        <p:spPr>
          <a:xfrm flipH="1">
            <a:off x="204961" y="19066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3" name="Google Shape;2703;p34"/>
          <p:cNvSpPr/>
          <p:nvPr/>
        </p:nvSpPr>
        <p:spPr>
          <a:xfrm flipH="1">
            <a:off x="139551" y="399383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4" name="Google Shape;2704;p34"/>
          <p:cNvSpPr/>
          <p:nvPr/>
        </p:nvSpPr>
        <p:spPr>
          <a:xfrm flipH="1">
            <a:off x="137259" y="397147"/>
            <a:ext cx="106112" cy="104994"/>
          </a:xfrm>
          <a:custGeom>
            <a:rect b="b" l="l" r="r" t="t"/>
            <a:pathLst>
              <a:path extrusionOk="0" h="1878" w="1898">
                <a:moveTo>
                  <a:pt x="949" y="81"/>
                </a:moveTo>
                <a:lnTo>
                  <a:pt x="1130" y="101"/>
                </a:lnTo>
                <a:lnTo>
                  <a:pt x="1292" y="142"/>
                </a:lnTo>
                <a:lnTo>
                  <a:pt x="1433" y="222"/>
                </a:lnTo>
                <a:lnTo>
                  <a:pt x="1554" y="323"/>
                </a:lnTo>
                <a:lnTo>
                  <a:pt x="1655" y="444"/>
                </a:lnTo>
                <a:lnTo>
                  <a:pt x="1736" y="606"/>
                </a:lnTo>
                <a:lnTo>
                  <a:pt x="1796" y="767"/>
                </a:lnTo>
                <a:lnTo>
                  <a:pt x="1816" y="929"/>
                </a:lnTo>
                <a:lnTo>
                  <a:pt x="1796" y="1110"/>
                </a:lnTo>
                <a:lnTo>
                  <a:pt x="1736" y="1272"/>
                </a:lnTo>
                <a:lnTo>
                  <a:pt x="1655" y="1413"/>
                </a:lnTo>
                <a:lnTo>
                  <a:pt x="1554" y="1534"/>
                </a:lnTo>
                <a:lnTo>
                  <a:pt x="1433" y="1655"/>
                </a:lnTo>
                <a:lnTo>
                  <a:pt x="1292" y="1736"/>
                </a:lnTo>
                <a:lnTo>
                  <a:pt x="1130" y="1776"/>
                </a:lnTo>
                <a:lnTo>
                  <a:pt x="949" y="1796"/>
                </a:lnTo>
                <a:lnTo>
                  <a:pt x="787" y="1776"/>
                </a:lnTo>
                <a:lnTo>
                  <a:pt x="626" y="1736"/>
                </a:lnTo>
                <a:lnTo>
                  <a:pt x="464" y="1655"/>
                </a:lnTo>
                <a:lnTo>
                  <a:pt x="343" y="1534"/>
                </a:lnTo>
                <a:lnTo>
                  <a:pt x="242" y="1413"/>
                </a:lnTo>
                <a:lnTo>
                  <a:pt x="162" y="1272"/>
                </a:lnTo>
                <a:lnTo>
                  <a:pt x="101" y="1110"/>
                </a:lnTo>
                <a:lnTo>
                  <a:pt x="81" y="929"/>
                </a:lnTo>
                <a:lnTo>
                  <a:pt x="101" y="767"/>
                </a:lnTo>
                <a:lnTo>
                  <a:pt x="162" y="606"/>
                </a:lnTo>
                <a:lnTo>
                  <a:pt x="242" y="444"/>
                </a:lnTo>
                <a:lnTo>
                  <a:pt x="343" y="323"/>
                </a:lnTo>
                <a:lnTo>
                  <a:pt x="464" y="222"/>
                </a:lnTo>
                <a:lnTo>
                  <a:pt x="626" y="142"/>
                </a:lnTo>
                <a:lnTo>
                  <a:pt x="787" y="101"/>
                </a:lnTo>
                <a:lnTo>
                  <a:pt x="949" y="81"/>
                </a:lnTo>
                <a:close/>
                <a:moveTo>
                  <a:pt x="949" y="0"/>
                </a:moveTo>
                <a:lnTo>
                  <a:pt x="767" y="21"/>
                </a:lnTo>
                <a:lnTo>
                  <a:pt x="585" y="61"/>
                </a:lnTo>
                <a:lnTo>
                  <a:pt x="424" y="162"/>
                </a:lnTo>
                <a:lnTo>
                  <a:pt x="283" y="263"/>
                </a:lnTo>
                <a:lnTo>
                  <a:pt x="162" y="404"/>
                </a:lnTo>
                <a:lnTo>
                  <a:pt x="81" y="565"/>
                </a:lnTo>
                <a:lnTo>
                  <a:pt x="20" y="747"/>
                </a:lnTo>
                <a:lnTo>
                  <a:pt x="0" y="929"/>
                </a:lnTo>
                <a:lnTo>
                  <a:pt x="20" y="1130"/>
                </a:lnTo>
                <a:lnTo>
                  <a:pt x="81" y="1292"/>
                </a:lnTo>
                <a:lnTo>
                  <a:pt x="162" y="1453"/>
                </a:lnTo>
                <a:lnTo>
                  <a:pt x="283" y="1595"/>
                </a:lnTo>
                <a:lnTo>
                  <a:pt x="424" y="1716"/>
                </a:lnTo>
                <a:lnTo>
                  <a:pt x="585" y="1796"/>
                </a:lnTo>
                <a:lnTo>
                  <a:pt x="767" y="1857"/>
                </a:lnTo>
                <a:lnTo>
                  <a:pt x="949" y="1877"/>
                </a:lnTo>
                <a:lnTo>
                  <a:pt x="1150" y="1857"/>
                </a:lnTo>
                <a:lnTo>
                  <a:pt x="1312" y="1796"/>
                </a:lnTo>
                <a:lnTo>
                  <a:pt x="1473" y="1716"/>
                </a:lnTo>
                <a:lnTo>
                  <a:pt x="1615" y="1595"/>
                </a:lnTo>
                <a:lnTo>
                  <a:pt x="1736" y="1453"/>
                </a:lnTo>
                <a:lnTo>
                  <a:pt x="1816" y="1292"/>
                </a:lnTo>
                <a:lnTo>
                  <a:pt x="1877" y="1130"/>
                </a:lnTo>
                <a:lnTo>
                  <a:pt x="1897" y="929"/>
                </a:lnTo>
                <a:lnTo>
                  <a:pt x="1877" y="747"/>
                </a:lnTo>
                <a:lnTo>
                  <a:pt x="1816" y="565"/>
                </a:lnTo>
                <a:lnTo>
                  <a:pt x="1736" y="404"/>
                </a:lnTo>
                <a:lnTo>
                  <a:pt x="1615" y="263"/>
                </a:lnTo>
                <a:lnTo>
                  <a:pt x="1473" y="162"/>
                </a:lnTo>
                <a:lnTo>
                  <a:pt x="1312" y="61"/>
                </a:lnTo>
                <a:lnTo>
                  <a:pt x="1150" y="21"/>
                </a:lnTo>
                <a:lnTo>
                  <a:pt x="94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5" name="Google Shape;2705;p34"/>
          <p:cNvSpPr/>
          <p:nvPr/>
        </p:nvSpPr>
        <p:spPr>
          <a:xfrm flipH="1" rot="-6644194">
            <a:off x="8394382" y="2331576"/>
            <a:ext cx="4584" cy="51993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6" name="Google Shape;2706;p34"/>
          <p:cNvSpPr/>
          <p:nvPr/>
        </p:nvSpPr>
        <p:spPr>
          <a:xfrm flipH="1" rot="-6644194">
            <a:off x="8370715" y="2355306"/>
            <a:ext cx="51937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7" name="Google Shape;2707;p34"/>
          <p:cNvSpPr/>
          <p:nvPr/>
        </p:nvSpPr>
        <p:spPr>
          <a:xfrm flipH="1">
            <a:off x="1936493" y="725600"/>
            <a:ext cx="4584" cy="55348"/>
          </a:xfrm>
          <a:custGeom>
            <a:rect b="b" l="l" r="r" t="t"/>
            <a:pathLst>
              <a:path extrusionOk="0" h="990" w="82">
                <a:moveTo>
                  <a:pt x="0" y="0"/>
                </a:moveTo>
                <a:lnTo>
                  <a:pt x="0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8" name="Google Shape;2708;p34"/>
          <p:cNvSpPr/>
          <p:nvPr/>
        </p:nvSpPr>
        <p:spPr>
          <a:xfrm flipH="1">
            <a:off x="1911670" y="750423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9" name="Google Shape;2709;p34"/>
          <p:cNvSpPr/>
          <p:nvPr/>
        </p:nvSpPr>
        <p:spPr>
          <a:xfrm flipH="1">
            <a:off x="199052" y="34116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10" name="Google Shape;2710;p34"/>
          <p:cNvGrpSpPr/>
          <p:nvPr/>
        </p:nvGrpSpPr>
        <p:grpSpPr>
          <a:xfrm>
            <a:off x="4194738" y="4317100"/>
            <a:ext cx="754524" cy="750237"/>
            <a:chOff x="8523754" y="10"/>
            <a:chExt cx="516408" cy="513439"/>
          </a:xfrm>
        </p:grpSpPr>
        <p:sp>
          <p:nvSpPr>
            <p:cNvPr id="2711" name="Google Shape;2711;p34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4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13" name="Google Shape;2713;p34"/>
          <p:cNvSpPr/>
          <p:nvPr/>
        </p:nvSpPr>
        <p:spPr>
          <a:xfrm>
            <a:off x="8375975" y="108904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4" name="Google Shape;2714;p34"/>
          <p:cNvSpPr/>
          <p:nvPr/>
        </p:nvSpPr>
        <p:spPr>
          <a:xfrm rot="5400000">
            <a:off x="8375975" y="714006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5" name="Google Shape;2715;p34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6" name="Google Shape;2716;p34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TITLE_1">
    <p:spTree>
      <p:nvGrpSpPr>
        <p:cNvPr id="2717" name="Shape 2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8" name="Google Shape;2718;p35"/>
          <p:cNvSpPr/>
          <p:nvPr/>
        </p:nvSpPr>
        <p:spPr>
          <a:xfrm flipH="1">
            <a:off x="125" y="0"/>
            <a:ext cx="18405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9" name="Google Shape;2719;p35"/>
          <p:cNvSpPr/>
          <p:nvPr/>
        </p:nvSpPr>
        <p:spPr>
          <a:xfrm flipH="1">
            <a:off x="7316647" y="0"/>
            <a:ext cx="18405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20" name="Google Shape;2720;p35"/>
          <p:cNvGrpSpPr/>
          <p:nvPr/>
        </p:nvGrpSpPr>
        <p:grpSpPr>
          <a:xfrm>
            <a:off x="7747680" y="163941"/>
            <a:ext cx="1209708" cy="1147945"/>
            <a:chOff x="5235125" y="2636100"/>
            <a:chExt cx="796175" cy="755525"/>
          </a:xfrm>
        </p:grpSpPr>
        <p:sp>
          <p:nvSpPr>
            <p:cNvPr id="2721" name="Google Shape;2721;p35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5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5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5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5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5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5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5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5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5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5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5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5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5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5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5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5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5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5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5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5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5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5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5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5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5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5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5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5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5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5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5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5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5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5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5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5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5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5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5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5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5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5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5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5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5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5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5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5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5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5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5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5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5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5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5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5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5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5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5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5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5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5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5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5" name="Google Shape;2785;p35"/>
          <p:cNvGrpSpPr/>
          <p:nvPr/>
        </p:nvGrpSpPr>
        <p:grpSpPr>
          <a:xfrm>
            <a:off x="315517" y="3792616"/>
            <a:ext cx="1209708" cy="1147945"/>
            <a:chOff x="5235125" y="2636100"/>
            <a:chExt cx="796175" cy="755525"/>
          </a:xfrm>
        </p:grpSpPr>
        <p:sp>
          <p:nvSpPr>
            <p:cNvPr id="2786" name="Google Shape;2786;p35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5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5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5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5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5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5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5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5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5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5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5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5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5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5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5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5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5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5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5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5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5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5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5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5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5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5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5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5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5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5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5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5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5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5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5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5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5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5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5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5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5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5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5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5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5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5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5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5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5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5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5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5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5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5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5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5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5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5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5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5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5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5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5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50" name="Google Shape;2850;p35"/>
          <p:cNvSpPr/>
          <p:nvPr/>
        </p:nvSpPr>
        <p:spPr>
          <a:xfrm>
            <a:off x="691750" y="2573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1" name="Google Shape;2851;p35"/>
          <p:cNvSpPr/>
          <p:nvPr/>
        </p:nvSpPr>
        <p:spPr>
          <a:xfrm>
            <a:off x="691763" y="7890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2" name="Google Shape;2852;p35"/>
          <p:cNvSpPr/>
          <p:nvPr/>
        </p:nvSpPr>
        <p:spPr>
          <a:xfrm>
            <a:off x="8123913" y="38860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3" name="Google Shape;2853;p35"/>
          <p:cNvSpPr/>
          <p:nvPr/>
        </p:nvSpPr>
        <p:spPr>
          <a:xfrm>
            <a:off x="8123925" y="44177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4" name="Google Shape;2854;p35"/>
          <p:cNvSpPr/>
          <p:nvPr/>
        </p:nvSpPr>
        <p:spPr>
          <a:xfrm>
            <a:off x="1012297" y="1920378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5" name="Google Shape;2855;p35"/>
          <p:cNvSpPr/>
          <p:nvPr/>
        </p:nvSpPr>
        <p:spPr>
          <a:xfrm flipH="1">
            <a:off x="-858733" y="1586481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6" name="Google Shape;2856;p35"/>
          <p:cNvSpPr/>
          <p:nvPr/>
        </p:nvSpPr>
        <p:spPr>
          <a:xfrm flipH="1">
            <a:off x="340550" y="2787965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7" name="Google Shape;2857;p35"/>
          <p:cNvSpPr/>
          <p:nvPr/>
        </p:nvSpPr>
        <p:spPr>
          <a:xfrm flipH="1">
            <a:off x="-731261" y="1730887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8" name="Google Shape;2858;p35"/>
          <p:cNvSpPr/>
          <p:nvPr/>
        </p:nvSpPr>
        <p:spPr>
          <a:xfrm flipH="1">
            <a:off x="484960" y="2856786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9" name="Google Shape;2859;p35"/>
          <p:cNvSpPr/>
          <p:nvPr/>
        </p:nvSpPr>
        <p:spPr>
          <a:xfrm flipH="1">
            <a:off x="-606026" y="1791769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0" name="Google Shape;2860;p35"/>
          <p:cNvSpPr/>
          <p:nvPr/>
        </p:nvSpPr>
        <p:spPr>
          <a:xfrm flipH="1">
            <a:off x="629427" y="2966250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1" name="Google Shape;2861;p35"/>
          <p:cNvSpPr/>
          <p:nvPr/>
        </p:nvSpPr>
        <p:spPr>
          <a:xfrm flipH="1">
            <a:off x="7700621" y="1915906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2" name="Google Shape;2862;p35"/>
          <p:cNvSpPr/>
          <p:nvPr/>
        </p:nvSpPr>
        <p:spPr>
          <a:xfrm flipH="1">
            <a:off x="7849509" y="2038845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3" name="Google Shape;2863;p35"/>
          <p:cNvSpPr/>
          <p:nvPr/>
        </p:nvSpPr>
        <p:spPr>
          <a:xfrm flipH="1">
            <a:off x="7837329" y="2024197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4" name="Google Shape;2864;p35"/>
          <p:cNvSpPr/>
          <p:nvPr/>
        </p:nvSpPr>
        <p:spPr>
          <a:xfrm flipH="1" rot="-2700000">
            <a:off x="3945745" y="4005741"/>
            <a:ext cx="1596436" cy="1802958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5" name="Google Shape;2865;p35"/>
          <p:cNvSpPr/>
          <p:nvPr/>
        </p:nvSpPr>
        <p:spPr>
          <a:xfrm flipH="1" rot="-2700000">
            <a:off x="3980673" y="-135927"/>
            <a:ext cx="935331" cy="741276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6" name="Google Shape;2866;p35"/>
          <p:cNvSpPr/>
          <p:nvPr/>
        </p:nvSpPr>
        <p:spPr>
          <a:xfrm flipH="1" rot="-2700000">
            <a:off x="4067304" y="4075914"/>
            <a:ext cx="1395616" cy="1650666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7" name="Google Shape;2867;p35"/>
          <p:cNvSpPr/>
          <p:nvPr/>
        </p:nvSpPr>
        <p:spPr>
          <a:xfrm flipH="1" rot="-2700000">
            <a:off x="4109734" y="-7464"/>
            <a:ext cx="653334" cy="572100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8" name="Google Shape;2868;p35"/>
          <p:cNvSpPr/>
          <p:nvPr/>
        </p:nvSpPr>
        <p:spPr>
          <a:xfrm flipH="1" rot="-2700000">
            <a:off x="4167878" y="4188008"/>
            <a:ext cx="1193679" cy="1427260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9" name="Google Shape;2869;p35"/>
          <p:cNvSpPr/>
          <p:nvPr/>
        </p:nvSpPr>
        <p:spPr>
          <a:xfrm flipH="1" rot="-2700000">
            <a:off x="4309575" y="4326620"/>
            <a:ext cx="901507" cy="1104562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0" name="Google Shape;2870;p35"/>
          <p:cNvSpPr/>
          <p:nvPr/>
        </p:nvSpPr>
        <p:spPr>
          <a:xfrm flipH="1" rot="-2700000">
            <a:off x="4305556" y="4724336"/>
            <a:ext cx="130935" cy="390457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1" name="Google Shape;2871;p35"/>
          <p:cNvSpPr/>
          <p:nvPr/>
        </p:nvSpPr>
        <p:spPr>
          <a:xfrm flipH="1" rot="-2700000">
            <a:off x="5244598" y="4302132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2" name="Google Shape;2872;p35"/>
          <p:cNvSpPr/>
          <p:nvPr/>
        </p:nvSpPr>
        <p:spPr>
          <a:xfrm flipH="1" rot="-2700000">
            <a:off x="5242294" y="4299868"/>
            <a:ext cx="104994" cy="104994"/>
          </a:xfrm>
          <a:custGeom>
            <a:rect b="b" l="l" r="r" t="t"/>
            <a:pathLst>
              <a:path extrusionOk="0" h="1878" w="1878">
                <a:moveTo>
                  <a:pt x="949" y="82"/>
                </a:moveTo>
                <a:lnTo>
                  <a:pt x="1110" y="102"/>
                </a:lnTo>
                <a:lnTo>
                  <a:pt x="1272" y="142"/>
                </a:lnTo>
                <a:lnTo>
                  <a:pt x="1413" y="223"/>
                </a:lnTo>
                <a:lnTo>
                  <a:pt x="1554" y="32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11"/>
                </a:lnTo>
                <a:lnTo>
                  <a:pt x="1736" y="1272"/>
                </a:lnTo>
                <a:lnTo>
                  <a:pt x="1655" y="141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77"/>
                </a:lnTo>
                <a:lnTo>
                  <a:pt x="949" y="1797"/>
                </a:lnTo>
                <a:lnTo>
                  <a:pt x="767" y="1777"/>
                </a:lnTo>
                <a:lnTo>
                  <a:pt x="606" y="1736"/>
                </a:lnTo>
                <a:lnTo>
                  <a:pt x="464" y="1656"/>
                </a:lnTo>
                <a:lnTo>
                  <a:pt x="323" y="1555"/>
                </a:lnTo>
                <a:lnTo>
                  <a:pt x="222" y="1414"/>
                </a:lnTo>
                <a:lnTo>
                  <a:pt x="142" y="1272"/>
                </a:lnTo>
                <a:lnTo>
                  <a:pt x="101" y="111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24"/>
                </a:lnTo>
                <a:lnTo>
                  <a:pt x="464" y="223"/>
                </a:lnTo>
                <a:lnTo>
                  <a:pt x="606" y="142"/>
                </a:lnTo>
                <a:lnTo>
                  <a:pt x="767" y="102"/>
                </a:lnTo>
                <a:lnTo>
                  <a:pt x="949" y="82"/>
                </a:lnTo>
                <a:close/>
                <a:moveTo>
                  <a:pt x="949" y="1"/>
                </a:moveTo>
                <a:lnTo>
                  <a:pt x="747" y="21"/>
                </a:lnTo>
                <a:lnTo>
                  <a:pt x="565" y="82"/>
                </a:lnTo>
                <a:lnTo>
                  <a:pt x="424" y="162"/>
                </a:lnTo>
                <a:lnTo>
                  <a:pt x="283" y="283"/>
                </a:lnTo>
                <a:lnTo>
                  <a:pt x="162" y="405"/>
                </a:lnTo>
                <a:lnTo>
                  <a:pt x="81" y="566"/>
                </a:lnTo>
                <a:lnTo>
                  <a:pt x="21" y="748"/>
                </a:lnTo>
                <a:lnTo>
                  <a:pt x="0" y="949"/>
                </a:lnTo>
                <a:lnTo>
                  <a:pt x="21" y="1131"/>
                </a:lnTo>
                <a:lnTo>
                  <a:pt x="81" y="1313"/>
                </a:lnTo>
                <a:lnTo>
                  <a:pt x="162" y="1474"/>
                </a:lnTo>
                <a:lnTo>
                  <a:pt x="283" y="1595"/>
                </a:lnTo>
                <a:lnTo>
                  <a:pt x="424" y="1716"/>
                </a:lnTo>
                <a:lnTo>
                  <a:pt x="565" y="1797"/>
                </a:lnTo>
                <a:lnTo>
                  <a:pt x="747" y="1857"/>
                </a:lnTo>
                <a:lnTo>
                  <a:pt x="949" y="1878"/>
                </a:lnTo>
                <a:lnTo>
                  <a:pt x="1130" y="1857"/>
                </a:lnTo>
                <a:lnTo>
                  <a:pt x="1312" y="1797"/>
                </a:lnTo>
                <a:lnTo>
                  <a:pt x="1473" y="1716"/>
                </a:lnTo>
                <a:lnTo>
                  <a:pt x="1615" y="1595"/>
                </a:lnTo>
                <a:lnTo>
                  <a:pt x="1716" y="1474"/>
                </a:lnTo>
                <a:lnTo>
                  <a:pt x="1817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48"/>
                </a:lnTo>
                <a:lnTo>
                  <a:pt x="1817" y="566"/>
                </a:lnTo>
                <a:lnTo>
                  <a:pt x="1716" y="405"/>
                </a:lnTo>
                <a:lnTo>
                  <a:pt x="1615" y="283"/>
                </a:lnTo>
                <a:lnTo>
                  <a:pt x="1473" y="162"/>
                </a:lnTo>
                <a:lnTo>
                  <a:pt x="1312" y="82"/>
                </a:lnTo>
                <a:lnTo>
                  <a:pt x="1130" y="21"/>
                </a:lnTo>
                <a:lnTo>
                  <a:pt x="94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3" name="Google Shape;2873;p35"/>
          <p:cNvSpPr/>
          <p:nvPr/>
        </p:nvSpPr>
        <p:spPr>
          <a:xfrm flipH="1" rot="-2700000">
            <a:off x="3277569" y="4749891"/>
            <a:ext cx="101584" cy="101640"/>
          </a:xfrm>
          <a:custGeom>
            <a:rect b="b" l="l" r="r" t="t"/>
            <a:pathLst>
              <a:path extrusionOk="0" h="1818" w="1817">
                <a:moveTo>
                  <a:pt x="908" y="1"/>
                </a:moveTo>
                <a:lnTo>
                  <a:pt x="727" y="21"/>
                </a:lnTo>
                <a:lnTo>
                  <a:pt x="56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4"/>
                </a:lnTo>
                <a:lnTo>
                  <a:pt x="8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81" y="1252"/>
                </a:lnTo>
                <a:lnTo>
                  <a:pt x="162" y="1413"/>
                </a:lnTo>
                <a:lnTo>
                  <a:pt x="262" y="1555"/>
                </a:lnTo>
                <a:lnTo>
                  <a:pt x="404" y="1656"/>
                </a:lnTo>
                <a:lnTo>
                  <a:pt x="56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55"/>
                </a:lnTo>
                <a:lnTo>
                  <a:pt x="1655" y="1413"/>
                </a:lnTo>
                <a:lnTo>
                  <a:pt x="1736" y="1252"/>
                </a:lnTo>
                <a:lnTo>
                  <a:pt x="1796" y="1091"/>
                </a:lnTo>
                <a:lnTo>
                  <a:pt x="1816" y="909"/>
                </a:lnTo>
                <a:lnTo>
                  <a:pt x="1796" y="727"/>
                </a:lnTo>
                <a:lnTo>
                  <a:pt x="1736" y="566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4" name="Google Shape;2874;p35"/>
          <p:cNvSpPr/>
          <p:nvPr/>
        </p:nvSpPr>
        <p:spPr>
          <a:xfrm flipH="1" rot="-2700000">
            <a:off x="3275324" y="4747635"/>
            <a:ext cx="106112" cy="106112"/>
          </a:xfrm>
          <a:custGeom>
            <a:rect b="b" l="l" r="r" t="t"/>
            <a:pathLst>
              <a:path extrusionOk="0" h="1898" w="1898">
                <a:moveTo>
                  <a:pt x="949" y="81"/>
                </a:moveTo>
                <a:lnTo>
                  <a:pt x="1131" y="101"/>
                </a:lnTo>
                <a:lnTo>
                  <a:pt x="1292" y="162"/>
                </a:lnTo>
                <a:lnTo>
                  <a:pt x="1434" y="243"/>
                </a:lnTo>
                <a:lnTo>
                  <a:pt x="1555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97" y="767"/>
                </a:lnTo>
                <a:lnTo>
                  <a:pt x="1817" y="949"/>
                </a:lnTo>
                <a:lnTo>
                  <a:pt x="1797" y="1131"/>
                </a:lnTo>
                <a:lnTo>
                  <a:pt x="1736" y="1292"/>
                </a:lnTo>
                <a:lnTo>
                  <a:pt x="1655" y="1433"/>
                </a:lnTo>
                <a:lnTo>
                  <a:pt x="1555" y="1554"/>
                </a:lnTo>
                <a:lnTo>
                  <a:pt x="1434" y="1655"/>
                </a:lnTo>
                <a:lnTo>
                  <a:pt x="1292" y="1736"/>
                </a:lnTo>
                <a:lnTo>
                  <a:pt x="1131" y="1797"/>
                </a:lnTo>
                <a:lnTo>
                  <a:pt x="949" y="1817"/>
                </a:lnTo>
                <a:lnTo>
                  <a:pt x="768" y="1797"/>
                </a:lnTo>
                <a:lnTo>
                  <a:pt x="606" y="1736"/>
                </a:lnTo>
                <a:lnTo>
                  <a:pt x="465" y="1655"/>
                </a:lnTo>
                <a:lnTo>
                  <a:pt x="344" y="1554"/>
                </a:lnTo>
                <a:lnTo>
                  <a:pt x="243" y="1433"/>
                </a:lnTo>
                <a:lnTo>
                  <a:pt x="162" y="1292"/>
                </a:lnTo>
                <a:lnTo>
                  <a:pt x="102" y="1131"/>
                </a:lnTo>
                <a:lnTo>
                  <a:pt x="81" y="949"/>
                </a:lnTo>
                <a:lnTo>
                  <a:pt x="102" y="767"/>
                </a:lnTo>
                <a:lnTo>
                  <a:pt x="162" y="606"/>
                </a:lnTo>
                <a:lnTo>
                  <a:pt x="243" y="465"/>
                </a:lnTo>
                <a:lnTo>
                  <a:pt x="344" y="344"/>
                </a:lnTo>
                <a:lnTo>
                  <a:pt x="465" y="243"/>
                </a:lnTo>
                <a:lnTo>
                  <a:pt x="606" y="162"/>
                </a:lnTo>
                <a:lnTo>
                  <a:pt x="768" y="101"/>
                </a:lnTo>
                <a:lnTo>
                  <a:pt x="949" y="81"/>
                </a:lnTo>
                <a:close/>
                <a:moveTo>
                  <a:pt x="949" y="0"/>
                </a:moveTo>
                <a:lnTo>
                  <a:pt x="768" y="21"/>
                </a:lnTo>
                <a:lnTo>
                  <a:pt x="586" y="81"/>
                </a:lnTo>
                <a:lnTo>
                  <a:pt x="425" y="162"/>
                </a:lnTo>
                <a:lnTo>
                  <a:pt x="283" y="283"/>
                </a:lnTo>
                <a:lnTo>
                  <a:pt x="162" y="424"/>
                </a:lnTo>
                <a:lnTo>
                  <a:pt x="81" y="586"/>
                </a:lnTo>
                <a:lnTo>
                  <a:pt x="21" y="767"/>
                </a:lnTo>
                <a:lnTo>
                  <a:pt x="1" y="949"/>
                </a:lnTo>
                <a:lnTo>
                  <a:pt x="21" y="1131"/>
                </a:lnTo>
                <a:lnTo>
                  <a:pt x="81" y="1312"/>
                </a:lnTo>
                <a:lnTo>
                  <a:pt x="162" y="1474"/>
                </a:lnTo>
                <a:lnTo>
                  <a:pt x="283" y="1615"/>
                </a:lnTo>
                <a:lnTo>
                  <a:pt x="425" y="1736"/>
                </a:lnTo>
                <a:lnTo>
                  <a:pt x="586" y="1817"/>
                </a:lnTo>
                <a:lnTo>
                  <a:pt x="768" y="1877"/>
                </a:lnTo>
                <a:lnTo>
                  <a:pt x="949" y="1897"/>
                </a:lnTo>
                <a:lnTo>
                  <a:pt x="1131" y="1877"/>
                </a:lnTo>
                <a:lnTo>
                  <a:pt x="1312" y="1817"/>
                </a:lnTo>
                <a:lnTo>
                  <a:pt x="1474" y="1736"/>
                </a:lnTo>
                <a:lnTo>
                  <a:pt x="1615" y="1615"/>
                </a:lnTo>
                <a:lnTo>
                  <a:pt x="1736" y="1474"/>
                </a:lnTo>
                <a:lnTo>
                  <a:pt x="1817" y="1312"/>
                </a:lnTo>
                <a:lnTo>
                  <a:pt x="1877" y="1131"/>
                </a:lnTo>
                <a:lnTo>
                  <a:pt x="1898" y="949"/>
                </a:lnTo>
                <a:lnTo>
                  <a:pt x="1877" y="767"/>
                </a:lnTo>
                <a:lnTo>
                  <a:pt x="1817" y="586"/>
                </a:lnTo>
                <a:lnTo>
                  <a:pt x="1736" y="424"/>
                </a:lnTo>
                <a:lnTo>
                  <a:pt x="1615" y="283"/>
                </a:lnTo>
                <a:lnTo>
                  <a:pt x="1474" y="162"/>
                </a:lnTo>
                <a:lnTo>
                  <a:pt x="1312" y="81"/>
                </a:lnTo>
                <a:lnTo>
                  <a:pt x="1131" y="21"/>
                </a:lnTo>
                <a:lnTo>
                  <a:pt x="94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5" name="Google Shape;2875;p35"/>
          <p:cNvSpPr/>
          <p:nvPr/>
        </p:nvSpPr>
        <p:spPr>
          <a:xfrm flipH="1" rot="-2700000">
            <a:off x="4353985" y="4869156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6" name="Google Shape;2876;p35"/>
          <p:cNvSpPr/>
          <p:nvPr/>
        </p:nvSpPr>
        <p:spPr>
          <a:xfrm flipH="1" rot="-2700000">
            <a:off x="4327811" y="4894538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2880" name="Shape 2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1" name="Google Shape;2881;p37"/>
          <p:cNvSpPr/>
          <p:nvPr/>
        </p:nvSpPr>
        <p:spPr>
          <a:xfrm flipH="1">
            <a:off x="0" y="0"/>
            <a:ext cx="39234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2" name="Google Shape;2882;p37"/>
          <p:cNvSpPr/>
          <p:nvPr/>
        </p:nvSpPr>
        <p:spPr>
          <a:xfrm>
            <a:off x="543920" y="3918830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3" name="Google Shape;2883;p37"/>
          <p:cNvSpPr/>
          <p:nvPr/>
        </p:nvSpPr>
        <p:spPr>
          <a:xfrm>
            <a:off x="-1384585" y="-1156347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4" name="Google Shape;2884;p37"/>
          <p:cNvSpPr/>
          <p:nvPr/>
        </p:nvSpPr>
        <p:spPr>
          <a:xfrm>
            <a:off x="3610297" y="447878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85" name="Google Shape;2885;p37"/>
          <p:cNvGrpSpPr/>
          <p:nvPr/>
        </p:nvGrpSpPr>
        <p:grpSpPr>
          <a:xfrm>
            <a:off x="-2557002" y="-12"/>
            <a:ext cx="6861861" cy="5143530"/>
            <a:chOff x="-3799077" y="-5268675"/>
            <a:chExt cx="6861861" cy="5143530"/>
          </a:xfrm>
        </p:grpSpPr>
        <p:sp>
          <p:nvSpPr>
            <p:cNvPr id="2886" name="Google Shape;2886;p37"/>
            <p:cNvSpPr/>
            <p:nvPr/>
          </p:nvSpPr>
          <p:spPr>
            <a:xfrm flipH="1">
              <a:off x="-3052066" y="-2688483"/>
              <a:ext cx="1596439" cy="1802961"/>
            </a:xfrm>
            <a:custGeom>
              <a:rect b="b" l="l" r="r" t="t"/>
              <a:pathLst>
                <a:path extrusionOk="0" h="32249" w="28555">
                  <a:moveTo>
                    <a:pt x="20483" y="82"/>
                  </a:moveTo>
                  <a:lnTo>
                    <a:pt x="20947" y="102"/>
                  </a:lnTo>
                  <a:lnTo>
                    <a:pt x="21411" y="122"/>
                  </a:lnTo>
                  <a:lnTo>
                    <a:pt x="21875" y="203"/>
                  </a:lnTo>
                  <a:lnTo>
                    <a:pt x="22319" y="283"/>
                  </a:lnTo>
                  <a:lnTo>
                    <a:pt x="22763" y="404"/>
                  </a:lnTo>
                  <a:lnTo>
                    <a:pt x="23187" y="566"/>
                  </a:lnTo>
                  <a:lnTo>
                    <a:pt x="23611" y="748"/>
                  </a:lnTo>
                  <a:lnTo>
                    <a:pt x="23994" y="949"/>
                  </a:lnTo>
                  <a:lnTo>
                    <a:pt x="24378" y="1191"/>
                  </a:lnTo>
                  <a:lnTo>
                    <a:pt x="24741" y="1454"/>
                  </a:lnTo>
                  <a:lnTo>
                    <a:pt x="25124" y="1777"/>
                  </a:lnTo>
                  <a:lnTo>
                    <a:pt x="25487" y="2140"/>
                  </a:lnTo>
                  <a:lnTo>
                    <a:pt x="25851" y="2564"/>
                  </a:lnTo>
                  <a:lnTo>
                    <a:pt x="26174" y="3008"/>
                  </a:lnTo>
                  <a:lnTo>
                    <a:pt x="26496" y="3492"/>
                  </a:lnTo>
                  <a:lnTo>
                    <a:pt x="26779" y="4017"/>
                  </a:lnTo>
                  <a:lnTo>
                    <a:pt x="27062" y="4582"/>
                  </a:lnTo>
                  <a:lnTo>
                    <a:pt x="27324" y="5187"/>
                  </a:lnTo>
                  <a:lnTo>
                    <a:pt x="27546" y="5772"/>
                  </a:lnTo>
                  <a:lnTo>
                    <a:pt x="27748" y="6358"/>
                  </a:lnTo>
                  <a:lnTo>
                    <a:pt x="27909" y="6943"/>
                  </a:lnTo>
                  <a:lnTo>
                    <a:pt x="28071" y="7548"/>
                  </a:lnTo>
                  <a:lnTo>
                    <a:pt x="28192" y="8154"/>
                  </a:lnTo>
                  <a:lnTo>
                    <a:pt x="28293" y="8739"/>
                  </a:lnTo>
                  <a:lnTo>
                    <a:pt x="28373" y="9344"/>
                  </a:lnTo>
                  <a:lnTo>
                    <a:pt x="28434" y="9950"/>
                  </a:lnTo>
                  <a:lnTo>
                    <a:pt x="28474" y="10555"/>
                  </a:lnTo>
                  <a:lnTo>
                    <a:pt x="28474" y="11160"/>
                  </a:lnTo>
                  <a:lnTo>
                    <a:pt x="28474" y="11766"/>
                  </a:lnTo>
                  <a:lnTo>
                    <a:pt x="28434" y="12371"/>
                  </a:lnTo>
                  <a:lnTo>
                    <a:pt x="28373" y="12977"/>
                  </a:lnTo>
                  <a:lnTo>
                    <a:pt x="28272" y="13562"/>
                  </a:lnTo>
                  <a:lnTo>
                    <a:pt x="28171" y="14167"/>
                  </a:lnTo>
                  <a:lnTo>
                    <a:pt x="28030" y="14732"/>
                  </a:lnTo>
                  <a:lnTo>
                    <a:pt x="27869" y="15338"/>
                  </a:lnTo>
                  <a:lnTo>
                    <a:pt x="27667" y="15923"/>
                  </a:lnTo>
                  <a:lnTo>
                    <a:pt x="27465" y="16488"/>
                  </a:lnTo>
                  <a:lnTo>
                    <a:pt x="27223" y="17053"/>
                  </a:lnTo>
                  <a:lnTo>
                    <a:pt x="26961" y="17618"/>
                  </a:lnTo>
                  <a:lnTo>
                    <a:pt x="26678" y="18143"/>
                  </a:lnTo>
                  <a:lnTo>
                    <a:pt x="26355" y="18667"/>
                  </a:lnTo>
                  <a:lnTo>
                    <a:pt x="26032" y="19192"/>
                  </a:lnTo>
                  <a:lnTo>
                    <a:pt x="25669" y="19676"/>
                  </a:lnTo>
                  <a:lnTo>
                    <a:pt x="25306" y="20161"/>
                  </a:lnTo>
                  <a:lnTo>
                    <a:pt x="24922" y="20625"/>
                  </a:lnTo>
                  <a:lnTo>
                    <a:pt x="24499" y="21069"/>
                  </a:lnTo>
                  <a:lnTo>
                    <a:pt x="24075" y="21493"/>
                  </a:lnTo>
                  <a:lnTo>
                    <a:pt x="23631" y="21896"/>
                  </a:lnTo>
                  <a:lnTo>
                    <a:pt x="23167" y="22280"/>
                  </a:lnTo>
                  <a:lnTo>
                    <a:pt x="22703" y="22643"/>
                  </a:lnTo>
                  <a:lnTo>
                    <a:pt x="22238" y="22946"/>
                  </a:lnTo>
                  <a:lnTo>
                    <a:pt x="21795" y="23228"/>
                  </a:lnTo>
                  <a:lnTo>
                    <a:pt x="21310" y="23511"/>
                  </a:lnTo>
                  <a:lnTo>
                    <a:pt x="20846" y="23773"/>
                  </a:lnTo>
                  <a:lnTo>
                    <a:pt x="19877" y="24277"/>
                  </a:lnTo>
                  <a:lnTo>
                    <a:pt x="18909" y="24742"/>
                  </a:lnTo>
                  <a:lnTo>
                    <a:pt x="17940" y="25226"/>
                  </a:lnTo>
                  <a:lnTo>
                    <a:pt x="16951" y="25751"/>
                  </a:lnTo>
                  <a:lnTo>
                    <a:pt x="16467" y="26013"/>
                  </a:lnTo>
                  <a:lnTo>
                    <a:pt x="15983" y="26296"/>
                  </a:lnTo>
                  <a:lnTo>
                    <a:pt x="15519" y="26598"/>
                  </a:lnTo>
                  <a:lnTo>
                    <a:pt x="15075" y="26901"/>
                  </a:lnTo>
                  <a:lnTo>
                    <a:pt x="14510" y="27325"/>
                  </a:lnTo>
                  <a:lnTo>
                    <a:pt x="13965" y="27789"/>
                  </a:lnTo>
                  <a:lnTo>
                    <a:pt x="13420" y="28253"/>
                  </a:lnTo>
                  <a:lnTo>
                    <a:pt x="12895" y="28717"/>
                  </a:lnTo>
                  <a:lnTo>
                    <a:pt x="12148" y="29383"/>
                  </a:lnTo>
                  <a:lnTo>
                    <a:pt x="11402" y="30029"/>
                  </a:lnTo>
                  <a:lnTo>
                    <a:pt x="10998" y="30332"/>
                  </a:lnTo>
                  <a:lnTo>
                    <a:pt x="10595" y="30614"/>
                  </a:lnTo>
                  <a:lnTo>
                    <a:pt x="10171" y="30897"/>
                  </a:lnTo>
                  <a:lnTo>
                    <a:pt x="9747" y="31159"/>
                  </a:lnTo>
                  <a:lnTo>
                    <a:pt x="9303" y="31381"/>
                  </a:lnTo>
                  <a:lnTo>
                    <a:pt x="8839" y="31583"/>
                  </a:lnTo>
                  <a:lnTo>
                    <a:pt x="8375" y="31764"/>
                  </a:lnTo>
                  <a:lnTo>
                    <a:pt x="7890" y="31906"/>
                  </a:lnTo>
                  <a:lnTo>
                    <a:pt x="7406" y="32027"/>
                  </a:lnTo>
                  <a:lnTo>
                    <a:pt x="6922" y="32107"/>
                  </a:lnTo>
                  <a:lnTo>
                    <a:pt x="6417" y="32148"/>
                  </a:lnTo>
                  <a:lnTo>
                    <a:pt x="5933" y="32168"/>
                  </a:lnTo>
                  <a:lnTo>
                    <a:pt x="5893" y="32168"/>
                  </a:lnTo>
                  <a:lnTo>
                    <a:pt x="5368" y="32148"/>
                  </a:lnTo>
                  <a:lnTo>
                    <a:pt x="4843" y="32087"/>
                  </a:lnTo>
                  <a:lnTo>
                    <a:pt x="4359" y="31986"/>
                  </a:lnTo>
                  <a:lnTo>
                    <a:pt x="3875" y="31845"/>
                  </a:lnTo>
                  <a:lnTo>
                    <a:pt x="3431" y="31684"/>
                  </a:lnTo>
                  <a:lnTo>
                    <a:pt x="2987" y="31462"/>
                  </a:lnTo>
                  <a:lnTo>
                    <a:pt x="2583" y="31219"/>
                  </a:lnTo>
                  <a:lnTo>
                    <a:pt x="2200" y="30957"/>
                  </a:lnTo>
                  <a:lnTo>
                    <a:pt x="1998" y="30775"/>
                  </a:lnTo>
                  <a:lnTo>
                    <a:pt x="1816" y="30614"/>
                  </a:lnTo>
                  <a:lnTo>
                    <a:pt x="1635" y="30412"/>
                  </a:lnTo>
                  <a:lnTo>
                    <a:pt x="1453" y="30231"/>
                  </a:lnTo>
                  <a:lnTo>
                    <a:pt x="1292" y="30029"/>
                  </a:lnTo>
                  <a:lnTo>
                    <a:pt x="1150" y="29807"/>
                  </a:lnTo>
                  <a:lnTo>
                    <a:pt x="1009" y="29585"/>
                  </a:lnTo>
                  <a:lnTo>
                    <a:pt x="868" y="29363"/>
                  </a:lnTo>
                  <a:lnTo>
                    <a:pt x="747" y="29121"/>
                  </a:lnTo>
                  <a:lnTo>
                    <a:pt x="626" y="28879"/>
                  </a:lnTo>
                  <a:lnTo>
                    <a:pt x="525" y="28616"/>
                  </a:lnTo>
                  <a:lnTo>
                    <a:pt x="424" y="28354"/>
                  </a:lnTo>
                  <a:lnTo>
                    <a:pt x="343" y="28092"/>
                  </a:lnTo>
                  <a:lnTo>
                    <a:pt x="283" y="27829"/>
                  </a:lnTo>
                  <a:lnTo>
                    <a:pt x="222" y="27547"/>
                  </a:lnTo>
                  <a:lnTo>
                    <a:pt x="162" y="27264"/>
                  </a:lnTo>
                  <a:lnTo>
                    <a:pt x="101" y="26719"/>
                  </a:lnTo>
                  <a:lnTo>
                    <a:pt x="81" y="26154"/>
                  </a:lnTo>
                  <a:lnTo>
                    <a:pt x="121" y="25609"/>
                  </a:lnTo>
                  <a:lnTo>
                    <a:pt x="182" y="25065"/>
                  </a:lnTo>
                  <a:lnTo>
                    <a:pt x="283" y="24520"/>
                  </a:lnTo>
                  <a:lnTo>
                    <a:pt x="444" y="23995"/>
                  </a:lnTo>
                  <a:lnTo>
                    <a:pt x="626" y="23490"/>
                  </a:lnTo>
                  <a:lnTo>
                    <a:pt x="868" y="23006"/>
                  </a:lnTo>
                  <a:lnTo>
                    <a:pt x="1029" y="22724"/>
                  </a:lnTo>
                  <a:lnTo>
                    <a:pt x="1191" y="22441"/>
                  </a:lnTo>
                  <a:lnTo>
                    <a:pt x="1372" y="22179"/>
                  </a:lnTo>
                  <a:lnTo>
                    <a:pt x="1574" y="21916"/>
                  </a:lnTo>
                  <a:lnTo>
                    <a:pt x="1776" y="21654"/>
                  </a:lnTo>
                  <a:lnTo>
                    <a:pt x="1998" y="21392"/>
                  </a:lnTo>
                  <a:lnTo>
                    <a:pt x="2240" y="21129"/>
                  </a:lnTo>
                  <a:lnTo>
                    <a:pt x="2482" y="20867"/>
                  </a:lnTo>
                  <a:lnTo>
                    <a:pt x="3027" y="20383"/>
                  </a:lnTo>
                  <a:lnTo>
                    <a:pt x="3612" y="19898"/>
                  </a:lnTo>
                  <a:lnTo>
                    <a:pt x="4258" y="19414"/>
                  </a:lnTo>
                  <a:lnTo>
                    <a:pt x="4964" y="18970"/>
                  </a:lnTo>
                  <a:lnTo>
                    <a:pt x="5691" y="18526"/>
                  </a:lnTo>
                  <a:lnTo>
                    <a:pt x="6438" y="18102"/>
                  </a:lnTo>
                  <a:lnTo>
                    <a:pt x="7951" y="17336"/>
                  </a:lnTo>
                  <a:lnTo>
                    <a:pt x="9021" y="16771"/>
                  </a:lnTo>
                  <a:lnTo>
                    <a:pt x="10110" y="16185"/>
                  </a:lnTo>
                  <a:lnTo>
                    <a:pt x="10433" y="15983"/>
                  </a:lnTo>
                  <a:lnTo>
                    <a:pt x="10716" y="15802"/>
                  </a:lnTo>
                  <a:lnTo>
                    <a:pt x="10978" y="15600"/>
                  </a:lnTo>
                  <a:lnTo>
                    <a:pt x="11220" y="15398"/>
                  </a:lnTo>
                  <a:lnTo>
                    <a:pt x="11442" y="15196"/>
                  </a:lnTo>
                  <a:lnTo>
                    <a:pt x="11644" y="14974"/>
                  </a:lnTo>
                  <a:lnTo>
                    <a:pt x="11805" y="14752"/>
                  </a:lnTo>
                  <a:lnTo>
                    <a:pt x="11967" y="14510"/>
                  </a:lnTo>
                  <a:lnTo>
                    <a:pt x="12088" y="14268"/>
                  </a:lnTo>
                  <a:lnTo>
                    <a:pt x="12189" y="13986"/>
                  </a:lnTo>
                  <a:lnTo>
                    <a:pt x="12290" y="13723"/>
                  </a:lnTo>
                  <a:lnTo>
                    <a:pt x="12350" y="13421"/>
                  </a:lnTo>
                  <a:lnTo>
                    <a:pt x="12411" y="13098"/>
                  </a:lnTo>
                  <a:lnTo>
                    <a:pt x="12451" y="12755"/>
                  </a:lnTo>
                  <a:lnTo>
                    <a:pt x="12471" y="12391"/>
                  </a:lnTo>
                  <a:lnTo>
                    <a:pt x="12471" y="12008"/>
                  </a:lnTo>
                  <a:lnTo>
                    <a:pt x="12492" y="11302"/>
                  </a:lnTo>
                  <a:lnTo>
                    <a:pt x="12512" y="10616"/>
                  </a:lnTo>
                  <a:lnTo>
                    <a:pt x="12532" y="9950"/>
                  </a:lnTo>
                  <a:lnTo>
                    <a:pt x="12592" y="9324"/>
                  </a:lnTo>
                  <a:lnTo>
                    <a:pt x="12653" y="8698"/>
                  </a:lnTo>
                  <a:lnTo>
                    <a:pt x="12714" y="8113"/>
                  </a:lnTo>
                  <a:lnTo>
                    <a:pt x="12814" y="7548"/>
                  </a:lnTo>
                  <a:lnTo>
                    <a:pt x="12915" y="7003"/>
                  </a:lnTo>
                  <a:lnTo>
                    <a:pt x="13036" y="6479"/>
                  </a:lnTo>
                  <a:lnTo>
                    <a:pt x="13157" y="5974"/>
                  </a:lnTo>
                  <a:lnTo>
                    <a:pt x="13299" y="5510"/>
                  </a:lnTo>
                  <a:lnTo>
                    <a:pt x="13460" y="5046"/>
                  </a:lnTo>
                  <a:lnTo>
                    <a:pt x="13642" y="4622"/>
                  </a:lnTo>
                  <a:lnTo>
                    <a:pt x="13823" y="4218"/>
                  </a:lnTo>
                  <a:lnTo>
                    <a:pt x="14025" y="3835"/>
                  </a:lnTo>
                  <a:lnTo>
                    <a:pt x="14247" y="3472"/>
                  </a:lnTo>
                  <a:lnTo>
                    <a:pt x="14429" y="3169"/>
                  </a:lnTo>
                  <a:lnTo>
                    <a:pt x="14631" y="2887"/>
                  </a:lnTo>
                  <a:lnTo>
                    <a:pt x="14853" y="2644"/>
                  </a:lnTo>
                  <a:lnTo>
                    <a:pt x="15054" y="2402"/>
                  </a:lnTo>
                  <a:lnTo>
                    <a:pt x="15276" y="2180"/>
                  </a:lnTo>
                  <a:lnTo>
                    <a:pt x="15498" y="1979"/>
                  </a:lnTo>
                  <a:lnTo>
                    <a:pt x="15700" y="1797"/>
                  </a:lnTo>
                  <a:lnTo>
                    <a:pt x="15942" y="1635"/>
                  </a:lnTo>
                  <a:lnTo>
                    <a:pt x="16386" y="1333"/>
                  </a:lnTo>
                  <a:lnTo>
                    <a:pt x="16830" y="1091"/>
                  </a:lnTo>
                  <a:lnTo>
                    <a:pt x="17274" y="869"/>
                  </a:lnTo>
                  <a:lnTo>
                    <a:pt x="17698" y="667"/>
                  </a:lnTo>
                  <a:lnTo>
                    <a:pt x="18142" y="505"/>
                  </a:lnTo>
                  <a:lnTo>
                    <a:pt x="18606" y="364"/>
                  </a:lnTo>
                  <a:lnTo>
                    <a:pt x="19070" y="243"/>
                  </a:lnTo>
                  <a:lnTo>
                    <a:pt x="19534" y="162"/>
                  </a:lnTo>
                  <a:lnTo>
                    <a:pt x="19999" y="102"/>
                  </a:lnTo>
                  <a:lnTo>
                    <a:pt x="20483" y="82"/>
                  </a:lnTo>
                  <a:close/>
                  <a:moveTo>
                    <a:pt x="20483" y="1"/>
                  </a:moveTo>
                  <a:lnTo>
                    <a:pt x="19999" y="21"/>
                  </a:lnTo>
                  <a:lnTo>
                    <a:pt x="19534" y="82"/>
                  </a:lnTo>
                  <a:lnTo>
                    <a:pt x="19050" y="162"/>
                  </a:lnTo>
                  <a:lnTo>
                    <a:pt x="18586" y="283"/>
                  </a:lnTo>
                  <a:lnTo>
                    <a:pt x="18122" y="425"/>
                  </a:lnTo>
                  <a:lnTo>
                    <a:pt x="17678" y="606"/>
                  </a:lnTo>
                  <a:lnTo>
                    <a:pt x="17214" y="808"/>
                  </a:lnTo>
                  <a:lnTo>
                    <a:pt x="16750" y="1050"/>
                  </a:lnTo>
                  <a:lnTo>
                    <a:pt x="16285" y="1313"/>
                  </a:lnTo>
                  <a:lnTo>
                    <a:pt x="15841" y="1615"/>
                  </a:lnTo>
                  <a:lnTo>
                    <a:pt x="15619" y="1777"/>
                  </a:lnTo>
                  <a:lnTo>
                    <a:pt x="15397" y="1979"/>
                  </a:lnTo>
                  <a:lnTo>
                    <a:pt x="15175" y="2180"/>
                  </a:lnTo>
                  <a:lnTo>
                    <a:pt x="14974" y="2382"/>
                  </a:lnTo>
                  <a:lnTo>
                    <a:pt x="14752" y="2624"/>
                  </a:lnTo>
                  <a:lnTo>
                    <a:pt x="14550" y="2866"/>
                  </a:lnTo>
                  <a:lnTo>
                    <a:pt x="14368" y="3129"/>
                  </a:lnTo>
                  <a:lnTo>
                    <a:pt x="14166" y="3411"/>
                  </a:lnTo>
                  <a:lnTo>
                    <a:pt x="13944" y="3795"/>
                  </a:lnTo>
                  <a:lnTo>
                    <a:pt x="13743" y="4178"/>
                  </a:lnTo>
                  <a:lnTo>
                    <a:pt x="13561" y="4582"/>
                  </a:lnTo>
                  <a:lnTo>
                    <a:pt x="13400" y="5026"/>
                  </a:lnTo>
                  <a:lnTo>
                    <a:pt x="13238" y="5470"/>
                  </a:lnTo>
                  <a:lnTo>
                    <a:pt x="13077" y="5954"/>
                  </a:lnTo>
                  <a:lnTo>
                    <a:pt x="12956" y="6458"/>
                  </a:lnTo>
                  <a:lnTo>
                    <a:pt x="12835" y="6983"/>
                  </a:lnTo>
                  <a:lnTo>
                    <a:pt x="12734" y="7528"/>
                  </a:lnTo>
                  <a:lnTo>
                    <a:pt x="12653" y="8093"/>
                  </a:lnTo>
                  <a:lnTo>
                    <a:pt x="12572" y="8678"/>
                  </a:lnTo>
                  <a:lnTo>
                    <a:pt x="12512" y="9304"/>
                  </a:lnTo>
                  <a:lnTo>
                    <a:pt x="12451" y="9950"/>
                  </a:lnTo>
                  <a:lnTo>
                    <a:pt x="12431" y="10616"/>
                  </a:lnTo>
                  <a:lnTo>
                    <a:pt x="12411" y="11302"/>
                  </a:lnTo>
                  <a:lnTo>
                    <a:pt x="12391" y="12008"/>
                  </a:lnTo>
                  <a:lnTo>
                    <a:pt x="12391" y="12391"/>
                  </a:lnTo>
                  <a:lnTo>
                    <a:pt x="12370" y="12755"/>
                  </a:lnTo>
                  <a:lnTo>
                    <a:pt x="12330" y="13078"/>
                  </a:lnTo>
                  <a:lnTo>
                    <a:pt x="12270" y="13400"/>
                  </a:lnTo>
                  <a:lnTo>
                    <a:pt x="12209" y="13683"/>
                  </a:lnTo>
                  <a:lnTo>
                    <a:pt x="12128" y="13965"/>
                  </a:lnTo>
                  <a:lnTo>
                    <a:pt x="12007" y="14228"/>
                  </a:lnTo>
                  <a:lnTo>
                    <a:pt x="11886" y="14470"/>
                  </a:lnTo>
                  <a:lnTo>
                    <a:pt x="11745" y="14712"/>
                  </a:lnTo>
                  <a:lnTo>
                    <a:pt x="11563" y="14934"/>
                  </a:lnTo>
                  <a:lnTo>
                    <a:pt x="11382" y="15136"/>
                  </a:lnTo>
                  <a:lnTo>
                    <a:pt x="11160" y="15338"/>
                  </a:lnTo>
                  <a:lnTo>
                    <a:pt x="10938" y="15540"/>
                  </a:lnTo>
                  <a:lnTo>
                    <a:pt x="10675" y="15741"/>
                  </a:lnTo>
                  <a:lnTo>
                    <a:pt x="10373" y="15923"/>
                  </a:lnTo>
                  <a:lnTo>
                    <a:pt x="10070" y="16105"/>
                  </a:lnTo>
                  <a:lnTo>
                    <a:pt x="8980" y="16690"/>
                  </a:lnTo>
                  <a:lnTo>
                    <a:pt x="7911" y="17255"/>
                  </a:lnTo>
                  <a:lnTo>
                    <a:pt x="6397" y="18042"/>
                  </a:lnTo>
                  <a:lnTo>
                    <a:pt x="5651" y="18466"/>
                  </a:lnTo>
                  <a:lnTo>
                    <a:pt x="4924" y="18889"/>
                  </a:lnTo>
                  <a:lnTo>
                    <a:pt x="4218" y="19354"/>
                  </a:lnTo>
                  <a:lnTo>
                    <a:pt x="3552" y="19838"/>
                  </a:lnTo>
                  <a:lnTo>
                    <a:pt x="2967" y="20322"/>
                  </a:lnTo>
                  <a:lnTo>
                    <a:pt x="2422" y="20827"/>
                  </a:lnTo>
                  <a:lnTo>
                    <a:pt x="2180" y="21069"/>
                  </a:lnTo>
                  <a:lnTo>
                    <a:pt x="1937" y="21331"/>
                  </a:lnTo>
                  <a:lnTo>
                    <a:pt x="1715" y="21594"/>
                  </a:lnTo>
                  <a:lnTo>
                    <a:pt x="1514" y="21856"/>
                  </a:lnTo>
                  <a:lnTo>
                    <a:pt x="1312" y="22138"/>
                  </a:lnTo>
                  <a:lnTo>
                    <a:pt x="1130" y="22401"/>
                  </a:lnTo>
                  <a:lnTo>
                    <a:pt x="949" y="22683"/>
                  </a:lnTo>
                  <a:lnTo>
                    <a:pt x="807" y="22966"/>
                  </a:lnTo>
                  <a:lnTo>
                    <a:pt x="565" y="23450"/>
                  </a:lnTo>
                  <a:lnTo>
                    <a:pt x="363" y="23975"/>
                  </a:lnTo>
                  <a:lnTo>
                    <a:pt x="222" y="24499"/>
                  </a:lnTo>
                  <a:lnTo>
                    <a:pt x="101" y="25044"/>
                  </a:lnTo>
                  <a:lnTo>
                    <a:pt x="40" y="25589"/>
                  </a:lnTo>
                  <a:lnTo>
                    <a:pt x="0" y="26154"/>
                  </a:lnTo>
                  <a:lnTo>
                    <a:pt x="20" y="26719"/>
                  </a:lnTo>
                  <a:lnTo>
                    <a:pt x="81" y="27284"/>
                  </a:lnTo>
                  <a:lnTo>
                    <a:pt x="141" y="27567"/>
                  </a:lnTo>
                  <a:lnTo>
                    <a:pt x="202" y="27849"/>
                  </a:lnTo>
                  <a:lnTo>
                    <a:pt x="262" y="28112"/>
                  </a:lnTo>
                  <a:lnTo>
                    <a:pt x="363" y="28394"/>
                  </a:lnTo>
                  <a:lnTo>
                    <a:pt x="444" y="28657"/>
                  </a:lnTo>
                  <a:lnTo>
                    <a:pt x="545" y="28899"/>
                  </a:lnTo>
                  <a:lnTo>
                    <a:pt x="666" y="29161"/>
                  </a:lnTo>
                  <a:lnTo>
                    <a:pt x="787" y="29403"/>
                  </a:lnTo>
                  <a:lnTo>
                    <a:pt x="928" y="29625"/>
                  </a:lnTo>
                  <a:lnTo>
                    <a:pt x="1070" y="29847"/>
                  </a:lnTo>
                  <a:lnTo>
                    <a:pt x="1231" y="30069"/>
                  </a:lnTo>
                  <a:lnTo>
                    <a:pt x="1393" y="30271"/>
                  </a:lnTo>
                  <a:lnTo>
                    <a:pt x="1574" y="30473"/>
                  </a:lnTo>
                  <a:lnTo>
                    <a:pt x="1756" y="30654"/>
                  </a:lnTo>
                  <a:lnTo>
                    <a:pt x="1958" y="30836"/>
                  </a:lnTo>
                  <a:lnTo>
                    <a:pt x="2159" y="31018"/>
                  </a:lnTo>
                  <a:lnTo>
                    <a:pt x="2543" y="31300"/>
                  </a:lnTo>
                  <a:lnTo>
                    <a:pt x="2967" y="31542"/>
                  </a:lnTo>
                  <a:lnTo>
                    <a:pt x="3390" y="31744"/>
                  </a:lnTo>
                  <a:lnTo>
                    <a:pt x="3854" y="31926"/>
                  </a:lnTo>
                  <a:lnTo>
                    <a:pt x="4339" y="32067"/>
                  </a:lnTo>
                  <a:lnTo>
                    <a:pt x="4843" y="32168"/>
                  </a:lnTo>
                  <a:lnTo>
                    <a:pt x="5348" y="32228"/>
                  </a:lnTo>
                  <a:lnTo>
                    <a:pt x="5893" y="32249"/>
                  </a:lnTo>
                  <a:lnTo>
                    <a:pt x="5933" y="32249"/>
                  </a:lnTo>
                  <a:lnTo>
                    <a:pt x="6438" y="32228"/>
                  </a:lnTo>
                  <a:lnTo>
                    <a:pt x="6922" y="32188"/>
                  </a:lnTo>
                  <a:lnTo>
                    <a:pt x="7426" y="32107"/>
                  </a:lnTo>
                  <a:lnTo>
                    <a:pt x="7911" y="31986"/>
                  </a:lnTo>
                  <a:lnTo>
                    <a:pt x="8395" y="31845"/>
                  </a:lnTo>
                  <a:lnTo>
                    <a:pt x="8879" y="31663"/>
                  </a:lnTo>
                  <a:lnTo>
                    <a:pt x="9343" y="31462"/>
                  </a:lnTo>
                  <a:lnTo>
                    <a:pt x="9787" y="31219"/>
                  </a:lnTo>
                  <a:lnTo>
                    <a:pt x="10211" y="30977"/>
                  </a:lnTo>
                  <a:lnTo>
                    <a:pt x="10635" y="30695"/>
                  </a:lnTo>
                  <a:lnTo>
                    <a:pt x="11039" y="30392"/>
                  </a:lnTo>
                  <a:lnTo>
                    <a:pt x="11442" y="30089"/>
                  </a:lnTo>
                  <a:lnTo>
                    <a:pt x="12209" y="29444"/>
                  </a:lnTo>
                  <a:lnTo>
                    <a:pt x="12956" y="28778"/>
                  </a:lnTo>
                  <a:lnTo>
                    <a:pt x="13480" y="28314"/>
                  </a:lnTo>
                  <a:lnTo>
                    <a:pt x="14005" y="27849"/>
                  </a:lnTo>
                  <a:lnTo>
                    <a:pt x="14550" y="27405"/>
                  </a:lnTo>
                  <a:lnTo>
                    <a:pt x="15115" y="26961"/>
                  </a:lnTo>
                  <a:lnTo>
                    <a:pt x="15559" y="26659"/>
                  </a:lnTo>
                  <a:lnTo>
                    <a:pt x="16023" y="26356"/>
                  </a:lnTo>
                  <a:lnTo>
                    <a:pt x="16507" y="26074"/>
                  </a:lnTo>
                  <a:lnTo>
                    <a:pt x="16992" y="25811"/>
                  </a:lnTo>
                  <a:lnTo>
                    <a:pt x="17960" y="25307"/>
                  </a:lnTo>
                  <a:lnTo>
                    <a:pt x="18949" y="24822"/>
                  </a:lnTo>
                  <a:lnTo>
                    <a:pt x="19918" y="24338"/>
                  </a:lnTo>
                  <a:lnTo>
                    <a:pt x="20886" y="23834"/>
                  </a:lnTo>
                  <a:lnTo>
                    <a:pt x="21351" y="23571"/>
                  </a:lnTo>
                  <a:lnTo>
                    <a:pt x="21835" y="23309"/>
                  </a:lnTo>
                  <a:lnTo>
                    <a:pt x="22299" y="23006"/>
                  </a:lnTo>
                  <a:lnTo>
                    <a:pt x="22743" y="22703"/>
                  </a:lnTo>
                  <a:lnTo>
                    <a:pt x="23227" y="22340"/>
                  </a:lnTo>
                  <a:lnTo>
                    <a:pt x="23691" y="21957"/>
                  </a:lnTo>
                  <a:lnTo>
                    <a:pt x="24135" y="21553"/>
                  </a:lnTo>
                  <a:lnTo>
                    <a:pt x="24559" y="21129"/>
                  </a:lnTo>
                  <a:lnTo>
                    <a:pt x="24983" y="20685"/>
                  </a:lnTo>
                  <a:lnTo>
                    <a:pt x="25366" y="20221"/>
                  </a:lnTo>
                  <a:lnTo>
                    <a:pt x="25750" y="19737"/>
                  </a:lnTo>
                  <a:lnTo>
                    <a:pt x="26093" y="19232"/>
                  </a:lnTo>
                  <a:lnTo>
                    <a:pt x="26436" y="18728"/>
                  </a:lnTo>
                  <a:lnTo>
                    <a:pt x="26739" y="18183"/>
                  </a:lnTo>
                  <a:lnTo>
                    <a:pt x="27021" y="17638"/>
                  </a:lnTo>
                  <a:lnTo>
                    <a:pt x="27304" y="17093"/>
                  </a:lnTo>
                  <a:lnTo>
                    <a:pt x="27546" y="16528"/>
                  </a:lnTo>
                  <a:lnTo>
                    <a:pt x="27748" y="15943"/>
                  </a:lnTo>
                  <a:lnTo>
                    <a:pt x="27949" y="15358"/>
                  </a:lnTo>
                  <a:lnTo>
                    <a:pt x="28111" y="14752"/>
                  </a:lnTo>
                  <a:lnTo>
                    <a:pt x="28252" y="14167"/>
                  </a:lnTo>
                  <a:lnTo>
                    <a:pt x="28353" y="13582"/>
                  </a:lnTo>
                  <a:lnTo>
                    <a:pt x="28454" y="12977"/>
                  </a:lnTo>
                  <a:lnTo>
                    <a:pt x="28514" y="12391"/>
                  </a:lnTo>
                  <a:lnTo>
                    <a:pt x="28555" y="11786"/>
                  </a:lnTo>
                  <a:lnTo>
                    <a:pt x="28555" y="11181"/>
                  </a:lnTo>
                  <a:lnTo>
                    <a:pt x="28555" y="10555"/>
                  </a:lnTo>
                  <a:lnTo>
                    <a:pt x="28514" y="9950"/>
                  </a:lnTo>
                  <a:lnTo>
                    <a:pt x="28454" y="9344"/>
                  </a:lnTo>
                  <a:lnTo>
                    <a:pt x="28373" y="8739"/>
                  </a:lnTo>
                  <a:lnTo>
                    <a:pt x="28272" y="8133"/>
                  </a:lnTo>
                  <a:lnTo>
                    <a:pt x="28151" y="7528"/>
                  </a:lnTo>
                  <a:lnTo>
                    <a:pt x="27990" y="6923"/>
                  </a:lnTo>
                  <a:lnTo>
                    <a:pt x="27828" y="6337"/>
                  </a:lnTo>
                  <a:lnTo>
                    <a:pt x="27627" y="5752"/>
                  </a:lnTo>
                  <a:lnTo>
                    <a:pt x="27405" y="5167"/>
                  </a:lnTo>
                  <a:lnTo>
                    <a:pt x="27142" y="4541"/>
                  </a:lnTo>
                  <a:lnTo>
                    <a:pt x="26860" y="3976"/>
                  </a:lnTo>
                  <a:lnTo>
                    <a:pt x="26557" y="3452"/>
                  </a:lnTo>
                  <a:lnTo>
                    <a:pt x="26234" y="2947"/>
                  </a:lnTo>
                  <a:lnTo>
                    <a:pt x="25911" y="2503"/>
                  </a:lnTo>
                  <a:lnTo>
                    <a:pt x="25548" y="2100"/>
                  </a:lnTo>
                  <a:lnTo>
                    <a:pt x="25185" y="1716"/>
                  </a:lnTo>
                  <a:lnTo>
                    <a:pt x="24801" y="1393"/>
                  </a:lnTo>
                  <a:lnTo>
                    <a:pt x="24438" y="1111"/>
                  </a:lnTo>
                  <a:lnTo>
                    <a:pt x="24055" y="889"/>
                  </a:lnTo>
                  <a:lnTo>
                    <a:pt x="23651" y="667"/>
                  </a:lnTo>
                  <a:lnTo>
                    <a:pt x="23227" y="485"/>
                  </a:lnTo>
                  <a:lnTo>
                    <a:pt x="22783" y="344"/>
                  </a:lnTo>
                  <a:lnTo>
                    <a:pt x="22339" y="223"/>
                  </a:lnTo>
                  <a:lnTo>
                    <a:pt x="21895" y="122"/>
                  </a:lnTo>
                  <a:lnTo>
                    <a:pt x="21411" y="61"/>
                  </a:lnTo>
                  <a:lnTo>
                    <a:pt x="20947" y="21"/>
                  </a:lnTo>
                  <a:lnTo>
                    <a:pt x="204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7"/>
            <p:cNvSpPr/>
            <p:nvPr/>
          </p:nvSpPr>
          <p:spPr>
            <a:xfrm flipH="1">
              <a:off x="-3799077" y="-5170503"/>
              <a:ext cx="6754688" cy="4497143"/>
            </a:xfrm>
            <a:custGeom>
              <a:rect b="b" l="l" r="r" t="t"/>
              <a:pathLst>
                <a:path extrusionOk="0" h="80439" w="120819">
                  <a:moveTo>
                    <a:pt x="94887" y="81"/>
                  </a:moveTo>
                  <a:lnTo>
                    <a:pt x="96400" y="122"/>
                  </a:lnTo>
                  <a:lnTo>
                    <a:pt x="97914" y="182"/>
                  </a:lnTo>
                  <a:lnTo>
                    <a:pt x="99427" y="283"/>
                  </a:lnTo>
                  <a:lnTo>
                    <a:pt x="100941" y="424"/>
                  </a:lnTo>
                  <a:lnTo>
                    <a:pt x="102454" y="586"/>
                  </a:lnTo>
                  <a:lnTo>
                    <a:pt x="103968" y="788"/>
                  </a:lnTo>
                  <a:lnTo>
                    <a:pt x="105481" y="1030"/>
                  </a:lnTo>
                  <a:lnTo>
                    <a:pt x="106894" y="1272"/>
                  </a:lnTo>
                  <a:lnTo>
                    <a:pt x="107620" y="1413"/>
                  </a:lnTo>
                  <a:lnTo>
                    <a:pt x="108367" y="1595"/>
                  </a:lnTo>
                  <a:lnTo>
                    <a:pt x="109114" y="1777"/>
                  </a:lnTo>
                  <a:lnTo>
                    <a:pt x="109860" y="1998"/>
                  </a:lnTo>
                  <a:lnTo>
                    <a:pt x="110607" y="2241"/>
                  </a:lnTo>
                  <a:lnTo>
                    <a:pt x="111354" y="2503"/>
                  </a:lnTo>
                  <a:lnTo>
                    <a:pt x="112100" y="2806"/>
                  </a:lnTo>
                  <a:lnTo>
                    <a:pt x="112827" y="3129"/>
                  </a:lnTo>
                  <a:lnTo>
                    <a:pt x="113533" y="3492"/>
                  </a:lnTo>
                  <a:lnTo>
                    <a:pt x="114219" y="3895"/>
                  </a:lnTo>
                  <a:lnTo>
                    <a:pt x="114562" y="4117"/>
                  </a:lnTo>
                  <a:lnTo>
                    <a:pt x="114885" y="4339"/>
                  </a:lnTo>
                  <a:lnTo>
                    <a:pt x="115208" y="4582"/>
                  </a:lnTo>
                  <a:lnTo>
                    <a:pt x="115531" y="4824"/>
                  </a:lnTo>
                  <a:lnTo>
                    <a:pt x="115834" y="5086"/>
                  </a:lnTo>
                  <a:lnTo>
                    <a:pt x="116136" y="5369"/>
                  </a:lnTo>
                  <a:lnTo>
                    <a:pt x="116419" y="5651"/>
                  </a:lnTo>
                  <a:lnTo>
                    <a:pt x="116701" y="5934"/>
                  </a:lnTo>
                  <a:lnTo>
                    <a:pt x="117044" y="6317"/>
                  </a:lnTo>
                  <a:lnTo>
                    <a:pt x="117367" y="6721"/>
                  </a:lnTo>
                  <a:lnTo>
                    <a:pt x="117690" y="7165"/>
                  </a:lnTo>
                  <a:lnTo>
                    <a:pt x="118033" y="7669"/>
                  </a:lnTo>
                  <a:lnTo>
                    <a:pt x="118336" y="8194"/>
                  </a:lnTo>
                  <a:lnTo>
                    <a:pt x="118659" y="8799"/>
                  </a:lnTo>
                  <a:lnTo>
                    <a:pt x="118941" y="9445"/>
                  </a:lnTo>
                  <a:lnTo>
                    <a:pt x="119224" y="10171"/>
                  </a:lnTo>
                  <a:lnTo>
                    <a:pt x="119486" y="10958"/>
                  </a:lnTo>
                  <a:lnTo>
                    <a:pt x="119728" y="11826"/>
                  </a:lnTo>
                  <a:lnTo>
                    <a:pt x="119950" y="12795"/>
                  </a:lnTo>
                  <a:lnTo>
                    <a:pt x="120152" y="13824"/>
                  </a:lnTo>
                  <a:lnTo>
                    <a:pt x="120334" y="14974"/>
                  </a:lnTo>
                  <a:lnTo>
                    <a:pt x="120475" y="16205"/>
                  </a:lnTo>
                  <a:lnTo>
                    <a:pt x="120576" y="17557"/>
                  </a:lnTo>
                  <a:lnTo>
                    <a:pt x="120657" y="19010"/>
                  </a:lnTo>
                  <a:lnTo>
                    <a:pt x="120697" y="20241"/>
                  </a:lnTo>
                  <a:lnTo>
                    <a:pt x="120717" y="21472"/>
                  </a:lnTo>
                  <a:lnTo>
                    <a:pt x="120737" y="22683"/>
                  </a:lnTo>
                  <a:lnTo>
                    <a:pt x="120737" y="23914"/>
                  </a:lnTo>
                  <a:lnTo>
                    <a:pt x="120717" y="25145"/>
                  </a:lnTo>
                  <a:lnTo>
                    <a:pt x="120697" y="26376"/>
                  </a:lnTo>
                  <a:lnTo>
                    <a:pt x="120657" y="27607"/>
                  </a:lnTo>
                  <a:lnTo>
                    <a:pt x="120616" y="28838"/>
                  </a:lnTo>
                  <a:lnTo>
                    <a:pt x="120536" y="30049"/>
                  </a:lnTo>
                  <a:lnTo>
                    <a:pt x="120455" y="31280"/>
                  </a:lnTo>
                  <a:lnTo>
                    <a:pt x="120374" y="32511"/>
                  </a:lnTo>
                  <a:lnTo>
                    <a:pt x="120253" y="33722"/>
                  </a:lnTo>
                  <a:lnTo>
                    <a:pt x="120152" y="34953"/>
                  </a:lnTo>
                  <a:lnTo>
                    <a:pt x="120011" y="36163"/>
                  </a:lnTo>
                  <a:lnTo>
                    <a:pt x="119870" y="37394"/>
                  </a:lnTo>
                  <a:lnTo>
                    <a:pt x="119708" y="38605"/>
                  </a:lnTo>
                  <a:lnTo>
                    <a:pt x="119567" y="39533"/>
                  </a:lnTo>
                  <a:lnTo>
                    <a:pt x="119405" y="40462"/>
                  </a:lnTo>
                  <a:lnTo>
                    <a:pt x="119224" y="41390"/>
                  </a:lnTo>
                  <a:lnTo>
                    <a:pt x="119103" y="41834"/>
                  </a:lnTo>
                  <a:lnTo>
                    <a:pt x="118982" y="42278"/>
                  </a:lnTo>
                  <a:lnTo>
                    <a:pt x="118820" y="42722"/>
                  </a:lnTo>
                  <a:lnTo>
                    <a:pt x="118659" y="43166"/>
                  </a:lnTo>
                  <a:lnTo>
                    <a:pt x="118497" y="43590"/>
                  </a:lnTo>
                  <a:lnTo>
                    <a:pt x="118296" y="43993"/>
                  </a:lnTo>
                  <a:lnTo>
                    <a:pt x="118074" y="44397"/>
                  </a:lnTo>
                  <a:lnTo>
                    <a:pt x="117831" y="44800"/>
                  </a:lnTo>
                  <a:lnTo>
                    <a:pt x="117549" y="45164"/>
                  </a:lnTo>
                  <a:lnTo>
                    <a:pt x="117266" y="45527"/>
                  </a:lnTo>
                  <a:lnTo>
                    <a:pt x="117105" y="45709"/>
                  </a:lnTo>
                  <a:lnTo>
                    <a:pt x="116943" y="45870"/>
                  </a:lnTo>
                  <a:lnTo>
                    <a:pt x="116782" y="45991"/>
                  </a:lnTo>
                  <a:lnTo>
                    <a:pt x="116621" y="46112"/>
                  </a:lnTo>
                  <a:lnTo>
                    <a:pt x="116459" y="46193"/>
                  </a:lnTo>
                  <a:lnTo>
                    <a:pt x="116298" y="46253"/>
                  </a:lnTo>
                  <a:lnTo>
                    <a:pt x="116136" y="46294"/>
                  </a:lnTo>
                  <a:lnTo>
                    <a:pt x="115975" y="46314"/>
                  </a:lnTo>
                  <a:lnTo>
                    <a:pt x="115813" y="46314"/>
                  </a:lnTo>
                  <a:lnTo>
                    <a:pt x="115632" y="46294"/>
                  </a:lnTo>
                  <a:lnTo>
                    <a:pt x="115490" y="46253"/>
                  </a:lnTo>
                  <a:lnTo>
                    <a:pt x="115349" y="46193"/>
                  </a:lnTo>
                  <a:lnTo>
                    <a:pt x="115228" y="46092"/>
                  </a:lnTo>
                  <a:lnTo>
                    <a:pt x="115107" y="45991"/>
                  </a:lnTo>
                  <a:lnTo>
                    <a:pt x="115006" y="45890"/>
                  </a:lnTo>
                  <a:lnTo>
                    <a:pt x="114905" y="45749"/>
                  </a:lnTo>
                  <a:lnTo>
                    <a:pt x="114724" y="45446"/>
                  </a:lnTo>
                  <a:lnTo>
                    <a:pt x="114562" y="45103"/>
                  </a:lnTo>
                  <a:lnTo>
                    <a:pt x="114441" y="44740"/>
                  </a:lnTo>
                  <a:lnTo>
                    <a:pt x="114300" y="44336"/>
                  </a:lnTo>
                  <a:lnTo>
                    <a:pt x="114360" y="44316"/>
                  </a:lnTo>
                  <a:lnTo>
                    <a:pt x="114199" y="43751"/>
                  </a:lnTo>
                  <a:lnTo>
                    <a:pt x="114017" y="43186"/>
                  </a:lnTo>
                  <a:lnTo>
                    <a:pt x="113816" y="42641"/>
                  </a:lnTo>
                  <a:lnTo>
                    <a:pt x="113594" y="42096"/>
                  </a:lnTo>
                  <a:lnTo>
                    <a:pt x="113331" y="41551"/>
                  </a:lnTo>
                  <a:lnTo>
                    <a:pt x="113049" y="41027"/>
                  </a:lnTo>
                  <a:lnTo>
                    <a:pt x="112746" y="40522"/>
                  </a:lnTo>
                  <a:lnTo>
                    <a:pt x="112403" y="40018"/>
                  </a:lnTo>
                  <a:lnTo>
                    <a:pt x="112040" y="39533"/>
                  </a:lnTo>
                  <a:lnTo>
                    <a:pt x="111656" y="39049"/>
                  </a:lnTo>
                  <a:lnTo>
                    <a:pt x="111253" y="38605"/>
                  </a:lnTo>
                  <a:lnTo>
                    <a:pt x="110829" y="38161"/>
                  </a:lnTo>
                  <a:lnTo>
                    <a:pt x="110365" y="37717"/>
                  </a:lnTo>
                  <a:lnTo>
                    <a:pt x="109901" y="37314"/>
                  </a:lnTo>
                  <a:lnTo>
                    <a:pt x="109396" y="36910"/>
                  </a:lnTo>
                  <a:lnTo>
                    <a:pt x="108892" y="36547"/>
                  </a:lnTo>
                  <a:lnTo>
                    <a:pt x="108367" y="36184"/>
                  </a:lnTo>
                  <a:lnTo>
                    <a:pt x="107822" y="35861"/>
                  </a:lnTo>
                  <a:lnTo>
                    <a:pt x="107277" y="35558"/>
                  </a:lnTo>
                  <a:lnTo>
                    <a:pt x="106712" y="35275"/>
                  </a:lnTo>
                  <a:lnTo>
                    <a:pt x="106147" y="35033"/>
                  </a:lnTo>
                  <a:lnTo>
                    <a:pt x="105582" y="34811"/>
                  </a:lnTo>
                  <a:lnTo>
                    <a:pt x="104997" y="34610"/>
                  </a:lnTo>
                  <a:lnTo>
                    <a:pt x="104412" y="34428"/>
                  </a:lnTo>
                  <a:lnTo>
                    <a:pt x="103826" y="34287"/>
                  </a:lnTo>
                  <a:lnTo>
                    <a:pt x="103241" y="34166"/>
                  </a:lnTo>
                  <a:lnTo>
                    <a:pt x="102636" y="34065"/>
                  </a:lnTo>
                  <a:lnTo>
                    <a:pt x="102051" y="34004"/>
                  </a:lnTo>
                  <a:lnTo>
                    <a:pt x="101445" y="33964"/>
                  </a:lnTo>
                  <a:lnTo>
                    <a:pt x="100860" y="33944"/>
                  </a:lnTo>
                  <a:lnTo>
                    <a:pt x="100255" y="33964"/>
                  </a:lnTo>
                  <a:lnTo>
                    <a:pt x="99669" y="34004"/>
                  </a:lnTo>
                  <a:lnTo>
                    <a:pt x="99084" y="34085"/>
                  </a:lnTo>
                  <a:lnTo>
                    <a:pt x="98499" y="34166"/>
                  </a:lnTo>
                  <a:lnTo>
                    <a:pt x="97914" y="34307"/>
                  </a:lnTo>
                  <a:lnTo>
                    <a:pt x="97349" y="34448"/>
                  </a:lnTo>
                  <a:lnTo>
                    <a:pt x="96763" y="34630"/>
                  </a:lnTo>
                  <a:lnTo>
                    <a:pt x="96198" y="34831"/>
                  </a:lnTo>
                  <a:lnTo>
                    <a:pt x="95654" y="35053"/>
                  </a:lnTo>
                  <a:lnTo>
                    <a:pt x="95109" y="35296"/>
                  </a:lnTo>
                  <a:lnTo>
                    <a:pt x="94564" y="35578"/>
                  </a:lnTo>
                  <a:lnTo>
                    <a:pt x="94019" y="35861"/>
                  </a:lnTo>
                  <a:lnTo>
                    <a:pt x="93494" y="36184"/>
                  </a:lnTo>
                  <a:lnTo>
                    <a:pt x="92990" y="36527"/>
                  </a:lnTo>
                  <a:lnTo>
                    <a:pt x="92485" y="36910"/>
                  </a:lnTo>
                  <a:lnTo>
                    <a:pt x="92001" y="37293"/>
                  </a:lnTo>
                  <a:lnTo>
                    <a:pt x="91517" y="37697"/>
                  </a:lnTo>
                  <a:lnTo>
                    <a:pt x="91052" y="38141"/>
                  </a:lnTo>
                  <a:lnTo>
                    <a:pt x="90609" y="38585"/>
                  </a:lnTo>
                  <a:lnTo>
                    <a:pt x="90185" y="39049"/>
                  </a:lnTo>
                  <a:lnTo>
                    <a:pt x="89781" y="39513"/>
                  </a:lnTo>
                  <a:lnTo>
                    <a:pt x="89398" y="40018"/>
                  </a:lnTo>
                  <a:lnTo>
                    <a:pt x="89055" y="40502"/>
                  </a:lnTo>
                  <a:lnTo>
                    <a:pt x="88712" y="41027"/>
                  </a:lnTo>
                  <a:lnTo>
                    <a:pt x="88389" y="41551"/>
                  </a:lnTo>
                  <a:lnTo>
                    <a:pt x="88086" y="42076"/>
                  </a:lnTo>
                  <a:lnTo>
                    <a:pt x="87824" y="42621"/>
                  </a:lnTo>
                  <a:lnTo>
                    <a:pt x="87561" y="43186"/>
                  </a:lnTo>
                  <a:lnTo>
                    <a:pt x="87339" y="43751"/>
                  </a:lnTo>
                  <a:lnTo>
                    <a:pt x="87138" y="44316"/>
                  </a:lnTo>
                  <a:lnTo>
                    <a:pt x="86956" y="44881"/>
                  </a:lnTo>
                  <a:lnTo>
                    <a:pt x="86815" y="45466"/>
                  </a:lnTo>
                  <a:lnTo>
                    <a:pt x="86673" y="46052"/>
                  </a:lnTo>
                  <a:lnTo>
                    <a:pt x="86573" y="46637"/>
                  </a:lnTo>
                  <a:lnTo>
                    <a:pt x="86492" y="47283"/>
                  </a:lnTo>
                  <a:lnTo>
                    <a:pt x="86411" y="47928"/>
                  </a:lnTo>
                  <a:lnTo>
                    <a:pt x="86290" y="49240"/>
                  </a:lnTo>
                  <a:lnTo>
                    <a:pt x="86209" y="50330"/>
                  </a:lnTo>
                  <a:lnTo>
                    <a:pt x="86088" y="51399"/>
                  </a:lnTo>
                  <a:lnTo>
                    <a:pt x="86007" y="51924"/>
                  </a:lnTo>
                  <a:lnTo>
                    <a:pt x="85927" y="52449"/>
                  </a:lnTo>
                  <a:lnTo>
                    <a:pt x="85806" y="52973"/>
                  </a:lnTo>
                  <a:lnTo>
                    <a:pt x="85685" y="53458"/>
                  </a:lnTo>
                  <a:lnTo>
                    <a:pt x="85543" y="53962"/>
                  </a:lnTo>
                  <a:lnTo>
                    <a:pt x="85362" y="54426"/>
                  </a:lnTo>
                  <a:lnTo>
                    <a:pt x="85160" y="54870"/>
                  </a:lnTo>
                  <a:lnTo>
                    <a:pt x="84918" y="55314"/>
                  </a:lnTo>
                  <a:lnTo>
                    <a:pt x="84655" y="55718"/>
                  </a:lnTo>
                  <a:lnTo>
                    <a:pt x="84353" y="56101"/>
                  </a:lnTo>
                  <a:lnTo>
                    <a:pt x="84171" y="56303"/>
                  </a:lnTo>
                  <a:lnTo>
                    <a:pt x="84010" y="56465"/>
                  </a:lnTo>
                  <a:lnTo>
                    <a:pt x="83808" y="56646"/>
                  </a:lnTo>
                  <a:lnTo>
                    <a:pt x="83606" y="56808"/>
                  </a:lnTo>
                  <a:lnTo>
                    <a:pt x="83344" y="56989"/>
                  </a:lnTo>
                  <a:lnTo>
                    <a:pt x="83041" y="57191"/>
                  </a:lnTo>
                  <a:lnTo>
                    <a:pt x="82658" y="57393"/>
                  </a:lnTo>
                  <a:lnTo>
                    <a:pt x="82173" y="57595"/>
                  </a:lnTo>
                  <a:lnTo>
                    <a:pt x="81628" y="57776"/>
                  </a:lnTo>
                  <a:lnTo>
                    <a:pt x="81326" y="57877"/>
                  </a:lnTo>
                  <a:lnTo>
                    <a:pt x="80983" y="57958"/>
                  </a:lnTo>
                  <a:lnTo>
                    <a:pt x="80599" y="58018"/>
                  </a:lnTo>
                  <a:lnTo>
                    <a:pt x="80216" y="58099"/>
                  </a:lnTo>
                  <a:lnTo>
                    <a:pt x="79792" y="58160"/>
                  </a:lnTo>
                  <a:lnTo>
                    <a:pt x="79328" y="58200"/>
                  </a:lnTo>
                  <a:lnTo>
                    <a:pt x="78642" y="58261"/>
                  </a:lnTo>
                  <a:lnTo>
                    <a:pt x="77935" y="58281"/>
                  </a:lnTo>
                  <a:lnTo>
                    <a:pt x="77249" y="58301"/>
                  </a:lnTo>
                  <a:lnTo>
                    <a:pt x="76543" y="58301"/>
                  </a:lnTo>
                  <a:lnTo>
                    <a:pt x="75837" y="58281"/>
                  </a:lnTo>
                  <a:lnTo>
                    <a:pt x="75151" y="58240"/>
                  </a:lnTo>
                  <a:lnTo>
                    <a:pt x="74444" y="58180"/>
                  </a:lnTo>
                  <a:lnTo>
                    <a:pt x="73758" y="58119"/>
                  </a:lnTo>
                  <a:lnTo>
                    <a:pt x="72366" y="57958"/>
                  </a:lnTo>
                  <a:lnTo>
                    <a:pt x="70994" y="57776"/>
                  </a:lnTo>
                  <a:lnTo>
                    <a:pt x="69601" y="57574"/>
                  </a:lnTo>
                  <a:lnTo>
                    <a:pt x="68249" y="57352"/>
                  </a:lnTo>
                  <a:lnTo>
                    <a:pt x="66937" y="57151"/>
                  </a:lnTo>
                  <a:lnTo>
                    <a:pt x="65605" y="56949"/>
                  </a:lnTo>
                  <a:lnTo>
                    <a:pt x="64294" y="56767"/>
                  </a:lnTo>
                  <a:lnTo>
                    <a:pt x="62962" y="56606"/>
                  </a:lnTo>
                  <a:lnTo>
                    <a:pt x="61771" y="56505"/>
                  </a:lnTo>
                  <a:lnTo>
                    <a:pt x="60581" y="56424"/>
                  </a:lnTo>
                  <a:lnTo>
                    <a:pt x="59390" y="56384"/>
                  </a:lnTo>
                  <a:lnTo>
                    <a:pt x="58179" y="56364"/>
                  </a:lnTo>
                  <a:lnTo>
                    <a:pt x="56968" y="56384"/>
                  </a:lnTo>
                  <a:lnTo>
                    <a:pt x="55778" y="56444"/>
                  </a:lnTo>
                  <a:lnTo>
                    <a:pt x="54567" y="56525"/>
                  </a:lnTo>
                  <a:lnTo>
                    <a:pt x="53356" y="56646"/>
                  </a:lnTo>
                  <a:lnTo>
                    <a:pt x="52145" y="56787"/>
                  </a:lnTo>
                  <a:lnTo>
                    <a:pt x="50935" y="56949"/>
                  </a:lnTo>
                  <a:lnTo>
                    <a:pt x="49744" y="57151"/>
                  </a:lnTo>
                  <a:lnTo>
                    <a:pt x="48553" y="57393"/>
                  </a:lnTo>
                  <a:lnTo>
                    <a:pt x="47343" y="57655"/>
                  </a:lnTo>
                  <a:lnTo>
                    <a:pt x="46172" y="57958"/>
                  </a:lnTo>
                  <a:lnTo>
                    <a:pt x="44981" y="58281"/>
                  </a:lnTo>
                  <a:lnTo>
                    <a:pt x="43811" y="58644"/>
                  </a:lnTo>
                  <a:lnTo>
                    <a:pt x="42661" y="59027"/>
                  </a:lnTo>
                  <a:lnTo>
                    <a:pt x="41510" y="59451"/>
                  </a:lnTo>
                  <a:lnTo>
                    <a:pt x="40380" y="59895"/>
                  </a:lnTo>
                  <a:lnTo>
                    <a:pt x="39250" y="60359"/>
                  </a:lnTo>
                  <a:lnTo>
                    <a:pt x="38140" y="60864"/>
                  </a:lnTo>
                  <a:lnTo>
                    <a:pt x="37031" y="61409"/>
                  </a:lnTo>
                  <a:lnTo>
                    <a:pt x="35961" y="61954"/>
                  </a:lnTo>
                  <a:lnTo>
                    <a:pt x="34891" y="62539"/>
                  </a:lnTo>
                  <a:lnTo>
                    <a:pt x="33842" y="63144"/>
                  </a:lnTo>
                  <a:lnTo>
                    <a:pt x="32813" y="63790"/>
                  </a:lnTo>
                  <a:lnTo>
                    <a:pt x="31784" y="64436"/>
                  </a:lnTo>
                  <a:lnTo>
                    <a:pt x="30795" y="65122"/>
                  </a:lnTo>
                  <a:lnTo>
                    <a:pt x="29826" y="65828"/>
                  </a:lnTo>
                  <a:lnTo>
                    <a:pt x="28878" y="66555"/>
                  </a:lnTo>
                  <a:lnTo>
                    <a:pt x="27950" y="67321"/>
                  </a:lnTo>
                  <a:lnTo>
                    <a:pt x="27041" y="68088"/>
                  </a:lnTo>
                  <a:lnTo>
                    <a:pt x="26113" y="68916"/>
                  </a:lnTo>
                  <a:lnTo>
                    <a:pt x="25205" y="69763"/>
                  </a:lnTo>
                  <a:lnTo>
                    <a:pt x="23429" y="71499"/>
                  </a:lnTo>
                  <a:lnTo>
                    <a:pt x="22279" y="72609"/>
                  </a:lnTo>
                  <a:lnTo>
                    <a:pt x="21129" y="73719"/>
                  </a:lnTo>
                  <a:lnTo>
                    <a:pt x="19938" y="74788"/>
                  </a:lnTo>
                  <a:lnTo>
                    <a:pt x="19333" y="75313"/>
                  </a:lnTo>
                  <a:lnTo>
                    <a:pt x="18707" y="75837"/>
                  </a:lnTo>
                  <a:lnTo>
                    <a:pt x="18081" y="76342"/>
                  </a:lnTo>
                  <a:lnTo>
                    <a:pt x="17456" y="76826"/>
                  </a:lnTo>
                  <a:lnTo>
                    <a:pt x="16810" y="77290"/>
                  </a:lnTo>
                  <a:lnTo>
                    <a:pt x="16144" y="77734"/>
                  </a:lnTo>
                  <a:lnTo>
                    <a:pt x="15458" y="78158"/>
                  </a:lnTo>
                  <a:lnTo>
                    <a:pt x="14772" y="78542"/>
                  </a:lnTo>
                  <a:lnTo>
                    <a:pt x="14066" y="78925"/>
                  </a:lnTo>
                  <a:lnTo>
                    <a:pt x="13339" y="79268"/>
                  </a:lnTo>
                  <a:lnTo>
                    <a:pt x="12915" y="79450"/>
                  </a:lnTo>
                  <a:lnTo>
                    <a:pt x="12492" y="79611"/>
                  </a:lnTo>
                  <a:lnTo>
                    <a:pt x="12048" y="79752"/>
                  </a:lnTo>
                  <a:lnTo>
                    <a:pt x="11604" y="79894"/>
                  </a:lnTo>
                  <a:lnTo>
                    <a:pt x="11160" y="79995"/>
                  </a:lnTo>
                  <a:lnTo>
                    <a:pt x="10716" y="80095"/>
                  </a:lnTo>
                  <a:lnTo>
                    <a:pt x="10252" y="80196"/>
                  </a:lnTo>
                  <a:lnTo>
                    <a:pt x="9787" y="80257"/>
                  </a:lnTo>
                  <a:lnTo>
                    <a:pt x="9344" y="80297"/>
                  </a:lnTo>
                  <a:lnTo>
                    <a:pt x="8879" y="80338"/>
                  </a:lnTo>
                  <a:lnTo>
                    <a:pt x="8415" y="80358"/>
                  </a:lnTo>
                  <a:lnTo>
                    <a:pt x="7951" y="80358"/>
                  </a:lnTo>
                  <a:lnTo>
                    <a:pt x="7507" y="80338"/>
                  </a:lnTo>
                  <a:lnTo>
                    <a:pt x="7063" y="80317"/>
                  </a:lnTo>
                  <a:lnTo>
                    <a:pt x="6619" y="80257"/>
                  </a:lnTo>
                  <a:lnTo>
                    <a:pt x="6175" y="80196"/>
                  </a:lnTo>
                  <a:lnTo>
                    <a:pt x="5691" y="80095"/>
                  </a:lnTo>
                  <a:lnTo>
                    <a:pt x="5247" y="79974"/>
                  </a:lnTo>
                  <a:lnTo>
                    <a:pt x="4803" y="79853"/>
                  </a:lnTo>
                  <a:lnTo>
                    <a:pt x="4379" y="79692"/>
                  </a:lnTo>
                  <a:lnTo>
                    <a:pt x="3955" y="79510"/>
                  </a:lnTo>
                  <a:lnTo>
                    <a:pt x="3572" y="79329"/>
                  </a:lnTo>
                  <a:lnTo>
                    <a:pt x="3189" y="79107"/>
                  </a:lnTo>
                  <a:lnTo>
                    <a:pt x="2846" y="78885"/>
                  </a:lnTo>
                  <a:lnTo>
                    <a:pt x="2502" y="78642"/>
                  </a:lnTo>
                  <a:lnTo>
                    <a:pt x="2180" y="78380"/>
                  </a:lnTo>
                  <a:lnTo>
                    <a:pt x="1897" y="78098"/>
                  </a:lnTo>
                  <a:lnTo>
                    <a:pt x="1615" y="77795"/>
                  </a:lnTo>
                  <a:lnTo>
                    <a:pt x="1352" y="77472"/>
                  </a:lnTo>
                  <a:lnTo>
                    <a:pt x="1130" y="77149"/>
                  </a:lnTo>
                  <a:lnTo>
                    <a:pt x="908" y="76806"/>
                  </a:lnTo>
                  <a:lnTo>
                    <a:pt x="727" y="76443"/>
                  </a:lnTo>
                  <a:lnTo>
                    <a:pt x="585" y="76180"/>
                  </a:lnTo>
                  <a:lnTo>
                    <a:pt x="484" y="75898"/>
                  </a:lnTo>
                  <a:lnTo>
                    <a:pt x="384" y="75636"/>
                  </a:lnTo>
                  <a:lnTo>
                    <a:pt x="303" y="75353"/>
                  </a:lnTo>
                  <a:lnTo>
                    <a:pt x="242" y="75050"/>
                  </a:lnTo>
                  <a:lnTo>
                    <a:pt x="182" y="74768"/>
                  </a:lnTo>
                  <a:lnTo>
                    <a:pt x="141" y="74465"/>
                  </a:lnTo>
                  <a:lnTo>
                    <a:pt x="101" y="74162"/>
                  </a:lnTo>
                  <a:lnTo>
                    <a:pt x="81" y="73860"/>
                  </a:lnTo>
                  <a:lnTo>
                    <a:pt x="81" y="73557"/>
                  </a:lnTo>
                  <a:lnTo>
                    <a:pt x="101" y="73254"/>
                  </a:lnTo>
                  <a:lnTo>
                    <a:pt x="121" y="72952"/>
                  </a:lnTo>
                  <a:lnTo>
                    <a:pt x="162" y="72629"/>
                  </a:lnTo>
                  <a:lnTo>
                    <a:pt x="202" y="72306"/>
                  </a:lnTo>
                  <a:lnTo>
                    <a:pt x="262" y="71983"/>
                  </a:lnTo>
                  <a:lnTo>
                    <a:pt x="343" y="71680"/>
                  </a:lnTo>
                  <a:lnTo>
                    <a:pt x="525" y="71075"/>
                  </a:lnTo>
                  <a:lnTo>
                    <a:pt x="727" y="70490"/>
                  </a:lnTo>
                  <a:lnTo>
                    <a:pt x="989" y="69925"/>
                  </a:lnTo>
                  <a:lnTo>
                    <a:pt x="1292" y="69380"/>
                  </a:lnTo>
                  <a:lnTo>
                    <a:pt x="1615" y="68835"/>
                  </a:lnTo>
                  <a:lnTo>
                    <a:pt x="1998" y="68330"/>
                  </a:lnTo>
                  <a:lnTo>
                    <a:pt x="2381" y="67846"/>
                  </a:lnTo>
                  <a:lnTo>
                    <a:pt x="2825" y="67382"/>
                  </a:lnTo>
                  <a:lnTo>
                    <a:pt x="3209" y="67019"/>
                  </a:lnTo>
                  <a:lnTo>
                    <a:pt x="3612" y="66676"/>
                  </a:lnTo>
                  <a:lnTo>
                    <a:pt x="4036" y="66353"/>
                  </a:lnTo>
                  <a:lnTo>
                    <a:pt x="4500" y="66030"/>
                  </a:lnTo>
                  <a:lnTo>
                    <a:pt x="4964" y="65727"/>
                  </a:lnTo>
                  <a:lnTo>
                    <a:pt x="5449" y="65445"/>
                  </a:lnTo>
                  <a:lnTo>
                    <a:pt x="5973" y="65162"/>
                  </a:lnTo>
                  <a:lnTo>
                    <a:pt x="6518" y="64900"/>
                  </a:lnTo>
                  <a:lnTo>
                    <a:pt x="7063" y="64658"/>
                  </a:lnTo>
                  <a:lnTo>
                    <a:pt x="7669" y="64415"/>
                  </a:lnTo>
                  <a:lnTo>
                    <a:pt x="8274" y="64194"/>
                  </a:lnTo>
                  <a:lnTo>
                    <a:pt x="8920" y="63992"/>
                  </a:lnTo>
                  <a:lnTo>
                    <a:pt x="9586" y="63790"/>
                  </a:lnTo>
                  <a:lnTo>
                    <a:pt x="10272" y="63608"/>
                  </a:lnTo>
                  <a:lnTo>
                    <a:pt x="10978" y="63427"/>
                  </a:lnTo>
                  <a:lnTo>
                    <a:pt x="11745" y="63265"/>
                  </a:lnTo>
                  <a:lnTo>
                    <a:pt x="12673" y="63084"/>
                  </a:lnTo>
                  <a:lnTo>
                    <a:pt x="13460" y="62942"/>
                  </a:lnTo>
                  <a:lnTo>
                    <a:pt x="14227" y="62781"/>
                  </a:lnTo>
                  <a:lnTo>
                    <a:pt x="15014" y="62579"/>
                  </a:lnTo>
                  <a:lnTo>
                    <a:pt x="15761" y="62377"/>
                  </a:lnTo>
                  <a:lnTo>
                    <a:pt x="16144" y="62256"/>
                  </a:lnTo>
                  <a:lnTo>
                    <a:pt x="16507" y="62115"/>
                  </a:lnTo>
                  <a:lnTo>
                    <a:pt x="16871" y="61974"/>
                  </a:lnTo>
                  <a:lnTo>
                    <a:pt x="17234" y="61812"/>
                  </a:lnTo>
                  <a:lnTo>
                    <a:pt x="17577" y="61631"/>
                  </a:lnTo>
                  <a:lnTo>
                    <a:pt x="17920" y="61429"/>
                  </a:lnTo>
                  <a:lnTo>
                    <a:pt x="18243" y="61227"/>
                  </a:lnTo>
                  <a:lnTo>
                    <a:pt x="18566" y="61005"/>
                  </a:lnTo>
                  <a:lnTo>
                    <a:pt x="18909" y="60723"/>
                  </a:lnTo>
                  <a:lnTo>
                    <a:pt x="19232" y="60420"/>
                  </a:lnTo>
                  <a:lnTo>
                    <a:pt x="19534" y="60097"/>
                  </a:lnTo>
                  <a:lnTo>
                    <a:pt x="19817" y="59754"/>
                  </a:lnTo>
                  <a:lnTo>
                    <a:pt x="20099" y="59391"/>
                  </a:lnTo>
                  <a:lnTo>
                    <a:pt x="20362" y="59007"/>
                  </a:lnTo>
                  <a:lnTo>
                    <a:pt x="20604" y="58604"/>
                  </a:lnTo>
                  <a:lnTo>
                    <a:pt x="20826" y="58160"/>
                  </a:lnTo>
                  <a:lnTo>
                    <a:pt x="21028" y="57716"/>
                  </a:lnTo>
                  <a:lnTo>
                    <a:pt x="21230" y="57252"/>
                  </a:lnTo>
                  <a:lnTo>
                    <a:pt x="21391" y="56767"/>
                  </a:lnTo>
                  <a:lnTo>
                    <a:pt x="21552" y="56263"/>
                  </a:lnTo>
                  <a:lnTo>
                    <a:pt x="21694" y="55738"/>
                  </a:lnTo>
                  <a:lnTo>
                    <a:pt x="21795" y="55213"/>
                  </a:lnTo>
                  <a:lnTo>
                    <a:pt x="21895" y="54648"/>
                  </a:lnTo>
                  <a:lnTo>
                    <a:pt x="21976" y="54083"/>
                  </a:lnTo>
                  <a:lnTo>
                    <a:pt x="22037" y="53478"/>
                  </a:lnTo>
                  <a:lnTo>
                    <a:pt x="22077" y="52872"/>
                  </a:lnTo>
                  <a:lnTo>
                    <a:pt x="22097" y="52267"/>
                  </a:lnTo>
                  <a:lnTo>
                    <a:pt x="22117" y="51662"/>
                  </a:lnTo>
                  <a:lnTo>
                    <a:pt x="22097" y="51056"/>
                  </a:lnTo>
                  <a:lnTo>
                    <a:pt x="22077" y="50451"/>
                  </a:lnTo>
                  <a:lnTo>
                    <a:pt x="21996" y="49240"/>
                  </a:lnTo>
                  <a:lnTo>
                    <a:pt x="21875" y="48029"/>
                  </a:lnTo>
                  <a:lnTo>
                    <a:pt x="21734" y="46818"/>
                  </a:lnTo>
                  <a:lnTo>
                    <a:pt x="21552" y="45608"/>
                  </a:lnTo>
                  <a:lnTo>
                    <a:pt x="21371" y="44417"/>
                  </a:lnTo>
                  <a:lnTo>
                    <a:pt x="21068" y="42359"/>
                  </a:lnTo>
                  <a:lnTo>
                    <a:pt x="20927" y="41309"/>
                  </a:lnTo>
                  <a:lnTo>
                    <a:pt x="20806" y="40280"/>
                  </a:lnTo>
                  <a:lnTo>
                    <a:pt x="20745" y="39493"/>
                  </a:lnTo>
                  <a:lnTo>
                    <a:pt x="20685" y="38706"/>
                  </a:lnTo>
                  <a:lnTo>
                    <a:pt x="20665" y="37879"/>
                  </a:lnTo>
                  <a:lnTo>
                    <a:pt x="20665" y="37031"/>
                  </a:lnTo>
                  <a:lnTo>
                    <a:pt x="20685" y="36184"/>
                  </a:lnTo>
                  <a:lnTo>
                    <a:pt x="20765" y="35316"/>
                  </a:lnTo>
                  <a:lnTo>
                    <a:pt x="20866" y="34448"/>
                  </a:lnTo>
                  <a:lnTo>
                    <a:pt x="21008" y="33560"/>
                  </a:lnTo>
                  <a:lnTo>
                    <a:pt x="21088" y="33136"/>
                  </a:lnTo>
                  <a:lnTo>
                    <a:pt x="21189" y="32713"/>
                  </a:lnTo>
                  <a:lnTo>
                    <a:pt x="21290" y="32269"/>
                  </a:lnTo>
                  <a:lnTo>
                    <a:pt x="21431" y="31845"/>
                  </a:lnTo>
                  <a:lnTo>
                    <a:pt x="21552" y="31441"/>
                  </a:lnTo>
                  <a:lnTo>
                    <a:pt x="21714" y="31017"/>
                  </a:lnTo>
                  <a:lnTo>
                    <a:pt x="21875" y="30614"/>
                  </a:lnTo>
                  <a:lnTo>
                    <a:pt x="22057" y="30210"/>
                  </a:lnTo>
                  <a:lnTo>
                    <a:pt x="22259" y="29807"/>
                  </a:lnTo>
                  <a:lnTo>
                    <a:pt x="22461" y="29423"/>
                  </a:lnTo>
                  <a:lnTo>
                    <a:pt x="22703" y="29040"/>
                  </a:lnTo>
                  <a:lnTo>
                    <a:pt x="22945" y="28677"/>
                  </a:lnTo>
                  <a:lnTo>
                    <a:pt x="23207" y="28313"/>
                  </a:lnTo>
                  <a:lnTo>
                    <a:pt x="23470" y="27950"/>
                  </a:lnTo>
                  <a:lnTo>
                    <a:pt x="23772" y="27607"/>
                  </a:lnTo>
                  <a:lnTo>
                    <a:pt x="24095" y="27284"/>
                  </a:lnTo>
                  <a:lnTo>
                    <a:pt x="24458" y="26921"/>
                  </a:lnTo>
                  <a:lnTo>
                    <a:pt x="24862" y="26578"/>
                  </a:lnTo>
                  <a:lnTo>
                    <a:pt x="25266" y="26275"/>
                  </a:lnTo>
                  <a:lnTo>
                    <a:pt x="25710" y="25972"/>
                  </a:lnTo>
                  <a:lnTo>
                    <a:pt x="26153" y="25690"/>
                  </a:lnTo>
                  <a:lnTo>
                    <a:pt x="26597" y="25448"/>
                  </a:lnTo>
                  <a:lnTo>
                    <a:pt x="27082" y="25226"/>
                  </a:lnTo>
                  <a:lnTo>
                    <a:pt x="27586" y="25004"/>
                  </a:lnTo>
                  <a:lnTo>
                    <a:pt x="28091" y="24822"/>
                  </a:lnTo>
                  <a:lnTo>
                    <a:pt x="28615" y="24661"/>
                  </a:lnTo>
                  <a:lnTo>
                    <a:pt x="29160" y="24519"/>
                  </a:lnTo>
                  <a:lnTo>
                    <a:pt x="29705" y="24398"/>
                  </a:lnTo>
                  <a:lnTo>
                    <a:pt x="30290" y="24297"/>
                  </a:lnTo>
                  <a:lnTo>
                    <a:pt x="30876" y="24217"/>
                  </a:lnTo>
                  <a:lnTo>
                    <a:pt x="31481" y="24176"/>
                  </a:lnTo>
                  <a:lnTo>
                    <a:pt x="32086" y="24136"/>
                  </a:lnTo>
                  <a:lnTo>
                    <a:pt x="33297" y="24136"/>
                  </a:lnTo>
                  <a:lnTo>
                    <a:pt x="33903" y="24176"/>
                  </a:lnTo>
                  <a:lnTo>
                    <a:pt x="34508" y="24217"/>
                  </a:lnTo>
                  <a:lnTo>
                    <a:pt x="35113" y="24277"/>
                  </a:lnTo>
                  <a:lnTo>
                    <a:pt x="35699" y="24358"/>
                  </a:lnTo>
                  <a:lnTo>
                    <a:pt x="36264" y="24459"/>
                  </a:lnTo>
                  <a:lnTo>
                    <a:pt x="36829" y="24580"/>
                  </a:lnTo>
                  <a:lnTo>
                    <a:pt x="37394" y="24681"/>
                  </a:lnTo>
                  <a:lnTo>
                    <a:pt x="38443" y="24943"/>
                  </a:lnTo>
                  <a:lnTo>
                    <a:pt x="39412" y="25246"/>
                  </a:lnTo>
                  <a:lnTo>
                    <a:pt x="40320" y="25549"/>
                  </a:lnTo>
                  <a:lnTo>
                    <a:pt x="41147" y="25851"/>
                  </a:lnTo>
                  <a:lnTo>
                    <a:pt x="41874" y="26134"/>
                  </a:lnTo>
                  <a:lnTo>
                    <a:pt x="42600" y="26437"/>
                  </a:lnTo>
                  <a:lnTo>
                    <a:pt x="43327" y="26759"/>
                  </a:lnTo>
                  <a:lnTo>
                    <a:pt x="44033" y="27082"/>
                  </a:lnTo>
                  <a:lnTo>
                    <a:pt x="45466" y="27768"/>
                  </a:lnTo>
                  <a:lnTo>
                    <a:pt x="46878" y="28495"/>
                  </a:lnTo>
                  <a:lnTo>
                    <a:pt x="48271" y="29242"/>
                  </a:lnTo>
                  <a:lnTo>
                    <a:pt x="49643" y="30008"/>
                  </a:lnTo>
                  <a:lnTo>
                    <a:pt x="52367" y="31542"/>
                  </a:lnTo>
                  <a:lnTo>
                    <a:pt x="54486" y="32753"/>
                  </a:lnTo>
                  <a:lnTo>
                    <a:pt x="56646" y="33944"/>
                  </a:lnTo>
                  <a:lnTo>
                    <a:pt x="57735" y="34529"/>
                  </a:lnTo>
                  <a:lnTo>
                    <a:pt x="58825" y="35094"/>
                  </a:lnTo>
                  <a:lnTo>
                    <a:pt x="59935" y="35639"/>
                  </a:lnTo>
                  <a:lnTo>
                    <a:pt x="61045" y="36163"/>
                  </a:lnTo>
                  <a:lnTo>
                    <a:pt x="61953" y="36547"/>
                  </a:lnTo>
                  <a:lnTo>
                    <a:pt x="62821" y="36890"/>
                  </a:lnTo>
                  <a:lnTo>
                    <a:pt x="63668" y="37193"/>
                  </a:lnTo>
                  <a:lnTo>
                    <a:pt x="64496" y="37435"/>
                  </a:lnTo>
                  <a:lnTo>
                    <a:pt x="65283" y="37637"/>
                  </a:lnTo>
                  <a:lnTo>
                    <a:pt x="66049" y="37798"/>
                  </a:lnTo>
                  <a:lnTo>
                    <a:pt x="66816" y="37899"/>
                  </a:lnTo>
                  <a:lnTo>
                    <a:pt x="67523" y="37959"/>
                  </a:lnTo>
                  <a:lnTo>
                    <a:pt x="68229" y="37980"/>
                  </a:lnTo>
                  <a:lnTo>
                    <a:pt x="68552" y="37959"/>
                  </a:lnTo>
                  <a:lnTo>
                    <a:pt x="68895" y="37939"/>
                  </a:lnTo>
                  <a:lnTo>
                    <a:pt x="69218" y="37899"/>
                  </a:lnTo>
                  <a:lnTo>
                    <a:pt x="69541" y="37859"/>
                  </a:lnTo>
                  <a:lnTo>
                    <a:pt x="69843" y="37798"/>
                  </a:lnTo>
                  <a:lnTo>
                    <a:pt x="70166" y="37737"/>
                  </a:lnTo>
                  <a:lnTo>
                    <a:pt x="70449" y="37657"/>
                  </a:lnTo>
                  <a:lnTo>
                    <a:pt x="70751" y="37556"/>
                  </a:lnTo>
                  <a:lnTo>
                    <a:pt x="71034" y="37455"/>
                  </a:lnTo>
                  <a:lnTo>
                    <a:pt x="71316" y="37334"/>
                  </a:lnTo>
                  <a:lnTo>
                    <a:pt x="71579" y="37193"/>
                  </a:lnTo>
                  <a:lnTo>
                    <a:pt x="71861" y="37051"/>
                  </a:lnTo>
                  <a:lnTo>
                    <a:pt x="72103" y="36890"/>
                  </a:lnTo>
                  <a:lnTo>
                    <a:pt x="72366" y="36728"/>
                  </a:lnTo>
                  <a:lnTo>
                    <a:pt x="72628" y="36547"/>
                  </a:lnTo>
                  <a:lnTo>
                    <a:pt x="72870" y="36345"/>
                  </a:lnTo>
                  <a:lnTo>
                    <a:pt x="73112" y="36143"/>
                  </a:lnTo>
                  <a:lnTo>
                    <a:pt x="73355" y="35921"/>
                  </a:lnTo>
                  <a:lnTo>
                    <a:pt x="73577" y="35679"/>
                  </a:lnTo>
                  <a:lnTo>
                    <a:pt x="73778" y="35437"/>
                  </a:lnTo>
                  <a:lnTo>
                    <a:pt x="74000" y="35195"/>
                  </a:lnTo>
                  <a:lnTo>
                    <a:pt x="74182" y="34912"/>
                  </a:lnTo>
                  <a:lnTo>
                    <a:pt x="74384" y="34650"/>
                  </a:lnTo>
                  <a:lnTo>
                    <a:pt x="74565" y="34347"/>
                  </a:lnTo>
                  <a:lnTo>
                    <a:pt x="74727" y="34065"/>
                  </a:lnTo>
                  <a:lnTo>
                    <a:pt x="74888" y="33742"/>
                  </a:lnTo>
                  <a:lnTo>
                    <a:pt x="75050" y="33419"/>
                  </a:lnTo>
                  <a:lnTo>
                    <a:pt x="75191" y="33096"/>
                  </a:lnTo>
                  <a:lnTo>
                    <a:pt x="75312" y="32753"/>
                  </a:lnTo>
                  <a:lnTo>
                    <a:pt x="75433" y="32410"/>
                  </a:lnTo>
                  <a:lnTo>
                    <a:pt x="75635" y="31784"/>
                  </a:lnTo>
                  <a:lnTo>
                    <a:pt x="75796" y="31139"/>
                  </a:lnTo>
                  <a:lnTo>
                    <a:pt x="75917" y="30473"/>
                  </a:lnTo>
                  <a:lnTo>
                    <a:pt x="76018" y="29786"/>
                  </a:lnTo>
                  <a:lnTo>
                    <a:pt x="76099" y="29080"/>
                  </a:lnTo>
                  <a:lnTo>
                    <a:pt x="76139" y="28374"/>
                  </a:lnTo>
                  <a:lnTo>
                    <a:pt x="76139" y="27627"/>
                  </a:lnTo>
                  <a:lnTo>
                    <a:pt x="76119" y="26901"/>
                  </a:lnTo>
                  <a:lnTo>
                    <a:pt x="76059" y="25791"/>
                  </a:lnTo>
                  <a:lnTo>
                    <a:pt x="75998" y="24721"/>
                  </a:lnTo>
                  <a:lnTo>
                    <a:pt x="75837" y="22703"/>
                  </a:lnTo>
                  <a:lnTo>
                    <a:pt x="75655" y="20786"/>
                  </a:lnTo>
                  <a:lnTo>
                    <a:pt x="75453" y="18950"/>
                  </a:lnTo>
                  <a:lnTo>
                    <a:pt x="75252" y="16932"/>
                  </a:lnTo>
                  <a:lnTo>
                    <a:pt x="75050" y="14833"/>
                  </a:lnTo>
                  <a:lnTo>
                    <a:pt x="74929" y="13642"/>
                  </a:lnTo>
                  <a:lnTo>
                    <a:pt x="74787" y="12452"/>
                  </a:lnTo>
                  <a:lnTo>
                    <a:pt x="74606" y="11140"/>
                  </a:lnTo>
                  <a:lnTo>
                    <a:pt x="74545" y="10494"/>
                  </a:lnTo>
                  <a:lnTo>
                    <a:pt x="74485" y="9849"/>
                  </a:lnTo>
                  <a:lnTo>
                    <a:pt x="74444" y="9203"/>
                  </a:lnTo>
                  <a:lnTo>
                    <a:pt x="74424" y="8577"/>
                  </a:lnTo>
                  <a:lnTo>
                    <a:pt x="74424" y="7952"/>
                  </a:lnTo>
                  <a:lnTo>
                    <a:pt x="74464" y="7346"/>
                  </a:lnTo>
                  <a:lnTo>
                    <a:pt x="74525" y="6741"/>
                  </a:lnTo>
                  <a:lnTo>
                    <a:pt x="74646" y="6176"/>
                  </a:lnTo>
                  <a:lnTo>
                    <a:pt x="74707" y="5893"/>
                  </a:lnTo>
                  <a:lnTo>
                    <a:pt x="74787" y="5611"/>
                  </a:lnTo>
                  <a:lnTo>
                    <a:pt x="74888" y="5348"/>
                  </a:lnTo>
                  <a:lnTo>
                    <a:pt x="74989" y="5066"/>
                  </a:lnTo>
                  <a:lnTo>
                    <a:pt x="75110" y="4824"/>
                  </a:lnTo>
                  <a:lnTo>
                    <a:pt x="75231" y="4561"/>
                  </a:lnTo>
                  <a:lnTo>
                    <a:pt x="75393" y="4319"/>
                  </a:lnTo>
                  <a:lnTo>
                    <a:pt x="75554" y="4077"/>
                  </a:lnTo>
                  <a:lnTo>
                    <a:pt x="75716" y="3835"/>
                  </a:lnTo>
                  <a:lnTo>
                    <a:pt x="75917" y="3613"/>
                  </a:lnTo>
                  <a:lnTo>
                    <a:pt x="76119" y="3391"/>
                  </a:lnTo>
                  <a:lnTo>
                    <a:pt x="76341" y="3189"/>
                  </a:lnTo>
                  <a:lnTo>
                    <a:pt x="76604" y="2967"/>
                  </a:lnTo>
                  <a:lnTo>
                    <a:pt x="76886" y="2765"/>
                  </a:lnTo>
                  <a:lnTo>
                    <a:pt x="77169" y="2584"/>
                  </a:lnTo>
                  <a:lnTo>
                    <a:pt x="77471" y="2422"/>
                  </a:lnTo>
                  <a:lnTo>
                    <a:pt x="77754" y="2261"/>
                  </a:lnTo>
                  <a:lnTo>
                    <a:pt x="78077" y="2120"/>
                  </a:lnTo>
                  <a:lnTo>
                    <a:pt x="78379" y="1998"/>
                  </a:lnTo>
                  <a:lnTo>
                    <a:pt x="78702" y="1877"/>
                  </a:lnTo>
                  <a:lnTo>
                    <a:pt x="79348" y="1676"/>
                  </a:lnTo>
                  <a:lnTo>
                    <a:pt x="80014" y="1514"/>
                  </a:lnTo>
                  <a:lnTo>
                    <a:pt x="80660" y="1373"/>
                  </a:lnTo>
                  <a:lnTo>
                    <a:pt x="81306" y="1232"/>
                  </a:lnTo>
                  <a:lnTo>
                    <a:pt x="82799" y="989"/>
                  </a:lnTo>
                  <a:lnTo>
                    <a:pt x="84312" y="747"/>
                  </a:lnTo>
                  <a:lnTo>
                    <a:pt x="85826" y="566"/>
                  </a:lnTo>
                  <a:lnTo>
                    <a:pt x="87319" y="404"/>
                  </a:lnTo>
                  <a:lnTo>
                    <a:pt x="88833" y="283"/>
                  </a:lnTo>
                  <a:lnTo>
                    <a:pt x="90346" y="182"/>
                  </a:lnTo>
                  <a:lnTo>
                    <a:pt x="91860" y="122"/>
                  </a:lnTo>
                  <a:lnTo>
                    <a:pt x="93373" y="81"/>
                  </a:lnTo>
                  <a:close/>
                  <a:moveTo>
                    <a:pt x="93373" y="1"/>
                  </a:moveTo>
                  <a:lnTo>
                    <a:pt x="91860" y="41"/>
                  </a:lnTo>
                  <a:lnTo>
                    <a:pt x="90346" y="102"/>
                  </a:lnTo>
                  <a:lnTo>
                    <a:pt x="88833" y="202"/>
                  </a:lnTo>
                  <a:lnTo>
                    <a:pt x="87319" y="324"/>
                  </a:lnTo>
                  <a:lnTo>
                    <a:pt x="85806" y="485"/>
                  </a:lnTo>
                  <a:lnTo>
                    <a:pt x="84292" y="667"/>
                  </a:lnTo>
                  <a:lnTo>
                    <a:pt x="82799" y="909"/>
                  </a:lnTo>
                  <a:lnTo>
                    <a:pt x="81285" y="1171"/>
                  </a:lnTo>
                  <a:lnTo>
                    <a:pt x="80640" y="1292"/>
                  </a:lnTo>
                  <a:lnTo>
                    <a:pt x="79994" y="1433"/>
                  </a:lnTo>
                  <a:lnTo>
                    <a:pt x="79328" y="1595"/>
                  </a:lnTo>
                  <a:lnTo>
                    <a:pt x="78682" y="1797"/>
                  </a:lnTo>
                  <a:lnTo>
                    <a:pt x="78359" y="1918"/>
                  </a:lnTo>
                  <a:lnTo>
                    <a:pt x="78036" y="2059"/>
                  </a:lnTo>
                  <a:lnTo>
                    <a:pt x="77734" y="2200"/>
                  </a:lnTo>
                  <a:lnTo>
                    <a:pt x="77411" y="2342"/>
                  </a:lnTo>
                  <a:lnTo>
                    <a:pt x="77128" y="2523"/>
                  </a:lnTo>
                  <a:lnTo>
                    <a:pt x="76846" y="2705"/>
                  </a:lnTo>
                  <a:lnTo>
                    <a:pt x="76563" y="2907"/>
                  </a:lnTo>
                  <a:lnTo>
                    <a:pt x="76301" y="3129"/>
                  </a:lnTo>
                  <a:lnTo>
                    <a:pt x="76059" y="3330"/>
                  </a:lnTo>
                  <a:lnTo>
                    <a:pt x="75857" y="3552"/>
                  </a:lnTo>
                  <a:lnTo>
                    <a:pt x="75655" y="3795"/>
                  </a:lnTo>
                  <a:lnTo>
                    <a:pt x="75473" y="4017"/>
                  </a:lnTo>
                  <a:lnTo>
                    <a:pt x="75312" y="4259"/>
                  </a:lnTo>
                  <a:lnTo>
                    <a:pt x="75171" y="4521"/>
                  </a:lnTo>
                  <a:lnTo>
                    <a:pt x="75030" y="4763"/>
                  </a:lnTo>
                  <a:lnTo>
                    <a:pt x="74908" y="5026"/>
                  </a:lnTo>
                  <a:lnTo>
                    <a:pt x="74808" y="5308"/>
                  </a:lnTo>
                  <a:lnTo>
                    <a:pt x="74707" y="5570"/>
                  </a:lnTo>
                  <a:lnTo>
                    <a:pt x="74626" y="5853"/>
                  </a:lnTo>
                  <a:lnTo>
                    <a:pt x="74565" y="6135"/>
                  </a:lnTo>
                  <a:lnTo>
                    <a:pt x="74444" y="6721"/>
                  </a:lnTo>
                  <a:lnTo>
                    <a:pt x="74384" y="7326"/>
                  </a:lnTo>
                  <a:lnTo>
                    <a:pt x="74343" y="7931"/>
                  </a:lnTo>
                  <a:lnTo>
                    <a:pt x="74343" y="8557"/>
                  </a:lnTo>
                  <a:lnTo>
                    <a:pt x="74364" y="9203"/>
                  </a:lnTo>
                  <a:lnTo>
                    <a:pt x="74404" y="9849"/>
                  </a:lnTo>
                  <a:lnTo>
                    <a:pt x="74464" y="10494"/>
                  </a:lnTo>
                  <a:lnTo>
                    <a:pt x="74525" y="11160"/>
                  </a:lnTo>
                  <a:lnTo>
                    <a:pt x="74707" y="12472"/>
                  </a:lnTo>
                  <a:lnTo>
                    <a:pt x="74848" y="13663"/>
                  </a:lnTo>
                  <a:lnTo>
                    <a:pt x="74969" y="14833"/>
                  </a:lnTo>
                  <a:lnTo>
                    <a:pt x="75171" y="16932"/>
                  </a:lnTo>
                  <a:lnTo>
                    <a:pt x="75373" y="18950"/>
                  </a:lnTo>
                  <a:lnTo>
                    <a:pt x="75574" y="20806"/>
                  </a:lnTo>
                  <a:lnTo>
                    <a:pt x="75756" y="22703"/>
                  </a:lnTo>
                  <a:lnTo>
                    <a:pt x="75917" y="24741"/>
                  </a:lnTo>
                  <a:lnTo>
                    <a:pt x="75978" y="25791"/>
                  </a:lnTo>
                  <a:lnTo>
                    <a:pt x="76039" y="26901"/>
                  </a:lnTo>
                  <a:lnTo>
                    <a:pt x="76059" y="27627"/>
                  </a:lnTo>
                  <a:lnTo>
                    <a:pt x="76059" y="28354"/>
                  </a:lnTo>
                  <a:lnTo>
                    <a:pt x="76018" y="29080"/>
                  </a:lnTo>
                  <a:lnTo>
                    <a:pt x="75938" y="29766"/>
                  </a:lnTo>
                  <a:lnTo>
                    <a:pt x="75837" y="30452"/>
                  </a:lnTo>
                  <a:lnTo>
                    <a:pt x="75716" y="31118"/>
                  </a:lnTo>
                  <a:lnTo>
                    <a:pt x="75554" y="31764"/>
                  </a:lnTo>
                  <a:lnTo>
                    <a:pt x="75373" y="32370"/>
                  </a:lnTo>
                  <a:lnTo>
                    <a:pt x="75252" y="32733"/>
                  </a:lnTo>
                  <a:lnTo>
                    <a:pt x="75110" y="33056"/>
                  </a:lnTo>
                  <a:lnTo>
                    <a:pt x="74969" y="33399"/>
                  </a:lnTo>
                  <a:lnTo>
                    <a:pt x="74808" y="33701"/>
                  </a:lnTo>
                  <a:lnTo>
                    <a:pt x="74666" y="34024"/>
                  </a:lnTo>
                  <a:lnTo>
                    <a:pt x="74485" y="34307"/>
                  </a:lnTo>
                  <a:lnTo>
                    <a:pt x="74303" y="34589"/>
                  </a:lnTo>
                  <a:lnTo>
                    <a:pt x="74121" y="34872"/>
                  </a:lnTo>
                  <a:lnTo>
                    <a:pt x="73920" y="35134"/>
                  </a:lnTo>
                  <a:lnTo>
                    <a:pt x="73718" y="35397"/>
                  </a:lnTo>
                  <a:lnTo>
                    <a:pt x="73516" y="35639"/>
                  </a:lnTo>
                  <a:lnTo>
                    <a:pt x="73294" y="35861"/>
                  </a:lnTo>
                  <a:lnTo>
                    <a:pt x="73052" y="36083"/>
                  </a:lnTo>
                  <a:lnTo>
                    <a:pt x="72830" y="36284"/>
                  </a:lnTo>
                  <a:lnTo>
                    <a:pt x="72568" y="36486"/>
                  </a:lnTo>
                  <a:lnTo>
                    <a:pt x="72325" y="36668"/>
                  </a:lnTo>
                  <a:lnTo>
                    <a:pt x="72063" y="36829"/>
                  </a:lnTo>
                  <a:lnTo>
                    <a:pt x="71821" y="36991"/>
                  </a:lnTo>
                  <a:lnTo>
                    <a:pt x="71538" y="37132"/>
                  </a:lnTo>
                  <a:lnTo>
                    <a:pt x="71276" y="37253"/>
                  </a:lnTo>
                  <a:lnTo>
                    <a:pt x="70994" y="37374"/>
                  </a:lnTo>
                  <a:lnTo>
                    <a:pt x="70711" y="37475"/>
                  </a:lnTo>
                  <a:lnTo>
                    <a:pt x="70428" y="37576"/>
                  </a:lnTo>
                  <a:lnTo>
                    <a:pt x="70126" y="37657"/>
                  </a:lnTo>
                  <a:lnTo>
                    <a:pt x="69823" y="37717"/>
                  </a:lnTo>
                  <a:lnTo>
                    <a:pt x="69520" y="37778"/>
                  </a:lnTo>
                  <a:lnTo>
                    <a:pt x="69197" y="37838"/>
                  </a:lnTo>
                  <a:lnTo>
                    <a:pt x="68875" y="37859"/>
                  </a:lnTo>
                  <a:lnTo>
                    <a:pt x="68209" y="37899"/>
                  </a:lnTo>
                  <a:lnTo>
                    <a:pt x="67523" y="37879"/>
                  </a:lnTo>
                  <a:lnTo>
                    <a:pt x="66796" y="37818"/>
                  </a:lnTo>
                  <a:lnTo>
                    <a:pt x="66070" y="37717"/>
                  </a:lnTo>
                  <a:lnTo>
                    <a:pt x="65303" y="37556"/>
                  </a:lnTo>
                  <a:lnTo>
                    <a:pt x="64496" y="37354"/>
                  </a:lnTo>
                  <a:lnTo>
                    <a:pt x="63688" y="37112"/>
                  </a:lnTo>
                  <a:lnTo>
                    <a:pt x="62841" y="36829"/>
                  </a:lnTo>
                  <a:lnTo>
                    <a:pt x="61973" y="36486"/>
                  </a:lnTo>
                  <a:lnTo>
                    <a:pt x="61085" y="36083"/>
                  </a:lnTo>
                  <a:lnTo>
                    <a:pt x="59975" y="35558"/>
                  </a:lnTo>
                  <a:lnTo>
                    <a:pt x="58865" y="35013"/>
                  </a:lnTo>
                  <a:lnTo>
                    <a:pt x="57776" y="34448"/>
                  </a:lnTo>
                  <a:lnTo>
                    <a:pt x="56686" y="33863"/>
                  </a:lnTo>
                  <a:lnTo>
                    <a:pt x="54527" y="32672"/>
                  </a:lnTo>
                  <a:lnTo>
                    <a:pt x="52408" y="31461"/>
                  </a:lnTo>
                  <a:lnTo>
                    <a:pt x="49683" y="29928"/>
                  </a:lnTo>
                  <a:lnTo>
                    <a:pt x="48311" y="29161"/>
                  </a:lnTo>
                  <a:lnTo>
                    <a:pt x="46919" y="28414"/>
                  </a:lnTo>
                  <a:lnTo>
                    <a:pt x="45506" y="27708"/>
                  </a:lnTo>
                  <a:lnTo>
                    <a:pt x="44073" y="27022"/>
                  </a:lnTo>
                  <a:lnTo>
                    <a:pt x="43347" y="26679"/>
                  </a:lnTo>
                  <a:lnTo>
                    <a:pt x="42641" y="26376"/>
                  </a:lnTo>
                  <a:lnTo>
                    <a:pt x="41894" y="26053"/>
                  </a:lnTo>
                  <a:lnTo>
                    <a:pt x="41167" y="25771"/>
                  </a:lnTo>
                  <a:lnTo>
                    <a:pt x="40300" y="25448"/>
                  </a:lnTo>
                  <a:lnTo>
                    <a:pt x="39331" y="25125"/>
                  </a:lnTo>
                  <a:lnTo>
                    <a:pt x="38282" y="24822"/>
                  </a:lnTo>
                  <a:lnTo>
                    <a:pt x="37717" y="24681"/>
                  </a:lnTo>
                  <a:lnTo>
                    <a:pt x="37152" y="24560"/>
                  </a:lnTo>
                  <a:lnTo>
                    <a:pt x="36566" y="24439"/>
                  </a:lnTo>
                  <a:lnTo>
                    <a:pt x="35961" y="24318"/>
                  </a:lnTo>
                  <a:lnTo>
                    <a:pt x="35335" y="24237"/>
                  </a:lnTo>
                  <a:lnTo>
                    <a:pt x="34710" y="24156"/>
                  </a:lnTo>
                  <a:lnTo>
                    <a:pt x="34064" y="24096"/>
                  </a:lnTo>
                  <a:lnTo>
                    <a:pt x="33418" y="24055"/>
                  </a:lnTo>
                  <a:lnTo>
                    <a:pt x="32086" y="24055"/>
                  </a:lnTo>
                  <a:lnTo>
                    <a:pt x="31461" y="24096"/>
                  </a:lnTo>
                  <a:lnTo>
                    <a:pt x="30855" y="24136"/>
                  </a:lnTo>
                  <a:lnTo>
                    <a:pt x="30270" y="24217"/>
                  </a:lnTo>
                  <a:lnTo>
                    <a:pt x="29685" y="24318"/>
                  </a:lnTo>
                  <a:lnTo>
                    <a:pt x="29140" y="24439"/>
                  </a:lnTo>
                  <a:lnTo>
                    <a:pt x="28595" y="24580"/>
                  </a:lnTo>
                  <a:lnTo>
                    <a:pt x="28050" y="24741"/>
                  </a:lnTo>
                  <a:lnTo>
                    <a:pt x="27546" y="24943"/>
                  </a:lnTo>
                  <a:lnTo>
                    <a:pt x="27041" y="25145"/>
                  </a:lnTo>
                  <a:lnTo>
                    <a:pt x="26577" y="25367"/>
                  </a:lnTo>
                  <a:lnTo>
                    <a:pt x="26113" y="25629"/>
                  </a:lnTo>
                  <a:lnTo>
                    <a:pt x="25649" y="25912"/>
                  </a:lnTo>
                  <a:lnTo>
                    <a:pt x="25225" y="26194"/>
                  </a:lnTo>
                  <a:lnTo>
                    <a:pt x="24801" y="26517"/>
                  </a:lnTo>
                  <a:lnTo>
                    <a:pt x="24418" y="26860"/>
                  </a:lnTo>
                  <a:lnTo>
                    <a:pt x="24035" y="27224"/>
                  </a:lnTo>
                  <a:lnTo>
                    <a:pt x="23712" y="27546"/>
                  </a:lnTo>
                  <a:lnTo>
                    <a:pt x="23409" y="27890"/>
                  </a:lnTo>
                  <a:lnTo>
                    <a:pt x="23147" y="28253"/>
                  </a:lnTo>
                  <a:lnTo>
                    <a:pt x="22884" y="28616"/>
                  </a:lnTo>
                  <a:lnTo>
                    <a:pt x="22622" y="28999"/>
                  </a:lnTo>
                  <a:lnTo>
                    <a:pt x="22400" y="29383"/>
                  </a:lnTo>
                  <a:lnTo>
                    <a:pt x="22178" y="29766"/>
                  </a:lnTo>
                  <a:lnTo>
                    <a:pt x="21996" y="30170"/>
                  </a:lnTo>
                  <a:lnTo>
                    <a:pt x="21815" y="30573"/>
                  </a:lnTo>
                  <a:lnTo>
                    <a:pt x="21633" y="30977"/>
                  </a:lnTo>
                  <a:lnTo>
                    <a:pt x="21492" y="31401"/>
                  </a:lnTo>
                  <a:lnTo>
                    <a:pt x="21351" y="31825"/>
                  </a:lnTo>
                  <a:lnTo>
                    <a:pt x="21230" y="32248"/>
                  </a:lnTo>
                  <a:lnTo>
                    <a:pt x="21108" y="32672"/>
                  </a:lnTo>
                  <a:lnTo>
                    <a:pt x="21008" y="33116"/>
                  </a:lnTo>
                  <a:lnTo>
                    <a:pt x="20927" y="33540"/>
                  </a:lnTo>
                  <a:lnTo>
                    <a:pt x="20786" y="34428"/>
                  </a:lnTo>
                  <a:lnTo>
                    <a:pt x="20685" y="35296"/>
                  </a:lnTo>
                  <a:lnTo>
                    <a:pt x="20604" y="36163"/>
                  </a:lnTo>
                  <a:lnTo>
                    <a:pt x="20584" y="37031"/>
                  </a:lnTo>
                  <a:lnTo>
                    <a:pt x="20584" y="37879"/>
                  </a:lnTo>
                  <a:lnTo>
                    <a:pt x="20604" y="38706"/>
                  </a:lnTo>
                  <a:lnTo>
                    <a:pt x="20665" y="39513"/>
                  </a:lnTo>
                  <a:lnTo>
                    <a:pt x="20725" y="40280"/>
                  </a:lnTo>
                  <a:lnTo>
                    <a:pt x="20846" y="41329"/>
                  </a:lnTo>
                  <a:lnTo>
                    <a:pt x="20987" y="42359"/>
                  </a:lnTo>
                  <a:lnTo>
                    <a:pt x="21290" y="44437"/>
                  </a:lnTo>
                  <a:lnTo>
                    <a:pt x="21472" y="45628"/>
                  </a:lnTo>
                  <a:lnTo>
                    <a:pt x="21653" y="46818"/>
                  </a:lnTo>
                  <a:lnTo>
                    <a:pt x="21795" y="48029"/>
                  </a:lnTo>
                  <a:lnTo>
                    <a:pt x="21916" y="49240"/>
                  </a:lnTo>
                  <a:lnTo>
                    <a:pt x="21996" y="50451"/>
                  </a:lnTo>
                  <a:lnTo>
                    <a:pt x="22017" y="51056"/>
                  </a:lnTo>
                  <a:lnTo>
                    <a:pt x="22037" y="51662"/>
                  </a:lnTo>
                  <a:lnTo>
                    <a:pt x="22017" y="52267"/>
                  </a:lnTo>
                  <a:lnTo>
                    <a:pt x="21996" y="52872"/>
                  </a:lnTo>
                  <a:lnTo>
                    <a:pt x="21956" y="53478"/>
                  </a:lnTo>
                  <a:lnTo>
                    <a:pt x="21895" y="54083"/>
                  </a:lnTo>
                  <a:lnTo>
                    <a:pt x="21815" y="54648"/>
                  </a:lnTo>
                  <a:lnTo>
                    <a:pt x="21734" y="55193"/>
                  </a:lnTo>
                  <a:lnTo>
                    <a:pt x="21613" y="55718"/>
                  </a:lnTo>
                  <a:lnTo>
                    <a:pt x="21472" y="56243"/>
                  </a:lnTo>
                  <a:lnTo>
                    <a:pt x="21330" y="56727"/>
                  </a:lnTo>
                  <a:lnTo>
                    <a:pt x="21149" y="57211"/>
                  </a:lnTo>
                  <a:lnTo>
                    <a:pt x="20967" y="57675"/>
                  </a:lnTo>
                  <a:lnTo>
                    <a:pt x="20745" y="58119"/>
                  </a:lnTo>
                  <a:lnTo>
                    <a:pt x="20523" y="58543"/>
                  </a:lnTo>
                  <a:lnTo>
                    <a:pt x="20281" y="58967"/>
                  </a:lnTo>
                  <a:lnTo>
                    <a:pt x="20039" y="59350"/>
                  </a:lnTo>
                  <a:lnTo>
                    <a:pt x="19756" y="59714"/>
                  </a:lnTo>
                  <a:lnTo>
                    <a:pt x="19474" y="60057"/>
                  </a:lnTo>
                  <a:lnTo>
                    <a:pt x="19171" y="60359"/>
                  </a:lnTo>
                  <a:lnTo>
                    <a:pt x="18848" y="60662"/>
                  </a:lnTo>
                  <a:lnTo>
                    <a:pt x="18505" y="60945"/>
                  </a:lnTo>
                  <a:lnTo>
                    <a:pt x="18203" y="61167"/>
                  </a:lnTo>
                  <a:lnTo>
                    <a:pt x="17880" y="61368"/>
                  </a:lnTo>
                  <a:lnTo>
                    <a:pt x="17537" y="61570"/>
                  </a:lnTo>
                  <a:lnTo>
                    <a:pt x="17194" y="61732"/>
                  </a:lnTo>
                  <a:lnTo>
                    <a:pt x="16830" y="61893"/>
                  </a:lnTo>
                  <a:lnTo>
                    <a:pt x="16467" y="62034"/>
                  </a:lnTo>
                  <a:lnTo>
                    <a:pt x="16104" y="62176"/>
                  </a:lnTo>
                  <a:lnTo>
                    <a:pt x="15741" y="62297"/>
                  </a:lnTo>
                  <a:lnTo>
                    <a:pt x="14974" y="62519"/>
                  </a:lnTo>
                  <a:lnTo>
                    <a:pt x="14207" y="62700"/>
                  </a:lnTo>
                  <a:lnTo>
                    <a:pt x="13440" y="62862"/>
                  </a:lnTo>
                  <a:lnTo>
                    <a:pt x="12653" y="63003"/>
                  </a:lnTo>
                  <a:lnTo>
                    <a:pt x="11725" y="63185"/>
                  </a:lnTo>
                  <a:lnTo>
                    <a:pt x="10978" y="63346"/>
                  </a:lnTo>
                  <a:lnTo>
                    <a:pt x="10252" y="63528"/>
                  </a:lnTo>
                  <a:lnTo>
                    <a:pt x="9545" y="63709"/>
                  </a:lnTo>
                  <a:lnTo>
                    <a:pt x="8879" y="63911"/>
                  </a:lnTo>
                  <a:lnTo>
                    <a:pt x="8234" y="64113"/>
                  </a:lnTo>
                  <a:lnTo>
                    <a:pt x="7628" y="64335"/>
                  </a:lnTo>
                  <a:lnTo>
                    <a:pt x="7043" y="64577"/>
                  </a:lnTo>
                  <a:lnTo>
                    <a:pt x="6478" y="64819"/>
                  </a:lnTo>
                  <a:lnTo>
                    <a:pt x="5933" y="65081"/>
                  </a:lnTo>
                  <a:lnTo>
                    <a:pt x="5408" y="65364"/>
                  </a:lnTo>
                  <a:lnTo>
                    <a:pt x="4924" y="65646"/>
                  </a:lnTo>
                  <a:lnTo>
                    <a:pt x="4440" y="65969"/>
                  </a:lnTo>
                  <a:lnTo>
                    <a:pt x="3996" y="66272"/>
                  </a:lnTo>
                  <a:lnTo>
                    <a:pt x="3572" y="66615"/>
                  </a:lnTo>
                  <a:lnTo>
                    <a:pt x="3148" y="66958"/>
                  </a:lnTo>
                  <a:lnTo>
                    <a:pt x="2765" y="67321"/>
                  </a:lnTo>
                  <a:lnTo>
                    <a:pt x="2321" y="67786"/>
                  </a:lnTo>
                  <a:lnTo>
                    <a:pt x="1917" y="68270"/>
                  </a:lnTo>
                  <a:lnTo>
                    <a:pt x="1554" y="68795"/>
                  </a:lnTo>
                  <a:lnTo>
                    <a:pt x="1211" y="69339"/>
                  </a:lnTo>
                  <a:lnTo>
                    <a:pt x="928" y="69884"/>
                  </a:lnTo>
                  <a:lnTo>
                    <a:pt x="666" y="70470"/>
                  </a:lnTo>
                  <a:lnTo>
                    <a:pt x="444" y="71055"/>
                  </a:lnTo>
                  <a:lnTo>
                    <a:pt x="262" y="71660"/>
                  </a:lnTo>
                  <a:lnTo>
                    <a:pt x="182" y="71983"/>
                  </a:lnTo>
                  <a:lnTo>
                    <a:pt x="121" y="72306"/>
                  </a:lnTo>
                  <a:lnTo>
                    <a:pt x="81" y="72609"/>
                  </a:lnTo>
                  <a:lnTo>
                    <a:pt x="41" y="72931"/>
                  </a:lnTo>
                  <a:lnTo>
                    <a:pt x="20" y="73254"/>
                  </a:lnTo>
                  <a:lnTo>
                    <a:pt x="0" y="73557"/>
                  </a:lnTo>
                  <a:lnTo>
                    <a:pt x="0" y="73880"/>
                  </a:lnTo>
                  <a:lnTo>
                    <a:pt x="20" y="74183"/>
                  </a:lnTo>
                  <a:lnTo>
                    <a:pt x="61" y="74485"/>
                  </a:lnTo>
                  <a:lnTo>
                    <a:pt x="101" y="74788"/>
                  </a:lnTo>
                  <a:lnTo>
                    <a:pt x="162" y="75071"/>
                  </a:lnTo>
                  <a:lnTo>
                    <a:pt x="222" y="75373"/>
                  </a:lnTo>
                  <a:lnTo>
                    <a:pt x="323" y="75656"/>
                  </a:lnTo>
                  <a:lnTo>
                    <a:pt x="404" y="75938"/>
                  </a:lnTo>
                  <a:lnTo>
                    <a:pt x="525" y="76201"/>
                  </a:lnTo>
                  <a:lnTo>
                    <a:pt x="646" y="76483"/>
                  </a:lnTo>
                  <a:lnTo>
                    <a:pt x="828" y="76846"/>
                  </a:lnTo>
                  <a:lnTo>
                    <a:pt x="1050" y="77189"/>
                  </a:lnTo>
                  <a:lnTo>
                    <a:pt x="1292" y="77533"/>
                  </a:lnTo>
                  <a:lnTo>
                    <a:pt x="1554" y="77855"/>
                  </a:lnTo>
                  <a:lnTo>
                    <a:pt x="1837" y="78158"/>
                  </a:lnTo>
                  <a:lnTo>
                    <a:pt x="2139" y="78441"/>
                  </a:lnTo>
                  <a:lnTo>
                    <a:pt x="2462" y="78703"/>
                  </a:lnTo>
                  <a:lnTo>
                    <a:pt x="2785" y="78945"/>
                  </a:lnTo>
                  <a:lnTo>
                    <a:pt x="3148" y="79187"/>
                  </a:lnTo>
                  <a:lnTo>
                    <a:pt x="3532" y="79389"/>
                  </a:lnTo>
                  <a:lnTo>
                    <a:pt x="3935" y="79591"/>
                  </a:lnTo>
                  <a:lnTo>
                    <a:pt x="4339" y="79773"/>
                  </a:lnTo>
                  <a:lnTo>
                    <a:pt x="4763" y="79914"/>
                  </a:lnTo>
                  <a:lnTo>
                    <a:pt x="5227" y="80055"/>
                  </a:lnTo>
                  <a:lnTo>
                    <a:pt x="5691" y="80176"/>
                  </a:lnTo>
                  <a:lnTo>
                    <a:pt x="6155" y="80277"/>
                  </a:lnTo>
                  <a:lnTo>
                    <a:pt x="6660" y="80338"/>
                  </a:lnTo>
                  <a:lnTo>
                    <a:pt x="7144" y="80398"/>
                  </a:lnTo>
                  <a:lnTo>
                    <a:pt x="7648" y="80438"/>
                  </a:lnTo>
                  <a:lnTo>
                    <a:pt x="8153" y="80438"/>
                  </a:lnTo>
                  <a:lnTo>
                    <a:pt x="8819" y="80418"/>
                  </a:lnTo>
                  <a:lnTo>
                    <a:pt x="9485" y="80378"/>
                  </a:lnTo>
                  <a:lnTo>
                    <a:pt x="10171" y="80277"/>
                  </a:lnTo>
                  <a:lnTo>
                    <a:pt x="10817" y="80156"/>
                  </a:lnTo>
                  <a:lnTo>
                    <a:pt x="11483" y="80015"/>
                  </a:lnTo>
                  <a:lnTo>
                    <a:pt x="12128" y="79813"/>
                  </a:lnTo>
                  <a:lnTo>
                    <a:pt x="12754" y="79591"/>
                  </a:lnTo>
                  <a:lnTo>
                    <a:pt x="13380" y="79329"/>
                  </a:lnTo>
                  <a:lnTo>
                    <a:pt x="14106" y="78986"/>
                  </a:lnTo>
                  <a:lnTo>
                    <a:pt x="14812" y="78622"/>
                  </a:lnTo>
                  <a:lnTo>
                    <a:pt x="15498" y="78219"/>
                  </a:lnTo>
                  <a:lnTo>
                    <a:pt x="16185" y="77795"/>
                  </a:lnTo>
                  <a:lnTo>
                    <a:pt x="16850" y="77351"/>
                  </a:lnTo>
                  <a:lnTo>
                    <a:pt x="17496" y="76887"/>
                  </a:lnTo>
                  <a:lnTo>
                    <a:pt x="18142" y="76402"/>
                  </a:lnTo>
                  <a:lnTo>
                    <a:pt x="18768" y="75898"/>
                  </a:lnTo>
                  <a:lnTo>
                    <a:pt x="19373" y="75393"/>
                  </a:lnTo>
                  <a:lnTo>
                    <a:pt x="19978" y="74869"/>
                  </a:lnTo>
                  <a:lnTo>
                    <a:pt x="21169" y="73779"/>
                  </a:lnTo>
                  <a:lnTo>
                    <a:pt x="22339" y="72669"/>
                  </a:lnTo>
                  <a:lnTo>
                    <a:pt x="23490" y="71559"/>
                  </a:lnTo>
                  <a:lnTo>
                    <a:pt x="25266" y="69824"/>
                  </a:lnTo>
                  <a:lnTo>
                    <a:pt x="26174" y="68976"/>
                  </a:lnTo>
                  <a:lnTo>
                    <a:pt x="27102" y="68149"/>
                  </a:lnTo>
                  <a:lnTo>
                    <a:pt x="27990" y="67382"/>
                  </a:lnTo>
                  <a:lnTo>
                    <a:pt x="28918" y="66615"/>
                  </a:lnTo>
                  <a:lnTo>
                    <a:pt x="29867" y="65889"/>
                  </a:lnTo>
                  <a:lnTo>
                    <a:pt x="30855" y="65182"/>
                  </a:lnTo>
                  <a:lnTo>
                    <a:pt x="31844" y="64496"/>
                  </a:lnTo>
                  <a:lnTo>
                    <a:pt x="32853" y="63850"/>
                  </a:lnTo>
                  <a:lnTo>
                    <a:pt x="33882" y="63225"/>
                  </a:lnTo>
                  <a:lnTo>
                    <a:pt x="34932" y="62599"/>
                  </a:lnTo>
                  <a:lnTo>
                    <a:pt x="36001" y="62034"/>
                  </a:lnTo>
                  <a:lnTo>
                    <a:pt x="37071" y="61469"/>
                  </a:lnTo>
                  <a:lnTo>
                    <a:pt x="38161" y="60945"/>
                  </a:lnTo>
                  <a:lnTo>
                    <a:pt x="39271" y="60440"/>
                  </a:lnTo>
                  <a:lnTo>
                    <a:pt x="40401" y="59976"/>
                  </a:lnTo>
                  <a:lnTo>
                    <a:pt x="41531" y="59532"/>
                  </a:lnTo>
                  <a:lnTo>
                    <a:pt x="42681" y="59108"/>
                  </a:lnTo>
                  <a:lnTo>
                    <a:pt x="43851" y="58725"/>
                  </a:lnTo>
                  <a:lnTo>
                    <a:pt x="45002" y="58361"/>
                  </a:lnTo>
                  <a:lnTo>
                    <a:pt x="46192" y="58039"/>
                  </a:lnTo>
                  <a:lnTo>
                    <a:pt x="47363" y="57736"/>
                  </a:lnTo>
                  <a:lnTo>
                    <a:pt x="48553" y="57474"/>
                  </a:lnTo>
                  <a:lnTo>
                    <a:pt x="49764" y="57231"/>
                  </a:lnTo>
                  <a:lnTo>
                    <a:pt x="50955" y="57030"/>
                  </a:lnTo>
                  <a:lnTo>
                    <a:pt x="52166" y="56868"/>
                  </a:lnTo>
                  <a:lnTo>
                    <a:pt x="53356" y="56707"/>
                  </a:lnTo>
                  <a:lnTo>
                    <a:pt x="54567" y="56606"/>
                  </a:lnTo>
                  <a:lnTo>
                    <a:pt x="55778" y="56525"/>
                  </a:lnTo>
                  <a:lnTo>
                    <a:pt x="56989" y="56465"/>
                  </a:lnTo>
                  <a:lnTo>
                    <a:pt x="58179" y="56444"/>
                  </a:lnTo>
                  <a:lnTo>
                    <a:pt x="59390" y="56465"/>
                  </a:lnTo>
                  <a:lnTo>
                    <a:pt x="60581" y="56505"/>
                  </a:lnTo>
                  <a:lnTo>
                    <a:pt x="61771" y="56586"/>
                  </a:lnTo>
                  <a:lnTo>
                    <a:pt x="62962" y="56687"/>
                  </a:lnTo>
                  <a:lnTo>
                    <a:pt x="64274" y="56848"/>
                  </a:lnTo>
                  <a:lnTo>
                    <a:pt x="65605" y="57030"/>
                  </a:lnTo>
                  <a:lnTo>
                    <a:pt x="66917" y="57231"/>
                  </a:lnTo>
                  <a:lnTo>
                    <a:pt x="68229" y="57433"/>
                  </a:lnTo>
                  <a:lnTo>
                    <a:pt x="69601" y="57655"/>
                  </a:lnTo>
                  <a:lnTo>
                    <a:pt x="70973" y="57857"/>
                  </a:lnTo>
                  <a:lnTo>
                    <a:pt x="72366" y="58039"/>
                  </a:lnTo>
                  <a:lnTo>
                    <a:pt x="73758" y="58200"/>
                  </a:lnTo>
                  <a:lnTo>
                    <a:pt x="74444" y="58261"/>
                  </a:lnTo>
                  <a:lnTo>
                    <a:pt x="75151" y="58321"/>
                  </a:lnTo>
                  <a:lnTo>
                    <a:pt x="75837" y="58361"/>
                  </a:lnTo>
                  <a:lnTo>
                    <a:pt x="76543" y="58382"/>
                  </a:lnTo>
                  <a:lnTo>
                    <a:pt x="77249" y="58382"/>
                  </a:lnTo>
                  <a:lnTo>
                    <a:pt x="77935" y="58361"/>
                  </a:lnTo>
                  <a:lnTo>
                    <a:pt x="78642" y="58341"/>
                  </a:lnTo>
                  <a:lnTo>
                    <a:pt x="79328" y="58281"/>
                  </a:lnTo>
                  <a:lnTo>
                    <a:pt x="79812" y="58220"/>
                  </a:lnTo>
                  <a:lnTo>
                    <a:pt x="80337" y="58160"/>
                  </a:lnTo>
                  <a:lnTo>
                    <a:pt x="80882" y="58059"/>
                  </a:lnTo>
                  <a:lnTo>
                    <a:pt x="81467" y="57918"/>
                  </a:lnTo>
                  <a:lnTo>
                    <a:pt x="82032" y="57736"/>
                  </a:lnTo>
                  <a:lnTo>
                    <a:pt x="82315" y="57635"/>
                  </a:lnTo>
                  <a:lnTo>
                    <a:pt x="82597" y="57514"/>
                  </a:lnTo>
                  <a:lnTo>
                    <a:pt x="82880" y="57373"/>
                  </a:lnTo>
                  <a:lnTo>
                    <a:pt x="83142" y="57231"/>
                  </a:lnTo>
                  <a:lnTo>
                    <a:pt x="83404" y="57050"/>
                  </a:lnTo>
                  <a:lnTo>
                    <a:pt x="83667" y="56868"/>
                  </a:lnTo>
                  <a:lnTo>
                    <a:pt x="83868" y="56707"/>
                  </a:lnTo>
                  <a:lnTo>
                    <a:pt x="84050" y="56525"/>
                  </a:lnTo>
                  <a:lnTo>
                    <a:pt x="84232" y="56343"/>
                  </a:lnTo>
                  <a:lnTo>
                    <a:pt x="84413" y="56162"/>
                  </a:lnTo>
                  <a:lnTo>
                    <a:pt x="84716" y="55778"/>
                  </a:lnTo>
                  <a:lnTo>
                    <a:pt x="84998" y="55355"/>
                  </a:lnTo>
                  <a:lnTo>
                    <a:pt x="85220" y="54931"/>
                  </a:lnTo>
                  <a:lnTo>
                    <a:pt x="85442" y="54467"/>
                  </a:lnTo>
                  <a:lnTo>
                    <a:pt x="85604" y="53982"/>
                  </a:lnTo>
                  <a:lnTo>
                    <a:pt x="85765" y="53498"/>
                  </a:lnTo>
                  <a:lnTo>
                    <a:pt x="85886" y="52994"/>
                  </a:lnTo>
                  <a:lnTo>
                    <a:pt x="86007" y="52489"/>
                  </a:lnTo>
                  <a:lnTo>
                    <a:pt x="86088" y="51964"/>
                  </a:lnTo>
                  <a:lnTo>
                    <a:pt x="86169" y="51420"/>
                  </a:lnTo>
                  <a:lnTo>
                    <a:pt x="86290" y="50350"/>
                  </a:lnTo>
                  <a:lnTo>
                    <a:pt x="86371" y="49260"/>
                  </a:lnTo>
                  <a:lnTo>
                    <a:pt x="86492" y="47949"/>
                  </a:lnTo>
                  <a:lnTo>
                    <a:pt x="86573" y="47283"/>
                  </a:lnTo>
                  <a:lnTo>
                    <a:pt x="86653" y="46637"/>
                  </a:lnTo>
                  <a:lnTo>
                    <a:pt x="86754" y="46052"/>
                  </a:lnTo>
                  <a:lnTo>
                    <a:pt x="86895" y="45487"/>
                  </a:lnTo>
                  <a:lnTo>
                    <a:pt x="87037" y="44901"/>
                  </a:lnTo>
                  <a:lnTo>
                    <a:pt x="87218" y="44336"/>
                  </a:lnTo>
                  <a:lnTo>
                    <a:pt x="87420" y="43771"/>
                  </a:lnTo>
                  <a:lnTo>
                    <a:pt x="87642" y="43206"/>
                  </a:lnTo>
                  <a:lnTo>
                    <a:pt x="87884" y="42661"/>
                  </a:lnTo>
                  <a:lnTo>
                    <a:pt x="88167" y="42117"/>
                  </a:lnTo>
                  <a:lnTo>
                    <a:pt x="88449" y="41592"/>
                  </a:lnTo>
                  <a:lnTo>
                    <a:pt x="88772" y="41067"/>
                  </a:lnTo>
                  <a:lnTo>
                    <a:pt x="89115" y="40563"/>
                  </a:lnTo>
                  <a:lnTo>
                    <a:pt x="89478" y="40058"/>
                  </a:lnTo>
                  <a:lnTo>
                    <a:pt x="89842" y="39574"/>
                  </a:lnTo>
                  <a:lnTo>
                    <a:pt x="90245" y="39089"/>
                  </a:lnTo>
                  <a:lnTo>
                    <a:pt x="90669" y="38646"/>
                  </a:lnTo>
                  <a:lnTo>
                    <a:pt x="91113" y="38202"/>
                  </a:lnTo>
                  <a:lnTo>
                    <a:pt x="91577" y="37758"/>
                  </a:lnTo>
                  <a:lnTo>
                    <a:pt x="92041" y="37354"/>
                  </a:lnTo>
                  <a:lnTo>
                    <a:pt x="92526" y="36971"/>
                  </a:lnTo>
                  <a:lnTo>
                    <a:pt x="93030" y="36607"/>
                  </a:lnTo>
                  <a:lnTo>
                    <a:pt x="93535" y="36264"/>
                  </a:lnTo>
                  <a:lnTo>
                    <a:pt x="94059" y="35941"/>
                  </a:lnTo>
                  <a:lnTo>
                    <a:pt x="94584" y="35639"/>
                  </a:lnTo>
                  <a:lnTo>
                    <a:pt x="95129" y="35376"/>
                  </a:lnTo>
                  <a:lnTo>
                    <a:pt x="95674" y="35114"/>
                  </a:lnTo>
                  <a:lnTo>
                    <a:pt x="96239" y="34892"/>
                  </a:lnTo>
                  <a:lnTo>
                    <a:pt x="96804" y="34690"/>
                  </a:lnTo>
                  <a:lnTo>
                    <a:pt x="97369" y="34529"/>
                  </a:lnTo>
                  <a:lnTo>
                    <a:pt x="97934" y="34367"/>
                  </a:lnTo>
                  <a:lnTo>
                    <a:pt x="98519" y="34246"/>
                  </a:lnTo>
                  <a:lnTo>
                    <a:pt x="99084" y="34166"/>
                  </a:lnTo>
                  <a:lnTo>
                    <a:pt x="99669" y="34085"/>
                  </a:lnTo>
                  <a:lnTo>
                    <a:pt x="100255" y="34044"/>
                  </a:lnTo>
                  <a:lnTo>
                    <a:pt x="100860" y="34024"/>
                  </a:lnTo>
                  <a:lnTo>
                    <a:pt x="101445" y="34044"/>
                  </a:lnTo>
                  <a:lnTo>
                    <a:pt x="102051" y="34085"/>
                  </a:lnTo>
                  <a:lnTo>
                    <a:pt x="102636" y="34145"/>
                  </a:lnTo>
                  <a:lnTo>
                    <a:pt x="103221" y="34246"/>
                  </a:lnTo>
                  <a:lnTo>
                    <a:pt x="103806" y="34367"/>
                  </a:lnTo>
                  <a:lnTo>
                    <a:pt x="104391" y="34509"/>
                  </a:lnTo>
                  <a:lnTo>
                    <a:pt x="104977" y="34690"/>
                  </a:lnTo>
                  <a:lnTo>
                    <a:pt x="105542" y="34892"/>
                  </a:lnTo>
                  <a:lnTo>
                    <a:pt x="106127" y="35114"/>
                  </a:lnTo>
                  <a:lnTo>
                    <a:pt x="106672" y="35356"/>
                  </a:lnTo>
                  <a:lnTo>
                    <a:pt x="107237" y="35639"/>
                  </a:lnTo>
                  <a:lnTo>
                    <a:pt x="107782" y="35941"/>
                  </a:lnTo>
                  <a:lnTo>
                    <a:pt x="108306" y="36264"/>
                  </a:lnTo>
                  <a:lnTo>
                    <a:pt x="108831" y="36607"/>
                  </a:lnTo>
                  <a:lnTo>
                    <a:pt x="109336" y="36971"/>
                  </a:lnTo>
                  <a:lnTo>
                    <a:pt x="109820" y="37354"/>
                  </a:lnTo>
                  <a:lnTo>
                    <a:pt x="110284" y="37758"/>
                  </a:lnTo>
                  <a:lnTo>
                    <a:pt x="110728" y="38161"/>
                  </a:lnTo>
                  <a:lnTo>
                    <a:pt x="111152" y="38585"/>
                  </a:lnTo>
                  <a:lnTo>
                    <a:pt x="111535" y="39029"/>
                  </a:lnTo>
                  <a:lnTo>
                    <a:pt x="111919" y="39493"/>
                  </a:lnTo>
                  <a:lnTo>
                    <a:pt x="112262" y="39957"/>
                  </a:lnTo>
                  <a:lnTo>
                    <a:pt x="112605" y="40442"/>
                  </a:lnTo>
                  <a:lnTo>
                    <a:pt x="112907" y="40946"/>
                  </a:lnTo>
                  <a:lnTo>
                    <a:pt x="113190" y="41451"/>
                  </a:lnTo>
                  <a:lnTo>
                    <a:pt x="113452" y="41955"/>
                  </a:lnTo>
                  <a:lnTo>
                    <a:pt x="113674" y="42480"/>
                  </a:lnTo>
                  <a:lnTo>
                    <a:pt x="113876" y="43025"/>
                  </a:lnTo>
                  <a:lnTo>
                    <a:pt x="114058" y="43569"/>
                  </a:lnTo>
                  <a:lnTo>
                    <a:pt x="114219" y="44114"/>
                  </a:lnTo>
                  <a:lnTo>
                    <a:pt x="114038" y="43610"/>
                  </a:lnTo>
                  <a:lnTo>
                    <a:pt x="113937" y="43368"/>
                  </a:lnTo>
                  <a:lnTo>
                    <a:pt x="113816" y="43126"/>
                  </a:lnTo>
                  <a:lnTo>
                    <a:pt x="113694" y="42904"/>
                  </a:lnTo>
                  <a:lnTo>
                    <a:pt x="113573" y="42682"/>
                  </a:lnTo>
                  <a:lnTo>
                    <a:pt x="113432" y="42500"/>
                  </a:lnTo>
                  <a:lnTo>
                    <a:pt x="113251" y="42318"/>
                  </a:lnTo>
                  <a:lnTo>
                    <a:pt x="113210" y="42379"/>
                  </a:lnTo>
                  <a:lnTo>
                    <a:pt x="113372" y="42560"/>
                  </a:lnTo>
                  <a:lnTo>
                    <a:pt x="113533" y="42782"/>
                  </a:lnTo>
                  <a:lnTo>
                    <a:pt x="113674" y="43025"/>
                  </a:lnTo>
                  <a:lnTo>
                    <a:pt x="113816" y="43267"/>
                  </a:lnTo>
                  <a:lnTo>
                    <a:pt x="113916" y="43529"/>
                  </a:lnTo>
                  <a:lnTo>
                    <a:pt x="114017" y="43812"/>
                  </a:lnTo>
                  <a:lnTo>
                    <a:pt x="114219" y="44377"/>
                  </a:lnTo>
                  <a:lnTo>
                    <a:pt x="114360" y="44760"/>
                  </a:lnTo>
                  <a:lnTo>
                    <a:pt x="114502" y="45144"/>
                  </a:lnTo>
                  <a:lnTo>
                    <a:pt x="114663" y="45507"/>
                  </a:lnTo>
                  <a:lnTo>
                    <a:pt x="114744" y="45668"/>
                  </a:lnTo>
                  <a:lnTo>
                    <a:pt x="114845" y="45809"/>
                  </a:lnTo>
                  <a:lnTo>
                    <a:pt x="114946" y="45951"/>
                  </a:lnTo>
                  <a:lnTo>
                    <a:pt x="115067" y="46072"/>
                  </a:lnTo>
                  <a:lnTo>
                    <a:pt x="115188" y="46173"/>
                  </a:lnTo>
                  <a:lnTo>
                    <a:pt x="115309" y="46274"/>
                  </a:lnTo>
                  <a:lnTo>
                    <a:pt x="115470" y="46334"/>
                  </a:lnTo>
                  <a:lnTo>
                    <a:pt x="115632" y="46375"/>
                  </a:lnTo>
                  <a:lnTo>
                    <a:pt x="115793" y="46395"/>
                  </a:lnTo>
                  <a:lnTo>
                    <a:pt x="115995" y="46395"/>
                  </a:lnTo>
                  <a:lnTo>
                    <a:pt x="116156" y="46375"/>
                  </a:lnTo>
                  <a:lnTo>
                    <a:pt x="116318" y="46334"/>
                  </a:lnTo>
                  <a:lnTo>
                    <a:pt x="116479" y="46274"/>
                  </a:lnTo>
                  <a:lnTo>
                    <a:pt x="116641" y="46173"/>
                  </a:lnTo>
                  <a:lnTo>
                    <a:pt x="116822" y="46072"/>
                  </a:lnTo>
                  <a:lnTo>
                    <a:pt x="116984" y="45931"/>
                  </a:lnTo>
                  <a:lnTo>
                    <a:pt x="117145" y="45769"/>
                  </a:lnTo>
                  <a:lnTo>
                    <a:pt x="117327" y="45587"/>
                  </a:lnTo>
                  <a:lnTo>
                    <a:pt x="117630" y="45224"/>
                  </a:lnTo>
                  <a:lnTo>
                    <a:pt x="117892" y="44841"/>
                  </a:lnTo>
                  <a:lnTo>
                    <a:pt x="118134" y="44437"/>
                  </a:lnTo>
                  <a:lnTo>
                    <a:pt x="118356" y="44034"/>
                  </a:lnTo>
                  <a:lnTo>
                    <a:pt x="118558" y="43630"/>
                  </a:lnTo>
                  <a:lnTo>
                    <a:pt x="118739" y="43186"/>
                  </a:lnTo>
                  <a:lnTo>
                    <a:pt x="118901" y="42762"/>
                  </a:lnTo>
                  <a:lnTo>
                    <a:pt x="119042" y="42318"/>
                  </a:lnTo>
                  <a:lnTo>
                    <a:pt x="119183" y="41854"/>
                  </a:lnTo>
                  <a:lnTo>
                    <a:pt x="119284" y="41410"/>
                  </a:lnTo>
                  <a:lnTo>
                    <a:pt x="119486" y="40482"/>
                  </a:lnTo>
                  <a:lnTo>
                    <a:pt x="119648" y="39554"/>
                  </a:lnTo>
                  <a:lnTo>
                    <a:pt x="119789" y="38625"/>
                  </a:lnTo>
                  <a:lnTo>
                    <a:pt x="119950" y="37394"/>
                  </a:lnTo>
                  <a:lnTo>
                    <a:pt x="120092" y="36184"/>
                  </a:lnTo>
                  <a:lnTo>
                    <a:pt x="120233" y="34953"/>
                  </a:lnTo>
                  <a:lnTo>
                    <a:pt x="120334" y="33742"/>
                  </a:lnTo>
                  <a:lnTo>
                    <a:pt x="120455" y="32511"/>
                  </a:lnTo>
                  <a:lnTo>
                    <a:pt x="120536" y="31280"/>
                  </a:lnTo>
                  <a:lnTo>
                    <a:pt x="120616" y="30069"/>
                  </a:lnTo>
                  <a:lnTo>
                    <a:pt x="120697" y="28838"/>
                  </a:lnTo>
                  <a:lnTo>
                    <a:pt x="120737" y="27607"/>
                  </a:lnTo>
                  <a:lnTo>
                    <a:pt x="120778" y="26376"/>
                  </a:lnTo>
                  <a:lnTo>
                    <a:pt x="120798" y="25145"/>
                  </a:lnTo>
                  <a:lnTo>
                    <a:pt x="120818" y="23914"/>
                  </a:lnTo>
                  <a:lnTo>
                    <a:pt x="120818" y="22683"/>
                  </a:lnTo>
                  <a:lnTo>
                    <a:pt x="120798" y="21452"/>
                  </a:lnTo>
                  <a:lnTo>
                    <a:pt x="120778" y="20241"/>
                  </a:lnTo>
                  <a:lnTo>
                    <a:pt x="120737" y="19010"/>
                  </a:lnTo>
                  <a:lnTo>
                    <a:pt x="120697" y="18143"/>
                  </a:lnTo>
                  <a:lnTo>
                    <a:pt x="120636" y="17275"/>
                  </a:lnTo>
                  <a:lnTo>
                    <a:pt x="120576" y="16407"/>
                  </a:lnTo>
                  <a:lnTo>
                    <a:pt x="120495" y="15519"/>
                  </a:lnTo>
                  <a:lnTo>
                    <a:pt x="120374" y="14651"/>
                  </a:lnTo>
                  <a:lnTo>
                    <a:pt x="120233" y="13763"/>
                  </a:lnTo>
                  <a:lnTo>
                    <a:pt x="120071" y="12896"/>
                  </a:lnTo>
                  <a:lnTo>
                    <a:pt x="119870" y="12048"/>
                  </a:lnTo>
                  <a:lnTo>
                    <a:pt x="119648" y="11201"/>
                  </a:lnTo>
                  <a:lnTo>
                    <a:pt x="119365" y="10353"/>
                  </a:lnTo>
                  <a:lnTo>
                    <a:pt x="119062" y="9546"/>
                  </a:lnTo>
                  <a:lnTo>
                    <a:pt x="118881" y="9142"/>
                  </a:lnTo>
                  <a:lnTo>
                    <a:pt x="118699" y="8759"/>
                  </a:lnTo>
                  <a:lnTo>
                    <a:pt x="118497" y="8375"/>
                  </a:lnTo>
                  <a:lnTo>
                    <a:pt x="118296" y="7992"/>
                  </a:lnTo>
                  <a:lnTo>
                    <a:pt x="118074" y="7609"/>
                  </a:lnTo>
                  <a:lnTo>
                    <a:pt x="117831" y="7245"/>
                  </a:lnTo>
                  <a:lnTo>
                    <a:pt x="117589" y="6902"/>
                  </a:lnTo>
                  <a:lnTo>
                    <a:pt x="117327" y="6559"/>
                  </a:lnTo>
                  <a:lnTo>
                    <a:pt x="117044" y="6216"/>
                  </a:lnTo>
                  <a:lnTo>
                    <a:pt x="116762" y="5873"/>
                  </a:lnTo>
                  <a:lnTo>
                    <a:pt x="116257" y="5369"/>
                  </a:lnTo>
                  <a:lnTo>
                    <a:pt x="115712" y="4884"/>
                  </a:lnTo>
                  <a:lnTo>
                    <a:pt x="115127" y="4420"/>
                  </a:lnTo>
                  <a:lnTo>
                    <a:pt x="114502" y="3976"/>
                  </a:lnTo>
                  <a:lnTo>
                    <a:pt x="113836" y="3573"/>
                  </a:lnTo>
                  <a:lnTo>
                    <a:pt x="113129" y="3189"/>
                  </a:lnTo>
                  <a:lnTo>
                    <a:pt x="112403" y="2846"/>
                  </a:lnTo>
                  <a:lnTo>
                    <a:pt x="111596" y="2503"/>
                  </a:lnTo>
                  <a:lnTo>
                    <a:pt x="110970" y="2261"/>
                  </a:lnTo>
                  <a:lnTo>
                    <a:pt x="110284" y="2039"/>
                  </a:lnTo>
                  <a:lnTo>
                    <a:pt x="109578" y="1837"/>
                  </a:lnTo>
                  <a:lnTo>
                    <a:pt x="108851" y="1635"/>
                  </a:lnTo>
                  <a:lnTo>
                    <a:pt x="108064" y="1433"/>
                  </a:lnTo>
                  <a:lnTo>
                    <a:pt x="107257" y="1272"/>
                  </a:lnTo>
                  <a:lnTo>
                    <a:pt x="106389" y="1090"/>
                  </a:lnTo>
                  <a:lnTo>
                    <a:pt x="105481" y="949"/>
                  </a:lnTo>
                  <a:lnTo>
                    <a:pt x="103988" y="707"/>
                  </a:lnTo>
                  <a:lnTo>
                    <a:pt x="102474" y="505"/>
                  </a:lnTo>
                  <a:lnTo>
                    <a:pt x="100961" y="344"/>
                  </a:lnTo>
                  <a:lnTo>
                    <a:pt x="99447" y="202"/>
                  </a:lnTo>
                  <a:lnTo>
                    <a:pt x="97934" y="102"/>
                  </a:lnTo>
                  <a:lnTo>
                    <a:pt x="96420" y="41"/>
                  </a:lnTo>
                  <a:lnTo>
                    <a:pt x="948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7"/>
            <p:cNvSpPr/>
            <p:nvPr/>
          </p:nvSpPr>
          <p:spPr>
            <a:xfrm flipH="1">
              <a:off x="-1055215" y="-5268675"/>
              <a:ext cx="2289244" cy="1739785"/>
            </a:xfrm>
            <a:custGeom>
              <a:rect b="b" l="l" r="r" t="t"/>
              <a:pathLst>
                <a:path extrusionOk="0" h="31119" w="40947">
                  <a:moveTo>
                    <a:pt x="32571" y="82"/>
                  </a:moveTo>
                  <a:lnTo>
                    <a:pt x="33116" y="102"/>
                  </a:lnTo>
                  <a:lnTo>
                    <a:pt x="33601" y="162"/>
                  </a:lnTo>
                  <a:lnTo>
                    <a:pt x="33823" y="203"/>
                  </a:lnTo>
                  <a:lnTo>
                    <a:pt x="34024" y="243"/>
                  </a:lnTo>
                  <a:lnTo>
                    <a:pt x="34206" y="304"/>
                  </a:lnTo>
                  <a:lnTo>
                    <a:pt x="34388" y="384"/>
                  </a:lnTo>
                  <a:lnTo>
                    <a:pt x="34549" y="465"/>
                  </a:lnTo>
                  <a:lnTo>
                    <a:pt x="34690" y="546"/>
                  </a:lnTo>
                  <a:lnTo>
                    <a:pt x="34832" y="647"/>
                  </a:lnTo>
                  <a:lnTo>
                    <a:pt x="34933" y="748"/>
                  </a:lnTo>
                  <a:lnTo>
                    <a:pt x="35033" y="869"/>
                  </a:lnTo>
                  <a:lnTo>
                    <a:pt x="35134" y="990"/>
                  </a:lnTo>
                  <a:lnTo>
                    <a:pt x="35195" y="1131"/>
                  </a:lnTo>
                  <a:lnTo>
                    <a:pt x="35255" y="1272"/>
                  </a:lnTo>
                  <a:lnTo>
                    <a:pt x="35296" y="1454"/>
                  </a:lnTo>
                  <a:lnTo>
                    <a:pt x="35316" y="1656"/>
                  </a:lnTo>
                  <a:lnTo>
                    <a:pt x="35336" y="1858"/>
                  </a:lnTo>
                  <a:lnTo>
                    <a:pt x="35316" y="2059"/>
                  </a:lnTo>
                  <a:lnTo>
                    <a:pt x="35235" y="2443"/>
                  </a:lnTo>
                  <a:lnTo>
                    <a:pt x="35155" y="2826"/>
                  </a:lnTo>
                  <a:lnTo>
                    <a:pt x="35074" y="3169"/>
                  </a:lnTo>
                  <a:lnTo>
                    <a:pt x="34993" y="3492"/>
                  </a:lnTo>
                  <a:lnTo>
                    <a:pt x="34973" y="3835"/>
                  </a:lnTo>
                  <a:lnTo>
                    <a:pt x="34973" y="3997"/>
                  </a:lnTo>
                  <a:lnTo>
                    <a:pt x="34973" y="4158"/>
                  </a:lnTo>
                  <a:lnTo>
                    <a:pt x="35033" y="4400"/>
                  </a:lnTo>
                  <a:lnTo>
                    <a:pt x="35094" y="4642"/>
                  </a:lnTo>
                  <a:lnTo>
                    <a:pt x="35175" y="4864"/>
                  </a:lnTo>
                  <a:lnTo>
                    <a:pt x="35276" y="5086"/>
                  </a:lnTo>
                  <a:lnTo>
                    <a:pt x="35498" y="5510"/>
                  </a:lnTo>
                  <a:lnTo>
                    <a:pt x="35760" y="5914"/>
                  </a:lnTo>
                  <a:lnTo>
                    <a:pt x="36083" y="6438"/>
                  </a:lnTo>
                  <a:lnTo>
                    <a:pt x="36486" y="7165"/>
                  </a:lnTo>
                  <a:lnTo>
                    <a:pt x="36890" y="7912"/>
                  </a:lnTo>
                  <a:lnTo>
                    <a:pt x="37273" y="8658"/>
                  </a:lnTo>
                  <a:lnTo>
                    <a:pt x="37637" y="9425"/>
                  </a:lnTo>
                  <a:lnTo>
                    <a:pt x="37980" y="10212"/>
                  </a:lnTo>
                  <a:lnTo>
                    <a:pt x="38303" y="10999"/>
                  </a:lnTo>
                  <a:lnTo>
                    <a:pt x="38625" y="11786"/>
                  </a:lnTo>
                  <a:lnTo>
                    <a:pt x="38908" y="12573"/>
                  </a:lnTo>
                  <a:lnTo>
                    <a:pt x="39170" y="13380"/>
                  </a:lnTo>
                  <a:lnTo>
                    <a:pt x="39412" y="14188"/>
                  </a:lnTo>
                  <a:lnTo>
                    <a:pt x="39655" y="14995"/>
                  </a:lnTo>
                  <a:lnTo>
                    <a:pt x="39856" y="15802"/>
                  </a:lnTo>
                  <a:lnTo>
                    <a:pt x="40038" y="16629"/>
                  </a:lnTo>
                  <a:lnTo>
                    <a:pt x="40220" y="17457"/>
                  </a:lnTo>
                  <a:lnTo>
                    <a:pt x="40361" y="18284"/>
                  </a:lnTo>
                  <a:lnTo>
                    <a:pt x="40502" y="19112"/>
                  </a:lnTo>
                  <a:lnTo>
                    <a:pt x="40603" y="19939"/>
                  </a:lnTo>
                  <a:lnTo>
                    <a:pt x="40704" y="20766"/>
                  </a:lnTo>
                  <a:lnTo>
                    <a:pt x="40765" y="21614"/>
                  </a:lnTo>
                  <a:lnTo>
                    <a:pt x="40825" y="22441"/>
                  </a:lnTo>
                  <a:lnTo>
                    <a:pt x="40845" y="23269"/>
                  </a:lnTo>
                  <a:lnTo>
                    <a:pt x="40865" y="24116"/>
                  </a:lnTo>
                  <a:lnTo>
                    <a:pt x="40865" y="24944"/>
                  </a:lnTo>
                  <a:lnTo>
                    <a:pt x="40825" y="25771"/>
                  </a:lnTo>
                  <a:lnTo>
                    <a:pt x="40785" y="26437"/>
                  </a:lnTo>
                  <a:lnTo>
                    <a:pt x="40744" y="26800"/>
                  </a:lnTo>
                  <a:lnTo>
                    <a:pt x="40684" y="27163"/>
                  </a:lnTo>
                  <a:lnTo>
                    <a:pt x="40603" y="27547"/>
                  </a:lnTo>
                  <a:lnTo>
                    <a:pt x="40502" y="27950"/>
                  </a:lnTo>
                  <a:lnTo>
                    <a:pt x="40401" y="28334"/>
                  </a:lnTo>
                  <a:lnTo>
                    <a:pt x="40260" y="28717"/>
                  </a:lnTo>
                  <a:lnTo>
                    <a:pt x="40099" y="29081"/>
                  </a:lnTo>
                  <a:lnTo>
                    <a:pt x="39917" y="29424"/>
                  </a:lnTo>
                  <a:lnTo>
                    <a:pt x="39695" y="29767"/>
                  </a:lnTo>
                  <a:lnTo>
                    <a:pt x="39453" y="30069"/>
                  </a:lnTo>
                  <a:lnTo>
                    <a:pt x="39191" y="30332"/>
                  </a:lnTo>
                  <a:lnTo>
                    <a:pt x="39029" y="30453"/>
                  </a:lnTo>
                  <a:lnTo>
                    <a:pt x="38868" y="30574"/>
                  </a:lnTo>
                  <a:lnTo>
                    <a:pt x="38706" y="30675"/>
                  </a:lnTo>
                  <a:lnTo>
                    <a:pt x="38525" y="30776"/>
                  </a:lnTo>
                  <a:lnTo>
                    <a:pt x="38343" y="30856"/>
                  </a:lnTo>
                  <a:lnTo>
                    <a:pt x="38141" y="30917"/>
                  </a:lnTo>
                  <a:lnTo>
                    <a:pt x="37960" y="30977"/>
                  </a:lnTo>
                  <a:lnTo>
                    <a:pt x="37758" y="30998"/>
                  </a:lnTo>
                  <a:lnTo>
                    <a:pt x="37394" y="31038"/>
                  </a:lnTo>
                  <a:lnTo>
                    <a:pt x="37011" y="31038"/>
                  </a:lnTo>
                  <a:lnTo>
                    <a:pt x="36628" y="30998"/>
                  </a:lnTo>
                  <a:lnTo>
                    <a:pt x="36244" y="30937"/>
                  </a:lnTo>
                  <a:lnTo>
                    <a:pt x="35881" y="30836"/>
                  </a:lnTo>
                  <a:lnTo>
                    <a:pt x="35538" y="30735"/>
                  </a:lnTo>
                  <a:lnTo>
                    <a:pt x="35215" y="30634"/>
                  </a:lnTo>
                  <a:lnTo>
                    <a:pt x="34690" y="30433"/>
                  </a:lnTo>
                  <a:lnTo>
                    <a:pt x="34186" y="30231"/>
                  </a:lnTo>
                  <a:lnTo>
                    <a:pt x="33681" y="30009"/>
                  </a:lnTo>
                  <a:lnTo>
                    <a:pt x="33177" y="29767"/>
                  </a:lnTo>
                  <a:lnTo>
                    <a:pt x="32693" y="29524"/>
                  </a:lnTo>
                  <a:lnTo>
                    <a:pt x="32208" y="29262"/>
                  </a:lnTo>
                  <a:lnTo>
                    <a:pt x="31724" y="28980"/>
                  </a:lnTo>
                  <a:lnTo>
                    <a:pt x="31260" y="28697"/>
                  </a:lnTo>
                  <a:lnTo>
                    <a:pt x="30796" y="28394"/>
                  </a:lnTo>
                  <a:lnTo>
                    <a:pt x="30331" y="28071"/>
                  </a:lnTo>
                  <a:lnTo>
                    <a:pt x="29888" y="27749"/>
                  </a:lnTo>
                  <a:lnTo>
                    <a:pt x="29444" y="27406"/>
                  </a:lnTo>
                  <a:lnTo>
                    <a:pt x="28576" y="26719"/>
                  </a:lnTo>
                  <a:lnTo>
                    <a:pt x="27728" y="25993"/>
                  </a:lnTo>
                  <a:lnTo>
                    <a:pt x="26901" y="25226"/>
                  </a:lnTo>
                  <a:lnTo>
                    <a:pt x="26094" y="24419"/>
                  </a:lnTo>
                  <a:lnTo>
                    <a:pt x="25307" y="23612"/>
                  </a:lnTo>
                  <a:lnTo>
                    <a:pt x="24540" y="22784"/>
                  </a:lnTo>
                  <a:lnTo>
                    <a:pt x="23773" y="21937"/>
                  </a:lnTo>
                  <a:lnTo>
                    <a:pt x="23026" y="21069"/>
                  </a:lnTo>
                  <a:lnTo>
                    <a:pt x="21573" y="19334"/>
                  </a:lnTo>
                  <a:lnTo>
                    <a:pt x="21150" y="18809"/>
                  </a:lnTo>
                  <a:lnTo>
                    <a:pt x="19757" y="17134"/>
                  </a:lnTo>
                  <a:lnTo>
                    <a:pt x="18345" y="15479"/>
                  </a:lnTo>
                  <a:lnTo>
                    <a:pt x="17638" y="14652"/>
                  </a:lnTo>
                  <a:lnTo>
                    <a:pt x="16892" y="13845"/>
                  </a:lnTo>
                  <a:lnTo>
                    <a:pt x="16145" y="13058"/>
                  </a:lnTo>
                  <a:lnTo>
                    <a:pt x="15378" y="12291"/>
                  </a:lnTo>
                  <a:lnTo>
                    <a:pt x="14591" y="11544"/>
                  </a:lnTo>
                  <a:lnTo>
                    <a:pt x="13804" y="10838"/>
                  </a:lnTo>
                  <a:lnTo>
                    <a:pt x="12977" y="10131"/>
                  </a:lnTo>
                  <a:lnTo>
                    <a:pt x="12129" y="9486"/>
                  </a:lnTo>
                  <a:lnTo>
                    <a:pt x="11261" y="8880"/>
                  </a:lnTo>
                  <a:lnTo>
                    <a:pt x="10797" y="8578"/>
                  </a:lnTo>
                  <a:lnTo>
                    <a:pt x="10353" y="8295"/>
                  </a:lnTo>
                  <a:lnTo>
                    <a:pt x="9889" y="8012"/>
                  </a:lnTo>
                  <a:lnTo>
                    <a:pt x="9425" y="7770"/>
                  </a:lnTo>
                  <a:lnTo>
                    <a:pt x="8941" y="7508"/>
                  </a:lnTo>
                  <a:lnTo>
                    <a:pt x="8456" y="7266"/>
                  </a:lnTo>
                  <a:lnTo>
                    <a:pt x="7911" y="7024"/>
                  </a:lnTo>
                  <a:lnTo>
                    <a:pt x="7346" y="6782"/>
                  </a:lnTo>
                  <a:lnTo>
                    <a:pt x="6781" y="6560"/>
                  </a:lnTo>
                  <a:lnTo>
                    <a:pt x="6196" y="6358"/>
                  </a:lnTo>
                  <a:lnTo>
                    <a:pt x="5066" y="5954"/>
                  </a:lnTo>
                  <a:lnTo>
                    <a:pt x="3916" y="5591"/>
                  </a:lnTo>
                  <a:lnTo>
                    <a:pt x="2342" y="5066"/>
                  </a:lnTo>
                  <a:lnTo>
                    <a:pt x="2079" y="4965"/>
                  </a:lnTo>
                  <a:lnTo>
                    <a:pt x="1716" y="4804"/>
                  </a:lnTo>
                  <a:lnTo>
                    <a:pt x="1313" y="4602"/>
                  </a:lnTo>
                  <a:lnTo>
                    <a:pt x="1111" y="4461"/>
                  </a:lnTo>
                  <a:lnTo>
                    <a:pt x="909" y="4340"/>
                  </a:lnTo>
                  <a:lnTo>
                    <a:pt x="727" y="4178"/>
                  </a:lnTo>
                  <a:lnTo>
                    <a:pt x="546" y="4017"/>
                  </a:lnTo>
                  <a:lnTo>
                    <a:pt x="384" y="3835"/>
                  </a:lnTo>
                  <a:lnTo>
                    <a:pt x="263" y="3633"/>
                  </a:lnTo>
                  <a:lnTo>
                    <a:pt x="162" y="3432"/>
                  </a:lnTo>
                  <a:lnTo>
                    <a:pt x="102" y="3210"/>
                  </a:lnTo>
                  <a:lnTo>
                    <a:pt x="82" y="2967"/>
                  </a:lnTo>
                  <a:lnTo>
                    <a:pt x="102" y="2725"/>
                  </a:lnTo>
                  <a:lnTo>
                    <a:pt x="162" y="2544"/>
                  </a:lnTo>
                  <a:lnTo>
                    <a:pt x="223" y="2382"/>
                  </a:lnTo>
                  <a:lnTo>
                    <a:pt x="324" y="2221"/>
                  </a:lnTo>
                  <a:lnTo>
                    <a:pt x="425" y="2080"/>
                  </a:lnTo>
                  <a:lnTo>
                    <a:pt x="526" y="1938"/>
                  </a:lnTo>
                  <a:lnTo>
                    <a:pt x="647" y="1837"/>
                  </a:lnTo>
                  <a:lnTo>
                    <a:pt x="889" y="1636"/>
                  </a:lnTo>
                  <a:lnTo>
                    <a:pt x="1070" y="1494"/>
                  </a:lnTo>
                  <a:lnTo>
                    <a:pt x="1272" y="1393"/>
                  </a:lnTo>
                  <a:lnTo>
                    <a:pt x="1474" y="1293"/>
                  </a:lnTo>
                  <a:lnTo>
                    <a:pt x="1676" y="1192"/>
                  </a:lnTo>
                  <a:lnTo>
                    <a:pt x="2100" y="1030"/>
                  </a:lnTo>
                  <a:lnTo>
                    <a:pt x="2523" y="909"/>
                  </a:lnTo>
                  <a:lnTo>
                    <a:pt x="2967" y="808"/>
                  </a:lnTo>
                  <a:lnTo>
                    <a:pt x="3411" y="727"/>
                  </a:lnTo>
                  <a:lnTo>
                    <a:pt x="3855" y="667"/>
                  </a:lnTo>
                  <a:lnTo>
                    <a:pt x="4279" y="627"/>
                  </a:lnTo>
                  <a:lnTo>
                    <a:pt x="5349" y="526"/>
                  </a:lnTo>
                  <a:lnTo>
                    <a:pt x="6438" y="465"/>
                  </a:lnTo>
                  <a:lnTo>
                    <a:pt x="7528" y="405"/>
                  </a:lnTo>
                  <a:lnTo>
                    <a:pt x="8598" y="364"/>
                  </a:lnTo>
                  <a:lnTo>
                    <a:pt x="10757" y="304"/>
                  </a:lnTo>
                  <a:lnTo>
                    <a:pt x="12896" y="284"/>
                  </a:lnTo>
                  <a:lnTo>
                    <a:pt x="32471" y="82"/>
                  </a:lnTo>
                  <a:close/>
                  <a:moveTo>
                    <a:pt x="32471" y="1"/>
                  </a:moveTo>
                  <a:lnTo>
                    <a:pt x="12896" y="203"/>
                  </a:lnTo>
                  <a:lnTo>
                    <a:pt x="10757" y="223"/>
                  </a:lnTo>
                  <a:lnTo>
                    <a:pt x="8598" y="284"/>
                  </a:lnTo>
                  <a:lnTo>
                    <a:pt x="7508" y="324"/>
                  </a:lnTo>
                  <a:lnTo>
                    <a:pt x="6438" y="384"/>
                  </a:lnTo>
                  <a:lnTo>
                    <a:pt x="5349" y="445"/>
                  </a:lnTo>
                  <a:lnTo>
                    <a:pt x="4279" y="546"/>
                  </a:lnTo>
                  <a:lnTo>
                    <a:pt x="3835" y="586"/>
                  </a:lnTo>
                  <a:lnTo>
                    <a:pt x="3391" y="647"/>
                  </a:lnTo>
                  <a:lnTo>
                    <a:pt x="2947" y="727"/>
                  </a:lnTo>
                  <a:lnTo>
                    <a:pt x="2503" y="828"/>
                  </a:lnTo>
                  <a:lnTo>
                    <a:pt x="2059" y="949"/>
                  </a:lnTo>
                  <a:lnTo>
                    <a:pt x="1635" y="1111"/>
                  </a:lnTo>
                  <a:lnTo>
                    <a:pt x="1434" y="1212"/>
                  </a:lnTo>
                  <a:lnTo>
                    <a:pt x="1232" y="1313"/>
                  </a:lnTo>
                  <a:lnTo>
                    <a:pt x="1030" y="1434"/>
                  </a:lnTo>
                  <a:lnTo>
                    <a:pt x="848" y="1575"/>
                  </a:lnTo>
                  <a:lnTo>
                    <a:pt x="586" y="1777"/>
                  </a:lnTo>
                  <a:lnTo>
                    <a:pt x="465" y="1898"/>
                  </a:lnTo>
                  <a:lnTo>
                    <a:pt x="344" y="2039"/>
                  </a:lnTo>
                  <a:lnTo>
                    <a:pt x="243" y="2180"/>
                  </a:lnTo>
                  <a:lnTo>
                    <a:pt x="142" y="2342"/>
                  </a:lnTo>
                  <a:lnTo>
                    <a:pt x="82" y="2524"/>
                  </a:lnTo>
                  <a:lnTo>
                    <a:pt x="21" y="2705"/>
                  </a:lnTo>
                  <a:lnTo>
                    <a:pt x="1" y="2846"/>
                  </a:lnTo>
                  <a:lnTo>
                    <a:pt x="1" y="2967"/>
                  </a:lnTo>
                  <a:lnTo>
                    <a:pt x="21" y="3210"/>
                  </a:lnTo>
                  <a:lnTo>
                    <a:pt x="82" y="3452"/>
                  </a:lnTo>
                  <a:lnTo>
                    <a:pt x="183" y="3674"/>
                  </a:lnTo>
                  <a:lnTo>
                    <a:pt x="324" y="3876"/>
                  </a:lnTo>
                  <a:lnTo>
                    <a:pt x="465" y="4057"/>
                  </a:lnTo>
                  <a:lnTo>
                    <a:pt x="647" y="4219"/>
                  </a:lnTo>
                  <a:lnTo>
                    <a:pt x="848" y="4380"/>
                  </a:lnTo>
                  <a:lnTo>
                    <a:pt x="1050" y="4521"/>
                  </a:lnTo>
                  <a:lnTo>
                    <a:pt x="1252" y="4663"/>
                  </a:lnTo>
                  <a:lnTo>
                    <a:pt x="1676" y="4864"/>
                  </a:lnTo>
                  <a:lnTo>
                    <a:pt x="2039" y="5026"/>
                  </a:lnTo>
                  <a:lnTo>
                    <a:pt x="2322" y="5147"/>
                  </a:lnTo>
                  <a:lnTo>
                    <a:pt x="3896" y="5651"/>
                  </a:lnTo>
                  <a:lnTo>
                    <a:pt x="5026" y="6035"/>
                  </a:lnTo>
                  <a:lnTo>
                    <a:pt x="6176" y="6438"/>
                  </a:lnTo>
                  <a:lnTo>
                    <a:pt x="6741" y="6640"/>
                  </a:lnTo>
                  <a:lnTo>
                    <a:pt x="7306" y="6862"/>
                  </a:lnTo>
                  <a:lnTo>
                    <a:pt x="7871" y="7104"/>
                  </a:lnTo>
                  <a:lnTo>
                    <a:pt x="8416" y="7347"/>
                  </a:lnTo>
                  <a:lnTo>
                    <a:pt x="8900" y="7589"/>
                  </a:lnTo>
                  <a:lnTo>
                    <a:pt x="9385" y="7831"/>
                  </a:lnTo>
                  <a:lnTo>
                    <a:pt x="9849" y="8093"/>
                  </a:lnTo>
                  <a:lnTo>
                    <a:pt x="10313" y="8356"/>
                  </a:lnTo>
                  <a:lnTo>
                    <a:pt x="10757" y="8638"/>
                  </a:lnTo>
                  <a:lnTo>
                    <a:pt x="11201" y="8941"/>
                  </a:lnTo>
                  <a:lnTo>
                    <a:pt x="12089" y="9546"/>
                  </a:lnTo>
                  <a:lnTo>
                    <a:pt x="12936" y="10212"/>
                  </a:lnTo>
                  <a:lnTo>
                    <a:pt x="13743" y="10898"/>
                  </a:lnTo>
                  <a:lnTo>
                    <a:pt x="14551" y="11605"/>
                  </a:lnTo>
                  <a:lnTo>
                    <a:pt x="15338" y="12351"/>
                  </a:lnTo>
                  <a:lnTo>
                    <a:pt x="16084" y="13118"/>
                  </a:lnTo>
                  <a:lnTo>
                    <a:pt x="16831" y="13905"/>
                  </a:lnTo>
                  <a:lnTo>
                    <a:pt x="17578" y="14712"/>
                  </a:lnTo>
                  <a:lnTo>
                    <a:pt x="18284" y="15519"/>
                  </a:lnTo>
                  <a:lnTo>
                    <a:pt x="19697" y="17194"/>
                  </a:lnTo>
                  <a:lnTo>
                    <a:pt x="21089" y="18869"/>
                  </a:lnTo>
                  <a:lnTo>
                    <a:pt x="21513" y="19394"/>
                  </a:lnTo>
                  <a:lnTo>
                    <a:pt x="22986" y="21130"/>
                  </a:lnTo>
                  <a:lnTo>
                    <a:pt x="23712" y="21977"/>
                  </a:lnTo>
                  <a:lnTo>
                    <a:pt x="24479" y="22845"/>
                  </a:lnTo>
                  <a:lnTo>
                    <a:pt x="25246" y="23672"/>
                  </a:lnTo>
                  <a:lnTo>
                    <a:pt x="26053" y="24500"/>
                  </a:lnTo>
                  <a:lnTo>
                    <a:pt x="26861" y="25287"/>
                  </a:lnTo>
                  <a:lnTo>
                    <a:pt x="27688" y="26053"/>
                  </a:lnTo>
                  <a:lnTo>
                    <a:pt x="28535" y="26780"/>
                  </a:lnTo>
                  <a:lnTo>
                    <a:pt x="29403" y="27486"/>
                  </a:lnTo>
                  <a:lnTo>
                    <a:pt x="29847" y="27809"/>
                  </a:lnTo>
                  <a:lnTo>
                    <a:pt x="30291" y="28152"/>
                  </a:lnTo>
                  <a:lnTo>
                    <a:pt x="30755" y="28455"/>
                  </a:lnTo>
                  <a:lnTo>
                    <a:pt x="31219" y="28758"/>
                  </a:lnTo>
                  <a:lnTo>
                    <a:pt x="31684" y="29040"/>
                  </a:lnTo>
                  <a:lnTo>
                    <a:pt x="32168" y="29323"/>
                  </a:lnTo>
                  <a:lnTo>
                    <a:pt x="32652" y="29585"/>
                  </a:lnTo>
                  <a:lnTo>
                    <a:pt x="33137" y="29847"/>
                  </a:lnTo>
                  <a:lnTo>
                    <a:pt x="33641" y="30090"/>
                  </a:lnTo>
                  <a:lnTo>
                    <a:pt x="34146" y="30311"/>
                  </a:lnTo>
                  <a:lnTo>
                    <a:pt x="34670" y="30513"/>
                  </a:lnTo>
                  <a:lnTo>
                    <a:pt x="35195" y="30715"/>
                  </a:lnTo>
                  <a:lnTo>
                    <a:pt x="35659" y="30856"/>
                  </a:lnTo>
                  <a:lnTo>
                    <a:pt x="36164" y="30998"/>
                  </a:lnTo>
                  <a:lnTo>
                    <a:pt x="36426" y="31058"/>
                  </a:lnTo>
                  <a:lnTo>
                    <a:pt x="36688" y="31099"/>
                  </a:lnTo>
                  <a:lnTo>
                    <a:pt x="36971" y="31119"/>
                  </a:lnTo>
                  <a:lnTo>
                    <a:pt x="37475" y="31119"/>
                  </a:lnTo>
                  <a:lnTo>
                    <a:pt x="37697" y="31099"/>
                  </a:lnTo>
                  <a:lnTo>
                    <a:pt x="37939" y="31058"/>
                  </a:lnTo>
                  <a:lnTo>
                    <a:pt x="38161" y="30998"/>
                  </a:lnTo>
                  <a:lnTo>
                    <a:pt x="38363" y="30917"/>
                  </a:lnTo>
                  <a:lnTo>
                    <a:pt x="38565" y="30836"/>
                  </a:lnTo>
                  <a:lnTo>
                    <a:pt x="38747" y="30755"/>
                  </a:lnTo>
                  <a:lnTo>
                    <a:pt x="38908" y="30655"/>
                  </a:lnTo>
                  <a:lnTo>
                    <a:pt x="39069" y="30533"/>
                  </a:lnTo>
                  <a:lnTo>
                    <a:pt x="39231" y="30412"/>
                  </a:lnTo>
                  <a:lnTo>
                    <a:pt x="39372" y="30271"/>
                  </a:lnTo>
                  <a:lnTo>
                    <a:pt x="39513" y="30130"/>
                  </a:lnTo>
                  <a:lnTo>
                    <a:pt x="39756" y="29827"/>
                  </a:lnTo>
                  <a:lnTo>
                    <a:pt x="39978" y="29484"/>
                  </a:lnTo>
                  <a:lnTo>
                    <a:pt x="40179" y="29121"/>
                  </a:lnTo>
                  <a:lnTo>
                    <a:pt x="40341" y="28758"/>
                  </a:lnTo>
                  <a:lnTo>
                    <a:pt x="40462" y="28374"/>
                  </a:lnTo>
                  <a:lnTo>
                    <a:pt x="40583" y="27971"/>
                  </a:lnTo>
                  <a:lnTo>
                    <a:pt x="40684" y="27587"/>
                  </a:lnTo>
                  <a:lnTo>
                    <a:pt x="40765" y="27184"/>
                  </a:lnTo>
                  <a:lnTo>
                    <a:pt x="40805" y="26820"/>
                  </a:lnTo>
                  <a:lnTo>
                    <a:pt x="40865" y="26437"/>
                  </a:lnTo>
                  <a:lnTo>
                    <a:pt x="40906" y="25771"/>
                  </a:lnTo>
                  <a:lnTo>
                    <a:pt x="40946" y="24944"/>
                  </a:lnTo>
                  <a:lnTo>
                    <a:pt x="40946" y="24116"/>
                  </a:lnTo>
                  <a:lnTo>
                    <a:pt x="40926" y="23269"/>
                  </a:lnTo>
                  <a:lnTo>
                    <a:pt x="40906" y="22441"/>
                  </a:lnTo>
                  <a:lnTo>
                    <a:pt x="40845" y="21594"/>
                  </a:lnTo>
                  <a:lnTo>
                    <a:pt x="40785" y="20766"/>
                  </a:lnTo>
                  <a:lnTo>
                    <a:pt x="40684" y="19939"/>
                  </a:lnTo>
                  <a:lnTo>
                    <a:pt x="40583" y="19091"/>
                  </a:lnTo>
                  <a:lnTo>
                    <a:pt x="40442" y="18264"/>
                  </a:lnTo>
                  <a:lnTo>
                    <a:pt x="40300" y="17437"/>
                  </a:lnTo>
                  <a:lnTo>
                    <a:pt x="40119" y="16609"/>
                  </a:lnTo>
                  <a:lnTo>
                    <a:pt x="39937" y="15782"/>
                  </a:lnTo>
                  <a:lnTo>
                    <a:pt x="39715" y="14975"/>
                  </a:lnTo>
                  <a:lnTo>
                    <a:pt x="39493" y="14147"/>
                  </a:lnTo>
                  <a:lnTo>
                    <a:pt x="39251" y="13360"/>
                  </a:lnTo>
                  <a:lnTo>
                    <a:pt x="38989" y="12553"/>
                  </a:lnTo>
                  <a:lnTo>
                    <a:pt x="38686" y="11746"/>
                  </a:lnTo>
                  <a:lnTo>
                    <a:pt x="38383" y="10959"/>
                  </a:lnTo>
                  <a:lnTo>
                    <a:pt x="38060" y="10172"/>
                  </a:lnTo>
                  <a:lnTo>
                    <a:pt x="37717" y="9405"/>
                  </a:lnTo>
                  <a:lnTo>
                    <a:pt x="37354" y="8638"/>
                  </a:lnTo>
                  <a:lnTo>
                    <a:pt x="36971" y="7871"/>
                  </a:lnTo>
                  <a:lnTo>
                    <a:pt x="36567" y="7125"/>
                  </a:lnTo>
                  <a:lnTo>
                    <a:pt x="36143" y="6398"/>
                  </a:lnTo>
                  <a:lnTo>
                    <a:pt x="35841" y="5873"/>
                  </a:lnTo>
                  <a:lnTo>
                    <a:pt x="35578" y="5470"/>
                  </a:lnTo>
                  <a:lnTo>
                    <a:pt x="35336" y="5046"/>
                  </a:lnTo>
                  <a:lnTo>
                    <a:pt x="35255" y="4844"/>
                  </a:lnTo>
                  <a:lnTo>
                    <a:pt x="35175" y="4622"/>
                  </a:lnTo>
                  <a:lnTo>
                    <a:pt x="35094" y="4380"/>
                  </a:lnTo>
                  <a:lnTo>
                    <a:pt x="35054" y="4158"/>
                  </a:lnTo>
                  <a:lnTo>
                    <a:pt x="35054" y="3997"/>
                  </a:lnTo>
                  <a:lnTo>
                    <a:pt x="35054" y="3835"/>
                  </a:lnTo>
                  <a:lnTo>
                    <a:pt x="35074" y="3492"/>
                  </a:lnTo>
                  <a:lnTo>
                    <a:pt x="35155" y="3169"/>
                  </a:lnTo>
                  <a:lnTo>
                    <a:pt x="35235" y="2846"/>
                  </a:lnTo>
                  <a:lnTo>
                    <a:pt x="35316" y="2463"/>
                  </a:lnTo>
                  <a:lnTo>
                    <a:pt x="35397" y="2059"/>
                  </a:lnTo>
                  <a:lnTo>
                    <a:pt x="35417" y="1858"/>
                  </a:lnTo>
                  <a:lnTo>
                    <a:pt x="35397" y="1656"/>
                  </a:lnTo>
                  <a:lnTo>
                    <a:pt x="35376" y="1454"/>
                  </a:lnTo>
                  <a:lnTo>
                    <a:pt x="35336" y="1252"/>
                  </a:lnTo>
                  <a:lnTo>
                    <a:pt x="35276" y="1091"/>
                  </a:lnTo>
                  <a:lnTo>
                    <a:pt x="35195" y="949"/>
                  </a:lnTo>
                  <a:lnTo>
                    <a:pt x="35094" y="808"/>
                  </a:lnTo>
                  <a:lnTo>
                    <a:pt x="34993" y="687"/>
                  </a:lnTo>
                  <a:lnTo>
                    <a:pt x="34872" y="586"/>
                  </a:lnTo>
                  <a:lnTo>
                    <a:pt x="34731" y="485"/>
                  </a:lnTo>
                  <a:lnTo>
                    <a:pt x="34569" y="384"/>
                  </a:lnTo>
                  <a:lnTo>
                    <a:pt x="34408" y="304"/>
                  </a:lnTo>
                  <a:lnTo>
                    <a:pt x="34226" y="223"/>
                  </a:lnTo>
                  <a:lnTo>
                    <a:pt x="34024" y="162"/>
                  </a:lnTo>
                  <a:lnTo>
                    <a:pt x="33802" y="122"/>
                  </a:lnTo>
                  <a:lnTo>
                    <a:pt x="33560" y="82"/>
                  </a:lnTo>
                  <a:lnTo>
                    <a:pt x="33056" y="21"/>
                  </a:lnTo>
                  <a:lnTo>
                    <a:pt x="32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7"/>
            <p:cNvSpPr/>
            <p:nvPr/>
          </p:nvSpPr>
          <p:spPr>
            <a:xfrm flipH="1">
              <a:off x="2060921" y="-3413869"/>
              <a:ext cx="1001862" cy="1525380"/>
            </a:xfrm>
            <a:custGeom>
              <a:rect b="b" l="l" r="r" t="t"/>
              <a:pathLst>
                <a:path extrusionOk="0" h="27284" w="17920">
                  <a:moveTo>
                    <a:pt x="9041" y="81"/>
                  </a:moveTo>
                  <a:lnTo>
                    <a:pt x="9464" y="101"/>
                  </a:lnTo>
                  <a:lnTo>
                    <a:pt x="9888" y="141"/>
                  </a:lnTo>
                  <a:lnTo>
                    <a:pt x="10312" y="222"/>
                  </a:lnTo>
                  <a:lnTo>
                    <a:pt x="10716" y="323"/>
                  </a:lnTo>
                  <a:lnTo>
                    <a:pt x="11139" y="444"/>
                  </a:lnTo>
                  <a:lnTo>
                    <a:pt x="11543" y="605"/>
                  </a:lnTo>
                  <a:lnTo>
                    <a:pt x="11947" y="767"/>
                  </a:lnTo>
                  <a:lnTo>
                    <a:pt x="12350" y="969"/>
                  </a:lnTo>
                  <a:lnTo>
                    <a:pt x="12734" y="1191"/>
                  </a:lnTo>
                  <a:lnTo>
                    <a:pt x="13117" y="1433"/>
                  </a:lnTo>
                  <a:lnTo>
                    <a:pt x="13480" y="1715"/>
                  </a:lnTo>
                  <a:lnTo>
                    <a:pt x="13844" y="1998"/>
                  </a:lnTo>
                  <a:lnTo>
                    <a:pt x="14187" y="2301"/>
                  </a:lnTo>
                  <a:lnTo>
                    <a:pt x="14530" y="2644"/>
                  </a:lnTo>
                  <a:lnTo>
                    <a:pt x="14832" y="2987"/>
                  </a:lnTo>
                  <a:lnTo>
                    <a:pt x="15155" y="3350"/>
                  </a:lnTo>
                  <a:lnTo>
                    <a:pt x="15397" y="3673"/>
                  </a:lnTo>
                  <a:lnTo>
                    <a:pt x="15619" y="4016"/>
                  </a:lnTo>
                  <a:lnTo>
                    <a:pt x="15841" y="4359"/>
                  </a:lnTo>
                  <a:lnTo>
                    <a:pt x="16063" y="4722"/>
                  </a:lnTo>
                  <a:lnTo>
                    <a:pt x="16265" y="5106"/>
                  </a:lnTo>
                  <a:lnTo>
                    <a:pt x="16447" y="5489"/>
                  </a:lnTo>
                  <a:lnTo>
                    <a:pt x="16628" y="5893"/>
                  </a:lnTo>
                  <a:lnTo>
                    <a:pt x="16790" y="6296"/>
                  </a:lnTo>
                  <a:lnTo>
                    <a:pt x="16931" y="6720"/>
                  </a:lnTo>
                  <a:lnTo>
                    <a:pt x="17072" y="7144"/>
                  </a:lnTo>
                  <a:lnTo>
                    <a:pt x="17214" y="7588"/>
                  </a:lnTo>
                  <a:lnTo>
                    <a:pt x="17315" y="8052"/>
                  </a:lnTo>
                  <a:lnTo>
                    <a:pt x="17436" y="8516"/>
                  </a:lnTo>
                  <a:lnTo>
                    <a:pt x="17516" y="8980"/>
                  </a:lnTo>
                  <a:lnTo>
                    <a:pt x="17597" y="9485"/>
                  </a:lnTo>
                  <a:lnTo>
                    <a:pt x="17678" y="9969"/>
                  </a:lnTo>
                  <a:lnTo>
                    <a:pt x="17738" y="10514"/>
                  </a:lnTo>
                  <a:lnTo>
                    <a:pt x="17779" y="11079"/>
                  </a:lnTo>
                  <a:lnTo>
                    <a:pt x="17819" y="11624"/>
                  </a:lnTo>
                  <a:lnTo>
                    <a:pt x="17839" y="12189"/>
                  </a:lnTo>
                  <a:lnTo>
                    <a:pt x="17839" y="12774"/>
                  </a:lnTo>
                  <a:lnTo>
                    <a:pt x="17819" y="13339"/>
                  </a:lnTo>
                  <a:lnTo>
                    <a:pt x="17799" y="13924"/>
                  </a:lnTo>
                  <a:lnTo>
                    <a:pt x="17758" y="14510"/>
                  </a:lnTo>
                  <a:lnTo>
                    <a:pt x="17718" y="15115"/>
                  </a:lnTo>
                  <a:lnTo>
                    <a:pt x="17637" y="15720"/>
                  </a:lnTo>
                  <a:lnTo>
                    <a:pt x="17557" y="16326"/>
                  </a:lnTo>
                  <a:lnTo>
                    <a:pt x="17456" y="16951"/>
                  </a:lnTo>
                  <a:lnTo>
                    <a:pt x="17355" y="17577"/>
                  </a:lnTo>
                  <a:lnTo>
                    <a:pt x="17234" y="18202"/>
                  </a:lnTo>
                  <a:lnTo>
                    <a:pt x="17093" y="18848"/>
                  </a:lnTo>
                  <a:lnTo>
                    <a:pt x="16931" y="19514"/>
                  </a:lnTo>
                  <a:lnTo>
                    <a:pt x="16709" y="20362"/>
                  </a:lnTo>
                  <a:lnTo>
                    <a:pt x="16447" y="21230"/>
                  </a:lnTo>
                  <a:lnTo>
                    <a:pt x="16285" y="21673"/>
                  </a:lnTo>
                  <a:lnTo>
                    <a:pt x="16124" y="22117"/>
                  </a:lnTo>
                  <a:lnTo>
                    <a:pt x="15942" y="22561"/>
                  </a:lnTo>
                  <a:lnTo>
                    <a:pt x="15740" y="23005"/>
                  </a:lnTo>
                  <a:lnTo>
                    <a:pt x="15518" y="23429"/>
                  </a:lnTo>
                  <a:lnTo>
                    <a:pt x="15276" y="23873"/>
                  </a:lnTo>
                  <a:lnTo>
                    <a:pt x="15014" y="24277"/>
                  </a:lnTo>
                  <a:lnTo>
                    <a:pt x="14731" y="24680"/>
                  </a:lnTo>
                  <a:lnTo>
                    <a:pt x="14429" y="25064"/>
                  </a:lnTo>
                  <a:lnTo>
                    <a:pt x="14106" y="25427"/>
                  </a:lnTo>
                  <a:lnTo>
                    <a:pt x="13743" y="25770"/>
                  </a:lnTo>
                  <a:lnTo>
                    <a:pt x="13359" y="26093"/>
                  </a:lnTo>
                  <a:lnTo>
                    <a:pt x="13077" y="26295"/>
                  </a:lnTo>
                  <a:lnTo>
                    <a:pt x="12774" y="26476"/>
                  </a:lnTo>
                  <a:lnTo>
                    <a:pt x="12491" y="26658"/>
                  </a:lnTo>
                  <a:lnTo>
                    <a:pt x="12209" y="26799"/>
                  </a:lnTo>
                  <a:lnTo>
                    <a:pt x="11906" y="26920"/>
                  </a:lnTo>
                  <a:lnTo>
                    <a:pt x="11624" y="27021"/>
                  </a:lnTo>
                  <a:lnTo>
                    <a:pt x="11321" y="27102"/>
                  </a:lnTo>
                  <a:lnTo>
                    <a:pt x="11018" y="27162"/>
                  </a:lnTo>
                  <a:lnTo>
                    <a:pt x="10716" y="27203"/>
                  </a:lnTo>
                  <a:lnTo>
                    <a:pt x="10110" y="27203"/>
                  </a:lnTo>
                  <a:lnTo>
                    <a:pt x="9808" y="27183"/>
                  </a:lnTo>
                  <a:lnTo>
                    <a:pt x="9485" y="27142"/>
                  </a:lnTo>
                  <a:lnTo>
                    <a:pt x="9182" y="27062"/>
                  </a:lnTo>
                  <a:lnTo>
                    <a:pt x="8859" y="26981"/>
                  </a:lnTo>
                  <a:lnTo>
                    <a:pt x="8556" y="26860"/>
                  </a:lnTo>
                  <a:lnTo>
                    <a:pt x="8234" y="26739"/>
                  </a:lnTo>
                  <a:lnTo>
                    <a:pt x="7931" y="26577"/>
                  </a:lnTo>
                  <a:lnTo>
                    <a:pt x="7628" y="26416"/>
                  </a:lnTo>
                  <a:lnTo>
                    <a:pt x="7346" y="26234"/>
                  </a:lnTo>
                  <a:lnTo>
                    <a:pt x="7063" y="26053"/>
                  </a:lnTo>
                  <a:lnTo>
                    <a:pt x="6781" y="25851"/>
                  </a:lnTo>
                  <a:lnTo>
                    <a:pt x="6256" y="25427"/>
                  </a:lnTo>
                  <a:lnTo>
                    <a:pt x="5772" y="24983"/>
                  </a:lnTo>
                  <a:lnTo>
                    <a:pt x="5328" y="24539"/>
                  </a:lnTo>
                  <a:lnTo>
                    <a:pt x="4944" y="24095"/>
                  </a:lnTo>
                  <a:lnTo>
                    <a:pt x="4581" y="23671"/>
                  </a:lnTo>
                  <a:lnTo>
                    <a:pt x="4238" y="23227"/>
                  </a:lnTo>
                  <a:lnTo>
                    <a:pt x="3895" y="22763"/>
                  </a:lnTo>
                  <a:lnTo>
                    <a:pt x="3572" y="22279"/>
                  </a:lnTo>
                  <a:lnTo>
                    <a:pt x="3249" y="21815"/>
                  </a:lnTo>
                  <a:lnTo>
                    <a:pt x="2967" y="21330"/>
                  </a:lnTo>
                  <a:lnTo>
                    <a:pt x="2664" y="20826"/>
                  </a:lnTo>
                  <a:lnTo>
                    <a:pt x="2401" y="20342"/>
                  </a:lnTo>
                  <a:lnTo>
                    <a:pt x="2139" y="19837"/>
                  </a:lnTo>
                  <a:lnTo>
                    <a:pt x="1897" y="19333"/>
                  </a:lnTo>
                  <a:lnTo>
                    <a:pt x="1675" y="18808"/>
                  </a:lnTo>
                  <a:lnTo>
                    <a:pt x="1453" y="18303"/>
                  </a:lnTo>
                  <a:lnTo>
                    <a:pt x="1251" y="17779"/>
                  </a:lnTo>
                  <a:lnTo>
                    <a:pt x="1070" y="17254"/>
                  </a:lnTo>
                  <a:lnTo>
                    <a:pt x="888" y="16729"/>
                  </a:lnTo>
                  <a:lnTo>
                    <a:pt x="727" y="16205"/>
                  </a:lnTo>
                  <a:lnTo>
                    <a:pt x="585" y="15680"/>
                  </a:lnTo>
                  <a:lnTo>
                    <a:pt x="464" y="15095"/>
                  </a:lnTo>
                  <a:lnTo>
                    <a:pt x="343" y="14530"/>
                  </a:lnTo>
                  <a:lnTo>
                    <a:pt x="262" y="13965"/>
                  </a:lnTo>
                  <a:lnTo>
                    <a:pt x="182" y="13400"/>
                  </a:lnTo>
                  <a:lnTo>
                    <a:pt x="121" y="12835"/>
                  </a:lnTo>
                  <a:lnTo>
                    <a:pt x="101" y="12270"/>
                  </a:lnTo>
                  <a:lnTo>
                    <a:pt x="81" y="11725"/>
                  </a:lnTo>
                  <a:lnTo>
                    <a:pt x="81" y="11160"/>
                  </a:lnTo>
                  <a:lnTo>
                    <a:pt x="101" y="10615"/>
                  </a:lnTo>
                  <a:lnTo>
                    <a:pt x="141" y="10070"/>
                  </a:lnTo>
                  <a:lnTo>
                    <a:pt x="202" y="9525"/>
                  </a:lnTo>
                  <a:lnTo>
                    <a:pt x="283" y="9000"/>
                  </a:lnTo>
                  <a:lnTo>
                    <a:pt x="383" y="8476"/>
                  </a:lnTo>
                  <a:lnTo>
                    <a:pt x="505" y="7951"/>
                  </a:lnTo>
                  <a:lnTo>
                    <a:pt x="646" y="7447"/>
                  </a:lnTo>
                  <a:lnTo>
                    <a:pt x="787" y="6942"/>
                  </a:lnTo>
                  <a:lnTo>
                    <a:pt x="1049" y="6236"/>
                  </a:lnTo>
                  <a:lnTo>
                    <a:pt x="1352" y="5570"/>
                  </a:lnTo>
                  <a:lnTo>
                    <a:pt x="1695" y="4924"/>
                  </a:lnTo>
                  <a:lnTo>
                    <a:pt x="2079" y="4298"/>
                  </a:lnTo>
                  <a:lnTo>
                    <a:pt x="2482" y="3693"/>
                  </a:lnTo>
                  <a:lnTo>
                    <a:pt x="2946" y="3128"/>
                  </a:lnTo>
                  <a:lnTo>
                    <a:pt x="3188" y="2866"/>
                  </a:lnTo>
                  <a:lnTo>
                    <a:pt x="3431" y="2603"/>
                  </a:lnTo>
                  <a:lnTo>
                    <a:pt x="3673" y="2361"/>
                  </a:lnTo>
                  <a:lnTo>
                    <a:pt x="3935" y="2119"/>
                  </a:lnTo>
                  <a:lnTo>
                    <a:pt x="4218" y="1877"/>
                  </a:lnTo>
                  <a:lnTo>
                    <a:pt x="4520" y="1655"/>
                  </a:lnTo>
                  <a:lnTo>
                    <a:pt x="4803" y="1433"/>
                  </a:lnTo>
                  <a:lnTo>
                    <a:pt x="5106" y="1231"/>
                  </a:lnTo>
                  <a:lnTo>
                    <a:pt x="5408" y="1049"/>
                  </a:lnTo>
                  <a:lnTo>
                    <a:pt x="5731" y="888"/>
                  </a:lnTo>
                  <a:lnTo>
                    <a:pt x="6034" y="727"/>
                  </a:lnTo>
                  <a:lnTo>
                    <a:pt x="6337" y="605"/>
                  </a:lnTo>
                  <a:lnTo>
                    <a:pt x="6659" y="484"/>
                  </a:lnTo>
                  <a:lnTo>
                    <a:pt x="6982" y="363"/>
                  </a:lnTo>
                  <a:lnTo>
                    <a:pt x="7305" y="283"/>
                  </a:lnTo>
                  <a:lnTo>
                    <a:pt x="7628" y="202"/>
                  </a:lnTo>
                  <a:lnTo>
                    <a:pt x="7951" y="162"/>
                  </a:lnTo>
                  <a:lnTo>
                    <a:pt x="8274" y="121"/>
                  </a:lnTo>
                  <a:lnTo>
                    <a:pt x="8597" y="81"/>
                  </a:lnTo>
                  <a:close/>
                  <a:moveTo>
                    <a:pt x="8698" y="0"/>
                  </a:moveTo>
                  <a:lnTo>
                    <a:pt x="8355" y="20"/>
                  </a:lnTo>
                  <a:lnTo>
                    <a:pt x="8032" y="61"/>
                  </a:lnTo>
                  <a:lnTo>
                    <a:pt x="7689" y="121"/>
                  </a:lnTo>
                  <a:lnTo>
                    <a:pt x="7366" y="182"/>
                  </a:lnTo>
                  <a:lnTo>
                    <a:pt x="7023" y="283"/>
                  </a:lnTo>
                  <a:lnTo>
                    <a:pt x="6700" y="383"/>
                  </a:lnTo>
                  <a:lnTo>
                    <a:pt x="6377" y="505"/>
                  </a:lnTo>
                  <a:lnTo>
                    <a:pt x="6054" y="646"/>
                  </a:lnTo>
                  <a:lnTo>
                    <a:pt x="5731" y="787"/>
                  </a:lnTo>
                  <a:lnTo>
                    <a:pt x="5408" y="969"/>
                  </a:lnTo>
                  <a:lnTo>
                    <a:pt x="5085" y="1150"/>
                  </a:lnTo>
                  <a:lnTo>
                    <a:pt x="4783" y="1352"/>
                  </a:lnTo>
                  <a:lnTo>
                    <a:pt x="4480" y="1574"/>
                  </a:lnTo>
                  <a:lnTo>
                    <a:pt x="4177" y="1816"/>
                  </a:lnTo>
                  <a:lnTo>
                    <a:pt x="3895" y="2058"/>
                  </a:lnTo>
                  <a:lnTo>
                    <a:pt x="3632" y="2301"/>
                  </a:lnTo>
                  <a:lnTo>
                    <a:pt x="3370" y="2543"/>
                  </a:lnTo>
                  <a:lnTo>
                    <a:pt x="3128" y="2805"/>
                  </a:lnTo>
                  <a:lnTo>
                    <a:pt x="2886" y="3088"/>
                  </a:lnTo>
                  <a:lnTo>
                    <a:pt x="2422" y="3653"/>
                  </a:lnTo>
                  <a:lnTo>
                    <a:pt x="1998" y="4258"/>
                  </a:lnTo>
                  <a:lnTo>
                    <a:pt x="1614" y="4884"/>
                  </a:lnTo>
                  <a:lnTo>
                    <a:pt x="1271" y="5529"/>
                  </a:lnTo>
                  <a:lnTo>
                    <a:pt x="969" y="6216"/>
                  </a:lnTo>
                  <a:lnTo>
                    <a:pt x="848" y="6559"/>
                  </a:lnTo>
                  <a:lnTo>
                    <a:pt x="727" y="6902"/>
                  </a:lnTo>
                  <a:lnTo>
                    <a:pt x="565" y="7406"/>
                  </a:lnTo>
                  <a:lnTo>
                    <a:pt x="424" y="7931"/>
                  </a:lnTo>
                  <a:lnTo>
                    <a:pt x="303" y="8456"/>
                  </a:lnTo>
                  <a:lnTo>
                    <a:pt x="202" y="8980"/>
                  </a:lnTo>
                  <a:lnTo>
                    <a:pt x="121" y="9525"/>
                  </a:lnTo>
                  <a:lnTo>
                    <a:pt x="61" y="10070"/>
                  </a:lnTo>
                  <a:lnTo>
                    <a:pt x="20" y="10615"/>
                  </a:lnTo>
                  <a:lnTo>
                    <a:pt x="0" y="11160"/>
                  </a:lnTo>
                  <a:lnTo>
                    <a:pt x="0" y="11725"/>
                  </a:lnTo>
                  <a:lnTo>
                    <a:pt x="20" y="12270"/>
                  </a:lnTo>
                  <a:lnTo>
                    <a:pt x="40" y="12835"/>
                  </a:lnTo>
                  <a:lnTo>
                    <a:pt x="101" y="13400"/>
                  </a:lnTo>
                  <a:lnTo>
                    <a:pt x="182" y="13965"/>
                  </a:lnTo>
                  <a:lnTo>
                    <a:pt x="262" y="14550"/>
                  </a:lnTo>
                  <a:lnTo>
                    <a:pt x="383" y="15115"/>
                  </a:lnTo>
                  <a:lnTo>
                    <a:pt x="525" y="15700"/>
                  </a:lnTo>
                  <a:lnTo>
                    <a:pt x="666" y="16225"/>
                  </a:lnTo>
                  <a:lnTo>
                    <a:pt x="807" y="16750"/>
                  </a:lnTo>
                  <a:lnTo>
                    <a:pt x="989" y="17274"/>
                  </a:lnTo>
                  <a:lnTo>
                    <a:pt x="1170" y="17799"/>
                  </a:lnTo>
                  <a:lnTo>
                    <a:pt x="1372" y="18324"/>
                  </a:lnTo>
                  <a:lnTo>
                    <a:pt x="1594" y="18848"/>
                  </a:lnTo>
                  <a:lnTo>
                    <a:pt x="1816" y="19353"/>
                  </a:lnTo>
                  <a:lnTo>
                    <a:pt x="2058" y="19877"/>
                  </a:lnTo>
                  <a:lnTo>
                    <a:pt x="2321" y="20382"/>
                  </a:lnTo>
                  <a:lnTo>
                    <a:pt x="2603" y="20866"/>
                  </a:lnTo>
                  <a:lnTo>
                    <a:pt x="2886" y="21371"/>
                  </a:lnTo>
                  <a:lnTo>
                    <a:pt x="3188" y="21855"/>
                  </a:lnTo>
                  <a:lnTo>
                    <a:pt x="3511" y="22339"/>
                  </a:lnTo>
                  <a:lnTo>
                    <a:pt x="3834" y="22804"/>
                  </a:lnTo>
                  <a:lnTo>
                    <a:pt x="4177" y="23268"/>
                  </a:lnTo>
                  <a:lnTo>
                    <a:pt x="4520" y="23732"/>
                  </a:lnTo>
                  <a:lnTo>
                    <a:pt x="4964" y="24236"/>
                  </a:lnTo>
                  <a:lnTo>
                    <a:pt x="5206" y="24519"/>
                  </a:lnTo>
                  <a:lnTo>
                    <a:pt x="5489" y="24822"/>
                  </a:lnTo>
                  <a:lnTo>
                    <a:pt x="5792" y="25104"/>
                  </a:lnTo>
                  <a:lnTo>
                    <a:pt x="6115" y="25407"/>
                  </a:lnTo>
                  <a:lnTo>
                    <a:pt x="6458" y="25689"/>
                  </a:lnTo>
                  <a:lnTo>
                    <a:pt x="6821" y="25972"/>
                  </a:lnTo>
                  <a:lnTo>
                    <a:pt x="7204" y="26254"/>
                  </a:lnTo>
                  <a:lnTo>
                    <a:pt x="7608" y="26497"/>
                  </a:lnTo>
                  <a:lnTo>
                    <a:pt x="8032" y="26718"/>
                  </a:lnTo>
                  <a:lnTo>
                    <a:pt x="8455" y="26900"/>
                  </a:lnTo>
                  <a:lnTo>
                    <a:pt x="8920" y="27062"/>
                  </a:lnTo>
                  <a:lnTo>
                    <a:pt x="9364" y="27183"/>
                  </a:lnTo>
                  <a:lnTo>
                    <a:pt x="9606" y="27223"/>
                  </a:lnTo>
                  <a:lnTo>
                    <a:pt x="9848" y="27263"/>
                  </a:lnTo>
                  <a:lnTo>
                    <a:pt x="10090" y="27284"/>
                  </a:lnTo>
                  <a:lnTo>
                    <a:pt x="10695" y="27284"/>
                  </a:lnTo>
                  <a:lnTo>
                    <a:pt x="11079" y="27223"/>
                  </a:lnTo>
                  <a:lnTo>
                    <a:pt x="11462" y="27142"/>
                  </a:lnTo>
                  <a:lnTo>
                    <a:pt x="11846" y="27021"/>
                  </a:lnTo>
                  <a:lnTo>
                    <a:pt x="12229" y="26880"/>
                  </a:lnTo>
                  <a:lnTo>
                    <a:pt x="12613" y="26678"/>
                  </a:lnTo>
                  <a:lnTo>
                    <a:pt x="12996" y="26436"/>
                  </a:lnTo>
                  <a:lnTo>
                    <a:pt x="13400" y="26153"/>
                  </a:lnTo>
                  <a:lnTo>
                    <a:pt x="13783" y="25831"/>
                  </a:lnTo>
                  <a:lnTo>
                    <a:pt x="14146" y="25488"/>
                  </a:lnTo>
                  <a:lnTo>
                    <a:pt x="14489" y="25124"/>
                  </a:lnTo>
                  <a:lnTo>
                    <a:pt x="14792" y="24721"/>
                  </a:lnTo>
                  <a:lnTo>
                    <a:pt x="15095" y="24317"/>
                  </a:lnTo>
                  <a:lnTo>
                    <a:pt x="15357" y="23913"/>
                  </a:lnTo>
                  <a:lnTo>
                    <a:pt x="15599" y="23490"/>
                  </a:lnTo>
                  <a:lnTo>
                    <a:pt x="15821" y="23046"/>
                  </a:lnTo>
                  <a:lnTo>
                    <a:pt x="16023" y="22602"/>
                  </a:lnTo>
                  <a:lnTo>
                    <a:pt x="16205" y="22158"/>
                  </a:lnTo>
                  <a:lnTo>
                    <a:pt x="16366" y="21714"/>
                  </a:lnTo>
                  <a:lnTo>
                    <a:pt x="16527" y="21270"/>
                  </a:lnTo>
                  <a:lnTo>
                    <a:pt x="16790" y="20382"/>
                  </a:lnTo>
                  <a:lnTo>
                    <a:pt x="17012" y="19534"/>
                  </a:lnTo>
                  <a:lnTo>
                    <a:pt x="17173" y="18868"/>
                  </a:lnTo>
                  <a:lnTo>
                    <a:pt x="17315" y="18223"/>
                  </a:lnTo>
                  <a:lnTo>
                    <a:pt x="17436" y="17597"/>
                  </a:lnTo>
                  <a:lnTo>
                    <a:pt x="17537" y="16951"/>
                  </a:lnTo>
                  <a:lnTo>
                    <a:pt x="17637" y="16346"/>
                  </a:lnTo>
                  <a:lnTo>
                    <a:pt x="17718" y="15720"/>
                  </a:lnTo>
                  <a:lnTo>
                    <a:pt x="17799" y="15115"/>
                  </a:lnTo>
                  <a:lnTo>
                    <a:pt x="17839" y="14530"/>
                  </a:lnTo>
                  <a:lnTo>
                    <a:pt x="17880" y="13924"/>
                  </a:lnTo>
                  <a:lnTo>
                    <a:pt x="17900" y="13339"/>
                  </a:lnTo>
                  <a:lnTo>
                    <a:pt x="17920" y="12774"/>
                  </a:lnTo>
                  <a:lnTo>
                    <a:pt x="17920" y="12189"/>
                  </a:lnTo>
                  <a:lnTo>
                    <a:pt x="17900" y="11624"/>
                  </a:lnTo>
                  <a:lnTo>
                    <a:pt x="17859" y="11059"/>
                  </a:lnTo>
                  <a:lnTo>
                    <a:pt x="17819" y="10514"/>
                  </a:lnTo>
                  <a:lnTo>
                    <a:pt x="17758" y="9969"/>
                  </a:lnTo>
                  <a:lnTo>
                    <a:pt x="17678" y="9465"/>
                  </a:lnTo>
                  <a:lnTo>
                    <a:pt x="17597" y="8980"/>
                  </a:lnTo>
                  <a:lnTo>
                    <a:pt x="17516" y="8496"/>
                  </a:lnTo>
                  <a:lnTo>
                    <a:pt x="17395" y="8032"/>
                  </a:lnTo>
                  <a:lnTo>
                    <a:pt x="17294" y="7568"/>
                  </a:lnTo>
                  <a:lnTo>
                    <a:pt x="17153" y="7124"/>
                  </a:lnTo>
                  <a:lnTo>
                    <a:pt x="17012" y="6700"/>
                  </a:lnTo>
                  <a:lnTo>
                    <a:pt x="16850" y="6276"/>
                  </a:lnTo>
                  <a:lnTo>
                    <a:pt x="16689" y="5852"/>
                  </a:lnTo>
                  <a:lnTo>
                    <a:pt x="16507" y="5449"/>
                  </a:lnTo>
                  <a:lnTo>
                    <a:pt x="16326" y="5065"/>
                  </a:lnTo>
                  <a:lnTo>
                    <a:pt x="16124" y="4682"/>
                  </a:lnTo>
                  <a:lnTo>
                    <a:pt x="15922" y="4319"/>
                  </a:lnTo>
                  <a:lnTo>
                    <a:pt x="15700" y="3976"/>
                  </a:lnTo>
                  <a:lnTo>
                    <a:pt x="15458" y="3632"/>
                  </a:lnTo>
                  <a:lnTo>
                    <a:pt x="15216" y="3310"/>
                  </a:lnTo>
                  <a:lnTo>
                    <a:pt x="14913" y="2926"/>
                  </a:lnTo>
                  <a:lnTo>
                    <a:pt x="14590" y="2583"/>
                  </a:lnTo>
                  <a:lnTo>
                    <a:pt x="14247" y="2240"/>
                  </a:lnTo>
                  <a:lnTo>
                    <a:pt x="13904" y="1937"/>
                  </a:lnTo>
                  <a:lnTo>
                    <a:pt x="13541" y="1635"/>
                  </a:lnTo>
                  <a:lnTo>
                    <a:pt x="13157" y="1372"/>
                  </a:lnTo>
                  <a:lnTo>
                    <a:pt x="12774" y="1130"/>
                  </a:lnTo>
                  <a:lnTo>
                    <a:pt x="12391" y="908"/>
                  </a:lnTo>
                  <a:lnTo>
                    <a:pt x="11987" y="706"/>
                  </a:lnTo>
                  <a:lnTo>
                    <a:pt x="11583" y="525"/>
                  </a:lnTo>
                  <a:lnTo>
                    <a:pt x="11160" y="363"/>
                  </a:lnTo>
                  <a:lnTo>
                    <a:pt x="10736" y="242"/>
                  </a:lnTo>
                  <a:lnTo>
                    <a:pt x="10312" y="141"/>
                  </a:lnTo>
                  <a:lnTo>
                    <a:pt x="9888" y="61"/>
                  </a:lnTo>
                  <a:lnTo>
                    <a:pt x="9464" y="20"/>
                  </a:lnTo>
                  <a:lnTo>
                    <a:pt x="90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7"/>
            <p:cNvSpPr/>
            <p:nvPr/>
          </p:nvSpPr>
          <p:spPr>
            <a:xfrm flipH="1">
              <a:off x="497192" y="-5154682"/>
              <a:ext cx="2383952" cy="1642730"/>
            </a:xfrm>
            <a:custGeom>
              <a:rect b="b" l="l" r="r" t="t"/>
              <a:pathLst>
                <a:path extrusionOk="0" h="29383" w="42641">
                  <a:moveTo>
                    <a:pt x="9364" y="81"/>
                  </a:moveTo>
                  <a:lnTo>
                    <a:pt x="10796" y="141"/>
                  </a:lnTo>
                  <a:lnTo>
                    <a:pt x="12209" y="222"/>
                  </a:lnTo>
                  <a:lnTo>
                    <a:pt x="13642" y="363"/>
                  </a:lnTo>
                  <a:lnTo>
                    <a:pt x="15054" y="505"/>
                  </a:lnTo>
                  <a:lnTo>
                    <a:pt x="16467" y="706"/>
                  </a:lnTo>
                  <a:lnTo>
                    <a:pt x="17880" y="928"/>
                  </a:lnTo>
                  <a:lnTo>
                    <a:pt x="19292" y="1191"/>
                  </a:lnTo>
                  <a:lnTo>
                    <a:pt x="20685" y="1494"/>
                  </a:lnTo>
                  <a:lnTo>
                    <a:pt x="22077" y="1816"/>
                  </a:lnTo>
                  <a:lnTo>
                    <a:pt x="23469" y="2180"/>
                  </a:lnTo>
                  <a:lnTo>
                    <a:pt x="24842" y="2563"/>
                  </a:lnTo>
                  <a:lnTo>
                    <a:pt x="26194" y="2987"/>
                  </a:lnTo>
                  <a:lnTo>
                    <a:pt x="27546" y="3451"/>
                  </a:lnTo>
                  <a:lnTo>
                    <a:pt x="28878" y="3935"/>
                  </a:lnTo>
                  <a:lnTo>
                    <a:pt x="30210" y="4460"/>
                  </a:lnTo>
                  <a:lnTo>
                    <a:pt x="31340" y="4944"/>
                  </a:lnTo>
                  <a:lnTo>
                    <a:pt x="32409" y="5429"/>
                  </a:lnTo>
                  <a:lnTo>
                    <a:pt x="33418" y="5933"/>
                  </a:lnTo>
                  <a:lnTo>
                    <a:pt x="34346" y="6438"/>
                  </a:lnTo>
                  <a:lnTo>
                    <a:pt x="35234" y="6962"/>
                  </a:lnTo>
                  <a:lnTo>
                    <a:pt x="36062" y="7487"/>
                  </a:lnTo>
                  <a:lnTo>
                    <a:pt x="36829" y="8032"/>
                  </a:lnTo>
                  <a:lnTo>
                    <a:pt x="37555" y="8597"/>
                  </a:lnTo>
                  <a:lnTo>
                    <a:pt x="37979" y="8960"/>
                  </a:lnTo>
                  <a:lnTo>
                    <a:pt x="38403" y="9344"/>
                  </a:lnTo>
                  <a:lnTo>
                    <a:pt x="38806" y="9727"/>
                  </a:lnTo>
                  <a:lnTo>
                    <a:pt x="39190" y="10131"/>
                  </a:lnTo>
                  <a:lnTo>
                    <a:pt x="39573" y="10534"/>
                  </a:lnTo>
                  <a:lnTo>
                    <a:pt x="39916" y="10938"/>
                  </a:lnTo>
                  <a:lnTo>
                    <a:pt x="40239" y="11362"/>
                  </a:lnTo>
                  <a:lnTo>
                    <a:pt x="40562" y="11785"/>
                  </a:lnTo>
                  <a:lnTo>
                    <a:pt x="40844" y="12209"/>
                  </a:lnTo>
                  <a:lnTo>
                    <a:pt x="41127" y="12653"/>
                  </a:lnTo>
                  <a:lnTo>
                    <a:pt x="41369" y="13097"/>
                  </a:lnTo>
                  <a:lnTo>
                    <a:pt x="41611" y="13541"/>
                  </a:lnTo>
                  <a:lnTo>
                    <a:pt x="41813" y="14005"/>
                  </a:lnTo>
                  <a:lnTo>
                    <a:pt x="42015" y="14469"/>
                  </a:lnTo>
                  <a:lnTo>
                    <a:pt x="42176" y="14913"/>
                  </a:lnTo>
                  <a:lnTo>
                    <a:pt x="42338" y="15398"/>
                  </a:lnTo>
                  <a:lnTo>
                    <a:pt x="42459" y="15862"/>
                  </a:lnTo>
                  <a:lnTo>
                    <a:pt x="42499" y="16104"/>
                  </a:lnTo>
                  <a:lnTo>
                    <a:pt x="42540" y="16366"/>
                  </a:lnTo>
                  <a:lnTo>
                    <a:pt x="42560" y="16608"/>
                  </a:lnTo>
                  <a:lnTo>
                    <a:pt x="42560" y="16851"/>
                  </a:lnTo>
                  <a:lnTo>
                    <a:pt x="42540" y="17113"/>
                  </a:lnTo>
                  <a:lnTo>
                    <a:pt x="42519" y="17355"/>
                  </a:lnTo>
                  <a:lnTo>
                    <a:pt x="42479" y="17577"/>
                  </a:lnTo>
                  <a:lnTo>
                    <a:pt x="42418" y="17799"/>
                  </a:lnTo>
                  <a:lnTo>
                    <a:pt x="42338" y="18021"/>
                  </a:lnTo>
                  <a:lnTo>
                    <a:pt x="42217" y="18223"/>
                  </a:lnTo>
                  <a:lnTo>
                    <a:pt x="42096" y="18404"/>
                  </a:lnTo>
                  <a:lnTo>
                    <a:pt x="41954" y="18566"/>
                  </a:lnTo>
                  <a:lnTo>
                    <a:pt x="41773" y="18707"/>
                  </a:lnTo>
                  <a:lnTo>
                    <a:pt x="41571" y="18848"/>
                  </a:lnTo>
                  <a:lnTo>
                    <a:pt x="41409" y="18909"/>
                  </a:lnTo>
                  <a:lnTo>
                    <a:pt x="41228" y="18969"/>
                  </a:lnTo>
                  <a:lnTo>
                    <a:pt x="41046" y="19010"/>
                  </a:lnTo>
                  <a:lnTo>
                    <a:pt x="40865" y="19050"/>
                  </a:lnTo>
                  <a:lnTo>
                    <a:pt x="40461" y="19070"/>
                  </a:lnTo>
                  <a:lnTo>
                    <a:pt x="40057" y="19070"/>
                  </a:lnTo>
                  <a:lnTo>
                    <a:pt x="38948" y="19050"/>
                  </a:lnTo>
                  <a:lnTo>
                    <a:pt x="37838" y="19010"/>
                  </a:lnTo>
                  <a:lnTo>
                    <a:pt x="35618" y="18909"/>
                  </a:lnTo>
                  <a:lnTo>
                    <a:pt x="33398" y="18788"/>
                  </a:lnTo>
                  <a:lnTo>
                    <a:pt x="31198" y="18626"/>
                  </a:lnTo>
                  <a:lnTo>
                    <a:pt x="28918" y="18485"/>
                  </a:lnTo>
                  <a:lnTo>
                    <a:pt x="26597" y="18344"/>
                  </a:lnTo>
                  <a:lnTo>
                    <a:pt x="24277" y="18243"/>
                  </a:lnTo>
                  <a:lnTo>
                    <a:pt x="23126" y="18223"/>
                  </a:lnTo>
                  <a:lnTo>
                    <a:pt x="21956" y="18203"/>
                  </a:lnTo>
                  <a:lnTo>
                    <a:pt x="20806" y="18182"/>
                  </a:lnTo>
                  <a:lnTo>
                    <a:pt x="19635" y="18203"/>
                  </a:lnTo>
                  <a:lnTo>
                    <a:pt x="18465" y="18243"/>
                  </a:lnTo>
                  <a:lnTo>
                    <a:pt x="17315" y="18304"/>
                  </a:lnTo>
                  <a:lnTo>
                    <a:pt x="16164" y="18384"/>
                  </a:lnTo>
                  <a:lnTo>
                    <a:pt x="14994" y="18485"/>
                  </a:lnTo>
                  <a:lnTo>
                    <a:pt x="13844" y="18626"/>
                  </a:lnTo>
                  <a:lnTo>
                    <a:pt x="12693" y="18788"/>
                  </a:lnTo>
                  <a:lnTo>
                    <a:pt x="12007" y="18909"/>
                  </a:lnTo>
                  <a:lnTo>
                    <a:pt x="11321" y="19050"/>
                  </a:lnTo>
                  <a:lnTo>
                    <a:pt x="10615" y="19232"/>
                  </a:lnTo>
                  <a:lnTo>
                    <a:pt x="10272" y="19333"/>
                  </a:lnTo>
                  <a:lnTo>
                    <a:pt x="9929" y="19454"/>
                  </a:lnTo>
                  <a:lnTo>
                    <a:pt x="9586" y="19595"/>
                  </a:lnTo>
                  <a:lnTo>
                    <a:pt x="9263" y="19736"/>
                  </a:lnTo>
                  <a:lnTo>
                    <a:pt x="8940" y="19898"/>
                  </a:lnTo>
                  <a:lnTo>
                    <a:pt x="8617" y="20059"/>
                  </a:lnTo>
                  <a:lnTo>
                    <a:pt x="8314" y="20261"/>
                  </a:lnTo>
                  <a:lnTo>
                    <a:pt x="8032" y="20463"/>
                  </a:lnTo>
                  <a:lnTo>
                    <a:pt x="7749" y="20705"/>
                  </a:lnTo>
                  <a:lnTo>
                    <a:pt x="7487" y="20947"/>
                  </a:lnTo>
                  <a:lnTo>
                    <a:pt x="7245" y="21230"/>
                  </a:lnTo>
                  <a:lnTo>
                    <a:pt x="7003" y="21512"/>
                  </a:lnTo>
                  <a:lnTo>
                    <a:pt x="6801" y="21815"/>
                  </a:lnTo>
                  <a:lnTo>
                    <a:pt x="6619" y="22118"/>
                  </a:lnTo>
                  <a:lnTo>
                    <a:pt x="6458" y="22440"/>
                  </a:lnTo>
                  <a:lnTo>
                    <a:pt x="6316" y="22763"/>
                  </a:lnTo>
                  <a:lnTo>
                    <a:pt x="6195" y="23086"/>
                  </a:lnTo>
                  <a:lnTo>
                    <a:pt x="6094" y="23429"/>
                  </a:lnTo>
                  <a:lnTo>
                    <a:pt x="5994" y="23752"/>
                  </a:lnTo>
                  <a:lnTo>
                    <a:pt x="5913" y="24075"/>
                  </a:lnTo>
                  <a:lnTo>
                    <a:pt x="5792" y="24701"/>
                  </a:lnTo>
                  <a:lnTo>
                    <a:pt x="5711" y="25306"/>
                  </a:lnTo>
                  <a:lnTo>
                    <a:pt x="5650" y="25871"/>
                  </a:lnTo>
                  <a:lnTo>
                    <a:pt x="5650" y="26154"/>
                  </a:lnTo>
                  <a:lnTo>
                    <a:pt x="5650" y="26497"/>
                  </a:lnTo>
                  <a:lnTo>
                    <a:pt x="5650" y="27243"/>
                  </a:lnTo>
                  <a:lnTo>
                    <a:pt x="5630" y="27627"/>
                  </a:lnTo>
                  <a:lnTo>
                    <a:pt x="5610" y="28010"/>
                  </a:lnTo>
                  <a:lnTo>
                    <a:pt x="5529" y="28373"/>
                  </a:lnTo>
                  <a:lnTo>
                    <a:pt x="5489" y="28555"/>
                  </a:lnTo>
                  <a:lnTo>
                    <a:pt x="5428" y="28696"/>
                  </a:lnTo>
                  <a:lnTo>
                    <a:pt x="5368" y="28838"/>
                  </a:lnTo>
                  <a:lnTo>
                    <a:pt x="5287" y="28979"/>
                  </a:lnTo>
                  <a:lnTo>
                    <a:pt x="5206" y="29080"/>
                  </a:lnTo>
                  <a:lnTo>
                    <a:pt x="5106" y="29181"/>
                  </a:lnTo>
                  <a:lnTo>
                    <a:pt x="5005" y="29221"/>
                  </a:lnTo>
                  <a:lnTo>
                    <a:pt x="4904" y="29261"/>
                  </a:lnTo>
                  <a:lnTo>
                    <a:pt x="4803" y="29281"/>
                  </a:lnTo>
                  <a:lnTo>
                    <a:pt x="4702" y="29302"/>
                  </a:lnTo>
                  <a:lnTo>
                    <a:pt x="4581" y="29302"/>
                  </a:lnTo>
                  <a:lnTo>
                    <a:pt x="4440" y="29281"/>
                  </a:lnTo>
                  <a:lnTo>
                    <a:pt x="4177" y="29201"/>
                  </a:lnTo>
                  <a:lnTo>
                    <a:pt x="3955" y="29100"/>
                  </a:lnTo>
                  <a:lnTo>
                    <a:pt x="3774" y="28959"/>
                  </a:lnTo>
                  <a:lnTo>
                    <a:pt x="3592" y="28797"/>
                  </a:lnTo>
                  <a:lnTo>
                    <a:pt x="3451" y="28616"/>
                  </a:lnTo>
                  <a:lnTo>
                    <a:pt x="3310" y="28414"/>
                  </a:lnTo>
                  <a:lnTo>
                    <a:pt x="3188" y="28192"/>
                  </a:lnTo>
                  <a:lnTo>
                    <a:pt x="2946" y="27728"/>
                  </a:lnTo>
                  <a:lnTo>
                    <a:pt x="2523" y="26678"/>
                  </a:lnTo>
                  <a:lnTo>
                    <a:pt x="2119" y="25629"/>
                  </a:lnTo>
                  <a:lnTo>
                    <a:pt x="1756" y="24539"/>
                  </a:lnTo>
                  <a:lnTo>
                    <a:pt x="1433" y="23429"/>
                  </a:lnTo>
                  <a:lnTo>
                    <a:pt x="1130" y="22279"/>
                  </a:lnTo>
                  <a:lnTo>
                    <a:pt x="868" y="21129"/>
                  </a:lnTo>
                  <a:lnTo>
                    <a:pt x="646" y="19938"/>
                  </a:lnTo>
                  <a:lnTo>
                    <a:pt x="464" y="18707"/>
                  </a:lnTo>
                  <a:lnTo>
                    <a:pt x="323" y="17476"/>
                  </a:lnTo>
                  <a:lnTo>
                    <a:pt x="202" y="16205"/>
                  </a:lnTo>
                  <a:lnTo>
                    <a:pt x="141" y="14913"/>
                  </a:lnTo>
                  <a:lnTo>
                    <a:pt x="101" y="13602"/>
                  </a:lnTo>
                  <a:lnTo>
                    <a:pt x="81" y="12250"/>
                  </a:lnTo>
                  <a:lnTo>
                    <a:pt x="121" y="10897"/>
                  </a:lnTo>
                  <a:lnTo>
                    <a:pt x="202" y="9505"/>
                  </a:lnTo>
                  <a:lnTo>
                    <a:pt x="303" y="8092"/>
                  </a:lnTo>
                  <a:lnTo>
                    <a:pt x="404" y="7144"/>
                  </a:lnTo>
                  <a:lnTo>
                    <a:pt x="464" y="6639"/>
                  </a:lnTo>
                  <a:lnTo>
                    <a:pt x="545" y="6135"/>
                  </a:lnTo>
                  <a:lnTo>
                    <a:pt x="646" y="5630"/>
                  </a:lnTo>
                  <a:lnTo>
                    <a:pt x="767" y="5106"/>
                  </a:lnTo>
                  <a:lnTo>
                    <a:pt x="928" y="4601"/>
                  </a:lnTo>
                  <a:lnTo>
                    <a:pt x="1090" y="4097"/>
                  </a:lnTo>
                  <a:lnTo>
                    <a:pt x="1292" y="3612"/>
                  </a:lnTo>
                  <a:lnTo>
                    <a:pt x="1514" y="3128"/>
                  </a:lnTo>
                  <a:lnTo>
                    <a:pt x="1776" y="2684"/>
                  </a:lnTo>
                  <a:lnTo>
                    <a:pt x="2058" y="2240"/>
                  </a:lnTo>
                  <a:lnTo>
                    <a:pt x="2220" y="2038"/>
                  </a:lnTo>
                  <a:lnTo>
                    <a:pt x="2381" y="1837"/>
                  </a:lnTo>
                  <a:lnTo>
                    <a:pt x="2563" y="1655"/>
                  </a:lnTo>
                  <a:lnTo>
                    <a:pt x="2765" y="1473"/>
                  </a:lnTo>
                  <a:lnTo>
                    <a:pt x="2967" y="1312"/>
                  </a:lnTo>
                  <a:lnTo>
                    <a:pt x="3168" y="1150"/>
                  </a:lnTo>
                  <a:lnTo>
                    <a:pt x="3390" y="989"/>
                  </a:lnTo>
                  <a:lnTo>
                    <a:pt x="3612" y="848"/>
                  </a:lnTo>
                  <a:lnTo>
                    <a:pt x="3854" y="727"/>
                  </a:lnTo>
                  <a:lnTo>
                    <a:pt x="4117" y="626"/>
                  </a:lnTo>
                  <a:lnTo>
                    <a:pt x="4359" y="525"/>
                  </a:lnTo>
                  <a:lnTo>
                    <a:pt x="4621" y="424"/>
                  </a:lnTo>
                  <a:lnTo>
                    <a:pt x="5146" y="303"/>
                  </a:lnTo>
                  <a:lnTo>
                    <a:pt x="5691" y="202"/>
                  </a:lnTo>
                  <a:lnTo>
                    <a:pt x="6236" y="141"/>
                  </a:lnTo>
                  <a:lnTo>
                    <a:pt x="6760" y="101"/>
                  </a:lnTo>
                  <a:lnTo>
                    <a:pt x="7305" y="81"/>
                  </a:lnTo>
                  <a:close/>
                  <a:moveTo>
                    <a:pt x="7305" y="0"/>
                  </a:moveTo>
                  <a:lnTo>
                    <a:pt x="6760" y="20"/>
                  </a:lnTo>
                  <a:lnTo>
                    <a:pt x="6215" y="61"/>
                  </a:lnTo>
                  <a:lnTo>
                    <a:pt x="5671" y="121"/>
                  </a:lnTo>
                  <a:lnTo>
                    <a:pt x="5126" y="222"/>
                  </a:lnTo>
                  <a:lnTo>
                    <a:pt x="4601" y="363"/>
                  </a:lnTo>
                  <a:lnTo>
                    <a:pt x="4339" y="444"/>
                  </a:lnTo>
                  <a:lnTo>
                    <a:pt x="4076" y="545"/>
                  </a:lnTo>
                  <a:lnTo>
                    <a:pt x="3834" y="666"/>
                  </a:lnTo>
                  <a:lnTo>
                    <a:pt x="3572" y="787"/>
                  </a:lnTo>
                  <a:lnTo>
                    <a:pt x="3350" y="928"/>
                  </a:lnTo>
                  <a:lnTo>
                    <a:pt x="3128" y="1070"/>
                  </a:lnTo>
                  <a:lnTo>
                    <a:pt x="2906" y="1231"/>
                  </a:lnTo>
                  <a:lnTo>
                    <a:pt x="2704" y="1413"/>
                  </a:lnTo>
                  <a:lnTo>
                    <a:pt x="2523" y="1594"/>
                  </a:lnTo>
                  <a:lnTo>
                    <a:pt x="2341" y="1776"/>
                  </a:lnTo>
                  <a:lnTo>
                    <a:pt x="2159" y="1978"/>
                  </a:lnTo>
                  <a:lnTo>
                    <a:pt x="1998" y="2200"/>
                  </a:lnTo>
                  <a:lnTo>
                    <a:pt x="1695" y="2624"/>
                  </a:lnTo>
                  <a:lnTo>
                    <a:pt x="1453" y="3088"/>
                  </a:lnTo>
                  <a:lnTo>
                    <a:pt x="1211" y="3572"/>
                  </a:lnTo>
                  <a:lnTo>
                    <a:pt x="1009" y="4056"/>
                  </a:lnTo>
                  <a:lnTo>
                    <a:pt x="848" y="4561"/>
                  </a:lnTo>
                  <a:lnTo>
                    <a:pt x="706" y="5086"/>
                  </a:lnTo>
                  <a:lnTo>
                    <a:pt x="585" y="5590"/>
                  </a:lnTo>
                  <a:lnTo>
                    <a:pt x="464" y="6115"/>
                  </a:lnTo>
                  <a:lnTo>
                    <a:pt x="383" y="6619"/>
                  </a:lnTo>
                  <a:lnTo>
                    <a:pt x="323" y="7124"/>
                  </a:lnTo>
                  <a:lnTo>
                    <a:pt x="222" y="8092"/>
                  </a:lnTo>
                  <a:lnTo>
                    <a:pt x="121" y="9505"/>
                  </a:lnTo>
                  <a:lnTo>
                    <a:pt x="40" y="10897"/>
                  </a:lnTo>
                  <a:lnTo>
                    <a:pt x="0" y="12250"/>
                  </a:lnTo>
                  <a:lnTo>
                    <a:pt x="20" y="13602"/>
                  </a:lnTo>
                  <a:lnTo>
                    <a:pt x="61" y="14913"/>
                  </a:lnTo>
                  <a:lnTo>
                    <a:pt x="121" y="16205"/>
                  </a:lnTo>
                  <a:lnTo>
                    <a:pt x="242" y="17476"/>
                  </a:lnTo>
                  <a:lnTo>
                    <a:pt x="383" y="18727"/>
                  </a:lnTo>
                  <a:lnTo>
                    <a:pt x="565" y="19938"/>
                  </a:lnTo>
                  <a:lnTo>
                    <a:pt x="787" y="21149"/>
                  </a:lnTo>
                  <a:lnTo>
                    <a:pt x="1049" y="22319"/>
                  </a:lnTo>
                  <a:lnTo>
                    <a:pt x="1352" y="23449"/>
                  </a:lnTo>
                  <a:lnTo>
                    <a:pt x="1675" y="24559"/>
                  </a:lnTo>
                  <a:lnTo>
                    <a:pt x="2038" y="25649"/>
                  </a:lnTo>
                  <a:lnTo>
                    <a:pt x="2442" y="26719"/>
                  </a:lnTo>
                  <a:lnTo>
                    <a:pt x="2886" y="27748"/>
                  </a:lnTo>
                  <a:lnTo>
                    <a:pt x="3108" y="28232"/>
                  </a:lnTo>
                  <a:lnTo>
                    <a:pt x="3249" y="28454"/>
                  </a:lnTo>
                  <a:lnTo>
                    <a:pt x="3390" y="28676"/>
                  </a:lnTo>
                  <a:lnTo>
                    <a:pt x="3552" y="28858"/>
                  </a:lnTo>
                  <a:lnTo>
                    <a:pt x="3733" y="29019"/>
                  </a:lnTo>
                  <a:lnTo>
                    <a:pt x="3915" y="29160"/>
                  </a:lnTo>
                  <a:lnTo>
                    <a:pt x="4137" y="29261"/>
                  </a:lnTo>
                  <a:lnTo>
                    <a:pt x="4419" y="29362"/>
                  </a:lnTo>
                  <a:lnTo>
                    <a:pt x="4541" y="29382"/>
                  </a:lnTo>
                  <a:lnTo>
                    <a:pt x="4662" y="29382"/>
                  </a:lnTo>
                  <a:lnTo>
                    <a:pt x="4803" y="29362"/>
                  </a:lnTo>
                  <a:lnTo>
                    <a:pt x="4924" y="29342"/>
                  </a:lnTo>
                  <a:lnTo>
                    <a:pt x="5045" y="29302"/>
                  </a:lnTo>
                  <a:lnTo>
                    <a:pt x="5146" y="29241"/>
                  </a:lnTo>
                  <a:lnTo>
                    <a:pt x="5247" y="29140"/>
                  </a:lnTo>
                  <a:lnTo>
                    <a:pt x="5348" y="29039"/>
                  </a:lnTo>
                  <a:lnTo>
                    <a:pt x="5428" y="28898"/>
                  </a:lnTo>
                  <a:lnTo>
                    <a:pt x="5509" y="28757"/>
                  </a:lnTo>
                  <a:lnTo>
                    <a:pt x="5570" y="28595"/>
                  </a:lnTo>
                  <a:lnTo>
                    <a:pt x="5610" y="28414"/>
                  </a:lnTo>
                  <a:lnTo>
                    <a:pt x="5671" y="28051"/>
                  </a:lnTo>
                  <a:lnTo>
                    <a:pt x="5711" y="27647"/>
                  </a:lnTo>
                  <a:lnTo>
                    <a:pt x="5731" y="27243"/>
                  </a:lnTo>
                  <a:lnTo>
                    <a:pt x="5731" y="26497"/>
                  </a:lnTo>
                  <a:lnTo>
                    <a:pt x="5731" y="26154"/>
                  </a:lnTo>
                  <a:lnTo>
                    <a:pt x="5731" y="25891"/>
                  </a:lnTo>
                  <a:lnTo>
                    <a:pt x="5792" y="25326"/>
                  </a:lnTo>
                  <a:lnTo>
                    <a:pt x="5872" y="24721"/>
                  </a:lnTo>
                  <a:lnTo>
                    <a:pt x="5994" y="24095"/>
                  </a:lnTo>
                  <a:lnTo>
                    <a:pt x="6074" y="23772"/>
                  </a:lnTo>
                  <a:lnTo>
                    <a:pt x="6155" y="23449"/>
                  </a:lnTo>
                  <a:lnTo>
                    <a:pt x="6276" y="23127"/>
                  </a:lnTo>
                  <a:lnTo>
                    <a:pt x="6397" y="22804"/>
                  </a:lnTo>
                  <a:lnTo>
                    <a:pt x="6538" y="22481"/>
                  </a:lnTo>
                  <a:lnTo>
                    <a:pt x="6700" y="22178"/>
                  </a:lnTo>
                  <a:lnTo>
                    <a:pt x="6881" y="21855"/>
                  </a:lnTo>
                  <a:lnTo>
                    <a:pt x="7083" y="21573"/>
                  </a:lnTo>
                  <a:lnTo>
                    <a:pt x="7305" y="21270"/>
                  </a:lnTo>
                  <a:lnTo>
                    <a:pt x="7547" y="21008"/>
                  </a:lnTo>
                  <a:lnTo>
                    <a:pt x="7810" y="20765"/>
                  </a:lnTo>
                  <a:lnTo>
                    <a:pt x="8092" y="20523"/>
                  </a:lnTo>
                  <a:lnTo>
                    <a:pt x="8375" y="20322"/>
                  </a:lnTo>
                  <a:lnTo>
                    <a:pt x="8677" y="20140"/>
                  </a:lnTo>
                  <a:lnTo>
                    <a:pt x="8980" y="19958"/>
                  </a:lnTo>
                  <a:lnTo>
                    <a:pt x="9303" y="19797"/>
                  </a:lnTo>
                  <a:lnTo>
                    <a:pt x="9626" y="19656"/>
                  </a:lnTo>
                  <a:lnTo>
                    <a:pt x="9969" y="19535"/>
                  </a:lnTo>
                  <a:lnTo>
                    <a:pt x="10292" y="19413"/>
                  </a:lnTo>
                  <a:lnTo>
                    <a:pt x="10635" y="19313"/>
                  </a:lnTo>
                  <a:lnTo>
                    <a:pt x="11341" y="19131"/>
                  </a:lnTo>
                  <a:lnTo>
                    <a:pt x="12027" y="18990"/>
                  </a:lnTo>
                  <a:lnTo>
                    <a:pt x="12713" y="18869"/>
                  </a:lnTo>
                  <a:lnTo>
                    <a:pt x="13864" y="18707"/>
                  </a:lnTo>
                  <a:lnTo>
                    <a:pt x="15014" y="18566"/>
                  </a:lnTo>
                  <a:lnTo>
                    <a:pt x="16164" y="18465"/>
                  </a:lnTo>
                  <a:lnTo>
                    <a:pt x="17315" y="18384"/>
                  </a:lnTo>
                  <a:lnTo>
                    <a:pt x="18485" y="18324"/>
                  </a:lnTo>
                  <a:lnTo>
                    <a:pt x="19635" y="18283"/>
                  </a:lnTo>
                  <a:lnTo>
                    <a:pt x="20806" y="18263"/>
                  </a:lnTo>
                  <a:lnTo>
                    <a:pt x="21956" y="18283"/>
                  </a:lnTo>
                  <a:lnTo>
                    <a:pt x="23126" y="18304"/>
                  </a:lnTo>
                  <a:lnTo>
                    <a:pt x="24277" y="18324"/>
                  </a:lnTo>
                  <a:lnTo>
                    <a:pt x="26597" y="18425"/>
                  </a:lnTo>
                  <a:lnTo>
                    <a:pt x="28918" y="18566"/>
                  </a:lnTo>
                  <a:lnTo>
                    <a:pt x="31198" y="18707"/>
                  </a:lnTo>
                  <a:lnTo>
                    <a:pt x="33398" y="18869"/>
                  </a:lnTo>
                  <a:lnTo>
                    <a:pt x="35618" y="18990"/>
                  </a:lnTo>
                  <a:lnTo>
                    <a:pt x="37838" y="19091"/>
                  </a:lnTo>
                  <a:lnTo>
                    <a:pt x="38948" y="19131"/>
                  </a:lnTo>
                  <a:lnTo>
                    <a:pt x="40057" y="19151"/>
                  </a:lnTo>
                  <a:lnTo>
                    <a:pt x="40481" y="19151"/>
                  </a:lnTo>
                  <a:lnTo>
                    <a:pt x="40885" y="19131"/>
                  </a:lnTo>
                  <a:lnTo>
                    <a:pt x="41066" y="19091"/>
                  </a:lnTo>
                  <a:lnTo>
                    <a:pt x="41248" y="19050"/>
                  </a:lnTo>
                  <a:lnTo>
                    <a:pt x="41430" y="18990"/>
                  </a:lnTo>
                  <a:lnTo>
                    <a:pt x="41611" y="18909"/>
                  </a:lnTo>
                  <a:lnTo>
                    <a:pt x="41813" y="18788"/>
                  </a:lnTo>
                  <a:lnTo>
                    <a:pt x="41995" y="18626"/>
                  </a:lnTo>
                  <a:lnTo>
                    <a:pt x="42156" y="18465"/>
                  </a:lnTo>
                  <a:lnTo>
                    <a:pt x="42297" y="18263"/>
                  </a:lnTo>
                  <a:lnTo>
                    <a:pt x="42398" y="18061"/>
                  </a:lnTo>
                  <a:lnTo>
                    <a:pt x="42479" y="17839"/>
                  </a:lnTo>
                  <a:lnTo>
                    <a:pt x="42560" y="17617"/>
                  </a:lnTo>
                  <a:lnTo>
                    <a:pt x="42600" y="17375"/>
                  </a:lnTo>
                  <a:lnTo>
                    <a:pt x="42620" y="17133"/>
                  </a:lnTo>
                  <a:lnTo>
                    <a:pt x="42640" y="16871"/>
                  </a:lnTo>
                  <a:lnTo>
                    <a:pt x="42640" y="16608"/>
                  </a:lnTo>
                  <a:lnTo>
                    <a:pt x="42620" y="16366"/>
                  </a:lnTo>
                  <a:lnTo>
                    <a:pt x="42580" y="16104"/>
                  </a:lnTo>
                  <a:lnTo>
                    <a:pt x="42540" y="15862"/>
                  </a:lnTo>
                  <a:lnTo>
                    <a:pt x="42418" y="15357"/>
                  </a:lnTo>
                  <a:lnTo>
                    <a:pt x="42257" y="14893"/>
                  </a:lnTo>
                  <a:lnTo>
                    <a:pt x="42096" y="14429"/>
                  </a:lnTo>
                  <a:lnTo>
                    <a:pt x="41894" y="13965"/>
                  </a:lnTo>
                  <a:lnTo>
                    <a:pt x="41672" y="13521"/>
                  </a:lnTo>
                  <a:lnTo>
                    <a:pt x="41450" y="13057"/>
                  </a:lnTo>
                  <a:lnTo>
                    <a:pt x="41187" y="12613"/>
                  </a:lnTo>
                  <a:lnTo>
                    <a:pt x="40925" y="12169"/>
                  </a:lnTo>
                  <a:lnTo>
                    <a:pt x="40622" y="11745"/>
                  </a:lnTo>
                  <a:lnTo>
                    <a:pt x="40320" y="11301"/>
                  </a:lnTo>
                  <a:lnTo>
                    <a:pt x="39977" y="10897"/>
                  </a:lnTo>
                  <a:lnTo>
                    <a:pt x="39634" y="10474"/>
                  </a:lnTo>
                  <a:lnTo>
                    <a:pt x="39250" y="10070"/>
                  </a:lnTo>
                  <a:lnTo>
                    <a:pt x="38867" y="9666"/>
                  </a:lnTo>
                  <a:lnTo>
                    <a:pt x="38463" y="9283"/>
                  </a:lnTo>
                  <a:lnTo>
                    <a:pt x="38039" y="8900"/>
                  </a:lnTo>
                  <a:lnTo>
                    <a:pt x="37595" y="8536"/>
                  </a:lnTo>
                  <a:lnTo>
                    <a:pt x="36869" y="7971"/>
                  </a:lnTo>
                  <a:lnTo>
                    <a:pt x="36102" y="7426"/>
                  </a:lnTo>
                  <a:lnTo>
                    <a:pt x="35275" y="6882"/>
                  </a:lnTo>
                  <a:lnTo>
                    <a:pt x="34387" y="6377"/>
                  </a:lnTo>
                  <a:lnTo>
                    <a:pt x="33459" y="5873"/>
                  </a:lnTo>
                  <a:lnTo>
                    <a:pt x="32450" y="5368"/>
                  </a:lnTo>
                  <a:lnTo>
                    <a:pt x="31380" y="4884"/>
                  </a:lnTo>
                  <a:lnTo>
                    <a:pt x="30230" y="4379"/>
                  </a:lnTo>
                  <a:lnTo>
                    <a:pt x="28918" y="3875"/>
                  </a:lnTo>
                  <a:lnTo>
                    <a:pt x="27586" y="3370"/>
                  </a:lnTo>
                  <a:lnTo>
                    <a:pt x="26234" y="2906"/>
                  </a:lnTo>
                  <a:lnTo>
                    <a:pt x="24862" y="2482"/>
                  </a:lnTo>
                  <a:lnTo>
                    <a:pt x="23490" y="2099"/>
                  </a:lnTo>
                  <a:lnTo>
                    <a:pt x="22097" y="1736"/>
                  </a:lnTo>
                  <a:lnTo>
                    <a:pt x="20705" y="1413"/>
                  </a:lnTo>
                  <a:lnTo>
                    <a:pt x="19312" y="1110"/>
                  </a:lnTo>
                  <a:lnTo>
                    <a:pt x="17900" y="848"/>
                  </a:lnTo>
                  <a:lnTo>
                    <a:pt x="16487" y="626"/>
                  </a:lnTo>
                  <a:lnTo>
                    <a:pt x="15075" y="424"/>
                  </a:lnTo>
                  <a:lnTo>
                    <a:pt x="13642" y="283"/>
                  </a:lnTo>
                  <a:lnTo>
                    <a:pt x="12229" y="141"/>
                  </a:lnTo>
                  <a:lnTo>
                    <a:pt x="10796" y="61"/>
                  </a:lnTo>
                  <a:lnTo>
                    <a:pt x="93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7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7"/>
            <p:cNvSpPr/>
            <p:nvPr/>
          </p:nvSpPr>
          <p:spPr>
            <a:xfrm flipH="1">
              <a:off x="1696475" y="-3953198"/>
              <a:ext cx="631867" cy="441222"/>
            </a:xfrm>
            <a:custGeom>
              <a:rect b="b" l="l" r="r" t="t"/>
              <a:pathLst>
                <a:path extrusionOk="0" h="7892" w="11302">
                  <a:moveTo>
                    <a:pt x="10030" y="82"/>
                  </a:moveTo>
                  <a:lnTo>
                    <a:pt x="10252" y="102"/>
                  </a:lnTo>
                  <a:lnTo>
                    <a:pt x="10494" y="142"/>
                  </a:lnTo>
                  <a:lnTo>
                    <a:pt x="10696" y="203"/>
                  </a:lnTo>
                  <a:lnTo>
                    <a:pt x="10797" y="243"/>
                  </a:lnTo>
                  <a:lnTo>
                    <a:pt x="10897" y="304"/>
                  </a:lnTo>
                  <a:lnTo>
                    <a:pt x="10978" y="364"/>
                  </a:lnTo>
                  <a:lnTo>
                    <a:pt x="11059" y="445"/>
                  </a:lnTo>
                  <a:lnTo>
                    <a:pt x="11119" y="526"/>
                  </a:lnTo>
                  <a:lnTo>
                    <a:pt x="11180" y="627"/>
                  </a:lnTo>
                  <a:lnTo>
                    <a:pt x="11220" y="727"/>
                  </a:lnTo>
                  <a:lnTo>
                    <a:pt x="11220" y="828"/>
                  </a:lnTo>
                  <a:lnTo>
                    <a:pt x="11220" y="949"/>
                  </a:lnTo>
                  <a:lnTo>
                    <a:pt x="11180" y="1050"/>
                  </a:lnTo>
                  <a:lnTo>
                    <a:pt x="11140" y="1131"/>
                  </a:lnTo>
                  <a:lnTo>
                    <a:pt x="11079" y="1192"/>
                  </a:lnTo>
                  <a:lnTo>
                    <a:pt x="11019" y="1252"/>
                  </a:lnTo>
                  <a:lnTo>
                    <a:pt x="10938" y="1313"/>
                  </a:lnTo>
                  <a:lnTo>
                    <a:pt x="10756" y="1393"/>
                  </a:lnTo>
                  <a:lnTo>
                    <a:pt x="10554" y="1474"/>
                  </a:lnTo>
                  <a:lnTo>
                    <a:pt x="10433" y="1535"/>
                  </a:lnTo>
                  <a:lnTo>
                    <a:pt x="10131" y="1676"/>
                  </a:lnTo>
                  <a:lnTo>
                    <a:pt x="9888" y="1858"/>
                  </a:lnTo>
                  <a:lnTo>
                    <a:pt x="9666" y="2039"/>
                  </a:lnTo>
                  <a:lnTo>
                    <a:pt x="9505" y="2261"/>
                  </a:lnTo>
                  <a:lnTo>
                    <a:pt x="9364" y="2503"/>
                  </a:lnTo>
                  <a:lnTo>
                    <a:pt x="9243" y="2745"/>
                  </a:lnTo>
                  <a:lnTo>
                    <a:pt x="9021" y="3290"/>
                  </a:lnTo>
                  <a:lnTo>
                    <a:pt x="8819" y="3795"/>
                  </a:lnTo>
                  <a:lnTo>
                    <a:pt x="8617" y="4239"/>
                  </a:lnTo>
                  <a:lnTo>
                    <a:pt x="8415" y="4663"/>
                  </a:lnTo>
                  <a:lnTo>
                    <a:pt x="8193" y="5046"/>
                  </a:lnTo>
                  <a:lnTo>
                    <a:pt x="7992" y="5389"/>
                  </a:lnTo>
                  <a:lnTo>
                    <a:pt x="7749" y="5712"/>
                  </a:lnTo>
                  <a:lnTo>
                    <a:pt x="7527" y="6015"/>
                  </a:lnTo>
                  <a:lnTo>
                    <a:pt x="7285" y="6277"/>
                  </a:lnTo>
                  <a:lnTo>
                    <a:pt x="7023" y="6519"/>
                  </a:lnTo>
                  <a:lnTo>
                    <a:pt x="6821" y="6701"/>
                  </a:lnTo>
                  <a:lnTo>
                    <a:pt x="6599" y="6862"/>
                  </a:lnTo>
                  <a:lnTo>
                    <a:pt x="6357" y="7024"/>
                  </a:lnTo>
                  <a:lnTo>
                    <a:pt x="6115" y="7165"/>
                  </a:lnTo>
                  <a:lnTo>
                    <a:pt x="5873" y="7286"/>
                  </a:lnTo>
                  <a:lnTo>
                    <a:pt x="5630" y="7407"/>
                  </a:lnTo>
                  <a:lnTo>
                    <a:pt x="5368" y="7508"/>
                  </a:lnTo>
                  <a:lnTo>
                    <a:pt x="5086" y="7589"/>
                  </a:lnTo>
                  <a:lnTo>
                    <a:pt x="4823" y="7669"/>
                  </a:lnTo>
                  <a:lnTo>
                    <a:pt x="4541" y="7730"/>
                  </a:lnTo>
                  <a:lnTo>
                    <a:pt x="4278" y="7770"/>
                  </a:lnTo>
                  <a:lnTo>
                    <a:pt x="3996" y="7790"/>
                  </a:lnTo>
                  <a:lnTo>
                    <a:pt x="3713" y="7811"/>
                  </a:lnTo>
                  <a:lnTo>
                    <a:pt x="3431" y="7811"/>
                  </a:lnTo>
                  <a:lnTo>
                    <a:pt x="3169" y="7790"/>
                  </a:lnTo>
                  <a:lnTo>
                    <a:pt x="2886" y="7750"/>
                  </a:lnTo>
                  <a:lnTo>
                    <a:pt x="2603" y="7690"/>
                  </a:lnTo>
                  <a:lnTo>
                    <a:pt x="2321" y="7629"/>
                  </a:lnTo>
                  <a:lnTo>
                    <a:pt x="2059" y="7528"/>
                  </a:lnTo>
                  <a:lnTo>
                    <a:pt x="1796" y="7427"/>
                  </a:lnTo>
                  <a:lnTo>
                    <a:pt x="1554" y="7306"/>
                  </a:lnTo>
                  <a:lnTo>
                    <a:pt x="1332" y="7165"/>
                  </a:lnTo>
                  <a:lnTo>
                    <a:pt x="1110" y="7024"/>
                  </a:lnTo>
                  <a:lnTo>
                    <a:pt x="908" y="6842"/>
                  </a:lnTo>
                  <a:lnTo>
                    <a:pt x="707" y="6640"/>
                  </a:lnTo>
                  <a:lnTo>
                    <a:pt x="545" y="6418"/>
                  </a:lnTo>
                  <a:lnTo>
                    <a:pt x="384" y="6176"/>
                  </a:lnTo>
                  <a:lnTo>
                    <a:pt x="263" y="5934"/>
                  </a:lnTo>
                  <a:lnTo>
                    <a:pt x="182" y="5692"/>
                  </a:lnTo>
                  <a:lnTo>
                    <a:pt x="101" y="5429"/>
                  </a:lnTo>
                  <a:lnTo>
                    <a:pt x="81" y="5167"/>
                  </a:lnTo>
                  <a:lnTo>
                    <a:pt x="81" y="4905"/>
                  </a:lnTo>
                  <a:lnTo>
                    <a:pt x="101" y="4663"/>
                  </a:lnTo>
                  <a:lnTo>
                    <a:pt x="142" y="4441"/>
                  </a:lnTo>
                  <a:lnTo>
                    <a:pt x="222" y="4239"/>
                  </a:lnTo>
                  <a:lnTo>
                    <a:pt x="303" y="4037"/>
                  </a:lnTo>
                  <a:lnTo>
                    <a:pt x="404" y="3835"/>
                  </a:lnTo>
                  <a:lnTo>
                    <a:pt x="525" y="3654"/>
                  </a:lnTo>
                  <a:lnTo>
                    <a:pt x="646" y="3472"/>
                  </a:lnTo>
                  <a:lnTo>
                    <a:pt x="787" y="3311"/>
                  </a:lnTo>
                  <a:lnTo>
                    <a:pt x="1090" y="3008"/>
                  </a:lnTo>
                  <a:lnTo>
                    <a:pt x="1393" y="2745"/>
                  </a:lnTo>
                  <a:lnTo>
                    <a:pt x="1695" y="2523"/>
                  </a:lnTo>
                  <a:lnTo>
                    <a:pt x="1978" y="2342"/>
                  </a:lnTo>
                  <a:lnTo>
                    <a:pt x="2361" y="2120"/>
                  </a:lnTo>
                  <a:lnTo>
                    <a:pt x="2745" y="1918"/>
                  </a:lnTo>
                  <a:lnTo>
                    <a:pt x="3128" y="1736"/>
                  </a:lnTo>
                  <a:lnTo>
                    <a:pt x="3532" y="1555"/>
                  </a:lnTo>
                  <a:lnTo>
                    <a:pt x="4319" y="1252"/>
                  </a:lnTo>
                  <a:lnTo>
                    <a:pt x="5106" y="990"/>
                  </a:lnTo>
                  <a:lnTo>
                    <a:pt x="6175" y="647"/>
                  </a:lnTo>
                  <a:lnTo>
                    <a:pt x="6740" y="505"/>
                  </a:lnTo>
                  <a:lnTo>
                    <a:pt x="7326" y="364"/>
                  </a:lnTo>
                  <a:lnTo>
                    <a:pt x="7911" y="243"/>
                  </a:lnTo>
                  <a:lnTo>
                    <a:pt x="8496" y="162"/>
                  </a:lnTo>
                  <a:lnTo>
                    <a:pt x="9101" y="102"/>
                  </a:lnTo>
                  <a:lnTo>
                    <a:pt x="9727" y="82"/>
                  </a:lnTo>
                  <a:close/>
                  <a:moveTo>
                    <a:pt x="9384" y="1"/>
                  </a:moveTo>
                  <a:lnTo>
                    <a:pt x="8718" y="62"/>
                  </a:lnTo>
                  <a:lnTo>
                    <a:pt x="8092" y="142"/>
                  </a:lnTo>
                  <a:lnTo>
                    <a:pt x="7447" y="243"/>
                  </a:lnTo>
                  <a:lnTo>
                    <a:pt x="6841" y="384"/>
                  </a:lnTo>
                  <a:lnTo>
                    <a:pt x="6236" y="546"/>
                  </a:lnTo>
                  <a:lnTo>
                    <a:pt x="5651" y="727"/>
                  </a:lnTo>
                  <a:lnTo>
                    <a:pt x="5086" y="909"/>
                  </a:lnTo>
                  <a:lnTo>
                    <a:pt x="4299" y="1171"/>
                  </a:lnTo>
                  <a:lnTo>
                    <a:pt x="3491" y="1474"/>
                  </a:lnTo>
                  <a:lnTo>
                    <a:pt x="3108" y="1656"/>
                  </a:lnTo>
                  <a:lnTo>
                    <a:pt x="2704" y="1837"/>
                  </a:lnTo>
                  <a:lnTo>
                    <a:pt x="2321" y="2039"/>
                  </a:lnTo>
                  <a:lnTo>
                    <a:pt x="1938" y="2261"/>
                  </a:lnTo>
                  <a:lnTo>
                    <a:pt x="1655" y="2443"/>
                  </a:lnTo>
                  <a:lnTo>
                    <a:pt x="1352" y="2685"/>
                  </a:lnTo>
                  <a:lnTo>
                    <a:pt x="1029" y="2947"/>
                  </a:lnTo>
                  <a:lnTo>
                    <a:pt x="727" y="3250"/>
                  </a:lnTo>
                  <a:lnTo>
                    <a:pt x="585" y="3432"/>
                  </a:lnTo>
                  <a:lnTo>
                    <a:pt x="464" y="3613"/>
                  </a:lnTo>
                  <a:lnTo>
                    <a:pt x="343" y="3795"/>
                  </a:lnTo>
                  <a:lnTo>
                    <a:pt x="222" y="3997"/>
                  </a:lnTo>
                  <a:lnTo>
                    <a:pt x="142" y="4219"/>
                  </a:lnTo>
                  <a:lnTo>
                    <a:pt x="61" y="4441"/>
                  </a:lnTo>
                  <a:lnTo>
                    <a:pt x="20" y="4663"/>
                  </a:lnTo>
                  <a:lnTo>
                    <a:pt x="0" y="4905"/>
                  </a:lnTo>
                  <a:lnTo>
                    <a:pt x="0" y="5167"/>
                  </a:lnTo>
                  <a:lnTo>
                    <a:pt x="20" y="5429"/>
                  </a:lnTo>
                  <a:lnTo>
                    <a:pt x="101" y="5712"/>
                  </a:lnTo>
                  <a:lnTo>
                    <a:pt x="202" y="5974"/>
                  </a:lnTo>
                  <a:lnTo>
                    <a:pt x="323" y="6216"/>
                  </a:lnTo>
                  <a:lnTo>
                    <a:pt x="485" y="6459"/>
                  </a:lnTo>
                  <a:lnTo>
                    <a:pt x="646" y="6701"/>
                  </a:lnTo>
                  <a:lnTo>
                    <a:pt x="868" y="6903"/>
                  </a:lnTo>
                  <a:lnTo>
                    <a:pt x="1070" y="7084"/>
                  </a:lnTo>
                  <a:lnTo>
                    <a:pt x="1272" y="7225"/>
                  </a:lnTo>
                  <a:lnTo>
                    <a:pt x="1514" y="7367"/>
                  </a:lnTo>
                  <a:lnTo>
                    <a:pt x="1756" y="7488"/>
                  </a:lnTo>
                  <a:lnTo>
                    <a:pt x="2018" y="7609"/>
                  </a:lnTo>
                  <a:lnTo>
                    <a:pt x="2301" y="7690"/>
                  </a:lnTo>
                  <a:lnTo>
                    <a:pt x="2583" y="7770"/>
                  </a:lnTo>
                  <a:lnTo>
                    <a:pt x="2886" y="7831"/>
                  </a:lnTo>
                  <a:lnTo>
                    <a:pt x="3269" y="7871"/>
                  </a:lnTo>
                  <a:lnTo>
                    <a:pt x="3673" y="7891"/>
                  </a:lnTo>
                  <a:lnTo>
                    <a:pt x="4137" y="7871"/>
                  </a:lnTo>
                  <a:lnTo>
                    <a:pt x="4601" y="7811"/>
                  </a:lnTo>
                  <a:lnTo>
                    <a:pt x="5045" y="7710"/>
                  </a:lnTo>
                  <a:lnTo>
                    <a:pt x="5489" y="7548"/>
                  </a:lnTo>
                  <a:lnTo>
                    <a:pt x="5913" y="7367"/>
                  </a:lnTo>
                  <a:lnTo>
                    <a:pt x="6337" y="7145"/>
                  </a:lnTo>
                  <a:lnTo>
                    <a:pt x="6720" y="6882"/>
                  </a:lnTo>
                  <a:lnTo>
                    <a:pt x="7083" y="6580"/>
                  </a:lnTo>
                  <a:lnTo>
                    <a:pt x="7346" y="6338"/>
                  </a:lnTo>
                  <a:lnTo>
                    <a:pt x="7588" y="6055"/>
                  </a:lnTo>
                  <a:lnTo>
                    <a:pt x="7830" y="5752"/>
                  </a:lnTo>
                  <a:lnTo>
                    <a:pt x="8052" y="5429"/>
                  </a:lnTo>
                  <a:lnTo>
                    <a:pt x="8274" y="5086"/>
                  </a:lnTo>
                  <a:lnTo>
                    <a:pt x="8476" y="4703"/>
                  </a:lnTo>
                  <a:lnTo>
                    <a:pt x="8698" y="4279"/>
                  </a:lnTo>
                  <a:lnTo>
                    <a:pt x="8900" y="3815"/>
                  </a:lnTo>
                  <a:lnTo>
                    <a:pt x="9101" y="3311"/>
                  </a:lnTo>
                  <a:lnTo>
                    <a:pt x="9303" y="2786"/>
                  </a:lnTo>
                  <a:lnTo>
                    <a:pt x="9424" y="2544"/>
                  </a:lnTo>
                  <a:lnTo>
                    <a:pt x="9566" y="2322"/>
                  </a:lnTo>
                  <a:lnTo>
                    <a:pt x="9727" y="2100"/>
                  </a:lnTo>
                  <a:lnTo>
                    <a:pt x="9929" y="1918"/>
                  </a:lnTo>
                  <a:lnTo>
                    <a:pt x="10171" y="1757"/>
                  </a:lnTo>
                  <a:lnTo>
                    <a:pt x="10454" y="1615"/>
                  </a:lnTo>
                  <a:lnTo>
                    <a:pt x="10595" y="1555"/>
                  </a:lnTo>
                  <a:lnTo>
                    <a:pt x="10797" y="1474"/>
                  </a:lnTo>
                  <a:lnTo>
                    <a:pt x="10978" y="1373"/>
                  </a:lnTo>
                  <a:lnTo>
                    <a:pt x="11059" y="1313"/>
                  </a:lnTo>
                  <a:lnTo>
                    <a:pt x="11140" y="1252"/>
                  </a:lnTo>
                  <a:lnTo>
                    <a:pt x="11200" y="1171"/>
                  </a:lnTo>
                  <a:lnTo>
                    <a:pt x="11261" y="1071"/>
                  </a:lnTo>
                  <a:lnTo>
                    <a:pt x="11301" y="970"/>
                  </a:lnTo>
                  <a:lnTo>
                    <a:pt x="11301" y="849"/>
                  </a:lnTo>
                  <a:lnTo>
                    <a:pt x="11301" y="727"/>
                  </a:lnTo>
                  <a:lnTo>
                    <a:pt x="11261" y="606"/>
                  </a:lnTo>
                  <a:lnTo>
                    <a:pt x="11200" y="485"/>
                  </a:lnTo>
                  <a:lnTo>
                    <a:pt x="11119" y="384"/>
                  </a:lnTo>
                  <a:lnTo>
                    <a:pt x="11039" y="304"/>
                  </a:lnTo>
                  <a:lnTo>
                    <a:pt x="10938" y="223"/>
                  </a:lnTo>
                  <a:lnTo>
                    <a:pt x="10837" y="162"/>
                  </a:lnTo>
                  <a:lnTo>
                    <a:pt x="10736" y="122"/>
                  </a:lnTo>
                  <a:lnTo>
                    <a:pt x="10514" y="62"/>
                  </a:lnTo>
                  <a:lnTo>
                    <a:pt x="10272" y="21"/>
                  </a:lnTo>
                  <a:lnTo>
                    <a:pt x="1003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7"/>
            <p:cNvSpPr/>
            <p:nvPr/>
          </p:nvSpPr>
          <p:spPr>
            <a:xfrm flipH="1">
              <a:off x="39193" y="-3980256"/>
              <a:ext cx="262933" cy="275344"/>
            </a:xfrm>
            <a:custGeom>
              <a:rect b="b" l="l" r="r" t="t"/>
              <a:pathLst>
                <a:path extrusionOk="0" h="4925" w="4703">
                  <a:moveTo>
                    <a:pt x="1938" y="81"/>
                  </a:moveTo>
                  <a:lnTo>
                    <a:pt x="2160" y="122"/>
                  </a:lnTo>
                  <a:lnTo>
                    <a:pt x="2382" y="182"/>
                  </a:lnTo>
                  <a:lnTo>
                    <a:pt x="2604" y="283"/>
                  </a:lnTo>
                  <a:lnTo>
                    <a:pt x="2785" y="384"/>
                  </a:lnTo>
                  <a:lnTo>
                    <a:pt x="2967" y="505"/>
                  </a:lnTo>
                  <a:lnTo>
                    <a:pt x="3129" y="626"/>
                  </a:lnTo>
                  <a:lnTo>
                    <a:pt x="3411" y="889"/>
                  </a:lnTo>
                  <a:lnTo>
                    <a:pt x="3613" y="1111"/>
                  </a:lnTo>
                  <a:lnTo>
                    <a:pt x="3794" y="1353"/>
                  </a:lnTo>
                  <a:lnTo>
                    <a:pt x="3976" y="1595"/>
                  </a:lnTo>
                  <a:lnTo>
                    <a:pt x="4117" y="1857"/>
                  </a:lnTo>
                  <a:lnTo>
                    <a:pt x="4259" y="2120"/>
                  </a:lnTo>
                  <a:lnTo>
                    <a:pt x="4380" y="2402"/>
                  </a:lnTo>
                  <a:lnTo>
                    <a:pt x="4460" y="2685"/>
                  </a:lnTo>
                  <a:lnTo>
                    <a:pt x="4541" y="2967"/>
                  </a:lnTo>
                  <a:lnTo>
                    <a:pt x="4602" y="3330"/>
                  </a:lnTo>
                  <a:lnTo>
                    <a:pt x="4622" y="3472"/>
                  </a:lnTo>
                  <a:lnTo>
                    <a:pt x="4622" y="3633"/>
                  </a:lnTo>
                  <a:lnTo>
                    <a:pt x="4602" y="3774"/>
                  </a:lnTo>
                  <a:lnTo>
                    <a:pt x="4561" y="3895"/>
                  </a:lnTo>
                  <a:lnTo>
                    <a:pt x="4521" y="4016"/>
                  </a:lnTo>
                  <a:lnTo>
                    <a:pt x="4481" y="4138"/>
                  </a:lnTo>
                  <a:lnTo>
                    <a:pt x="4380" y="4279"/>
                  </a:lnTo>
                  <a:lnTo>
                    <a:pt x="4238" y="4400"/>
                  </a:lnTo>
                  <a:lnTo>
                    <a:pt x="4097" y="4521"/>
                  </a:lnTo>
                  <a:lnTo>
                    <a:pt x="3916" y="4622"/>
                  </a:lnTo>
                  <a:lnTo>
                    <a:pt x="3673" y="4723"/>
                  </a:lnTo>
                  <a:lnTo>
                    <a:pt x="3431" y="4783"/>
                  </a:lnTo>
                  <a:lnTo>
                    <a:pt x="3189" y="4844"/>
                  </a:lnTo>
                  <a:lnTo>
                    <a:pt x="2685" y="4844"/>
                  </a:lnTo>
                  <a:lnTo>
                    <a:pt x="2442" y="4804"/>
                  </a:lnTo>
                  <a:lnTo>
                    <a:pt x="2200" y="4723"/>
                  </a:lnTo>
                  <a:lnTo>
                    <a:pt x="1958" y="4622"/>
                  </a:lnTo>
                  <a:lnTo>
                    <a:pt x="1676" y="4460"/>
                  </a:lnTo>
                  <a:lnTo>
                    <a:pt x="1393" y="4238"/>
                  </a:lnTo>
                  <a:lnTo>
                    <a:pt x="1111" y="3976"/>
                  </a:lnTo>
                  <a:lnTo>
                    <a:pt x="868" y="3694"/>
                  </a:lnTo>
                  <a:lnTo>
                    <a:pt x="646" y="3391"/>
                  </a:lnTo>
                  <a:lnTo>
                    <a:pt x="445" y="3068"/>
                  </a:lnTo>
                  <a:lnTo>
                    <a:pt x="283" y="2725"/>
                  </a:lnTo>
                  <a:lnTo>
                    <a:pt x="162" y="2382"/>
                  </a:lnTo>
                  <a:lnTo>
                    <a:pt x="122" y="2160"/>
                  </a:lnTo>
                  <a:lnTo>
                    <a:pt x="81" y="1958"/>
                  </a:lnTo>
                  <a:lnTo>
                    <a:pt x="81" y="1756"/>
                  </a:lnTo>
                  <a:lnTo>
                    <a:pt x="81" y="1555"/>
                  </a:lnTo>
                  <a:lnTo>
                    <a:pt x="122" y="1373"/>
                  </a:lnTo>
                  <a:lnTo>
                    <a:pt x="162" y="1191"/>
                  </a:lnTo>
                  <a:lnTo>
                    <a:pt x="243" y="1010"/>
                  </a:lnTo>
                  <a:lnTo>
                    <a:pt x="323" y="848"/>
                  </a:lnTo>
                  <a:lnTo>
                    <a:pt x="445" y="687"/>
                  </a:lnTo>
                  <a:lnTo>
                    <a:pt x="606" y="525"/>
                  </a:lnTo>
                  <a:lnTo>
                    <a:pt x="767" y="404"/>
                  </a:lnTo>
                  <a:lnTo>
                    <a:pt x="949" y="283"/>
                  </a:lnTo>
                  <a:lnTo>
                    <a:pt x="1151" y="202"/>
                  </a:lnTo>
                  <a:lnTo>
                    <a:pt x="1353" y="122"/>
                  </a:lnTo>
                  <a:lnTo>
                    <a:pt x="1554" y="81"/>
                  </a:lnTo>
                  <a:close/>
                  <a:moveTo>
                    <a:pt x="1696" y="1"/>
                  </a:moveTo>
                  <a:lnTo>
                    <a:pt x="1454" y="21"/>
                  </a:lnTo>
                  <a:lnTo>
                    <a:pt x="1211" y="81"/>
                  </a:lnTo>
                  <a:lnTo>
                    <a:pt x="989" y="182"/>
                  </a:lnTo>
                  <a:lnTo>
                    <a:pt x="767" y="303"/>
                  </a:lnTo>
                  <a:lnTo>
                    <a:pt x="586" y="445"/>
                  </a:lnTo>
                  <a:lnTo>
                    <a:pt x="404" y="626"/>
                  </a:lnTo>
                  <a:lnTo>
                    <a:pt x="263" y="808"/>
                  </a:lnTo>
                  <a:lnTo>
                    <a:pt x="162" y="989"/>
                  </a:lnTo>
                  <a:lnTo>
                    <a:pt x="81" y="1171"/>
                  </a:lnTo>
                  <a:lnTo>
                    <a:pt x="41" y="1353"/>
                  </a:lnTo>
                  <a:lnTo>
                    <a:pt x="1" y="1555"/>
                  </a:lnTo>
                  <a:lnTo>
                    <a:pt x="1" y="1756"/>
                  </a:lnTo>
                  <a:lnTo>
                    <a:pt x="1" y="1958"/>
                  </a:lnTo>
                  <a:lnTo>
                    <a:pt x="41" y="2180"/>
                  </a:lnTo>
                  <a:lnTo>
                    <a:pt x="81" y="2402"/>
                  </a:lnTo>
                  <a:lnTo>
                    <a:pt x="202" y="2745"/>
                  </a:lnTo>
                  <a:lnTo>
                    <a:pt x="364" y="3088"/>
                  </a:lnTo>
                  <a:lnTo>
                    <a:pt x="566" y="3431"/>
                  </a:lnTo>
                  <a:lnTo>
                    <a:pt x="808" y="3754"/>
                  </a:lnTo>
                  <a:lnTo>
                    <a:pt x="1050" y="4037"/>
                  </a:lnTo>
                  <a:lnTo>
                    <a:pt x="1332" y="4299"/>
                  </a:lnTo>
                  <a:lnTo>
                    <a:pt x="1635" y="4521"/>
                  </a:lnTo>
                  <a:lnTo>
                    <a:pt x="1938" y="4703"/>
                  </a:lnTo>
                  <a:lnTo>
                    <a:pt x="2160" y="4804"/>
                  </a:lnTo>
                  <a:lnTo>
                    <a:pt x="2422" y="4864"/>
                  </a:lnTo>
                  <a:lnTo>
                    <a:pt x="2664" y="4925"/>
                  </a:lnTo>
                  <a:lnTo>
                    <a:pt x="3189" y="4925"/>
                  </a:lnTo>
                  <a:lnTo>
                    <a:pt x="3451" y="4864"/>
                  </a:lnTo>
                  <a:lnTo>
                    <a:pt x="3714" y="4804"/>
                  </a:lnTo>
                  <a:lnTo>
                    <a:pt x="3956" y="4682"/>
                  </a:lnTo>
                  <a:lnTo>
                    <a:pt x="4138" y="4582"/>
                  </a:lnTo>
                  <a:lnTo>
                    <a:pt x="4299" y="4460"/>
                  </a:lnTo>
                  <a:lnTo>
                    <a:pt x="4440" y="4319"/>
                  </a:lnTo>
                  <a:lnTo>
                    <a:pt x="4541" y="4178"/>
                  </a:lnTo>
                  <a:lnTo>
                    <a:pt x="4602" y="4057"/>
                  </a:lnTo>
                  <a:lnTo>
                    <a:pt x="4642" y="3916"/>
                  </a:lnTo>
                  <a:lnTo>
                    <a:pt x="4682" y="3795"/>
                  </a:lnTo>
                  <a:lnTo>
                    <a:pt x="4703" y="3633"/>
                  </a:lnTo>
                  <a:lnTo>
                    <a:pt x="4703" y="3492"/>
                  </a:lnTo>
                  <a:lnTo>
                    <a:pt x="4682" y="3310"/>
                  </a:lnTo>
                  <a:lnTo>
                    <a:pt x="4622" y="2947"/>
                  </a:lnTo>
                  <a:lnTo>
                    <a:pt x="4541" y="2664"/>
                  </a:lnTo>
                  <a:lnTo>
                    <a:pt x="4440" y="2362"/>
                  </a:lnTo>
                  <a:lnTo>
                    <a:pt x="4339" y="2099"/>
                  </a:lnTo>
                  <a:lnTo>
                    <a:pt x="4198" y="1817"/>
                  </a:lnTo>
                  <a:lnTo>
                    <a:pt x="4037" y="1555"/>
                  </a:lnTo>
                  <a:lnTo>
                    <a:pt x="3855" y="1312"/>
                  </a:lnTo>
                  <a:lnTo>
                    <a:pt x="3673" y="1070"/>
                  </a:lnTo>
                  <a:lnTo>
                    <a:pt x="3472" y="828"/>
                  </a:lnTo>
                  <a:lnTo>
                    <a:pt x="3189" y="566"/>
                  </a:lnTo>
                  <a:lnTo>
                    <a:pt x="3007" y="445"/>
                  </a:lnTo>
                  <a:lnTo>
                    <a:pt x="2826" y="324"/>
                  </a:lnTo>
                  <a:lnTo>
                    <a:pt x="2624" y="202"/>
                  </a:lnTo>
                  <a:lnTo>
                    <a:pt x="2422" y="102"/>
                  </a:lnTo>
                  <a:lnTo>
                    <a:pt x="2180" y="41"/>
                  </a:lnTo>
                  <a:lnTo>
                    <a:pt x="19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7"/>
            <p:cNvSpPr/>
            <p:nvPr/>
          </p:nvSpPr>
          <p:spPr>
            <a:xfrm flipH="1">
              <a:off x="-3393920" y="-1511765"/>
              <a:ext cx="935332" cy="741278"/>
            </a:xfrm>
            <a:custGeom>
              <a:rect b="b" l="l" r="r" t="t"/>
              <a:pathLst>
                <a:path extrusionOk="0" h="13259" w="16730">
                  <a:moveTo>
                    <a:pt x="14550" y="81"/>
                  </a:moveTo>
                  <a:lnTo>
                    <a:pt x="14772" y="122"/>
                  </a:lnTo>
                  <a:lnTo>
                    <a:pt x="15014" y="202"/>
                  </a:lnTo>
                  <a:lnTo>
                    <a:pt x="15216" y="324"/>
                  </a:lnTo>
                  <a:lnTo>
                    <a:pt x="15438" y="465"/>
                  </a:lnTo>
                  <a:lnTo>
                    <a:pt x="15640" y="667"/>
                  </a:lnTo>
                  <a:lnTo>
                    <a:pt x="15821" y="889"/>
                  </a:lnTo>
                  <a:lnTo>
                    <a:pt x="15983" y="1131"/>
                  </a:lnTo>
                  <a:lnTo>
                    <a:pt x="16144" y="1413"/>
                  </a:lnTo>
                  <a:lnTo>
                    <a:pt x="16245" y="1655"/>
                  </a:lnTo>
                  <a:lnTo>
                    <a:pt x="16346" y="1898"/>
                  </a:lnTo>
                  <a:lnTo>
                    <a:pt x="16427" y="2140"/>
                  </a:lnTo>
                  <a:lnTo>
                    <a:pt x="16487" y="2422"/>
                  </a:lnTo>
                  <a:lnTo>
                    <a:pt x="16548" y="2685"/>
                  </a:lnTo>
                  <a:lnTo>
                    <a:pt x="16588" y="2967"/>
                  </a:lnTo>
                  <a:lnTo>
                    <a:pt x="16628" y="3250"/>
                  </a:lnTo>
                  <a:lnTo>
                    <a:pt x="16649" y="3552"/>
                  </a:lnTo>
                  <a:lnTo>
                    <a:pt x="16649" y="3855"/>
                  </a:lnTo>
                  <a:lnTo>
                    <a:pt x="16649" y="4178"/>
                  </a:lnTo>
                  <a:lnTo>
                    <a:pt x="16588" y="4844"/>
                  </a:lnTo>
                  <a:lnTo>
                    <a:pt x="16487" y="5550"/>
                  </a:lnTo>
                  <a:lnTo>
                    <a:pt x="16326" y="6317"/>
                  </a:lnTo>
                  <a:lnTo>
                    <a:pt x="16144" y="7044"/>
                  </a:lnTo>
                  <a:lnTo>
                    <a:pt x="15942" y="7709"/>
                  </a:lnTo>
                  <a:lnTo>
                    <a:pt x="15720" y="8315"/>
                  </a:lnTo>
                  <a:lnTo>
                    <a:pt x="15458" y="8860"/>
                  </a:lnTo>
                  <a:lnTo>
                    <a:pt x="15317" y="9122"/>
                  </a:lnTo>
                  <a:lnTo>
                    <a:pt x="15176" y="9364"/>
                  </a:lnTo>
                  <a:lnTo>
                    <a:pt x="15014" y="9586"/>
                  </a:lnTo>
                  <a:lnTo>
                    <a:pt x="14873" y="9808"/>
                  </a:lnTo>
                  <a:lnTo>
                    <a:pt x="14691" y="10010"/>
                  </a:lnTo>
                  <a:lnTo>
                    <a:pt x="14530" y="10212"/>
                  </a:lnTo>
                  <a:lnTo>
                    <a:pt x="14348" y="10393"/>
                  </a:lnTo>
                  <a:lnTo>
                    <a:pt x="14146" y="10555"/>
                  </a:lnTo>
                  <a:lnTo>
                    <a:pt x="13803" y="10837"/>
                  </a:lnTo>
                  <a:lnTo>
                    <a:pt x="13440" y="11080"/>
                  </a:lnTo>
                  <a:lnTo>
                    <a:pt x="13036" y="11302"/>
                  </a:lnTo>
                  <a:lnTo>
                    <a:pt x="12633" y="11483"/>
                  </a:lnTo>
                  <a:lnTo>
                    <a:pt x="12229" y="11665"/>
                  </a:lnTo>
                  <a:lnTo>
                    <a:pt x="11805" y="11806"/>
                  </a:lnTo>
                  <a:lnTo>
                    <a:pt x="11402" y="11947"/>
                  </a:lnTo>
                  <a:lnTo>
                    <a:pt x="10978" y="12068"/>
                  </a:lnTo>
                  <a:lnTo>
                    <a:pt x="10373" y="12230"/>
                  </a:lnTo>
                  <a:lnTo>
                    <a:pt x="9787" y="12371"/>
                  </a:lnTo>
                  <a:lnTo>
                    <a:pt x="9202" y="12512"/>
                  </a:lnTo>
                  <a:lnTo>
                    <a:pt x="8597" y="12633"/>
                  </a:lnTo>
                  <a:lnTo>
                    <a:pt x="7991" y="12734"/>
                  </a:lnTo>
                  <a:lnTo>
                    <a:pt x="7386" y="12835"/>
                  </a:lnTo>
                  <a:lnTo>
                    <a:pt x="6801" y="12936"/>
                  </a:lnTo>
                  <a:lnTo>
                    <a:pt x="6195" y="12997"/>
                  </a:lnTo>
                  <a:lnTo>
                    <a:pt x="5590" y="13057"/>
                  </a:lnTo>
                  <a:lnTo>
                    <a:pt x="4964" y="13118"/>
                  </a:lnTo>
                  <a:lnTo>
                    <a:pt x="4359" y="13158"/>
                  </a:lnTo>
                  <a:lnTo>
                    <a:pt x="3754" y="13178"/>
                  </a:lnTo>
                  <a:lnTo>
                    <a:pt x="1917" y="13178"/>
                  </a:lnTo>
                  <a:lnTo>
                    <a:pt x="1312" y="13138"/>
                  </a:lnTo>
                  <a:lnTo>
                    <a:pt x="1070" y="13118"/>
                  </a:lnTo>
                  <a:lnTo>
                    <a:pt x="848" y="13077"/>
                  </a:lnTo>
                  <a:lnTo>
                    <a:pt x="646" y="13017"/>
                  </a:lnTo>
                  <a:lnTo>
                    <a:pt x="484" y="12956"/>
                  </a:lnTo>
                  <a:lnTo>
                    <a:pt x="343" y="12855"/>
                  </a:lnTo>
                  <a:lnTo>
                    <a:pt x="242" y="12754"/>
                  </a:lnTo>
                  <a:lnTo>
                    <a:pt x="162" y="12613"/>
                  </a:lnTo>
                  <a:lnTo>
                    <a:pt x="101" y="12472"/>
                  </a:lnTo>
                  <a:lnTo>
                    <a:pt x="81" y="12351"/>
                  </a:lnTo>
                  <a:lnTo>
                    <a:pt x="81" y="12210"/>
                  </a:lnTo>
                  <a:lnTo>
                    <a:pt x="101" y="12068"/>
                  </a:lnTo>
                  <a:lnTo>
                    <a:pt x="121" y="11907"/>
                  </a:lnTo>
                  <a:lnTo>
                    <a:pt x="182" y="11745"/>
                  </a:lnTo>
                  <a:lnTo>
                    <a:pt x="242" y="11584"/>
                  </a:lnTo>
                  <a:lnTo>
                    <a:pt x="384" y="11241"/>
                  </a:lnTo>
                  <a:lnTo>
                    <a:pt x="606" y="10878"/>
                  </a:lnTo>
                  <a:lnTo>
                    <a:pt x="848" y="10515"/>
                  </a:lnTo>
                  <a:lnTo>
                    <a:pt x="1110" y="10131"/>
                  </a:lnTo>
                  <a:lnTo>
                    <a:pt x="1413" y="9768"/>
                  </a:lnTo>
                  <a:lnTo>
                    <a:pt x="1715" y="9405"/>
                  </a:lnTo>
                  <a:lnTo>
                    <a:pt x="2038" y="9062"/>
                  </a:lnTo>
                  <a:lnTo>
                    <a:pt x="2341" y="8739"/>
                  </a:lnTo>
                  <a:lnTo>
                    <a:pt x="2644" y="8456"/>
                  </a:lnTo>
                  <a:lnTo>
                    <a:pt x="2926" y="8194"/>
                  </a:lnTo>
                  <a:lnTo>
                    <a:pt x="3189" y="7972"/>
                  </a:lnTo>
                  <a:lnTo>
                    <a:pt x="3411" y="7790"/>
                  </a:lnTo>
                  <a:lnTo>
                    <a:pt x="3592" y="7669"/>
                  </a:lnTo>
                  <a:lnTo>
                    <a:pt x="4198" y="7306"/>
                  </a:lnTo>
                  <a:lnTo>
                    <a:pt x="4823" y="6983"/>
                  </a:lnTo>
                  <a:lnTo>
                    <a:pt x="6095" y="6357"/>
                  </a:lnTo>
                  <a:lnTo>
                    <a:pt x="6720" y="6055"/>
                  </a:lnTo>
                  <a:lnTo>
                    <a:pt x="7346" y="5752"/>
                  </a:lnTo>
                  <a:lnTo>
                    <a:pt x="7971" y="5409"/>
                  </a:lnTo>
                  <a:lnTo>
                    <a:pt x="8597" y="5066"/>
                  </a:lnTo>
                  <a:lnTo>
                    <a:pt x="9101" y="4723"/>
                  </a:lnTo>
                  <a:lnTo>
                    <a:pt x="9606" y="4360"/>
                  </a:lnTo>
                  <a:lnTo>
                    <a:pt x="10110" y="3976"/>
                  </a:lnTo>
                  <a:lnTo>
                    <a:pt x="10574" y="3573"/>
                  </a:lnTo>
                  <a:lnTo>
                    <a:pt x="11018" y="3149"/>
                  </a:lnTo>
                  <a:lnTo>
                    <a:pt x="11442" y="2705"/>
                  </a:lnTo>
                  <a:lnTo>
                    <a:pt x="11866" y="2241"/>
                  </a:lnTo>
                  <a:lnTo>
                    <a:pt x="12249" y="1756"/>
                  </a:lnTo>
                  <a:lnTo>
                    <a:pt x="12290" y="1716"/>
                  </a:lnTo>
                  <a:lnTo>
                    <a:pt x="12754" y="1131"/>
                  </a:lnTo>
                  <a:lnTo>
                    <a:pt x="12996" y="868"/>
                  </a:lnTo>
                  <a:lnTo>
                    <a:pt x="13238" y="606"/>
                  </a:lnTo>
                  <a:lnTo>
                    <a:pt x="13521" y="404"/>
                  </a:lnTo>
                  <a:lnTo>
                    <a:pt x="13662" y="303"/>
                  </a:lnTo>
                  <a:lnTo>
                    <a:pt x="13803" y="223"/>
                  </a:lnTo>
                  <a:lnTo>
                    <a:pt x="13965" y="162"/>
                  </a:lnTo>
                  <a:lnTo>
                    <a:pt x="14126" y="122"/>
                  </a:lnTo>
                  <a:lnTo>
                    <a:pt x="14288" y="102"/>
                  </a:lnTo>
                  <a:lnTo>
                    <a:pt x="14449" y="81"/>
                  </a:lnTo>
                  <a:close/>
                  <a:moveTo>
                    <a:pt x="14368" y="1"/>
                  </a:moveTo>
                  <a:lnTo>
                    <a:pt x="14187" y="21"/>
                  </a:lnTo>
                  <a:lnTo>
                    <a:pt x="14025" y="61"/>
                  </a:lnTo>
                  <a:lnTo>
                    <a:pt x="13864" y="122"/>
                  </a:lnTo>
                  <a:lnTo>
                    <a:pt x="13702" y="202"/>
                  </a:lnTo>
                  <a:lnTo>
                    <a:pt x="13541" y="283"/>
                  </a:lnTo>
                  <a:lnTo>
                    <a:pt x="13400" y="384"/>
                  </a:lnTo>
                  <a:lnTo>
                    <a:pt x="13238" y="505"/>
                  </a:lnTo>
                  <a:lnTo>
                    <a:pt x="12976" y="768"/>
                  </a:lnTo>
                  <a:lnTo>
                    <a:pt x="12714" y="1050"/>
                  </a:lnTo>
                  <a:lnTo>
                    <a:pt x="12451" y="1353"/>
                  </a:lnTo>
                  <a:lnTo>
                    <a:pt x="12229" y="1655"/>
                  </a:lnTo>
                  <a:lnTo>
                    <a:pt x="12189" y="1716"/>
                  </a:lnTo>
                  <a:lnTo>
                    <a:pt x="11805" y="2200"/>
                  </a:lnTo>
                  <a:lnTo>
                    <a:pt x="11382" y="2664"/>
                  </a:lnTo>
                  <a:lnTo>
                    <a:pt x="10958" y="3088"/>
                  </a:lnTo>
                  <a:lnTo>
                    <a:pt x="10514" y="3512"/>
                  </a:lnTo>
                  <a:lnTo>
                    <a:pt x="10050" y="3916"/>
                  </a:lnTo>
                  <a:lnTo>
                    <a:pt x="9565" y="4299"/>
                  </a:lnTo>
                  <a:lnTo>
                    <a:pt x="9061" y="4662"/>
                  </a:lnTo>
                  <a:lnTo>
                    <a:pt x="8556" y="4985"/>
                  </a:lnTo>
                  <a:lnTo>
                    <a:pt x="7931" y="5348"/>
                  </a:lnTo>
                  <a:lnTo>
                    <a:pt x="7305" y="5671"/>
                  </a:lnTo>
                  <a:lnTo>
                    <a:pt x="6680" y="5994"/>
                  </a:lnTo>
                  <a:lnTo>
                    <a:pt x="6054" y="6297"/>
                  </a:lnTo>
                  <a:lnTo>
                    <a:pt x="4783" y="6902"/>
                  </a:lnTo>
                  <a:lnTo>
                    <a:pt x="4157" y="7245"/>
                  </a:lnTo>
                  <a:lnTo>
                    <a:pt x="3552" y="7588"/>
                  </a:lnTo>
                  <a:lnTo>
                    <a:pt x="3370" y="7709"/>
                  </a:lnTo>
                  <a:lnTo>
                    <a:pt x="3168" y="7891"/>
                  </a:lnTo>
                  <a:lnTo>
                    <a:pt x="2624" y="8375"/>
                  </a:lnTo>
                  <a:lnTo>
                    <a:pt x="2321" y="8658"/>
                  </a:lnTo>
                  <a:lnTo>
                    <a:pt x="1998" y="8981"/>
                  </a:lnTo>
                  <a:lnTo>
                    <a:pt x="1675" y="9344"/>
                  </a:lnTo>
                  <a:lnTo>
                    <a:pt x="1352" y="9707"/>
                  </a:lnTo>
                  <a:lnTo>
                    <a:pt x="1050" y="10071"/>
                  </a:lnTo>
                  <a:lnTo>
                    <a:pt x="787" y="10454"/>
                  </a:lnTo>
                  <a:lnTo>
                    <a:pt x="525" y="10837"/>
                  </a:lnTo>
                  <a:lnTo>
                    <a:pt x="323" y="11201"/>
                  </a:lnTo>
                  <a:lnTo>
                    <a:pt x="162" y="11564"/>
                  </a:lnTo>
                  <a:lnTo>
                    <a:pt x="101" y="11725"/>
                  </a:lnTo>
                  <a:lnTo>
                    <a:pt x="41" y="11907"/>
                  </a:lnTo>
                  <a:lnTo>
                    <a:pt x="20" y="12068"/>
                  </a:lnTo>
                  <a:lnTo>
                    <a:pt x="0" y="12210"/>
                  </a:lnTo>
                  <a:lnTo>
                    <a:pt x="0" y="12371"/>
                  </a:lnTo>
                  <a:lnTo>
                    <a:pt x="41" y="12492"/>
                  </a:lnTo>
                  <a:lnTo>
                    <a:pt x="81" y="12654"/>
                  </a:lnTo>
                  <a:lnTo>
                    <a:pt x="182" y="12795"/>
                  </a:lnTo>
                  <a:lnTo>
                    <a:pt x="283" y="12916"/>
                  </a:lnTo>
                  <a:lnTo>
                    <a:pt x="444" y="13017"/>
                  </a:lnTo>
                  <a:lnTo>
                    <a:pt x="606" y="13098"/>
                  </a:lnTo>
                  <a:lnTo>
                    <a:pt x="807" y="13158"/>
                  </a:lnTo>
                  <a:lnTo>
                    <a:pt x="1050" y="13198"/>
                  </a:lnTo>
                  <a:lnTo>
                    <a:pt x="1312" y="13219"/>
                  </a:lnTo>
                  <a:lnTo>
                    <a:pt x="2099" y="13259"/>
                  </a:lnTo>
                  <a:lnTo>
                    <a:pt x="2886" y="13259"/>
                  </a:lnTo>
                  <a:lnTo>
                    <a:pt x="3915" y="13239"/>
                  </a:lnTo>
                  <a:lnTo>
                    <a:pt x="4944" y="13198"/>
                  </a:lnTo>
                  <a:lnTo>
                    <a:pt x="5973" y="13098"/>
                  </a:lnTo>
                  <a:lnTo>
                    <a:pt x="6982" y="12976"/>
                  </a:lnTo>
                  <a:lnTo>
                    <a:pt x="7991" y="12835"/>
                  </a:lnTo>
                  <a:lnTo>
                    <a:pt x="9000" y="12633"/>
                  </a:lnTo>
                  <a:lnTo>
                    <a:pt x="10009" y="12411"/>
                  </a:lnTo>
                  <a:lnTo>
                    <a:pt x="10998" y="12149"/>
                  </a:lnTo>
                  <a:lnTo>
                    <a:pt x="11422" y="12028"/>
                  </a:lnTo>
                  <a:lnTo>
                    <a:pt x="11846" y="11887"/>
                  </a:lnTo>
                  <a:lnTo>
                    <a:pt x="12270" y="11725"/>
                  </a:lnTo>
                  <a:lnTo>
                    <a:pt x="12673" y="11564"/>
                  </a:lnTo>
                  <a:lnTo>
                    <a:pt x="13077" y="11362"/>
                  </a:lnTo>
                  <a:lnTo>
                    <a:pt x="13480" y="11160"/>
                  </a:lnTo>
                  <a:lnTo>
                    <a:pt x="13844" y="10898"/>
                  </a:lnTo>
                  <a:lnTo>
                    <a:pt x="14207" y="10615"/>
                  </a:lnTo>
                  <a:lnTo>
                    <a:pt x="14409" y="10454"/>
                  </a:lnTo>
                  <a:lnTo>
                    <a:pt x="14590" y="10272"/>
                  </a:lnTo>
                  <a:lnTo>
                    <a:pt x="14752" y="10071"/>
                  </a:lnTo>
                  <a:lnTo>
                    <a:pt x="14933" y="9869"/>
                  </a:lnTo>
                  <a:lnTo>
                    <a:pt x="15095" y="9647"/>
                  </a:lnTo>
                  <a:lnTo>
                    <a:pt x="15236" y="9405"/>
                  </a:lnTo>
                  <a:lnTo>
                    <a:pt x="15398" y="9162"/>
                  </a:lnTo>
                  <a:lnTo>
                    <a:pt x="15519" y="8900"/>
                  </a:lnTo>
                  <a:lnTo>
                    <a:pt x="15781" y="8355"/>
                  </a:lnTo>
                  <a:lnTo>
                    <a:pt x="16023" y="7730"/>
                  </a:lnTo>
                  <a:lnTo>
                    <a:pt x="16225" y="7064"/>
                  </a:lnTo>
                  <a:lnTo>
                    <a:pt x="16407" y="6337"/>
                  </a:lnTo>
                  <a:lnTo>
                    <a:pt x="16568" y="5570"/>
                  </a:lnTo>
                  <a:lnTo>
                    <a:pt x="16669" y="4844"/>
                  </a:lnTo>
                  <a:lnTo>
                    <a:pt x="16729" y="4178"/>
                  </a:lnTo>
                  <a:lnTo>
                    <a:pt x="16729" y="3855"/>
                  </a:lnTo>
                  <a:lnTo>
                    <a:pt x="16729" y="3532"/>
                  </a:lnTo>
                  <a:lnTo>
                    <a:pt x="16709" y="3250"/>
                  </a:lnTo>
                  <a:lnTo>
                    <a:pt x="16669" y="2947"/>
                  </a:lnTo>
                  <a:lnTo>
                    <a:pt x="16628" y="2664"/>
                  </a:lnTo>
                  <a:lnTo>
                    <a:pt x="16568" y="2382"/>
                  </a:lnTo>
                  <a:lnTo>
                    <a:pt x="16507" y="2120"/>
                  </a:lnTo>
                  <a:lnTo>
                    <a:pt x="16427" y="1857"/>
                  </a:lnTo>
                  <a:lnTo>
                    <a:pt x="16326" y="1615"/>
                  </a:lnTo>
                  <a:lnTo>
                    <a:pt x="16205" y="1373"/>
                  </a:lnTo>
                  <a:lnTo>
                    <a:pt x="16063" y="1090"/>
                  </a:lnTo>
                  <a:lnTo>
                    <a:pt x="15882" y="828"/>
                  </a:lnTo>
                  <a:lnTo>
                    <a:pt x="15680" y="606"/>
                  </a:lnTo>
                  <a:lnTo>
                    <a:pt x="15478" y="404"/>
                  </a:lnTo>
                  <a:lnTo>
                    <a:pt x="15256" y="243"/>
                  </a:lnTo>
                  <a:lnTo>
                    <a:pt x="15034" y="122"/>
                  </a:lnTo>
                  <a:lnTo>
                    <a:pt x="14792" y="41"/>
                  </a:lnTo>
                  <a:lnTo>
                    <a:pt x="145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7"/>
            <p:cNvSpPr/>
            <p:nvPr/>
          </p:nvSpPr>
          <p:spPr>
            <a:xfrm flipH="1">
              <a:off x="-2932478" y="-2601605"/>
              <a:ext cx="1395619" cy="1650669"/>
            </a:xfrm>
            <a:custGeom>
              <a:rect b="b" l="l" r="r" t="t"/>
              <a:pathLst>
                <a:path extrusionOk="0" h="29525" w="24963">
                  <a:moveTo>
                    <a:pt x="18727" y="81"/>
                  </a:moveTo>
                  <a:lnTo>
                    <a:pt x="19211" y="102"/>
                  </a:lnTo>
                  <a:lnTo>
                    <a:pt x="19514" y="142"/>
                  </a:lnTo>
                  <a:lnTo>
                    <a:pt x="19837" y="223"/>
                  </a:lnTo>
                  <a:lnTo>
                    <a:pt x="20140" y="303"/>
                  </a:lnTo>
                  <a:lnTo>
                    <a:pt x="20442" y="404"/>
                  </a:lnTo>
                  <a:lnTo>
                    <a:pt x="20745" y="525"/>
                  </a:lnTo>
                  <a:lnTo>
                    <a:pt x="21048" y="667"/>
                  </a:lnTo>
                  <a:lnTo>
                    <a:pt x="21330" y="828"/>
                  </a:lnTo>
                  <a:lnTo>
                    <a:pt x="21613" y="1010"/>
                  </a:lnTo>
                  <a:lnTo>
                    <a:pt x="21895" y="1212"/>
                  </a:lnTo>
                  <a:lnTo>
                    <a:pt x="22158" y="1413"/>
                  </a:lnTo>
                  <a:lnTo>
                    <a:pt x="22420" y="1655"/>
                  </a:lnTo>
                  <a:lnTo>
                    <a:pt x="22662" y="1898"/>
                  </a:lnTo>
                  <a:lnTo>
                    <a:pt x="22904" y="2160"/>
                  </a:lnTo>
                  <a:lnTo>
                    <a:pt x="23126" y="2443"/>
                  </a:lnTo>
                  <a:lnTo>
                    <a:pt x="23328" y="2725"/>
                  </a:lnTo>
                  <a:lnTo>
                    <a:pt x="23530" y="3028"/>
                  </a:lnTo>
                  <a:lnTo>
                    <a:pt x="23691" y="3290"/>
                  </a:lnTo>
                  <a:lnTo>
                    <a:pt x="23833" y="3573"/>
                  </a:lnTo>
                  <a:lnTo>
                    <a:pt x="24095" y="4138"/>
                  </a:lnTo>
                  <a:lnTo>
                    <a:pt x="24317" y="4723"/>
                  </a:lnTo>
                  <a:lnTo>
                    <a:pt x="24499" y="5369"/>
                  </a:lnTo>
                  <a:lnTo>
                    <a:pt x="24660" y="6035"/>
                  </a:lnTo>
                  <a:lnTo>
                    <a:pt x="24761" y="6721"/>
                  </a:lnTo>
                  <a:lnTo>
                    <a:pt x="24842" y="7467"/>
                  </a:lnTo>
                  <a:lnTo>
                    <a:pt x="24882" y="8214"/>
                  </a:lnTo>
                  <a:lnTo>
                    <a:pt x="24882" y="8880"/>
                  </a:lnTo>
                  <a:lnTo>
                    <a:pt x="24862" y="9546"/>
                  </a:lnTo>
                  <a:lnTo>
                    <a:pt x="24822" y="10232"/>
                  </a:lnTo>
                  <a:lnTo>
                    <a:pt x="24761" y="10938"/>
                  </a:lnTo>
                  <a:lnTo>
                    <a:pt x="24660" y="11665"/>
                  </a:lnTo>
                  <a:lnTo>
                    <a:pt x="24539" y="12411"/>
                  </a:lnTo>
                  <a:lnTo>
                    <a:pt x="24398" y="13178"/>
                  </a:lnTo>
                  <a:lnTo>
                    <a:pt x="24216" y="13986"/>
                  </a:lnTo>
                  <a:lnTo>
                    <a:pt x="23994" y="14853"/>
                  </a:lnTo>
                  <a:lnTo>
                    <a:pt x="23873" y="15297"/>
                  </a:lnTo>
                  <a:lnTo>
                    <a:pt x="23732" y="15721"/>
                  </a:lnTo>
                  <a:lnTo>
                    <a:pt x="23570" y="16145"/>
                  </a:lnTo>
                  <a:lnTo>
                    <a:pt x="23369" y="16569"/>
                  </a:lnTo>
                  <a:lnTo>
                    <a:pt x="23167" y="16972"/>
                  </a:lnTo>
                  <a:lnTo>
                    <a:pt x="22925" y="17356"/>
                  </a:lnTo>
                  <a:lnTo>
                    <a:pt x="22682" y="17658"/>
                  </a:lnTo>
                  <a:lnTo>
                    <a:pt x="22440" y="17961"/>
                  </a:lnTo>
                  <a:lnTo>
                    <a:pt x="22158" y="18244"/>
                  </a:lnTo>
                  <a:lnTo>
                    <a:pt x="21875" y="18506"/>
                  </a:lnTo>
                  <a:lnTo>
                    <a:pt x="21573" y="18748"/>
                  </a:lnTo>
                  <a:lnTo>
                    <a:pt x="21270" y="18990"/>
                  </a:lnTo>
                  <a:lnTo>
                    <a:pt x="20947" y="19212"/>
                  </a:lnTo>
                  <a:lnTo>
                    <a:pt x="20604" y="19414"/>
                  </a:lnTo>
                  <a:lnTo>
                    <a:pt x="20261" y="19616"/>
                  </a:lnTo>
                  <a:lnTo>
                    <a:pt x="19918" y="19818"/>
                  </a:lnTo>
                  <a:lnTo>
                    <a:pt x="19211" y="20181"/>
                  </a:lnTo>
                  <a:lnTo>
                    <a:pt x="18465" y="20524"/>
                  </a:lnTo>
                  <a:lnTo>
                    <a:pt x="17738" y="20847"/>
                  </a:lnTo>
                  <a:lnTo>
                    <a:pt x="17133" y="21109"/>
                  </a:lnTo>
                  <a:lnTo>
                    <a:pt x="16245" y="21513"/>
                  </a:lnTo>
                  <a:lnTo>
                    <a:pt x="15418" y="21916"/>
                  </a:lnTo>
                  <a:lnTo>
                    <a:pt x="14651" y="22340"/>
                  </a:lnTo>
                  <a:lnTo>
                    <a:pt x="13924" y="22744"/>
                  </a:lnTo>
                  <a:lnTo>
                    <a:pt x="13258" y="23167"/>
                  </a:lnTo>
                  <a:lnTo>
                    <a:pt x="12633" y="23611"/>
                  </a:lnTo>
                  <a:lnTo>
                    <a:pt x="12048" y="24055"/>
                  </a:lnTo>
                  <a:lnTo>
                    <a:pt x="11503" y="24520"/>
                  </a:lnTo>
                  <a:lnTo>
                    <a:pt x="11099" y="24883"/>
                  </a:lnTo>
                  <a:lnTo>
                    <a:pt x="10695" y="25246"/>
                  </a:lnTo>
                  <a:lnTo>
                    <a:pt x="9949" y="26013"/>
                  </a:lnTo>
                  <a:lnTo>
                    <a:pt x="9323" y="26638"/>
                  </a:lnTo>
                  <a:lnTo>
                    <a:pt x="8698" y="27244"/>
                  </a:lnTo>
                  <a:lnTo>
                    <a:pt x="8355" y="27526"/>
                  </a:lnTo>
                  <a:lnTo>
                    <a:pt x="8032" y="27809"/>
                  </a:lnTo>
                  <a:lnTo>
                    <a:pt x="7668" y="28091"/>
                  </a:lnTo>
                  <a:lnTo>
                    <a:pt x="7325" y="28334"/>
                  </a:lnTo>
                  <a:lnTo>
                    <a:pt x="6902" y="28596"/>
                  </a:lnTo>
                  <a:lnTo>
                    <a:pt x="6498" y="28818"/>
                  </a:lnTo>
                  <a:lnTo>
                    <a:pt x="6094" y="29000"/>
                  </a:lnTo>
                  <a:lnTo>
                    <a:pt x="5711" y="29141"/>
                  </a:lnTo>
                  <a:lnTo>
                    <a:pt x="5328" y="29262"/>
                  </a:lnTo>
                  <a:lnTo>
                    <a:pt x="4964" y="29343"/>
                  </a:lnTo>
                  <a:lnTo>
                    <a:pt x="4601" y="29403"/>
                  </a:lnTo>
                  <a:lnTo>
                    <a:pt x="4238" y="29423"/>
                  </a:lnTo>
                  <a:lnTo>
                    <a:pt x="3915" y="29423"/>
                  </a:lnTo>
                  <a:lnTo>
                    <a:pt x="3592" y="29403"/>
                  </a:lnTo>
                  <a:lnTo>
                    <a:pt x="3289" y="29363"/>
                  </a:lnTo>
                  <a:lnTo>
                    <a:pt x="2987" y="29302"/>
                  </a:lnTo>
                  <a:lnTo>
                    <a:pt x="2724" y="29221"/>
                  </a:lnTo>
                  <a:lnTo>
                    <a:pt x="2462" y="29121"/>
                  </a:lnTo>
                  <a:lnTo>
                    <a:pt x="2240" y="29020"/>
                  </a:lnTo>
                  <a:lnTo>
                    <a:pt x="2018" y="28899"/>
                  </a:lnTo>
                  <a:lnTo>
                    <a:pt x="1715" y="28677"/>
                  </a:lnTo>
                  <a:lnTo>
                    <a:pt x="1433" y="28414"/>
                  </a:lnTo>
                  <a:lnTo>
                    <a:pt x="1170" y="28132"/>
                  </a:lnTo>
                  <a:lnTo>
                    <a:pt x="928" y="27809"/>
                  </a:lnTo>
                  <a:lnTo>
                    <a:pt x="706" y="27446"/>
                  </a:lnTo>
                  <a:lnTo>
                    <a:pt x="525" y="27062"/>
                  </a:lnTo>
                  <a:lnTo>
                    <a:pt x="363" y="26659"/>
                  </a:lnTo>
                  <a:lnTo>
                    <a:pt x="242" y="26235"/>
                  </a:lnTo>
                  <a:lnTo>
                    <a:pt x="182" y="25952"/>
                  </a:lnTo>
                  <a:lnTo>
                    <a:pt x="121" y="25670"/>
                  </a:lnTo>
                  <a:lnTo>
                    <a:pt x="101" y="25387"/>
                  </a:lnTo>
                  <a:lnTo>
                    <a:pt x="81" y="25105"/>
                  </a:lnTo>
                  <a:lnTo>
                    <a:pt x="81" y="24802"/>
                  </a:lnTo>
                  <a:lnTo>
                    <a:pt x="81" y="24520"/>
                  </a:lnTo>
                  <a:lnTo>
                    <a:pt x="101" y="24237"/>
                  </a:lnTo>
                  <a:lnTo>
                    <a:pt x="141" y="23954"/>
                  </a:lnTo>
                  <a:lnTo>
                    <a:pt x="202" y="23672"/>
                  </a:lnTo>
                  <a:lnTo>
                    <a:pt x="262" y="23389"/>
                  </a:lnTo>
                  <a:lnTo>
                    <a:pt x="343" y="23107"/>
                  </a:lnTo>
                  <a:lnTo>
                    <a:pt x="424" y="22824"/>
                  </a:lnTo>
                  <a:lnTo>
                    <a:pt x="545" y="22562"/>
                  </a:lnTo>
                  <a:lnTo>
                    <a:pt x="666" y="22300"/>
                  </a:lnTo>
                  <a:lnTo>
                    <a:pt x="787" y="22037"/>
                  </a:lnTo>
                  <a:lnTo>
                    <a:pt x="928" y="21795"/>
                  </a:lnTo>
                  <a:lnTo>
                    <a:pt x="1211" y="21392"/>
                  </a:lnTo>
                  <a:lnTo>
                    <a:pt x="1514" y="21008"/>
                  </a:lnTo>
                  <a:lnTo>
                    <a:pt x="1836" y="20645"/>
                  </a:lnTo>
                  <a:lnTo>
                    <a:pt x="2200" y="20302"/>
                  </a:lnTo>
                  <a:lnTo>
                    <a:pt x="2563" y="19959"/>
                  </a:lnTo>
                  <a:lnTo>
                    <a:pt x="2926" y="19656"/>
                  </a:lnTo>
                  <a:lnTo>
                    <a:pt x="3693" y="19071"/>
                  </a:lnTo>
                  <a:lnTo>
                    <a:pt x="4238" y="18687"/>
                  </a:lnTo>
                  <a:lnTo>
                    <a:pt x="4803" y="18304"/>
                  </a:lnTo>
                  <a:lnTo>
                    <a:pt x="5368" y="17921"/>
                  </a:lnTo>
                  <a:lnTo>
                    <a:pt x="5953" y="17557"/>
                  </a:lnTo>
                  <a:lnTo>
                    <a:pt x="6518" y="17194"/>
                  </a:lnTo>
                  <a:lnTo>
                    <a:pt x="7124" y="16851"/>
                  </a:lnTo>
                  <a:lnTo>
                    <a:pt x="7709" y="16528"/>
                  </a:lnTo>
                  <a:lnTo>
                    <a:pt x="8314" y="16205"/>
                  </a:lnTo>
                  <a:lnTo>
                    <a:pt x="8556" y="16084"/>
                  </a:lnTo>
                  <a:lnTo>
                    <a:pt x="9162" y="15761"/>
                  </a:lnTo>
                  <a:lnTo>
                    <a:pt x="9464" y="15580"/>
                  </a:lnTo>
                  <a:lnTo>
                    <a:pt x="9767" y="15398"/>
                  </a:lnTo>
                  <a:lnTo>
                    <a:pt x="10050" y="15196"/>
                  </a:lnTo>
                  <a:lnTo>
                    <a:pt x="10312" y="14995"/>
                  </a:lnTo>
                  <a:lnTo>
                    <a:pt x="10574" y="14752"/>
                  </a:lnTo>
                  <a:lnTo>
                    <a:pt x="10796" y="14490"/>
                  </a:lnTo>
                  <a:lnTo>
                    <a:pt x="10938" y="14308"/>
                  </a:lnTo>
                  <a:lnTo>
                    <a:pt x="11059" y="14107"/>
                  </a:lnTo>
                  <a:lnTo>
                    <a:pt x="11180" y="13905"/>
                  </a:lnTo>
                  <a:lnTo>
                    <a:pt x="11281" y="13683"/>
                  </a:lnTo>
                  <a:lnTo>
                    <a:pt x="11482" y="13219"/>
                  </a:lnTo>
                  <a:lnTo>
                    <a:pt x="11624" y="12755"/>
                  </a:lnTo>
                  <a:lnTo>
                    <a:pt x="11745" y="12270"/>
                  </a:lnTo>
                  <a:lnTo>
                    <a:pt x="11846" y="11766"/>
                  </a:lnTo>
                  <a:lnTo>
                    <a:pt x="11926" y="11261"/>
                  </a:lnTo>
                  <a:lnTo>
                    <a:pt x="11987" y="10777"/>
                  </a:lnTo>
                  <a:lnTo>
                    <a:pt x="12088" y="9889"/>
                  </a:lnTo>
                  <a:lnTo>
                    <a:pt x="12169" y="9001"/>
                  </a:lnTo>
                  <a:lnTo>
                    <a:pt x="12229" y="8153"/>
                  </a:lnTo>
                  <a:lnTo>
                    <a:pt x="12330" y="7286"/>
                  </a:lnTo>
                  <a:lnTo>
                    <a:pt x="12451" y="6438"/>
                  </a:lnTo>
                  <a:lnTo>
                    <a:pt x="12532" y="6014"/>
                  </a:lnTo>
                  <a:lnTo>
                    <a:pt x="12633" y="5591"/>
                  </a:lnTo>
                  <a:lnTo>
                    <a:pt x="12814" y="5005"/>
                  </a:lnTo>
                  <a:lnTo>
                    <a:pt x="13016" y="4420"/>
                  </a:lnTo>
                  <a:lnTo>
                    <a:pt x="13258" y="3875"/>
                  </a:lnTo>
                  <a:lnTo>
                    <a:pt x="13541" y="3351"/>
                  </a:lnTo>
                  <a:lnTo>
                    <a:pt x="13844" y="2866"/>
                  </a:lnTo>
                  <a:lnTo>
                    <a:pt x="14187" y="2422"/>
                  </a:lnTo>
                  <a:lnTo>
                    <a:pt x="14550" y="1999"/>
                  </a:lnTo>
                  <a:lnTo>
                    <a:pt x="14933" y="1615"/>
                  </a:lnTo>
                  <a:lnTo>
                    <a:pt x="15135" y="1434"/>
                  </a:lnTo>
                  <a:lnTo>
                    <a:pt x="15357" y="1272"/>
                  </a:lnTo>
                  <a:lnTo>
                    <a:pt x="15801" y="949"/>
                  </a:lnTo>
                  <a:lnTo>
                    <a:pt x="16265" y="707"/>
                  </a:lnTo>
                  <a:lnTo>
                    <a:pt x="16729" y="485"/>
                  </a:lnTo>
                  <a:lnTo>
                    <a:pt x="17234" y="303"/>
                  </a:lnTo>
                  <a:lnTo>
                    <a:pt x="17738" y="182"/>
                  </a:lnTo>
                  <a:lnTo>
                    <a:pt x="17980" y="142"/>
                  </a:lnTo>
                  <a:lnTo>
                    <a:pt x="18223" y="102"/>
                  </a:lnTo>
                  <a:lnTo>
                    <a:pt x="18485" y="81"/>
                  </a:lnTo>
                  <a:close/>
                  <a:moveTo>
                    <a:pt x="18646" y="1"/>
                  </a:moveTo>
                  <a:lnTo>
                    <a:pt x="18364" y="21"/>
                  </a:lnTo>
                  <a:lnTo>
                    <a:pt x="18081" y="41"/>
                  </a:lnTo>
                  <a:lnTo>
                    <a:pt x="17799" y="81"/>
                  </a:lnTo>
                  <a:lnTo>
                    <a:pt x="17516" y="142"/>
                  </a:lnTo>
                  <a:lnTo>
                    <a:pt x="17234" y="223"/>
                  </a:lnTo>
                  <a:lnTo>
                    <a:pt x="16951" y="324"/>
                  </a:lnTo>
                  <a:lnTo>
                    <a:pt x="16669" y="425"/>
                  </a:lnTo>
                  <a:lnTo>
                    <a:pt x="16406" y="546"/>
                  </a:lnTo>
                  <a:lnTo>
                    <a:pt x="16124" y="667"/>
                  </a:lnTo>
                  <a:lnTo>
                    <a:pt x="15862" y="828"/>
                  </a:lnTo>
                  <a:lnTo>
                    <a:pt x="15599" y="990"/>
                  </a:lnTo>
                  <a:lnTo>
                    <a:pt x="15357" y="1151"/>
                  </a:lnTo>
                  <a:lnTo>
                    <a:pt x="15115" y="1353"/>
                  </a:lnTo>
                  <a:lnTo>
                    <a:pt x="14873" y="1555"/>
                  </a:lnTo>
                  <a:lnTo>
                    <a:pt x="14489" y="1938"/>
                  </a:lnTo>
                  <a:lnTo>
                    <a:pt x="14126" y="2362"/>
                  </a:lnTo>
                  <a:lnTo>
                    <a:pt x="13783" y="2826"/>
                  </a:lnTo>
                  <a:lnTo>
                    <a:pt x="13460" y="3310"/>
                  </a:lnTo>
                  <a:lnTo>
                    <a:pt x="13198" y="3835"/>
                  </a:lnTo>
                  <a:lnTo>
                    <a:pt x="12956" y="4400"/>
                  </a:lnTo>
                  <a:lnTo>
                    <a:pt x="12734" y="4965"/>
                  </a:lnTo>
                  <a:lnTo>
                    <a:pt x="12552" y="5570"/>
                  </a:lnTo>
                  <a:lnTo>
                    <a:pt x="12471" y="5994"/>
                  </a:lnTo>
                  <a:lnTo>
                    <a:pt x="12370" y="6418"/>
                  </a:lnTo>
                  <a:lnTo>
                    <a:pt x="12310" y="6842"/>
                  </a:lnTo>
                  <a:lnTo>
                    <a:pt x="12249" y="7286"/>
                  </a:lnTo>
                  <a:lnTo>
                    <a:pt x="12148" y="8133"/>
                  </a:lnTo>
                  <a:lnTo>
                    <a:pt x="12088" y="9001"/>
                  </a:lnTo>
                  <a:lnTo>
                    <a:pt x="12007" y="9889"/>
                  </a:lnTo>
                  <a:lnTo>
                    <a:pt x="11906" y="10777"/>
                  </a:lnTo>
                  <a:lnTo>
                    <a:pt x="11846" y="11261"/>
                  </a:lnTo>
                  <a:lnTo>
                    <a:pt x="11765" y="11746"/>
                  </a:lnTo>
                  <a:lnTo>
                    <a:pt x="11664" y="12230"/>
                  </a:lnTo>
                  <a:lnTo>
                    <a:pt x="11543" y="12714"/>
                  </a:lnTo>
                  <a:lnTo>
                    <a:pt x="11402" y="13198"/>
                  </a:lnTo>
                  <a:lnTo>
                    <a:pt x="11220" y="13642"/>
                  </a:lnTo>
                  <a:lnTo>
                    <a:pt x="11119" y="13844"/>
                  </a:lnTo>
                  <a:lnTo>
                    <a:pt x="10998" y="14066"/>
                  </a:lnTo>
                  <a:lnTo>
                    <a:pt x="10877" y="14248"/>
                  </a:lnTo>
                  <a:lnTo>
                    <a:pt x="10736" y="14450"/>
                  </a:lnTo>
                  <a:lnTo>
                    <a:pt x="10514" y="14692"/>
                  </a:lnTo>
                  <a:lnTo>
                    <a:pt x="10272" y="14934"/>
                  </a:lnTo>
                  <a:lnTo>
                    <a:pt x="9989" y="15136"/>
                  </a:lnTo>
                  <a:lnTo>
                    <a:pt x="9707" y="15338"/>
                  </a:lnTo>
                  <a:lnTo>
                    <a:pt x="9424" y="15519"/>
                  </a:lnTo>
                  <a:lnTo>
                    <a:pt x="9121" y="15681"/>
                  </a:lnTo>
                  <a:lnTo>
                    <a:pt x="8516" y="16004"/>
                  </a:lnTo>
                  <a:lnTo>
                    <a:pt x="8274" y="16145"/>
                  </a:lnTo>
                  <a:lnTo>
                    <a:pt x="7668" y="16447"/>
                  </a:lnTo>
                  <a:lnTo>
                    <a:pt x="7083" y="16791"/>
                  </a:lnTo>
                  <a:lnTo>
                    <a:pt x="6478" y="17134"/>
                  </a:lnTo>
                  <a:lnTo>
                    <a:pt x="5913" y="17497"/>
                  </a:lnTo>
                  <a:lnTo>
                    <a:pt x="5328" y="17860"/>
                  </a:lnTo>
                  <a:lnTo>
                    <a:pt x="4763" y="18223"/>
                  </a:lnTo>
                  <a:lnTo>
                    <a:pt x="4198" y="18607"/>
                  </a:lnTo>
                  <a:lnTo>
                    <a:pt x="3653" y="19010"/>
                  </a:lnTo>
                  <a:lnTo>
                    <a:pt x="2866" y="19596"/>
                  </a:lnTo>
                  <a:lnTo>
                    <a:pt x="2502" y="19918"/>
                  </a:lnTo>
                  <a:lnTo>
                    <a:pt x="2139" y="20241"/>
                  </a:lnTo>
                  <a:lnTo>
                    <a:pt x="1776" y="20584"/>
                  </a:lnTo>
                  <a:lnTo>
                    <a:pt x="1453" y="20948"/>
                  </a:lnTo>
                  <a:lnTo>
                    <a:pt x="1150" y="21331"/>
                  </a:lnTo>
                  <a:lnTo>
                    <a:pt x="868" y="21755"/>
                  </a:lnTo>
                  <a:lnTo>
                    <a:pt x="727" y="21997"/>
                  </a:lnTo>
                  <a:lnTo>
                    <a:pt x="585" y="22259"/>
                  </a:lnTo>
                  <a:lnTo>
                    <a:pt x="464" y="22542"/>
                  </a:lnTo>
                  <a:lnTo>
                    <a:pt x="363" y="22804"/>
                  </a:lnTo>
                  <a:lnTo>
                    <a:pt x="262" y="23087"/>
                  </a:lnTo>
                  <a:lnTo>
                    <a:pt x="182" y="23369"/>
                  </a:lnTo>
                  <a:lnTo>
                    <a:pt x="121" y="23652"/>
                  </a:lnTo>
                  <a:lnTo>
                    <a:pt x="61" y="23934"/>
                  </a:lnTo>
                  <a:lnTo>
                    <a:pt x="20" y="24217"/>
                  </a:lnTo>
                  <a:lnTo>
                    <a:pt x="0" y="24520"/>
                  </a:lnTo>
                  <a:lnTo>
                    <a:pt x="0" y="24802"/>
                  </a:lnTo>
                  <a:lnTo>
                    <a:pt x="0" y="25105"/>
                  </a:lnTo>
                  <a:lnTo>
                    <a:pt x="20" y="25387"/>
                  </a:lnTo>
                  <a:lnTo>
                    <a:pt x="61" y="25690"/>
                  </a:lnTo>
                  <a:lnTo>
                    <a:pt x="101" y="25972"/>
                  </a:lnTo>
                  <a:lnTo>
                    <a:pt x="161" y="26255"/>
                  </a:lnTo>
                  <a:lnTo>
                    <a:pt x="283" y="26699"/>
                  </a:lnTo>
                  <a:lnTo>
                    <a:pt x="444" y="27103"/>
                  </a:lnTo>
                  <a:lnTo>
                    <a:pt x="646" y="27486"/>
                  </a:lnTo>
                  <a:lnTo>
                    <a:pt x="848" y="27849"/>
                  </a:lnTo>
                  <a:lnTo>
                    <a:pt x="1110" y="28172"/>
                  </a:lnTo>
                  <a:lnTo>
                    <a:pt x="1372" y="28475"/>
                  </a:lnTo>
                  <a:lnTo>
                    <a:pt x="1675" y="28737"/>
                  </a:lnTo>
                  <a:lnTo>
                    <a:pt x="1978" y="28959"/>
                  </a:lnTo>
                  <a:lnTo>
                    <a:pt x="2220" y="29100"/>
                  </a:lnTo>
                  <a:lnTo>
                    <a:pt x="2462" y="29221"/>
                  </a:lnTo>
                  <a:lnTo>
                    <a:pt x="2704" y="29302"/>
                  </a:lnTo>
                  <a:lnTo>
                    <a:pt x="2967" y="29383"/>
                  </a:lnTo>
                  <a:lnTo>
                    <a:pt x="3209" y="29443"/>
                  </a:lnTo>
                  <a:lnTo>
                    <a:pt x="3471" y="29484"/>
                  </a:lnTo>
                  <a:lnTo>
                    <a:pt x="3733" y="29504"/>
                  </a:lnTo>
                  <a:lnTo>
                    <a:pt x="3996" y="29524"/>
                  </a:lnTo>
                  <a:lnTo>
                    <a:pt x="4460" y="29484"/>
                  </a:lnTo>
                  <a:lnTo>
                    <a:pt x="4904" y="29423"/>
                  </a:lnTo>
                  <a:lnTo>
                    <a:pt x="5368" y="29322"/>
                  </a:lnTo>
                  <a:lnTo>
                    <a:pt x="5812" y="29181"/>
                  </a:lnTo>
                  <a:lnTo>
                    <a:pt x="6236" y="29020"/>
                  </a:lnTo>
                  <a:lnTo>
                    <a:pt x="6639" y="28838"/>
                  </a:lnTo>
                  <a:lnTo>
                    <a:pt x="7003" y="28636"/>
                  </a:lnTo>
                  <a:lnTo>
                    <a:pt x="7366" y="28414"/>
                  </a:lnTo>
                  <a:lnTo>
                    <a:pt x="7729" y="28152"/>
                  </a:lnTo>
                  <a:lnTo>
                    <a:pt x="8072" y="27890"/>
                  </a:lnTo>
                  <a:lnTo>
                    <a:pt x="8415" y="27587"/>
                  </a:lnTo>
                  <a:lnTo>
                    <a:pt x="8738" y="27304"/>
                  </a:lnTo>
                  <a:lnTo>
                    <a:pt x="9384" y="26699"/>
                  </a:lnTo>
                  <a:lnTo>
                    <a:pt x="9989" y="26073"/>
                  </a:lnTo>
                  <a:lnTo>
                    <a:pt x="10756" y="25307"/>
                  </a:lnTo>
                  <a:lnTo>
                    <a:pt x="11139" y="24943"/>
                  </a:lnTo>
                  <a:lnTo>
                    <a:pt x="11543" y="24580"/>
                  </a:lnTo>
                  <a:lnTo>
                    <a:pt x="12108" y="24116"/>
                  </a:lnTo>
                  <a:lnTo>
                    <a:pt x="12693" y="23672"/>
                  </a:lnTo>
                  <a:lnTo>
                    <a:pt x="13299" y="23248"/>
                  </a:lnTo>
                  <a:lnTo>
                    <a:pt x="13985" y="22824"/>
                  </a:lnTo>
                  <a:lnTo>
                    <a:pt x="14691" y="22401"/>
                  </a:lnTo>
                  <a:lnTo>
                    <a:pt x="15458" y="21997"/>
                  </a:lnTo>
                  <a:lnTo>
                    <a:pt x="16285" y="21593"/>
                  </a:lnTo>
                  <a:lnTo>
                    <a:pt x="17173" y="21170"/>
                  </a:lnTo>
                  <a:lnTo>
                    <a:pt x="17758" y="20907"/>
                  </a:lnTo>
                  <a:lnTo>
                    <a:pt x="18505" y="20584"/>
                  </a:lnTo>
                  <a:lnTo>
                    <a:pt x="19252" y="20241"/>
                  </a:lnTo>
                  <a:lnTo>
                    <a:pt x="19958" y="19878"/>
                  </a:lnTo>
                  <a:lnTo>
                    <a:pt x="20321" y="19696"/>
                  </a:lnTo>
                  <a:lnTo>
                    <a:pt x="20664" y="19495"/>
                  </a:lnTo>
                  <a:lnTo>
                    <a:pt x="20987" y="19273"/>
                  </a:lnTo>
                  <a:lnTo>
                    <a:pt x="21330" y="19051"/>
                  </a:lnTo>
                  <a:lnTo>
                    <a:pt x="21633" y="18809"/>
                  </a:lnTo>
                  <a:lnTo>
                    <a:pt x="21936" y="18566"/>
                  </a:lnTo>
                  <a:lnTo>
                    <a:pt x="22218" y="18304"/>
                  </a:lnTo>
                  <a:lnTo>
                    <a:pt x="22501" y="18022"/>
                  </a:lnTo>
                  <a:lnTo>
                    <a:pt x="22743" y="17719"/>
                  </a:lnTo>
                  <a:lnTo>
                    <a:pt x="22985" y="17396"/>
                  </a:lnTo>
                  <a:lnTo>
                    <a:pt x="23227" y="17013"/>
                  </a:lnTo>
                  <a:lnTo>
                    <a:pt x="23449" y="16589"/>
                  </a:lnTo>
                  <a:lnTo>
                    <a:pt x="23631" y="16185"/>
                  </a:lnTo>
                  <a:lnTo>
                    <a:pt x="23792" y="15761"/>
                  </a:lnTo>
                  <a:lnTo>
                    <a:pt x="23954" y="15317"/>
                  </a:lnTo>
                  <a:lnTo>
                    <a:pt x="24075" y="14873"/>
                  </a:lnTo>
                  <a:lnTo>
                    <a:pt x="24297" y="14006"/>
                  </a:lnTo>
                  <a:lnTo>
                    <a:pt x="24478" y="13198"/>
                  </a:lnTo>
                  <a:lnTo>
                    <a:pt x="24620" y="12432"/>
                  </a:lnTo>
                  <a:lnTo>
                    <a:pt x="24741" y="11685"/>
                  </a:lnTo>
                  <a:lnTo>
                    <a:pt x="24842" y="10938"/>
                  </a:lnTo>
                  <a:lnTo>
                    <a:pt x="24902" y="10232"/>
                  </a:lnTo>
                  <a:lnTo>
                    <a:pt x="24943" y="9546"/>
                  </a:lnTo>
                  <a:lnTo>
                    <a:pt x="24963" y="8880"/>
                  </a:lnTo>
                  <a:lnTo>
                    <a:pt x="24963" y="8214"/>
                  </a:lnTo>
                  <a:lnTo>
                    <a:pt x="24922" y="7447"/>
                  </a:lnTo>
                  <a:lnTo>
                    <a:pt x="24842" y="6721"/>
                  </a:lnTo>
                  <a:lnTo>
                    <a:pt x="24741" y="6014"/>
                  </a:lnTo>
                  <a:lnTo>
                    <a:pt x="24579" y="5348"/>
                  </a:lnTo>
                  <a:lnTo>
                    <a:pt x="24398" y="4703"/>
                  </a:lnTo>
                  <a:lnTo>
                    <a:pt x="24156" y="4097"/>
                  </a:lnTo>
                  <a:lnTo>
                    <a:pt x="23893" y="3532"/>
                  </a:lnTo>
                  <a:lnTo>
                    <a:pt x="23752" y="3250"/>
                  </a:lnTo>
                  <a:lnTo>
                    <a:pt x="23591" y="2987"/>
                  </a:lnTo>
                  <a:lnTo>
                    <a:pt x="23389" y="2685"/>
                  </a:lnTo>
                  <a:lnTo>
                    <a:pt x="23187" y="2382"/>
                  </a:lnTo>
                  <a:lnTo>
                    <a:pt x="22965" y="2099"/>
                  </a:lnTo>
                  <a:lnTo>
                    <a:pt x="22723" y="1837"/>
                  </a:lnTo>
                  <a:lnTo>
                    <a:pt x="22460" y="1595"/>
                  </a:lnTo>
                  <a:lnTo>
                    <a:pt x="22218" y="1353"/>
                  </a:lnTo>
                  <a:lnTo>
                    <a:pt x="21936" y="1151"/>
                  </a:lnTo>
                  <a:lnTo>
                    <a:pt x="21653" y="949"/>
                  </a:lnTo>
                  <a:lnTo>
                    <a:pt x="21371" y="768"/>
                  </a:lnTo>
                  <a:lnTo>
                    <a:pt x="21088" y="606"/>
                  </a:lnTo>
                  <a:lnTo>
                    <a:pt x="20785" y="445"/>
                  </a:lnTo>
                  <a:lnTo>
                    <a:pt x="20483" y="324"/>
                  </a:lnTo>
                  <a:lnTo>
                    <a:pt x="20160" y="223"/>
                  </a:lnTo>
                  <a:lnTo>
                    <a:pt x="19857" y="142"/>
                  </a:lnTo>
                  <a:lnTo>
                    <a:pt x="19534" y="61"/>
                  </a:lnTo>
                  <a:lnTo>
                    <a:pt x="19211" y="21"/>
                  </a:lnTo>
                  <a:lnTo>
                    <a:pt x="18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7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7"/>
            <p:cNvSpPr/>
            <p:nvPr/>
          </p:nvSpPr>
          <p:spPr>
            <a:xfrm flipH="1">
              <a:off x="-3292388" y="-1404593"/>
              <a:ext cx="653335" cy="572101"/>
            </a:xfrm>
            <a:custGeom>
              <a:rect b="b" l="l" r="r" t="t"/>
              <a:pathLst>
                <a:path extrusionOk="0" h="10233" w="11686">
                  <a:moveTo>
                    <a:pt x="10817" y="82"/>
                  </a:moveTo>
                  <a:lnTo>
                    <a:pt x="10918" y="102"/>
                  </a:lnTo>
                  <a:lnTo>
                    <a:pt x="10979" y="142"/>
                  </a:lnTo>
                  <a:lnTo>
                    <a:pt x="11039" y="182"/>
                  </a:lnTo>
                  <a:lnTo>
                    <a:pt x="11120" y="303"/>
                  </a:lnTo>
                  <a:lnTo>
                    <a:pt x="11201" y="445"/>
                  </a:lnTo>
                  <a:lnTo>
                    <a:pt x="11241" y="586"/>
                  </a:lnTo>
                  <a:lnTo>
                    <a:pt x="11382" y="1191"/>
                  </a:lnTo>
                  <a:lnTo>
                    <a:pt x="11504" y="1797"/>
                  </a:lnTo>
                  <a:lnTo>
                    <a:pt x="11564" y="2422"/>
                  </a:lnTo>
                  <a:lnTo>
                    <a:pt x="11604" y="3028"/>
                  </a:lnTo>
                  <a:lnTo>
                    <a:pt x="11584" y="3653"/>
                  </a:lnTo>
                  <a:lnTo>
                    <a:pt x="11544" y="4259"/>
                  </a:lnTo>
                  <a:lnTo>
                    <a:pt x="11463" y="4884"/>
                  </a:lnTo>
                  <a:lnTo>
                    <a:pt x="11342" y="5490"/>
                  </a:lnTo>
                  <a:lnTo>
                    <a:pt x="11241" y="5853"/>
                  </a:lnTo>
                  <a:lnTo>
                    <a:pt x="11140" y="6176"/>
                  </a:lnTo>
                  <a:lnTo>
                    <a:pt x="11019" y="6499"/>
                  </a:lnTo>
                  <a:lnTo>
                    <a:pt x="10878" y="6781"/>
                  </a:lnTo>
                  <a:lnTo>
                    <a:pt x="10737" y="7044"/>
                  </a:lnTo>
                  <a:lnTo>
                    <a:pt x="10575" y="7286"/>
                  </a:lnTo>
                  <a:lnTo>
                    <a:pt x="10414" y="7488"/>
                  </a:lnTo>
                  <a:lnTo>
                    <a:pt x="10212" y="7669"/>
                  </a:lnTo>
                  <a:lnTo>
                    <a:pt x="10030" y="7831"/>
                  </a:lnTo>
                  <a:lnTo>
                    <a:pt x="9849" y="7972"/>
                  </a:lnTo>
                  <a:lnTo>
                    <a:pt x="9647" y="8093"/>
                  </a:lnTo>
                  <a:lnTo>
                    <a:pt x="9425" y="8194"/>
                  </a:lnTo>
                  <a:lnTo>
                    <a:pt x="9001" y="8396"/>
                  </a:lnTo>
                  <a:lnTo>
                    <a:pt x="8557" y="8557"/>
                  </a:lnTo>
                  <a:lnTo>
                    <a:pt x="7730" y="8840"/>
                  </a:lnTo>
                  <a:lnTo>
                    <a:pt x="6862" y="9142"/>
                  </a:lnTo>
                  <a:lnTo>
                    <a:pt x="5974" y="9405"/>
                  </a:lnTo>
                  <a:lnTo>
                    <a:pt x="5066" y="9647"/>
                  </a:lnTo>
                  <a:lnTo>
                    <a:pt x="4158" y="9849"/>
                  </a:lnTo>
                  <a:lnTo>
                    <a:pt x="3714" y="9950"/>
                  </a:lnTo>
                  <a:lnTo>
                    <a:pt x="3270" y="10010"/>
                  </a:lnTo>
                  <a:lnTo>
                    <a:pt x="2806" y="10071"/>
                  </a:lnTo>
                  <a:lnTo>
                    <a:pt x="2362" y="10111"/>
                  </a:lnTo>
                  <a:lnTo>
                    <a:pt x="1918" y="10151"/>
                  </a:lnTo>
                  <a:lnTo>
                    <a:pt x="1252" y="10151"/>
                  </a:lnTo>
                  <a:lnTo>
                    <a:pt x="1070" y="10131"/>
                  </a:lnTo>
                  <a:lnTo>
                    <a:pt x="889" y="10071"/>
                  </a:lnTo>
                  <a:lnTo>
                    <a:pt x="707" y="10010"/>
                  </a:lnTo>
                  <a:lnTo>
                    <a:pt x="566" y="9950"/>
                  </a:lnTo>
                  <a:lnTo>
                    <a:pt x="425" y="9849"/>
                  </a:lnTo>
                  <a:lnTo>
                    <a:pt x="324" y="9748"/>
                  </a:lnTo>
                  <a:lnTo>
                    <a:pt x="223" y="9627"/>
                  </a:lnTo>
                  <a:lnTo>
                    <a:pt x="162" y="9526"/>
                  </a:lnTo>
                  <a:lnTo>
                    <a:pt x="122" y="9405"/>
                  </a:lnTo>
                  <a:lnTo>
                    <a:pt x="102" y="9284"/>
                  </a:lnTo>
                  <a:lnTo>
                    <a:pt x="82" y="9163"/>
                  </a:lnTo>
                  <a:lnTo>
                    <a:pt x="102" y="9021"/>
                  </a:lnTo>
                  <a:lnTo>
                    <a:pt x="122" y="8880"/>
                  </a:lnTo>
                  <a:lnTo>
                    <a:pt x="162" y="8739"/>
                  </a:lnTo>
                  <a:lnTo>
                    <a:pt x="223" y="8577"/>
                  </a:lnTo>
                  <a:lnTo>
                    <a:pt x="324" y="8416"/>
                  </a:lnTo>
                  <a:lnTo>
                    <a:pt x="425" y="8234"/>
                  </a:lnTo>
                  <a:lnTo>
                    <a:pt x="546" y="8073"/>
                  </a:lnTo>
                  <a:lnTo>
                    <a:pt x="667" y="7911"/>
                  </a:lnTo>
                  <a:lnTo>
                    <a:pt x="970" y="7589"/>
                  </a:lnTo>
                  <a:lnTo>
                    <a:pt x="1292" y="7306"/>
                  </a:lnTo>
                  <a:lnTo>
                    <a:pt x="1615" y="7064"/>
                  </a:lnTo>
                  <a:lnTo>
                    <a:pt x="1979" y="6822"/>
                  </a:lnTo>
                  <a:lnTo>
                    <a:pt x="2322" y="6620"/>
                  </a:lnTo>
                  <a:lnTo>
                    <a:pt x="2645" y="6438"/>
                  </a:lnTo>
                  <a:lnTo>
                    <a:pt x="3008" y="6257"/>
                  </a:lnTo>
                  <a:lnTo>
                    <a:pt x="3391" y="6075"/>
                  </a:lnTo>
                  <a:lnTo>
                    <a:pt x="4138" y="5752"/>
                  </a:lnTo>
                  <a:lnTo>
                    <a:pt x="5107" y="5328"/>
                  </a:lnTo>
                  <a:lnTo>
                    <a:pt x="5591" y="5086"/>
                  </a:lnTo>
                  <a:lnTo>
                    <a:pt x="6055" y="4824"/>
                  </a:lnTo>
                  <a:lnTo>
                    <a:pt x="6459" y="4582"/>
                  </a:lnTo>
                  <a:lnTo>
                    <a:pt x="6822" y="4319"/>
                  </a:lnTo>
                  <a:lnTo>
                    <a:pt x="7185" y="4017"/>
                  </a:lnTo>
                  <a:lnTo>
                    <a:pt x="7528" y="3714"/>
                  </a:lnTo>
                  <a:lnTo>
                    <a:pt x="7851" y="3391"/>
                  </a:lnTo>
                  <a:lnTo>
                    <a:pt x="8174" y="3048"/>
                  </a:lnTo>
                  <a:lnTo>
                    <a:pt x="8456" y="2685"/>
                  </a:lnTo>
                  <a:lnTo>
                    <a:pt x="8719" y="2301"/>
                  </a:lnTo>
                  <a:lnTo>
                    <a:pt x="9021" y="1817"/>
                  </a:lnTo>
                  <a:lnTo>
                    <a:pt x="9324" y="1353"/>
                  </a:lnTo>
                  <a:lnTo>
                    <a:pt x="9465" y="1131"/>
                  </a:lnTo>
                  <a:lnTo>
                    <a:pt x="9647" y="909"/>
                  </a:lnTo>
                  <a:lnTo>
                    <a:pt x="9808" y="707"/>
                  </a:lnTo>
                  <a:lnTo>
                    <a:pt x="10010" y="525"/>
                  </a:lnTo>
                  <a:lnTo>
                    <a:pt x="10212" y="344"/>
                  </a:lnTo>
                  <a:lnTo>
                    <a:pt x="10434" y="203"/>
                  </a:lnTo>
                  <a:lnTo>
                    <a:pt x="10575" y="122"/>
                  </a:lnTo>
                  <a:lnTo>
                    <a:pt x="10696" y="102"/>
                  </a:lnTo>
                  <a:lnTo>
                    <a:pt x="10817" y="82"/>
                  </a:lnTo>
                  <a:close/>
                  <a:moveTo>
                    <a:pt x="10838" y="1"/>
                  </a:moveTo>
                  <a:lnTo>
                    <a:pt x="10696" y="21"/>
                  </a:lnTo>
                  <a:lnTo>
                    <a:pt x="10555" y="61"/>
                  </a:lnTo>
                  <a:lnTo>
                    <a:pt x="10394" y="122"/>
                  </a:lnTo>
                  <a:lnTo>
                    <a:pt x="10152" y="283"/>
                  </a:lnTo>
                  <a:lnTo>
                    <a:pt x="9950" y="445"/>
                  </a:lnTo>
                  <a:lnTo>
                    <a:pt x="9748" y="647"/>
                  </a:lnTo>
                  <a:lnTo>
                    <a:pt x="9586" y="848"/>
                  </a:lnTo>
                  <a:lnTo>
                    <a:pt x="9405" y="1070"/>
                  </a:lnTo>
                  <a:lnTo>
                    <a:pt x="9264" y="1312"/>
                  </a:lnTo>
                  <a:lnTo>
                    <a:pt x="8961" y="1777"/>
                  </a:lnTo>
                  <a:lnTo>
                    <a:pt x="8658" y="2261"/>
                  </a:lnTo>
                  <a:lnTo>
                    <a:pt x="8396" y="2624"/>
                  </a:lnTo>
                  <a:lnTo>
                    <a:pt x="8113" y="2987"/>
                  </a:lnTo>
                  <a:lnTo>
                    <a:pt x="7790" y="3331"/>
                  </a:lnTo>
                  <a:lnTo>
                    <a:pt x="7468" y="3653"/>
                  </a:lnTo>
                  <a:lnTo>
                    <a:pt x="7145" y="3956"/>
                  </a:lnTo>
                  <a:lnTo>
                    <a:pt x="6781" y="4239"/>
                  </a:lnTo>
                  <a:lnTo>
                    <a:pt x="6398" y="4521"/>
                  </a:lnTo>
                  <a:lnTo>
                    <a:pt x="6015" y="4763"/>
                  </a:lnTo>
                  <a:lnTo>
                    <a:pt x="5550" y="5026"/>
                  </a:lnTo>
                  <a:lnTo>
                    <a:pt x="5066" y="5248"/>
                  </a:lnTo>
                  <a:lnTo>
                    <a:pt x="4097" y="5692"/>
                  </a:lnTo>
                  <a:lnTo>
                    <a:pt x="3351" y="6014"/>
                  </a:lnTo>
                  <a:lnTo>
                    <a:pt x="2988" y="6176"/>
                  </a:lnTo>
                  <a:lnTo>
                    <a:pt x="2604" y="6358"/>
                  </a:lnTo>
                  <a:lnTo>
                    <a:pt x="2281" y="6539"/>
                  </a:lnTo>
                  <a:lnTo>
                    <a:pt x="1918" y="6761"/>
                  </a:lnTo>
                  <a:lnTo>
                    <a:pt x="1575" y="7003"/>
                  </a:lnTo>
                  <a:lnTo>
                    <a:pt x="1232" y="7266"/>
                  </a:lnTo>
                  <a:lnTo>
                    <a:pt x="909" y="7548"/>
                  </a:lnTo>
                  <a:lnTo>
                    <a:pt x="606" y="7851"/>
                  </a:lnTo>
                  <a:lnTo>
                    <a:pt x="485" y="8012"/>
                  </a:lnTo>
                  <a:lnTo>
                    <a:pt x="364" y="8194"/>
                  </a:lnTo>
                  <a:lnTo>
                    <a:pt x="243" y="8376"/>
                  </a:lnTo>
                  <a:lnTo>
                    <a:pt x="162" y="8557"/>
                  </a:lnTo>
                  <a:lnTo>
                    <a:pt x="102" y="8719"/>
                  </a:lnTo>
                  <a:lnTo>
                    <a:pt x="41" y="8860"/>
                  </a:lnTo>
                  <a:lnTo>
                    <a:pt x="21" y="9021"/>
                  </a:lnTo>
                  <a:lnTo>
                    <a:pt x="1" y="9163"/>
                  </a:lnTo>
                  <a:lnTo>
                    <a:pt x="21" y="9304"/>
                  </a:lnTo>
                  <a:lnTo>
                    <a:pt x="41" y="9425"/>
                  </a:lnTo>
                  <a:lnTo>
                    <a:pt x="102" y="9546"/>
                  </a:lnTo>
                  <a:lnTo>
                    <a:pt x="162" y="9667"/>
                  </a:lnTo>
                  <a:lnTo>
                    <a:pt x="263" y="9808"/>
                  </a:lnTo>
                  <a:lnTo>
                    <a:pt x="384" y="9909"/>
                  </a:lnTo>
                  <a:lnTo>
                    <a:pt x="526" y="10010"/>
                  </a:lnTo>
                  <a:lnTo>
                    <a:pt x="687" y="10091"/>
                  </a:lnTo>
                  <a:lnTo>
                    <a:pt x="849" y="10151"/>
                  </a:lnTo>
                  <a:lnTo>
                    <a:pt x="1050" y="10192"/>
                  </a:lnTo>
                  <a:lnTo>
                    <a:pt x="1252" y="10232"/>
                  </a:lnTo>
                  <a:lnTo>
                    <a:pt x="1918" y="10232"/>
                  </a:lnTo>
                  <a:lnTo>
                    <a:pt x="2362" y="10192"/>
                  </a:lnTo>
                  <a:lnTo>
                    <a:pt x="2826" y="10151"/>
                  </a:lnTo>
                  <a:lnTo>
                    <a:pt x="3270" y="10091"/>
                  </a:lnTo>
                  <a:lnTo>
                    <a:pt x="3734" y="10030"/>
                  </a:lnTo>
                  <a:lnTo>
                    <a:pt x="4178" y="9929"/>
                  </a:lnTo>
                  <a:lnTo>
                    <a:pt x="5086" y="9728"/>
                  </a:lnTo>
                  <a:lnTo>
                    <a:pt x="5994" y="9485"/>
                  </a:lnTo>
                  <a:lnTo>
                    <a:pt x="6882" y="9223"/>
                  </a:lnTo>
                  <a:lnTo>
                    <a:pt x="7750" y="8920"/>
                  </a:lnTo>
                  <a:lnTo>
                    <a:pt x="8577" y="8638"/>
                  </a:lnTo>
                  <a:lnTo>
                    <a:pt x="9021" y="8456"/>
                  </a:lnTo>
                  <a:lnTo>
                    <a:pt x="9465" y="8275"/>
                  </a:lnTo>
                  <a:lnTo>
                    <a:pt x="9687" y="8154"/>
                  </a:lnTo>
                  <a:lnTo>
                    <a:pt x="9889" y="8032"/>
                  </a:lnTo>
                  <a:lnTo>
                    <a:pt x="10091" y="7891"/>
                  </a:lnTo>
                  <a:lnTo>
                    <a:pt x="10273" y="7730"/>
                  </a:lnTo>
                  <a:lnTo>
                    <a:pt x="10474" y="7548"/>
                  </a:lnTo>
                  <a:lnTo>
                    <a:pt x="10636" y="7326"/>
                  </a:lnTo>
                  <a:lnTo>
                    <a:pt x="10817" y="7084"/>
                  </a:lnTo>
                  <a:lnTo>
                    <a:pt x="10959" y="6822"/>
                  </a:lnTo>
                  <a:lnTo>
                    <a:pt x="11100" y="6539"/>
                  </a:lnTo>
                  <a:lnTo>
                    <a:pt x="11221" y="6216"/>
                  </a:lnTo>
                  <a:lnTo>
                    <a:pt x="11322" y="5873"/>
                  </a:lnTo>
                  <a:lnTo>
                    <a:pt x="11423" y="5510"/>
                  </a:lnTo>
                  <a:lnTo>
                    <a:pt x="11544" y="4884"/>
                  </a:lnTo>
                  <a:lnTo>
                    <a:pt x="11625" y="4279"/>
                  </a:lnTo>
                  <a:lnTo>
                    <a:pt x="11665" y="3653"/>
                  </a:lnTo>
                  <a:lnTo>
                    <a:pt x="11685" y="3028"/>
                  </a:lnTo>
                  <a:lnTo>
                    <a:pt x="11645" y="2402"/>
                  </a:lnTo>
                  <a:lnTo>
                    <a:pt x="11584" y="1797"/>
                  </a:lnTo>
                  <a:lnTo>
                    <a:pt x="11463" y="1171"/>
                  </a:lnTo>
                  <a:lnTo>
                    <a:pt x="11322" y="566"/>
                  </a:lnTo>
                  <a:lnTo>
                    <a:pt x="11261" y="404"/>
                  </a:lnTo>
                  <a:lnTo>
                    <a:pt x="11201" y="263"/>
                  </a:lnTo>
                  <a:lnTo>
                    <a:pt x="11140" y="182"/>
                  </a:lnTo>
                  <a:lnTo>
                    <a:pt x="11100" y="122"/>
                  </a:lnTo>
                  <a:lnTo>
                    <a:pt x="11019" y="82"/>
                  </a:lnTo>
                  <a:lnTo>
                    <a:pt x="10959" y="41"/>
                  </a:lnTo>
                  <a:lnTo>
                    <a:pt x="108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7"/>
            <p:cNvSpPr/>
            <p:nvPr/>
          </p:nvSpPr>
          <p:spPr>
            <a:xfrm flipH="1">
              <a:off x="-979618" y="-5128741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7"/>
            <p:cNvSpPr/>
            <p:nvPr/>
          </p:nvSpPr>
          <p:spPr>
            <a:xfrm flipH="1">
              <a:off x="2209809" y="-3290930"/>
              <a:ext cx="560808" cy="1296383"/>
            </a:xfrm>
            <a:custGeom>
              <a:rect b="b" l="l" r="r" t="t"/>
              <a:pathLst>
                <a:path extrusionOk="0" h="23188" w="10031">
                  <a:moveTo>
                    <a:pt x="4703" y="61"/>
                  </a:moveTo>
                  <a:lnTo>
                    <a:pt x="4985" y="81"/>
                  </a:lnTo>
                  <a:lnTo>
                    <a:pt x="5268" y="122"/>
                  </a:lnTo>
                  <a:lnTo>
                    <a:pt x="5550" y="202"/>
                  </a:lnTo>
                  <a:lnTo>
                    <a:pt x="5833" y="303"/>
                  </a:lnTo>
                  <a:lnTo>
                    <a:pt x="6075" y="424"/>
                  </a:lnTo>
                  <a:lnTo>
                    <a:pt x="6297" y="566"/>
                  </a:lnTo>
                  <a:lnTo>
                    <a:pt x="6519" y="707"/>
                  </a:lnTo>
                  <a:lnTo>
                    <a:pt x="6741" y="868"/>
                  </a:lnTo>
                  <a:lnTo>
                    <a:pt x="6963" y="1070"/>
                  </a:lnTo>
                  <a:lnTo>
                    <a:pt x="7165" y="1272"/>
                  </a:lnTo>
                  <a:lnTo>
                    <a:pt x="7366" y="1494"/>
                  </a:lnTo>
                  <a:lnTo>
                    <a:pt x="7548" y="1736"/>
                  </a:lnTo>
                  <a:lnTo>
                    <a:pt x="7730" y="1999"/>
                  </a:lnTo>
                  <a:lnTo>
                    <a:pt x="7911" y="2281"/>
                  </a:lnTo>
                  <a:lnTo>
                    <a:pt x="8073" y="2584"/>
                  </a:lnTo>
                  <a:lnTo>
                    <a:pt x="8234" y="2907"/>
                  </a:lnTo>
                  <a:lnTo>
                    <a:pt x="8396" y="3230"/>
                  </a:lnTo>
                  <a:lnTo>
                    <a:pt x="8537" y="3593"/>
                  </a:lnTo>
                  <a:lnTo>
                    <a:pt x="8678" y="3976"/>
                  </a:lnTo>
                  <a:lnTo>
                    <a:pt x="8819" y="4380"/>
                  </a:lnTo>
                  <a:lnTo>
                    <a:pt x="9082" y="5207"/>
                  </a:lnTo>
                  <a:lnTo>
                    <a:pt x="9304" y="6075"/>
                  </a:lnTo>
                  <a:lnTo>
                    <a:pt x="9505" y="6922"/>
                  </a:lnTo>
                  <a:lnTo>
                    <a:pt x="9647" y="7790"/>
                  </a:lnTo>
                  <a:lnTo>
                    <a:pt x="9788" y="8678"/>
                  </a:lnTo>
                  <a:lnTo>
                    <a:pt x="9869" y="9546"/>
                  </a:lnTo>
                  <a:lnTo>
                    <a:pt x="9929" y="10434"/>
                  </a:lnTo>
                  <a:lnTo>
                    <a:pt x="9949" y="11302"/>
                  </a:lnTo>
                  <a:lnTo>
                    <a:pt x="9949" y="12189"/>
                  </a:lnTo>
                  <a:lnTo>
                    <a:pt x="9909" y="13077"/>
                  </a:lnTo>
                  <a:lnTo>
                    <a:pt x="9828" y="13945"/>
                  </a:lnTo>
                  <a:lnTo>
                    <a:pt x="9727" y="14833"/>
                  </a:lnTo>
                  <a:lnTo>
                    <a:pt x="9586" y="15701"/>
                  </a:lnTo>
                  <a:lnTo>
                    <a:pt x="9405" y="16569"/>
                  </a:lnTo>
                  <a:lnTo>
                    <a:pt x="9203" y="17416"/>
                  </a:lnTo>
                  <a:lnTo>
                    <a:pt x="8961" y="18264"/>
                  </a:lnTo>
                  <a:lnTo>
                    <a:pt x="8799" y="18768"/>
                  </a:lnTo>
                  <a:lnTo>
                    <a:pt x="8618" y="19293"/>
                  </a:lnTo>
                  <a:lnTo>
                    <a:pt x="8396" y="19838"/>
                  </a:lnTo>
                  <a:lnTo>
                    <a:pt x="8133" y="20362"/>
                  </a:lnTo>
                  <a:lnTo>
                    <a:pt x="7992" y="20625"/>
                  </a:lnTo>
                  <a:lnTo>
                    <a:pt x="7831" y="20867"/>
                  </a:lnTo>
                  <a:lnTo>
                    <a:pt x="7669" y="21129"/>
                  </a:lnTo>
                  <a:lnTo>
                    <a:pt x="7487" y="21371"/>
                  </a:lnTo>
                  <a:lnTo>
                    <a:pt x="7286" y="21593"/>
                  </a:lnTo>
                  <a:lnTo>
                    <a:pt x="7084" y="21815"/>
                  </a:lnTo>
                  <a:lnTo>
                    <a:pt x="6862" y="22037"/>
                  </a:lnTo>
                  <a:lnTo>
                    <a:pt x="6620" y="22239"/>
                  </a:lnTo>
                  <a:lnTo>
                    <a:pt x="6398" y="22401"/>
                  </a:lnTo>
                  <a:lnTo>
                    <a:pt x="6196" y="22542"/>
                  </a:lnTo>
                  <a:lnTo>
                    <a:pt x="5974" y="22663"/>
                  </a:lnTo>
                  <a:lnTo>
                    <a:pt x="5772" y="22764"/>
                  </a:lnTo>
                  <a:lnTo>
                    <a:pt x="5550" y="22865"/>
                  </a:lnTo>
                  <a:lnTo>
                    <a:pt x="5348" y="22945"/>
                  </a:lnTo>
                  <a:lnTo>
                    <a:pt x="5147" y="23006"/>
                  </a:lnTo>
                  <a:lnTo>
                    <a:pt x="4945" y="23046"/>
                  </a:lnTo>
                  <a:lnTo>
                    <a:pt x="4743" y="23087"/>
                  </a:lnTo>
                  <a:lnTo>
                    <a:pt x="4541" y="23107"/>
                  </a:lnTo>
                  <a:lnTo>
                    <a:pt x="4339" y="23107"/>
                  </a:lnTo>
                  <a:lnTo>
                    <a:pt x="4138" y="23087"/>
                  </a:lnTo>
                  <a:lnTo>
                    <a:pt x="3936" y="23046"/>
                  </a:lnTo>
                  <a:lnTo>
                    <a:pt x="3754" y="23006"/>
                  </a:lnTo>
                  <a:lnTo>
                    <a:pt x="3552" y="22925"/>
                  </a:lnTo>
                  <a:lnTo>
                    <a:pt x="3351" y="22845"/>
                  </a:lnTo>
                  <a:lnTo>
                    <a:pt x="3169" y="22764"/>
                  </a:lnTo>
                  <a:lnTo>
                    <a:pt x="2987" y="22643"/>
                  </a:lnTo>
                  <a:lnTo>
                    <a:pt x="2806" y="22522"/>
                  </a:lnTo>
                  <a:lnTo>
                    <a:pt x="2644" y="22380"/>
                  </a:lnTo>
                  <a:lnTo>
                    <a:pt x="2321" y="22078"/>
                  </a:lnTo>
                  <a:lnTo>
                    <a:pt x="1999" y="21714"/>
                  </a:lnTo>
                  <a:lnTo>
                    <a:pt x="1716" y="21331"/>
                  </a:lnTo>
                  <a:lnTo>
                    <a:pt x="1454" y="20927"/>
                  </a:lnTo>
                  <a:lnTo>
                    <a:pt x="1211" y="20483"/>
                  </a:lnTo>
                  <a:lnTo>
                    <a:pt x="990" y="20019"/>
                  </a:lnTo>
                  <a:lnTo>
                    <a:pt x="788" y="19535"/>
                  </a:lnTo>
                  <a:lnTo>
                    <a:pt x="626" y="19051"/>
                  </a:lnTo>
                  <a:lnTo>
                    <a:pt x="465" y="18566"/>
                  </a:lnTo>
                  <a:lnTo>
                    <a:pt x="344" y="18082"/>
                  </a:lnTo>
                  <a:lnTo>
                    <a:pt x="243" y="17598"/>
                  </a:lnTo>
                  <a:lnTo>
                    <a:pt x="162" y="17134"/>
                  </a:lnTo>
                  <a:lnTo>
                    <a:pt x="122" y="16690"/>
                  </a:lnTo>
                  <a:lnTo>
                    <a:pt x="102" y="16286"/>
                  </a:lnTo>
                  <a:lnTo>
                    <a:pt x="81" y="15600"/>
                  </a:lnTo>
                  <a:lnTo>
                    <a:pt x="81" y="14934"/>
                  </a:lnTo>
                  <a:lnTo>
                    <a:pt x="102" y="14268"/>
                  </a:lnTo>
                  <a:lnTo>
                    <a:pt x="142" y="13582"/>
                  </a:lnTo>
                  <a:lnTo>
                    <a:pt x="182" y="12916"/>
                  </a:lnTo>
                  <a:lnTo>
                    <a:pt x="243" y="12250"/>
                  </a:lnTo>
                  <a:lnTo>
                    <a:pt x="404" y="10918"/>
                  </a:lnTo>
                  <a:lnTo>
                    <a:pt x="586" y="9586"/>
                  </a:lnTo>
                  <a:lnTo>
                    <a:pt x="788" y="8254"/>
                  </a:lnTo>
                  <a:lnTo>
                    <a:pt x="1252" y="5631"/>
                  </a:lnTo>
                  <a:lnTo>
                    <a:pt x="1454" y="4622"/>
                  </a:lnTo>
                  <a:lnTo>
                    <a:pt x="1555" y="4117"/>
                  </a:lnTo>
                  <a:lnTo>
                    <a:pt x="1676" y="3613"/>
                  </a:lnTo>
                  <a:lnTo>
                    <a:pt x="1837" y="3108"/>
                  </a:lnTo>
                  <a:lnTo>
                    <a:pt x="1999" y="2604"/>
                  </a:lnTo>
                  <a:lnTo>
                    <a:pt x="2200" y="2140"/>
                  </a:lnTo>
                  <a:lnTo>
                    <a:pt x="2442" y="1655"/>
                  </a:lnTo>
                  <a:lnTo>
                    <a:pt x="2584" y="1393"/>
                  </a:lnTo>
                  <a:lnTo>
                    <a:pt x="2745" y="1151"/>
                  </a:lnTo>
                  <a:lnTo>
                    <a:pt x="2927" y="949"/>
                  </a:lnTo>
                  <a:lnTo>
                    <a:pt x="3108" y="747"/>
                  </a:lnTo>
                  <a:lnTo>
                    <a:pt x="3290" y="586"/>
                  </a:lnTo>
                  <a:lnTo>
                    <a:pt x="3472" y="445"/>
                  </a:lnTo>
                  <a:lnTo>
                    <a:pt x="3673" y="324"/>
                  </a:lnTo>
                  <a:lnTo>
                    <a:pt x="3875" y="223"/>
                  </a:lnTo>
                  <a:lnTo>
                    <a:pt x="4077" y="162"/>
                  </a:lnTo>
                  <a:lnTo>
                    <a:pt x="4279" y="102"/>
                  </a:lnTo>
                  <a:lnTo>
                    <a:pt x="4481" y="81"/>
                  </a:lnTo>
                  <a:lnTo>
                    <a:pt x="4703" y="61"/>
                  </a:lnTo>
                  <a:close/>
                  <a:moveTo>
                    <a:pt x="4561" y="1"/>
                  </a:moveTo>
                  <a:lnTo>
                    <a:pt x="4319" y="21"/>
                  </a:lnTo>
                  <a:lnTo>
                    <a:pt x="4077" y="61"/>
                  </a:lnTo>
                  <a:lnTo>
                    <a:pt x="3855" y="142"/>
                  </a:lnTo>
                  <a:lnTo>
                    <a:pt x="3633" y="243"/>
                  </a:lnTo>
                  <a:lnTo>
                    <a:pt x="3431" y="364"/>
                  </a:lnTo>
                  <a:lnTo>
                    <a:pt x="3229" y="525"/>
                  </a:lnTo>
                  <a:lnTo>
                    <a:pt x="3048" y="687"/>
                  </a:lnTo>
                  <a:lnTo>
                    <a:pt x="2866" y="889"/>
                  </a:lnTo>
                  <a:lnTo>
                    <a:pt x="2685" y="1111"/>
                  </a:lnTo>
                  <a:lnTo>
                    <a:pt x="2523" y="1353"/>
                  </a:lnTo>
                  <a:lnTo>
                    <a:pt x="2362" y="1615"/>
                  </a:lnTo>
                  <a:lnTo>
                    <a:pt x="2120" y="2099"/>
                  </a:lnTo>
                  <a:lnTo>
                    <a:pt x="1918" y="2584"/>
                  </a:lnTo>
                  <a:lnTo>
                    <a:pt x="1756" y="3068"/>
                  </a:lnTo>
                  <a:lnTo>
                    <a:pt x="1615" y="3573"/>
                  </a:lnTo>
                  <a:lnTo>
                    <a:pt x="1474" y="4097"/>
                  </a:lnTo>
                  <a:lnTo>
                    <a:pt x="1373" y="4602"/>
                  </a:lnTo>
                  <a:lnTo>
                    <a:pt x="1171" y="5631"/>
                  </a:lnTo>
                  <a:lnTo>
                    <a:pt x="707" y="8254"/>
                  </a:lnTo>
                  <a:lnTo>
                    <a:pt x="505" y="9566"/>
                  </a:lnTo>
                  <a:lnTo>
                    <a:pt x="324" y="10898"/>
                  </a:lnTo>
                  <a:lnTo>
                    <a:pt x="162" y="12250"/>
                  </a:lnTo>
                  <a:lnTo>
                    <a:pt x="102" y="12916"/>
                  </a:lnTo>
                  <a:lnTo>
                    <a:pt x="61" y="13582"/>
                  </a:lnTo>
                  <a:lnTo>
                    <a:pt x="21" y="14268"/>
                  </a:lnTo>
                  <a:lnTo>
                    <a:pt x="1" y="14934"/>
                  </a:lnTo>
                  <a:lnTo>
                    <a:pt x="1" y="15600"/>
                  </a:lnTo>
                  <a:lnTo>
                    <a:pt x="21" y="16286"/>
                  </a:lnTo>
                  <a:lnTo>
                    <a:pt x="41" y="16710"/>
                  </a:lnTo>
                  <a:lnTo>
                    <a:pt x="81" y="17154"/>
                  </a:lnTo>
                  <a:lnTo>
                    <a:pt x="162" y="17618"/>
                  </a:lnTo>
                  <a:lnTo>
                    <a:pt x="263" y="18102"/>
                  </a:lnTo>
                  <a:lnTo>
                    <a:pt x="404" y="18587"/>
                  </a:lnTo>
                  <a:lnTo>
                    <a:pt x="546" y="19071"/>
                  </a:lnTo>
                  <a:lnTo>
                    <a:pt x="727" y="19575"/>
                  </a:lnTo>
                  <a:lnTo>
                    <a:pt x="929" y="20060"/>
                  </a:lnTo>
                  <a:lnTo>
                    <a:pt x="1151" y="20524"/>
                  </a:lnTo>
                  <a:lnTo>
                    <a:pt x="1393" y="20968"/>
                  </a:lnTo>
                  <a:lnTo>
                    <a:pt x="1655" y="21392"/>
                  </a:lnTo>
                  <a:lnTo>
                    <a:pt x="1958" y="21775"/>
                  </a:lnTo>
                  <a:lnTo>
                    <a:pt x="2261" y="22138"/>
                  </a:lnTo>
                  <a:lnTo>
                    <a:pt x="2604" y="22461"/>
                  </a:lnTo>
                  <a:lnTo>
                    <a:pt x="2765" y="22582"/>
                  </a:lnTo>
                  <a:lnTo>
                    <a:pt x="2947" y="22723"/>
                  </a:lnTo>
                  <a:lnTo>
                    <a:pt x="3129" y="22824"/>
                  </a:lnTo>
                  <a:lnTo>
                    <a:pt x="3330" y="22925"/>
                  </a:lnTo>
                  <a:lnTo>
                    <a:pt x="3593" y="23046"/>
                  </a:lnTo>
                  <a:lnTo>
                    <a:pt x="3875" y="23127"/>
                  </a:lnTo>
                  <a:lnTo>
                    <a:pt x="4158" y="23167"/>
                  </a:lnTo>
                  <a:lnTo>
                    <a:pt x="4460" y="23188"/>
                  </a:lnTo>
                  <a:lnTo>
                    <a:pt x="4723" y="23167"/>
                  </a:lnTo>
                  <a:lnTo>
                    <a:pt x="4985" y="23127"/>
                  </a:lnTo>
                  <a:lnTo>
                    <a:pt x="5268" y="23067"/>
                  </a:lnTo>
                  <a:lnTo>
                    <a:pt x="5550" y="22966"/>
                  </a:lnTo>
                  <a:lnTo>
                    <a:pt x="5813" y="22845"/>
                  </a:lnTo>
                  <a:lnTo>
                    <a:pt x="6095" y="22683"/>
                  </a:lnTo>
                  <a:lnTo>
                    <a:pt x="6378" y="22501"/>
                  </a:lnTo>
                  <a:lnTo>
                    <a:pt x="6680" y="22300"/>
                  </a:lnTo>
                  <a:lnTo>
                    <a:pt x="6922" y="22098"/>
                  </a:lnTo>
                  <a:lnTo>
                    <a:pt x="7144" y="21876"/>
                  </a:lnTo>
                  <a:lnTo>
                    <a:pt x="7346" y="21654"/>
                  </a:lnTo>
                  <a:lnTo>
                    <a:pt x="7548" y="21412"/>
                  </a:lnTo>
                  <a:lnTo>
                    <a:pt x="7730" y="21170"/>
                  </a:lnTo>
                  <a:lnTo>
                    <a:pt x="7911" y="20927"/>
                  </a:lnTo>
                  <a:lnTo>
                    <a:pt x="8053" y="20665"/>
                  </a:lnTo>
                  <a:lnTo>
                    <a:pt x="8214" y="20403"/>
                  </a:lnTo>
                  <a:lnTo>
                    <a:pt x="8476" y="19878"/>
                  </a:lnTo>
                  <a:lnTo>
                    <a:pt x="8698" y="19333"/>
                  </a:lnTo>
                  <a:lnTo>
                    <a:pt x="8880" y="18809"/>
                  </a:lnTo>
                  <a:lnTo>
                    <a:pt x="9041" y="18284"/>
                  </a:lnTo>
                  <a:lnTo>
                    <a:pt x="9283" y="17436"/>
                  </a:lnTo>
                  <a:lnTo>
                    <a:pt x="9485" y="16589"/>
                  </a:lnTo>
                  <a:lnTo>
                    <a:pt x="9667" y="15721"/>
                  </a:lnTo>
                  <a:lnTo>
                    <a:pt x="9808" y="14833"/>
                  </a:lnTo>
                  <a:lnTo>
                    <a:pt x="9909" y="13965"/>
                  </a:lnTo>
                  <a:lnTo>
                    <a:pt x="9990" y="13077"/>
                  </a:lnTo>
                  <a:lnTo>
                    <a:pt x="10030" y="12189"/>
                  </a:lnTo>
                  <a:lnTo>
                    <a:pt x="10030" y="11302"/>
                  </a:lnTo>
                  <a:lnTo>
                    <a:pt x="10010" y="10434"/>
                  </a:lnTo>
                  <a:lnTo>
                    <a:pt x="9949" y="9546"/>
                  </a:lnTo>
                  <a:lnTo>
                    <a:pt x="9869" y="8658"/>
                  </a:lnTo>
                  <a:lnTo>
                    <a:pt x="9727" y="7790"/>
                  </a:lnTo>
                  <a:lnTo>
                    <a:pt x="9566" y="6902"/>
                  </a:lnTo>
                  <a:lnTo>
                    <a:pt x="9384" y="6055"/>
                  </a:lnTo>
                  <a:lnTo>
                    <a:pt x="9162" y="5187"/>
                  </a:lnTo>
                  <a:lnTo>
                    <a:pt x="8900" y="4339"/>
                  </a:lnTo>
                  <a:lnTo>
                    <a:pt x="8759" y="3936"/>
                  </a:lnTo>
                  <a:lnTo>
                    <a:pt x="8618" y="3552"/>
                  </a:lnTo>
                  <a:lnTo>
                    <a:pt x="8476" y="3209"/>
                  </a:lnTo>
                  <a:lnTo>
                    <a:pt x="8315" y="2866"/>
                  </a:lnTo>
                  <a:lnTo>
                    <a:pt x="8153" y="2523"/>
                  </a:lnTo>
                  <a:lnTo>
                    <a:pt x="7972" y="2220"/>
                  </a:lnTo>
                  <a:lnTo>
                    <a:pt x="7790" y="1938"/>
                  </a:lnTo>
                  <a:lnTo>
                    <a:pt x="7609" y="1676"/>
                  </a:lnTo>
                  <a:lnTo>
                    <a:pt x="7407" y="1433"/>
                  </a:lnTo>
                  <a:lnTo>
                    <a:pt x="7225" y="1211"/>
                  </a:lnTo>
                  <a:lnTo>
                    <a:pt x="7003" y="990"/>
                  </a:lnTo>
                  <a:lnTo>
                    <a:pt x="6801" y="808"/>
                  </a:lnTo>
                  <a:lnTo>
                    <a:pt x="6579" y="646"/>
                  </a:lnTo>
                  <a:lnTo>
                    <a:pt x="6337" y="485"/>
                  </a:lnTo>
                  <a:lnTo>
                    <a:pt x="6095" y="344"/>
                  </a:lnTo>
                  <a:lnTo>
                    <a:pt x="5853" y="243"/>
                  </a:lnTo>
                  <a:lnTo>
                    <a:pt x="5591" y="142"/>
                  </a:lnTo>
                  <a:lnTo>
                    <a:pt x="5328" y="61"/>
                  </a:lnTo>
                  <a:lnTo>
                    <a:pt x="5066" y="21"/>
                  </a:lnTo>
                  <a:lnTo>
                    <a:pt x="4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7"/>
            <p:cNvSpPr/>
            <p:nvPr/>
          </p:nvSpPr>
          <p:spPr>
            <a:xfrm flipH="1">
              <a:off x="624664" y="-5010276"/>
              <a:ext cx="2123367" cy="1193681"/>
            </a:xfrm>
            <a:custGeom>
              <a:rect b="b" l="l" r="r" t="t"/>
              <a:pathLst>
                <a:path extrusionOk="0" h="21351" w="37980">
                  <a:moveTo>
                    <a:pt x="10776" y="81"/>
                  </a:moveTo>
                  <a:lnTo>
                    <a:pt x="11341" y="101"/>
                  </a:lnTo>
                  <a:lnTo>
                    <a:pt x="11927" y="121"/>
                  </a:lnTo>
                  <a:lnTo>
                    <a:pt x="12532" y="182"/>
                  </a:lnTo>
                  <a:lnTo>
                    <a:pt x="13178" y="222"/>
                  </a:lnTo>
                  <a:lnTo>
                    <a:pt x="13824" y="303"/>
                  </a:lnTo>
                  <a:lnTo>
                    <a:pt x="14510" y="404"/>
                  </a:lnTo>
                  <a:lnTo>
                    <a:pt x="15216" y="505"/>
                  </a:lnTo>
                  <a:lnTo>
                    <a:pt x="15943" y="626"/>
                  </a:lnTo>
                  <a:lnTo>
                    <a:pt x="16709" y="767"/>
                  </a:lnTo>
                  <a:lnTo>
                    <a:pt x="17496" y="949"/>
                  </a:lnTo>
                  <a:lnTo>
                    <a:pt x="18324" y="1130"/>
                  </a:lnTo>
                  <a:lnTo>
                    <a:pt x="19171" y="1332"/>
                  </a:lnTo>
                  <a:lnTo>
                    <a:pt x="20039" y="1554"/>
                  </a:lnTo>
                  <a:lnTo>
                    <a:pt x="20947" y="1796"/>
                  </a:lnTo>
                  <a:lnTo>
                    <a:pt x="21875" y="2059"/>
                  </a:lnTo>
                  <a:lnTo>
                    <a:pt x="23571" y="2583"/>
                  </a:lnTo>
                  <a:lnTo>
                    <a:pt x="24418" y="2866"/>
                  </a:lnTo>
                  <a:lnTo>
                    <a:pt x="25286" y="3148"/>
                  </a:lnTo>
                  <a:lnTo>
                    <a:pt x="26154" y="3471"/>
                  </a:lnTo>
                  <a:lnTo>
                    <a:pt x="27021" y="3794"/>
                  </a:lnTo>
                  <a:lnTo>
                    <a:pt x="27889" y="4157"/>
                  </a:lnTo>
                  <a:lnTo>
                    <a:pt x="28757" y="4541"/>
                  </a:lnTo>
                  <a:lnTo>
                    <a:pt x="29625" y="4944"/>
                  </a:lnTo>
                  <a:lnTo>
                    <a:pt x="30472" y="5368"/>
                  </a:lnTo>
                  <a:lnTo>
                    <a:pt x="31300" y="5832"/>
                  </a:lnTo>
                  <a:lnTo>
                    <a:pt x="32127" y="6317"/>
                  </a:lnTo>
                  <a:lnTo>
                    <a:pt x="32954" y="6841"/>
                  </a:lnTo>
                  <a:lnTo>
                    <a:pt x="33741" y="7406"/>
                  </a:lnTo>
                  <a:lnTo>
                    <a:pt x="34508" y="7992"/>
                  </a:lnTo>
                  <a:lnTo>
                    <a:pt x="35255" y="8637"/>
                  </a:lnTo>
                  <a:lnTo>
                    <a:pt x="35638" y="8980"/>
                  </a:lnTo>
                  <a:lnTo>
                    <a:pt x="36001" y="9344"/>
                  </a:lnTo>
                  <a:lnTo>
                    <a:pt x="36345" y="9687"/>
                  </a:lnTo>
                  <a:lnTo>
                    <a:pt x="36627" y="10030"/>
                  </a:lnTo>
                  <a:lnTo>
                    <a:pt x="36910" y="10373"/>
                  </a:lnTo>
                  <a:lnTo>
                    <a:pt x="37132" y="10696"/>
                  </a:lnTo>
                  <a:lnTo>
                    <a:pt x="37354" y="11039"/>
                  </a:lnTo>
                  <a:lnTo>
                    <a:pt x="37535" y="11382"/>
                  </a:lnTo>
                  <a:lnTo>
                    <a:pt x="37656" y="11624"/>
                  </a:lnTo>
                  <a:lnTo>
                    <a:pt x="37737" y="11846"/>
                  </a:lnTo>
                  <a:lnTo>
                    <a:pt x="37818" y="12068"/>
                  </a:lnTo>
                  <a:lnTo>
                    <a:pt x="37858" y="12290"/>
                  </a:lnTo>
                  <a:lnTo>
                    <a:pt x="37898" y="12492"/>
                  </a:lnTo>
                  <a:lnTo>
                    <a:pt x="37898" y="12694"/>
                  </a:lnTo>
                  <a:lnTo>
                    <a:pt x="37878" y="12875"/>
                  </a:lnTo>
                  <a:lnTo>
                    <a:pt x="37838" y="13057"/>
                  </a:lnTo>
                  <a:lnTo>
                    <a:pt x="37757" y="13259"/>
                  </a:lnTo>
                  <a:lnTo>
                    <a:pt x="37636" y="13460"/>
                  </a:lnTo>
                  <a:lnTo>
                    <a:pt x="37495" y="13662"/>
                  </a:lnTo>
                  <a:lnTo>
                    <a:pt x="37313" y="13824"/>
                  </a:lnTo>
                  <a:lnTo>
                    <a:pt x="37111" y="13985"/>
                  </a:lnTo>
                  <a:lnTo>
                    <a:pt x="36869" y="14106"/>
                  </a:lnTo>
                  <a:lnTo>
                    <a:pt x="36627" y="14207"/>
                  </a:lnTo>
                  <a:lnTo>
                    <a:pt x="36365" y="14288"/>
                  </a:lnTo>
                  <a:lnTo>
                    <a:pt x="36102" y="14328"/>
                  </a:lnTo>
                  <a:lnTo>
                    <a:pt x="35860" y="14368"/>
                  </a:lnTo>
                  <a:lnTo>
                    <a:pt x="35336" y="14368"/>
                  </a:lnTo>
                  <a:lnTo>
                    <a:pt x="34831" y="14328"/>
                  </a:lnTo>
                  <a:lnTo>
                    <a:pt x="34327" y="14268"/>
                  </a:lnTo>
                  <a:lnTo>
                    <a:pt x="34306" y="14268"/>
                  </a:lnTo>
                  <a:lnTo>
                    <a:pt x="32934" y="14106"/>
                  </a:lnTo>
                  <a:lnTo>
                    <a:pt x="31501" y="13945"/>
                  </a:lnTo>
                  <a:lnTo>
                    <a:pt x="30028" y="13803"/>
                  </a:lnTo>
                  <a:lnTo>
                    <a:pt x="28535" y="13682"/>
                  </a:lnTo>
                  <a:lnTo>
                    <a:pt x="26981" y="13561"/>
                  </a:lnTo>
                  <a:lnTo>
                    <a:pt x="25387" y="13481"/>
                  </a:lnTo>
                  <a:lnTo>
                    <a:pt x="23772" y="13420"/>
                  </a:lnTo>
                  <a:lnTo>
                    <a:pt x="22138" y="13400"/>
                  </a:lnTo>
                  <a:lnTo>
                    <a:pt x="20483" y="13420"/>
                  </a:lnTo>
                  <a:lnTo>
                    <a:pt x="18788" y="13460"/>
                  </a:lnTo>
                  <a:lnTo>
                    <a:pt x="17093" y="13561"/>
                  </a:lnTo>
                  <a:lnTo>
                    <a:pt x="16245" y="13622"/>
                  </a:lnTo>
                  <a:lnTo>
                    <a:pt x="15398" y="13703"/>
                  </a:lnTo>
                  <a:lnTo>
                    <a:pt x="14530" y="13803"/>
                  </a:lnTo>
                  <a:lnTo>
                    <a:pt x="13682" y="13904"/>
                  </a:lnTo>
                  <a:lnTo>
                    <a:pt x="12815" y="14025"/>
                  </a:lnTo>
                  <a:lnTo>
                    <a:pt x="11967" y="14146"/>
                  </a:lnTo>
                  <a:lnTo>
                    <a:pt x="11099" y="14308"/>
                  </a:lnTo>
                  <a:lnTo>
                    <a:pt x="10252" y="14469"/>
                  </a:lnTo>
                  <a:lnTo>
                    <a:pt x="9384" y="14651"/>
                  </a:lnTo>
                  <a:lnTo>
                    <a:pt x="8536" y="14833"/>
                  </a:lnTo>
                  <a:lnTo>
                    <a:pt x="7992" y="14974"/>
                  </a:lnTo>
                  <a:lnTo>
                    <a:pt x="7467" y="15115"/>
                  </a:lnTo>
                  <a:lnTo>
                    <a:pt x="6922" y="15277"/>
                  </a:lnTo>
                  <a:lnTo>
                    <a:pt x="6397" y="15458"/>
                  </a:lnTo>
                  <a:lnTo>
                    <a:pt x="5873" y="15660"/>
                  </a:lnTo>
                  <a:lnTo>
                    <a:pt x="5368" y="15902"/>
                  </a:lnTo>
                  <a:lnTo>
                    <a:pt x="4864" y="16164"/>
                  </a:lnTo>
                  <a:lnTo>
                    <a:pt x="4379" y="16467"/>
                  </a:lnTo>
                  <a:lnTo>
                    <a:pt x="4137" y="16649"/>
                  </a:lnTo>
                  <a:lnTo>
                    <a:pt x="3875" y="16851"/>
                  </a:lnTo>
                  <a:lnTo>
                    <a:pt x="3613" y="17073"/>
                  </a:lnTo>
                  <a:lnTo>
                    <a:pt x="3350" y="17335"/>
                  </a:lnTo>
                  <a:lnTo>
                    <a:pt x="3108" y="17617"/>
                  </a:lnTo>
                  <a:lnTo>
                    <a:pt x="2866" y="17940"/>
                  </a:lnTo>
                  <a:lnTo>
                    <a:pt x="2644" y="18283"/>
                  </a:lnTo>
                  <a:lnTo>
                    <a:pt x="2462" y="18667"/>
                  </a:lnTo>
                  <a:lnTo>
                    <a:pt x="2382" y="18889"/>
                  </a:lnTo>
                  <a:lnTo>
                    <a:pt x="2341" y="19131"/>
                  </a:lnTo>
                  <a:lnTo>
                    <a:pt x="2260" y="19635"/>
                  </a:lnTo>
                  <a:lnTo>
                    <a:pt x="2220" y="19918"/>
                  </a:lnTo>
                  <a:lnTo>
                    <a:pt x="2180" y="20201"/>
                  </a:lnTo>
                  <a:lnTo>
                    <a:pt x="2099" y="20463"/>
                  </a:lnTo>
                  <a:lnTo>
                    <a:pt x="2059" y="20584"/>
                  </a:lnTo>
                  <a:lnTo>
                    <a:pt x="1998" y="20705"/>
                  </a:lnTo>
                  <a:lnTo>
                    <a:pt x="1897" y="20846"/>
                  </a:lnTo>
                  <a:lnTo>
                    <a:pt x="1816" y="20988"/>
                  </a:lnTo>
                  <a:lnTo>
                    <a:pt x="1716" y="21088"/>
                  </a:lnTo>
                  <a:lnTo>
                    <a:pt x="1615" y="21169"/>
                  </a:lnTo>
                  <a:lnTo>
                    <a:pt x="1514" y="21210"/>
                  </a:lnTo>
                  <a:lnTo>
                    <a:pt x="1413" y="21250"/>
                  </a:lnTo>
                  <a:lnTo>
                    <a:pt x="1312" y="21270"/>
                  </a:lnTo>
                  <a:lnTo>
                    <a:pt x="1211" y="21250"/>
                  </a:lnTo>
                  <a:lnTo>
                    <a:pt x="1110" y="21210"/>
                  </a:lnTo>
                  <a:lnTo>
                    <a:pt x="1009" y="21149"/>
                  </a:lnTo>
                  <a:lnTo>
                    <a:pt x="908" y="21068"/>
                  </a:lnTo>
                  <a:lnTo>
                    <a:pt x="807" y="20967"/>
                  </a:lnTo>
                  <a:lnTo>
                    <a:pt x="707" y="20846"/>
                  </a:lnTo>
                  <a:lnTo>
                    <a:pt x="626" y="20725"/>
                  </a:lnTo>
                  <a:lnTo>
                    <a:pt x="464" y="20422"/>
                  </a:lnTo>
                  <a:lnTo>
                    <a:pt x="323" y="20100"/>
                  </a:lnTo>
                  <a:lnTo>
                    <a:pt x="222" y="19777"/>
                  </a:lnTo>
                  <a:lnTo>
                    <a:pt x="162" y="19454"/>
                  </a:lnTo>
                  <a:lnTo>
                    <a:pt x="121" y="19151"/>
                  </a:lnTo>
                  <a:lnTo>
                    <a:pt x="101" y="18223"/>
                  </a:lnTo>
                  <a:lnTo>
                    <a:pt x="81" y="17274"/>
                  </a:lnTo>
                  <a:lnTo>
                    <a:pt x="81" y="16326"/>
                  </a:lnTo>
                  <a:lnTo>
                    <a:pt x="101" y="15377"/>
                  </a:lnTo>
                  <a:lnTo>
                    <a:pt x="142" y="14449"/>
                  </a:lnTo>
                  <a:lnTo>
                    <a:pt x="182" y="13501"/>
                  </a:lnTo>
                  <a:lnTo>
                    <a:pt x="263" y="12572"/>
                  </a:lnTo>
                  <a:lnTo>
                    <a:pt x="343" y="11624"/>
                  </a:lnTo>
                  <a:lnTo>
                    <a:pt x="444" y="10696"/>
                  </a:lnTo>
                  <a:lnTo>
                    <a:pt x="545" y="9747"/>
                  </a:lnTo>
                  <a:lnTo>
                    <a:pt x="686" y="8819"/>
                  </a:lnTo>
                  <a:lnTo>
                    <a:pt x="828" y="7891"/>
                  </a:lnTo>
                  <a:lnTo>
                    <a:pt x="989" y="6962"/>
                  </a:lnTo>
                  <a:lnTo>
                    <a:pt x="1171" y="6034"/>
                  </a:lnTo>
                  <a:lnTo>
                    <a:pt x="1373" y="5126"/>
                  </a:lnTo>
                  <a:lnTo>
                    <a:pt x="1574" y="4198"/>
                  </a:lnTo>
                  <a:lnTo>
                    <a:pt x="1736" y="3572"/>
                  </a:lnTo>
                  <a:lnTo>
                    <a:pt x="1837" y="3269"/>
                  </a:lnTo>
                  <a:lnTo>
                    <a:pt x="1958" y="2967"/>
                  </a:lnTo>
                  <a:lnTo>
                    <a:pt x="2079" y="2664"/>
                  </a:lnTo>
                  <a:lnTo>
                    <a:pt x="2220" y="2402"/>
                  </a:lnTo>
                  <a:lnTo>
                    <a:pt x="2402" y="2139"/>
                  </a:lnTo>
                  <a:lnTo>
                    <a:pt x="2604" y="1897"/>
                  </a:lnTo>
                  <a:lnTo>
                    <a:pt x="2825" y="1695"/>
                  </a:lnTo>
                  <a:lnTo>
                    <a:pt x="3068" y="1514"/>
                  </a:lnTo>
                  <a:lnTo>
                    <a:pt x="3330" y="1352"/>
                  </a:lnTo>
                  <a:lnTo>
                    <a:pt x="3592" y="1211"/>
                  </a:lnTo>
                  <a:lnTo>
                    <a:pt x="3875" y="1090"/>
                  </a:lnTo>
                  <a:lnTo>
                    <a:pt x="4157" y="989"/>
                  </a:lnTo>
                  <a:lnTo>
                    <a:pt x="4702" y="807"/>
                  </a:lnTo>
                  <a:lnTo>
                    <a:pt x="5247" y="666"/>
                  </a:lnTo>
                  <a:lnTo>
                    <a:pt x="5832" y="525"/>
                  </a:lnTo>
                  <a:lnTo>
                    <a:pt x="6458" y="404"/>
                  </a:lnTo>
                  <a:lnTo>
                    <a:pt x="7104" y="303"/>
                  </a:lnTo>
                  <a:lnTo>
                    <a:pt x="7810" y="202"/>
                  </a:lnTo>
                  <a:lnTo>
                    <a:pt x="8577" y="142"/>
                  </a:lnTo>
                  <a:lnTo>
                    <a:pt x="9384" y="81"/>
                  </a:lnTo>
                  <a:close/>
                  <a:moveTo>
                    <a:pt x="9848" y="0"/>
                  </a:moveTo>
                  <a:lnTo>
                    <a:pt x="9303" y="20"/>
                  </a:lnTo>
                  <a:lnTo>
                    <a:pt x="8758" y="41"/>
                  </a:lnTo>
                  <a:lnTo>
                    <a:pt x="8234" y="81"/>
                  </a:lnTo>
                  <a:lnTo>
                    <a:pt x="7709" y="142"/>
                  </a:lnTo>
                  <a:lnTo>
                    <a:pt x="7184" y="202"/>
                  </a:lnTo>
                  <a:lnTo>
                    <a:pt x="6680" y="283"/>
                  </a:lnTo>
                  <a:lnTo>
                    <a:pt x="6175" y="384"/>
                  </a:lnTo>
                  <a:lnTo>
                    <a:pt x="5671" y="485"/>
                  </a:lnTo>
                  <a:lnTo>
                    <a:pt x="5166" y="606"/>
                  </a:lnTo>
                  <a:lnTo>
                    <a:pt x="4682" y="727"/>
                  </a:lnTo>
                  <a:lnTo>
                    <a:pt x="4117" y="908"/>
                  </a:lnTo>
                  <a:lnTo>
                    <a:pt x="3834" y="1009"/>
                  </a:lnTo>
                  <a:lnTo>
                    <a:pt x="3552" y="1130"/>
                  </a:lnTo>
                  <a:lnTo>
                    <a:pt x="3269" y="1272"/>
                  </a:lnTo>
                  <a:lnTo>
                    <a:pt x="3007" y="1433"/>
                  </a:lnTo>
                  <a:lnTo>
                    <a:pt x="2765" y="1635"/>
                  </a:lnTo>
                  <a:lnTo>
                    <a:pt x="2543" y="1837"/>
                  </a:lnTo>
                  <a:lnTo>
                    <a:pt x="2341" y="2079"/>
                  </a:lnTo>
                  <a:lnTo>
                    <a:pt x="2160" y="2341"/>
                  </a:lnTo>
                  <a:lnTo>
                    <a:pt x="1998" y="2624"/>
                  </a:lnTo>
                  <a:lnTo>
                    <a:pt x="1877" y="2926"/>
                  </a:lnTo>
                  <a:lnTo>
                    <a:pt x="1776" y="3229"/>
                  </a:lnTo>
                  <a:lnTo>
                    <a:pt x="1675" y="3552"/>
                  </a:lnTo>
                  <a:lnTo>
                    <a:pt x="1514" y="4178"/>
                  </a:lnTo>
                  <a:lnTo>
                    <a:pt x="1292" y="5106"/>
                  </a:lnTo>
                  <a:lnTo>
                    <a:pt x="1090" y="6014"/>
                  </a:lnTo>
                  <a:lnTo>
                    <a:pt x="908" y="6942"/>
                  </a:lnTo>
                  <a:lnTo>
                    <a:pt x="747" y="7870"/>
                  </a:lnTo>
                  <a:lnTo>
                    <a:pt x="606" y="8819"/>
                  </a:lnTo>
                  <a:lnTo>
                    <a:pt x="485" y="9747"/>
                  </a:lnTo>
                  <a:lnTo>
                    <a:pt x="364" y="10676"/>
                  </a:lnTo>
                  <a:lnTo>
                    <a:pt x="263" y="11624"/>
                  </a:lnTo>
                  <a:lnTo>
                    <a:pt x="182" y="12552"/>
                  </a:lnTo>
                  <a:lnTo>
                    <a:pt x="101" y="13501"/>
                  </a:lnTo>
                  <a:lnTo>
                    <a:pt x="61" y="14449"/>
                  </a:lnTo>
                  <a:lnTo>
                    <a:pt x="20" y="15377"/>
                  </a:lnTo>
                  <a:lnTo>
                    <a:pt x="0" y="16326"/>
                  </a:lnTo>
                  <a:lnTo>
                    <a:pt x="0" y="17274"/>
                  </a:lnTo>
                  <a:lnTo>
                    <a:pt x="20" y="18223"/>
                  </a:lnTo>
                  <a:lnTo>
                    <a:pt x="41" y="19171"/>
                  </a:lnTo>
                  <a:lnTo>
                    <a:pt x="81" y="19474"/>
                  </a:lnTo>
                  <a:lnTo>
                    <a:pt x="162" y="19797"/>
                  </a:lnTo>
                  <a:lnTo>
                    <a:pt x="263" y="20140"/>
                  </a:lnTo>
                  <a:lnTo>
                    <a:pt x="404" y="20483"/>
                  </a:lnTo>
                  <a:lnTo>
                    <a:pt x="565" y="20766"/>
                  </a:lnTo>
                  <a:lnTo>
                    <a:pt x="666" y="20907"/>
                  </a:lnTo>
                  <a:lnTo>
                    <a:pt x="767" y="21028"/>
                  </a:lnTo>
                  <a:lnTo>
                    <a:pt x="868" y="21129"/>
                  </a:lnTo>
                  <a:lnTo>
                    <a:pt x="969" y="21210"/>
                  </a:lnTo>
                  <a:lnTo>
                    <a:pt x="1070" y="21290"/>
                  </a:lnTo>
                  <a:lnTo>
                    <a:pt x="1191" y="21331"/>
                  </a:lnTo>
                  <a:lnTo>
                    <a:pt x="1332" y="21351"/>
                  </a:lnTo>
                  <a:lnTo>
                    <a:pt x="1433" y="21331"/>
                  </a:lnTo>
                  <a:lnTo>
                    <a:pt x="1514" y="21310"/>
                  </a:lnTo>
                  <a:lnTo>
                    <a:pt x="1615" y="21250"/>
                  </a:lnTo>
                  <a:lnTo>
                    <a:pt x="1716" y="21189"/>
                  </a:lnTo>
                  <a:lnTo>
                    <a:pt x="1796" y="21109"/>
                  </a:lnTo>
                  <a:lnTo>
                    <a:pt x="1897" y="21008"/>
                  </a:lnTo>
                  <a:lnTo>
                    <a:pt x="2059" y="20745"/>
                  </a:lnTo>
                  <a:lnTo>
                    <a:pt x="2119" y="20624"/>
                  </a:lnTo>
                  <a:lnTo>
                    <a:pt x="2180" y="20503"/>
                  </a:lnTo>
                  <a:lnTo>
                    <a:pt x="2260" y="20221"/>
                  </a:lnTo>
                  <a:lnTo>
                    <a:pt x="2301" y="19938"/>
                  </a:lnTo>
                  <a:lnTo>
                    <a:pt x="2341" y="19635"/>
                  </a:lnTo>
                  <a:lnTo>
                    <a:pt x="2422" y="19151"/>
                  </a:lnTo>
                  <a:lnTo>
                    <a:pt x="2462" y="18909"/>
                  </a:lnTo>
                  <a:lnTo>
                    <a:pt x="2543" y="18687"/>
                  </a:lnTo>
                  <a:lnTo>
                    <a:pt x="2725" y="18324"/>
                  </a:lnTo>
                  <a:lnTo>
                    <a:pt x="2926" y="17981"/>
                  </a:lnTo>
                  <a:lnTo>
                    <a:pt x="3169" y="17678"/>
                  </a:lnTo>
                  <a:lnTo>
                    <a:pt x="3411" y="17395"/>
                  </a:lnTo>
                  <a:lnTo>
                    <a:pt x="3673" y="17133"/>
                  </a:lnTo>
                  <a:lnTo>
                    <a:pt x="3935" y="16911"/>
                  </a:lnTo>
                  <a:lnTo>
                    <a:pt x="4198" y="16709"/>
                  </a:lnTo>
                  <a:lnTo>
                    <a:pt x="4440" y="16528"/>
                  </a:lnTo>
                  <a:lnTo>
                    <a:pt x="4904" y="16245"/>
                  </a:lnTo>
                  <a:lnTo>
                    <a:pt x="5388" y="15983"/>
                  </a:lnTo>
                  <a:lnTo>
                    <a:pt x="5913" y="15741"/>
                  </a:lnTo>
                  <a:lnTo>
                    <a:pt x="6418" y="15539"/>
                  </a:lnTo>
                  <a:lnTo>
                    <a:pt x="6962" y="15357"/>
                  </a:lnTo>
                  <a:lnTo>
                    <a:pt x="7487" y="15196"/>
                  </a:lnTo>
                  <a:lnTo>
                    <a:pt x="8032" y="15055"/>
                  </a:lnTo>
                  <a:lnTo>
                    <a:pt x="8557" y="14913"/>
                  </a:lnTo>
                  <a:lnTo>
                    <a:pt x="9404" y="14732"/>
                  </a:lnTo>
                  <a:lnTo>
                    <a:pt x="10272" y="14550"/>
                  </a:lnTo>
                  <a:lnTo>
                    <a:pt x="11119" y="14389"/>
                  </a:lnTo>
                  <a:lnTo>
                    <a:pt x="11987" y="14227"/>
                  </a:lnTo>
                  <a:lnTo>
                    <a:pt x="12835" y="14106"/>
                  </a:lnTo>
                  <a:lnTo>
                    <a:pt x="13703" y="13985"/>
                  </a:lnTo>
                  <a:lnTo>
                    <a:pt x="14550" y="13884"/>
                  </a:lnTo>
                  <a:lnTo>
                    <a:pt x="15398" y="13783"/>
                  </a:lnTo>
                  <a:lnTo>
                    <a:pt x="16265" y="13703"/>
                  </a:lnTo>
                  <a:lnTo>
                    <a:pt x="17113" y="13642"/>
                  </a:lnTo>
                  <a:lnTo>
                    <a:pt x="18808" y="13541"/>
                  </a:lnTo>
                  <a:lnTo>
                    <a:pt x="20483" y="13501"/>
                  </a:lnTo>
                  <a:lnTo>
                    <a:pt x="22138" y="13481"/>
                  </a:lnTo>
                  <a:lnTo>
                    <a:pt x="23772" y="13501"/>
                  </a:lnTo>
                  <a:lnTo>
                    <a:pt x="25387" y="13561"/>
                  </a:lnTo>
                  <a:lnTo>
                    <a:pt x="26981" y="13642"/>
                  </a:lnTo>
                  <a:lnTo>
                    <a:pt x="28515" y="13763"/>
                  </a:lnTo>
                  <a:lnTo>
                    <a:pt x="30028" y="13884"/>
                  </a:lnTo>
                  <a:lnTo>
                    <a:pt x="31501" y="14025"/>
                  </a:lnTo>
                  <a:lnTo>
                    <a:pt x="32934" y="14187"/>
                  </a:lnTo>
                  <a:lnTo>
                    <a:pt x="34306" y="14348"/>
                  </a:lnTo>
                  <a:lnTo>
                    <a:pt x="34831" y="14409"/>
                  </a:lnTo>
                  <a:lnTo>
                    <a:pt x="35356" y="14449"/>
                  </a:lnTo>
                  <a:lnTo>
                    <a:pt x="35860" y="14449"/>
                  </a:lnTo>
                  <a:lnTo>
                    <a:pt x="36123" y="14409"/>
                  </a:lnTo>
                  <a:lnTo>
                    <a:pt x="36385" y="14368"/>
                  </a:lnTo>
                  <a:lnTo>
                    <a:pt x="36647" y="14288"/>
                  </a:lnTo>
                  <a:lnTo>
                    <a:pt x="36910" y="14187"/>
                  </a:lnTo>
                  <a:lnTo>
                    <a:pt x="37152" y="14046"/>
                  </a:lnTo>
                  <a:lnTo>
                    <a:pt x="37374" y="13884"/>
                  </a:lnTo>
                  <a:lnTo>
                    <a:pt x="37555" y="13703"/>
                  </a:lnTo>
                  <a:lnTo>
                    <a:pt x="37717" y="13501"/>
                  </a:lnTo>
                  <a:lnTo>
                    <a:pt x="37838" y="13299"/>
                  </a:lnTo>
                  <a:lnTo>
                    <a:pt x="37919" y="13077"/>
                  </a:lnTo>
                  <a:lnTo>
                    <a:pt x="37959" y="12895"/>
                  </a:lnTo>
                  <a:lnTo>
                    <a:pt x="37979" y="12694"/>
                  </a:lnTo>
                  <a:lnTo>
                    <a:pt x="37979" y="12492"/>
                  </a:lnTo>
                  <a:lnTo>
                    <a:pt x="37939" y="12290"/>
                  </a:lnTo>
                  <a:lnTo>
                    <a:pt x="37898" y="12068"/>
                  </a:lnTo>
                  <a:lnTo>
                    <a:pt x="37818" y="11826"/>
                  </a:lnTo>
                  <a:lnTo>
                    <a:pt x="37737" y="11604"/>
                  </a:lnTo>
                  <a:lnTo>
                    <a:pt x="37616" y="11341"/>
                  </a:lnTo>
                  <a:lnTo>
                    <a:pt x="37414" y="10998"/>
                  </a:lnTo>
                  <a:lnTo>
                    <a:pt x="37212" y="10655"/>
                  </a:lnTo>
                  <a:lnTo>
                    <a:pt x="36970" y="10312"/>
                  </a:lnTo>
                  <a:lnTo>
                    <a:pt x="36708" y="9969"/>
                  </a:lnTo>
                  <a:lnTo>
                    <a:pt x="36405" y="9626"/>
                  </a:lnTo>
                  <a:lnTo>
                    <a:pt x="36062" y="9283"/>
                  </a:lnTo>
                  <a:lnTo>
                    <a:pt x="35699" y="8920"/>
                  </a:lnTo>
                  <a:lnTo>
                    <a:pt x="35315" y="8577"/>
                  </a:lnTo>
                  <a:lnTo>
                    <a:pt x="34569" y="7931"/>
                  </a:lnTo>
                  <a:lnTo>
                    <a:pt x="33782" y="7346"/>
                  </a:lnTo>
                  <a:lnTo>
                    <a:pt x="32995" y="6781"/>
                  </a:lnTo>
                  <a:lnTo>
                    <a:pt x="32187" y="6256"/>
                  </a:lnTo>
                  <a:lnTo>
                    <a:pt x="31360" y="5772"/>
                  </a:lnTo>
                  <a:lnTo>
                    <a:pt x="30512" y="5308"/>
                  </a:lnTo>
                  <a:lnTo>
                    <a:pt x="29665" y="4864"/>
                  </a:lnTo>
                  <a:lnTo>
                    <a:pt x="28797" y="4460"/>
                  </a:lnTo>
                  <a:lnTo>
                    <a:pt x="27929" y="4077"/>
                  </a:lnTo>
                  <a:lnTo>
                    <a:pt x="27062" y="3734"/>
                  </a:lnTo>
                  <a:lnTo>
                    <a:pt x="26194" y="3390"/>
                  </a:lnTo>
                  <a:lnTo>
                    <a:pt x="25306" y="3088"/>
                  </a:lnTo>
                  <a:lnTo>
                    <a:pt x="24458" y="2785"/>
                  </a:lnTo>
                  <a:lnTo>
                    <a:pt x="23591" y="2503"/>
                  </a:lnTo>
                  <a:lnTo>
                    <a:pt x="21896" y="1998"/>
                  </a:lnTo>
                  <a:lnTo>
                    <a:pt x="20685" y="1635"/>
                  </a:lnTo>
                  <a:lnTo>
                    <a:pt x="19494" y="1332"/>
                  </a:lnTo>
                  <a:lnTo>
                    <a:pt x="18364" y="1050"/>
                  </a:lnTo>
                  <a:lnTo>
                    <a:pt x="17295" y="807"/>
                  </a:lnTo>
                  <a:lnTo>
                    <a:pt x="16245" y="585"/>
                  </a:lnTo>
                  <a:lnTo>
                    <a:pt x="15236" y="404"/>
                  </a:lnTo>
                  <a:lnTo>
                    <a:pt x="14268" y="263"/>
                  </a:lnTo>
                  <a:lnTo>
                    <a:pt x="13299" y="162"/>
                  </a:lnTo>
                  <a:lnTo>
                    <a:pt x="12128" y="61"/>
                  </a:lnTo>
                  <a:lnTo>
                    <a:pt x="10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7"/>
            <p:cNvSpPr/>
            <p:nvPr/>
          </p:nvSpPr>
          <p:spPr>
            <a:xfrm flipH="1">
              <a:off x="1840885" y="-3884377"/>
              <a:ext cx="415281" cy="285520"/>
            </a:xfrm>
            <a:custGeom>
              <a:rect b="b" l="l" r="r" t="t"/>
              <a:pathLst>
                <a:path extrusionOk="0" h="5107" w="7428">
                  <a:moveTo>
                    <a:pt x="7124" y="82"/>
                  </a:moveTo>
                  <a:lnTo>
                    <a:pt x="7205" y="102"/>
                  </a:lnTo>
                  <a:lnTo>
                    <a:pt x="7286" y="142"/>
                  </a:lnTo>
                  <a:lnTo>
                    <a:pt x="7326" y="223"/>
                  </a:lnTo>
                  <a:lnTo>
                    <a:pt x="7346" y="344"/>
                  </a:lnTo>
                  <a:lnTo>
                    <a:pt x="7346" y="485"/>
                  </a:lnTo>
                  <a:lnTo>
                    <a:pt x="7306" y="647"/>
                  </a:lnTo>
                  <a:lnTo>
                    <a:pt x="7225" y="808"/>
                  </a:lnTo>
                  <a:lnTo>
                    <a:pt x="7064" y="1212"/>
                  </a:lnTo>
                  <a:lnTo>
                    <a:pt x="6842" y="1615"/>
                  </a:lnTo>
                  <a:lnTo>
                    <a:pt x="6600" y="1999"/>
                  </a:lnTo>
                  <a:lnTo>
                    <a:pt x="6357" y="2362"/>
                  </a:lnTo>
                  <a:lnTo>
                    <a:pt x="6055" y="2786"/>
                  </a:lnTo>
                  <a:lnTo>
                    <a:pt x="5732" y="3149"/>
                  </a:lnTo>
                  <a:lnTo>
                    <a:pt x="5389" y="3472"/>
                  </a:lnTo>
                  <a:lnTo>
                    <a:pt x="5026" y="3775"/>
                  </a:lnTo>
                  <a:lnTo>
                    <a:pt x="4642" y="4037"/>
                  </a:lnTo>
                  <a:lnTo>
                    <a:pt x="4259" y="4279"/>
                  </a:lnTo>
                  <a:lnTo>
                    <a:pt x="3835" y="4501"/>
                  </a:lnTo>
                  <a:lnTo>
                    <a:pt x="3411" y="4683"/>
                  </a:lnTo>
                  <a:lnTo>
                    <a:pt x="2987" y="4824"/>
                  </a:lnTo>
                  <a:lnTo>
                    <a:pt x="2745" y="4905"/>
                  </a:lnTo>
                  <a:lnTo>
                    <a:pt x="2463" y="4965"/>
                  </a:lnTo>
                  <a:lnTo>
                    <a:pt x="2160" y="5006"/>
                  </a:lnTo>
                  <a:lnTo>
                    <a:pt x="1837" y="5026"/>
                  </a:lnTo>
                  <a:lnTo>
                    <a:pt x="1514" y="5006"/>
                  </a:lnTo>
                  <a:lnTo>
                    <a:pt x="1353" y="4965"/>
                  </a:lnTo>
                  <a:lnTo>
                    <a:pt x="1171" y="4945"/>
                  </a:lnTo>
                  <a:lnTo>
                    <a:pt x="1010" y="4885"/>
                  </a:lnTo>
                  <a:lnTo>
                    <a:pt x="848" y="4824"/>
                  </a:lnTo>
                  <a:lnTo>
                    <a:pt x="707" y="4743"/>
                  </a:lnTo>
                  <a:lnTo>
                    <a:pt x="546" y="4642"/>
                  </a:lnTo>
                  <a:lnTo>
                    <a:pt x="445" y="4562"/>
                  </a:lnTo>
                  <a:lnTo>
                    <a:pt x="364" y="4461"/>
                  </a:lnTo>
                  <a:lnTo>
                    <a:pt x="283" y="4380"/>
                  </a:lnTo>
                  <a:lnTo>
                    <a:pt x="203" y="4279"/>
                  </a:lnTo>
                  <a:lnTo>
                    <a:pt x="162" y="4178"/>
                  </a:lnTo>
                  <a:lnTo>
                    <a:pt x="122" y="4057"/>
                  </a:lnTo>
                  <a:lnTo>
                    <a:pt x="81" y="3956"/>
                  </a:lnTo>
                  <a:lnTo>
                    <a:pt x="81" y="3855"/>
                  </a:lnTo>
                  <a:lnTo>
                    <a:pt x="81" y="3654"/>
                  </a:lnTo>
                  <a:lnTo>
                    <a:pt x="142" y="3492"/>
                  </a:lnTo>
                  <a:lnTo>
                    <a:pt x="243" y="3331"/>
                  </a:lnTo>
                  <a:lnTo>
                    <a:pt x="364" y="3169"/>
                  </a:lnTo>
                  <a:lnTo>
                    <a:pt x="505" y="3028"/>
                  </a:lnTo>
                  <a:lnTo>
                    <a:pt x="647" y="2907"/>
                  </a:lnTo>
                  <a:lnTo>
                    <a:pt x="949" y="2685"/>
                  </a:lnTo>
                  <a:lnTo>
                    <a:pt x="1656" y="2261"/>
                  </a:lnTo>
                  <a:lnTo>
                    <a:pt x="2362" y="1858"/>
                  </a:lnTo>
                  <a:lnTo>
                    <a:pt x="3088" y="1474"/>
                  </a:lnTo>
                  <a:lnTo>
                    <a:pt x="3835" y="1131"/>
                  </a:lnTo>
                  <a:lnTo>
                    <a:pt x="4602" y="828"/>
                  </a:lnTo>
                  <a:lnTo>
                    <a:pt x="5369" y="566"/>
                  </a:lnTo>
                  <a:lnTo>
                    <a:pt x="6156" y="324"/>
                  </a:lnTo>
                  <a:lnTo>
                    <a:pt x="6943" y="122"/>
                  </a:lnTo>
                  <a:lnTo>
                    <a:pt x="7044" y="102"/>
                  </a:lnTo>
                  <a:lnTo>
                    <a:pt x="7124" y="82"/>
                  </a:lnTo>
                  <a:close/>
                  <a:moveTo>
                    <a:pt x="7145" y="1"/>
                  </a:moveTo>
                  <a:lnTo>
                    <a:pt x="7084" y="21"/>
                  </a:lnTo>
                  <a:lnTo>
                    <a:pt x="6923" y="41"/>
                  </a:lnTo>
                  <a:lnTo>
                    <a:pt x="6136" y="243"/>
                  </a:lnTo>
                  <a:lnTo>
                    <a:pt x="5348" y="485"/>
                  </a:lnTo>
                  <a:lnTo>
                    <a:pt x="4561" y="768"/>
                  </a:lnTo>
                  <a:lnTo>
                    <a:pt x="3795" y="1071"/>
                  </a:lnTo>
                  <a:lnTo>
                    <a:pt x="3048" y="1414"/>
                  </a:lnTo>
                  <a:lnTo>
                    <a:pt x="2321" y="1777"/>
                  </a:lnTo>
                  <a:lnTo>
                    <a:pt x="1595" y="2180"/>
                  </a:lnTo>
                  <a:lnTo>
                    <a:pt x="909" y="2624"/>
                  </a:lnTo>
                  <a:lnTo>
                    <a:pt x="586" y="2846"/>
                  </a:lnTo>
                  <a:lnTo>
                    <a:pt x="445" y="2988"/>
                  </a:lnTo>
                  <a:lnTo>
                    <a:pt x="283" y="3129"/>
                  </a:lnTo>
                  <a:lnTo>
                    <a:pt x="162" y="3290"/>
                  </a:lnTo>
                  <a:lnTo>
                    <a:pt x="81" y="3472"/>
                  </a:lnTo>
                  <a:lnTo>
                    <a:pt x="21" y="3654"/>
                  </a:lnTo>
                  <a:lnTo>
                    <a:pt x="1" y="3754"/>
                  </a:lnTo>
                  <a:lnTo>
                    <a:pt x="1" y="3855"/>
                  </a:lnTo>
                  <a:lnTo>
                    <a:pt x="1" y="3976"/>
                  </a:lnTo>
                  <a:lnTo>
                    <a:pt x="41" y="4077"/>
                  </a:lnTo>
                  <a:lnTo>
                    <a:pt x="81" y="4198"/>
                  </a:lnTo>
                  <a:lnTo>
                    <a:pt x="142" y="4320"/>
                  </a:lnTo>
                  <a:lnTo>
                    <a:pt x="203" y="4420"/>
                  </a:lnTo>
                  <a:lnTo>
                    <a:pt x="303" y="4521"/>
                  </a:lnTo>
                  <a:lnTo>
                    <a:pt x="384" y="4622"/>
                  </a:lnTo>
                  <a:lnTo>
                    <a:pt x="505" y="4703"/>
                  </a:lnTo>
                  <a:lnTo>
                    <a:pt x="667" y="4804"/>
                  </a:lnTo>
                  <a:lnTo>
                    <a:pt x="808" y="4885"/>
                  </a:lnTo>
                  <a:lnTo>
                    <a:pt x="990" y="4965"/>
                  </a:lnTo>
                  <a:lnTo>
                    <a:pt x="1151" y="5006"/>
                  </a:lnTo>
                  <a:lnTo>
                    <a:pt x="1312" y="5046"/>
                  </a:lnTo>
                  <a:lnTo>
                    <a:pt x="1494" y="5086"/>
                  </a:lnTo>
                  <a:lnTo>
                    <a:pt x="1837" y="5107"/>
                  </a:lnTo>
                  <a:lnTo>
                    <a:pt x="2160" y="5086"/>
                  </a:lnTo>
                  <a:lnTo>
                    <a:pt x="2483" y="5046"/>
                  </a:lnTo>
                  <a:lnTo>
                    <a:pt x="2765" y="4985"/>
                  </a:lnTo>
                  <a:lnTo>
                    <a:pt x="3008" y="4905"/>
                  </a:lnTo>
                  <a:lnTo>
                    <a:pt x="3452" y="4763"/>
                  </a:lnTo>
                  <a:lnTo>
                    <a:pt x="3875" y="4582"/>
                  </a:lnTo>
                  <a:lnTo>
                    <a:pt x="4299" y="4360"/>
                  </a:lnTo>
                  <a:lnTo>
                    <a:pt x="4703" y="4118"/>
                  </a:lnTo>
                  <a:lnTo>
                    <a:pt x="5086" y="3835"/>
                  </a:lnTo>
                  <a:lnTo>
                    <a:pt x="5449" y="3532"/>
                  </a:lnTo>
                  <a:lnTo>
                    <a:pt x="5792" y="3189"/>
                  </a:lnTo>
                  <a:lnTo>
                    <a:pt x="6115" y="2846"/>
                  </a:lnTo>
                  <a:lnTo>
                    <a:pt x="6398" y="2443"/>
                  </a:lnTo>
                  <a:lnTo>
                    <a:pt x="6640" y="2080"/>
                  </a:lnTo>
                  <a:lnTo>
                    <a:pt x="6882" y="1676"/>
                  </a:lnTo>
                  <a:lnTo>
                    <a:pt x="7124" y="1252"/>
                  </a:lnTo>
                  <a:lnTo>
                    <a:pt x="7306" y="849"/>
                  </a:lnTo>
                  <a:lnTo>
                    <a:pt x="7366" y="667"/>
                  </a:lnTo>
                  <a:lnTo>
                    <a:pt x="7407" y="485"/>
                  </a:lnTo>
                  <a:lnTo>
                    <a:pt x="7427" y="324"/>
                  </a:lnTo>
                  <a:lnTo>
                    <a:pt x="7407" y="203"/>
                  </a:lnTo>
                  <a:lnTo>
                    <a:pt x="7387" y="142"/>
                  </a:lnTo>
                  <a:lnTo>
                    <a:pt x="7346" y="82"/>
                  </a:lnTo>
                  <a:lnTo>
                    <a:pt x="7286" y="41"/>
                  </a:lnTo>
                  <a:lnTo>
                    <a:pt x="7225" y="21"/>
                  </a:lnTo>
                  <a:lnTo>
                    <a:pt x="714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7"/>
            <p:cNvSpPr/>
            <p:nvPr/>
          </p:nvSpPr>
          <p:spPr>
            <a:xfrm flipH="1">
              <a:off x="104606" y="-3909143"/>
              <a:ext cx="135464" cy="154584"/>
            </a:xfrm>
            <a:custGeom>
              <a:rect b="b" l="l" r="r" t="t"/>
              <a:pathLst>
                <a:path extrusionOk="0" h="2765" w="2423">
                  <a:moveTo>
                    <a:pt x="747" y="81"/>
                  </a:moveTo>
                  <a:lnTo>
                    <a:pt x="888" y="101"/>
                  </a:lnTo>
                  <a:lnTo>
                    <a:pt x="1050" y="121"/>
                  </a:lnTo>
                  <a:lnTo>
                    <a:pt x="1191" y="161"/>
                  </a:lnTo>
                  <a:lnTo>
                    <a:pt x="1332" y="202"/>
                  </a:lnTo>
                  <a:lnTo>
                    <a:pt x="1474" y="262"/>
                  </a:lnTo>
                  <a:lnTo>
                    <a:pt x="1615" y="343"/>
                  </a:lnTo>
                  <a:lnTo>
                    <a:pt x="1736" y="424"/>
                  </a:lnTo>
                  <a:lnTo>
                    <a:pt x="1837" y="505"/>
                  </a:lnTo>
                  <a:lnTo>
                    <a:pt x="1998" y="686"/>
                  </a:lnTo>
                  <a:lnTo>
                    <a:pt x="2140" y="888"/>
                  </a:lnTo>
                  <a:lnTo>
                    <a:pt x="2240" y="1130"/>
                  </a:lnTo>
                  <a:lnTo>
                    <a:pt x="2321" y="1372"/>
                  </a:lnTo>
                  <a:lnTo>
                    <a:pt x="2341" y="1635"/>
                  </a:lnTo>
                  <a:lnTo>
                    <a:pt x="2341" y="1897"/>
                  </a:lnTo>
                  <a:lnTo>
                    <a:pt x="2321" y="2018"/>
                  </a:lnTo>
                  <a:lnTo>
                    <a:pt x="2281" y="2139"/>
                  </a:lnTo>
                  <a:lnTo>
                    <a:pt x="2220" y="2260"/>
                  </a:lnTo>
                  <a:lnTo>
                    <a:pt x="2160" y="2381"/>
                  </a:lnTo>
                  <a:lnTo>
                    <a:pt x="2099" y="2442"/>
                  </a:lnTo>
                  <a:lnTo>
                    <a:pt x="2039" y="2543"/>
                  </a:lnTo>
                  <a:lnTo>
                    <a:pt x="1938" y="2603"/>
                  </a:lnTo>
                  <a:lnTo>
                    <a:pt x="1837" y="2664"/>
                  </a:lnTo>
                  <a:lnTo>
                    <a:pt x="1716" y="2684"/>
                  </a:lnTo>
                  <a:lnTo>
                    <a:pt x="1575" y="2684"/>
                  </a:lnTo>
                  <a:lnTo>
                    <a:pt x="1433" y="2623"/>
                  </a:lnTo>
                  <a:lnTo>
                    <a:pt x="1292" y="2563"/>
                  </a:lnTo>
                  <a:lnTo>
                    <a:pt x="1110" y="2422"/>
                  </a:lnTo>
                  <a:lnTo>
                    <a:pt x="929" y="2220"/>
                  </a:lnTo>
                  <a:lnTo>
                    <a:pt x="727" y="1978"/>
                  </a:lnTo>
                  <a:lnTo>
                    <a:pt x="525" y="1715"/>
                  </a:lnTo>
                  <a:lnTo>
                    <a:pt x="344" y="1433"/>
                  </a:lnTo>
                  <a:lnTo>
                    <a:pt x="202" y="1150"/>
                  </a:lnTo>
                  <a:lnTo>
                    <a:pt x="101" y="888"/>
                  </a:lnTo>
                  <a:lnTo>
                    <a:pt x="81" y="787"/>
                  </a:lnTo>
                  <a:lnTo>
                    <a:pt x="81" y="686"/>
                  </a:lnTo>
                  <a:lnTo>
                    <a:pt x="101" y="484"/>
                  </a:lnTo>
                  <a:lnTo>
                    <a:pt x="122" y="404"/>
                  </a:lnTo>
                  <a:lnTo>
                    <a:pt x="162" y="343"/>
                  </a:lnTo>
                  <a:lnTo>
                    <a:pt x="222" y="283"/>
                  </a:lnTo>
                  <a:lnTo>
                    <a:pt x="283" y="222"/>
                  </a:lnTo>
                  <a:lnTo>
                    <a:pt x="344" y="182"/>
                  </a:lnTo>
                  <a:lnTo>
                    <a:pt x="424" y="141"/>
                  </a:lnTo>
                  <a:lnTo>
                    <a:pt x="566" y="101"/>
                  </a:lnTo>
                  <a:lnTo>
                    <a:pt x="747" y="81"/>
                  </a:lnTo>
                  <a:close/>
                  <a:moveTo>
                    <a:pt x="767" y="0"/>
                  </a:moveTo>
                  <a:lnTo>
                    <a:pt x="566" y="20"/>
                  </a:lnTo>
                  <a:lnTo>
                    <a:pt x="384" y="61"/>
                  </a:lnTo>
                  <a:lnTo>
                    <a:pt x="303" y="101"/>
                  </a:lnTo>
                  <a:lnTo>
                    <a:pt x="222" y="161"/>
                  </a:lnTo>
                  <a:lnTo>
                    <a:pt x="162" y="222"/>
                  </a:lnTo>
                  <a:lnTo>
                    <a:pt x="101" y="303"/>
                  </a:lnTo>
                  <a:lnTo>
                    <a:pt x="61" y="383"/>
                  </a:lnTo>
                  <a:lnTo>
                    <a:pt x="21" y="464"/>
                  </a:lnTo>
                  <a:lnTo>
                    <a:pt x="1" y="565"/>
                  </a:lnTo>
                  <a:lnTo>
                    <a:pt x="1" y="666"/>
                  </a:lnTo>
                  <a:lnTo>
                    <a:pt x="1" y="787"/>
                  </a:lnTo>
                  <a:lnTo>
                    <a:pt x="21" y="908"/>
                  </a:lnTo>
                  <a:lnTo>
                    <a:pt x="61" y="1029"/>
                  </a:lnTo>
                  <a:lnTo>
                    <a:pt x="122" y="1170"/>
                  </a:lnTo>
                  <a:lnTo>
                    <a:pt x="263" y="1453"/>
                  </a:lnTo>
                  <a:lnTo>
                    <a:pt x="444" y="1756"/>
                  </a:lnTo>
                  <a:lnTo>
                    <a:pt x="646" y="2018"/>
                  </a:lnTo>
                  <a:lnTo>
                    <a:pt x="868" y="2280"/>
                  </a:lnTo>
                  <a:lnTo>
                    <a:pt x="1070" y="2482"/>
                  </a:lnTo>
                  <a:lnTo>
                    <a:pt x="1231" y="2623"/>
                  </a:lnTo>
                  <a:lnTo>
                    <a:pt x="1353" y="2684"/>
                  </a:lnTo>
                  <a:lnTo>
                    <a:pt x="1453" y="2724"/>
                  </a:lnTo>
                  <a:lnTo>
                    <a:pt x="1575" y="2765"/>
                  </a:lnTo>
                  <a:lnTo>
                    <a:pt x="1776" y="2765"/>
                  </a:lnTo>
                  <a:lnTo>
                    <a:pt x="1857" y="2744"/>
                  </a:lnTo>
                  <a:lnTo>
                    <a:pt x="1958" y="2684"/>
                  </a:lnTo>
                  <a:lnTo>
                    <a:pt x="2059" y="2623"/>
                  </a:lnTo>
                  <a:lnTo>
                    <a:pt x="2160" y="2523"/>
                  </a:lnTo>
                  <a:lnTo>
                    <a:pt x="2240" y="2422"/>
                  </a:lnTo>
                  <a:lnTo>
                    <a:pt x="2301" y="2301"/>
                  </a:lnTo>
                  <a:lnTo>
                    <a:pt x="2362" y="2159"/>
                  </a:lnTo>
                  <a:lnTo>
                    <a:pt x="2402" y="2038"/>
                  </a:lnTo>
                  <a:lnTo>
                    <a:pt x="2422" y="1897"/>
                  </a:lnTo>
                  <a:lnTo>
                    <a:pt x="2422" y="1776"/>
                  </a:lnTo>
                  <a:lnTo>
                    <a:pt x="2422" y="1635"/>
                  </a:lnTo>
                  <a:lnTo>
                    <a:pt x="2402" y="1372"/>
                  </a:lnTo>
                  <a:lnTo>
                    <a:pt x="2321" y="1110"/>
                  </a:lnTo>
                  <a:lnTo>
                    <a:pt x="2200" y="868"/>
                  </a:lnTo>
                  <a:lnTo>
                    <a:pt x="2059" y="626"/>
                  </a:lnTo>
                  <a:lnTo>
                    <a:pt x="1877" y="444"/>
                  </a:lnTo>
                  <a:lnTo>
                    <a:pt x="1736" y="323"/>
                  </a:lnTo>
                  <a:lnTo>
                    <a:pt x="1575" y="222"/>
                  </a:lnTo>
                  <a:lnTo>
                    <a:pt x="1393" y="141"/>
                  </a:lnTo>
                  <a:lnTo>
                    <a:pt x="1171" y="61"/>
                  </a:lnTo>
                  <a:lnTo>
                    <a:pt x="969" y="20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7"/>
            <p:cNvSpPr/>
            <p:nvPr/>
          </p:nvSpPr>
          <p:spPr>
            <a:xfrm flipH="1">
              <a:off x="-2832066" y="-2489904"/>
              <a:ext cx="1193681" cy="1427263"/>
            </a:xfrm>
            <a:custGeom>
              <a:rect b="b" l="l" r="r" t="t"/>
              <a:pathLst>
                <a:path extrusionOk="0" h="25529" w="21351">
                  <a:moveTo>
                    <a:pt x="16709" y="81"/>
                  </a:moveTo>
                  <a:lnTo>
                    <a:pt x="17052" y="122"/>
                  </a:lnTo>
                  <a:lnTo>
                    <a:pt x="17416" y="202"/>
                  </a:lnTo>
                  <a:lnTo>
                    <a:pt x="17759" y="303"/>
                  </a:lnTo>
                  <a:lnTo>
                    <a:pt x="18102" y="424"/>
                  </a:lnTo>
                  <a:lnTo>
                    <a:pt x="18445" y="586"/>
                  </a:lnTo>
                  <a:lnTo>
                    <a:pt x="18788" y="788"/>
                  </a:lnTo>
                  <a:lnTo>
                    <a:pt x="19111" y="1010"/>
                  </a:lnTo>
                  <a:lnTo>
                    <a:pt x="19434" y="1272"/>
                  </a:lnTo>
                  <a:lnTo>
                    <a:pt x="19736" y="1575"/>
                  </a:lnTo>
                  <a:lnTo>
                    <a:pt x="19999" y="1897"/>
                  </a:lnTo>
                  <a:lnTo>
                    <a:pt x="20261" y="2261"/>
                  </a:lnTo>
                  <a:lnTo>
                    <a:pt x="20483" y="2644"/>
                  </a:lnTo>
                  <a:lnTo>
                    <a:pt x="20644" y="2947"/>
                  </a:lnTo>
                  <a:lnTo>
                    <a:pt x="20766" y="3250"/>
                  </a:lnTo>
                  <a:lnTo>
                    <a:pt x="20887" y="3572"/>
                  </a:lnTo>
                  <a:lnTo>
                    <a:pt x="20987" y="3895"/>
                  </a:lnTo>
                  <a:lnTo>
                    <a:pt x="21068" y="4238"/>
                  </a:lnTo>
                  <a:lnTo>
                    <a:pt x="21149" y="4581"/>
                  </a:lnTo>
                  <a:lnTo>
                    <a:pt x="21209" y="4945"/>
                  </a:lnTo>
                  <a:lnTo>
                    <a:pt x="21250" y="5308"/>
                  </a:lnTo>
                  <a:lnTo>
                    <a:pt x="21270" y="5691"/>
                  </a:lnTo>
                  <a:lnTo>
                    <a:pt x="21270" y="6075"/>
                  </a:lnTo>
                  <a:lnTo>
                    <a:pt x="21270" y="6478"/>
                  </a:lnTo>
                  <a:lnTo>
                    <a:pt x="21250" y="6882"/>
                  </a:lnTo>
                  <a:lnTo>
                    <a:pt x="21230" y="7306"/>
                  </a:lnTo>
                  <a:lnTo>
                    <a:pt x="21169" y="7750"/>
                  </a:lnTo>
                  <a:lnTo>
                    <a:pt x="21109" y="8194"/>
                  </a:lnTo>
                  <a:lnTo>
                    <a:pt x="21028" y="8658"/>
                  </a:lnTo>
                  <a:lnTo>
                    <a:pt x="20947" y="9122"/>
                  </a:lnTo>
                  <a:lnTo>
                    <a:pt x="20846" y="9586"/>
                  </a:lnTo>
                  <a:lnTo>
                    <a:pt x="20725" y="10010"/>
                  </a:lnTo>
                  <a:lnTo>
                    <a:pt x="20604" y="10434"/>
                  </a:lnTo>
                  <a:lnTo>
                    <a:pt x="20483" y="10857"/>
                  </a:lnTo>
                  <a:lnTo>
                    <a:pt x="20342" y="11261"/>
                  </a:lnTo>
                  <a:lnTo>
                    <a:pt x="20180" y="11644"/>
                  </a:lnTo>
                  <a:lnTo>
                    <a:pt x="20019" y="12008"/>
                  </a:lnTo>
                  <a:lnTo>
                    <a:pt x="19857" y="12371"/>
                  </a:lnTo>
                  <a:lnTo>
                    <a:pt x="19676" y="12714"/>
                  </a:lnTo>
                  <a:lnTo>
                    <a:pt x="19474" y="13037"/>
                  </a:lnTo>
                  <a:lnTo>
                    <a:pt x="19272" y="13340"/>
                  </a:lnTo>
                  <a:lnTo>
                    <a:pt x="19070" y="13642"/>
                  </a:lnTo>
                  <a:lnTo>
                    <a:pt x="18848" y="13945"/>
                  </a:lnTo>
                  <a:lnTo>
                    <a:pt x="18606" y="14207"/>
                  </a:lnTo>
                  <a:lnTo>
                    <a:pt x="18364" y="14470"/>
                  </a:lnTo>
                  <a:lnTo>
                    <a:pt x="18142" y="14692"/>
                  </a:lnTo>
                  <a:lnTo>
                    <a:pt x="17920" y="14893"/>
                  </a:lnTo>
                  <a:lnTo>
                    <a:pt x="17436" y="15297"/>
                  </a:lnTo>
                  <a:lnTo>
                    <a:pt x="16931" y="15640"/>
                  </a:lnTo>
                  <a:lnTo>
                    <a:pt x="16386" y="15983"/>
                  </a:lnTo>
                  <a:lnTo>
                    <a:pt x="15842" y="16306"/>
                  </a:lnTo>
                  <a:lnTo>
                    <a:pt x="15297" y="16589"/>
                  </a:lnTo>
                  <a:lnTo>
                    <a:pt x="14187" y="17154"/>
                  </a:lnTo>
                  <a:lnTo>
                    <a:pt x="13481" y="17497"/>
                  </a:lnTo>
                  <a:lnTo>
                    <a:pt x="12774" y="17860"/>
                  </a:lnTo>
                  <a:lnTo>
                    <a:pt x="12088" y="18264"/>
                  </a:lnTo>
                  <a:lnTo>
                    <a:pt x="11422" y="18667"/>
                  </a:lnTo>
                  <a:lnTo>
                    <a:pt x="10958" y="18990"/>
                  </a:lnTo>
                  <a:lnTo>
                    <a:pt x="10494" y="19333"/>
                  </a:lnTo>
                  <a:lnTo>
                    <a:pt x="10070" y="19696"/>
                  </a:lnTo>
                  <a:lnTo>
                    <a:pt x="9646" y="20060"/>
                  </a:lnTo>
                  <a:lnTo>
                    <a:pt x="8799" y="20847"/>
                  </a:lnTo>
                  <a:lnTo>
                    <a:pt x="7992" y="21613"/>
                  </a:lnTo>
                  <a:lnTo>
                    <a:pt x="7205" y="22400"/>
                  </a:lnTo>
                  <a:lnTo>
                    <a:pt x="6377" y="23167"/>
                  </a:lnTo>
                  <a:lnTo>
                    <a:pt x="5953" y="23531"/>
                  </a:lnTo>
                  <a:lnTo>
                    <a:pt x="5509" y="23894"/>
                  </a:lnTo>
                  <a:lnTo>
                    <a:pt x="5065" y="24237"/>
                  </a:lnTo>
                  <a:lnTo>
                    <a:pt x="4601" y="24560"/>
                  </a:lnTo>
                  <a:lnTo>
                    <a:pt x="4178" y="24822"/>
                  </a:lnTo>
                  <a:lnTo>
                    <a:pt x="3935" y="24963"/>
                  </a:lnTo>
                  <a:lnTo>
                    <a:pt x="3673" y="25084"/>
                  </a:lnTo>
                  <a:lnTo>
                    <a:pt x="3411" y="25205"/>
                  </a:lnTo>
                  <a:lnTo>
                    <a:pt x="3148" y="25306"/>
                  </a:lnTo>
                  <a:lnTo>
                    <a:pt x="2866" y="25367"/>
                  </a:lnTo>
                  <a:lnTo>
                    <a:pt x="2563" y="25427"/>
                  </a:lnTo>
                  <a:lnTo>
                    <a:pt x="2260" y="25448"/>
                  </a:lnTo>
                  <a:lnTo>
                    <a:pt x="1978" y="25427"/>
                  </a:lnTo>
                  <a:lnTo>
                    <a:pt x="1695" y="25367"/>
                  </a:lnTo>
                  <a:lnTo>
                    <a:pt x="1433" y="25286"/>
                  </a:lnTo>
                  <a:lnTo>
                    <a:pt x="1171" y="25185"/>
                  </a:lnTo>
                  <a:lnTo>
                    <a:pt x="949" y="25044"/>
                  </a:lnTo>
                  <a:lnTo>
                    <a:pt x="747" y="24883"/>
                  </a:lnTo>
                  <a:lnTo>
                    <a:pt x="585" y="24701"/>
                  </a:lnTo>
                  <a:lnTo>
                    <a:pt x="424" y="24459"/>
                  </a:lnTo>
                  <a:lnTo>
                    <a:pt x="303" y="24196"/>
                  </a:lnTo>
                  <a:lnTo>
                    <a:pt x="222" y="23894"/>
                  </a:lnTo>
                  <a:lnTo>
                    <a:pt x="142" y="23551"/>
                  </a:lnTo>
                  <a:lnTo>
                    <a:pt x="101" y="23167"/>
                  </a:lnTo>
                  <a:lnTo>
                    <a:pt x="81" y="22784"/>
                  </a:lnTo>
                  <a:lnTo>
                    <a:pt x="101" y="22421"/>
                  </a:lnTo>
                  <a:lnTo>
                    <a:pt x="142" y="22037"/>
                  </a:lnTo>
                  <a:lnTo>
                    <a:pt x="202" y="21654"/>
                  </a:lnTo>
                  <a:lnTo>
                    <a:pt x="303" y="21291"/>
                  </a:lnTo>
                  <a:lnTo>
                    <a:pt x="424" y="20947"/>
                  </a:lnTo>
                  <a:lnTo>
                    <a:pt x="585" y="20584"/>
                  </a:lnTo>
                  <a:lnTo>
                    <a:pt x="727" y="20342"/>
                  </a:lnTo>
                  <a:lnTo>
                    <a:pt x="868" y="20080"/>
                  </a:lnTo>
                  <a:lnTo>
                    <a:pt x="1029" y="19838"/>
                  </a:lnTo>
                  <a:lnTo>
                    <a:pt x="1211" y="19616"/>
                  </a:lnTo>
                  <a:lnTo>
                    <a:pt x="1393" y="19373"/>
                  </a:lnTo>
                  <a:lnTo>
                    <a:pt x="1574" y="19172"/>
                  </a:lnTo>
                  <a:lnTo>
                    <a:pt x="1978" y="18768"/>
                  </a:lnTo>
                  <a:lnTo>
                    <a:pt x="2402" y="18385"/>
                  </a:lnTo>
                  <a:lnTo>
                    <a:pt x="2825" y="18042"/>
                  </a:lnTo>
                  <a:lnTo>
                    <a:pt x="3249" y="17739"/>
                  </a:lnTo>
                  <a:lnTo>
                    <a:pt x="3673" y="17456"/>
                  </a:lnTo>
                  <a:lnTo>
                    <a:pt x="4561" y="16871"/>
                  </a:lnTo>
                  <a:lnTo>
                    <a:pt x="5489" y="16306"/>
                  </a:lnTo>
                  <a:lnTo>
                    <a:pt x="6438" y="15761"/>
                  </a:lnTo>
                  <a:lnTo>
                    <a:pt x="7366" y="15257"/>
                  </a:lnTo>
                  <a:lnTo>
                    <a:pt x="7568" y="15136"/>
                  </a:lnTo>
                  <a:lnTo>
                    <a:pt x="8153" y="14793"/>
                  </a:lnTo>
                  <a:lnTo>
                    <a:pt x="8758" y="14429"/>
                  </a:lnTo>
                  <a:lnTo>
                    <a:pt x="9041" y="14228"/>
                  </a:lnTo>
                  <a:lnTo>
                    <a:pt x="9323" y="14026"/>
                  </a:lnTo>
                  <a:lnTo>
                    <a:pt x="9606" y="13804"/>
                  </a:lnTo>
                  <a:lnTo>
                    <a:pt x="9868" y="13541"/>
                  </a:lnTo>
                  <a:lnTo>
                    <a:pt x="10070" y="13340"/>
                  </a:lnTo>
                  <a:lnTo>
                    <a:pt x="10232" y="13138"/>
                  </a:lnTo>
                  <a:lnTo>
                    <a:pt x="10393" y="12916"/>
                  </a:lnTo>
                  <a:lnTo>
                    <a:pt x="10534" y="12694"/>
                  </a:lnTo>
                  <a:lnTo>
                    <a:pt x="10675" y="12452"/>
                  </a:lnTo>
                  <a:lnTo>
                    <a:pt x="10797" y="12210"/>
                  </a:lnTo>
                  <a:lnTo>
                    <a:pt x="10897" y="11967"/>
                  </a:lnTo>
                  <a:lnTo>
                    <a:pt x="10978" y="11725"/>
                  </a:lnTo>
                  <a:lnTo>
                    <a:pt x="11140" y="11221"/>
                  </a:lnTo>
                  <a:lnTo>
                    <a:pt x="11261" y="10716"/>
                  </a:lnTo>
                  <a:lnTo>
                    <a:pt x="11362" y="10191"/>
                  </a:lnTo>
                  <a:lnTo>
                    <a:pt x="11463" y="9647"/>
                  </a:lnTo>
                  <a:lnTo>
                    <a:pt x="11563" y="8839"/>
                  </a:lnTo>
                  <a:lnTo>
                    <a:pt x="11664" y="8012"/>
                  </a:lnTo>
                  <a:lnTo>
                    <a:pt x="11846" y="6599"/>
                  </a:lnTo>
                  <a:lnTo>
                    <a:pt x="11947" y="5893"/>
                  </a:lnTo>
                  <a:lnTo>
                    <a:pt x="12088" y="5187"/>
                  </a:lnTo>
                  <a:lnTo>
                    <a:pt x="12209" y="4682"/>
                  </a:lnTo>
                  <a:lnTo>
                    <a:pt x="12330" y="4218"/>
                  </a:lnTo>
                  <a:lnTo>
                    <a:pt x="12472" y="3754"/>
                  </a:lnTo>
                  <a:lnTo>
                    <a:pt x="12633" y="3330"/>
                  </a:lnTo>
                  <a:lnTo>
                    <a:pt x="12794" y="2947"/>
                  </a:lnTo>
                  <a:lnTo>
                    <a:pt x="12976" y="2563"/>
                  </a:lnTo>
                  <a:lnTo>
                    <a:pt x="13158" y="2220"/>
                  </a:lnTo>
                  <a:lnTo>
                    <a:pt x="13359" y="1897"/>
                  </a:lnTo>
                  <a:lnTo>
                    <a:pt x="13561" y="1615"/>
                  </a:lnTo>
                  <a:lnTo>
                    <a:pt x="13803" y="1332"/>
                  </a:lnTo>
                  <a:lnTo>
                    <a:pt x="14025" y="1090"/>
                  </a:lnTo>
                  <a:lnTo>
                    <a:pt x="14288" y="868"/>
                  </a:lnTo>
                  <a:lnTo>
                    <a:pt x="14550" y="687"/>
                  </a:lnTo>
                  <a:lnTo>
                    <a:pt x="14812" y="525"/>
                  </a:lnTo>
                  <a:lnTo>
                    <a:pt x="15115" y="364"/>
                  </a:lnTo>
                  <a:lnTo>
                    <a:pt x="15418" y="263"/>
                  </a:lnTo>
                  <a:lnTo>
                    <a:pt x="15721" y="162"/>
                  </a:lnTo>
                  <a:lnTo>
                    <a:pt x="16043" y="101"/>
                  </a:lnTo>
                  <a:lnTo>
                    <a:pt x="16366" y="81"/>
                  </a:lnTo>
                  <a:close/>
                  <a:moveTo>
                    <a:pt x="16467" y="1"/>
                  </a:moveTo>
                  <a:lnTo>
                    <a:pt x="16104" y="21"/>
                  </a:lnTo>
                  <a:lnTo>
                    <a:pt x="15741" y="81"/>
                  </a:lnTo>
                  <a:lnTo>
                    <a:pt x="15377" y="182"/>
                  </a:lnTo>
                  <a:lnTo>
                    <a:pt x="15075" y="303"/>
                  </a:lnTo>
                  <a:lnTo>
                    <a:pt x="14792" y="445"/>
                  </a:lnTo>
                  <a:lnTo>
                    <a:pt x="14510" y="606"/>
                  </a:lnTo>
                  <a:lnTo>
                    <a:pt x="14227" y="808"/>
                  </a:lnTo>
                  <a:lnTo>
                    <a:pt x="13985" y="1030"/>
                  </a:lnTo>
                  <a:lnTo>
                    <a:pt x="13743" y="1272"/>
                  </a:lnTo>
                  <a:lnTo>
                    <a:pt x="13501" y="1554"/>
                  </a:lnTo>
                  <a:lnTo>
                    <a:pt x="13299" y="1857"/>
                  </a:lnTo>
                  <a:lnTo>
                    <a:pt x="13097" y="2180"/>
                  </a:lnTo>
                  <a:lnTo>
                    <a:pt x="12895" y="2523"/>
                  </a:lnTo>
                  <a:lnTo>
                    <a:pt x="12714" y="2906"/>
                  </a:lnTo>
                  <a:lnTo>
                    <a:pt x="12552" y="3310"/>
                  </a:lnTo>
                  <a:lnTo>
                    <a:pt x="12391" y="3734"/>
                  </a:lnTo>
                  <a:lnTo>
                    <a:pt x="12250" y="4178"/>
                  </a:lnTo>
                  <a:lnTo>
                    <a:pt x="12128" y="4662"/>
                  </a:lnTo>
                  <a:lnTo>
                    <a:pt x="12007" y="5187"/>
                  </a:lnTo>
                  <a:lnTo>
                    <a:pt x="11886" y="5873"/>
                  </a:lnTo>
                  <a:lnTo>
                    <a:pt x="11765" y="6599"/>
                  </a:lnTo>
                  <a:lnTo>
                    <a:pt x="11584" y="7992"/>
                  </a:lnTo>
                  <a:lnTo>
                    <a:pt x="11483" y="8819"/>
                  </a:lnTo>
                  <a:lnTo>
                    <a:pt x="11382" y="9647"/>
                  </a:lnTo>
                  <a:lnTo>
                    <a:pt x="11281" y="10171"/>
                  </a:lnTo>
                  <a:lnTo>
                    <a:pt x="11180" y="10696"/>
                  </a:lnTo>
                  <a:lnTo>
                    <a:pt x="11059" y="11200"/>
                  </a:lnTo>
                  <a:lnTo>
                    <a:pt x="10918" y="11705"/>
                  </a:lnTo>
                  <a:lnTo>
                    <a:pt x="10817" y="11947"/>
                  </a:lnTo>
                  <a:lnTo>
                    <a:pt x="10716" y="12169"/>
                  </a:lnTo>
                  <a:lnTo>
                    <a:pt x="10595" y="12411"/>
                  </a:lnTo>
                  <a:lnTo>
                    <a:pt x="10474" y="12633"/>
                  </a:lnTo>
                  <a:lnTo>
                    <a:pt x="10332" y="12855"/>
                  </a:lnTo>
                  <a:lnTo>
                    <a:pt x="10171" y="13077"/>
                  </a:lnTo>
                  <a:lnTo>
                    <a:pt x="10010" y="13279"/>
                  </a:lnTo>
                  <a:lnTo>
                    <a:pt x="9808" y="13501"/>
                  </a:lnTo>
                  <a:lnTo>
                    <a:pt x="9545" y="13743"/>
                  </a:lnTo>
                  <a:lnTo>
                    <a:pt x="9283" y="13965"/>
                  </a:lnTo>
                  <a:lnTo>
                    <a:pt x="9001" y="14167"/>
                  </a:lnTo>
                  <a:lnTo>
                    <a:pt x="8718" y="14369"/>
                  </a:lnTo>
                  <a:lnTo>
                    <a:pt x="8113" y="14732"/>
                  </a:lnTo>
                  <a:lnTo>
                    <a:pt x="7527" y="15055"/>
                  </a:lnTo>
                  <a:lnTo>
                    <a:pt x="7326" y="15176"/>
                  </a:lnTo>
                  <a:lnTo>
                    <a:pt x="6397" y="15701"/>
                  </a:lnTo>
                  <a:lnTo>
                    <a:pt x="5449" y="16246"/>
                  </a:lnTo>
                  <a:lnTo>
                    <a:pt x="4521" y="16790"/>
                  </a:lnTo>
                  <a:lnTo>
                    <a:pt x="3612" y="17376"/>
                  </a:lnTo>
                  <a:lnTo>
                    <a:pt x="3209" y="17658"/>
                  </a:lnTo>
                  <a:lnTo>
                    <a:pt x="2765" y="17981"/>
                  </a:lnTo>
                  <a:lnTo>
                    <a:pt x="2341" y="18324"/>
                  </a:lnTo>
                  <a:lnTo>
                    <a:pt x="1917" y="18707"/>
                  </a:lnTo>
                  <a:lnTo>
                    <a:pt x="1514" y="19111"/>
                  </a:lnTo>
                  <a:lnTo>
                    <a:pt x="1312" y="19333"/>
                  </a:lnTo>
                  <a:lnTo>
                    <a:pt x="1130" y="19555"/>
                  </a:lnTo>
                  <a:lnTo>
                    <a:pt x="969" y="19797"/>
                  </a:lnTo>
                  <a:lnTo>
                    <a:pt x="807" y="20039"/>
                  </a:lnTo>
                  <a:lnTo>
                    <a:pt x="646" y="20302"/>
                  </a:lnTo>
                  <a:lnTo>
                    <a:pt x="505" y="20564"/>
                  </a:lnTo>
                  <a:lnTo>
                    <a:pt x="364" y="20907"/>
                  </a:lnTo>
                  <a:lnTo>
                    <a:pt x="222" y="21270"/>
                  </a:lnTo>
                  <a:lnTo>
                    <a:pt x="142" y="21654"/>
                  </a:lnTo>
                  <a:lnTo>
                    <a:pt x="61" y="22017"/>
                  </a:lnTo>
                  <a:lnTo>
                    <a:pt x="20" y="22400"/>
                  </a:lnTo>
                  <a:lnTo>
                    <a:pt x="0" y="22784"/>
                  </a:lnTo>
                  <a:lnTo>
                    <a:pt x="20" y="23167"/>
                  </a:lnTo>
                  <a:lnTo>
                    <a:pt x="61" y="23551"/>
                  </a:lnTo>
                  <a:lnTo>
                    <a:pt x="142" y="23914"/>
                  </a:lnTo>
                  <a:lnTo>
                    <a:pt x="242" y="24237"/>
                  </a:lnTo>
                  <a:lnTo>
                    <a:pt x="364" y="24499"/>
                  </a:lnTo>
                  <a:lnTo>
                    <a:pt x="505" y="24741"/>
                  </a:lnTo>
                  <a:lnTo>
                    <a:pt x="666" y="24923"/>
                  </a:lnTo>
                  <a:lnTo>
                    <a:pt x="848" y="25064"/>
                  </a:lnTo>
                  <a:lnTo>
                    <a:pt x="1050" y="25205"/>
                  </a:lnTo>
                  <a:lnTo>
                    <a:pt x="1251" y="25327"/>
                  </a:lnTo>
                  <a:lnTo>
                    <a:pt x="1494" y="25407"/>
                  </a:lnTo>
                  <a:lnTo>
                    <a:pt x="1736" y="25468"/>
                  </a:lnTo>
                  <a:lnTo>
                    <a:pt x="1978" y="25508"/>
                  </a:lnTo>
                  <a:lnTo>
                    <a:pt x="2260" y="25528"/>
                  </a:lnTo>
                  <a:lnTo>
                    <a:pt x="2563" y="25508"/>
                  </a:lnTo>
                  <a:lnTo>
                    <a:pt x="2866" y="25448"/>
                  </a:lnTo>
                  <a:lnTo>
                    <a:pt x="3169" y="25367"/>
                  </a:lnTo>
                  <a:lnTo>
                    <a:pt x="3451" y="25286"/>
                  </a:lnTo>
                  <a:lnTo>
                    <a:pt x="3713" y="25165"/>
                  </a:lnTo>
                  <a:lnTo>
                    <a:pt x="3976" y="25044"/>
                  </a:lnTo>
                  <a:lnTo>
                    <a:pt x="4218" y="24903"/>
                  </a:lnTo>
                  <a:lnTo>
                    <a:pt x="4642" y="24620"/>
                  </a:lnTo>
                  <a:lnTo>
                    <a:pt x="5106" y="24297"/>
                  </a:lnTo>
                  <a:lnTo>
                    <a:pt x="5550" y="23954"/>
                  </a:lnTo>
                  <a:lnTo>
                    <a:pt x="5994" y="23611"/>
                  </a:lnTo>
                  <a:lnTo>
                    <a:pt x="6418" y="23228"/>
                  </a:lnTo>
                  <a:lnTo>
                    <a:pt x="7245" y="22461"/>
                  </a:lnTo>
                  <a:lnTo>
                    <a:pt x="8052" y="21674"/>
                  </a:lnTo>
                  <a:lnTo>
                    <a:pt x="8859" y="20907"/>
                  </a:lnTo>
                  <a:lnTo>
                    <a:pt x="9687" y="20140"/>
                  </a:lnTo>
                  <a:lnTo>
                    <a:pt x="10110" y="19757"/>
                  </a:lnTo>
                  <a:lnTo>
                    <a:pt x="10554" y="19394"/>
                  </a:lnTo>
                  <a:lnTo>
                    <a:pt x="10998" y="19051"/>
                  </a:lnTo>
                  <a:lnTo>
                    <a:pt x="11463" y="18728"/>
                  </a:lnTo>
                  <a:lnTo>
                    <a:pt x="12128" y="18324"/>
                  </a:lnTo>
                  <a:lnTo>
                    <a:pt x="12815" y="17941"/>
                  </a:lnTo>
                  <a:lnTo>
                    <a:pt x="13521" y="17577"/>
                  </a:lnTo>
                  <a:lnTo>
                    <a:pt x="14207" y="17234"/>
                  </a:lnTo>
                  <a:lnTo>
                    <a:pt x="15337" y="16669"/>
                  </a:lnTo>
                  <a:lnTo>
                    <a:pt x="15902" y="16367"/>
                  </a:lnTo>
                  <a:lnTo>
                    <a:pt x="16447" y="16044"/>
                  </a:lnTo>
                  <a:lnTo>
                    <a:pt x="16972" y="15721"/>
                  </a:lnTo>
                  <a:lnTo>
                    <a:pt x="17476" y="15358"/>
                  </a:lnTo>
                  <a:lnTo>
                    <a:pt x="17981" y="14954"/>
                  </a:lnTo>
                  <a:lnTo>
                    <a:pt x="18203" y="14752"/>
                  </a:lnTo>
                  <a:lnTo>
                    <a:pt x="18425" y="14530"/>
                  </a:lnTo>
                  <a:lnTo>
                    <a:pt x="18667" y="14268"/>
                  </a:lnTo>
                  <a:lnTo>
                    <a:pt x="18909" y="13985"/>
                  </a:lnTo>
                  <a:lnTo>
                    <a:pt x="19131" y="13703"/>
                  </a:lnTo>
                  <a:lnTo>
                    <a:pt x="19333" y="13400"/>
                  </a:lnTo>
                  <a:lnTo>
                    <a:pt x="19535" y="13077"/>
                  </a:lnTo>
                  <a:lnTo>
                    <a:pt x="19736" y="12754"/>
                  </a:lnTo>
                  <a:lnTo>
                    <a:pt x="19918" y="12411"/>
                  </a:lnTo>
                  <a:lnTo>
                    <a:pt x="20100" y="12048"/>
                  </a:lnTo>
                  <a:lnTo>
                    <a:pt x="20261" y="11665"/>
                  </a:lnTo>
                  <a:lnTo>
                    <a:pt x="20402" y="11281"/>
                  </a:lnTo>
                  <a:lnTo>
                    <a:pt x="20544" y="10878"/>
                  </a:lnTo>
                  <a:lnTo>
                    <a:pt x="20685" y="10474"/>
                  </a:lnTo>
                  <a:lnTo>
                    <a:pt x="20806" y="10050"/>
                  </a:lnTo>
                  <a:lnTo>
                    <a:pt x="20927" y="9606"/>
                  </a:lnTo>
                  <a:lnTo>
                    <a:pt x="21028" y="9142"/>
                  </a:lnTo>
                  <a:lnTo>
                    <a:pt x="21109" y="8678"/>
                  </a:lnTo>
                  <a:lnTo>
                    <a:pt x="21189" y="8214"/>
                  </a:lnTo>
                  <a:lnTo>
                    <a:pt x="21250" y="7750"/>
                  </a:lnTo>
                  <a:lnTo>
                    <a:pt x="21310" y="7326"/>
                  </a:lnTo>
                  <a:lnTo>
                    <a:pt x="21331" y="6882"/>
                  </a:lnTo>
                  <a:lnTo>
                    <a:pt x="21351" y="6478"/>
                  </a:lnTo>
                  <a:lnTo>
                    <a:pt x="21351" y="6075"/>
                  </a:lnTo>
                  <a:lnTo>
                    <a:pt x="21351" y="5671"/>
                  </a:lnTo>
                  <a:lnTo>
                    <a:pt x="21331" y="5288"/>
                  </a:lnTo>
                  <a:lnTo>
                    <a:pt x="21270" y="4924"/>
                  </a:lnTo>
                  <a:lnTo>
                    <a:pt x="21230" y="4561"/>
                  </a:lnTo>
                  <a:lnTo>
                    <a:pt x="21149" y="4218"/>
                  </a:lnTo>
                  <a:lnTo>
                    <a:pt x="21068" y="3875"/>
                  </a:lnTo>
                  <a:lnTo>
                    <a:pt x="20967" y="3532"/>
                  </a:lnTo>
                  <a:lnTo>
                    <a:pt x="20846" y="3229"/>
                  </a:lnTo>
                  <a:lnTo>
                    <a:pt x="20705" y="2906"/>
                  </a:lnTo>
                  <a:lnTo>
                    <a:pt x="20564" y="2624"/>
                  </a:lnTo>
                  <a:lnTo>
                    <a:pt x="20362" y="2281"/>
                  </a:lnTo>
                  <a:lnTo>
                    <a:pt x="20140" y="1958"/>
                  </a:lnTo>
                  <a:lnTo>
                    <a:pt x="19898" y="1655"/>
                  </a:lnTo>
                  <a:lnTo>
                    <a:pt x="19615" y="1373"/>
                  </a:lnTo>
                  <a:lnTo>
                    <a:pt x="19333" y="1110"/>
                  </a:lnTo>
                  <a:lnTo>
                    <a:pt x="19010" y="868"/>
                  </a:lnTo>
                  <a:lnTo>
                    <a:pt x="18687" y="646"/>
                  </a:lnTo>
                  <a:lnTo>
                    <a:pt x="18344" y="465"/>
                  </a:lnTo>
                  <a:lnTo>
                    <a:pt x="17981" y="283"/>
                  </a:lnTo>
                  <a:lnTo>
                    <a:pt x="17597" y="162"/>
                  </a:lnTo>
                  <a:lnTo>
                    <a:pt x="17214" y="61"/>
                  </a:lnTo>
                  <a:lnTo>
                    <a:pt x="16851" y="21"/>
                  </a:lnTo>
                  <a:lnTo>
                    <a:pt x="1646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7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7"/>
            <p:cNvSpPr/>
            <p:nvPr/>
          </p:nvSpPr>
          <p:spPr>
            <a:xfrm flipH="1">
              <a:off x="749899" y="-4949394"/>
              <a:ext cx="1884195" cy="733450"/>
            </a:xfrm>
            <a:custGeom>
              <a:rect b="b" l="l" r="r" t="t"/>
              <a:pathLst>
                <a:path extrusionOk="0" h="13119" w="33702">
                  <a:moveTo>
                    <a:pt x="8436" y="82"/>
                  </a:moveTo>
                  <a:lnTo>
                    <a:pt x="9041" y="102"/>
                  </a:lnTo>
                  <a:lnTo>
                    <a:pt x="9667" y="142"/>
                  </a:lnTo>
                  <a:lnTo>
                    <a:pt x="10312" y="183"/>
                  </a:lnTo>
                  <a:lnTo>
                    <a:pt x="10978" y="263"/>
                  </a:lnTo>
                  <a:lnTo>
                    <a:pt x="12532" y="465"/>
                  </a:lnTo>
                  <a:lnTo>
                    <a:pt x="14005" y="707"/>
                  </a:lnTo>
                  <a:lnTo>
                    <a:pt x="15398" y="949"/>
                  </a:lnTo>
                  <a:lnTo>
                    <a:pt x="16689" y="1192"/>
                  </a:lnTo>
                  <a:lnTo>
                    <a:pt x="17900" y="1454"/>
                  </a:lnTo>
                  <a:lnTo>
                    <a:pt x="19030" y="1716"/>
                  </a:lnTo>
                  <a:lnTo>
                    <a:pt x="20080" y="1979"/>
                  </a:lnTo>
                  <a:lnTo>
                    <a:pt x="21048" y="2241"/>
                  </a:lnTo>
                  <a:lnTo>
                    <a:pt x="21956" y="2523"/>
                  </a:lnTo>
                  <a:lnTo>
                    <a:pt x="22804" y="2786"/>
                  </a:lnTo>
                  <a:lnTo>
                    <a:pt x="23571" y="3068"/>
                  </a:lnTo>
                  <a:lnTo>
                    <a:pt x="24277" y="3331"/>
                  </a:lnTo>
                  <a:lnTo>
                    <a:pt x="24943" y="3593"/>
                  </a:lnTo>
                  <a:lnTo>
                    <a:pt x="25548" y="3835"/>
                  </a:lnTo>
                  <a:lnTo>
                    <a:pt x="26598" y="4320"/>
                  </a:lnTo>
                  <a:lnTo>
                    <a:pt x="27607" y="4824"/>
                  </a:lnTo>
                  <a:lnTo>
                    <a:pt x="28071" y="5066"/>
                  </a:lnTo>
                  <a:lnTo>
                    <a:pt x="28535" y="5329"/>
                  </a:lnTo>
                  <a:lnTo>
                    <a:pt x="28999" y="5611"/>
                  </a:lnTo>
                  <a:lnTo>
                    <a:pt x="29423" y="5894"/>
                  </a:lnTo>
                  <a:lnTo>
                    <a:pt x="29847" y="6176"/>
                  </a:lnTo>
                  <a:lnTo>
                    <a:pt x="30271" y="6459"/>
                  </a:lnTo>
                  <a:lnTo>
                    <a:pt x="30654" y="6761"/>
                  </a:lnTo>
                  <a:lnTo>
                    <a:pt x="31058" y="7064"/>
                  </a:lnTo>
                  <a:lnTo>
                    <a:pt x="31421" y="7367"/>
                  </a:lnTo>
                  <a:lnTo>
                    <a:pt x="31784" y="7690"/>
                  </a:lnTo>
                  <a:lnTo>
                    <a:pt x="32127" y="8012"/>
                  </a:lnTo>
                  <a:lnTo>
                    <a:pt x="32450" y="8335"/>
                  </a:lnTo>
                  <a:lnTo>
                    <a:pt x="32773" y="8678"/>
                  </a:lnTo>
                  <a:lnTo>
                    <a:pt x="33076" y="9021"/>
                  </a:lnTo>
                  <a:lnTo>
                    <a:pt x="33237" y="9223"/>
                  </a:lnTo>
                  <a:lnTo>
                    <a:pt x="33378" y="9425"/>
                  </a:lnTo>
                  <a:lnTo>
                    <a:pt x="33520" y="9667"/>
                  </a:lnTo>
                  <a:lnTo>
                    <a:pt x="33560" y="9788"/>
                  </a:lnTo>
                  <a:lnTo>
                    <a:pt x="33600" y="9909"/>
                  </a:lnTo>
                  <a:lnTo>
                    <a:pt x="33620" y="10030"/>
                  </a:lnTo>
                  <a:lnTo>
                    <a:pt x="33620" y="10172"/>
                  </a:lnTo>
                  <a:lnTo>
                    <a:pt x="33600" y="10293"/>
                  </a:lnTo>
                  <a:lnTo>
                    <a:pt x="33580" y="10414"/>
                  </a:lnTo>
                  <a:lnTo>
                    <a:pt x="33520" y="10535"/>
                  </a:lnTo>
                  <a:lnTo>
                    <a:pt x="33459" y="10636"/>
                  </a:lnTo>
                  <a:lnTo>
                    <a:pt x="33378" y="10737"/>
                  </a:lnTo>
                  <a:lnTo>
                    <a:pt x="33257" y="10797"/>
                  </a:lnTo>
                  <a:lnTo>
                    <a:pt x="33176" y="10838"/>
                  </a:lnTo>
                  <a:lnTo>
                    <a:pt x="33096" y="10858"/>
                  </a:lnTo>
                  <a:lnTo>
                    <a:pt x="32894" y="10878"/>
                  </a:lnTo>
                  <a:lnTo>
                    <a:pt x="32692" y="10858"/>
                  </a:lnTo>
                  <a:lnTo>
                    <a:pt x="32470" y="10817"/>
                  </a:lnTo>
                  <a:lnTo>
                    <a:pt x="29019" y="10152"/>
                  </a:lnTo>
                  <a:lnTo>
                    <a:pt x="26840" y="9748"/>
                  </a:lnTo>
                  <a:lnTo>
                    <a:pt x="25750" y="9566"/>
                  </a:lnTo>
                  <a:lnTo>
                    <a:pt x="24640" y="9385"/>
                  </a:lnTo>
                  <a:lnTo>
                    <a:pt x="23551" y="9223"/>
                  </a:lnTo>
                  <a:lnTo>
                    <a:pt x="22420" y="9102"/>
                  </a:lnTo>
                  <a:lnTo>
                    <a:pt x="21311" y="9021"/>
                  </a:lnTo>
                  <a:lnTo>
                    <a:pt x="20201" y="8981"/>
                  </a:lnTo>
                  <a:lnTo>
                    <a:pt x="19071" y="8961"/>
                  </a:lnTo>
                  <a:lnTo>
                    <a:pt x="17941" y="9021"/>
                  </a:lnTo>
                  <a:lnTo>
                    <a:pt x="16831" y="9102"/>
                  </a:lnTo>
                  <a:lnTo>
                    <a:pt x="15721" y="9223"/>
                  </a:lnTo>
                  <a:lnTo>
                    <a:pt x="14591" y="9385"/>
                  </a:lnTo>
                  <a:lnTo>
                    <a:pt x="13501" y="9566"/>
                  </a:lnTo>
                  <a:lnTo>
                    <a:pt x="12391" y="9788"/>
                  </a:lnTo>
                  <a:lnTo>
                    <a:pt x="11281" y="10051"/>
                  </a:lnTo>
                  <a:lnTo>
                    <a:pt x="10191" y="10313"/>
                  </a:lnTo>
                  <a:lnTo>
                    <a:pt x="9081" y="10596"/>
                  </a:lnTo>
                  <a:lnTo>
                    <a:pt x="7992" y="10918"/>
                  </a:lnTo>
                  <a:lnTo>
                    <a:pt x="6922" y="11241"/>
                  </a:lnTo>
                  <a:lnTo>
                    <a:pt x="4763" y="11907"/>
                  </a:lnTo>
                  <a:lnTo>
                    <a:pt x="2604" y="12593"/>
                  </a:lnTo>
                  <a:lnTo>
                    <a:pt x="1595" y="12936"/>
                  </a:lnTo>
                  <a:lnTo>
                    <a:pt x="1433" y="12977"/>
                  </a:lnTo>
                  <a:lnTo>
                    <a:pt x="1231" y="13017"/>
                  </a:lnTo>
                  <a:lnTo>
                    <a:pt x="1050" y="13037"/>
                  </a:lnTo>
                  <a:lnTo>
                    <a:pt x="949" y="13037"/>
                  </a:lnTo>
                  <a:lnTo>
                    <a:pt x="868" y="13017"/>
                  </a:lnTo>
                  <a:lnTo>
                    <a:pt x="767" y="12997"/>
                  </a:lnTo>
                  <a:lnTo>
                    <a:pt x="687" y="12957"/>
                  </a:lnTo>
                  <a:lnTo>
                    <a:pt x="606" y="12896"/>
                  </a:lnTo>
                  <a:lnTo>
                    <a:pt x="525" y="12835"/>
                  </a:lnTo>
                  <a:lnTo>
                    <a:pt x="404" y="12674"/>
                  </a:lnTo>
                  <a:lnTo>
                    <a:pt x="323" y="12492"/>
                  </a:lnTo>
                  <a:lnTo>
                    <a:pt x="243" y="12291"/>
                  </a:lnTo>
                  <a:lnTo>
                    <a:pt x="202" y="12089"/>
                  </a:lnTo>
                  <a:lnTo>
                    <a:pt x="162" y="11867"/>
                  </a:lnTo>
                  <a:lnTo>
                    <a:pt x="142" y="11665"/>
                  </a:lnTo>
                  <a:lnTo>
                    <a:pt x="101" y="10838"/>
                  </a:lnTo>
                  <a:lnTo>
                    <a:pt x="81" y="9990"/>
                  </a:lnTo>
                  <a:lnTo>
                    <a:pt x="101" y="9163"/>
                  </a:lnTo>
                  <a:lnTo>
                    <a:pt x="142" y="8315"/>
                  </a:lnTo>
                  <a:lnTo>
                    <a:pt x="202" y="7488"/>
                  </a:lnTo>
                  <a:lnTo>
                    <a:pt x="283" y="6660"/>
                  </a:lnTo>
                  <a:lnTo>
                    <a:pt x="404" y="5833"/>
                  </a:lnTo>
                  <a:lnTo>
                    <a:pt x="545" y="5006"/>
                  </a:lnTo>
                  <a:lnTo>
                    <a:pt x="666" y="4441"/>
                  </a:lnTo>
                  <a:lnTo>
                    <a:pt x="808" y="3896"/>
                  </a:lnTo>
                  <a:lnTo>
                    <a:pt x="909" y="3654"/>
                  </a:lnTo>
                  <a:lnTo>
                    <a:pt x="989" y="3411"/>
                  </a:lnTo>
                  <a:lnTo>
                    <a:pt x="1110" y="3189"/>
                  </a:lnTo>
                  <a:lnTo>
                    <a:pt x="1231" y="2967"/>
                  </a:lnTo>
                  <a:lnTo>
                    <a:pt x="1413" y="2685"/>
                  </a:lnTo>
                  <a:lnTo>
                    <a:pt x="1635" y="2402"/>
                  </a:lnTo>
                  <a:lnTo>
                    <a:pt x="1877" y="2140"/>
                  </a:lnTo>
                  <a:lnTo>
                    <a:pt x="2160" y="1898"/>
                  </a:lnTo>
                  <a:lnTo>
                    <a:pt x="2462" y="1656"/>
                  </a:lnTo>
                  <a:lnTo>
                    <a:pt x="2805" y="1434"/>
                  </a:lnTo>
                  <a:lnTo>
                    <a:pt x="3189" y="1232"/>
                  </a:lnTo>
                  <a:lnTo>
                    <a:pt x="3572" y="1030"/>
                  </a:lnTo>
                  <a:lnTo>
                    <a:pt x="4117" y="808"/>
                  </a:lnTo>
                  <a:lnTo>
                    <a:pt x="4662" y="627"/>
                  </a:lnTo>
                  <a:lnTo>
                    <a:pt x="5227" y="465"/>
                  </a:lnTo>
                  <a:lnTo>
                    <a:pt x="5832" y="324"/>
                  </a:lnTo>
                  <a:lnTo>
                    <a:pt x="6438" y="223"/>
                  </a:lnTo>
                  <a:lnTo>
                    <a:pt x="7084" y="142"/>
                  </a:lnTo>
                  <a:lnTo>
                    <a:pt x="7750" y="102"/>
                  </a:lnTo>
                  <a:lnTo>
                    <a:pt x="8436" y="82"/>
                  </a:lnTo>
                  <a:close/>
                  <a:moveTo>
                    <a:pt x="8335" y="1"/>
                  </a:moveTo>
                  <a:lnTo>
                    <a:pt x="7830" y="21"/>
                  </a:lnTo>
                  <a:lnTo>
                    <a:pt x="7346" y="41"/>
                  </a:lnTo>
                  <a:lnTo>
                    <a:pt x="6882" y="82"/>
                  </a:lnTo>
                  <a:lnTo>
                    <a:pt x="6438" y="142"/>
                  </a:lnTo>
                  <a:lnTo>
                    <a:pt x="5974" y="223"/>
                  </a:lnTo>
                  <a:lnTo>
                    <a:pt x="5550" y="304"/>
                  </a:lnTo>
                  <a:lnTo>
                    <a:pt x="5126" y="405"/>
                  </a:lnTo>
                  <a:lnTo>
                    <a:pt x="4723" y="526"/>
                  </a:lnTo>
                  <a:lnTo>
                    <a:pt x="4319" y="647"/>
                  </a:lnTo>
                  <a:lnTo>
                    <a:pt x="3915" y="808"/>
                  </a:lnTo>
                  <a:lnTo>
                    <a:pt x="3552" y="970"/>
                  </a:lnTo>
                  <a:lnTo>
                    <a:pt x="3149" y="1151"/>
                  </a:lnTo>
                  <a:lnTo>
                    <a:pt x="2765" y="1373"/>
                  </a:lnTo>
                  <a:lnTo>
                    <a:pt x="2422" y="1595"/>
                  </a:lnTo>
                  <a:lnTo>
                    <a:pt x="2099" y="1837"/>
                  </a:lnTo>
                  <a:lnTo>
                    <a:pt x="1817" y="2080"/>
                  </a:lnTo>
                  <a:lnTo>
                    <a:pt x="1575" y="2362"/>
                  </a:lnTo>
                  <a:lnTo>
                    <a:pt x="1353" y="2624"/>
                  </a:lnTo>
                  <a:lnTo>
                    <a:pt x="1151" y="2927"/>
                  </a:lnTo>
                  <a:lnTo>
                    <a:pt x="1030" y="3169"/>
                  </a:lnTo>
                  <a:lnTo>
                    <a:pt x="909" y="3432"/>
                  </a:lnTo>
                  <a:lnTo>
                    <a:pt x="808" y="3694"/>
                  </a:lnTo>
                  <a:lnTo>
                    <a:pt x="707" y="3956"/>
                  </a:lnTo>
                  <a:lnTo>
                    <a:pt x="586" y="4481"/>
                  </a:lnTo>
                  <a:lnTo>
                    <a:pt x="465" y="4985"/>
                  </a:lnTo>
                  <a:lnTo>
                    <a:pt x="323" y="5813"/>
                  </a:lnTo>
                  <a:lnTo>
                    <a:pt x="222" y="6660"/>
                  </a:lnTo>
                  <a:lnTo>
                    <a:pt x="122" y="7488"/>
                  </a:lnTo>
                  <a:lnTo>
                    <a:pt x="61" y="8315"/>
                  </a:lnTo>
                  <a:lnTo>
                    <a:pt x="21" y="9163"/>
                  </a:lnTo>
                  <a:lnTo>
                    <a:pt x="0" y="9990"/>
                  </a:lnTo>
                  <a:lnTo>
                    <a:pt x="21" y="10838"/>
                  </a:lnTo>
                  <a:lnTo>
                    <a:pt x="61" y="11665"/>
                  </a:lnTo>
                  <a:lnTo>
                    <a:pt x="101" y="11968"/>
                  </a:lnTo>
                  <a:lnTo>
                    <a:pt x="142" y="12230"/>
                  </a:lnTo>
                  <a:lnTo>
                    <a:pt x="222" y="12452"/>
                  </a:lnTo>
                  <a:lnTo>
                    <a:pt x="303" y="12654"/>
                  </a:lnTo>
                  <a:lnTo>
                    <a:pt x="404" y="12815"/>
                  </a:lnTo>
                  <a:lnTo>
                    <a:pt x="545" y="12936"/>
                  </a:lnTo>
                  <a:lnTo>
                    <a:pt x="687" y="13037"/>
                  </a:lnTo>
                  <a:lnTo>
                    <a:pt x="848" y="13098"/>
                  </a:lnTo>
                  <a:lnTo>
                    <a:pt x="949" y="13118"/>
                  </a:lnTo>
                  <a:lnTo>
                    <a:pt x="1191" y="13118"/>
                  </a:lnTo>
                  <a:lnTo>
                    <a:pt x="1353" y="13078"/>
                  </a:lnTo>
                  <a:lnTo>
                    <a:pt x="1615" y="12997"/>
                  </a:lnTo>
                  <a:lnTo>
                    <a:pt x="2644" y="12674"/>
                  </a:lnTo>
                  <a:lnTo>
                    <a:pt x="4783" y="11988"/>
                  </a:lnTo>
                  <a:lnTo>
                    <a:pt x="6942" y="11302"/>
                  </a:lnTo>
                  <a:lnTo>
                    <a:pt x="8012" y="10999"/>
                  </a:lnTo>
                  <a:lnTo>
                    <a:pt x="9102" y="10676"/>
                  </a:lnTo>
                  <a:lnTo>
                    <a:pt x="10191" y="10394"/>
                  </a:lnTo>
                  <a:lnTo>
                    <a:pt x="11301" y="10131"/>
                  </a:lnTo>
                  <a:lnTo>
                    <a:pt x="12391" y="9869"/>
                  </a:lnTo>
                  <a:lnTo>
                    <a:pt x="13501" y="9647"/>
                  </a:lnTo>
                  <a:lnTo>
                    <a:pt x="14611" y="9465"/>
                  </a:lnTo>
                  <a:lnTo>
                    <a:pt x="15721" y="9304"/>
                  </a:lnTo>
                  <a:lnTo>
                    <a:pt x="16831" y="9183"/>
                  </a:lnTo>
                  <a:lnTo>
                    <a:pt x="17961" y="9102"/>
                  </a:lnTo>
                  <a:lnTo>
                    <a:pt x="19071" y="9042"/>
                  </a:lnTo>
                  <a:lnTo>
                    <a:pt x="20201" y="9062"/>
                  </a:lnTo>
                  <a:lnTo>
                    <a:pt x="21311" y="9102"/>
                  </a:lnTo>
                  <a:lnTo>
                    <a:pt x="22420" y="9183"/>
                  </a:lnTo>
                  <a:lnTo>
                    <a:pt x="23530" y="9304"/>
                  </a:lnTo>
                  <a:lnTo>
                    <a:pt x="24640" y="9465"/>
                  </a:lnTo>
                  <a:lnTo>
                    <a:pt x="25750" y="9647"/>
                  </a:lnTo>
                  <a:lnTo>
                    <a:pt x="26840" y="9829"/>
                  </a:lnTo>
                  <a:lnTo>
                    <a:pt x="28999" y="10232"/>
                  </a:lnTo>
                  <a:lnTo>
                    <a:pt x="32470" y="10898"/>
                  </a:lnTo>
                  <a:lnTo>
                    <a:pt x="32692" y="10939"/>
                  </a:lnTo>
                  <a:lnTo>
                    <a:pt x="32894" y="10959"/>
                  </a:lnTo>
                  <a:lnTo>
                    <a:pt x="33116" y="10939"/>
                  </a:lnTo>
                  <a:lnTo>
                    <a:pt x="33197" y="10918"/>
                  </a:lnTo>
                  <a:lnTo>
                    <a:pt x="33298" y="10878"/>
                  </a:lnTo>
                  <a:lnTo>
                    <a:pt x="33419" y="10797"/>
                  </a:lnTo>
                  <a:lnTo>
                    <a:pt x="33520" y="10696"/>
                  </a:lnTo>
                  <a:lnTo>
                    <a:pt x="33600" y="10575"/>
                  </a:lnTo>
                  <a:lnTo>
                    <a:pt x="33661" y="10454"/>
                  </a:lnTo>
                  <a:lnTo>
                    <a:pt x="33681" y="10313"/>
                  </a:lnTo>
                  <a:lnTo>
                    <a:pt x="33701" y="10172"/>
                  </a:lnTo>
                  <a:lnTo>
                    <a:pt x="33701" y="10030"/>
                  </a:lnTo>
                  <a:lnTo>
                    <a:pt x="33681" y="9889"/>
                  </a:lnTo>
                  <a:lnTo>
                    <a:pt x="33641" y="9768"/>
                  </a:lnTo>
                  <a:lnTo>
                    <a:pt x="33600" y="9627"/>
                  </a:lnTo>
                  <a:lnTo>
                    <a:pt x="33459" y="9385"/>
                  </a:lnTo>
                  <a:lnTo>
                    <a:pt x="33298" y="9163"/>
                  </a:lnTo>
                  <a:lnTo>
                    <a:pt x="33136" y="8961"/>
                  </a:lnTo>
                  <a:lnTo>
                    <a:pt x="32833" y="8618"/>
                  </a:lnTo>
                  <a:lnTo>
                    <a:pt x="32511" y="8275"/>
                  </a:lnTo>
                  <a:lnTo>
                    <a:pt x="32188" y="7952"/>
                  </a:lnTo>
                  <a:lnTo>
                    <a:pt x="31824" y="7629"/>
                  </a:lnTo>
                  <a:lnTo>
                    <a:pt x="31481" y="7306"/>
                  </a:lnTo>
                  <a:lnTo>
                    <a:pt x="31098" y="7003"/>
                  </a:lnTo>
                  <a:lnTo>
                    <a:pt x="30714" y="6701"/>
                  </a:lnTo>
                  <a:lnTo>
                    <a:pt x="30311" y="6398"/>
                  </a:lnTo>
                  <a:lnTo>
                    <a:pt x="29907" y="6095"/>
                  </a:lnTo>
                  <a:lnTo>
                    <a:pt x="29483" y="5813"/>
                  </a:lnTo>
                  <a:lnTo>
                    <a:pt x="29040" y="5530"/>
                  </a:lnTo>
                  <a:lnTo>
                    <a:pt x="28575" y="5268"/>
                  </a:lnTo>
                  <a:lnTo>
                    <a:pt x="28111" y="5006"/>
                  </a:lnTo>
                  <a:lnTo>
                    <a:pt x="27627" y="4743"/>
                  </a:lnTo>
                  <a:lnTo>
                    <a:pt x="26638" y="4259"/>
                  </a:lnTo>
                  <a:lnTo>
                    <a:pt x="25569" y="3775"/>
                  </a:lnTo>
                  <a:lnTo>
                    <a:pt x="24963" y="3512"/>
                  </a:lnTo>
                  <a:lnTo>
                    <a:pt x="24317" y="3250"/>
                  </a:lnTo>
                  <a:lnTo>
                    <a:pt x="23591" y="2988"/>
                  </a:lnTo>
                  <a:lnTo>
                    <a:pt x="22824" y="2725"/>
                  </a:lnTo>
                  <a:lnTo>
                    <a:pt x="21977" y="2443"/>
                  </a:lnTo>
                  <a:lnTo>
                    <a:pt x="21068" y="2180"/>
                  </a:lnTo>
                  <a:lnTo>
                    <a:pt x="20100" y="1898"/>
                  </a:lnTo>
                  <a:lnTo>
                    <a:pt x="19050" y="1636"/>
                  </a:lnTo>
                  <a:lnTo>
                    <a:pt x="17920" y="1373"/>
                  </a:lnTo>
                  <a:lnTo>
                    <a:pt x="16710" y="1111"/>
                  </a:lnTo>
                  <a:lnTo>
                    <a:pt x="15398" y="869"/>
                  </a:lnTo>
                  <a:lnTo>
                    <a:pt x="14026" y="627"/>
                  </a:lnTo>
                  <a:lnTo>
                    <a:pt x="12552" y="405"/>
                  </a:lnTo>
                  <a:lnTo>
                    <a:pt x="10978" y="183"/>
                  </a:lnTo>
                  <a:lnTo>
                    <a:pt x="10413" y="122"/>
                  </a:lnTo>
                  <a:lnTo>
                    <a:pt x="9889" y="62"/>
                  </a:lnTo>
                  <a:lnTo>
                    <a:pt x="9344" y="41"/>
                  </a:lnTo>
                  <a:lnTo>
                    <a:pt x="8839" y="21"/>
                  </a:lnTo>
                  <a:lnTo>
                    <a:pt x="83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7"/>
            <p:cNvSpPr/>
            <p:nvPr/>
          </p:nvSpPr>
          <p:spPr>
            <a:xfrm flipH="1">
              <a:off x="1985352" y="-3774912"/>
              <a:ext cx="166996" cy="99348"/>
            </a:xfrm>
            <a:custGeom>
              <a:rect b="b" l="l" r="r" t="t"/>
              <a:pathLst>
                <a:path extrusionOk="0" h="1777" w="2987">
                  <a:moveTo>
                    <a:pt x="2240" y="81"/>
                  </a:moveTo>
                  <a:lnTo>
                    <a:pt x="2442" y="101"/>
                  </a:lnTo>
                  <a:lnTo>
                    <a:pt x="2644" y="122"/>
                  </a:lnTo>
                  <a:lnTo>
                    <a:pt x="2745" y="162"/>
                  </a:lnTo>
                  <a:lnTo>
                    <a:pt x="2805" y="182"/>
                  </a:lnTo>
                  <a:lnTo>
                    <a:pt x="2866" y="243"/>
                  </a:lnTo>
                  <a:lnTo>
                    <a:pt x="2906" y="283"/>
                  </a:lnTo>
                  <a:lnTo>
                    <a:pt x="2906" y="364"/>
                  </a:lnTo>
                  <a:lnTo>
                    <a:pt x="2906" y="444"/>
                  </a:lnTo>
                  <a:lnTo>
                    <a:pt x="2846" y="525"/>
                  </a:lnTo>
                  <a:lnTo>
                    <a:pt x="2765" y="626"/>
                  </a:lnTo>
                  <a:lnTo>
                    <a:pt x="2543" y="868"/>
                  </a:lnTo>
                  <a:lnTo>
                    <a:pt x="2281" y="1070"/>
                  </a:lnTo>
                  <a:lnTo>
                    <a:pt x="1998" y="1252"/>
                  </a:lnTo>
                  <a:lnTo>
                    <a:pt x="1716" y="1413"/>
                  </a:lnTo>
                  <a:lnTo>
                    <a:pt x="1393" y="1534"/>
                  </a:lnTo>
                  <a:lnTo>
                    <a:pt x="1090" y="1615"/>
                  </a:lnTo>
                  <a:lnTo>
                    <a:pt x="747" y="1675"/>
                  </a:lnTo>
                  <a:lnTo>
                    <a:pt x="424" y="1696"/>
                  </a:lnTo>
                  <a:lnTo>
                    <a:pt x="263" y="1696"/>
                  </a:lnTo>
                  <a:lnTo>
                    <a:pt x="182" y="1655"/>
                  </a:lnTo>
                  <a:lnTo>
                    <a:pt x="121" y="1615"/>
                  </a:lnTo>
                  <a:lnTo>
                    <a:pt x="81" y="1554"/>
                  </a:lnTo>
                  <a:lnTo>
                    <a:pt x="81" y="1494"/>
                  </a:lnTo>
                  <a:lnTo>
                    <a:pt x="81" y="1433"/>
                  </a:lnTo>
                  <a:lnTo>
                    <a:pt x="101" y="1373"/>
                  </a:lnTo>
                  <a:lnTo>
                    <a:pt x="182" y="1252"/>
                  </a:lnTo>
                  <a:lnTo>
                    <a:pt x="263" y="1151"/>
                  </a:lnTo>
                  <a:lnTo>
                    <a:pt x="485" y="949"/>
                  </a:lnTo>
                  <a:lnTo>
                    <a:pt x="686" y="747"/>
                  </a:lnTo>
                  <a:lnTo>
                    <a:pt x="929" y="586"/>
                  </a:lnTo>
                  <a:lnTo>
                    <a:pt x="1171" y="424"/>
                  </a:lnTo>
                  <a:lnTo>
                    <a:pt x="1413" y="283"/>
                  </a:lnTo>
                  <a:lnTo>
                    <a:pt x="1675" y="182"/>
                  </a:lnTo>
                  <a:lnTo>
                    <a:pt x="1958" y="101"/>
                  </a:lnTo>
                  <a:lnTo>
                    <a:pt x="2240" y="81"/>
                  </a:lnTo>
                  <a:close/>
                  <a:moveTo>
                    <a:pt x="2119" y="0"/>
                  </a:moveTo>
                  <a:lnTo>
                    <a:pt x="1938" y="21"/>
                  </a:lnTo>
                  <a:lnTo>
                    <a:pt x="1776" y="61"/>
                  </a:lnTo>
                  <a:lnTo>
                    <a:pt x="1615" y="122"/>
                  </a:lnTo>
                  <a:lnTo>
                    <a:pt x="1453" y="182"/>
                  </a:lnTo>
                  <a:lnTo>
                    <a:pt x="1292" y="243"/>
                  </a:lnTo>
                  <a:lnTo>
                    <a:pt x="1009" y="424"/>
                  </a:lnTo>
                  <a:lnTo>
                    <a:pt x="727" y="626"/>
                  </a:lnTo>
                  <a:lnTo>
                    <a:pt x="464" y="848"/>
                  </a:lnTo>
                  <a:lnTo>
                    <a:pt x="222" y="1090"/>
                  </a:lnTo>
                  <a:lnTo>
                    <a:pt x="101" y="1211"/>
                  </a:lnTo>
                  <a:lnTo>
                    <a:pt x="21" y="1332"/>
                  </a:lnTo>
                  <a:lnTo>
                    <a:pt x="0" y="1433"/>
                  </a:lnTo>
                  <a:lnTo>
                    <a:pt x="0" y="1514"/>
                  </a:lnTo>
                  <a:lnTo>
                    <a:pt x="21" y="1595"/>
                  </a:lnTo>
                  <a:lnTo>
                    <a:pt x="61" y="1655"/>
                  </a:lnTo>
                  <a:lnTo>
                    <a:pt x="121" y="1716"/>
                  </a:lnTo>
                  <a:lnTo>
                    <a:pt x="222" y="1756"/>
                  </a:lnTo>
                  <a:lnTo>
                    <a:pt x="303" y="1776"/>
                  </a:lnTo>
                  <a:lnTo>
                    <a:pt x="424" y="1776"/>
                  </a:lnTo>
                  <a:lnTo>
                    <a:pt x="767" y="1756"/>
                  </a:lnTo>
                  <a:lnTo>
                    <a:pt x="1110" y="1696"/>
                  </a:lnTo>
                  <a:lnTo>
                    <a:pt x="1433" y="1615"/>
                  </a:lnTo>
                  <a:lnTo>
                    <a:pt x="1736" y="1474"/>
                  </a:lnTo>
                  <a:lnTo>
                    <a:pt x="2039" y="1332"/>
                  </a:lnTo>
                  <a:lnTo>
                    <a:pt x="2321" y="1131"/>
                  </a:lnTo>
                  <a:lnTo>
                    <a:pt x="2604" y="929"/>
                  </a:lnTo>
                  <a:lnTo>
                    <a:pt x="2826" y="687"/>
                  </a:lnTo>
                  <a:lnTo>
                    <a:pt x="2926" y="565"/>
                  </a:lnTo>
                  <a:lnTo>
                    <a:pt x="2987" y="465"/>
                  </a:lnTo>
                  <a:lnTo>
                    <a:pt x="2987" y="343"/>
                  </a:lnTo>
                  <a:lnTo>
                    <a:pt x="2967" y="263"/>
                  </a:lnTo>
                  <a:lnTo>
                    <a:pt x="2926" y="182"/>
                  </a:lnTo>
                  <a:lnTo>
                    <a:pt x="2866" y="122"/>
                  </a:lnTo>
                  <a:lnTo>
                    <a:pt x="2765" y="81"/>
                  </a:lnTo>
                  <a:lnTo>
                    <a:pt x="2664" y="41"/>
                  </a:lnTo>
                  <a:lnTo>
                    <a:pt x="2462" y="21"/>
                  </a:lnTo>
                  <a:lnTo>
                    <a:pt x="22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7"/>
            <p:cNvSpPr/>
            <p:nvPr/>
          </p:nvSpPr>
          <p:spPr>
            <a:xfrm flipH="1">
              <a:off x="-2673006" y="-2347734"/>
              <a:ext cx="901508" cy="1104564"/>
            </a:xfrm>
            <a:custGeom>
              <a:rect b="b" l="l" r="r" t="t"/>
              <a:pathLst>
                <a:path extrusionOk="0" h="19757" w="16125">
                  <a:moveTo>
                    <a:pt x="13945" y="81"/>
                  </a:moveTo>
                  <a:lnTo>
                    <a:pt x="14187" y="142"/>
                  </a:lnTo>
                  <a:lnTo>
                    <a:pt x="14449" y="222"/>
                  </a:lnTo>
                  <a:lnTo>
                    <a:pt x="14671" y="323"/>
                  </a:lnTo>
                  <a:lnTo>
                    <a:pt x="14893" y="464"/>
                  </a:lnTo>
                  <a:lnTo>
                    <a:pt x="15095" y="626"/>
                  </a:lnTo>
                  <a:lnTo>
                    <a:pt x="15277" y="807"/>
                  </a:lnTo>
                  <a:lnTo>
                    <a:pt x="15438" y="1009"/>
                  </a:lnTo>
                  <a:lnTo>
                    <a:pt x="15620" y="1332"/>
                  </a:lnTo>
                  <a:lnTo>
                    <a:pt x="15761" y="1655"/>
                  </a:lnTo>
                  <a:lnTo>
                    <a:pt x="15862" y="1998"/>
                  </a:lnTo>
                  <a:lnTo>
                    <a:pt x="15943" y="2341"/>
                  </a:lnTo>
                  <a:lnTo>
                    <a:pt x="16003" y="2704"/>
                  </a:lnTo>
                  <a:lnTo>
                    <a:pt x="16023" y="3068"/>
                  </a:lnTo>
                  <a:lnTo>
                    <a:pt x="16044" y="3431"/>
                  </a:lnTo>
                  <a:lnTo>
                    <a:pt x="16044" y="3814"/>
                  </a:lnTo>
                  <a:lnTo>
                    <a:pt x="16023" y="4319"/>
                  </a:lnTo>
                  <a:lnTo>
                    <a:pt x="16003" y="4803"/>
                  </a:lnTo>
                  <a:lnTo>
                    <a:pt x="15963" y="5287"/>
                  </a:lnTo>
                  <a:lnTo>
                    <a:pt x="15923" y="5731"/>
                  </a:lnTo>
                  <a:lnTo>
                    <a:pt x="15862" y="6175"/>
                  </a:lnTo>
                  <a:lnTo>
                    <a:pt x="15781" y="6599"/>
                  </a:lnTo>
                  <a:lnTo>
                    <a:pt x="15701" y="7003"/>
                  </a:lnTo>
                  <a:lnTo>
                    <a:pt x="15600" y="7386"/>
                  </a:lnTo>
                  <a:lnTo>
                    <a:pt x="15479" y="7749"/>
                  </a:lnTo>
                  <a:lnTo>
                    <a:pt x="15337" y="8113"/>
                  </a:lnTo>
                  <a:lnTo>
                    <a:pt x="15196" y="8436"/>
                  </a:lnTo>
                  <a:lnTo>
                    <a:pt x="15055" y="8758"/>
                  </a:lnTo>
                  <a:lnTo>
                    <a:pt x="14873" y="9081"/>
                  </a:lnTo>
                  <a:lnTo>
                    <a:pt x="14692" y="9364"/>
                  </a:lnTo>
                  <a:lnTo>
                    <a:pt x="14490" y="9646"/>
                  </a:lnTo>
                  <a:lnTo>
                    <a:pt x="14268" y="9909"/>
                  </a:lnTo>
                  <a:lnTo>
                    <a:pt x="14086" y="10131"/>
                  </a:lnTo>
                  <a:lnTo>
                    <a:pt x="13884" y="10332"/>
                  </a:lnTo>
                  <a:lnTo>
                    <a:pt x="13683" y="10514"/>
                  </a:lnTo>
                  <a:lnTo>
                    <a:pt x="13461" y="10716"/>
                  </a:lnTo>
                  <a:lnTo>
                    <a:pt x="13017" y="11059"/>
                  </a:lnTo>
                  <a:lnTo>
                    <a:pt x="12532" y="11362"/>
                  </a:lnTo>
                  <a:lnTo>
                    <a:pt x="12048" y="11664"/>
                  </a:lnTo>
                  <a:lnTo>
                    <a:pt x="11543" y="11947"/>
                  </a:lnTo>
                  <a:lnTo>
                    <a:pt x="10514" y="12451"/>
                  </a:lnTo>
                  <a:lnTo>
                    <a:pt x="9586" y="12915"/>
                  </a:lnTo>
                  <a:lnTo>
                    <a:pt x="9122" y="13178"/>
                  </a:lnTo>
                  <a:lnTo>
                    <a:pt x="8678" y="13420"/>
                  </a:lnTo>
                  <a:lnTo>
                    <a:pt x="8032" y="13844"/>
                  </a:lnTo>
                  <a:lnTo>
                    <a:pt x="7427" y="14288"/>
                  </a:lnTo>
                  <a:lnTo>
                    <a:pt x="6821" y="14752"/>
                  </a:lnTo>
                  <a:lnTo>
                    <a:pt x="6236" y="15236"/>
                  </a:lnTo>
                  <a:lnTo>
                    <a:pt x="5671" y="15761"/>
                  </a:lnTo>
                  <a:lnTo>
                    <a:pt x="5106" y="16265"/>
                  </a:lnTo>
                  <a:lnTo>
                    <a:pt x="4037" y="17335"/>
                  </a:lnTo>
                  <a:lnTo>
                    <a:pt x="3350" y="18001"/>
                  </a:lnTo>
                  <a:lnTo>
                    <a:pt x="2644" y="18667"/>
                  </a:lnTo>
                  <a:lnTo>
                    <a:pt x="2281" y="18990"/>
                  </a:lnTo>
                  <a:lnTo>
                    <a:pt x="2099" y="19151"/>
                  </a:lnTo>
                  <a:lnTo>
                    <a:pt x="1897" y="19292"/>
                  </a:lnTo>
                  <a:lnTo>
                    <a:pt x="1696" y="19413"/>
                  </a:lnTo>
                  <a:lnTo>
                    <a:pt x="1474" y="19514"/>
                  </a:lnTo>
                  <a:lnTo>
                    <a:pt x="1272" y="19595"/>
                  </a:lnTo>
                  <a:lnTo>
                    <a:pt x="1030" y="19656"/>
                  </a:lnTo>
                  <a:lnTo>
                    <a:pt x="808" y="19676"/>
                  </a:lnTo>
                  <a:lnTo>
                    <a:pt x="687" y="19656"/>
                  </a:lnTo>
                  <a:lnTo>
                    <a:pt x="566" y="19635"/>
                  </a:lnTo>
                  <a:lnTo>
                    <a:pt x="444" y="19595"/>
                  </a:lnTo>
                  <a:lnTo>
                    <a:pt x="344" y="19555"/>
                  </a:lnTo>
                  <a:lnTo>
                    <a:pt x="243" y="19474"/>
                  </a:lnTo>
                  <a:lnTo>
                    <a:pt x="162" y="19373"/>
                  </a:lnTo>
                  <a:lnTo>
                    <a:pt x="101" y="19232"/>
                  </a:lnTo>
                  <a:lnTo>
                    <a:pt x="81" y="19091"/>
                  </a:lnTo>
                  <a:lnTo>
                    <a:pt x="81" y="18929"/>
                  </a:lnTo>
                  <a:lnTo>
                    <a:pt x="122" y="18788"/>
                  </a:lnTo>
                  <a:lnTo>
                    <a:pt x="162" y="18667"/>
                  </a:lnTo>
                  <a:lnTo>
                    <a:pt x="222" y="18546"/>
                  </a:lnTo>
                  <a:lnTo>
                    <a:pt x="323" y="18364"/>
                  </a:lnTo>
                  <a:lnTo>
                    <a:pt x="444" y="18203"/>
                  </a:lnTo>
                  <a:lnTo>
                    <a:pt x="566" y="18021"/>
                  </a:lnTo>
                  <a:lnTo>
                    <a:pt x="868" y="17718"/>
                  </a:lnTo>
                  <a:lnTo>
                    <a:pt x="1171" y="17436"/>
                  </a:lnTo>
                  <a:lnTo>
                    <a:pt x="1494" y="17173"/>
                  </a:lnTo>
                  <a:lnTo>
                    <a:pt x="2220" y="16588"/>
                  </a:lnTo>
                  <a:lnTo>
                    <a:pt x="2987" y="16043"/>
                  </a:lnTo>
                  <a:lnTo>
                    <a:pt x="3754" y="15499"/>
                  </a:lnTo>
                  <a:lnTo>
                    <a:pt x="4521" y="14974"/>
                  </a:lnTo>
                  <a:lnTo>
                    <a:pt x="5308" y="14429"/>
                  </a:lnTo>
                  <a:lnTo>
                    <a:pt x="6075" y="13884"/>
                  </a:lnTo>
                  <a:lnTo>
                    <a:pt x="6862" y="13319"/>
                  </a:lnTo>
                  <a:lnTo>
                    <a:pt x="7608" y="12734"/>
                  </a:lnTo>
                  <a:lnTo>
                    <a:pt x="8153" y="12270"/>
                  </a:lnTo>
                  <a:lnTo>
                    <a:pt x="8436" y="12007"/>
                  </a:lnTo>
                  <a:lnTo>
                    <a:pt x="8718" y="11725"/>
                  </a:lnTo>
                  <a:lnTo>
                    <a:pt x="9001" y="11422"/>
                  </a:lnTo>
                  <a:lnTo>
                    <a:pt x="9283" y="11119"/>
                  </a:lnTo>
                  <a:lnTo>
                    <a:pt x="9546" y="10776"/>
                  </a:lnTo>
                  <a:lnTo>
                    <a:pt x="9788" y="10413"/>
                  </a:lnTo>
                  <a:lnTo>
                    <a:pt x="9949" y="10131"/>
                  </a:lnTo>
                  <a:lnTo>
                    <a:pt x="10111" y="9828"/>
                  </a:lnTo>
                  <a:lnTo>
                    <a:pt x="10252" y="9525"/>
                  </a:lnTo>
                  <a:lnTo>
                    <a:pt x="10393" y="9202"/>
                  </a:lnTo>
                  <a:lnTo>
                    <a:pt x="10494" y="8879"/>
                  </a:lnTo>
                  <a:lnTo>
                    <a:pt x="10615" y="8557"/>
                  </a:lnTo>
                  <a:lnTo>
                    <a:pt x="10777" y="7911"/>
                  </a:lnTo>
                  <a:lnTo>
                    <a:pt x="10938" y="7245"/>
                  </a:lnTo>
                  <a:lnTo>
                    <a:pt x="11039" y="6559"/>
                  </a:lnTo>
                  <a:lnTo>
                    <a:pt x="11241" y="5207"/>
                  </a:lnTo>
                  <a:lnTo>
                    <a:pt x="11342" y="4399"/>
                  </a:lnTo>
                  <a:lnTo>
                    <a:pt x="11463" y="3612"/>
                  </a:lnTo>
                  <a:lnTo>
                    <a:pt x="11604" y="2825"/>
                  </a:lnTo>
                  <a:lnTo>
                    <a:pt x="11685" y="2422"/>
                  </a:lnTo>
                  <a:lnTo>
                    <a:pt x="11786" y="2038"/>
                  </a:lnTo>
                  <a:lnTo>
                    <a:pt x="11866" y="1756"/>
                  </a:lnTo>
                  <a:lnTo>
                    <a:pt x="11987" y="1473"/>
                  </a:lnTo>
                  <a:lnTo>
                    <a:pt x="12109" y="1171"/>
                  </a:lnTo>
                  <a:lnTo>
                    <a:pt x="12250" y="888"/>
                  </a:lnTo>
                  <a:lnTo>
                    <a:pt x="12452" y="626"/>
                  </a:lnTo>
                  <a:lnTo>
                    <a:pt x="12552" y="525"/>
                  </a:lnTo>
                  <a:lnTo>
                    <a:pt x="12674" y="404"/>
                  </a:lnTo>
                  <a:lnTo>
                    <a:pt x="12795" y="323"/>
                  </a:lnTo>
                  <a:lnTo>
                    <a:pt x="12916" y="242"/>
                  </a:lnTo>
                  <a:lnTo>
                    <a:pt x="13077" y="182"/>
                  </a:lnTo>
                  <a:lnTo>
                    <a:pt x="13218" y="121"/>
                  </a:lnTo>
                  <a:lnTo>
                    <a:pt x="13461" y="81"/>
                  </a:lnTo>
                  <a:close/>
                  <a:moveTo>
                    <a:pt x="13541" y="0"/>
                  </a:moveTo>
                  <a:lnTo>
                    <a:pt x="13380" y="20"/>
                  </a:lnTo>
                  <a:lnTo>
                    <a:pt x="13218" y="41"/>
                  </a:lnTo>
                  <a:lnTo>
                    <a:pt x="13037" y="101"/>
                  </a:lnTo>
                  <a:lnTo>
                    <a:pt x="12896" y="162"/>
                  </a:lnTo>
                  <a:lnTo>
                    <a:pt x="12754" y="242"/>
                  </a:lnTo>
                  <a:lnTo>
                    <a:pt x="12613" y="343"/>
                  </a:lnTo>
                  <a:lnTo>
                    <a:pt x="12492" y="464"/>
                  </a:lnTo>
                  <a:lnTo>
                    <a:pt x="12391" y="565"/>
                  </a:lnTo>
                  <a:lnTo>
                    <a:pt x="12189" y="848"/>
                  </a:lnTo>
                  <a:lnTo>
                    <a:pt x="12028" y="1130"/>
                  </a:lnTo>
                  <a:lnTo>
                    <a:pt x="11907" y="1433"/>
                  </a:lnTo>
                  <a:lnTo>
                    <a:pt x="11806" y="1736"/>
                  </a:lnTo>
                  <a:lnTo>
                    <a:pt x="11705" y="2018"/>
                  </a:lnTo>
                  <a:lnTo>
                    <a:pt x="11604" y="2402"/>
                  </a:lnTo>
                  <a:lnTo>
                    <a:pt x="11523" y="2805"/>
                  </a:lnTo>
                  <a:lnTo>
                    <a:pt x="11382" y="3592"/>
                  </a:lnTo>
                  <a:lnTo>
                    <a:pt x="11261" y="4399"/>
                  </a:lnTo>
                  <a:lnTo>
                    <a:pt x="11160" y="5187"/>
                  </a:lnTo>
                  <a:lnTo>
                    <a:pt x="10958" y="6539"/>
                  </a:lnTo>
                  <a:lnTo>
                    <a:pt x="10857" y="7225"/>
                  </a:lnTo>
                  <a:lnTo>
                    <a:pt x="10716" y="7870"/>
                  </a:lnTo>
                  <a:lnTo>
                    <a:pt x="10534" y="8536"/>
                  </a:lnTo>
                  <a:lnTo>
                    <a:pt x="10434" y="8859"/>
                  </a:lnTo>
                  <a:lnTo>
                    <a:pt x="10313" y="9162"/>
                  </a:lnTo>
                  <a:lnTo>
                    <a:pt x="10191" y="9485"/>
                  </a:lnTo>
                  <a:lnTo>
                    <a:pt x="10050" y="9788"/>
                  </a:lnTo>
                  <a:lnTo>
                    <a:pt x="9889" y="10090"/>
                  </a:lnTo>
                  <a:lnTo>
                    <a:pt x="9707" y="10373"/>
                  </a:lnTo>
                  <a:lnTo>
                    <a:pt x="9465" y="10736"/>
                  </a:lnTo>
                  <a:lnTo>
                    <a:pt x="9223" y="11059"/>
                  </a:lnTo>
                  <a:lnTo>
                    <a:pt x="8940" y="11382"/>
                  </a:lnTo>
                  <a:lnTo>
                    <a:pt x="8658" y="11664"/>
                  </a:lnTo>
                  <a:lnTo>
                    <a:pt x="8375" y="11947"/>
                  </a:lnTo>
                  <a:lnTo>
                    <a:pt x="8093" y="12209"/>
                  </a:lnTo>
                  <a:lnTo>
                    <a:pt x="7568" y="12653"/>
                  </a:lnTo>
                  <a:lnTo>
                    <a:pt x="6801" y="13259"/>
                  </a:lnTo>
                  <a:lnTo>
                    <a:pt x="6034" y="13824"/>
                  </a:lnTo>
                  <a:lnTo>
                    <a:pt x="5247" y="14368"/>
                  </a:lnTo>
                  <a:lnTo>
                    <a:pt x="4480" y="14913"/>
                  </a:lnTo>
                  <a:lnTo>
                    <a:pt x="3714" y="15438"/>
                  </a:lnTo>
                  <a:lnTo>
                    <a:pt x="2927" y="15983"/>
                  </a:lnTo>
                  <a:lnTo>
                    <a:pt x="2180" y="16528"/>
                  </a:lnTo>
                  <a:lnTo>
                    <a:pt x="1433" y="17113"/>
                  </a:lnTo>
                  <a:lnTo>
                    <a:pt x="1131" y="17375"/>
                  </a:lnTo>
                  <a:lnTo>
                    <a:pt x="808" y="17658"/>
                  </a:lnTo>
                  <a:lnTo>
                    <a:pt x="505" y="17981"/>
                  </a:lnTo>
                  <a:lnTo>
                    <a:pt x="384" y="18142"/>
                  </a:lnTo>
                  <a:lnTo>
                    <a:pt x="243" y="18324"/>
                  </a:lnTo>
                  <a:lnTo>
                    <a:pt x="142" y="18526"/>
                  </a:lnTo>
                  <a:lnTo>
                    <a:pt x="81" y="18667"/>
                  </a:lnTo>
                  <a:lnTo>
                    <a:pt x="21" y="18808"/>
                  </a:lnTo>
                  <a:lnTo>
                    <a:pt x="1" y="18949"/>
                  </a:lnTo>
                  <a:lnTo>
                    <a:pt x="1" y="19111"/>
                  </a:lnTo>
                  <a:lnTo>
                    <a:pt x="21" y="19272"/>
                  </a:lnTo>
                  <a:lnTo>
                    <a:pt x="101" y="19434"/>
                  </a:lnTo>
                  <a:lnTo>
                    <a:pt x="162" y="19514"/>
                  </a:lnTo>
                  <a:lnTo>
                    <a:pt x="243" y="19575"/>
                  </a:lnTo>
                  <a:lnTo>
                    <a:pt x="323" y="19635"/>
                  </a:lnTo>
                  <a:lnTo>
                    <a:pt x="424" y="19676"/>
                  </a:lnTo>
                  <a:lnTo>
                    <a:pt x="626" y="19736"/>
                  </a:lnTo>
                  <a:lnTo>
                    <a:pt x="828" y="19757"/>
                  </a:lnTo>
                  <a:lnTo>
                    <a:pt x="1050" y="19736"/>
                  </a:lnTo>
                  <a:lnTo>
                    <a:pt x="1292" y="19676"/>
                  </a:lnTo>
                  <a:lnTo>
                    <a:pt x="1514" y="19595"/>
                  </a:lnTo>
                  <a:lnTo>
                    <a:pt x="1736" y="19494"/>
                  </a:lnTo>
                  <a:lnTo>
                    <a:pt x="1938" y="19353"/>
                  </a:lnTo>
                  <a:lnTo>
                    <a:pt x="2140" y="19212"/>
                  </a:lnTo>
                  <a:lnTo>
                    <a:pt x="2341" y="19050"/>
                  </a:lnTo>
                  <a:lnTo>
                    <a:pt x="2705" y="18727"/>
                  </a:lnTo>
                  <a:lnTo>
                    <a:pt x="3411" y="18061"/>
                  </a:lnTo>
                  <a:lnTo>
                    <a:pt x="4077" y="17395"/>
                  </a:lnTo>
                  <a:lnTo>
                    <a:pt x="5167" y="16326"/>
                  </a:lnTo>
                  <a:lnTo>
                    <a:pt x="5732" y="15821"/>
                  </a:lnTo>
                  <a:lnTo>
                    <a:pt x="6297" y="15297"/>
                  </a:lnTo>
                  <a:lnTo>
                    <a:pt x="6862" y="14812"/>
                  </a:lnTo>
                  <a:lnTo>
                    <a:pt x="7467" y="14348"/>
                  </a:lnTo>
                  <a:lnTo>
                    <a:pt x="8093" y="13904"/>
                  </a:lnTo>
                  <a:lnTo>
                    <a:pt x="8718" y="13501"/>
                  </a:lnTo>
                  <a:lnTo>
                    <a:pt x="9162" y="13238"/>
                  </a:lnTo>
                  <a:lnTo>
                    <a:pt x="9626" y="12996"/>
                  </a:lnTo>
                  <a:lnTo>
                    <a:pt x="10555" y="12532"/>
                  </a:lnTo>
                  <a:lnTo>
                    <a:pt x="11584" y="12007"/>
                  </a:lnTo>
                  <a:lnTo>
                    <a:pt x="12088" y="11725"/>
                  </a:lnTo>
                  <a:lnTo>
                    <a:pt x="12573" y="11442"/>
                  </a:lnTo>
                  <a:lnTo>
                    <a:pt x="13057" y="11119"/>
                  </a:lnTo>
                  <a:lnTo>
                    <a:pt x="13521" y="10776"/>
                  </a:lnTo>
                  <a:lnTo>
                    <a:pt x="13743" y="10575"/>
                  </a:lnTo>
                  <a:lnTo>
                    <a:pt x="13945" y="10393"/>
                  </a:lnTo>
                  <a:lnTo>
                    <a:pt x="14147" y="10171"/>
                  </a:lnTo>
                  <a:lnTo>
                    <a:pt x="14328" y="9969"/>
                  </a:lnTo>
                  <a:lnTo>
                    <a:pt x="14550" y="9687"/>
                  </a:lnTo>
                  <a:lnTo>
                    <a:pt x="14752" y="9404"/>
                  </a:lnTo>
                  <a:lnTo>
                    <a:pt x="14934" y="9122"/>
                  </a:lnTo>
                  <a:lnTo>
                    <a:pt x="15115" y="8799"/>
                  </a:lnTo>
                  <a:lnTo>
                    <a:pt x="15277" y="8476"/>
                  </a:lnTo>
                  <a:lnTo>
                    <a:pt x="15418" y="8133"/>
                  </a:lnTo>
                  <a:lnTo>
                    <a:pt x="15559" y="7790"/>
                  </a:lnTo>
                  <a:lnTo>
                    <a:pt x="15660" y="7406"/>
                  </a:lnTo>
                  <a:lnTo>
                    <a:pt x="15761" y="7023"/>
                  </a:lnTo>
                  <a:lnTo>
                    <a:pt x="15862" y="6619"/>
                  </a:lnTo>
                  <a:lnTo>
                    <a:pt x="15943" y="6196"/>
                  </a:lnTo>
                  <a:lnTo>
                    <a:pt x="16003" y="5752"/>
                  </a:lnTo>
                  <a:lnTo>
                    <a:pt x="16044" y="5287"/>
                  </a:lnTo>
                  <a:lnTo>
                    <a:pt x="16084" y="4823"/>
                  </a:lnTo>
                  <a:lnTo>
                    <a:pt x="16104" y="4319"/>
                  </a:lnTo>
                  <a:lnTo>
                    <a:pt x="16124" y="3814"/>
                  </a:lnTo>
                  <a:lnTo>
                    <a:pt x="16124" y="3431"/>
                  </a:lnTo>
                  <a:lnTo>
                    <a:pt x="16104" y="3068"/>
                  </a:lnTo>
                  <a:lnTo>
                    <a:pt x="16084" y="2684"/>
                  </a:lnTo>
                  <a:lnTo>
                    <a:pt x="16023" y="2321"/>
                  </a:lnTo>
                  <a:lnTo>
                    <a:pt x="15943" y="1958"/>
                  </a:lnTo>
                  <a:lnTo>
                    <a:pt x="15842" y="1615"/>
                  </a:lnTo>
                  <a:lnTo>
                    <a:pt x="15701" y="1292"/>
                  </a:lnTo>
                  <a:lnTo>
                    <a:pt x="15519" y="969"/>
                  </a:lnTo>
                  <a:lnTo>
                    <a:pt x="15418" y="828"/>
                  </a:lnTo>
                  <a:lnTo>
                    <a:pt x="15297" y="707"/>
                  </a:lnTo>
                  <a:lnTo>
                    <a:pt x="15196" y="585"/>
                  </a:lnTo>
                  <a:lnTo>
                    <a:pt x="15055" y="485"/>
                  </a:lnTo>
                  <a:lnTo>
                    <a:pt x="14934" y="384"/>
                  </a:lnTo>
                  <a:lnTo>
                    <a:pt x="14792" y="303"/>
                  </a:lnTo>
                  <a:lnTo>
                    <a:pt x="14490" y="142"/>
                  </a:lnTo>
                  <a:lnTo>
                    <a:pt x="14187" y="61"/>
                  </a:lnTo>
                  <a:lnTo>
                    <a:pt x="14026" y="20"/>
                  </a:lnTo>
                  <a:lnTo>
                    <a:pt x="13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7"/>
            <p:cNvSpPr/>
            <p:nvPr/>
          </p:nvSpPr>
          <p:spPr>
            <a:xfrm flipH="1">
              <a:off x="-3379293" y="-5020451"/>
              <a:ext cx="1990251" cy="2226013"/>
            </a:xfrm>
            <a:custGeom>
              <a:rect b="b" l="l" r="r" t="t"/>
              <a:pathLst>
                <a:path extrusionOk="0" h="39816" w="35599">
                  <a:moveTo>
                    <a:pt x="16346" y="81"/>
                  </a:moveTo>
                  <a:lnTo>
                    <a:pt x="18606" y="102"/>
                  </a:lnTo>
                  <a:lnTo>
                    <a:pt x="19737" y="122"/>
                  </a:lnTo>
                  <a:lnTo>
                    <a:pt x="20867" y="162"/>
                  </a:lnTo>
                  <a:lnTo>
                    <a:pt x="22017" y="223"/>
                  </a:lnTo>
                  <a:lnTo>
                    <a:pt x="23147" y="283"/>
                  </a:lnTo>
                  <a:lnTo>
                    <a:pt x="24277" y="364"/>
                  </a:lnTo>
                  <a:lnTo>
                    <a:pt x="25407" y="465"/>
                  </a:lnTo>
                  <a:lnTo>
                    <a:pt x="26537" y="586"/>
                  </a:lnTo>
                  <a:lnTo>
                    <a:pt x="27667" y="747"/>
                  </a:lnTo>
                  <a:lnTo>
                    <a:pt x="28555" y="868"/>
                  </a:lnTo>
                  <a:lnTo>
                    <a:pt x="29443" y="1050"/>
                  </a:lnTo>
                  <a:lnTo>
                    <a:pt x="29887" y="1151"/>
                  </a:lnTo>
                  <a:lnTo>
                    <a:pt x="30311" y="1272"/>
                  </a:lnTo>
                  <a:lnTo>
                    <a:pt x="30755" y="1413"/>
                  </a:lnTo>
                  <a:lnTo>
                    <a:pt x="31179" y="1554"/>
                  </a:lnTo>
                  <a:lnTo>
                    <a:pt x="31582" y="1736"/>
                  </a:lnTo>
                  <a:lnTo>
                    <a:pt x="31986" y="1918"/>
                  </a:lnTo>
                  <a:lnTo>
                    <a:pt x="32369" y="2140"/>
                  </a:lnTo>
                  <a:lnTo>
                    <a:pt x="32732" y="2382"/>
                  </a:lnTo>
                  <a:lnTo>
                    <a:pt x="33076" y="2644"/>
                  </a:lnTo>
                  <a:lnTo>
                    <a:pt x="33419" y="2927"/>
                  </a:lnTo>
                  <a:lnTo>
                    <a:pt x="33721" y="3250"/>
                  </a:lnTo>
                  <a:lnTo>
                    <a:pt x="34004" y="3593"/>
                  </a:lnTo>
                  <a:lnTo>
                    <a:pt x="34165" y="3815"/>
                  </a:lnTo>
                  <a:lnTo>
                    <a:pt x="34307" y="4057"/>
                  </a:lnTo>
                  <a:lnTo>
                    <a:pt x="34448" y="4299"/>
                  </a:lnTo>
                  <a:lnTo>
                    <a:pt x="34569" y="4561"/>
                  </a:lnTo>
                  <a:lnTo>
                    <a:pt x="34771" y="5066"/>
                  </a:lnTo>
                  <a:lnTo>
                    <a:pt x="34932" y="5611"/>
                  </a:lnTo>
                  <a:lnTo>
                    <a:pt x="35073" y="6135"/>
                  </a:lnTo>
                  <a:lnTo>
                    <a:pt x="35174" y="6680"/>
                  </a:lnTo>
                  <a:lnTo>
                    <a:pt x="35255" y="7205"/>
                  </a:lnTo>
                  <a:lnTo>
                    <a:pt x="35316" y="7730"/>
                  </a:lnTo>
                  <a:lnTo>
                    <a:pt x="35416" y="8577"/>
                  </a:lnTo>
                  <a:lnTo>
                    <a:pt x="35477" y="9445"/>
                  </a:lnTo>
                  <a:lnTo>
                    <a:pt x="35517" y="10333"/>
                  </a:lnTo>
                  <a:lnTo>
                    <a:pt x="35517" y="11261"/>
                  </a:lnTo>
                  <a:lnTo>
                    <a:pt x="35517" y="12230"/>
                  </a:lnTo>
                  <a:lnTo>
                    <a:pt x="35497" y="13219"/>
                  </a:lnTo>
                  <a:lnTo>
                    <a:pt x="35457" y="14248"/>
                  </a:lnTo>
                  <a:lnTo>
                    <a:pt x="35376" y="15337"/>
                  </a:lnTo>
                  <a:lnTo>
                    <a:pt x="35316" y="16165"/>
                  </a:lnTo>
                  <a:lnTo>
                    <a:pt x="35235" y="17033"/>
                  </a:lnTo>
                  <a:lnTo>
                    <a:pt x="35134" y="17921"/>
                  </a:lnTo>
                  <a:lnTo>
                    <a:pt x="34993" y="18808"/>
                  </a:lnTo>
                  <a:lnTo>
                    <a:pt x="34831" y="19717"/>
                  </a:lnTo>
                  <a:lnTo>
                    <a:pt x="34629" y="20625"/>
                  </a:lnTo>
                  <a:lnTo>
                    <a:pt x="34508" y="21089"/>
                  </a:lnTo>
                  <a:lnTo>
                    <a:pt x="34367" y="21533"/>
                  </a:lnTo>
                  <a:lnTo>
                    <a:pt x="34226" y="21997"/>
                  </a:lnTo>
                  <a:lnTo>
                    <a:pt x="34064" y="22441"/>
                  </a:lnTo>
                  <a:lnTo>
                    <a:pt x="33943" y="22784"/>
                  </a:lnTo>
                  <a:lnTo>
                    <a:pt x="33782" y="23127"/>
                  </a:lnTo>
                  <a:lnTo>
                    <a:pt x="33620" y="23490"/>
                  </a:lnTo>
                  <a:lnTo>
                    <a:pt x="33419" y="23833"/>
                  </a:lnTo>
                  <a:lnTo>
                    <a:pt x="33197" y="24176"/>
                  </a:lnTo>
                  <a:lnTo>
                    <a:pt x="32934" y="24479"/>
                  </a:lnTo>
                  <a:lnTo>
                    <a:pt x="32793" y="24641"/>
                  </a:lnTo>
                  <a:lnTo>
                    <a:pt x="32632" y="24782"/>
                  </a:lnTo>
                  <a:lnTo>
                    <a:pt x="32470" y="24903"/>
                  </a:lnTo>
                  <a:lnTo>
                    <a:pt x="32309" y="25024"/>
                  </a:lnTo>
                  <a:lnTo>
                    <a:pt x="32107" y="25145"/>
                  </a:lnTo>
                  <a:lnTo>
                    <a:pt x="31925" y="25226"/>
                  </a:lnTo>
                  <a:lnTo>
                    <a:pt x="31723" y="25327"/>
                  </a:lnTo>
                  <a:lnTo>
                    <a:pt x="31522" y="25387"/>
                  </a:lnTo>
                  <a:lnTo>
                    <a:pt x="31118" y="25508"/>
                  </a:lnTo>
                  <a:lnTo>
                    <a:pt x="30694" y="25569"/>
                  </a:lnTo>
                  <a:lnTo>
                    <a:pt x="30250" y="25609"/>
                  </a:lnTo>
                  <a:lnTo>
                    <a:pt x="29403" y="25609"/>
                  </a:lnTo>
                  <a:lnTo>
                    <a:pt x="28979" y="25589"/>
                  </a:lnTo>
                  <a:lnTo>
                    <a:pt x="27809" y="25488"/>
                  </a:lnTo>
                  <a:lnTo>
                    <a:pt x="26658" y="25347"/>
                  </a:lnTo>
                  <a:lnTo>
                    <a:pt x="25508" y="25185"/>
                  </a:lnTo>
                  <a:lnTo>
                    <a:pt x="24358" y="25004"/>
                  </a:lnTo>
                  <a:lnTo>
                    <a:pt x="23248" y="24842"/>
                  </a:lnTo>
                  <a:lnTo>
                    <a:pt x="22118" y="24681"/>
                  </a:lnTo>
                  <a:lnTo>
                    <a:pt x="20988" y="24540"/>
                  </a:lnTo>
                  <a:lnTo>
                    <a:pt x="19837" y="24439"/>
                  </a:lnTo>
                  <a:lnTo>
                    <a:pt x="19272" y="24398"/>
                  </a:lnTo>
                  <a:lnTo>
                    <a:pt x="18707" y="24378"/>
                  </a:lnTo>
                  <a:lnTo>
                    <a:pt x="17577" y="24378"/>
                  </a:lnTo>
                  <a:lnTo>
                    <a:pt x="17012" y="24419"/>
                  </a:lnTo>
                  <a:lnTo>
                    <a:pt x="16447" y="24459"/>
                  </a:lnTo>
                  <a:lnTo>
                    <a:pt x="15882" y="24540"/>
                  </a:lnTo>
                  <a:lnTo>
                    <a:pt x="15317" y="24620"/>
                  </a:lnTo>
                  <a:lnTo>
                    <a:pt x="14631" y="24762"/>
                  </a:lnTo>
                  <a:lnTo>
                    <a:pt x="13965" y="24943"/>
                  </a:lnTo>
                  <a:lnTo>
                    <a:pt x="13319" y="25165"/>
                  </a:lnTo>
                  <a:lnTo>
                    <a:pt x="12674" y="25407"/>
                  </a:lnTo>
                  <a:lnTo>
                    <a:pt x="12048" y="25690"/>
                  </a:lnTo>
                  <a:lnTo>
                    <a:pt x="11422" y="25993"/>
                  </a:lnTo>
                  <a:lnTo>
                    <a:pt x="10817" y="26336"/>
                  </a:lnTo>
                  <a:lnTo>
                    <a:pt x="10232" y="26699"/>
                  </a:lnTo>
                  <a:lnTo>
                    <a:pt x="9667" y="27102"/>
                  </a:lnTo>
                  <a:lnTo>
                    <a:pt x="9122" y="27526"/>
                  </a:lnTo>
                  <a:lnTo>
                    <a:pt x="8597" y="27990"/>
                  </a:lnTo>
                  <a:lnTo>
                    <a:pt x="8093" y="28455"/>
                  </a:lnTo>
                  <a:lnTo>
                    <a:pt x="7608" y="28959"/>
                  </a:lnTo>
                  <a:lnTo>
                    <a:pt x="7164" y="29484"/>
                  </a:lnTo>
                  <a:lnTo>
                    <a:pt x="6741" y="30029"/>
                  </a:lnTo>
                  <a:lnTo>
                    <a:pt x="6357" y="30594"/>
                  </a:lnTo>
                  <a:lnTo>
                    <a:pt x="6014" y="31159"/>
                  </a:lnTo>
                  <a:lnTo>
                    <a:pt x="5691" y="31744"/>
                  </a:lnTo>
                  <a:lnTo>
                    <a:pt x="5389" y="32329"/>
                  </a:lnTo>
                  <a:lnTo>
                    <a:pt x="5106" y="32914"/>
                  </a:lnTo>
                  <a:lnTo>
                    <a:pt x="4844" y="33520"/>
                  </a:lnTo>
                  <a:lnTo>
                    <a:pt x="4581" y="34125"/>
                  </a:lnTo>
                  <a:lnTo>
                    <a:pt x="4097" y="35336"/>
                  </a:lnTo>
                  <a:lnTo>
                    <a:pt x="3714" y="36264"/>
                  </a:lnTo>
                  <a:lnTo>
                    <a:pt x="3330" y="37172"/>
                  </a:lnTo>
                  <a:lnTo>
                    <a:pt x="2927" y="38080"/>
                  </a:lnTo>
                  <a:lnTo>
                    <a:pt x="2705" y="38524"/>
                  </a:lnTo>
                  <a:lnTo>
                    <a:pt x="2483" y="38948"/>
                  </a:lnTo>
                  <a:lnTo>
                    <a:pt x="2402" y="39089"/>
                  </a:lnTo>
                  <a:lnTo>
                    <a:pt x="2321" y="39211"/>
                  </a:lnTo>
                  <a:lnTo>
                    <a:pt x="2220" y="39332"/>
                  </a:lnTo>
                  <a:lnTo>
                    <a:pt x="2099" y="39453"/>
                  </a:lnTo>
                  <a:lnTo>
                    <a:pt x="1978" y="39554"/>
                  </a:lnTo>
                  <a:lnTo>
                    <a:pt x="1857" y="39634"/>
                  </a:lnTo>
                  <a:lnTo>
                    <a:pt x="1736" y="39695"/>
                  </a:lnTo>
                  <a:lnTo>
                    <a:pt x="1615" y="39715"/>
                  </a:lnTo>
                  <a:lnTo>
                    <a:pt x="1413" y="39715"/>
                  </a:lnTo>
                  <a:lnTo>
                    <a:pt x="1312" y="39654"/>
                  </a:lnTo>
                  <a:lnTo>
                    <a:pt x="1231" y="39594"/>
                  </a:lnTo>
                  <a:lnTo>
                    <a:pt x="1191" y="39513"/>
                  </a:lnTo>
                  <a:lnTo>
                    <a:pt x="1131" y="39433"/>
                  </a:lnTo>
                  <a:lnTo>
                    <a:pt x="1110" y="39352"/>
                  </a:lnTo>
                  <a:lnTo>
                    <a:pt x="1090" y="39251"/>
                  </a:lnTo>
                  <a:lnTo>
                    <a:pt x="1090" y="39049"/>
                  </a:lnTo>
                  <a:lnTo>
                    <a:pt x="1110" y="38847"/>
                  </a:lnTo>
                  <a:lnTo>
                    <a:pt x="1252" y="38040"/>
                  </a:lnTo>
                  <a:lnTo>
                    <a:pt x="1393" y="37253"/>
                  </a:lnTo>
                  <a:lnTo>
                    <a:pt x="1575" y="36466"/>
                  </a:lnTo>
                  <a:lnTo>
                    <a:pt x="1776" y="35699"/>
                  </a:lnTo>
                  <a:lnTo>
                    <a:pt x="2018" y="34630"/>
                  </a:lnTo>
                  <a:lnTo>
                    <a:pt x="2261" y="33560"/>
                  </a:lnTo>
                  <a:lnTo>
                    <a:pt x="2422" y="32551"/>
                  </a:lnTo>
                  <a:lnTo>
                    <a:pt x="2563" y="31562"/>
                  </a:lnTo>
                  <a:lnTo>
                    <a:pt x="2664" y="30533"/>
                  </a:lnTo>
                  <a:lnTo>
                    <a:pt x="2705" y="29524"/>
                  </a:lnTo>
                  <a:lnTo>
                    <a:pt x="2745" y="28515"/>
                  </a:lnTo>
                  <a:lnTo>
                    <a:pt x="2745" y="27506"/>
                  </a:lnTo>
                  <a:lnTo>
                    <a:pt x="2705" y="26477"/>
                  </a:lnTo>
                  <a:lnTo>
                    <a:pt x="2644" y="25468"/>
                  </a:lnTo>
                  <a:lnTo>
                    <a:pt x="2563" y="24439"/>
                  </a:lnTo>
                  <a:lnTo>
                    <a:pt x="2462" y="23430"/>
                  </a:lnTo>
                  <a:lnTo>
                    <a:pt x="2362" y="22401"/>
                  </a:lnTo>
                  <a:lnTo>
                    <a:pt x="2240" y="21392"/>
                  </a:lnTo>
                  <a:lnTo>
                    <a:pt x="1958" y="19374"/>
                  </a:lnTo>
                  <a:lnTo>
                    <a:pt x="1655" y="17355"/>
                  </a:lnTo>
                  <a:lnTo>
                    <a:pt x="1595" y="16972"/>
                  </a:lnTo>
                  <a:lnTo>
                    <a:pt x="1030" y="13219"/>
                  </a:lnTo>
                  <a:lnTo>
                    <a:pt x="485" y="9465"/>
                  </a:lnTo>
                  <a:lnTo>
                    <a:pt x="323" y="8234"/>
                  </a:lnTo>
                  <a:lnTo>
                    <a:pt x="182" y="7043"/>
                  </a:lnTo>
                  <a:lnTo>
                    <a:pt x="142" y="6458"/>
                  </a:lnTo>
                  <a:lnTo>
                    <a:pt x="101" y="5873"/>
                  </a:lnTo>
                  <a:lnTo>
                    <a:pt x="81" y="5308"/>
                  </a:lnTo>
                  <a:lnTo>
                    <a:pt x="81" y="4723"/>
                  </a:lnTo>
                  <a:lnTo>
                    <a:pt x="81" y="4521"/>
                  </a:lnTo>
                  <a:lnTo>
                    <a:pt x="101" y="3633"/>
                  </a:lnTo>
                  <a:lnTo>
                    <a:pt x="142" y="3129"/>
                  </a:lnTo>
                  <a:lnTo>
                    <a:pt x="202" y="2604"/>
                  </a:lnTo>
                  <a:lnTo>
                    <a:pt x="283" y="2099"/>
                  </a:lnTo>
                  <a:lnTo>
                    <a:pt x="323" y="1857"/>
                  </a:lnTo>
                  <a:lnTo>
                    <a:pt x="404" y="1635"/>
                  </a:lnTo>
                  <a:lnTo>
                    <a:pt x="465" y="1413"/>
                  </a:lnTo>
                  <a:lnTo>
                    <a:pt x="566" y="1211"/>
                  </a:lnTo>
                  <a:lnTo>
                    <a:pt x="666" y="1010"/>
                  </a:lnTo>
                  <a:lnTo>
                    <a:pt x="767" y="848"/>
                  </a:lnTo>
                  <a:lnTo>
                    <a:pt x="848" y="747"/>
                  </a:lnTo>
                  <a:lnTo>
                    <a:pt x="929" y="687"/>
                  </a:lnTo>
                  <a:lnTo>
                    <a:pt x="1110" y="545"/>
                  </a:lnTo>
                  <a:lnTo>
                    <a:pt x="1332" y="445"/>
                  </a:lnTo>
                  <a:lnTo>
                    <a:pt x="1575" y="364"/>
                  </a:lnTo>
                  <a:lnTo>
                    <a:pt x="1837" y="303"/>
                  </a:lnTo>
                  <a:lnTo>
                    <a:pt x="2099" y="283"/>
                  </a:lnTo>
                  <a:lnTo>
                    <a:pt x="2382" y="263"/>
                  </a:lnTo>
                  <a:lnTo>
                    <a:pt x="2684" y="243"/>
                  </a:lnTo>
                  <a:lnTo>
                    <a:pt x="3169" y="263"/>
                  </a:lnTo>
                  <a:lnTo>
                    <a:pt x="3633" y="283"/>
                  </a:lnTo>
                  <a:lnTo>
                    <a:pt x="4057" y="303"/>
                  </a:lnTo>
                  <a:lnTo>
                    <a:pt x="4440" y="303"/>
                  </a:lnTo>
                  <a:lnTo>
                    <a:pt x="9586" y="202"/>
                  </a:lnTo>
                  <a:lnTo>
                    <a:pt x="11826" y="142"/>
                  </a:lnTo>
                  <a:lnTo>
                    <a:pt x="14066" y="102"/>
                  </a:lnTo>
                  <a:lnTo>
                    <a:pt x="16346" y="81"/>
                  </a:lnTo>
                  <a:close/>
                  <a:moveTo>
                    <a:pt x="16346" y="1"/>
                  </a:moveTo>
                  <a:lnTo>
                    <a:pt x="14066" y="21"/>
                  </a:lnTo>
                  <a:lnTo>
                    <a:pt x="11826" y="61"/>
                  </a:lnTo>
                  <a:lnTo>
                    <a:pt x="9586" y="122"/>
                  </a:lnTo>
                  <a:lnTo>
                    <a:pt x="4420" y="223"/>
                  </a:lnTo>
                  <a:lnTo>
                    <a:pt x="4057" y="223"/>
                  </a:lnTo>
                  <a:lnTo>
                    <a:pt x="3633" y="202"/>
                  </a:lnTo>
                  <a:lnTo>
                    <a:pt x="2805" y="162"/>
                  </a:lnTo>
                  <a:lnTo>
                    <a:pt x="2382" y="182"/>
                  </a:lnTo>
                  <a:lnTo>
                    <a:pt x="1978" y="202"/>
                  </a:lnTo>
                  <a:lnTo>
                    <a:pt x="1595" y="283"/>
                  </a:lnTo>
                  <a:lnTo>
                    <a:pt x="1413" y="324"/>
                  </a:lnTo>
                  <a:lnTo>
                    <a:pt x="1252" y="384"/>
                  </a:lnTo>
                  <a:lnTo>
                    <a:pt x="1090" y="465"/>
                  </a:lnTo>
                  <a:lnTo>
                    <a:pt x="949" y="566"/>
                  </a:lnTo>
                  <a:lnTo>
                    <a:pt x="828" y="667"/>
                  </a:lnTo>
                  <a:lnTo>
                    <a:pt x="707" y="788"/>
                  </a:lnTo>
                  <a:lnTo>
                    <a:pt x="586" y="969"/>
                  </a:lnTo>
                  <a:lnTo>
                    <a:pt x="485" y="1151"/>
                  </a:lnTo>
                  <a:lnTo>
                    <a:pt x="404" y="1373"/>
                  </a:lnTo>
                  <a:lnTo>
                    <a:pt x="323" y="1575"/>
                  </a:lnTo>
                  <a:lnTo>
                    <a:pt x="263" y="1817"/>
                  </a:lnTo>
                  <a:lnTo>
                    <a:pt x="202" y="2059"/>
                  </a:lnTo>
                  <a:lnTo>
                    <a:pt x="122" y="2563"/>
                  </a:lnTo>
                  <a:lnTo>
                    <a:pt x="61" y="3068"/>
                  </a:lnTo>
                  <a:lnTo>
                    <a:pt x="21" y="3593"/>
                  </a:lnTo>
                  <a:lnTo>
                    <a:pt x="0" y="4521"/>
                  </a:lnTo>
                  <a:lnTo>
                    <a:pt x="0" y="4723"/>
                  </a:lnTo>
                  <a:lnTo>
                    <a:pt x="0" y="5308"/>
                  </a:lnTo>
                  <a:lnTo>
                    <a:pt x="21" y="5873"/>
                  </a:lnTo>
                  <a:lnTo>
                    <a:pt x="61" y="6458"/>
                  </a:lnTo>
                  <a:lnTo>
                    <a:pt x="101" y="7043"/>
                  </a:lnTo>
                  <a:lnTo>
                    <a:pt x="243" y="8234"/>
                  </a:lnTo>
                  <a:lnTo>
                    <a:pt x="404" y="9465"/>
                  </a:lnTo>
                  <a:lnTo>
                    <a:pt x="949" y="13219"/>
                  </a:lnTo>
                  <a:lnTo>
                    <a:pt x="1514" y="16992"/>
                  </a:lnTo>
                  <a:lnTo>
                    <a:pt x="1575" y="17376"/>
                  </a:lnTo>
                  <a:lnTo>
                    <a:pt x="1877" y="19374"/>
                  </a:lnTo>
                  <a:lnTo>
                    <a:pt x="2160" y="21392"/>
                  </a:lnTo>
                  <a:lnTo>
                    <a:pt x="2281" y="22421"/>
                  </a:lnTo>
                  <a:lnTo>
                    <a:pt x="2382" y="23430"/>
                  </a:lnTo>
                  <a:lnTo>
                    <a:pt x="2483" y="24439"/>
                  </a:lnTo>
                  <a:lnTo>
                    <a:pt x="2563" y="25468"/>
                  </a:lnTo>
                  <a:lnTo>
                    <a:pt x="2624" y="26477"/>
                  </a:lnTo>
                  <a:lnTo>
                    <a:pt x="2664" y="27486"/>
                  </a:lnTo>
                  <a:lnTo>
                    <a:pt x="2664" y="28515"/>
                  </a:lnTo>
                  <a:lnTo>
                    <a:pt x="2644" y="29524"/>
                  </a:lnTo>
                  <a:lnTo>
                    <a:pt x="2584" y="30533"/>
                  </a:lnTo>
                  <a:lnTo>
                    <a:pt x="2483" y="31542"/>
                  </a:lnTo>
                  <a:lnTo>
                    <a:pt x="2341" y="32551"/>
                  </a:lnTo>
                  <a:lnTo>
                    <a:pt x="2180" y="33540"/>
                  </a:lnTo>
                  <a:lnTo>
                    <a:pt x="1938" y="34630"/>
                  </a:lnTo>
                  <a:lnTo>
                    <a:pt x="1696" y="35679"/>
                  </a:lnTo>
                  <a:lnTo>
                    <a:pt x="1494" y="36466"/>
                  </a:lnTo>
                  <a:lnTo>
                    <a:pt x="1332" y="37233"/>
                  </a:lnTo>
                  <a:lnTo>
                    <a:pt x="1171" y="38040"/>
                  </a:lnTo>
                  <a:lnTo>
                    <a:pt x="1030" y="38827"/>
                  </a:lnTo>
                  <a:lnTo>
                    <a:pt x="1009" y="39049"/>
                  </a:lnTo>
                  <a:lnTo>
                    <a:pt x="1009" y="39271"/>
                  </a:lnTo>
                  <a:lnTo>
                    <a:pt x="1030" y="39372"/>
                  </a:lnTo>
                  <a:lnTo>
                    <a:pt x="1070" y="39473"/>
                  </a:lnTo>
                  <a:lnTo>
                    <a:pt x="1110" y="39574"/>
                  </a:lnTo>
                  <a:lnTo>
                    <a:pt x="1191" y="39654"/>
                  </a:lnTo>
                  <a:lnTo>
                    <a:pt x="1252" y="39715"/>
                  </a:lnTo>
                  <a:lnTo>
                    <a:pt x="1353" y="39776"/>
                  </a:lnTo>
                  <a:lnTo>
                    <a:pt x="1433" y="39796"/>
                  </a:lnTo>
                  <a:lnTo>
                    <a:pt x="1534" y="39816"/>
                  </a:lnTo>
                  <a:lnTo>
                    <a:pt x="1615" y="39796"/>
                  </a:lnTo>
                  <a:lnTo>
                    <a:pt x="1756" y="39776"/>
                  </a:lnTo>
                  <a:lnTo>
                    <a:pt x="1897" y="39695"/>
                  </a:lnTo>
                  <a:lnTo>
                    <a:pt x="2018" y="39614"/>
                  </a:lnTo>
                  <a:lnTo>
                    <a:pt x="2160" y="39513"/>
                  </a:lnTo>
                  <a:lnTo>
                    <a:pt x="2281" y="39392"/>
                  </a:lnTo>
                  <a:lnTo>
                    <a:pt x="2382" y="39271"/>
                  </a:lnTo>
                  <a:lnTo>
                    <a:pt x="2483" y="39130"/>
                  </a:lnTo>
                  <a:lnTo>
                    <a:pt x="2563" y="38989"/>
                  </a:lnTo>
                  <a:lnTo>
                    <a:pt x="2785" y="38565"/>
                  </a:lnTo>
                  <a:lnTo>
                    <a:pt x="3007" y="38101"/>
                  </a:lnTo>
                  <a:lnTo>
                    <a:pt x="3411" y="37193"/>
                  </a:lnTo>
                  <a:lnTo>
                    <a:pt x="3794" y="36284"/>
                  </a:lnTo>
                  <a:lnTo>
                    <a:pt x="4158" y="35376"/>
                  </a:lnTo>
                  <a:lnTo>
                    <a:pt x="4662" y="34166"/>
                  </a:lnTo>
                  <a:lnTo>
                    <a:pt x="4904" y="33560"/>
                  </a:lnTo>
                  <a:lnTo>
                    <a:pt x="5187" y="32955"/>
                  </a:lnTo>
                  <a:lnTo>
                    <a:pt x="5469" y="32369"/>
                  </a:lnTo>
                  <a:lnTo>
                    <a:pt x="5752" y="31784"/>
                  </a:lnTo>
                  <a:lnTo>
                    <a:pt x="6075" y="31199"/>
                  </a:lnTo>
                  <a:lnTo>
                    <a:pt x="6418" y="30654"/>
                  </a:lnTo>
                  <a:lnTo>
                    <a:pt x="6821" y="30089"/>
                  </a:lnTo>
                  <a:lnTo>
                    <a:pt x="7225" y="29544"/>
                  </a:lnTo>
                  <a:lnTo>
                    <a:pt x="7669" y="29020"/>
                  </a:lnTo>
                  <a:lnTo>
                    <a:pt x="8153" y="28515"/>
                  </a:lnTo>
                  <a:lnTo>
                    <a:pt x="8638" y="28051"/>
                  </a:lnTo>
                  <a:lnTo>
                    <a:pt x="9162" y="27587"/>
                  </a:lnTo>
                  <a:lnTo>
                    <a:pt x="9707" y="27163"/>
                  </a:lnTo>
                  <a:lnTo>
                    <a:pt x="10272" y="26780"/>
                  </a:lnTo>
                  <a:lnTo>
                    <a:pt x="10857" y="26396"/>
                  </a:lnTo>
                  <a:lnTo>
                    <a:pt x="11463" y="26073"/>
                  </a:lnTo>
                  <a:lnTo>
                    <a:pt x="12068" y="25750"/>
                  </a:lnTo>
                  <a:lnTo>
                    <a:pt x="12694" y="25468"/>
                  </a:lnTo>
                  <a:lnTo>
                    <a:pt x="13339" y="25226"/>
                  </a:lnTo>
                  <a:lnTo>
                    <a:pt x="14005" y="25024"/>
                  </a:lnTo>
                  <a:lnTo>
                    <a:pt x="14651" y="24842"/>
                  </a:lnTo>
                  <a:lnTo>
                    <a:pt x="15337" y="24701"/>
                  </a:lnTo>
                  <a:lnTo>
                    <a:pt x="15882" y="24600"/>
                  </a:lnTo>
                  <a:lnTo>
                    <a:pt x="16447" y="24540"/>
                  </a:lnTo>
                  <a:lnTo>
                    <a:pt x="17012" y="24499"/>
                  </a:lnTo>
                  <a:lnTo>
                    <a:pt x="17577" y="24459"/>
                  </a:lnTo>
                  <a:lnTo>
                    <a:pt x="18707" y="24459"/>
                  </a:lnTo>
                  <a:lnTo>
                    <a:pt x="19272" y="24479"/>
                  </a:lnTo>
                  <a:lnTo>
                    <a:pt x="19837" y="24519"/>
                  </a:lnTo>
                  <a:lnTo>
                    <a:pt x="20968" y="24620"/>
                  </a:lnTo>
                  <a:lnTo>
                    <a:pt x="22098" y="24762"/>
                  </a:lnTo>
                  <a:lnTo>
                    <a:pt x="23228" y="24923"/>
                  </a:lnTo>
                  <a:lnTo>
                    <a:pt x="24338" y="25084"/>
                  </a:lnTo>
                  <a:lnTo>
                    <a:pt x="25488" y="25266"/>
                  </a:lnTo>
                  <a:lnTo>
                    <a:pt x="26638" y="25428"/>
                  </a:lnTo>
                  <a:lnTo>
                    <a:pt x="27809" y="25569"/>
                  </a:lnTo>
                  <a:lnTo>
                    <a:pt x="28979" y="25670"/>
                  </a:lnTo>
                  <a:lnTo>
                    <a:pt x="29403" y="25690"/>
                  </a:lnTo>
                  <a:lnTo>
                    <a:pt x="30271" y="25690"/>
                  </a:lnTo>
                  <a:lnTo>
                    <a:pt x="30714" y="25650"/>
                  </a:lnTo>
                  <a:lnTo>
                    <a:pt x="31138" y="25569"/>
                  </a:lnTo>
                  <a:lnTo>
                    <a:pt x="31562" y="25468"/>
                  </a:lnTo>
                  <a:lnTo>
                    <a:pt x="31764" y="25387"/>
                  </a:lnTo>
                  <a:lnTo>
                    <a:pt x="31966" y="25306"/>
                  </a:lnTo>
                  <a:lnTo>
                    <a:pt x="32147" y="25206"/>
                  </a:lnTo>
                  <a:lnTo>
                    <a:pt x="32349" y="25084"/>
                  </a:lnTo>
                  <a:lnTo>
                    <a:pt x="32511" y="24963"/>
                  </a:lnTo>
                  <a:lnTo>
                    <a:pt x="32692" y="24842"/>
                  </a:lnTo>
                  <a:lnTo>
                    <a:pt x="32833" y="24701"/>
                  </a:lnTo>
                  <a:lnTo>
                    <a:pt x="32995" y="24540"/>
                  </a:lnTo>
                  <a:lnTo>
                    <a:pt x="33257" y="24217"/>
                  </a:lnTo>
                  <a:lnTo>
                    <a:pt x="33479" y="23874"/>
                  </a:lnTo>
                  <a:lnTo>
                    <a:pt x="33681" y="23531"/>
                  </a:lnTo>
                  <a:lnTo>
                    <a:pt x="33863" y="23167"/>
                  </a:lnTo>
                  <a:lnTo>
                    <a:pt x="34004" y="22804"/>
                  </a:lnTo>
                  <a:lnTo>
                    <a:pt x="34145" y="22461"/>
                  </a:lnTo>
                  <a:lnTo>
                    <a:pt x="34307" y="22017"/>
                  </a:lnTo>
                  <a:lnTo>
                    <a:pt x="34448" y="21573"/>
                  </a:lnTo>
                  <a:lnTo>
                    <a:pt x="34569" y="21109"/>
                  </a:lnTo>
                  <a:lnTo>
                    <a:pt x="34690" y="20645"/>
                  </a:lnTo>
                  <a:lnTo>
                    <a:pt x="34912" y="19737"/>
                  </a:lnTo>
                  <a:lnTo>
                    <a:pt x="35073" y="18829"/>
                  </a:lnTo>
                  <a:lnTo>
                    <a:pt x="35215" y="17921"/>
                  </a:lnTo>
                  <a:lnTo>
                    <a:pt x="35316" y="17033"/>
                  </a:lnTo>
                  <a:lnTo>
                    <a:pt x="35396" y="16185"/>
                  </a:lnTo>
                  <a:lnTo>
                    <a:pt x="35457" y="15337"/>
                  </a:lnTo>
                  <a:lnTo>
                    <a:pt x="35538" y="14248"/>
                  </a:lnTo>
                  <a:lnTo>
                    <a:pt x="35578" y="13219"/>
                  </a:lnTo>
                  <a:lnTo>
                    <a:pt x="35598" y="12230"/>
                  </a:lnTo>
                  <a:lnTo>
                    <a:pt x="35598" y="11261"/>
                  </a:lnTo>
                  <a:lnTo>
                    <a:pt x="35598" y="10333"/>
                  </a:lnTo>
                  <a:lnTo>
                    <a:pt x="35558" y="9445"/>
                  </a:lnTo>
                  <a:lnTo>
                    <a:pt x="35497" y="8557"/>
                  </a:lnTo>
                  <a:lnTo>
                    <a:pt x="35396" y="7709"/>
                  </a:lnTo>
                  <a:lnTo>
                    <a:pt x="35336" y="7185"/>
                  </a:lnTo>
                  <a:lnTo>
                    <a:pt x="35255" y="6660"/>
                  </a:lnTo>
                  <a:lnTo>
                    <a:pt x="35154" y="6115"/>
                  </a:lnTo>
                  <a:lnTo>
                    <a:pt x="35013" y="5570"/>
                  </a:lnTo>
                  <a:lnTo>
                    <a:pt x="34851" y="5046"/>
                  </a:lnTo>
                  <a:lnTo>
                    <a:pt x="34629" y="4521"/>
                  </a:lnTo>
                  <a:lnTo>
                    <a:pt x="34508" y="4259"/>
                  </a:lnTo>
                  <a:lnTo>
                    <a:pt x="34387" y="4016"/>
                  </a:lnTo>
                  <a:lnTo>
                    <a:pt x="34226" y="3774"/>
                  </a:lnTo>
                  <a:lnTo>
                    <a:pt x="34064" y="3552"/>
                  </a:lnTo>
                  <a:lnTo>
                    <a:pt x="33782" y="3189"/>
                  </a:lnTo>
                  <a:lnTo>
                    <a:pt x="33479" y="2866"/>
                  </a:lnTo>
                  <a:lnTo>
                    <a:pt x="33136" y="2584"/>
                  </a:lnTo>
                  <a:lnTo>
                    <a:pt x="32793" y="2301"/>
                  </a:lnTo>
                  <a:lnTo>
                    <a:pt x="32410" y="2079"/>
                  </a:lnTo>
                  <a:lnTo>
                    <a:pt x="32026" y="1857"/>
                  </a:lnTo>
                  <a:lnTo>
                    <a:pt x="31623" y="1655"/>
                  </a:lnTo>
                  <a:lnTo>
                    <a:pt x="31199" y="1494"/>
                  </a:lnTo>
                  <a:lnTo>
                    <a:pt x="30775" y="1333"/>
                  </a:lnTo>
                  <a:lnTo>
                    <a:pt x="30351" y="1191"/>
                  </a:lnTo>
                  <a:lnTo>
                    <a:pt x="29907" y="1070"/>
                  </a:lnTo>
                  <a:lnTo>
                    <a:pt x="29463" y="969"/>
                  </a:lnTo>
                  <a:lnTo>
                    <a:pt x="28555" y="788"/>
                  </a:lnTo>
                  <a:lnTo>
                    <a:pt x="27667" y="667"/>
                  </a:lnTo>
                  <a:lnTo>
                    <a:pt x="26557" y="525"/>
                  </a:lnTo>
                  <a:lnTo>
                    <a:pt x="25427" y="384"/>
                  </a:lnTo>
                  <a:lnTo>
                    <a:pt x="24277" y="283"/>
                  </a:lnTo>
                  <a:lnTo>
                    <a:pt x="23147" y="202"/>
                  </a:lnTo>
                  <a:lnTo>
                    <a:pt x="22017" y="142"/>
                  </a:lnTo>
                  <a:lnTo>
                    <a:pt x="20887" y="81"/>
                  </a:lnTo>
                  <a:lnTo>
                    <a:pt x="19737" y="41"/>
                  </a:lnTo>
                  <a:lnTo>
                    <a:pt x="18606" y="21"/>
                  </a:lnTo>
                  <a:lnTo>
                    <a:pt x="163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7"/>
            <p:cNvSpPr/>
            <p:nvPr/>
          </p:nvSpPr>
          <p:spPr>
            <a:xfrm flipH="1">
              <a:off x="-1455741" y="-3455631"/>
              <a:ext cx="2960526" cy="1551321"/>
            </a:xfrm>
            <a:custGeom>
              <a:rect b="b" l="l" r="r" t="t"/>
              <a:pathLst>
                <a:path extrusionOk="0" h="27748" w="52954">
                  <a:moveTo>
                    <a:pt x="8698" y="81"/>
                  </a:moveTo>
                  <a:lnTo>
                    <a:pt x="9162" y="121"/>
                  </a:lnTo>
                  <a:lnTo>
                    <a:pt x="9647" y="162"/>
                  </a:lnTo>
                  <a:lnTo>
                    <a:pt x="10111" y="243"/>
                  </a:lnTo>
                  <a:lnTo>
                    <a:pt x="10555" y="343"/>
                  </a:lnTo>
                  <a:lnTo>
                    <a:pt x="10999" y="444"/>
                  </a:lnTo>
                  <a:lnTo>
                    <a:pt x="11443" y="565"/>
                  </a:lnTo>
                  <a:lnTo>
                    <a:pt x="11887" y="707"/>
                  </a:lnTo>
                  <a:lnTo>
                    <a:pt x="12311" y="848"/>
                  </a:lnTo>
                  <a:lnTo>
                    <a:pt x="12734" y="1009"/>
                  </a:lnTo>
                  <a:lnTo>
                    <a:pt x="13582" y="1373"/>
                  </a:lnTo>
                  <a:lnTo>
                    <a:pt x="14389" y="1756"/>
                  </a:lnTo>
                  <a:lnTo>
                    <a:pt x="15176" y="2160"/>
                  </a:lnTo>
                  <a:lnTo>
                    <a:pt x="15943" y="2563"/>
                  </a:lnTo>
                  <a:lnTo>
                    <a:pt x="16669" y="2987"/>
                  </a:lnTo>
                  <a:lnTo>
                    <a:pt x="18021" y="3754"/>
                  </a:lnTo>
                  <a:lnTo>
                    <a:pt x="19353" y="4561"/>
                  </a:lnTo>
                  <a:lnTo>
                    <a:pt x="22017" y="6176"/>
                  </a:lnTo>
                  <a:lnTo>
                    <a:pt x="24439" y="7649"/>
                  </a:lnTo>
                  <a:lnTo>
                    <a:pt x="25670" y="8395"/>
                  </a:lnTo>
                  <a:lnTo>
                    <a:pt x="26901" y="9102"/>
                  </a:lnTo>
                  <a:lnTo>
                    <a:pt x="28152" y="9808"/>
                  </a:lnTo>
                  <a:lnTo>
                    <a:pt x="29403" y="10494"/>
                  </a:lnTo>
                  <a:lnTo>
                    <a:pt x="30654" y="11160"/>
                  </a:lnTo>
                  <a:lnTo>
                    <a:pt x="31925" y="11806"/>
                  </a:lnTo>
                  <a:lnTo>
                    <a:pt x="33217" y="12391"/>
                  </a:lnTo>
                  <a:lnTo>
                    <a:pt x="34509" y="12956"/>
                  </a:lnTo>
                  <a:lnTo>
                    <a:pt x="35820" y="13481"/>
                  </a:lnTo>
                  <a:lnTo>
                    <a:pt x="36486" y="13743"/>
                  </a:lnTo>
                  <a:lnTo>
                    <a:pt x="37152" y="13965"/>
                  </a:lnTo>
                  <a:lnTo>
                    <a:pt x="37818" y="14187"/>
                  </a:lnTo>
                  <a:lnTo>
                    <a:pt x="38484" y="14389"/>
                  </a:lnTo>
                  <a:lnTo>
                    <a:pt x="39170" y="14591"/>
                  </a:lnTo>
                  <a:lnTo>
                    <a:pt x="39856" y="14772"/>
                  </a:lnTo>
                  <a:lnTo>
                    <a:pt x="40542" y="14934"/>
                  </a:lnTo>
                  <a:lnTo>
                    <a:pt x="41228" y="15075"/>
                  </a:lnTo>
                  <a:lnTo>
                    <a:pt x="41935" y="15216"/>
                  </a:lnTo>
                  <a:lnTo>
                    <a:pt x="42621" y="15317"/>
                  </a:lnTo>
                  <a:lnTo>
                    <a:pt x="43246" y="15418"/>
                  </a:lnTo>
                  <a:lnTo>
                    <a:pt x="43852" y="15479"/>
                  </a:lnTo>
                  <a:lnTo>
                    <a:pt x="44437" y="15519"/>
                  </a:lnTo>
                  <a:lnTo>
                    <a:pt x="45002" y="15539"/>
                  </a:lnTo>
                  <a:lnTo>
                    <a:pt x="45567" y="15539"/>
                  </a:lnTo>
                  <a:lnTo>
                    <a:pt x="46092" y="15519"/>
                  </a:lnTo>
                  <a:lnTo>
                    <a:pt x="46596" y="15479"/>
                  </a:lnTo>
                  <a:lnTo>
                    <a:pt x="47081" y="15398"/>
                  </a:lnTo>
                  <a:lnTo>
                    <a:pt x="47565" y="15317"/>
                  </a:lnTo>
                  <a:lnTo>
                    <a:pt x="48009" y="15216"/>
                  </a:lnTo>
                  <a:lnTo>
                    <a:pt x="48453" y="15075"/>
                  </a:lnTo>
                  <a:lnTo>
                    <a:pt x="48877" y="14934"/>
                  </a:lnTo>
                  <a:lnTo>
                    <a:pt x="49280" y="14752"/>
                  </a:lnTo>
                  <a:lnTo>
                    <a:pt x="49664" y="14550"/>
                  </a:lnTo>
                  <a:lnTo>
                    <a:pt x="50027" y="14348"/>
                  </a:lnTo>
                  <a:lnTo>
                    <a:pt x="50390" y="14106"/>
                  </a:lnTo>
                  <a:lnTo>
                    <a:pt x="50612" y="13925"/>
                  </a:lnTo>
                  <a:lnTo>
                    <a:pt x="50814" y="13763"/>
                  </a:lnTo>
                  <a:lnTo>
                    <a:pt x="51036" y="13622"/>
                  </a:lnTo>
                  <a:lnTo>
                    <a:pt x="51258" y="13481"/>
                  </a:lnTo>
                  <a:lnTo>
                    <a:pt x="51500" y="13380"/>
                  </a:lnTo>
                  <a:lnTo>
                    <a:pt x="51662" y="13339"/>
                  </a:lnTo>
                  <a:lnTo>
                    <a:pt x="51823" y="13299"/>
                  </a:lnTo>
                  <a:lnTo>
                    <a:pt x="51984" y="13299"/>
                  </a:lnTo>
                  <a:lnTo>
                    <a:pt x="52146" y="13319"/>
                  </a:lnTo>
                  <a:lnTo>
                    <a:pt x="52307" y="13360"/>
                  </a:lnTo>
                  <a:lnTo>
                    <a:pt x="52449" y="13420"/>
                  </a:lnTo>
                  <a:lnTo>
                    <a:pt x="52570" y="13521"/>
                  </a:lnTo>
                  <a:lnTo>
                    <a:pt x="52691" y="13642"/>
                  </a:lnTo>
                  <a:lnTo>
                    <a:pt x="52771" y="13804"/>
                  </a:lnTo>
                  <a:lnTo>
                    <a:pt x="52832" y="13985"/>
                  </a:lnTo>
                  <a:lnTo>
                    <a:pt x="52852" y="14167"/>
                  </a:lnTo>
                  <a:lnTo>
                    <a:pt x="52872" y="14348"/>
                  </a:lnTo>
                  <a:lnTo>
                    <a:pt x="52872" y="14893"/>
                  </a:lnTo>
                  <a:lnTo>
                    <a:pt x="52832" y="15398"/>
                  </a:lnTo>
                  <a:lnTo>
                    <a:pt x="52751" y="15902"/>
                  </a:lnTo>
                  <a:lnTo>
                    <a:pt x="52630" y="16366"/>
                  </a:lnTo>
                  <a:lnTo>
                    <a:pt x="52489" y="16831"/>
                  </a:lnTo>
                  <a:lnTo>
                    <a:pt x="52307" y="17254"/>
                  </a:lnTo>
                  <a:lnTo>
                    <a:pt x="52085" y="17658"/>
                  </a:lnTo>
                  <a:lnTo>
                    <a:pt x="51823" y="18041"/>
                  </a:lnTo>
                  <a:lnTo>
                    <a:pt x="51540" y="18405"/>
                  </a:lnTo>
                  <a:lnTo>
                    <a:pt x="51238" y="18728"/>
                  </a:lnTo>
                  <a:lnTo>
                    <a:pt x="50895" y="19030"/>
                  </a:lnTo>
                  <a:lnTo>
                    <a:pt x="50511" y="19293"/>
                  </a:lnTo>
                  <a:lnTo>
                    <a:pt x="50128" y="19535"/>
                  </a:lnTo>
                  <a:lnTo>
                    <a:pt x="49684" y="19737"/>
                  </a:lnTo>
                  <a:lnTo>
                    <a:pt x="49240" y="19898"/>
                  </a:lnTo>
                  <a:lnTo>
                    <a:pt x="48756" y="20039"/>
                  </a:lnTo>
                  <a:lnTo>
                    <a:pt x="48211" y="20140"/>
                  </a:lnTo>
                  <a:lnTo>
                    <a:pt x="47666" y="20221"/>
                  </a:lnTo>
                  <a:lnTo>
                    <a:pt x="47121" y="20261"/>
                  </a:lnTo>
                  <a:lnTo>
                    <a:pt x="46031" y="20261"/>
                  </a:lnTo>
                  <a:lnTo>
                    <a:pt x="45507" y="20241"/>
                  </a:lnTo>
                  <a:lnTo>
                    <a:pt x="44437" y="20160"/>
                  </a:lnTo>
                  <a:lnTo>
                    <a:pt x="42924" y="20019"/>
                  </a:lnTo>
                  <a:lnTo>
                    <a:pt x="41410" y="19858"/>
                  </a:lnTo>
                  <a:lnTo>
                    <a:pt x="38403" y="19494"/>
                  </a:lnTo>
                  <a:lnTo>
                    <a:pt x="36183" y="19212"/>
                  </a:lnTo>
                  <a:lnTo>
                    <a:pt x="33964" y="18970"/>
                  </a:lnTo>
                  <a:lnTo>
                    <a:pt x="32834" y="18849"/>
                  </a:lnTo>
                  <a:lnTo>
                    <a:pt x="31724" y="18768"/>
                  </a:lnTo>
                  <a:lnTo>
                    <a:pt x="30614" y="18687"/>
                  </a:lnTo>
                  <a:lnTo>
                    <a:pt x="29484" y="18627"/>
                  </a:lnTo>
                  <a:lnTo>
                    <a:pt x="28374" y="18606"/>
                  </a:lnTo>
                  <a:lnTo>
                    <a:pt x="27264" y="18606"/>
                  </a:lnTo>
                  <a:lnTo>
                    <a:pt x="26134" y="18627"/>
                  </a:lnTo>
                  <a:lnTo>
                    <a:pt x="25024" y="18687"/>
                  </a:lnTo>
                  <a:lnTo>
                    <a:pt x="23914" y="18788"/>
                  </a:lnTo>
                  <a:lnTo>
                    <a:pt x="22824" y="18909"/>
                  </a:lnTo>
                  <a:lnTo>
                    <a:pt x="21714" y="19091"/>
                  </a:lnTo>
                  <a:lnTo>
                    <a:pt x="20625" y="19313"/>
                  </a:lnTo>
                  <a:lnTo>
                    <a:pt x="19555" y="19595"/>
                  </a:lnTo>
                  <a:lnTo>
                    <a:pt x="18486" y="19898"/>
                  </a:lnTo>
                  <a:lnTo>
                    <a:pt x="17456" y="20241"/>
                  </a:lnTo>
                  <a:lnTo>
                    <a:pt x="16407" y="20645"/>
                  </a:lnTo>
                  <a:lnTo>
                    <a:pt x="15398" y="21048"/>
                  </a:lnTo>
                  <a:lnTo>
                    <a:pt x="14389" y="21512"/>
                  </a:lnTo>
                  <a:lnTo>
                    <a:pt x="13400" y="21977"/>
                  </a:lnTo>
                  <a:lnTo>
                    <a:pt x="12411" y="22481"/>
                  </a:lnTo>
                  <a:lnTo>
                    <a:pt x="11423" y="23006"/>
                  </a:lnTo>
                  <a:lnTo>
                    <a:pt x="10454" y="23551"/>
                  </a:lnTo>
                  <a:lnTo>
                    <a:pt x="9505" y="24116"/>
                  </a:lnTo>
                  <a:lnTo>
                    <a:pt x="8537" y="24681"/>
                  </a:lnTo>
                  <a:lnTo>
                    <a:pt x="6660" y="25851"/>
                  </a:lnTo>
                  <a:lnTo>
                    <a:pt x="4783" y="27022"/>
                  </a:lnTo>
                  <a:lnTo>
                    <a:pt x="4703" y="27082"/>
                  </a:lnTo>
                  <a:lnTo>
                    <a:pt x="4339" y="27304"/>
                  </a:lnTo>
                  <a:lnTo>
                    <a:pt x="4017" y="27465"/>
                  </a:lnTo>
                  <a:lnTo>
                    <a:pt x="3694" y="27587"/>
                  </a:lnTo>
                  <a:lnTo>
                    <a:pt x="3411" y="27647"/>
                  </a:lnTo>
                  <a:lnTo>
                    <a:pt x="3149" y="27667"/>
                  </a:lnTo>
                  <a:lnTo>
                    <a:pt x="3028" y="27667"/>
                  </a:lnTo>
                  <a:lnTo>
                    <a:pt x="2907" y="27647"/>
                  </a:lnTo>
                  <a:lnTo>
                    <a:pt x="2806" y="27607"/>
                  </a:lnTo>
                  <a:lnTo>
                    <a:pt x="2685" y="27566"/>
                  </a:lnTo>
                  <a:lnTo>
                    <a:pt x="2584" y="27506"/>
                  </a:lnTo>
                  <a:lnTo>
                    <a:pt x="2503" y="27445"/>
                  </a:lnTo>
                  <a:lnTo>
                    <a:pt x="2382" y="27344"/>
                  </a:lnTo>
                  <a:lnTo>
                    <a:pt x="2301" y="27223"/>
                  </a:lnTo>
                  <a:lnTo>
                    <a:pt x="2220" y="27082"/>
                  </a:lnTo>
                  <a:lnTo>
                    <a:pt x="2140" y="26941"/>
                  </a:lnTo>
                  <a:lnTo>
                    <a:pt x="2039" y="26638"/>
                  </a:lnTo>
                  <a:lnTo>
                    <a:pt x="1958" y="26295"/>
                  </a:lnTo>
                  <a:lnTo>
                    <a:pt x="1716" y="25064"/>
                  </a:lnTo>
                  <a:lnTo>
                    <a:pt x="1474" y="23813"/>
                  </a:lnTo>
                  <a:lnTo>
                    <a:pt x="1232" y="22562"/>
                  </a:lnTo>
                  <a:lnTo>
                    <a:pt x="1030" y="21311"/>
                  </a:lnTo>
                  <a:lnTo>
                    <a:pt x="828" y="20059"/>
                  </a:lnTo>
                  <a:lnTo>
                    <a:pt x="667" y="18808"/>
                  </a:lnTo>
                  <a:lnTo>
                    <a:pt x="505" y="17537"/>
                  </a:lnTo>
                  <a:lnTo>
                    <a:pt x="364" y="16286"/>
                  </a:lnTo>
                  <a:lnTo>
                    <a:pt x="283" y="15378"/>
                  </a:lnTo>
                  <a:lnTo>
                    <a:pt x="202" y="14550"/>
                  </a:lnTo>
                  <a:lnTo>
                    <a:pt x="162" y="13743"/>
                  </a:lnTo>
                  <a:lnTo>
                    <a:pt x="122" y="13017"/>
                  </a:lnTo>
                  <a:lnTo>
                    <a:pt x="102" y="12310"/>
                  </a:lnTo>
                  <a:lnTo>
                    <a:pt x="81" y="11664"/>
                  </a:lnTo>
                  <a:lnTo>
                    <a:pt x="102" y="11059"/>
                  </a:lnTo>
                  <a:lnTo>
                    <a:pt x="102" y="10494"/>
                  </a:lnTo>
                  <a:lnTo>
                    <a:pt x="162" y="9485"/>
                  </a:lnTo>
                  <a:lnTo>
                    <a:pt x="263" y="8597"/>
                  </a:lnTo>
                  <a:lnTo>
                    <a:pt x="364" y="7810"/>
                  </a:lnTo>
                  <a:lnTo>
                    <a:pt x="505" y="7124"/>
                  </a:lnTo>
                  <a:lnTo>
                    <a:pt x="606" y="6680"/>
                  </a:lnTo>
                  <a:lnTo>
                    <a:pt x="707" y="6236"/>
                  </a:lnTo>
                  <a:lnTo>
                    <a:pt x="828" y="5812"/>
                  </a:lnTo>
                  <a:lnTo>
                    <a:pt x="969" y="5409"/>
                  </a:lnTo>
                  <a:lnTo>
                    <a:pt x="1111" y="5005"/>
                  </a:lnTo>
                  <a:lnTo>
                    <a:pt x="1252" y="4642"/>
                  </a:lnTo>
                  <a:lnTo>
                    <a:pt x="1413" y="4279"/>
                  </a:lnTo>
                  <a:lnTo>
                    <a:pt x="1595" y="3915"/>
                  </a:lnTo>
                  <a:lnTo>
                    <a:pt x="1777" y="3592"/>
                  </a:lnTo>
                  <a:lnTo>
                    <a:pt x="1978" y="3270"/>
                  </a:lnTo>
                  <a:lnTo>
                    <a:pt x="2180" y="2967"/>
                  </a:lnTo>
                  <a:lnTo>
                    <a:pt x="2402" y="2684"/>
                  </a:lnTo>
                  <a:lnTo>
                    <a:pt x="2624" y="2402"/>
                  </a:lnTo>
                  <a:lnTo>
                    <a:pt x="2866" y="2160"/>
                  </a:lnTo>
                  <a:lnTo>
                    <a:pt x="3108" y="1918"/>
                  </a:lnTo>
                  <a:lnTo>
                    <a:pt x="3371" y="1675"/>
                  </a:lnTo>
                  <a:lnTo>
                    <a:pt x="3613" y="1494"/>
                  </a:lnTo>
                  <a:lnTo>
                    <a:pt x="3855" y="1312"/>
                  </a:lnTo>
                  <a:lnTo>
                    <a:pt x="4117" y="1151"/>
                  </a:lnTo>
                  <a:lnTo>
                    <a:pt x="4400" y="989"/>
                  </a:lnTo>
                  <a:lnTo>
                    <a:pt x="4682" y="848"/>
                  </a:lnTo>
                  <a:lnTo>
                    <a:pt x="4965" y="707"/>
                  </a:lnTo>
                  <a:lnTo>
                    <a:pt x="5268" y="586"/>
                  </a:lnTo>
                  <a:lnTo>
                    <a:pt x="5570" y="485"/>
                  </a:lnTo>
                  <a:lnTo>
                    <a:pt x="5893" y="384"/>
                  </a:lnTo>
                  <a:lnTo>
                    <a:pt x="6196" y="303"/>
                  </a:lnTo>
                  <a:lnTo>
                    <a:pt x="6539" y="243"/>
                  </a:lnTo>
                  <a:lnTo>
                    <a:pt x="6862" y="182"/>
                  </a:lnTo>
                  <a:lnTo>
                    <a:pt x="7205" y="121"/>
                  </a:lnTo>
                  <a:lnTo>
                    <a:pt x="7548" y="101"/>
                  </a:lnTo>
                  <a:lnTo>
                    <a:pt x="7891" y="81"/>
                  </a:lnTo>
                  <a:close/>
                  <a:moveTo>
                    <a:pt x="7730" y="0"/>
                  </a:moveTo>
                  <a:lnTo>
                    <a:pt x="7265" y="41"/>
                  </a:lnTo>
                  <a:lnTo>
                    <a:pt x="6801" y="101"/>
                  </a:lnTo>
                  <a:lnTo>
                    <a:pt x="6378" y="182"/>
                  </a:lnTo>
                  <a:lnTo>
                    <a:pt x="5934" y="283"/>
                  </a:lnTo>
                  <a:lnTo>
                    <a:pt x="5530" y="424"/>
                  </a:lnTo>
                  <a:lnTo>
                    <a:pt x="5106" y="565"/>
                  </a:lnTo>
                  <a:lnTo>
                    <a:pt x="4723" y="727"/>
                  </a:lnTo>
                  <a:lnTo>
                    <a:pt x="4339" y="929"/>
                  </a:lnTo>
                  <a:lnTo>
                    <a:pt x="3976" y="1130"/>
                  </a:lnTo>
                  <a:lnTo>
                    <a:pt x="3633" y="1373"/>
                  </a:lnTo>
                  <a:lnTo>
                    <a:pt x="3310" y="1615"/>
                  </a:lnTo>
                  <a:lnTo>
                    <a:pt x="3048" y="1857"/>
                  </a:lnTo>
                  <a:lnTo>
                    <a:pt x="2806" y="2099"/>
                  </a:lnTo>
                  <a:lnTo>
                    <a:pt x="2564" y="2361"/>
                  </a:lnTo>
                  <a:lnTo>
                    <a:pt x="2342" y="2624"/>
                  </a:lnTo>
                  <a:lnTo>
                    <a:pt x="2120" y="2927"/>
                  </a:lnTo>
                  <a:lnTo>
                    <a:pt x="1918" y="3229"/>
                  </a:lnTo>
                  <a:lnTo>
                    <a:pt x="1716" y="3552"/>
                  </a:lnTo>
                  <a:lnTo>
                    <a:pt x="1534" y="3875"/>
                  </a:lnTo>
                  <a:lnTo>
                    <a:pt x="1353" y="4238"/>
                  </a:lnTo>
                  <a:lnTo>
                    <a:pt x="1191" y="4601"/>
                  </a:lnTo>
                  <a:lnTo>
                    <a:pt x="1030" y="4985"/>
                  </a:lnTo>
                  <a:lnTo>
                    <a:pt x="889" y="5388"/>
                  </a:lnTo>
                  <a:lnTo>
                    <a:pt x="747" y="5792"/>
                  </a:lnTo>
                  <a:lnTo>
                    <a:pt x="626" y="6216"/>
                  </a:lnTo>
                  <a:lnTo>
                    <a:pt x="525" y="6660"/>
                  </a:lnTo>
                  <a:lnTo>
                    <a:pt x="424" y="7104"/>
                  </a:lnTo>
                  <a:lnTo>
                    <a:pt x="283" y="7810"/>
                  </a:lnTo>
                  <a:lnTo>
                    <a:pt x="182" y="8577"/>
                  </a:lnTo>
                  <a:lnTo>
                    <a:pt x="81" y="9485"/>
                  </a:lnTo>
                  <a:lnTo>
                    <a:pt x="21" y="10494"/>
                  </a:lnTo>
                  <a:lnTo>
                    <a:pt x="21" y="11059"/>
                  </a:lnTo>
                  <a:lnTo>
                    <a:pt x="1" y="11664"/>
                  </a:lnTo>
                  <a:lnTo>
                    <a:pt x="21" y="12310"/>
                  </a:lnTo>
                  <a:lnTo>
                    <a:pt x="41" y="13017"/>
                  </a:lnTo>
                  <a:lnTo>
                    <a:pt x="81" y="13743"/>
                  </a:lnTo>
                  <a:lnTo>
                    <a:pt x="122" y="14550"/>
                  </a:lnTo>
                  <a:lnTo>
                    <a:pt x="202" y="15398"/>
                  </a:lnTo>
                  <a:lnTo>
                    <a:pt x="283" y="16306"/>
                  </a:lnTo>
                  <a:lnTo>
                    <a:pt x="424" y="17557"/>
                  </a:lnTo>
                  <a:lnTo>
                    <a:pt x="586" y="18808"/>
                  </a:lnTo>
                  <a:lnTo>
                    <a:pt x="768" y="20080"/>
                  </a:lnTo>
                  <a:lnTo>
                    <a:pt x="949" y="21331"/>
                  </a:lnTo>
                  <a:lnTo>
                    <a:pt x="1151" y="22582"/>
                  </a:lnTo>
                  <a:lnTo>
                    <a:pt x="1393" y="23833"/>
                  </a:lnTo>
                  <a:lnTo>
                    <a:pt x="1635" y="25084"/>
                  </a:lnTo>
                  <a:lnTo>
                    <a:pt x="1877" y="26315"/>
                  </a:lnTo>
                  <a:lnTo>
                    <a:pt x="1978" y="26658"/>
                  </a:lnTo>
                  <a:lnTo>
                    <a:pt x="2079" y="26981"/>
                  </a:lnTo>
                  <a:lnTo>
                    <a:pt x="2140" y="27143"/>
                  </a:lnTo>
                  <a:lnTo>
                    <a:pt x="2241" y="27264"/>
                  </a:lnTo>
                  <a:lnTo>
                    <a:pt x="2342" y="27405"/>
                  </a:lnTo>
                  <a:lnTo>
                    <a:pt x="2442" y="27506"/>
                  </a:lnTo>
                  <a:lnTo>
                    <a:pt x="2604" y="27607"/>
                  </a:lnTo>
                  <a:lnTo>
                    <a:pt x="2786" y="27687"/>
                  </a:lnTo>
                  <a:lnTo>
                    <a:pt x="2967" y="27728"/>
                  </a:lnTo>
                  <a:lnTo>
                    <a:pt x="3169" y="27748"/>
                  </a:lnTo>
                  <a:lnTo>
                    <a:pt x="3330" y="27748"/>
                  </a:lnTo>
                  <a:lnTo>
                    <a:pt x="3512" y="27708"/>
                  </a:lnTo>
                  <a:lnTo>
                    <a:pt x="3694" y="27667"/>
                  </a:lnTo>
                  <a:lnTo>
                    <a:pt x="3875" y="27607"/>
                  </a:lnTo>
                  <a:lnTo>
                    <a:pt x="4077" y="27526"/>
                  </a:lnTo>
                  <a:lnTo>
                    <a:pt x="4299" y="27425"/>
                  </a:lnTo>
                  <a:lnTo>
                    <a:pt x="4743" y="27163"/>
                  </a:lnTo>
                  <a:lnTo>
                    <a:pt x="4844" y="27102"/>
                  </a:lnTo>
                  <a:lnTo>
                    <a:pt x="6700" y="25912"/>
                  </a:lnTo>
                  <a:lnTo>
                    <a:pt x="8577" y="24761"/>
                  </a:lnTo>
                  <a:lnTo>
                    <a:pt x="9546" y="24176"/>
                  </a:lnTo>
                  <a:lnTo>
                    <a:pt x="10494" y="23631"/>
                  </a:lnTo>
                  <a:lnTo>
                    <a:pt x="11463" y="23086"/>
                  </a:lnTo>
                  <a:lnTo>
                    <a:pt x="12432" y="22562"/>
                  </a:lnTo>
                  <a:lnTo>
                    <a:pt x="13420" y="22057"/>
                  </a:lnTo>
                  <a:lnTo>
                    <a:pt x="14429" y="21573"/>
                  </a:lnTo>
                  <a:lnTo>
                    <a:pt x="15418" y="21129"/>
                  </a:lnTo>
                  <a:lnTo>
                    <a:pt x="16447" y="20705"/>
                  </a:lnTo>
                  <a:lnTo>
                    <a:pt x="17477" y="20322"/>
                  </a:lnTo>
                  <a:lnTo>
                    <a:pt x="18506" y="19979"/>
                  </a:lnTo>
                  <a:lnTo>
                    <a:pt x="19575" y="19676"/>
                  </a:lnTo>
                  <a:lnTo>
                    <a:pt x="20645" y="19393"/>
                  </a:lnTo>
                  <a:lnTo>
                    <a:pt x="21735" y="19171"/>
                  </a:lnTo>
                  <a:lnTo>
                    <a:pt x="22824" y="18990"/>
                  </a:lnTo>
                  <a:lnTo>
                    <a:pt x="23934" y="18869"/>
                  </a:lnTo>
                  <a:lnTo>
                    <a:pt x="25044" y="18768"/>
                  </a:lnTo>
                  <a:lnTo>
                    <a:pt x="26154" y="18707"/>
                  </a:lnTo>
                  <a:lnTo>
                    <a:pt x="27264" y="18687"/>
                  </a:lnTo>
                  <a:lnTo>
                    <a:pt x="28374" y="18687"/>
                  </a:lnTo>
                  <a:lnTo>
                    <a:pt x="29484" y="18707"/>
                  </a:lnTo>
                  <a:lnTo>
                    <a:pt x="30614" y="18768"/>
                  </a:lnTo>
                  <a:lnTo>
                    <a:pt x="31724" y="18849"/>
                  </a:lnTo>
                  <a:lnTo>
                    <a:pt x="32834" y="18929"/>
                  </a:lnTo>
                  <a:lnTo>
                    <a:pt x="33944" y="19050"/>
                  </a:lnTo>
                  <a:lnTo>
                    <a:pt x="36183" y="19293"/>
                  </a:lnTo>
                  <a:lnTo>
                    <a:pt x="38383" y="19575"/>
                  </a:lnTo>
                  <a:lnTo>
                    <a:pt x="41390" y="19938"/>
                  </a:lnTo>
                  <a:lnTo>
                    <a:pt x="42924" y="20100"/>
                  </a:lnTo>
                  <a:lnTo>
                    <a:pt x="44437" y="20241"/>
                  </a:lnTo>
                  <a:lnTo>
                    <a:pt x="45507" y="20322"/>
                  </a:lnTo>
                  <a:lnTo>
                    <a:pt x="46031" y="20342"/>
                  </a:lnTo>
                  <a:lnTo>
                    <a:pt x="47141" y="20342"/>
                  </a:lnTo>
                  <a:lnTo>
                    <a:pt x="47686" y="20302"/>
                  </a:lnTo>
                  <a:lnTo>
                    <a:pt x="48231" y="20221"/>
                  </a:lnTo>
                  <a:lnTo>
                    <a:pt x="48776" y="20120"/>
                  </a:lnTo>
                  <a:lnTo>
                    <a:pt x="49260" y="19979"/>
                  </a:lnTo>
                  <a:lnTo>
                    <a:pt x="49724" y="19797"/>
                  </a:lnTo>
                  <a:lnTo>
                    <a:pt x="50168" y="19595"/>
                  </a:lnTo>
                  <a:lnTo>
                    <a:pt x="50572" y="19353"/>
                  </a:lnTo>
                  <a:lnTo>
                    <a:pt x="50955" y="19071"/>
                  </a:lnTo>
                  <a:lnTo>
                    <a:pt x="51319" y="18748"/>
                  </a:lnTo>
                  <a:lnTo>
                    <a:pt x="51641" y="18405"/>
                  </a:lnTo>
                  <a:lnTo>
                    <a:pt x="51924" y="18041"/>
                  </a:lnTo>
                  <a:lnTo>
                    <a:pt x="52186" y="17638"/>
                  </a:lnTo>
                  <a:lnTo>
                    <a:pt x="52388" y="17234"/>
                  </a:lnTo>
                  <a:lnTo>
                    <a:pt x="52570" y="16790"/>
                  </a:lnTo>
                  <a:lnTo>
                    <a:pt x="52731" y="16346"/>
                  </a:lnTo>
                  <a:lnTo>
                    <a:pt x="52832" y="15862"/>
                  </a:lnTo>
                  <a:lnTo>
                    <a:pt x="52913" y="15378"/>
                  </a:lnTo>
                  <a:lnTo>
                    <a:pt x="52953" y="14873"/>
                  </a:lnTo>
                  <a:lnTo>
                    <a:pt x="52953" y="14348"/>
                  </a:lnTo>
                  <a:lnTo>
                    <a:pt x="52933" y="14147"/>
                  </a:lnTo>
                  <a:lnTo>
                    <a:pt x="52913" y="13965"/>
                  </a:lnTo>
                  <a:lnTo>
                    <a:pt x="52852" y="13763"/>
                  </a:lnTo>
                  <a:lnTo>
                    <a:pt x="52812" y="13662"/>
                  </a:lnTo>
                  <a:lnTo>
                    <a:pt x="52751" y="13582"/>
                  </a:lnTo>
                  <a:lnTo>
                    <a:pt x="52630" y="13461"/>
                  </a:lnTo>
                  <a:lnTo>
                    <a:pt x="52489" y="13360"/>
                  </a:lnTo>
                  <a:lnTo>
                    <a:pt x="52348" y="13279"/>
                  </a:lnTo>
                  <a:lnTo>
                    <a:pt x="52166" y="13239"/>
                  </a:lnTo>
                  <a:lnTo>
                    <a:pt x="51984" y="13218"/>
                  </a:lnTo>
                  <a:lnTo>
                    <a:pt x="51823" y="13218"/>
                  </a:lnTo>
                  <a:lnTo>
                    <a:pt x="51641" y="13259"/>
                  </a:lnTo>
                  <a:lnTo>
                    <a:pt x="51480" y="13299"/>
                  </a:lnTo>
                  <a:lnTo>
                    <a:pt x="51238" y="13400"/>
                  </a:lnTo>
                  <a:lnTo>
                    <a:pt x="50996" y="13541"/>
                  </a:lnTo>
                  <a:lnTo>
                    <a:pt x="50774" y="13703"/>
                  </a:lnTo>
                  <a:lnTo>
                    <a:pt x="50572" y="13864"/>
                  </a:lnTo>
                  <a:lnTo>
                    <a:pt x="50330" y="14026"/>
                  </a:lnTo>
                  <a:lnTo>
                    <a:pt x="49987" y="14268"/>
                  </a:lnTo>
                  <a:lnTo>
                    <a:pt x="49623" y="14490"/>
                  </a:lnTo>
                  <a:lnTo>
                    <a:pt x="49240" y="14691"/>
                  </a:lnTo>
                  <a:lnTo>
                    <a:pt x="48836" y="14853"/>
                  </a:lnTo>
                  <a:lnTo>
                    <a:pt x="48433" y="15014"/>
                  </a:lnTo>
                  <a:lnTo>
                    <a:pt x="47989" y="15135"/>
                  </a:lnTo>
                  <a:lnTo>
                    <a:pt x="47545" y="15236"/>
                  </a:lnTo>
                  <a:lnTo>
                    <a:pt x="47061" y="15337"/>
                  </a:lnTo>
                  <a:lnTo>
                    <a:pt x="46576" y="15398"/>
                  </a:lnTo>
                  <a:lnTo>
                    <a:pt x="46072" y="15438"/>
                  </a:lnTo>
                  <a:lnTo>
                    <a:pt x="45547" y="15458"/>
                  </a:lnTo>
                  <a:lnTo>
                    <a:pt x="45002" y="15458"/>
                  </a:lnTo>
                  <a:lnTo>
                    <a:pt x="44437" y="15438"/>
                  </a:lnTo>
                  <a:lnTo>
                    <a:pt x="43872" y="15398"/>
                  </a:lnTo>
                  <a:lnTo>
                    <a:pt x="43267" y="15337"/>
                  </a:lnTo>
                  <a:lnTo>
                    <a:pt x="42641" y="15236"/>
                  </a:lnTo>
                  <a:lnTo>
                    <a:pt x="41935" y="15135"/>
                  </a:lnTo>
                  <a:lnTo>
                    <a:pt x="41249" y="14994"/>
                  </a:lnTo>
                  <a:lnTo>
                    <a:pt x="40563" y="14853"/>
                  </a:lnTo>
                  <a:lnTo>
                    <a:pt x="39876" y="14691"/>
                  </a:lnTo>
                  <a:lnTo>
                    <a:pt x="39190" y="14510"/>
                  </a:lnTo>
                  <a:lnTo>
                    <a:pt x="38504" y="14308"/>
                  </a:lnTo>
                  <a:lnTo>
                    <a:pt x="37838" y="14106"/>
                  </a:lnTo>
                  <a:lnTo>
                    <a:pt x="37172" y="13884"/>
                  </a:lnTo>
                  <a:lnTo>
                    <a:pt x="36506" y="13662"/>
                  </a:lnTo>
                  <a:lnTo>
                    <a:pt x="35840" y="13420"/>
                  </a:lnTo>
                  <a:lnTo>
                    <a:pt x="34529" y="12895"/>
                  </a:lnTo>
                  <a:lnTo>
                    <a:pt x="33237" y="12330"/>
                  </a:lnTo>
                  <a:lnTo>
                    <a:pt x="31966" y="11725"/>
                  </a:lnTo>
                  <a:lnTo>
                    <a:pt x="30695" y="11079"/>
                  </a:lnTo>
                  <a:lnTo>
                    <a:pt x="29423" y="10434"/>
                  </a:lnTo>
                  <a:lnTo>
                    <a:pt x="28172" y="9747"/>
                  </a:lnTo>
                  <a:lnTo>
                    <a:pt x="26941" y="9041"/>
                  </a:lnTo>
                  <a:lnTo>
                    <a:pt x="25710" y="8315"/>
                  </a:lnTo>
                  <a:lnTo>
                    <a:pt x="24479" y="7588"/>
                  </a:lnTo>
                  <a:lnTo>
                    <a:pt x="22057" y="6115"/>
                  </a:lnTo>
                  <a:lnTo>
                    <a:pt x="19394" y="4501"/>
                  </a:lnTo>
                  <a:lnTo>
                    <a:pt x="18062" y="3693"/>
                  </a:lnTo>
                  <a:lnTo>
                    <a:pt x="16710" y="2906"/>
                  </a:lnTo>
                  <a:lnTo>
                    <a:pt x="15983" y="2503"/>
                  </a:lnTo>
                  <a:lnTo>
                    <a:pt x="15216" y="2079"/>
                  </a:lnTo>
                  <a:lnTo>
                    <a:pt x="14429" y="1675"/>
                  </a:lnTo>
                  <a:lnTo>
                    <a:pt x="13602" y="1292"/>
                  </a:lnTo>
                  <a:lnTo>
                    <a:pt x="12775" y="949"/>
                  </a:lnTo>
                  <a:lnTo>
                    <a:pt x="12331" y="787"/>
                  </a:lnTo>
                  <a:lnTo>
                    <a:pt x="11907" y="626"/>
                  </a:lnTo>
                  <a:lnTo>
                    <a:pt x="11463" y="485"/>
                  </a:lnTo>
                  <a:lnTo>
                    <a:pt x="11019" y="364"/>
                  </a:lnTo>
                  <a:lnTo>
                    <a:pt x="10575" y="263"/>
                  </a:lnTo>
                  <a:lnTo>
                    <a:pt x="10131" y="162"/>
                  </a:lnTo>
                  <a:lnTo>
                    <a:pt x="9627" y="81"/>
                  </a:lnTo>
                  <a:lnTo>
                    <a:pt x="9142" y="41"/>
                  </a:lnTo>
                  <a:lnTo>
                    <a:pt x="86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7"/>
            <p:cNvSpPr/>
            <p:nvPr/>
          </p:nvSpPr>
          <p:spPr>
            <a:xfrm flipH="1">
              <a:off x="1864587" y="-1494826"/>
              <a:ext cx="530339" cy="361051"/>
            </a:xfrm>
            <a:custGeom>
              <a:rect b="b" l="l" r="r" t="t"/>
              <a:pathLst>
                <a:path extrusionOk="0" h="6458" w="9486">
                  <a:moveTo>
                    <a:pt x="8880" y="81"/>
                  </a:moveTo>
                  <a:lnTo>
                    <a:pt x="9021" y="101"/>
                  </a:lnTo>
                  <a:lnTo>
                    <a:pt x="9142" y="142"/>
                  </a:lnTo>
                  <a:lnTo>
                    <a:pt x="9203" y="182"/>
                  </a:lnTo>
                  <a:lnTo>
                    <a:pt x="9263" y="243"/>
                  </a:lnTo>
                  <a:lnTo>
                    <a:pt x="9324" y="364"/>
                  </a:lnTo>
                  <a:lnTo>
                    <a:pt x="9364" y="505"/>
                  </a:lnTo>
                  <a:lnTo>
                    <a:pt x="9384" y="646"/>
                  </a:lnTo>
                  <a:lnTo>
                    <a:pt x="9405" y="868"/>
                  </a:lnTo>
                  <a:lnTo>
                    <a:pt x="9384" y="1070"/>
                  </a:lnTo>
                  <a:lnTo>
                    <a:pt x="9364" y="1272"/>
                  </a:lnTo>
                  <a:lnTo>
                    <a:pt x="9324" y="1474"/>
                  </a:lnTo>
                  <a:lnTo>
                    <a:pt x="9263" y="1675"/>
                  </a:lnTo>
                  <a:lnTo>
                    <a:pt x="9183" y="1877"/>
                  </a:lnTo>
                  <a:lnTo>
                    <a:pt x="9001" y="2261"/>
                  </a:lnTo>
                  <a:lnTo>
                    <a:pt x="8779" y="2624"/>
                  </a:lnTo>
                  <a:lnTo>
                    <a:pt x="8537" y="2967"/>
                  </a:lnTo>
                  <a:lnTo>
                    <a:pt x="8274" y="3290"/>
                  </a:lnTo>
                  <a:lnTo>
                    <a:pt x="8012" y="3592"/>
                  </a:lnTo>
                  <a:lnTo>
                    <a:pt x="7689" y="3936"/>
                  </a:lnTo>
                  <a:lnTo>
                    <a:pt x="7346" y="4299"/>
                  </a:lnTo>
                  <a:lnTo>
                    <a:pt x="6983" y="4662"/>
                  </a:lnTo>
                  <a:lnTo>
                    <a:pt x="6579" y="5005"/>
                  </a:lnTo>
                  <a:lnTo>
                    <a:pt x="6135" y="5348"/>
                  </a:lnTo>
                  <a:lnTo>
                    <a:pt x="5691" y="5651"/>
                  </a:lnTo>
                  <a:lnTo>
                    <a:pt x="5449" y="5772"/>
                  </a:lnTo>
                  <a:lnTo>
                    <a:pt x="5207" y="5913"/>
                  </a:lnTo>
                  <a:lnTo>
                    <a:pt x="4945" y="6014"/>
                  </a:lnTo>
                  <a:lnTo>
                    <a:pt x="4682" y="6115"/>
                  </a:lnTo>
                  <a:lnTo>
                    <a:pt x="4460" y="6196"/>
                  </a:lnTo>
                  <a:lnTo>
                    <a:pt x="4218" y="6256"/>
                  </a:lnTo>
                  <a:lnTo>
                    <a:pt x="3956" y="6317"/>
                  </a:lnTo>
                  <a:lnTo>
                    <a:pt x="3714" y="6357"/>
                  </a:lnTo>
                  <a:lnTo>
                    <a:pt x="3451" y="6377"/>
                  </a:lnTo>
                  <a:lnTo>
                    <a:pt x="2927" y="6377"/>
                  </a:lnTo>
                  <a:lnTo>
                    <a:pt x="2664" y="6337"/>
                  </a:lnTo>
                  <a:lnTo>
                    <a:pt x="2402" y="6297"/>
                  </a:lnTo>
                  <a:lnTo>
                    <a:pt x="2140" y="6236"/>
                  </a:lnTo>
                  <a:lnTo>
                    <a:pt x="1898" y="6155"/>
                  </a:lnTo>
                  <a:lnTo>
                    <a:pt x="1655" y="6054"/>
                  </a:lnTo>
                  <a:lnTo>
                    <a:pt x="1413" y="5933"/>
                  </a:lnTo>
                  <a:lnTo>
                    <a:pt x="1191" y="5792"/>
                  </a:lnTo>
                  <a:lnTo>
                    <a:pt x="969" y="5631"/>
                  </a:lnTo>
                  <a:lnTo>
                    <a:pt x="767" y="5429"/>
                  </a:lnTo>
                  <a:lnTo>
                    <a:pt x="586" y="5227"/>
                  </a:lnTo>
                  <a:lnTo>
                    <a:pt x="424" y="4985"/>
                  </a:lnTo>
                  <a:lnTo>
                    <a:pt x="303" y="4743"/>
                  </a:lnTo>
                  <a:lnTo>
                    <a:pt x="202" y="4501"/>
                  </a:lnTo>
                  <a:lnTo>
                    <a:pt x="122" y="4258"/>
                  </a:lnTo>
                  <a:lnTo>
                    <a:pt x="81" y="4016"/>
                  </a:lnTo>
                  <a:lnTo>
                    <a:pt x="81" y="3774"/>
                  </a:lnTo>
                  <a:lnTo>
                    <a:pt x="122" y="3532"/>
                  </a:lnTo>
                  <a:lnTo>
                    <a:pt x="182" y="3370"/>
                  </a:lnTo>
                  <a:lnTo>
                    <a:pt x="243" y="3189"/>
                  </a:lnTo>
                  <a:lnTo>
                    <a:pt x="344" y="3048"/>
                  </a:lnTo>
                  <a:lnTo>
                    <a:pt x="445" y="2906"/>
                  </a:lnTo>
                  <a:lnTo>
                    <a:pt x="586" y="2785"/>
                  </a:lnTo>
                  <a:lnTo>
                    <a:pt x="747" y="2664"/>
                  </a:lnTo>
                  <a:lnTo>
                    <a:pt x="909" y="2563"/>
                  </a:lnTo>
                  <a:lnTo>
                    <a:pt x="1111" y="2483"/>
                  </a:lnTo>
                  <a:lnTo>
                    <a:pt x="3310" y="1655"/>
                  </a:lnTo>
                  <a:lnTo>
                    <a:pt x="5530" y="868"/>
                  </a:lnTo>
                  <a:lnTo>
                    <a:pt x="6357" y="606"/>
                  </a:lnTo>
                  <a:lnTo>
                    <a:pt x="7165" y="364"/>
                  </a:lnTo>
                  <a:lnTo>
                    <a:pt x="7568" y="263"/>
                  </a:lnTo>
                  <a:lnTo>
                    <a:pt x="7972" y="182"/>
                  </a:lnTo>
                  <a:lnTo>
                    <a:pt x="8375" y="121"/>
                  </a:lnTo>
                  <a:lnTo>
                    <a:pt x="8779" y="81"/>
                  </a:lnTo>
                  <a:close/>
                  <a:moveTo>
                    <a:pt x="8759" y="0"/>
                  </a:moveTo>
                  <a:lnTo>
                    <a:pt x="8355" y="41"/>
                  </a:lnTo>
                  <a:lnTo>
                    <a:pt x="7952" y="101"/>
                  </a:lnTo>
                  <a:lnTo>
                    <a:pt x="7548" y="182"/>
                  </a:lnTo>
                  <a:lnTo>
                    <a:pt x="7144" y="283"/>
                  </a:lnTo>
                  <a:lnTo>
                    <a:pt x="6337" y="525"/>
                  </a:lnTo>
                  <a:lnTo>
                    <a:pt x="5510" y="787"/>
                  </a:lnTo>
                  <a:lnTo>
                    <a:pt x="3290" y="1574"/>
                  </a:lnTo>
                  <a:lnTo>
                    <a:pt x="1070" y="2402"/>
                  </a:lnTo>
                  <a:lnTo>
                    <a:pt x="868" y="2503"/>
                  </a:lnTo>
                  <a:lnTo>
                    <a:pt x="687" y="2604"/>
                  </a:lnTo>
                  <a:lnTo>
                    <a:pt x="525" y="2725"/>
                  </a:lnTo>
                  <a:lnTo>
                    <a:pt x="384" y="2846"/>
                  </a:lnTo>
                  <a:lnTo>
                    <a:pt x="263" y="3007"/>
                  </a:lnTo>
                  <a:lnTo>
                    <a:pt x="182" y="3169"/>
                  </a:lnTo>
                  <a:lnTo>
                    <a:pt x="102" y="3330"/>
                  </a:lnTo>
                  <a:lnTo>
                    <a:pt x="41" y="3512"/>
                  </a:lnTo>
                  <a:lnTo>
                    <a:pt x="1" y="3754"/>
                  </a:lnTo>
                  <a:lnTo>
                    <a:pt x="1" y="4016"/>
                  </a:lnTo>
                  <a:lnTo>
                    <a:pt x="41" y="4279"/>
                  </a:lnTo>
                  <a:lnTo>
                    <a:pt x="122" y="4521"/>
                  </a:lnTo>
                  <a:lnTo>
                    <a:pt x="223" y="4783"/>
                  </a:lnTo>
                  <a:lnTo>
                    <a:pt x="364" y="5025"/>
                  </a:lnTo>
                  <a:lnTo>
                    <a:pt x="525" y="5267"/>
                  </a:lnTo>
                  <a:lnTo>
                    <a:pt x="707" y="5489"/>
                  </a:lnTo>
                  <a:lnTo>
                    <a:pt x="969" y="5732"/>
                  </a:lnTo>
                  <a:lnTo>
                    <a:pt x="1252" y="5933"/>
                  </a:lnTo>
                  <a:lnTo>
                    <a:pt x="1554" y="6095"/>
                  </a:lnTo>
                  <a:lnTo>
                    <a:pt x="1877" y="6236"/>
                  </a:lnTo>
                  <a:lnTo>
                    <a:pt x="2200" y="6337"/>
                  </a:lnTo>
                  <a:lnTo>
                    <a:pt x="2523" y="6397"/>
                  </a:lnTo>
                  <a:lnTo>
                    <a:pt x="2866" y="6438"/>
                  </a:lnTo>
                  <a:lnTo>
                    <a:pt x="3189" y="6458"/>
                  </a:lnTo>
                  <a:lnTo>
                    <a:pt x="3593" y="6438"/>
                  </a:lnTo>
                  <a:lnTo>
                    <a:pt x="3976" y="6397"/>
                  </a:lnTo>
                  <a:lnTo>
                    <a:pt x="4360" y="6317"/>
                  </a:lnTo>
                  <a:lnTo>
                    <a:pt x="4723" y="6196"/>
                  </a:lnTo>
                  <a:lnTo>
                    <a:pt x="4985" y="6095"/>
                  </a:lnTo>
                  <a:lnTo>
                    <a:pt x="5227" y="5974"/>
                  </a:lnTo>
                  <a:lnTo>
                    <a:pt x="5490" y="5853"/>
                  </a:lnTo>
                  <a:lnTo>
                    <a:pt x="5712" y="5711"/>
                  </a:lnTo>
                  <a:lnTo>
                    <a:pt x="6176" y="5409"/>
                  </a:lnTo>
                  <a:lnTo>
                    <a:pt x="6620" y="5066"/>
                  </a:lnTo>
                  <a:lnTo>
                    <a:pt x="7023" y="4723"/>
                  </a:lnTo>
                  <a:lnTo>
                    <a:pt x="7407" y="4359"/>
                  </a:lnTo>
                  <a:lnTo>
                    <a:pt x="7750" y="3996"/>
                  </a:lnTo>
                  <a:lnTo>
                    <a:pt x="8073" y="3653"/>
                  </a:lnTo>
                  <a:lnTo>
                    <a:pt x="8335" y="3330"/>
                  </a:lnTo>
                  <a:lnTo>
                    <a:pt x="8597" y="3007"/>
                  </a:lnTo>
                  <a:lnTo>
                    <a:pt x="8860" y="2664"/>
                  </a:lnTo>
                  <a:lnTo>
                    <a:pt x="9082" y="2281"/>
                  </a:lnTo>
                  <a:lnTo>
                    <a:pt x="9263" y="1897"/>
                  </a:lnTo>
                  <a:lnTo>
                    <a:pt x="9324" y="1696"/>
                  </a:lnTo>
                  <a:lnTo>
                    <a:pt x="9405" y="1494"/>
                  </a:lnTo>
                  <a:lnTo>
                    <a:pt x="9445" y="1292"/>
                  </a:lnTo>
                  <a:lnTo>
                    <a:pt x="9465" y="1070"/>
                  </a:lnTo>
                  <a:lnTo>
                    <a:pt x="9485" y="868"/>
                  </a:lnTo>
                  <a:lnTo>
                    <a:pt x="9465" y="646"/>
                  </a:lnTo>
                  <a:lnTo>
                    <a:pt x="9445" y="444"/>
                  </a:lnTo>
                  <a:lnTo>
                    <a:pt x="9384" y="283"/>
                  </a:lnTo>
                  <a:lnTo>
                    <a:pt x="9304" y="162"/>
                  </a:lnTo>
                  <a:lnTo>
                    <a:pt x="9183" y="61"/>
                  </a:lnTo>
                  <a:lnTo>
                    <a:pt x="9082" y="21"/>
                  </a:lnTo>
                  <a:lnTo>
                    <a:pt x="89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7"/>
            <p:cNvSpPr/>
            <p:nvPr/>
          </p:nvSpPr>
          <p:spPr>
            <a:xfrm flipH="1">
              <a:off x="-756203" y="-5057684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7"/>
            <p:cNvSpPr/>
            <p:nvPr/>
          </p:nvSpPr>
          <p:spPr>
            <a:xfrm flipH="1">
              <a:off x="-2591759" y="-2237207"/>
              <a:ext cx="130935" cy="390458"/>
            </a:xfrm>
            <a:custGeom>
              <a:rect b="b" l="l" r="r" t="t"/>
              <a:pathLst>
                <a:path extrusionOk="0" h="6984" w="2342">
                  <a:moveTo>
                    <a:pt x="1494" y="82"/>
                  </a:moveTo>
                  <a:lnTo>
                    <a:pt x="1615" y="122"/>
                  </a:lnTo>
                  <a:lnTo>
                    <a:pt x="1716" y="162"/>
                  </a:lnTo>
                  <a:lnTo>
                    <a:pt x="1817" y="223"/>
                  </a:lnTo>
                  <a:lnTo>
                    <a:pt x="1897" y="304"/>
                  </a:lnTo>
                  <a:lnTo>
                    <a:pt x="1978" y="404"/>
                  </a:lnTo>
                  <a:lnTo>
                    <a:pt x="2039" y="485"/>
                  </a:lnTo>
                  <a:lnTo>
                    <a:pt x="2099" y="586"/>
                  </a:lnTo>
                  <a:lnTo>
                    <a:pt x="2160" y="707"/>
                  </a:lnTo>
                  <a:lnTo>
                    <a:pt x="2200" y="828"/>
                  </a:lnTo>
                  <a:lnTo>
                    <a:pt x="2240" y="1070"/>
                  </a:lnTo>
                  <a:lnTo>
                    <a:pt x="2261" y="1333"/>
                  </a:lnTo>
                  <a:lnTo>
                    <a:pt x="2261" y="1595"/>
                  </a:lnTo>
                  <a:lnTo>
                    <a:pt x="2240" y="2281"/>
                  </a:lnTo>
                  <a:lnTo>
                    <a:pt x="2180" y="2967"/>
                  </a:lnTo>
                  <a:lnTo>
                    <a:pt x="2059" y="3694"/>
                  </a:lnTo>
                  <a:lnTo>
                    <a:pt x="1897" y="4521"/>
                  </a:lnTo>
                  <a:lnTo>
                    <a:pt x="1837" y="4763"/>
                  </a:lnTo>
                  <a:lnTo>
                    <a:pt x="1776" y="5026"/>
                  </a:lnTo>
                  <a:lnTo>
                    <a:pt x="1675" y="5308"/>
                  </a:lnTo>
                  <a:lnTo>
                    <a:pt x="1554" y="5591"/>
                  </a:lnTo>
                  <a:lnTo>
                    <a:pt x="1413" y="5893"/>
                  </a:lnTo>
                  <a:lnTo>
                    <a:pt x="1231" y="6176"/>
                  </a:lnTo>
                  <a:lnTo>
                    <a:pt x="1030" y="6459"/>
                  </a:lnTo>
                  <a:lnTo>
                    <a:pt x="808" y="6741"/>
                  </a:lnTo>
                  <a:lnTo>
                    <a:pt x="707" y="6822"/>
                  </a:lnTo>
                  <a:lnTo>
                    <a:pt x="626" y="6862"/>
                  </a:lnTo>
                  <a:lnTo>
                    <a:pt x="566" y="6902"/>
                  </a:lnTo>
                  <a:lnTo>
                    <a:pt x="485" y="6882"/>
                  </a:lnTo>
                  <a:lnTo>
                    <a:pt x="444" y="6862"/>
                  </a:lnTo>
                  <a:lnTo>
                    <a:pt x="384" y="6822"/>
                  </a:lnTo>
                  <a:lnTo>
                    <a:pt x="303" y="6701"/>
                  </a:lnTo>
                  <a:lnTo>
                    <a:pt x="243" y="6539"/>
                  </a:lnTo>
                  <a:lnTo>
                    <a:pt x="182" y="6317"/>
                  </a:lnTo>
                  <a:lnTo>
                    <a:pt x="142" y="6055"/>
                  </a:lnTo>
                  <a:lnTo>
                    <a:pt x="101" y="5752"/>
                  </a:lnTo>
                  <a:lnTo>
                    <a:pt x="81" y="5086"/>
                  </a:lnTo>
                  <a:lnTo>
                    <a:pt x="81" y="4602"/>
                  </a:lnTo>
                  <a:lnTo>
                    <a:pt x="81" y="4097"/>
                  </a:lnTo>
                  <a:lnTo>
                    <a:pt x="101" y="3976"/>
                  </a:lnTo>
                  <a:lnTo>
                    <a:pt x="122" y="3310"/>
                  </a:lnTo>
                  <a:lnTo>
                    <a:pt x="162" y="2685"/>
                  </a:lnTo>
                  <a:lnTo>
                    <a:pt x="222" y="2100"/>
                  </a:lnTo>
                  <a:lnTo>
                    <a:pt x="283" y="1535"/>
                  </a:lnTo>
                  <a:lnTo>
                    <a:pt x="323" y="1353"/>
                  </a:lnTo>
                  <a:lnTo>
                    <a:pt x="384" y="1131"/>
                  </a:lnTo>
                  <a:lnTo>
                    <a:pt x="444" y="909"/>
                  </a:lnTo>
                  <a:lnTo>
                    <a:pt x="545" y="667"/>
                  </a:lnTo>
                  <a:lnTo>
                    <a:pt x="687" y="465"/>
                  </a:lnTo>
                  <a:lnTo>
                    <a:pt x="767" y="364"/>
                  </a:lnTo>
                  <a:lnTo>
                    <a:pt x="848" y="263"/>
                  </a:lnTo>
                  <a:lnTo>
                    <a:pt x="949" y="203"/>
                  </a:lnTo>
                  <a:lnTo>
                    <a:pt x="1070" y="142"/>
                  </a:lnTo>
                  <a:lnTo>
                    <a:pt x="1191" y="102"/>
                  </a:lnTo>
                  <a:lnTo>
                    <a:pt x="1312" y="82"/>
                  </a:lnTo>
                  <a:close/>
                  <a:moveTo>
                    <a:pt x="1312" y="1"/>
                  </a:moveTo>
                  <a:lnTo>
                    <a:pt x="1171" y="21"/>
                  </a:lnTo>
                  <a:lnTo>
                    <a:pt x="1030" y="61"/>
                  </a:lnTo>
                  <a:lnTo>
                    <a:pt x="868" y="162"/>
                  </a:lnTo>
                  <a:lnTo>
                    <a:pt x="707" y="304"/>
                  </a:lnTo>
                  <a:lnTo>
                    <a:pt x="566" y="485"/>
                  </a:lnTo>
                  <a:lnTo>
                    <a:pt x="485" y="606"/>
                  </a:lnTo>
                  <a:lnTo>
                    <a:pt x="424" y="748"/>
                  </a:lnTo>
                  <a:lnTo>
                    <a:pt x="364" y="909"/>
                  </a:lnTo>
                  <a:lnTo>
                    <a:pt x="303" y="1091"/>
                  </a:lnTo>
                  <a:lnTo>
                    <a:pt x="263" y="1292"/>
                  </a:lnTo>
                  <a:lnTo>
                    <a:pt x="222" y="1514"/>
                  </a:lnTo>
                  <a:lnTo>
                    <a:pt x="142" y="2079"/>
                  </a:lnTo>
                  <a:lnTo>
                    <a:pt x="81" y="2685"/>
                  </a:lnTo>
                  <a:lnTo>
                    <a:pt x="41" y="3310"/>
                  </a:lnTo>
                  <a:lnTo>
                    <a:pt x="21" y="3976"/>
                  </a:lnTo>
                  <a:lnTo>
                    <a:pt x="1" y="4097"/>
                  </a:lnTo>
                  <a:lnTo>
                    <a:pt x="1" y="4602"/>
                  </a:lnTo>
                  <a:lnTo>
                    <a:pt x="1" y="5106"/>
                  </a:lnTo>
                  <a:lnTo>
                    <a:pt x="21" y="5752"/>
                  </a:lnTo>
                  <a:lnTo>
                    <a:pt x="61" y="6055"/>
                  </a:lnTo>
                  <a:lnTo>
                    <a:pt x="101" y="6337"/>
                  </a:lnTo>
                  <a:lnTo>
                    <a:pt x="142" y="6499"/>
                  </a:lnTo>
                  <a:lnTo>
                    <a:pt x="202" y="6680"/>
                  </a:lnTo>
                  <a:lnTo>
                    <a:pt x="263" y="6781"/>
                  </a:lnTo>
                  <a:lnTo>
                    <a:pt x="303" y="6862"/>
                  </a:lnTo>
                  <a:lnTo>
                    <a:pt x="384" y="6923"/>
                  </a:lnTo>
                  <a:lnTo>
                    <a:pt x="465" y="6963"/>
                  </a:lnTo>
                  <a:lnTo>
                    <a:pt x="525" y="6983"/>
                  </a:lnTo>
                  <a:lnTo>
                    <a:pt x="606" y="6963"/>
                  </a:lnTo>
                  <a:lnTo>
                    <a:pt x="687" y="6923"/>
                  </a:lnTo>
                  <a:lnTo>
                    <a:pt x="767" y="6882"/>
                  </a:lnTo>
                  <a:lnTo>
                    <a:pt x="868" y="6802"/>
                  </a:lnTo>
                  <a:lnTo>
                    <a:pt x="1090" y="6519"/>
                  </a:lnTo>
                  <a:lnTo>
                    <a:pt x="1292" y="6237"/>
                  </a:lnTo>
                  <a:lnTo>
                    <a:pt x="1474" y="5934"/>
                  </a:lnTo>
                  <a:lnTo>
                    <a:pt x="1615" y="5631"/>
                  </a:lnTo>
                  <a:lnTo>
                    <a:pt x="1736" y="5349"/>
                  </a:lnTo>
                  <a:lnTo>
                    <a:pt x="1837" y="5046"/>
                  </a:lnTo>
                  <a:lnTo>
                    <a:pt x="1918" y="4784"/>
                  </a:lnTo>
                  <a:lnTo>
                    <a:pt x="1978" y="4521"/>
                  </a:lnTo>
                  <a:lnTo>
                    <a:pt x="2140" y="3714"/>
                  </a:lnTo>
                  <a:lnTo>
                    <a:pt x="2261" y="2967"/>
                  </a:lnTo>
                  <a:lnTo>
                    <a:pt x="2321" y="2281"/>
                  </a:lnTo>
                  <a:lnTo>
                    <a:pt x="2341" y="1595"/>
                  </a:lnTo>
                  <a:lnTo>
                    <a:pt x="2341" y="1333"/>
                  </a:lnTo>
                  <a:lnTo>
                    <a:pt x="2321" y="1050"/>
                  </a:lnTo>
                  <a:lnTo>
                    <a:pt x="2261" y="788"/>
                  </a:lnTo>
                  <a:lnTo>
                    <a:pt x="2220" y="667"/>
                  </a:lnTo>
                  <a:lnTo>
                    <a:pt x="2180" y="546"/>
                  </a:lnTo>
                  <a:lnTo>
                    <a:pt x="2119" y="445"/>
                  </a:lnTo>
                  <a:lnTo>
                    <a:pt x="2039" y="324"/>
                  </a:lnTo>
                  <a:lnTo>
                    <a:pt x="1938" y="243"/>
                  </a:lnTo>
                  <a:lnTo>
                    <a:pt x="1837" y="142"/>
                  </a:lnTo>
                  <a:lnTo>
                    <a:pt x="1716" y="82"/>
                  </a:lnTo>
                  <a:lnTo>
                    <a:pt x="1595" y="21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7"/>
            <p:cNvSpPr/>
            <p:nvPr/>
          </p:nvSpPr>
          <p:spPr>
            <a:xfrm flipH="1">
              <a:off x="-3345409" y="-5067803"/>
              <a:ext cx="1707024" cy="174879"/>
            </a:xfrm>
            <a:custGeom>
              <a:rect b="b" l="l" r="r" t="t"/>
              <a:pathLst>
                <a:path extrusionOk="0" h="3128" w="30533">
                  <a:moveTo>
                    <a:pt x="17960" y="0"/>
                  </a:moveTo>
                  <a:lnTo>
                    <a:pt x="16750" y="20"/>
                  </a:lnTo>
                  <a:lnTo>
                    <a:pt x="16326" y="20"/>
                  </a:lnTo>
                  <a:lnTo>
                    <a:pt x="13057" y="61"/>
                  </a:lnTo>
                  <a:lnTo>
                    <a:pt x="11422" y="101"/>
                  </a:lnTo>
                  <a:lnTo>
                    <a:pt x="9767" y="182"/>
                  </a:lnTo>
                  <a:lnTo>
                    <a:pt x="8133" y="262"/>
                  </a:lnTo>
                  <a:lnTo>
                    <a:pt x="6478" y="404"/>
                  </a:lnTo>
                  <a:lnTo>
                    <a:pt x="5671" y="484"/>
                  </a:lnTo>
                  <a:lnTo>
                    <a:pt x="4843" y="585"/>
                  </a:lnTo>
                  <a:lnTo>
                    <a:pt x="4036" y="686"/>
                  </a:lnTo>
                  <a:lnTo>
                    <a:pt x="3209" y="807"/>
                  </a:lnTo>
                  <a:lnTo>
                    <a:pt x="2785" y="868"/>
                  </a:lnTo>
                  <a:lnTo>
                    <a:pt x="2361" y="969"/>
                  </a:lnTo>
                  <a:lnTo>
                    <a:pt x="1917" y="1070"/>
                  </a:lnTo>
                  <a:lnTo>
                    <a:pt x="1494" y="1211"/>
                  </a:lnTo>
                  <a:lnTo>
                    <a:pt x="1090" y="1372"/>
                  </a:lnTo>
                  <a:lnTo>
                    <a:pt x="888" y="1473"/>
                  </a:lnTo>
                  <a:lnTo>
                    <a:pt x="686" y="1574"/>
                  </a:lnTo>
                  <a:lnTo>
                    <a:pt x="505" y="1695"/>
                  </a:lnTo>
                  <a:lnTo>
                    <a:pt x="323" y="1836"/>
                  </a:lnTo>
                  <a:lnTo>
                    <a:pt x="162" y="1978"/>
                  </a:lnTo>
                  <a:lnTo>
                    <a:pt x="0" y="2139"/>
                  </a:lnTo>
                  <a:lnTo>
                    <a:pt x="61" y="2200"/>
                  </a:lnTo>
                  <a:lnTo>
                    <a:pt x="222" y="2038"/>
                  </a:lnTo>
                  <a:lnTo>
                    <a:pt x="384" y="1897"/>
                  </a:lnTo>
                  <a:lnTo>
                    <a:pt x="565" y="1756"/>
                  </a:lnTo>
                  <a:lnTo>
                    <a:pt x="747" y="1655"/>
                  </a:lnTo>
                  <a:lnTo>
                    <a:pt x="929" y="1534"/>
                  </a:lnTo>
                  <a:lnTo>
                    <a:pt x="1130" y="1433"/>
                  </a:lnTo>
                  <a:lnTo>
                    <a:pt x="1534" y="1271"/>
                  </a:lnTo>
                  <a:lnTo>
                    <a:pt x="1958" y="1150"/>
                  </a:lnTo>
                  <a:lnTo>
                    <a:pt x="2382" y="1049"/>
                  </a:lnTo>
                  <a:lnTo>
                    <a:pt x="2805" y="949"/>
                  </a:lnTo>
                  <a:lnTo>
                    <a:pt x="3229" y="888"/>
                  </a:lnTo>
                  <a:lnTo>
                    <a:pt x="4036" y="767"/>
                  </a:lnTo>
                  <a:lnTo>
                    <a:pt x="4864" y="666"/>
                  </a:lnTo>
                  <a:lnTo>
                    <a:pt x="5671" y="565"/>
                  </a:lnTo>
                  <a:lnTo>
                    <a:pt x="6498" y="484"/>
                  </a:lnTo>
                  <a:lnTo>
                    <a:pt x="8133" y="343"/>
                  </a:lnTo>
                  <a:lnTo>
                    <a:pt x="9788" y="262"/>
                  </a:lnTo>
                  <a:lnTo>
                    <a:pt x="11422" y="182"/>
                  </a:lnTo>
                  <a:lnTo>
                    <a:pt x="13057" y="141"/>
                  </a:lnTo>
                  <a:lnTo>
                    <a:pt x="16326" y="101"/>
                  </a:lnTo>
                  <a:lnTo>
                    <a:pt x="16750" y="101"/>
                  </a:lnTo>
                  <a:lnTo>
                    <a:pt x="17960" y="81"/>
                  </a:lnTo>
                  <a:lnTo>
                    <a:pt x="19191" y="81"/>
                  </a:lnTo>
                  <a:lnTo>
                    <a:pt x="20402" y="101"/>
                  </a:lnTo>
                  <a:lnTo>
                    <a:pt x="21613" y="161"/>
                  </a:lnTo>
                  <a:lnTo>
                    <a:pt x="22239" y="202"/>
                  </a:lnTo>
                  <a:lnTo>
                    <a:pt x="22844" y="242"/>
                  </a:lnTo>
                  <a:lnTo>
                    <a:pt x="23449" y="303"/>
                  </a:lnTo>
                  <a:lnTo>
                    <a:pt x="24055" y="383"/>
                  </a:lnTo>
                  <a:lnTo>
                    <a:pt x="24640" y="484"/>
                  </a:lnTo>
                  <a:lnTo>
                    <a:pt x="25245" y="585"/>
                  </a:lnTo>
                  <a:lnTo>
                    <a:pt x="25831" y="727"/>
                  </a:lnTo>
                  <a:lnTo>
                    <a:pt x="26436" y="868"/>
                  </a:lnTo>
                  <a:lnTo>
                    <a:pt x="27102" y="1070"/>
                  </a:lnTo>
                  <a:lnTo>
                    <a:pt x="27707" y="1292"/>
                  </a:lnTo>
                  <a:lnTo>
                    <a:pt x="28293" y="1534"/>
                  </a:lnTo>
                  <a:lnTo>
                    <a:pt x="28817" y="1816"/>
                  </a:lnTo>
                  <a:lnTo>
                    <a:pt x="29281" y="2099"/>
                  </a:lnTo>
                  <a:lnTo>
                    <a:pt x="29725" y="2422"/>
                  </a:lnTo>
                  <a:lnTo>
                    <a:pt x="30109" y="2745"/>
                  </a:lnTo>
                  <a:lnTo>
                    <a:pt x="30290" y="2926"/>
                  </a:lnTo>
                  <a:lnTo>
                    <a:pt x="30472" y="3128"/>
                  </a:lnTo>
                  <a:lnTo>
                    <a:pt x="30533" y="3067"/>
                  </a:lnTo>
                  <a:lnTo>
                    <a:pt x="30351" y="2886"/>
                  </a:lnTo>
                  <a:lnTo>
                    <a:pt x="30169" y="2704"/>
                  </a:lnTo>
                  <a:lnTo>
                    <a:pt x="29786" y="2361"/>
                  </a:lnTo>
                  <a:lnTo>
                    <a:pt x="29342" y="2038"/>
                  </a:lnTo>
                  <a:lnTo>
                    <a:pt x="28858" y="1736"/>
                  </a:lnTo>
                  <a:lnTo>
                    <a:pt x="28333" y="1473"/>
                  </a:lnTo>
                  <a:lnTo>
                    <a:pt x="27748" y="1231"/>
                  </a:lnTo>
                  <a:lnTo>
                    <a:pt x="27122" y="989"/>
                  </a:lnTo>
                  <a:lnTo>
                    <a:pt x="26456" y="787"/>
                  </a:lnTo>
                  <a:lnTo>
                    <a:pt x="25851" y="646"/>
                  </a:lnTo>
                  <a:lnTo>
                    <a:pt x="25266" y="525"/>
                  </a:lnTo>
                  <a:lnTo>
                    <a:pt x="24660" y="404"/>
                  </a:lnTo>
                  <a:lnTo>
                    <a:pt x="24055" y="303"/>
                  </a:lnTo>
                  <a:lnTo>
                    <a:pt x="23449" y="222"/>
                  </a:lnTo>
                  <a:lnTo>
                    <a:pt x="22844" y="161"/>
                  </a:lnTo>
                  <a:lnTo>
                    <a:pt x="22239" y="121"/>
                  </a:lnTo>
                  <a:lnTo>
                    <a:pt x="21633" y="81"/>
                  </a:lnTo>
                  <a:lnTo>
                    <a:pt x="20402" y="20"/>
                  </a:lnTo>
                  <a:lnTo>
                    <a:pt x="19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7"/>
            <p:cNvSpPr/>
            <p:nvPr/>
          </p:nvSpPr>
          <p:spPr>
            <a:xfrm flipH="1">
              <a:off x="-3431139" y="-4896338"/>
              <a:ext cx="206522" cy="1040271"/>
            </a:xfrm>
            <a:custGeom>
              <a:rect b="b" l="l" r="r" t="t"/>
              <a:pathLst>
                <a:path extrusionOk="0" h="18607" w="3694">
                  <a:moveTo>
                    <a:pt x="2160" y="0"/>
                  </a:moveTo>
                  <a:lnTo>
                    <a:pt x="2099" y="61"/>
                  </a:lnTo>
                  <a:lnTo>
                    <a:pt x="2281" y="283"/>
                  </a:lnTo>
                  <a:lnTo>
                    <a:pt x="2462" y="545"/>
                  </a:lnTo>
                  <a:lnTo>
                    <a:pt x="2624" y="787"/>
                  </a:lnTo>
                  <a:lnTo>
                    <a:pt x="2765" y="1050"/>
                  </a:lnTo>
                  <a:lnTo>
                    <a:pt x="2886" y="1292"/>
                  </a:lnTo>
                  <a:lnTo>
                    <a:pt x="3007" y="1554"/>
                  </a:lnTo>
                  <a:lnTo>
                    <a:pt x="3209" y="2079"/>
                  </a:lnTo>
                  <a:lnTo>
                    <a:pt x="3350" y="2604"/>
                  </a:lnTo>
                  <a:lnTo>
                    <a:pt x="3471" y="3108"/>
                  </a:lnTo>
                  <a:lnTo>
                    <a:pt x="3532" y="3592"/>
                  </a:lnTo>
                  <a:lnTo>
                    <a:pt x="3572" y="4036"/>
                  </a:lnTo>
                  <a:lnTo>
                    <a:pt x="3613" y="4581"/>
                  </a:lnTo>
                  <a:lnTo>
                    <a:pt x="3613" y="5126"/>
                  </a:lnTo>
                  <a:lnTo>
                    <a:pt x="3592" y="5671"/>
                  </a:lnTo>
                  <a:lnTo>
                    <a:pt x="3552" y="6216"/>
                  </a:lnTo>
                  <a:lnTo>
                    <a:pt x="3431" y="7285"/>
                  </a:lnTo>
                  <a:lnTo>
                    <a:pt x="3290" y="8355"/>
                  </a:lnTo>
                  <a:lnTo>
                    <a:pt x="2684" y="12734"/>
                  </a:lnTo>
                  <a:lnTo>
                    <a:pt x="2604" y="13360"/>
                  </a:lnTo>
                  <a:lnTo>
                    <a:pt x="2503" y="14026"/>
                  </a:lnTo>
                  <a:lnTo>
                    <a:pt x="2361" y="14712"/>
                  </a:lnTo>
                  <a:lnTo>
                    <a:pt x="2281" y="15055"/>
                  </a:lnTo>
                  <a:lnTo>
                    <a:pt x="2180" y="15398"/>
                  </a:lnTo>
                  <a:lnTo>
                    <a:pt x="2059" y="15741"/>
                  </a:lnTo>
                  <a:lnTo>
                    <a:pt x="1938" y="16084"/>
                  </a:lnTo>
                  <a:lnTo>
                    <a:pt x="1796" y="16407"/>
                  </a:lnTo>
                  <a:lnTo>
                    <a:pt x="1635" y="16730"/>
                  </a:lnTo>
                  <a:lnTo>
                    <a:pt x="1453" y="17053"/>
                  </a:lnTo>
                  <a:lnTo>
                    <a:pt x="1252" y="17355"/>
                  </a:lnTo>
                  <a:lnTo>
                    <a:pt x="1030" y="17638"/>
                  </a:lnTo>
                  <a:lnTo>
                    <a:pt x="787" y="17900"/>
                  </a:lnTo>
                  <a:lnTo>
                    <a:pt x="606" y="18082"/>
                  </a:lnTo>
                  <a:lnTo>
                    <a:pt x="404" y="18243"/>
                  </a:lnTo>
                  <a:lnTo>
                    <a:pt x="202" y="18384"/>
                  </a:lnTo>
                  <a:lnTo>
                    <a:pt x="0" y="18526"/>
                  </a:lnTo>
                  <a:lnTo>
                    <a:pt x="41" y="18606"/>
                  </a:lnTo>
                  <a:lnTo>
                    <a:pt x="263" y="18465"/>
                  </a:lnTo>
                  <a:lnTo>
                    <a:pt x="465" y="18304"/>
                  </a:lnTo>
                  <a:lnTo>
                    <a:pt x="666" y="18142"/>
                  </a:lnTo>
                  <a:lnTo>
                    <a:pt x="848" y="17961"/>
                  </a:lnTo>
                  <a:lnTo>
                    <a:pt x="1090" y="17678"/>
                  </a:lnTo>
                  <a:lnTo>
                    <a:pt x="1332" y="17396"/>
                  </a:lnTo>
                  <a:lnTo>
                    <a:pt x="1534" y="17093"/>
                  </a:lnTo>
                  <a:lnTo>
                    <a:pt x="1716" y="16790"/>
                  </a:lnTo>
                  <a:lnTo>
                    <a:pt x="1877" y="16447"/>
                  </a:lnTo>
                  <a:lnTo>
                    <a:pt x="2018" y="16124"/>
                  </a:lnTo>
                  <a:lnTo>
                    <a:pt x="2139" y="15781"/>
                  </a:lnTo>
                  <a:lnTo>
                    <a:pt x="2240" y="15438"/>
                  </a:lnTo>
                  <a:lnTo>
                    <a:pt x="2341" y="15075"/>
                  </a:lnTo>
                  <a:lnTo>
                    <a:pt x="2442" y="14732"/>
                  </a:lnTo>
                  <a:lnTo>
                    <a:pt x="2563" y="14046"/>
                  </a:lnTo>
                  <a:lnTo>
                    <a:pt x="2684" y="13380"/>
                  </a:lnTo>
                  <a:lnTo>
                    <a:pt x="2765" y="12734"/>
                  </a:lnTo>
                  <a:lnTo>
                    <a:pt x="3370" y="8375"/>
                  </a:lnTo>
                  <a:lnTo>
                    <a:pt x="3512" y="7306"/>
                  </a:lnTo>
                  <a:lnTo>
                    <a:pt x="3633" y="6216"/>
                  </a:lnTo>
                  <a:lnTo>
                    <a:pt x="3673" y="5671"/>
                  </a:lnTo>
                  <a:lnTo>
                    <a:pt x="3693" y="5126"/>
                  </a:lnTo>
                  <a:lnTo>
                    <a:pt x="3693" y="4581"/>
                  </a:lnTo>
                  <a:lnTo>
                    <a:pt x="3653" y="4036"/>
                  </a:lnTo>
                  <a:lnTo>
                    <a:pt x="3613" y="3572"/>
                  </a:lnTo>
                  <a:lnTo>
                    <a:pt x="3532" y="3088"/>
                  </a:lnTo>
                  <a:lnTo>
                    <a:pt x="3431" y="2583"/>
                  </a:lnTo>
                  <a:lnTo>
                    <a:pt x="3290" y="2059"/>
                  </a:lnTo>
                  <a:lnTo>
                    <a:pt x="3088" y="1534"/>
                  </a:lnTo>
                  <a:lnTo>
                    <a:pt x="2967" y="1272"/>
                  </a:lnTo>
                  <a:lnTo>
                    <a:pt x="2826" y="1009"/>
                  </a:lnTo>
                  <a:lnTo>
                    <a:pt x="2684" y="747"/>
                  </a:lnTo>
                  <a:lnTo>
                    <a:pt x="2523" y="485"/>
                  </a:lnTo>
                  <a:lnTo>
                    <a:pt x="2341" y="243"/>
                  </a:lnTo>
                  <a:lnTo>
                    <a:pt x="2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7"/>
            <p:cNvSpPr/>
            <p:nvPr/>
          </p:nvSpPr>
          <p:spPr>
            <a:xfrm flipH="1">
              <a:off x="-3448112" y="-5027215"/>
              <a:ext cx="1867255" cy="1352794"/>
            </a:xfrm>
            <a:custGeom>
              <a:rect b="b" l="l" r="r" t="t"/>
              <a:pathLst>
                <a:path extrusionOk="0" h="24197" w="33399">
                  <a:moveTo>
                    <a:pt x="13521" y="1"/>
                  </a:moveTo>
                  <a:lnTo>
                    <a:pt x="12391" y="21"/>
                  </a:lnTo>
                  <a:lnTo>
                    <a:pt x="11200" y="61"/>
                  </a:lnTo>
                  <a:lnTo>
                    <a:pt x="10009" y="101"/>
                  </a:lnTo>
                  <a:lnTo>
                    <a:pt x="8012" y="223"/>
                  </a:lnTo>
                  <a:lnTo>
                    <a:pt x="5832" y="364"/>
                  </a:lnTo>
                  <a:lnTo>
                    <a:pt x="5287" y="404"/>
                  </a:lnTo>
                  <a:lnTo>
                    <a:pt x="4702" y="424"/>
                  </a:lnTo>
                  <a:lnTo>
                    <a:pt x="3996" y="445"/>
                  </a:lnTo>
                  <a:lnTo>
                    <a:pt x="3289" y="485"/>
                  </a:lnTo>
                  <a:lnTo>
                    <a:pt x="2926" y="525"/>
                  </a:lnTo>
                  <a:lnTo>
                    <a:pt x="2603" y="586"/>
                  </a:lnTo>
                  <a:lnTo>
                    <a:pt x="2260" y="646"/>
                  </a:lnTo>
                  <a:lnTo>
                    <a:pt x="1958" y="747"/>
                  </a:lnTo>
                  <a:lnTo>
                    <a:pt x="1796" y="808"/>
                  </a:lnTo>
                  <a:lnTo>
                    <a:pt x="1655" y="868"/>
                  </a:lnTo>
                  <a:lnTo>
                    <a:pt x="1514" y="949"/>
                  </a:lnTo>
                  <a:lnTo>
                    <a:pt x="1372" y="1050"/>
                  </a:lnTo>
                  <a:lnTo>
                    <a:pt x="1251" y="1151"/>
                  </a:lnTo>
                  <a:lnTo>
                    <a:pt x="1130" y="1272"/>
                  </a:lnTo>
                  <a:lnTo>
                    <a:pt x="1009" y="1413"/>
                  </a:lnTo>
                  <a:lnTo>
                    <a:pt x="888" y="1554"/>
                  </a:lnTo>
                  <a:lnTo>
                    <a:pt x="686" y="1877"/>
                  </a:lnTo>
                  <a:lnTo>
                    <a:pt x="505" y="2241"/>
                  </a:lnTo>
                  <a:lnTo>
                    <a:pt x="343" y="2664"/>
                  </a:lnTo>
                  <a:lnTo>
                    <a:pt x="222" y="3128"/>
                  </a:lnTo>
                  <a:lnTo>
                    <a:pt x="141" y="3532"/>
                  </a:lnTo>
                  <a:lnTo>
                    <a:pt x="81" y="3956"/>
                  </a:lnTo>
                  <a:lnTo>
                    <a:pt x="40" y="4380"/>
                  </a:lnTo>
                  <a:lnTo>
                    <a:pt x="0" y="4783"/>
                  </a:lnTo>
                  <a:lnTo>
                    <a:pt x="0" y="5187"/>
                  </a:lnTo>
                  <a:lnTo>
                    <a:pt x="20" y="5550"/>
                  </a:lnTo>
                  <a:lnTo>
                    <a:pt x="40" y="5893"/>
                  </a:lnTo>
                  <a:lnTo>
                    <a:pt x="61" y="6216"/>
                  </a:lnTo>
                  <a:lnTo>
                    <a:pt x="121" y="6680"/>
                  </a:lnTo>
                  <a:lnTo>
                    <a:pt x="222" y="7144"/>
                  </a:lnTo>
                  <a:lnTo>
                    <a:pt x="323" y="7608"/>
                  </a:lnTo>
                  <a:lnTo>
                    <a:pt x="424" y="8052"/>
                  </a:lnTo>
                  <a:lnTo>
                    <a:pt x="686" y="8960"/>
                  </a:lnTo>
                  <a:lnTo>
                    <a:pt x="969" y="9848"/>
                  </a:lnTo>
                  <a:lnTo>
                    <a:pt x="1191" y="10595"/>
                  </a:lnTo>
                  <a:lnTo>
                    <a:pt x="1413" y="11362"/>
                  </a:lnTo>
                  <a:lnTo>
                    <a:pt x="1635" y="12230"/>
                  </a:lnTo>
                  <a:lnTo>
                    <a:pt x="1836" y="13118"/>
                  </a:lnTo>
                  <a:lnTo>
                    <a:pt x="1998" y="14026"/>
                  </a:lnTo>
                  <a:lnTo>
                    <a:pt x="2119" y="14914"/>
                  </a:lnTo>
                  <a:lnTo>
                    <a:pt x="2220" y="15822"/>
                  </a:lnTo>
                  <a:lnTo>
                    <a:pt x="2280" y="16730"/>
                  </a:lnTo>
                  <a:lnTo>
                    <a:pt x="2321" y="17638"/>
                  </a:lnTo>
                  <a:lnTo>
                    <a:pt x="2321" y="18546"/>
                  </a:lnTo>
                  <a:lnTo>
                    <a:pt x="2280" y="19656"/>
                  </a:lnTo>
                  <a:lnTo>
                    <a:pt x="2260" y="20403"/>
                  </a:lnTo>
                  <a:lnTo>
                    <a:pt x="2240" y="21169"/>
                  </a:lnTo>
                  <a:lnTo>
                    <a:pt x="2260" y="21936"/>
                  </a:lnTo>
                  <a:lnTo>
                    <a:pt x="2301" y="22320"/>
                  </a:lnTo>
                  <a:lnTo>
                    <a:pt x="2341" y="22703"/>
                  </a:lnTo>
                  <a:lnTo>
                    <a:pt x="2381" y="23046"/>
                  </a:lnTo>
                  <a:lnTo>
                    <a:pt x="2442" y="23248"/>
                  </a:lnTo>
                  <a:lnTo>
                    <a:pt x="2502" y="23430"/>
                  </a:lnTo>
                  <a:lnTo>
                    <a:pt x="2583" y="23611"/>
                  </a:lnTo>
                  <a:lnTo>
                    <a:pt x="2684" y="23773"/>
                  </a:lnTo>
                  <a:lnTo>
                    <a:pt x="2825" y="23914"/>
                  </a:lnTo>
                  <a:lnTo>
                    <a:pt x="2987" y="24055"/>
                  </a:lnTo>
                  <a:lnTo>
                    <a:pt x="3128" y="24116"/>
                  </a:lnTo>
                  <a:lnTo>
                    <a:pt x="3249" y="24156"/>
                  </a:lnTo>
                  <a:lnTo>
                    <a:pt x="3390" y="24196"/>
                  </a:lnTo>
                  <a:lnTo>
                    <a:pt x="3532" y="24196"/>
                  </a:lnTo>
                  <a:lnTo>
                    <a:pt x="3733" y="24176"/>
                  </a:lnTo>
                  <a:lnTo>
                    <a:pt x="3955" y="24136"/>
                  </a:lnTo>
                  <a:lnTo>
                    <a:pt x="4177" y="24055"/>
                  </a:lnTo>
                  <a:lnTo>
                    <a:pt x="4379" y="23934"/>
                  </a:lnTo>
                  <a:lnTo>
                    <a:pt x="4601" y="23813"/>
                  </a:lnTo>
                  <a:lnTo>
                    <a:pt x="4823" y="23652"/>
                  </a:lnTo>
                  <a:lnTo>
                    <a:pt x="5247" y="23329"/>
                  </a:lnTo>
                  <a:lnTo>
                    <a:pt x="5630" y="23026"/>
                  </a:lnTo>
                  <a:lnTo>
                    <a:pt x="6014" y="22743"/>
                  </a:lnTo>
                  <a:lnTo>
                    <a:pt x="6417" y="22481"/>
                  </a:lnTo>
                  <a:lnTo>
                    <a:pt x="6821" y="22239"/>
                  </a:lnTo>
                  <a:lnTo>
                    <a:pt x="7245" y="21997"/>
                  </a:lnTo>
                  <a:lnTo>
                    <a:pt x="7689" y="21775"/>
                  </a:lnTo>
                  <a:lnTo>
                    <a:pt x="8133" y="21553"/>
                  </a:lnTo>
                  <a:lnTo>
                    <a:pt x="8577" y="21371"/>
                  </a:lnTo>
                  <a:lnTo>
                    <a:pt x="9041" y="21169"/>
                  </a:lnTo>
                  <a:lnTo>
                    <a:pt x="9525" y="21008"/>
                  </a:lnTo>
                  <a:lnTo>
                    <a:pt x="10009" y="20867"/>
                  </a:lnTo>
                  <a:lnTo>
                    <a:pt x="10494" y="20725"/>
                  </a:lnTo>
                  <a:lnTo>
                    <a:pt x="10998" y="20604"/>
                  </a:lnTo>
                  <a:lnTo>
                    <a:pt x="11503" y="20483"/>
                  </a:lnTo>
                  <a:lnTo>
                    <a:pt x="12027" y="20403"/>
                  </a:lnTo>
                  <a:lnTo>
                    <a:pt x="12552" y="20322"/>
                  </a:lnTo>
                  <a:lnTo>
                    <a:pt x="13460" y="20221"/>
                  </a:lnTo>
                  <a:lnTo>
                    <a:pt x="14409" y="20160"/>
                  </a:lnTo>
                  <a:lnTo>
                    <a:pt x="15377" y="20160"/>
                  </a:lnTo>
                  <a:lnTo>
                    <a:pt x="16366" y="20201"/>
                  </a:lnTo>
                  <a:lnTo>
                    <a:pt x="17355" y="20302"/>
                  </a:lnTo>
                  <a:lnTo>
                    <a:pt x="18384" y="20423"/>
                  </a:lnTo>
                  <a:lnTo>
                    <a:pt x="19433" y="20604"/>
                  </a:lnTo>
                  <a:lnTo>
                    <a:pt x="20503" y="20826"/>
                  </a:lnTo>
                  <a:lnTo>
                    <a:pt x="21714" y="21129"/>
                  </a:lnTo>
                  <a:lnTo>
                    <a:pt x="22642" y="21351"/>
                  </a:lnTo>
                  <a:lnTo>
                    <a:pt x="23591" y="21553"/>
                  </a:lnTo>
                  <a:lnTo>
                    <a:pt x="24055" y="21654"/>
                  </a:lnTo>
                  <a:lnTo>
                    <a:pt x="24539" y="21714"/>
                  </a:lnTo>
                  <a:lnTo>
                    <a:pt x="25023" y="21775"/>
                  </a:lnTo>
                  <a:lnTo>
                    <a:pt x="25508" y="21815"/>
                  </a:lnTo>
                  <a:lnTo>
                    <a:pt x="26053" y="21835"/>
                  </a:lnTo>
                  <a:lnTo>
                    <a:pt x="26597" y="21815"/>
                  </a:lnTo>
                  <a:lnTo>
                    <a:pt x="27122" y="21755"/>
                  </a:lnTo>
                  <a:lnTo>
                    <a:pt x="27647" y="21654"/>
                  </a:lnTo>
                  <a:lnTo>
                    <a:pt x="28131" y="21533"/>
                  </a:lnTo>
                  <a:lnTo>
                    <a:pt x="28595" y="21371"/>
                  </a:lnTo>
                  <a:lnTo>
                    <a:pt x="29039" y="21169"/>
                  </a:lnTo>
                  <a:lnTo>
                    <a:pt x="29443" y="20947"/>
                  </a:lnTo>
                  <a:lnTo>
                    <a:pt x="29402" y="20867"/>
                  </a:lnTo>
                  <a:lnTo>
                    <a:pt x="28999" y="21089"/>
                  </a:lnTo>
                  <a:lnTo>
                    <a:pt x="28555" y="21291"/>
                  </a:lnTo>
                  <a:lnTo>
                    <a:pt x="28111" y="21452"/>
                  </a:lnTo>
                  <a:lnTo>
                    <a:pt x="27627" y="21573"/>
                  </a:lnTo>
                  <a:lnTo>
                    <a:pt x="27122" y="21674"/>
                  </a:lnTo>
                  <a:lnTo>
                    <a:pt x="26597" y="21734"/>
                  </a:lnTo>
                  <a:lnTo>
                    <a:pt x="26053" y="21755"/>
                  </a:lnTo>
                  <a:lnTo>
                    <a:pt x="25508" y="21734"/>
                  </a:lnTo>
                  <a:lnTo>
                    <a:pt x="25023" y="21694"/>
                  </a:lnTo>
                  <a:lnTo>
                    <a:pt x="24539" y="21634"/>
                  </a:lnTo>
                  <a:lnTo>
                    <a:pt x="24075" y="21573"/>
                  </a:lnTo>
                  <a:lnTo>
                    <a:pt x="23591" y="21472"/>
                  </a:lnTo>
                  <a:lnTo>
                    <a:pt x="22662" y="21270"/>
                  </a:lnTo>
                  <a:lnTo>
                    <a:pt x="21734" y="21048"/>
                  </a:lnTo>
                  <a:lnTo>
                    <a:pt x="20503" y="20746"/>
                  </a:lnTo>
                  <a:lnTo>
                    <a:pt x="19454" y="20524"/>
                  </a:lnTo>
                  <a:lnTo>
                    <a:pt x="18404" y="20342"/>
                  </a:lnTo>
                  <a:lnTo>
                    <a:pt x="17375" y="20221"/>
                  </a:lnTo>
                  <a:lnTo>
                    <a:pt x="16366" y="20120"/>
                  </a:lnTo>
                  <a:lnTo>
                    <a:pt x="15377" y="20080"/>
                  </a:lnTo>
                  <a:lnTo>
                    <a:pt x="14409" y="20080"/>
                  </a:lnTo>
                  <a:lnTo>
                    <a:pt x="13460" y="20140"/>
                  </a:lnTo>
                  <a:lnTo>
                    <a:pt x="12532" y="20241"/>
                  </a:lnTo>
                  <a:lnTo>
                    <a:pt x="12007" y="20322"/>
                  </a:lnTo>
                  <a:lnTo>
                    <a:pt x="11503" y="20403"/>
                  </a:lnTo>
                  <a:lnTo>
                    <a:pt x="10978" y="20524"/>
                  </a:lnTo>
                  <a:lnTo>
                    <a:pt x="10474" y="20645"/>
                  </a:lnTo>
                  <a:lnTo>
                    <a:pt x="9989" y="20786"/>
                  </a:lnTo>
                  <a:lnTo>
                    <a:pt x="9505" y="20927"/>
                  </a:lnTo>
                  <a:lnTo>
                    <a:pt x="9021" y="21109"/>
                  </a:lnTo>
                  <a:lnTo>
                    <a:pt x="8556" y="21291"/>
                  </a:lnTo>
                  <a:lnTo>
                    <a:pt x="8092" y="21492"/>
                  </a:lnTo>
                  <a:lnTo>
                    <a:pt x="7648" y="21694"/>
                  </a:lnTo>
                  <a:lnTo>
                    <a:pt x="7204" y="21916"/>
                  </a:lnTo>
                  <a:lnTo>
                    <a:pt x="6781" y="22158"/>
                  </a:lnTo>
                  <a:lnTo>
                    <a:pt x="6377" y="22421"/>
                  </a:lnTo>
                  <a:lnTo>
                    <a:pt x="5973" y="22683"/>
                  </a:lnTo>
                  <a:lnTo>
                    <a:pt x="5590" y="22965"/>
                  </a:lnTo>
                  <a:lnTo>
                    <a:pt x="5207" y="23268"/>
                  </a:lnTo>
                  <a:lnTo>
                    <a:pt x="4924" y="23490"/>
                  </a:lnTo>
                  <a:lnTo>
                    <a:pt x="4641" y="23692"/>
                  </a:lnTo>
                  <a:lnTo>
                    <a:pt x="4359" y="23853"/>
                  </a:lnTo>
                  <a:lnTo>
                    <a:pt x="4076" y="23995"/>
                  </a:lnTo>
                  <a:lnTo>
                    <a:pt x="3935" y="24055"/>
                  </a:lnTo>
                  <a:lnTo>
                    <a:pt x="3814" y="24096"/>
                  </a:lnTo>
                  <a:lnTo>
                    <a:pt x="3673" y="24116"/>
                  </a:lnTo>
                  <a:lnTo>
                    <a:pt x="3411" y="24116"/>
                  </a:lnTo>
                  <a:lnTo>
                    <a:pt x="3269" y="24096"/>
                  </a:lnTo>
                  <a:lnTo>
                    <a:pt x="3148" y="24035"/>
                  </a:lnTo>
                  <a:lnTo>
                    <a:pt x="3027" y="23974"/>
                  </a:lnTo>
                  <a:lnTo>
                    <a:pt x="2886" y="23853"/>
                  </a:lnTo>
                  <a:lnTo>
                    <a:pt x="2745" y="23712"/>
                  </a:lnTo>
                  <a:lnTo>
                    <a:pt x="2644" y="23551"/>
                  </a:lnTo>
                  <a:lnTo>
                    <a:pt x="2583" y="23389"/>
                  </a:lnTo>
                  <a:lnTo>
                    <a:pt x="2523" y="23208"/>
                  </a:lnTo>
                  <a:lnTo>
                    <a:pt x="2462" y="23026"/>
                  </a:lnTo>
                  <a:lnTo>
                    <a:pt x="2422" y="22683"/>
                  </a:lnTo>
                  <a:lnTo>
                    <a:pt x="2381" y="22300"/>
                  </a:lnTo>
                  <a:lnTo>
                    <a:pt x="2341" y="21936"/>
                  </a:lnTo>
                  <a:lnTo>
                    <a:pt x="2321" y="21169"/>
                  </a:lnTo>
                  <a:lnTo>
                    <a:pt x="2341" y="20403"/>
                  </a:lnTo>
                  <a:lnTo>
                    <a:pt x="2361" y="19656"/>
                  </a:lnTo>
                  <a:lnTo>
                    <a:pt x="2402" y="18546"/>
                  </a:lnTo>
                  <a:lnTo>
                    <a:pt x="2402" y="17638"/>
                  </a:lnTo>
                  <a:lnTo>
                    <a:pt x="2361" y="16710"/>
                  </a:lnTo>
                  <a:lnTo>
                    <a:pt x="2301" y="15802"/>
                  </a:lnTo>
                  <a:lnTo>
                    <a:pt x="2200" y="14914"/>
                  </a:lnTo>
                  <a:lnTo>
                    <a:pt x="2079" y="14006"/>
                  </a:lnTo>
                  <a:lnTo>
                    <a:pt x="1917" y="13118"/>
                  </a:lnTo>
                  <a:lnTo>
                    <a:pt x="1715" y="12230"/>
                  </a:lnTo>
                  <a:lnTo>
                    <a:pt x="1493" y="11342"/>
                  </a:lnTo>
                  <a:lnTo>
                    <a:pt x="1271" y="10575"/>
                  </a:lnTo>
                  <a:lnTo>
                    <a:pt x="1029" y="9828"/>
                  </a:lnTo>
                  <a:lnTo>
                    <a:pt x="767" y="8940"/>
                  </a:lnTo>
                  <a:lnTo>
                    <a:pt x="505" y="8032"/>
                  </a:lnTo>
                  <a:lnTo>
                    <a:pt x="404" y="7588"/>
                  </a:lnTo>
                  <a:lnTo>
                    <a:pt x="303" y="7124"/>
                  </a:lnTo>
                  <a:lnTo>
                    <a:pt x="202" y="6660"/>
                  </a:lnTo>
                  <a:lnTo>
                    <a:pt x="141" y="6196"/>
                  </a:lnTo>
                  <a:lnTo>
                    <a:pt x="101" y="5853"/>
                  </a:lnTo>
                  <a:lnTo>
                    <a:pt x="81" y="5469"/>
                  </a:lnTo>
                  <a:lnTo>
                    <a:pt x="81" y="5086"/>
                  </a:lnTo>
                  <a:lnTo>
                    <a:pt x="101" y="4682"/>
                  </a:lnTo>
                  <a:lnTo>
                    <a:pt x="121" y="4279"/>
                  </a:lnTo>
                  <a:lnTo>
                    <a:pt x="162" y="3855"/>
                  </a:lnTo>
                  <a:lnTo>
                    <a:pt x="242" y="3451"/>
                  </a:lnTo>
                  <a:lnTo>
                    <a:pt x="323" y="3048"/>
                  </a:lnTo>
                  <a:lnTo>
                    <a:pt x="424" y="2664"/>
                  </a:lnTo>
                  <a:lnTo>
                    <a:pt x="565" y="2301"/>
                  </a:lnTo>
                  <a:lnTo>
                    <a:pt x="727" y="1958"/>
                  </a:lnTo>
                  <a:lnTo>
                    <a:pt x="928" y="1655"/>
                  </a:lnTo>
                  <a:lnTo>
                    <a:pt x="1130" y="1373"/>
                  </a:lnTo>
                  <a:lnTo>
                    <a:pt x="1251" y="1252"/>
                  </a:lnTo>
                  <a:lnTo>
                    <a:pt x="1393" y="1151"/>
                  </a:lnTo>
                  <a:lnTo>
                    <a:pt x="1514" y="1050"/>
                  </a:lnTo>
                  <a:lnTo>
                    <a:pt x="1655" y="949"/>
                  </a:lnTo>
                  <a:lnTo>
                    <a:pt x="1816" y="888"/>
                  </a:lnTo>
                  <a:lnTo>
                    <a:pt x="1978" y="828"/>
                  </a:lnTo>
                  <a:lnTo>
                    <a:pt x="2280" y="727"/>
                  </a:lnTo>
                  <a:lnTo>
                    <a:pt x="2603" y="666"/>
                  </a:lnTo>
                  <a:lnTo>
                    <a:pt x="2946" y="606"/>
                  </a:lnTo>
                  <a:lnTo>
                    <a:pt x="3289" y="566"/>
                  </a:lnTo>
                  <a:lnTo>
                    <a:pt x="3996" y="525"/>
                  </a:lnTo>
                  <a:lnTo>
                    <a:pt x="4702" y="505"/>
                  </a:lnTo>
                  <a:lnTo>
                    <a:pt x="5287" y="485"/>
                  </a:lnTo>
                  <a:lnTo>
                    <a:pt x="5852" y="445"/>
                  </a:lnTo>
                  <a:lnTo>
                    <a:pt x="8012" y="303"/>
                  </a:lnTo>
                  <a:lnTo>
                    <a:pt x="10009" y="182"/>
                  </a:lnTo>
                  <a:lnTo>
                    <a:pt x="11200" y="142"/>
                  </a:lnTo>
                  <a:lnTo>
                    <a:pt x="12391" y="101"/>
                  </a:lnTo>
                  <a:lnTo>
                    <a:pt x="13521" y="81"/>
                  </a:lnTo>
                  <a:lnTo>
                    <a:pt x="14651" y="81"/>
                  </a:lnTo>
                  <a:lnTo>
                    <a:pt x="15741" y="101"/>
                  </a:lnTo>
                  <a:lnTo>
                    <a:pt x="16790" y="122"/>
                  </a:lnTo>
                  <a:lnTo>
                    <a:pt x="17839" y="182"/>
                  </a:lnTo>
                  <a:lnTo>
                    <a:pt x="18868" y="243"/>
                  </a:lnTo>
                  <a:lnTo>
                    <a:pt x="19857" y="323"/>
                  </a:lnTo>
                  <a:lnTo>
                    <a:pt x="20826" y="404"/>
                  </a:lnTo>
                  <a:lnTo>
                    <a:pt x="21795" y="525"/>
                  </a:lnTo>
                  <a:lnTo>
                    <a:pt x="22723" y="666"/>
                  </a:lnTo>
                  <a:lnTo>
                    <a:pt x="23651" y="808"/>
                  </a:lnTo>
                  <a:lnTo>
                    <a:pt x="24559" y="969"/>
                  </a:lnTo>
                  <a:lnTo>
                    <a:pt x="25447" y="1151"/>
                  </a:lnTo>
                  <a:lnTo>
                    <a:pt x="26335" y="1353"/>
                  </a:lnTo>
                  <a:lnTo>
                    <a:pt x="27082" y="1534"/>
                  </a:lnTo>
                  <a:lnTo>
                    <a:pt x="27828" y="1756"/>
                  </a:lnTo>
                  <a:lnTo>
                    <a:pt x="28575" y="2019"/>
                  </a:lnTo>
                  <a:lnTo>
                    <a:pt x="28958" y="2160"/>
                  </a:lnTo>
                  <a:lnTo>
                    <a:pt x="29322" y="2321"/>
                  </a:lnTo>
                  <a:lnTo>
                    <a:pt x="29665" y="2503"/>
                  </a:lnTo>
                  <a:lnTo>
                    <a:pt x="30028" y="2684"/>
                  </a:lnTo>
                  <a:lnTo>
                    <a:pt x="30371" y="2886"/>
                  </a:lnTo>
                  <a:lnTo>
                    <a:pt x="30694" y="3108"/>
                  </a:lnTo>
                  <a:lnTo>
                    <a:pt x="30997" y="3350"/>
                  </a:lnTo>
                  <a:lnTo>
                    <a:pt x="31299" y="3613"/>
                  </a:lnTo>
                  <a:lnTo>
                    <a:pt x="31582" y="3895"/>
                  </a:lnTo>
                  <a:lnTo>
                    <a:pt x="31844" y="4198"/>
                  </a:lnTo>
                  <a:lnTo>
                    <a:pt x="32086" y="4521"/>
                  </a:lnTo>
                  <a:lnTo>
                    <a:pt x="32288" y="4844"/>
                  </a:lnTo>
                  <a:lnTo>
                    <a:pt x="32470" y="5167"/>
                  </a:lnTo>
                  <a:lnTo>
                    <a:pt x="32631" y="5490"/>
                  </a:lnTo>
                  <a:lnTo>
                    <a:pt x="32772" y="5833"/>
                  </a:lnTo>
                  <a:lnTo>
                    <a:pt x="32894" y="6176"/>
                  </a:lnTo>
                  <a:lnTo>
                    <a:pt x="33015" y="6519"/>
                  </a:lnTo>
                  <a:lnTo>
                    <a:pt x="33095" y="6862"/>
                  </a:lnTo>
                  <a:lnTo>
                    <a:pt x="33156" y="7205"/>
                  </a:lnTo>
                  <a:lnTo>
                    <a:pt x="33216" y="7548"/>
                  </a:lnTo>
                  <a:lnTo>
                    <a:pt x="33277" y="8214"/>
                  </a:lnTo>
                  <a:lnTo>
                    <a:pt x="33317" y="8860"/>
                  </a:lnTo>
                  <a:lnTo>
                    <a:pt x="33297" y="9445"/>
                  </a:lnTo>
                  <a:lnTo>
                    <a:pt x="33277" y="9949"/>
                  </a:lnTo>
                  <a:lnTo>
                    <a:pt x="33216" y="10454"/>
                  </a:lnTo>
                  <a:lnTo>
                    <a:pt x="33156" y="10938"/>
                  </a:lnTo>
                  <a:lnTo>
                    <a:pt x="33095" y="11443"/>
                  </a:lnTo>
                  <a:lnTo>
                    <a:pt x="32914" y="12431"/>
                  </a:lnTo>
                  <a:lnTo>
                    <a:pt x="32732" y="13420"/>
                  </a:lnTo>
                  <a:lnTo>
                    <a:pt x="32450" y="14954"/>
                  </a:lnTo>
                  <a:lnTo>
                    <a:pt x="32288" y="15923"/>
                  </a:lnTo>
                  <a:lnTo>
                    <a:pt x="32167" y="16710"/>
                  </a:lnTo>
                  <a:lnTo>
                    <a:pt x="32026" y="17497"/>
                  </a:lnTo>
                  <a:lnTo>
                    <a:pt x="31844" y="18284"/>
                  </a:lnTo>
                  <a:lnTo>
                    <a:pt x="31743" y="18667"/>
                  </a:lnTo>
                  <a:lnTo>
                    <a:pt x="31622" y="19051"/>
                  </a:lnTo>
                  <a:lnTo>
                    <a:pt x="31481" y="19454"/>
                  </a:lnTo>
                  <a:lnTo>
                    <a:pt x="31319" y="19898"/>
                  </a:lnTo>
                  <a:lnTo>
                    <a:pt x="31098" y="20342"/>
                  </a:lnTo>
                  <a:lnTo>
                    <a:pt x="30835" y="20806"/>
                  </a:lnTo>
                  <a:lnTo>
                    <a:pt x="30553" y="21250"/>
                  </a:lnTo>
                  <a:lnTo>
                    <a:pt x="30371" y="21472"/>
                  </a:lnTo>
                  <a:lnTo>
                    <a:pt x="30210" y="21674"/>
                  </a:lnTo>
                  <a:lnTo>
                    <a:pt x="30008" y="21876"/>
                  </a:lnTo>
                  <a:lnTo>
                    <a:pt x="29806" y="22078"/>
                  </a:lnTo>
                  <a:lnTo>
                    <a:pt x="29584" y="22259"/>
                  </a:lnTo>
                  <a:lnTo>
                    <a:pt x="29362" y="22441"/>
                  </a:lnTo>
                  <a:lnTo>
                    <a:pt x="29402" y="22501"/>
                  </a:lnTo>
                  <a:lnTo>
                    <a:pt x="29766" y="22219"/>
                  </a:lnTo>
                  <a:lnTo>
                    <a:pt x="30129" y="21876"/>
                  </a:lnTo>
                  <a:lnTo>
                    <a:pt x="30452" y="21513"/>
                  </a:lnTo>
                  <a:lnTo>
                    <a:pt x="30754" y="21089"/>
                  </a:lnTo>
                  <a:lnTo>
                    <a:pt x="31037" y="20645"/>
                  </a:lnTo>
                  <a:lnTo>
                    <a:pt x="31279" y="20160"/>
                  </a:lnTo>
                  <a:lnTo>
                    <a:pt x="31501" y="19636"/>
                  </a:lnTo>
                  <a:lnTo>
                    <a:pt x="31703" y="19071"/>
                  </a:lnTo>
                  <a:lnTo>
                    <a:pt x="31824" y="18687"/>
                  </a:lnTo>
                  <a:lnTo>
                    <a:pt x="31925" y="18304"/>
                  </a:lnTo>
                  <a:lnTo>
                    <a:pt x="32086" y="17517"/>
                  </a:lnTo>
                  <a:lnTo>
                    <a:pt x="32248" y="16730"/>
                  </a:lnTo>
                  <a:lnTo>
                    <a:pt x="32369" y="15943"/>
                  </a:lnTo>
                  <a:lnTo>
                    <a:pt x="32530" y="14954"/>
                  </a:lnTo>
                  <a:lnTo>
                    <a:pt x="32813" y="13440"/>
                  </a:lnTo>
                  <a:lnTo>
                    <a:pt x="32994" y="12452"/>
                  </a:lnTo>
                  <a:lnTo>
                    <a:pt x="33176" y="11463"/>
                  </a:lnTo>
                  <a:lnTo>
                    <a:pt x="33237" y="10958"/>
                  </a:lnTo>
                  <a:lnTo>
                    <a:pt x="33297" y="10454"/>
                  </a:lnTo>
                  <a:lnTo>
                    <a:pt x="33358" y="9949"/>
                  </a:lnTo>
                  <a:lnTo>
                    <a:pt x="33378" y="9445"/>
                  </a:lnTo>
                  <a:lnTo>
                    <a:pt x="33398" y="8860"/>
                  </a:lnTo>
                  <a:lnTo>
                    <a:pt x="33358" y="8214"/>
                  </a:lnTo>
                  <a:lnTo>
                    <a:pt x="33337" y="7871"/>
                  </a:lnTo>
                  <a:lnTo>
                    <a:pt x="33297" y="7548"/>
                  </a:lnTo>
                  <a:lnTo>
                    <a:pt x="33237" y="7205"/>
                  </a:lnTo>
                  <a:lnTo>
                    <a:pt x="33176" y="6842"/>
                  </a:lnTo>
                  <a:lnTo>
                    <a:pt x="33075" y="6499"/>
                  </a:lnTo>
                  <a:lnTo>
                    <a:pt x="32974" y="6155"/>
                  </a:lnTo>
                  <a:lnTo>
                    <a:pt x="32853" y="5812"/>
                  </a:lnTo>
                  <a:lnTo>
                    <a:pt x="32712" y="5469"/>
                  </a:lnTo>
                  <a:lnTo>
                    <a:pt x="32550" y="5126"/>
                  </a:lnTo>
                  <a:lnTo>
                    <a:pt x="32369" y="4783"/>
                  </a:lnTo>
                  <a:lnTo>
                    <a:pt x="32147" y="4460"/>
                  </a:lnTo>
                  <a:lnTo>
                    <a:pt x="31925" y="4158"/>
                  </a:lnTo>
                  <a:lnTo>
                    <a:pt x="31642" y="3855"/>
                  </a:lnTo>
                  <a:lnTo>
                    <a:pt x="31360" y="3552"/>
                  </a:lnTo>
                  <a:lnTo>
                    <a:pt x="31057" y="3290"/>
                  </a:lnTo>
                  <a:lnTo>
                    <a:pt x="30734" y="3048"/>
                  </a:lnTo>
                  <a:lnTo>
                    <a:pt x="30411" y="2826"/>
                  </a:lnTo>
                  <a:lnTo>
                    <a:pt x="30068" y="2624"/>
                  </a:lnTo>
                  <a:lnTo>
                    <a:pt x="29725" y="2422"/>
                  </a:lnTo>
                  <a:lnTo>
                    <a:pt x="29362" y="2241"/>
                  </a:lnTo>
                  <a:lnTo>
                    <a:pt x="28979" y="2079"/>
                  </a:lnTo>
                  <a:lnTo>
                    <a:pt x="28615" y="1938"/>
                  </a:lnTo>
                  <a:lnTo>
                    <a:pt x="27849" y="1675"/>
                  </a:lnTo>
                  <a:lnTo>
                    <a:pt x="27102" y="1454"/>
                  </a:lnTo>
                  <a:lnTo>
                    <a:pt x="26355" y="1272"/>
                  </a:lnTo>
                  <a:lnTo>
                    <a:pt x="25467" y="1070"/>
                  </a:lnTo>
                  <a:lnTo>
                    <a:pt x="24579" y="888"/>
                  </a:lnTo>
                  <a:lnTo>
                    <a:pt x="23671" y="727"/>
                  </a:lnTo>
                  <a:lnTo>
                    <a:pt x="22743" y="586"/>
                  </a:lnTo>
                  <a:lnTo>
                    <a:pt x="21795" y="445"/>
                  </a:lnTo>
                  <a:lnTo>
                    <a:pt x="20846" y="344"/>
                  </a:lnTo>
                  <a:lnTo>
                    <a:pt x="19857" y="243"/>
                  </a:lnTo>
                  <a:lnTo>
                    <a:pt x="18868" y="162"/>
                  </a:lnTo>
                  <a:lnTo>
                    <a:pt x="17839" y="101"/>
                  </a:lnTo>
                  <a:lnTo>
                    <a:pt x="16810" y="41"/>
                  </a:lnTo>
                  <a:lnTo>
                    <a:pt x="15741" y="21"/>
                  </a:lnTo>
                  <a:lnTo>
                    <a:pt x="146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7"/>
            <p:cNvSpPr/>
            <p:nvPr/>
          </p:nvSpPr>
          <p:spPr>
            <a:xfrm flipH="1">
              <a:off x="-3224708" y="-4984335"/>
              <a:ext cx="1754433" cy="1582965"/>
            </a:xfrm>
            <a:custGeom>
              <a:rect b="b" l="l" r="r" t="t"/>
              <a:pathLst>
                <a:path extrusionOk="0" h="28314" w="31381">
                  <a:moveTo>
                    <a:pt x="3310" y="0"/>
                  </a:moveTo>
                  <a:lnTo>
                    <a:pt x="1938" y="121"/>
                  </a:lnTo>
                  <a:lnTo>
                    <a:pt x="1554" y="162"/>
                  </a:lnTo>
                  <a:lnTo>
                    <a:pt x="1231" y="222"/>
                  </a:lnTo>
                  <a:lnTo>
                    <a:pt x="989" y="303"/>
                  </a:lnTo>
                  <a:lnTo>
                    <a:pt x="868" y="343"/>
                  </a:lnTo>
                  <a:lnTo>
                    <a:pt x="787" y="404"/>
                  </a:lnTo>
                  <a:lnTo>
                    <a:pt x="687" y="485"/>
                  </a:lnTo>
                  <a:lnTo>
                    <a:pt x="626" y="565"/>
                  </a:lnTo>
                  <a:lnTo>
                    <a:pt x="545" y="666"/>
                  </a:lnTo>
                  <a:lnTo>
                    <a:pt x="485" y="787"/>
                  </a:lnTo>
                  <a:lnTo>
                    <a:pt x="384" y="1070"/>
                  </a:lnTo>
                  <a:lnTo>
                    <a:pt x="283" y="1453"/>
                  </a:lnTo>
                  <a:lnTo>
                    <a:pt x="162" y="2180"/>
                  </a:lnTo>
                  <a:lnTo>
                    <a:pt x="61" y="2926"/>
                  </a:lnTo>
                  <a:lnTo>
                    <a:pt x="21" y="3693"/>
                  </a:lnTo>
                  <a:lnTo>
                    <a:pt x="0" y="4501"/>
                  </a:lnTo>
                  <a:lnTo>
                    <a:pt x="21" y="5247"/>
                  </a:lnTo>
                  <a:lnTo>
                    <a:pt x="61" y="5974"/>
                  </a:lnTo>
                  <a:lnTo>
                    <a:pt x="122" y="6700"/>
                  </a:lnTo>
                  <a:lnTo>
                    <a:pt x="202" y="7447"/>
                  </a:lnTo>
                  <a:lnTo>
                    <a:pt x="303" y="8193"/>
                  </a:lnTo>
                  <a:lnTo>
                    <a:pt x="424" y="8940"/>
                  </a:lnTo>
                  <a:lnTo>
                    <a:pt x="666" y="10514"/>
                  </a:lnTo>
                  <a:lnTo>
                    <a:pt x="909" y="11826"/>
                  </a:lnTo>
                  <a:lnTo>
                    <a:pt x="1534" y="15559"/>
                  </a:lnTo>
                  <a:lnTo>
                    <a:pt x="1837" y="17436"/>
                  </a:lnTo>
                  <a:lnTo>
                    <a:pt x="2099" y="19333"/>
                  </a:lnTo>
                  <a:lnTo>
                    <a:pt x="2341" y="21230"/>
                  </a:lnTo>
                  <a:lnTo>
                    <a:pt x="2442" y="22198"/>
                  </a:lnTo>
                  <a:lnTo>
                    <a:pt x="2543" y="23147"/>
                  </a:lnTo>
                  <a:lnTo>
                    <a:pt x="2604" y="24095"/>
                  </a:lnTo>
                  <a:lnTo>
                    <a:pt x="2684" y="25044"/>
                  </a:lnTo>
                  <a:lnTo>
                    <a:pt x="2725" y="26013"/>
                  </a:lnTo>
                  <a:lnTo>
                    <a:pt x="2745" y="26961"/>
                  </a:lnTo>
                  <a:lnTo>
                    <a:pt x="2765" y="27143"/>
                  </a:lnTo>
                  <a:lnTo>
                    <a:pt x="2785" y="27304"/>
                  </a:lnTo>
                  <a:lnTo>
                    <a:pt x="2826" y="27486"/>
                  </a:lnTo>
                  <a:lnTo>
                    <a:pt x="2866" y="27667"/>
                  </a:lnTo>
                  <a:lnTo>
                    <a:pt x="2927" y="27829"/>
                  </a:lnTo>
                  <a:lnTo>
                    <a:pt x="3007" y="27970"/>
                  </a:lnTo>
                  <a:lnTo>
                    <a:pt x="3108" y="28091"/>
                  </a:lnTo>
                  <a:lnTo>
                    <a:pt x="3209" y="28192"/>
                  </a:lnTo>
                  <a:lnTo>
                    <a:pt x="3290" y="28253"/>
                  </a:lnTo>
                  <a:lnTo>
                    <a:pt x="3371" y="28273"/>
                  </a:lnTo>
                  <a:lnTo>
                    <a:pt x="3451" y="28313"/>
                  </a:lnTo>
                  <a:lnTo>
                    <a:pt x="3532" y="28313"/>
                  </a:lnTo>
                  <a:lnTo>
                    <a:pt x="3673" y="28293"/>
                  </a:lnTo>
                  <a:lnTo>
                    <a:pt x="3754" y="28273"/>
                  </a:lnTo>
                  <a:lnTo>
                    <a:pt x="3835" y="28232"/>
                  </a:lnTo>
                  <a:lnTo>
                    <a:pt x="3956" y="28131"/>
                  </a:lnTo>
                  <a:lnTo>
                    <a:pt x="4077" y="28031"/>
                  </a:lnTo>
                  <a:lnTo>
                    <a:pt x="4178" y="27909"/>
                  </a:lnTo>
                  <a:lnTo>
                    <a:pt x="4380" y="27667"/>
                  </a:lnTo>
                  <a:lnTo>
                    <a:pt x="5126" y="26820"/>
                  </a:lnTo>
                  <a:lnTo>
                    <a:pt x="5510" y="26396"/>
                  </a:lnTo>
                  <a:lnTo>
                    <a:pt x="5893" y="25992"/>
                  </a:lnTo>
                  <a:lnTo>
                    <a:pt x="6297" y="25589"/>
                  </a:lnTo>
                  <a:lnTo>
                    <a:pt x="6700" y="25205"/>
                  </a:lnTo>
                  <a:lnTo>
                    <a:pt x="7124" y="24842"/>
                  </a:lnTo>
                  <a:lnTo>
                    <a:pt x="7588" y="24499"/>
                  </a:lnTo>
                  <a:lnTo>
                    <a:pt x="8012" y="24196"/>
                  </a:lnTo>
                  <a:lnTo>
                    <a:pt x="8476" y="23914"/>
                  </a:lnTo>
                  <a:lnTo>
                    <a:pt x="8940" y="23651"/>
                  </a:lnTo>
                  <a:lnTo>
                    <a:pt x="9445" y="23409"/>
                  </a:lnTo>
                  <a:lnTo>
                    <a:pt x="9949" y="23187"/>
                  </a:lnTo>
                  <a:lnTo>
                    <a:pt x="10474" y="22985"/>
                  </a:lnTo>
                  <a:lnTo>
                    <a:pt x="11039" y="22804"/>
                  </a:lnTo>
                  <a:lnTo>
                    <a:pt x="11604" y="22642"/>
                  </a:lnTo>
                  <a:lnTo>
                    <a:pt x="12209" y="22501"/>
                  </a:lnTo>
                  <a:lnTo>
                    <a:pt x="12815" y="22380"/>
                  </a:lnTo>
                  <a:lnTo>
                    <a:pt x="13440" y="22279"/>
                  </a:lnTo>
                  <a:lnTo>
                    <a:pt x="14086" y="22219"/>
                  </a:lnTo>
                  <a:lnTo>
                    <a:pt x="14752" y="22158"/>
                  </a:lnTo>
                  <a:lnTo>
                    <a:pt x="15438" y="22118"/>
                  </a:lnTo>
                  <a:lnTo>
                    <a:pt x="16144" y="22098"/>
                  </a:lnTo>
                  <a:lnTo>
                    <a:pt x="16871" y="22098"/>
                  </a:lnTo>
                  <a:lnTo>
                    <a:pt x="18082" y="22138"/>
                  </a:lnTo>
                  <a:lnTo>
                    <a:pt x="19293" y="22219"/>
                  </a:lnTo>
                  <a:lnTo>
                    <a:pt x="20503" y="22320"/>
                  </a:lnTo>
                  <a:lnTo>
                    <a:pt x="21694" y="22441"/>
                  </a:lnTo>
                  <a:lnTo>
                    <a:pt x="22905" y="22562"/>
                  </a:lnTo>
                  <a:lnTo>
                    <a:pt x="24156" y="22663"/>
                  </a:lnTo>
                  <a:lnTo>
                    <a:pt x="25387" y="22743"/>
                  </a:lnTo>
                  <a:lnTo>
                    <a:pt x="26638" y="22784"/>
                  </a:lnTo>
                  <a:lnTo>
                    <a:pt x="27788" y="22784"/>
                  </a:lnTo>
                  <a:lnTo>
                    <a:pt x="28414" y="22723"/>
                  </a:lnTo>
                  <a:lnTo>
                    <a:pt x="29019" y="22642"/>
                  </a:lnTo>
                  <a:lnTo>
                    <a:pt x="29342" y="22582"/>
                  </a:lnTo>
                  <a:lnTo>
                    <a:pt x="29645" y="22501"/>
                  </a:lnTo>
                  <a:lnTo>
                    <a:pt x="29948" y="22420"/>
                  </a:lnTo>
                  <a:lnTo>
                    <a:pt x="30250" y="22320"/>
                  </a:lnTo>
                  <a:lnTo>
                    <a:pt x="30533" y="22198"/>
                  </a:lnTo>
                  <a:lnTo>
                    <a:pt x="30836" y="22057"/>
                  </a:lnTo>
                  <a:lnTo>
                    <a:pt x="31118" y="21896"/>
                  </a:lnTo>
                  <a:lnTo>
                    <a:pt x="31380" y="21734"/>
                  </a:lnTo>
                  <a:lnTo>
                    <a:pt x="31340" y="21674"/>
                  </a:lnTo>
                  <a:lnTo>
                    <a:pt x="31037" y="21855"/>
                  </a:lnTo>
                  <a:lnTo>
                    <a:pt x="30674" y="22057"/>
                  </a:lnTo>
                  <a:lnTo>
                    <a:pt x="30250" y="22239"/>
                  </a:lnTo>
                  <a:lnTo>
                    <a:pt x="30008" y="22320"/>
                  </a:lnTo>
                  <a:lnTo>
                    <a:pt x="29746" y="22400"/>
                  </a:lnTo>
                  <a:lnTo>
                    <a:pt x="29463" y="22461"/>
                  </a:lnTo>
                  <a:lnTo>
                    <a:pt x="29140" y="22542"/>
                  </a:lnTo>
                  <a:lnTo>
                    <a:pt x="28797" y="22582"/>
                  </a:lnTo>
                  <a:lnTo>
                    <a:pt x="28434" y="22642"/>
                  </a:lnTo>
                  <a:lnTo>
                    <a:pt x="28031" y="22683"/>
                  </a:lnTo>
                  <a:lnTo>
                    <a:pt x="27607" y="22703"/>
                  </a:lnTo>
                  <a:lnTo>
                    <a:pt x="26638" y="22703"/>
                  </a:lnTo>
                  <a:lnTo>
                    <a:pt x="25387" y="22663"/>
                  </a:lnTo>
                  <a:lnTo>
                    <a:pt x="24156" y="22582"/>
                  </a:lnTo>
                  <a:lnTo>
                    <a:pt x="22925" y="22481"/>
                  </a:lnTo>
                  <a:lnTo>
                    <a:pt x="21694" y="22360"/>
                  </a:lnTo>
                  <a:lnTo>
                    <a:pt x="20503" y="22259"/>
                  </a:lnTo>
                  <a:lnTo>
                    <a:pt x="19293" y="22138"/>
                  </a:lnTo>
                  <a:lnTo>
                    <a:pt x="18082" y="22057"/>
                  </a:lnTo>
                  <a:lnTo>
                    <a:pt x="16871" y="22017"/>
                  </a:lnTo>
                  <a:lnTo>
                    <a:pt x="16144" y="22017"/>
                  </a:lnTo>
                  <a:lnTo>
                    <a:pt x="15438" y="22037"/>
                  </a:lnTo>
                  <a:lnTo>
                    <a:pt x="14752" y="22077"/>
                  </a:lnTo>
                  <a:lnTo>
                    <a:pt x="14086" y="22138"/>
                  </a:lnTo>
                  <a:lnTo>
                    <a:pt x="13420" y="22219"/>
                  </a:lnTo>
                  <a:lnTo>
                    <a:pt x="12795" y="22299"/>
                  </a:lnTo>
                  <a:lnTo>
                    <a:pt x="12189" y="22420"/>
                  </a:lnTo>
                  <a:lnTo>
                    <a:pt x="11584" y="22562"/>
                  </a:lnTo>
                  <a:lnTo>
                    <a:pt x="11019" y="22723"/>
                  </a:lnTo>
                  <a:lnTo>
                    <a:pt x="10454" y="22905"/>
                  </a:lnTo>
                  <a:lnTo>
                    <a:pt x="9909" y="23107"/>
                  </a:lnTo>
                  <a:lnTo>
                    <a:pt x="9404" y="23329"/>
                  </a:lnTo>
                  <a:lnTo>
                    <a:pt x="8900" y="23571"/>
                  </a:lnTo>
                  <a:lnTo>
                    <a:pt x="8416" y="23833"/>
                  </a:lnTo>
                  <a:lnTo>
                    <a:pt x="7972" y="24116"/>
                  </a:lnTo>
                  <a:lnTo>
                    <a:pt x="7528" y="24418"/>
                  </a:lnTo>
                  <a:lnTo>
                    <a:pt x="7084" y="24782"/>
                  </a:lnTo>
                  <a:lnTo>
                    <a:pt x="6660" y="25145"/>
                  </a:lnTo>
                  <a:lnTo>
                    <a:pt x="6236" y="25528"/>
                  </a:lnTo>
                  <a:lnTo>
                    <a:pt x="5832" y="25932"/>
                  </a:lnTo>
                  <a:lnTo>
                    <a:pt x="5449" y="26356"/>
                  </a:lnTo>
                  <a:lnTo>
                    <a:pt x="5066" y="26759"/>
                  </a:lnTo>
                  <a:lnTo>
                    <a:pt x="4319" y="27607"/>
                  </a:lnTo>
                  <a:lnTo>
                    <a:pt x="4117" y="27869"/>
                  </a:lnTo>
                  <a:lnTo>
                    <a:pt x="3996" y="27990"/>
                  </a:lnTo>
                  <a:lnTo>
                    <a:pt x="3895" y="28091"/>
                  </a:lnTo>
                  <a:lnTo>
                    <a:pt x="3774" y="28172"/>
                  </a:lnTo>
                  <a:lnTo>
                    <a:pt x="3653" y="28212"/>
                  </a:lnTo>
                  <a:lnTo>
                    <a:pt x="3552" y="28232"/>
                  </a:lnTo>
                  <a:lnTo>
                    <a:pt x="3451" y="28212"/>
                  </a:lnTo>
                  <a:lnTo>
                    <a:pt x="3350" y="28192"/>
                  </a:lnTo>
                  <a:lnTo>
                    <a:pt x="3270" y="28131"/>
                  </a:lnTo>
                  <a:lnTo>
                    <a:pt x="3169" y="28031"/>
                  </a:lnTo>
                  <a:lnTo>
                    <a:pt x="3068" y="27909"/>
                  </a:lnTo>
                  <a:lnTo>
                    <a:pt x="3007" y="27768"/>
                  </a:lnTo>
                  <a:lnTo>
                    <a:pt x="2947" y="27627"/>
                  </a:lnTo>
                  <a:lnTo>
                    <a:pt x="2906" y="27465"/>
                  </a:lnTo>
                  <a:lnTo>
                    <a:pt x="2866" y="27284"/>
                  </a:lnTo>
                  <a:lnTo>
                    <a:pt x="2826" y="26961"/>
                  </a:lnTo>
                  <a:lnTo>
                    <a:pt x="2805" y="26013"/>
                  </a:lnTo>
                  <a:lnTo>
                    <a:pt x="2765" y="25044"/>
                  </a:lnTo>
                  <a:lnTo>
                    <a:pt x="2684" y="24095"/>
                  </a:lnTo>
                  <a:lnTo>
                    <a:pt x="2624" y="23147"/>
                  </a:lnTo>
                  <a:lnTo>
                    <a:pt x="2523" y="22178"/>
                  </a:lnTo>
                  <a:lnTo>
                    <a:pt x="2422" y="21230"/>
                  </a:lnTo>
                  <a:lnTo>
                    <a:pt x="2180" y="19333"/>
                  </a:lnTo>
                  <a:lnTo>
                    <a:pt x="1918" y="17436"/>
                  </a:lnTo>
                  <a:lnTo>
                    <a:pt x="1615" y="15539"/>
                  </a:lnTo>
                  <a:lnTo>
                    <a:pt x="989" y="11806"/>
                  </a:lnTo>
                  <a:lnTo>
                    <a:pt x="747" y="10494"/>
                  </a:lnTo>
                  <a:lnTo>
                    <a:pt x="505" y="8940"/>
                  </a:lnTo>
                  <a:lnTo>
                    <a:pt x="384" y="8173"/>
                  </a:lnTo>
                  <a:lnTo>
                    <a:pt x="283" y="7447"/>
                  </a:lnTo>
                  <a:lnTo>
                    <a:pt x="202" y="6700"/>
                  </a:lnTo>
                  <a:lnTo>
                    <a:pt x="142" y="5974"/>
                  </a:lnTo>
                  <a:lnTo>
                    <a:pt x="101" y="5247"/>
                  </a:lnTo>
                  <a:lnTo>
                    <a:pt x="81" y="4501"/>
                  </a:lnTo>
                  <a:lnTo>
                    <a:pt x="101" y="3693"/>
                  </a:lnTo>
                  <a:lnTo>
                    <a:pt x="142" y="2926"/>
                  </a:lnTo>
                  <a:lnTo>
                    <a:pt x="243" y="2180"/>
                  </a:lnTo>
                  <a:lnTo>
                    <a:pt x="364" y="1474"/>
                  </a:lnTo>
                  <a:lnTo>
                    <a:pt x="444" y="1110"/>
                  </a:lnTo>
                  <a:lnTo>
                    <a:pt x="545" y="828"/>
                  </a:lnTo>
                  <a:lnTo>
                    <a:pt x="606" y="707"/>
                  </a:lnTo>
                  <a:lnTo>
                    <a:pt x="666" y="626"/>
                  </a:lnTo>
                  <a:lnTo>
                    <a:pt x="747" y="545"/>
                  </a:lnTo>
                  <a:lnTo>
                    <a:pt x="828" y="465"/>
                  </a:lnTo>
                  <a:lnTo>
                    <a:pt x="909" y="404"/>
                  </a:lnTo>
                  <a:lnTo>
                    <a:pt x="1009" y="364"/>
                  </a:lnTo>
                  <a:lnTo>
                    <a:pt x="1252" y="303"/>
                  </a:lnTo>
                  <a:lnTo>
                    <a:pt x="1574" y="243"/>
                  </a:lnTo>
                  <a:lnTo>
                    <a:pt x="1958" y="202"/>
                  </a:lnTo>
                  <a:lnTo>
                    <a:pt x="3310" y="81"/>
                  </a:lnTo>
                  <a:lnTo>
                    <a:pt x="33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7"/>
            <p:cNvSpPr/>
            <p:nvPr/>
          </p:nvSpPr>
          <p:spPr>
            <a:xfrm flipH="1">
              <a:off x="-3298053" y="-5040745"/>
              <a:ext cx="1571672" cy="1149682"/>
            </a:xfrm>
            <a:custGeom>
              <a:rect b="b" l="l" r="r" t="t"/>
              <a:pathLst>
                <a:path extrusionOk="0" h="20564" w="28112">
                  <a:moveTo>
                    <a:pt x="7083" y="81"/>
                  </a:moveTo>
                  <a:lnTo>
                    <a:pt x="8436" y="142"/>
                  </a:lnTo>
                  <a:lnTo>
                    <a:pt x="9767" y="202"/>
                  </a:lnTo>
                  <a:lnTo>
                    <a:pt x="12956" y="384"/>
                  </a:lnTo>
                  <a:lnTo>
                    <a:pt x="14550" y="485"/>
                  </a:lnTo>
                  <a:lnTo>
                    <a:pt x="16165" y="586"/>
                  </a:lnTo>
                  <a:lnTo>
                    <a:pt x="17779" y="727"/>
                  </a:lnTo>
                  <a:lnTo>
                    <a:pt x="19393" y="868"/>
                  </a:lnTo>
                  <a:lnTo>
                    <a:pt x="21008" y="1030"/>
                  </a:lnTo>
                  <a:lnTo>
                    <a:pt x="22602" y="1211"/>
                  </a:lnTo>
                  <a:lnTo>
                    <a:pt x="23248" y="1312"/>
                  </a:lnTo>
                  <a:lnTo>
                    <a:pt x="23873" y="1433"/>
                  </a:lnTo>
                  <a:lnTo>
                    <a:pt x="24499" y="1574"/>
                  </a:lnTo>
                  <a:lnTo>
                    <a:pt x="24781" y="1675"/>
                  </a:lnTo>
                  <a:lnTo>
                    <a:pt x="25084" y="1776"/>
                  </a:lnTo>
                  <a:lnTo>
                    <a:pt x="25346" y="1877"/>
                  </a:lnTo>
                  <a:lnTo>
                    <a:pt x="25629" y="2018"/>
                  </a:lnTo>
                  <a:lnTo>
                    <a:pt x="25871" y="2160"/>
                  </a:lnTo>
                  <a:lnTo>
                    <a:pt x="26113" y="2301"/>
                  </a:lnTo>
                  <a:lnTo>
                    <a:pt x="26355" y="2483"/>
                  </a:lnTo>
                  <a:lnTo>
                    <a:pt x="26557" y="2684"/>
                  </a:lnTo>
                  <a:lnTo>
                    <a:pt x="26759" y="2886"/>
                  </a:lnTo>
                  <a:lnTo>
                    <a:pt x="26941" y="3128"/>
                  </a:lnTo>
                  <a:lnTo>
                    <a:pt x="27082" y="3370"/>
                  </a:lnTo>
                  <a:lnTo>
                    <a:pt x="27203" y="3613"/>
                  </a:lnTo>
                  <a:lnTo>
                    <a:pt x="27304" y="3855"/>
                  </a:lnTo>
                  <a:lnTo>
                    <a:pt x="27405" y="4137"/>
                  </a:lnTo>
                  <a:lnTo>
                    <a:pt x="27486" y="4400"/>
                  </a:lnTo>
                  <a:lnTo>
                    <a:pt x="27546" y="4662"/>
                  </a:lnTo>
                  <a:lnTo>
                    <a:pt x="27667" y="5207"/>
                  </a:lnTo>
                  <a:lnTo>
                    <a:pt x="27748" y="5772"/>
                  </a:lnTo>
                  <a:lnTo>
                    <a:pt x="27829" y="6337"/>
                  </a:lnTo>
                  <a:lnTo>
                    <a:pt x="27909" y="6922"/>
                  </a:lnTo>
                  <a:lnTo>
                    <a:pt x="27950" y="7487"/>
                  </a:lnTo>
                  <a:lnTo>
                    <a:pt x="27990" y="8072"/>
                  </a:lnTo>
                  <a:lnTo>
                    <a:pt x="28030" y="8678"/>
                  </a:lnTo>
                  <a:lnTo>
                    <a:pt x="28030" y="9283"/>
                  </a:lnTo>
                  <a:lnTo>
                    <a:pt x="28030" y="9889"/>
                  </a:lnTo>
                  <a:lnTo>
                    <a:pt x="28010" y="10494"/>
                  </a:lnTo>
                  <a:lnTo>
                    <a:pt x="27990" y="11120"/>
                  </a:lnTo>
                  <a:lnTo>
                    <a:pt x="27950" y="11765"/>
                  </a:lnTo>
                  <a:lnTo>
                    <a:pt x="27889" y="12411"/>
                  </a:lnTo>
                  <a:lnTo>
                    <a:pt x="27829" y="13057"/>
                  </a:lnTo>
                  <a:lnTo>
                    <a:pt x="27748" y="13723"/>
                  </a:lnTo>
                  <a:lnTo>
                    <a:pt x="27526" y="15075"/>
                  </a:lnTo>
                  <a:lnTo>
                    <a:pt x="27405" y="15700"/>
                  </a:lnTo>
                  <a:lnTo>
                    <a:pt x="27344" y="16003"/>
                  </a:lnTo>
                  <a:lnTo>
                    <a:pt x="27264" y="16306"/>
                  </a:lnTo>
                  <a:lnTo>
                    <a:pt x="27142" y="16609"/>
                  </a:lnTo>
                  <a:lnTo>
                    <a:pt x="27021" y="16891"/>
                  </a:lnTo>
                  <a:lnTo>
                    <a:pt x="26880" y="17174"/>
                  </a:lnTo>
                  <a:lnTo>
                    <a:pt x="26698" y="17436"/>
                  </a:lnTo>
                  <a:lnTo>
                    <a:pt x="26577" y="17597"/>
                  </a:lnTo>
                  <a:lnTo>
                    <a:pt x="26436" y="17739"/>
                  </a:lnTo>
                  <a:lnTo>
                    <a:pt x="26275" y="17900"/>
                  </a:lnTo>
                  <a:lnTo>
                    <a:pt x="26113" y="18021"/>
                  </a:lnTo>
                  <a:lnTo>
                    <a:pt x="25932" y="18162"/>
                  </a:lnTo>
                  <a:lnTo>
                    <a:pt x="25750" y="18284"/>
                  </a:lnTo>
                  <a:lnTo>
                    <a:pt x="25548" y="18384"/>
                  </a:lnTo>
                  <a:lnTo>
                    <a:pt x="25326" y="18485"/>
                  </a:lnTo>
                  <a:lnTo>
                    <a:pt x="25104" y="18586"/>
                  </a:lnTo>
                  <a:lnTo>
                    <a:pt x="24862" y="18667"/>
                  </a:lnTo>
                  <a:lnTo>
                    <a:pt x="24337" y="18828"/>
                  </a:lnTo>
                  <a:lnTo>
                    <a:pt x="23772" y="18949"/>
                  </a:lnTo>
                  <a:lnTo>
                    <a:pt x="23147" y="19030"/>
                  </a:lnTo>
                  <a:lnTo>
                    <a:pt x="22299" y="19091"/>
                  </a:lnTo>
                  <a:lnTo>
                    <a:pt x="21452" y="19111"/>
                  </a:lnTo>
                  <a:lnTo>
                    <a:pt x="20604" y="19091"/>
                  </a:lnTo>
                  <a:lnTo>
                    <a:pt x="19757" y="19050"/>
                  </a:lnTo>
                  <a:lnTo>
                    <a:pt x="18909" y="18990"/>
                  </a:lnTo>
                  <a:lnTo>
                    <a:pt x="18061" y="18909"/>
                  </a:lnTo>
                  <a:lnTo>
                    <a:pt x="16386" y="18727"/>
                  </a:lnTo>
                  <a:lnTo>
                    <a:pt x="15277" y="18606"/>
                  </a:lnTo>
                  <a:lnTo>
                    <a:pt x="14187" y="18485"/>
                  </a:lnTo>
                  <a:lnTo>
                    <a:pt x="13077" y="18405"/>
                  </a:lnTo>
                  <a:lnTo>
                    <a:pt x="11987" y="18344"/>
                  </a:lnTo>
                  <a:lnTo>
                    <a:pt x="10877" y="18344"/>
                  </a:lnTo>
                  <a:lnTo>
                    <a:pt x="10332" y="18384"/>
                  </a:lnTo>
                  <a:lnTo>
                    <a:pt x="9788" y="18425"/>
                  </a:lnTo>
                  <a:lnTo>
                    <a:pt x="9243" y="18485"/>
                  </a:lnTo>
                  <a:lnTo>
                    <a:pt x="8698" y="18566"/>
                  </a:lnTo>
                  <a:lnTo>
                    <a:pt x="8153" y="18667"/>
                  </a:lnTo>
                  <a:lnTo>
                    <a:pt x="7608" y="18808"/>
                  </a:lnTo>
                  <a:lnTo>
                    <a:pt x="7184" y="18929"/>
                  </a:lnTo>
                  <a:lnTo>
                    <a:pt x="6761" y="19071"/>
                  </a:lnTo>
                  <a:lnTo>
                    <a:pt x="5933" y="19373"/>
                  </a:lnTo>
                  <a:lnTo>
                    <a:pt x="5126" y="19716"/>
                  </a:lnTo>
                  <a:lnTo>
                    <a:pt x="4319" y="20059"/>
                  </a:lnTo>
                  <a:lnTo>
                    <a:pt x="4117" y="20140"/>
                  </a:lnTo>
                  <a:lnTo>
                    <a:pt x="3693" y="20322"/>
                  </a:lnTo>
                  <a:lnTo>
                    <a:pt x="3491" y="20382"/>
                  </a:lnTo>
                  <a:lnTo>
                    <a:pt x="3269" y="20443"/>
                  </a:lnTo>
                  <a:lnTo>
                    <a:pt x="3068" y="20463"/>
                  </a:lnTo>
                  <a:lnTo>
                    <a:pt x="2866" y="20483"/>
                  </a:lnTo>
                  <a:lnTo>
                    <a:pt x="2664" y="20443"/>
                  </a:lnTo>
                  <a:lnTo>
                    <a:pt x="2462" y="20382"/>
                  </a:lnTo>
                  <a:lnTo>
                    <a:pt x="2301" y="20302"/>
                  </a:lnTo>
                  <a:lnTo>
                    <a:pt x="2139" y="20180"/>
                  </a:lnTo>
                  <a:lnTo>
                    <a:pt x="2018" y="20059"/>
                  </a:lnTo>
                  <a:lnTo>
                    <a:pt x="1917" y="19898"/>
                  </a:lnTo>
                  <a:lnTo>
                    <a:pt x="1817" y="19737"/>
                  </a:lnTo>
                  <a:lnTo>
                    <a:pt x="1756" y="19575"/>
                  </a:lnTo>
                  <a:lnTo>
                    <a:pt x="1695" y="19414"/>
                  </a:lnTo>
                  <a:lnTo>
                    <a:pt x="1655" y="19252"/>
                  </a:lnTo>
                  <a:lnTo>
                    <a:pt x="1635" y="18909"/>
                  </a:lnTo>
                  <a:lnTo>
                    <a:pt x="1635" y="18586"/>
                  </a:lnTo>
                  <a:lnTo>
                    <a:pt x="1655" y="18243"/>
                  </a:lnTo>
                  <a:lnTo>
                    <a:pt x="1695" y="17920"/>
                  </a:lnTo>
                  <a:lnTo>
                    <a:pt x="1716" y="17759"/>
                  </a:lnTo>
                  <a:lnTo>
                    <a:pt x="1796" y="16851"/>
                  </a:lnTo>
                  <a:lnTo>
                    <a:pt x="1857" y="15922"/>
                  </a:lnTo>
                  <a:lnTo>
                    <a:pt x="1857" y="15014"/>
                  </a:lnTo>
                  <a:lnTo>
                    <a:pt x="1817" y="14106"/>
                  </a:lnTo>
                  <a:lnTo>
                    <a:pt x="1736" y="13198"/>
                  </a:lnTo>
                  <a:lnTo>
                    <a:pt x="1615" y="12290"/>
                  </a:lnTo>
                  <a:lnTo>
                    <a:pt x="1453" y="11382"/>
                  </a:lnTo>
                  <a:lnTo>
                    <a:pt x="1251" y="10474"/>
                  </a:lnTo>
                  <a:lnTo>
                    <a:pt x="1050" y="9747"/>
                  </a:lnTo>
                  <a:lnTo>
                    <a:pt x="848" y="9021"/>
                  </a:lnTo>
                  <a:lnTo>
                    <a:pt x="626" y="8234"/>
                  </a:lnTo>
                  <a:lnTo>
                    <a:pt x="424" y="7447"/>
                  </a:lnTo>
                  <a:lnTo>
                    <a:pt x="323" y="7043"/>
                  </a:lnTo>
                  <a:lnTo>
                    <a:pt x="242" y="6640"/>
                  </a:lnTo>
                  <a:lnTo>
                    <a:pt x="182" y="6236"/>
                  </a:lnTo>
                  <a:lnTo>
                    <a:pt x="121" y="5812"/>
                  </a:lnTo>
                  <a:lnTo>
                    <a:pt x="101" y="5510"/>
                  </a:lnTo>
                  <a:lnTo>
                    <a:pt x="81" y="5227"/>
                  </a:lnTo>
                  <a:lnTo>
                    <a:pt x="81" y="4924"/>
                  </a:lnTo>
                  <a:lnTo>
                    <a:pt x="101" y="4642"/>
                  </a:lnTo>
                  <a:lnTo>
                    <a:pt x="121" y="4339"/>
                  </a:lnTo>
                  <a:lnTo>
                    <a:pt x="162" y="4077"/>
                  </a:lnTo>
                  <a:lnTo>
                    <a:pt x="222" y="3794"/>
                  </a:lnTo>
                  <a:lnTo>
                    <a:pt x="283" y="3532"/>
                  </a:lnTo>
                  <a:lnTo>
                    <a:pt x="343" y="3270"/>
                  </a:lnTo>
                  <a:lnTo>
                    <a:pt x="444" y="3027"/>
                  </a:lnTo>
                  <a:lnTo>
                    <a:pt x="545" y="2765"/>
                  </a:lnTo>
                  <a:lnTo>
                    <a:pt x="646" y="2543"/>
                  </a:lnTo>
                  <a:lnTo>
                    <a:pt x="767" y="2301"/>
                  </a:lnTo>
                  <a:lnTo>
                    <a:pt x="908" y="2099"/>
                  </a:lnTo>
                  <a:lnTo>
                    <a:pt x="1050" y="1877"/>
                  </a:lnTo>
                  <a:lnTo>
                    <a:pt x="1211" y="1675"/>
                  </a:lnTo>
                  <a:lnTo>
                    <a:pt x="1494" y="1352"/>
                  </a:lnTo>
                  <a:lnTo>
                    <a:pt x="1837" y="1070"/>
                  </a:lnTo>
                  <a:lnTo>
                    <a:pt x="2200" y="828"/>
                  </a:lnTo>
                  <a:lnTo>
                    <a:pt x="2583" y="606"/>
                  </a:lnTo>
                  <a:lnTo>
                    <a:pt x="2987" y="444"/>
                  </a:lnTo>
                  <a:lnTo>
                    <a:pt x="3431" y="303"/>
                  </a:lnTo>
                  <a:lnTo>
                    <a:pt x="3895" y="202"/>
                  </a:lnTo>
                  <a:lnTo>
                    <a:pt x="4379" y="142"/>
                  </a:lnTo>
                  <a:lnTo>
                    <a:pt x="5045" y="101"/>
                  </a:lnTo>
                  <a:lnTo>
                    <a:pt x="5731" y="81"/>
                  </a:lnTo>
                  <a:close/>
                  <a:moveTo>
                    <a:pt x="5731" y="0"/>
                  </a:moveTo>
                  <a:lnTo>
                    <a:pt x="5045" y="21"/>
                  </a:lnTo>
                  <a:lnTo>
                    <a:pt x="4359" y="61"/>
                  </a:lnTo>
                  <a:lnTo>
                    <a:pt x="3875" y="121"/>
                  </a:lnTo>
                  <a:lnTo>
                    <a:pt x="3411" y="222"/>
                  </a:lnTo>
                  <a:lnTo>
                    <a:pt x="2967" y="364"/>
                  </a:lnTo>
                  <a:lnTo>
                    <a:pt x="2543" y="545"/>
                  </a:lnTo>
                  <a:lnTo>
                    <a:pt x="2139" y="767"/>
                  </a:lnTo>
                  <a:lnTo>
                    <a:pt x="1776" y="1009"/>
                  </a:lnTo>
                  <a:lnTo>
                    <a:pt x="1453" y="1312"/>
                  </a:lnTo>
                  <a:lnTo>
                    <a:pt x="1151" y="1635"/>
                  </a:lnTo>
                  <a:lnTo>
                    <a:pt x="989" y="1837"/>
                  </a:lnTo>
                  <a:lnTo>
                    <a:pt x="828" y="2039"/>
                  </a:lnTo>
                  <a:lnTo>
                    <a:pt x="707" y="2261"/>
                  </a:lnTo>
                  <a:lnTo>
                    <a:pt x="565" y="2503"/>
                  </a:lnTo>
                  <a:lnTo>
                    <a:pt x="464" y="2745"/>
                  </a:lnTo>
                  <a:lnTo>
                    <a:pt x="364" y="2987"/>
                  </a:lnTo>
                  <a:lnTo>
                    <a:pt x="283" y="3249"/>
                  </a:lnTo>
                  <a:lnTo>
                    <a:pt x="202" y="3512"/>
                  </a:lnTo>
                  <a:lnTo>
                    <a:pt x="142" y="3774"/>
                  </a:lnTo>
                  <a:lnTo>
                    <a:pt x="81" y="4057"/>
                  </a:lnTo>
                  <a:lnTo>
                    <a:pt x="41" y="4339"/>
                  </a:lnTo>
                  <a:lnTo>
                    <a:pt x="20" y="4622"/>
                  </a:lnTo>
                  <a:lnTo>
                    <a:pt x="0" y="4924"/>
                  </a:lnTo>
                  <a:lnTo>
                    <a:pt x="0" y="5227"/>
                  </a:lnTo>
                  <a:lnTo>
                    <a:pt x="20" y="5530"/>
                  </a:lnTo>
                  <a:lnTo>
                    <a:pt x="41" y="5832"/>
                  </a:lnTo>
                  <a:lnTo>
                    <a:pt x="101" y="6236"/>
                  </a:lnTo>
                  <a:lnTo>
                    <a:pt x="162" y="6660"/>
                  </a:lnTo>
                  <a:lnTo>
                    <a:pt x="242" y="7063"/>
                  </a:lnTo>
                  <a:lnTo>
                    <a:pt x="343" y="7467"/>
                  </a:lnTo>
                  <a:lnTo>
                    <a:pt x="545" y="8254"/>
                  </a:lnTo>
                  <a:lnTo>
                    <a:pt x="767" y="9041"/>
                  </a:lnTo>
                  <a:lnTo>
                    <a:pt x="969" y="9768"/>
                  </a:lnTo>
                  <a:lnTo>
                    <a:pt x="1171" y="10494"/>
                  </a:lnTo>
                  <a:lnTo>
                    <a:pt x="1373" y="11402"/>
                  </a:lnTo>
                  <a:lnTo>
                    <a:pt x="1534" y="12290"/>
                  </a:lnTo>
                  <a:lnTo>
                    <a:pt x="1655" y="13198"/>
                  </a:lnTo>
                  <a:lnTo>
                    <a:pt x="1736" y="14106"/>
                  </a:lnTo>
                  <a:lnTo>
                    <a:pt x="1776" y="15014"/>
                  </a:lnTo>
                  <a:lnTo>
                    <a:pt x="1776" y="15922"/>
                  </a:lnTo>
                  <a:lnTo>
                    <a:pt x="1716" y="16851"/>
                  </a:lnTo>
                  <a:lnTo>
                    <a:pt x="1635" y="17759"/>
                  </a:lnTo>
                  <a:lnTo>
                    <a:pt x="1615" y="17900"/>
                  </a:lnTo>
                  <a:lnTo>
                    <a:pt x="1574" y="18243"/>
                  </a:lnTo>
                  <a:lnTo>
                    <a:pt x="1554" y="18586"/>
                  </a:lnTo>
                  <a:lnTo>
                    <a:pt x="1554" y="18929"/>
                  </a:lnTo>
                  <a:lnTo>
                    <a:pt x="1595" y="19252"/>
                  </a:lnTo>
                  <a:lnTo>
                    <a:pt x="1615" y="19434"/>
                  </a:lnTo>
                  <a:lnTo>
                    <a:pt x="1675" y="19595"/>
                  </a:lnTo>
                  <a:lnTo>
                    <a:pt x="1756" y="19777"/>
                  </a:lnTo>
                  <a:lnTo>
                    <a:pt x="1837" y="19938"/>
                  </a:lnTo>
                  <a:lnTo>
                    <a:pt x="1958" y="20100"/>
                  </a:lnTo>
                  <a:lnTo>
                    <a:pt x="2099" y="20241"/>
                  </a:lnTo>
                  <a:lnTo>
                    <a:pt x="2260" y="20362"/>
                  </a:lnTo>
                  <a:lnTo>
                    <a:pt x="2422" y="20463"/>
                  </a:lnTo>
                  <a:lnTo>
                    <a:pt x="2563" y="20503"/>
                  </a:lnTo>
                  <a:lnTo>
                    <a:pt x="2684" y="20544"/>
                  </a:lnTo>
                  <a:lnTo>
                    <a:pt x="2926" y="20564"/>
                  </a:lnTo>
                  <a:lnTo>
                    <a:pt x="3088" y="20544"/>
                  </a:lnTo>
                  <a:lnTo>
                    <a:pt x="3229" y="20524"/>
                  </a:lnTo>
                  <a:lnTo>
                    <a:pt x="3532" y="20463"/>
                  </a:lnTo>
                  <a:lnTo>
                    <a:pt x="3855" y="20342"/>
                  </a:lnTo>
                  <a:lnTo>
                    <a:pt x="4157" y="20221"/>
                  </a:lnTo>
                  <a:lnTo>
                    <a:pt x="4339" y="20140"/>
                  </a:lnTo>
                  <a:lnTo>
                    <a:pt x="5146" y="19777"/>
                  </a:lnTo>
                  <a:lnTo>
                    <a:pt x="5974" y="19454"/>
                  </a:lnTo>
                  <a:lnTo>
                    <a:pt x="6801" y="19131"/>
                  </a:lnTo>
                  <a:lnTo>
                    <a:pt x="7205" y="19010"/>
                  </a:lnTo>
                  <a:lnTo>
                    <a:pt x="7628" y="18889"/>
                  </a:lnTo>
                  <a:lnTo>
                    <a:pt x="8173" y="18748"/>
                  </a:lnTo>
                  <a:lnTo>
                    <a:pt x="8718" y="18647"/>
                  </a:lnTo>
                  <a:lnTo>
                    <a:pt x="9243" y="18566"/>
                  </a:lnTo>
                  <a:lnTo>
                    <a:pt x="9788" y="18506"/>
                  </a:lnTo>
                  <a:lnTo>
                    <a:pt x="10332" y="18465"/>
                  </a:lnTo>
                  <a:lnTo>
                    <a:pt x="10877" y="18425"/>
                  </a:lnTo>
                  <a:lnTo>
                    <a:pt x="11987" y="18425"/>
                  </a:lnTo>
                  <a:lnTo>
                    <a:pt x="13077" y="18485"/>
                  </a:lnTo>
                  <a:lnTo>
                    <a:pt x="14187" y="18566"/>
                  </a:lnTo>
                  <a:lnTo>
                    <a:pt x="15277" y="18687"/>
                  </a:lnTo>
                  <a:lnTo>
                    <a:pt x="16366" y="18808"/>
                  </a:lnTo>
                  <a:lnTo>
                    <a:pt x="18061" y="18990"/>
                  </a:lnTo>
                  <a:lnTo>
                    <a:pt x="18909" y="19071"/>
                  </a:lnTo>
                  <a:lnTo>
                    <a:pt x="19757" y="19131"/>
                  </a:lnTo>
                  <a:lnTo>
                    <a:pt x="20604" y="19171"/>
                  </a:lnTo>
                  <a:lnTo>
                    <a:pt x="21472" y="19192"/>
                  </a:lnTo>
                  <a:lnTo>
                    <a:pt x="22319" y="19171"/>
                  </a:lnTo>
                  <a:lnTo>
                    <a:pt x="23167" y="19111"/>
                  </a:lnTo>
                  <a:lnTo>
                    <a:pt x="23793" y="19010"/>
                  </a:lnTo>
                  <a:lnTo>
                    <a:pt x="24358" y="18909"/>
                  </a:lnTo>
                  <a:lnTo>
                    <a:pt x="24902" y="18748"/>
                  </a:lnTo>
                  <a:lnTo>
                    <a:pt x="25145" y="18667"/>
                  </a:lnTo>
                  <a:lnTo>
                    <a:pt x="25367" y="18566"/>
                  </a:lnTo>
                  <a:lnTo>
                    <a:pt x="25589" y="18465"/>
                  </a:lnTo>
                  <a:lnTo>
                    <a:pt x="25790" y="18344"/>
                  </a:lnTo>
                  <a:lnTo>
                    <a:pt x="25992" y="18223"/>
                  </a:lnTo>
                  <a:lnTo>
                    <a:pt x="26174" y="18082"/>
                  </a:lnTo>
                  <a:lnTo>
                    <a:pt x="26335" y="17961"/>
                  </a:lnTo>
                  <a:lnTo>
                    <a:pt x="26497" y="17799"/>
                  </a:lnTo>
                  <a:lnTo>
                    <a:pt x="26638" y="17638"/>
                  </a:lnTo>
                  <a:lnTo>
                    <a:pt x="26779" y="17476"/>
                  </a:lnTo>
                  <a:lnTo>
                    <a:pt x="26941" y="17214"/>
                  </a:lnTo>
                  <a:lnTo>
                    <a:pt x="27102" y="16931"/>
                  </a:lnTo>
                  <a:lnTo>
                    <a:pt x="27223" y="16629"/>
                  </a:lnTo>
                  <a:lnTo>
                    <a:pt x="27324" y="16326"/>
                  </a:lnTo>
                  <a:lnTo>
                    <a:pt x="27425" y="16023"/>
                  </a:lnTo>
                  <a:lnTo>
                    <a:pt x="27486" y="15721"/>
                  </a:lnTo>
                  <a:lnTo>
                    <a:pt x="27607" y="15095"/>
                  </a:lnTo>
                  <a:lnTo>
                    <a:pt x="27728" y="14409"/>
                  </a:lnTo>
                  <a:lnTo>
                    <a:pt x="27829" y="13723"/>
                  </a:lnTo>
                  <a:lnTo>
                    <a:pt x="27909" y="13057"/>
                  </a:lnTo>
                  <a:lnTo>
                    <a:pt x="27970" y="12411"/>
                  </a:lnTo>
                  <a:lnTo>
                    <a:pt x="28030" y="11765"/>
                  </a:lnTo>
                  <a:lnTo>
                    <a:pt x="28071" y="11140"/>
                  </a:lnTo>
                  <a:lnTo>
                    <a:pt x="28091" y="10494"/>
                  </a:lnTo>
                  <a:lnTo>
                    <a:pt x="28111" y="9889"/>
                  </a:lnTo>
                  <a:lnTo>
                    <a:pt x="28111" y="9263"/>
                  </a:lnTo>
                  <a:lnTo>
                    <a:pt x="28111" y="8678"/>
                  </a:lnTo>
                  <a:lnTo>
                    <a:pt x="28071" y="8072"/>
                  </a:lnTo>
                  <a:lnTo>
                    <a:pt x="28030" y="7487"/>
                  </a:lnTo>
                  <a:lnTo>
                    <a:pt x="27990" y="6902"/>
                  </a:lnTo>
                  <a:lnTo>
                    <a:pt x="27909" y="6337"/>
                  </a:lnTo>
                  <a:lnTo>
                    <a:pt x="27829" y="5752"/>
                  </a:lnTo>
                  <a:lnTo>
                    <a:pt x="27748" y="5207"/>
                  </a:lnTo>
                  <a:lnTo>
                    <a:pt x="27627" y="4642"/>
                  </a:lnTo>
                  <a:lnTo>
                    <a:pt x="27566" y="4379"/>
                  </a:lnTo>
                  <a:lnTo>
                    <a:pt x="27486" y="4097"/>
                  </a:lnTo>
                  <a:lnTo>
                    <a:pt x="27385" y="3835"/>
                  </a:lnTo>
                  <a:lnTo>
                    <a:pt x="27284" y="3572"/>
                  </a:lnTo>
                  <a:lnTo>
                    <a:pt x="27142" y="3330"/>
                  </a:lnTo>
                  <a:lnTo>
                    <a:pt x="27001" y="3088"/>
                  </a:lnTo>
                  <a:lnTo>
                    <a:pt x="26820" y="2846"/>
                  </a:lnTo>
                  <a:lnTo>
                    <a:pt x="26618" y="2624"/>
                  </a:lnTo>
                  <a:lnTo>
                    <a:pt x="26396" y="2422"/>
                  </a:lnTo>
                  <a:lnTo>
                    <a:pt x="26174" y="2240"/>
                  </a:lnTo>
                  <a:lnTo>
                    <a:pt x="25932" y="2079"/>
                  </a:lnTo>
                  <a:lnTo>
                    <a:pt x="25669" y="1938"/>
                  </a:lnTo>
                  <a:lnTo>
                    <a:pt x="25407" y="1817"/>
                  </a:lnTo>
                  <a:lnTo>
                    <a:pt x="25124" y="1696"/>
                  </a:lnTo>
                  <a:lnTo>
                    <a:pt x="24822" y="1595"/>
                  </a:lnTo>
                  <a:lnTo>
                    <a:pt x="24519" y="1494"/>
                  </a:lnTo>
                  <a:lnTo>
                    <a:pt x="23914" y="1352"/>
                  </a:lnTo>
                  <a:lnTo>
                    <a:pt x="23268" y="1231"/>
                  </a:lnTo>
                  <a:lnTo>
                    <a:pt x="22622" y="1130"/>
                  </a:lnTo>
                  <a:lnTo>
                    <a:pt x="21008" y="949"/>
                  </a:lnTo>
                  <a:lnTo>
                    <a:pt x="19413" y="787"/>
                  </a:lnTo>
                  <a:lnTo>
                    <a:pt x="17799" y="646"/>
                  </a:lnTo>
                  <a:lnTo>
                    <a:pt x="16185" y="505"/>
                  </a:lnTo>
                  <a:lnTo>
                    <a:pt x="14570" y="404"/>
                  </a:lnTo>
                  <a:lnTo>
                    <a:pt x="12956" y="303"/>
                  </a:lnTo>
                  <a:lnTo>
                    <a:pt x="9767" y="121"/>
                  </a:lnTo>
                  <a:lnTo>
                    <a:pt x="8436" y="61"/>
                  </a:lnTo>
                  <a:lnTo>
                    <a:pt x="70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7"/>
            <p:cNvSpPr/>
            <p:nvPr/>
          </p:nvSpPr>
          <p:spPr>
            <a:xfrm flipH="1">
              <a:off x="-3275464" y="-5033980"/>
              <a:ext cx="1393383" cy="700689"/>
            </a:xfrm>
            <a:custGeom>
              <a:rect b="b" l="l" r="r" t="t"/>
              <a:pathLst>
                <a:path extrusionOk="0" h="12533" w="24923">
                  <a:moveTo>
                    <a:pt x="9525" y="0"/>
                  </a:moveTo>
                  <a:lnTo>
                    <a:pt x="8536" y="21"/>
                  </a:lnTo>
                  <a:lnTo>
                    <a:pt x="7547" y="41"/>
                  </a:lnTo>
                  <a:lnTo>
                    <a:pt x="6579" y="61"/>
                  </a:lnTo>
                  <a:lnTo>
                    <a:pt x="5630" y="122"/>
                  </a:lnTo>
                  <a:lnTo>
                    <a:pt x="4682" y="182"/>
                  </a:lnTo>
                  <a:lnTo>
                    <a:pt x="3754" y="263"/>
                  </a:lnTo>
                  <a:lnTo>
                    <a:pt x="3269" y="303"/>
                  </a:lnTo>
                  <a:lnTo>
                    <a:pt x="2785" y="384"/>
                  </a:lnTo>
                  <a:lnTo>
                    <a:pt x="2301" y="485"/>
                  </a:lnTo>
                  <a:lnTo>
                    <a:pt x="2079" y="545"/>
                  </a:lnTo>
                  <a:lnTo>
                    <a:pt x="1857" y="626"/>
                  </a:lnTo>
                  <a:lnTo>
                    <a:pt x="1635" y="727"/>
                  </a:lnTo>
                  <a:lnTo>
                    <a:pt x="1433" y="828"/>
                  </a:lnTo>
                  <a:lnTo>
                    <a:pt x="1231" y="949"/>
                  </a:lnTo>
                  <a:lnTo>
                    <a:pt x="1029" y="1090"/>
                  </a:lnTo>
                  <a:lnTo>
                    <a:pt x="868" y="1252"/>
                  </a:lnTo>
                  <a:lnTo>
                    <a:pt x="686" y="1413"/>
                  </a:lnTo>
                  <a:lnTo>
                    <a:pt x="545" y="1615"/>
                  </a:lnTo>
                  <a:lnTo>
                    <a:pt x="404" y="1817"/>
                  </a:lnTo>
                  <a:lnTo>
                    <a:pt x="283" y="2059"/>
                  </a:lnTo>
                  <a:lnTo>
                    <a:pt x="182" y="2301"/>
                  </a:lnTo>
                  <a:lnTo>
                    <a:pt x="81" y="2543"/>
                  </a:lnTo>
                  <a:lnTo>
                    <a:pt x="0" y="2805"/>
                  </a:lnTo>
                  <a:lnTo>
                    <a:pt x="61" y="2826"/>
                  </a:lnTo>
                  <a:lnTo>
                    <a:pt x="162" y="2584"/>
                  </a:lnTo>
                  <a:lnTo>
                    <a:pt x="242" y="2321"/>
                  </a:lnTo>
                  <a:lnTo>
                    <a:pt x="363" y="2079"/>
                  </a:lnTo>
                  <a:lnTo>
                    <a:pt x="484" y="1857"/>
                  </a:lnTo>
                  <a:lnTo>
                    <a:pt x="606" y="1655"/>
                  </a:lnTo>
                  <a:lnTo>
                    <a:pt x="767" y="1474"/>
                  </a:lnTo>
                  <a:lnTo>
                    <a:pt x="908" y="1292"/>
                  </a:lnTo>
                  <a:lnTo>
                    <a:pt x="1090" y="1151"/>
                  </a:lnTo>
                  <a:lnTo>
                    <a:pt x="1271" y="1009"/>
                  </a:lnTo>
                  <a:lnTo>
                    <a:pt x="1473" y="909"/>
                  </a:lnTo>
                  <a:lnTo>
                    <a:pt x="1675" y="787"/>
                  </a:lnTo>
                  <a:lnTo>
                    <a:pt x="1897" y="707"/>
                  </a:lnTo>
                  <a:lnTo>
                    <a:pt x="2119" y="626"/>
                  </a:lnTo>
                  <a:lnTo>
                    <a:pt x="2341" y="566"/>
                  </a:lnTo>
                  <a:lnTo>
                    <a:pt x="2805" y="465"/>
                  </a:lnTo>
                  <a:lnTo>
                    <a:pt x="3269" y="384"/>
                  </a:lnTo>
                  <a:lnTo>
                    <a:pt x="3754" y="344"/>
                  </a:lnTo>
                  <a:lnTo>
                    <a:pt x="4682" y="263"/>
                  </a:lnTo>
                  <a:lnTo>
                    <a:pt x="5630" y="202"/>
                  </a:lnTo>
                  <a:lnTo>
                    <a:pt x="6579" y="142"/>
                  </a:lnTo>
                  <a:lnTo>
                    <a:pt x="7547" y="122"/>
                  </a:lnTo>
                  <a:lnTo>
                    <a:pt x="8536" y="101"/>
                  </a:lnTo>
                  <a:lnTo>
                    <a:pt x="9525" y="81"/>
                  </a:lnTo>
                  <a:lnTo>
                    <a:pt x="10514" y="81"/>
                  </a:lnTo>
                  <a:lnTo>
                    <a:pt x="11523" y="101"/>
                  </a:lnTo>
                  <a:lnTo>
                    <a:pt x="12552" y="142"/>
                  </a:lnTo>
                  <a:lnTo>
                    <a:pt x="13601" y="182"/>
                  </a:lnTo>
                  <a:lnTo>
                    <a:pt x="14651" y="243"/>
                  </a:lnTo>
                  <a:lnTo>
                    <a:pt x="15720" y="323"/>
                  </a:lnTo>
                  <a:lnTo>
                    <a:pt x="17900" y="505"/>
                  </a:lnTo>
                  <a:lnTo>
                    <a:pt x="20140" y="727"/>
                  </a:lnTo>
                  <a:lnTo>
                    <a:pt x="20927" y="848"/>
                  </a:lnTo>
                  <a:lnTo>
                    <a:pt x="21330" y="909"/>
                  </a:lnTo>
                  <a:lnTo>
                    <a:pt x="21694" y="989"/>
                  </a:lnTo>
                  <a:lnTo>
                    <a:pt x="22057" y="1110"/>
                  </a:lnTo>
                  <a:lnTo>
                    <a:pt x="22400" y="1231"/>
                  </a:lnTo>
                  <a:lnTo>
                    <a:pt x="22723" y="1413"/>
                  </a:lnTo>
                  <a:lnTo>
                    <a:pt x="23046" y="1615"/>
                  </a:lnTo>
                  <a:lnTo>
                    <a:pt x="23248" y="1796"/>
                  </a:lnTo>
                  <a:lnTo>
                    <a:pt x="23449" y="1978"/>
                  </a:lnTo>
                  <a:lnTo>
                    <a:pt x="23631" y="2200"/>
                  </a:lnTo>
                  <a:lnTo>
                    <a:pt x="23792" y="2422"/>
                  </a:lnTo>
                  <a:lnTo>
                    <a:pt x="23954" y="2664"/>
                  </a:lnTo>
                  <a:lnTo>
                    <a:pt x="24075" y="2906"/>
                  </a:lnTo>
                  <a:lnTo>
                    <a:pt x="24196" y="3149"/>
                  </a:lnTo>
                  <a:lnTo>
                    <a:pt x="24297" y="3411"/>
                  </a:lnTo>
                  <a:lnTo>
                    <a:pt x="24378" y="3673"/>
                  </a:lnTo>
                  <a:lnTo>
                    <a:pt x="24458" y="3915"/>
                  </a:lnTo>
                  <a:lnTo>
                    <a:pt x="24579" y="4440"/>
                  </a:lnTo>
                  <a:lnTo>
                    <a:pt x="24660" y="4945"/>
                  </a:lnTo>
                  <a:lnTo>
                    <a:pt x="24721" y="5409"/>
                  </a:lnTo>
                  <a:lnTo>
                    <a:pt x="24781" y="6095"/>
                  </a:lnTo>
                  <a:lnTo>
                    <a:pt x="24822" y="6781"/>
                  </a:lnTo>
                  <a:lnTo>
                    <a:pt x="24842" y="7487"/>
                  </a:lnTo>
                  <a:lnTo>
                    <a:pt x="24822" y="8173"/>
                  </a:lnTo>
                  <a:lnTo>
                    <a:pt x="24801" y="8860"/>
                  </a:lnTo>
                  <a:lnTo>
                    <a:pt x="24741" y="9566"/>
                  </a:lnTo>
                  <a:lnTo>
                    <a:pt x="24660" y="10252"/>
                  </a:lnTo>
                  <a:lnTo>
                    <a:pt x="24559" y="10938"/>
                  </a:lnTo>
                  <a:lnTo>
                    <a:pt x="24479" y="11362"/>
                  </a:lnTo>
                  <a:lnTo>
                    <a:pt x="24398" y="11765"/>
                  </a:lnTo>
                  <a:lnTo>
                    <a:pt x="24297" y="12149"/>
                  </a:lnTo>
                  <a:lnTo>
                    <a:pt x="24196" y="12512"/>
                  </a:lnTo>
                  <a:lnTo>
                    <a:pt x="24257" y="12532"/>
                  </a:lnTo>
                  <a:lnTo>
                    <a:pt x="24378" y="12169"/>
                  </a:lnTo>
                  <a:lnTo>
                    <a:pt x="24479" y="11765"/>
                  </a:lnTo>
                  <a:lnTo>
                    <a:pt x="24559" y="11362"/>
                  </a:lnTo>
                  <a:lnTo>
                    <a:pt x="24640" y="10938"/>
                  </a:lnTo>
                  <a:lnTo>
                    <a:pt x="24741" y="10252"/>
                  </a:lnTo>
                  <a:lnTo>
                    <a:pt x="24822" y="9566"/>
                  </a:lnTo>
                  <a:lnTo>
                    <a:pt x="24882" y="8880"/>
                  </a:lnTo>
                  <a:lnTo>
                    <a:pt x="24902" y="8173"/>
                  </a:lnTo>
                  <a:lnTo>
                    <a:pt x="24922" y="7487"/>
                  </a:lnTo>
                  <a:lnTo>
                    <a:pt x="24902" y="6781"/>
                  </a:lnTo>
                  <a:lnTo>
                    <a:pt x="24862" y="6095"/>
                  </a:lnTo>
                  <a:lnTo>
                    <a:pt x="24801" y="5409"/>
                  </a:lnTo>
                  <a:lnTo>
                    <a:pt x="24741" y="4924"/>
                  </a:lnTo>
                  <a:lnTo>
                    <a:pt x="24660" y="4420"/>
                  </a:lnTo>
                  <a:lnTo>
                    <a:pt x="24539" y="3895"/>
                  </a:lnTo>
                  <a:lnTo>
                    <a:pt x="24458" y="3633"/>
                  </a:lnTo>
                  <a:lnTo>
                    <a:pt x="24357" y="3371"/>
                  </a:lnTo>
                  <a:lnTo>
                    <a:pt x="24257" y="3108"/>
                  </a:lnTo>
                  <a:lnTo>
                    <a:pt x="24156" y="2866"/>
                  </a:lnTo>
                  <a:lnTo>
                    <a:pt x="24014" y="2604"/>
                  </a:lnTo>
                  <a:lnTo>
                    <a:pt x="23873" y="2362"/>
                  </a:lnTo>
                  <a:lnTo>
                    <a:pt x="23692" y="2140"/>
                  </a:lnTo>
                  <a:lnTo>
                    <a:pt x="23510" y="1918"/>
                  </a:lnTo>
                  <a:lnTo>
                    <a:pt x="23308" y="1736"/>
                  </a:lnTo>
                  <a:lnTo>
                    <a:pt x="23086" y="1534"/>
                  </a:lnTo>
                  <a:lnTo>
                    <a:pt x="22763" y="1332"/>
                  </a:lnTo>
                  <a:lnTo>
                    <a:pt x="22440" y="1171"/>
                  </a:lnTo>
                  <a:lnTo>
                    <a:pt x="22077" y="1030"/>
                  </a:lnTo>
                  <a:lnTo>
                    <a:pt x="21714" y="929"/>
                  </a:lnTo>
                  <a:lnTo>
                    <a:pt x="21351" y="828"/>
                  </a:lnTo>
                  <a:lnTo>
                    <a:pt x="20947" y="767"/>
                  </a:lnTo>
                  <a:lnTo>
                    <a:pt x="20160" y="646"/>
                  </a:lnTo>
                  <a:lnTo>
                    <a:pt x="17900" y="424"/>
                  </a:lnTo>
                  <a:lnTo>
                    <a:pt x="15720" y="243"/>
                  </a:lnTo>
                  <a:lnTo>
                    <a:pt x="14651" y="162"/>
                  </a:lnTo>
                  <a:lnTo>
                    <a:pt x="13601" y="101"/>
                  </a:lnTo>
                  <a:lnTo>
                    <a:pt x="12552" y="61"/>
                  </a:lnTo>
                  <a:lnTo>
                    <a:pt x="11543" y="21"/>
                  </a:lnTo>
                  <a:lnTo>
                    <a:pt x="105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7"/>
            <p:cNvSpPr/>
            <p:nvPr/>
          </p:nvSpPr>
          <p:spPr>
            <a:xfrm flipH="1">
              <a:off x="-3238229" y="-4877163"/>
              <a:ext cx="1371970" cy="810100"/>
            </a:xfrm>
            <a:custGeom>
              <a:rect b="b" l="l" r="r" t="t"/>
              <a:pathLst>
                <a:path extrusionOk="0" h="14490" w="24540">
                  <a:moveTo>
                    <a:pt x="283" y="0"/>
                  </a:moveTo>
                  <a:lnTo>
                    <a:pt x="182" y="364"/>
                  </a:lnTo>
                  <a:lnTo>
                    <a:pt x="102" y="747"/>
                  </a:lnTo>
                  <a:lnTo>
                    <a:pt x="41" y="1131"/>
                  </a:lnTo>
                  <a:lnTo>
                    <a:pt x="21" y="1534"/>
                  </a:lnTo>
                  <a:lnTo>
                    <a:pt x="1" y="1938"/>
                  </a:lnTo>
                  <a:lnTo>
                    <a:pt x="21" y="2341"/>
                  </a:lnTo>
                  <a:lnTo>
                    <a:pt x="61" y="2765"/>
                  </a:lnTo>
                  <a:lnTo>
                    <a:pt x="122" y="3189"/>
                  </a:lnTo>
                  <a:lnTo>
                    <a:pt x="223" y="3633"/>
                  </a:lnTo>
                  <a:lnTo>
                    <a:pt x="324" y="4097"/>
                  </a:lnTo>
                  <a:lnTo>
                    <a:pt x="566" y="4985"/>
                  </a:lnTo>
                  <a:lnTo>
                    <a:pt x="848" y="6055"/>
                  </a:lnTo>
                  <a:lnTo>
                    <a:pt x="969" y="6599"/>
                  </a:lnTo>
                  <a:lnTo>
                    <a:pt x="1050" y="7144"/>
                  </a:lnTo>
                  <a:lnTo>
                    <a:pt x="1111" y="7649"/>
                  </a:lnTo>
                  <a:lnTo>
                    <a:pt x="1151" y="8173"/>
                  </a:lnTo>
                  <a:lnTo>
                    <a:pt x="1151" y="8718"/>
                  </a:lnTo>
                  <a:lnTo>
                    <a:pt x="1151" y="9243"/>
                  </a:lnTo>
                  <a:lnTo>
                    <a:pt x="1131" y="9768"/>
                  </a:lnTo>
                  <a:lnTo>
                    <a:pt x="1090" y="10292"/>
                  </a:lnTo>
                  <a:lnTo>
                    <a:pt x="989" y="11342"/>
                  </a:lnTo>
                  <a:lnTo>
                    <a:pt x="929" y="12088"/>
                  </a:lnTo>
                  <a:lnTo>
                    <a:pt x="868" y="12855"/>
                  </a:lnTo>
                  <a:lnTo>
                    <a:pt x="848" y="13218"/>
                  </a:lnTo>
                  <a:lnTo>
                    <a:pt x="868" y="13400"/>
                  </a:lnTo>
                  <a:lnTo>
                    <a:pt x="889" y="13582"/>
                  </a:lnTo>
                  <a:lnTo>
                    <a:pt x="929" y="13743"/>
                  </a:lnTo>
                  <a:lnTo>
                    <a:pt x="989" y="13905"/>
                  </a:lnTo>
                  <a:lnTo>
                    <a:pt x="1070" y="14046"/>
                  </a:lnTo>
                  <a:lnTo>
                    <a:pt x="1171" y="14187"/>
                  </a:lnTo>
                  <a:lnTo>
                    <a:pt x="1252" y="14268"/>
                  </a:lnTo>
                  <a:lnTo>
                    <a:pt x="1353" y="14328"/>
                  </a:lnTo>
                  <a:lnTo>
                    <a:pt x="1433" y="14369"/>
                  </a:lnTo>
                  <a:lnTo>
                    <a:pt x="1534" y="14409"/>
                  </a:lnTo>
                  <a:lnTo>
                    <a:pt x="1756" y="14470"/>
                  </a:lnTo>
                  <a:lnTo>
                    <a:pt x="1958" y="14490"/>
                  </a:lnTo>
                  <a:lnTo>
                    <a:pt x="2180" y="14470"/>
                  </a:lnTo>
                  <a:lnTo>
                    <a:pt x="2402" y="14429"/>
                  </a:lnTo>
                  <a:lnTo>
                    <a:pt x="2644" y="14349"/>
                  </a:lnTo>
                  <a:lnTo>
                    <a:pt x="2886" y="14227"/>
                  </a:lnTo>
                  <a:lnTo>
                    <a:pt x="3330" y="13965"/>
                  </a:lnTo>
                  <a:lnTo>
                    <a:pt x="3532" y="13844"/>
                  </a:lnTo>
                  <a:lnTo>
                    <a:pt x="3895" y="13642"/>
                  </a:lnTo>
                  <a:lnTo>
                    <a:pt x="4259" y="13461"/>
                  </a:lnTo>
                  <a:lnTo>
                    <a:pt x="4642" y="13299"/>
                  </a:lnTo>
                  <a:lnTo>
                    <a:pt x="5046" y="13138"/>
                  </a:lnTo>
                  <a:lnTo>
                    <a:pt x="5449" y="12996"/>
                  </a:lnTo>
                  <a:lnTo>
                    <a:pt x="5873" y="12875"/>
                  </a:lnTo>
                  <a:lnTo>
                    <a:pt x="6317" y="12754"/>
                  </a:lnTo>
                  <a:lnTo>
                    <a:pt x="6761" y="12653"/>
                  </a:lnTo>
                  <a:lnTo>
                    <a:pt x="7225" y="12573"/>
                  </a:lnTo>
                  <a:lnTo>
                    <a:pt x="7689" y="12512"/>
                  </a:lnTo>
                  <a:lnTo>
                    <a:pt x="8174" y="12472"/>
                  </a:lnTo>
                  <a:lnTo>
                    <a:pt x="8678" y="12431"/>
                  </a:lnTo>
                  <a:lnTo>
                    <a:pt x="9183" y="12411"/>
                  </a:lnTo>
                  <a:lnTo>
                    <a:pt x="10232" y="12411"/>
                  </a:lnTo>
                  <a:lnTo>
                    <a:pt x="10777" y="12431"/>
                  </a:lnTo>
                  <a:lnTo>
                    <a:pt x="11887" y="12532"/>
                  </a:lnTo>
                  <a:lnTo>
                    <a:pt x="12976" y="12653"/>
                  </a:lnTo>
                  <a:lnTo>
                    <a:pt x="14066" y="12815"/>
                  </a:lnTo>
                  <a:lnTo>
                    <a:pt x="15156" y="12976"/>
                  </a:lnTo>
                  <a:lnTo>
                    <a:pt x="16690" y="13198"/>
                  </a:lnTo>
                  <a:lnTo>
                    <a:pt x="17477" y="13299"/>
                  </a:lnTo>
                  <a:lnTo>
                    <a:pt x="18243" y="13400"/>
                  </a:lnTo>
                  <a:lnTo>
                    <a:pt x="18768" y="13440"/>
                  </a:lnTo>
                  <a:lnTo>
                    <a:pt x="19273" y="13481"/>
                  </a:lnTo>
                  <a:lnTo>
                    <a:pt x="19797" y="13481"/>
                  </a:lnTo>
                  <a:lnTo>
                    <a:pt x="20302" y="13461"/>
                  </a:lnTo>
                  <a:lnTo>
                    <a:pt x="20806" y="13400"/>
                  </a:lnTo>
                  <a:lnTo>
                    <a:pt x="21048" y="13360"/>
                  </a:lnTo>
                  <a:lnTo>
                    <a:pt x="21291" y="13299"/>
                  </a:lnTo>
                  <a:lnTo>
                    <a:pt x="21533" y="13218"/>
                  </a:lnTo>
                  <a:lnTo>
                    <a:pt x="21775" y="13138"/>
                  </a:lnTo>
                  <a:lnTo>
                    <a:pt x="21997" y="13037"/>
                  </a:lnTo>
                  <a:lnTo>
                    <a:pt x="22219" y="12936"/>
                  </a:lnTo>
                  <a:lnTo>
                    <a:pt x="22421" y="12815"/>
                  </a:lnTo>
                  <a:lnTo>
                    <a:pt x="22602" y="12694"/>
                  </a:lnTo>
                  <a:lnTo>
                    <a:pt x="22784" y="12553"/>
                  </a:lnTo>
                  <a:lnTo>
                    <a:pt x="22966" y="12411"/>
                  </a:lnTo>
                  <a:lnTo>
                    <a:pt x="23127" y="12250"/>
                  </a:lnTo>
                  <a:lnTo>
                    <a:pt x="23288" y="12068"/>
                  </a:lnTo>
                  <a:lnTo>
                    <a:pt x="23450" y="11887"/>
                  </a:lnTo>
                  <a:lnTo>
                    <a:pt x="23591" y="11685"/>
                  </a:lnTo>
                  <a:lnTo>
                    <a:pt x="23874" y="11261"/>
                  </a:lnTo>
                  <a:lnTo>
                    <a:pt x="24116" y="10797"/>
                  </a:lnTo>
                  <a:lnTo>
                    <a:pt x="24358" y="10292"/>
                  </a:lnTo>
                  <a:lnTo>
                    <a:pt x="24540" y="9727"/>
                  </a:lnTo>
                  <a:lnTo>
                    <a:pt x="24479" y="9707"/>
                  </a:lnTo>
                  <a:lnTo>
                    <a:pt x="24277" y="10252"/>
                  </a:lnTo>
                  <a:lnTo>
                    <a:pt x="24055" y="10756"/>
                  </a:lnTo>
                  <a:lnTo>
                    <a:pt x="23813" y="11221"/>
                  </a:lnTo>
                  <a:lnTo>
                    <a:pt x="23531" y="11644"/>
                  </a:lnTo>
                  <a:lnTo>
                    <a:pt x="23228" y="12008"/>
                  </a:lnTo>
                  <a:lnTo>
                    <a:pt x="23066" y="12189"/>
                  </a:lnTo>
                  <a:lnTo>
                    <a:pt x="22905" y="12351"/>
                  </a:lnTo>
                  <a:lnTo>
                    <a:pt x="22744" y="12492"/>
                  </a:lnTo>
                  <a:lnTo>
                    <a:pt x="22562" y="12613"/>
                  </a:lnTo>
                  <a:lnTo>
                    <a:pt x="22380" y="12754"/>
                  </a:lnTo>
                  <a:lnTo>
                    <a:pt x="22178" y="12855"/>
                  </a:lnTo>
                  <a:lnTo>
                    <a:pt x="21957" y="12976"/>
                  </a:lnTo>
                  <a:lnTo>
                    <a:pt x="21735" y="13077"/>
                  </a:lnTo>
                  <a:lnTo>
                    <a:pt x="21492" y="13158"/>
                  </a:lnTo>
                  <a:lnTo>
                    <a:pt x="21270" y="13218"/>
                  </a:lnTo>
                  <a:lnTo>
                    <a:pt x="21028" y="13279"/>
                  </a:lnTo>
                  <a:lnTo>
                    <a:pt x="20786" y="13319"/>
                  </a:lnTo>
                  <a:lnTo>
                    <a:pt x="20282" y="13380"/>
                  </a:lnTo>
                  <a:lnTo>
                    <a:pt x="19777" y="13400"/>
                  </a:lnTo>
                  <a:lnTo>
                    <a:pt x="19273" y="13400"/>
                  </a:lnTo>
                  <a:lnTo>
                    <a:pt x="18768" y="13360"/>
                  </a:lnTo>
                  <a:lnTo>
                    <a:pt x="18264" y="13319"/>
                  </a:lnTo>
                  <a:lnTo>
                    <a:pt x="17477" y="13218"/>
                  </a:lnTo>
                  <a:lnTo>
                    <a:pt x="16710" y="13118"/>
                  </a:lnTo>
                  <a:lnTo>
                    <a:pt x="15156" y="12896"/>
                  </a:lnTo>
                  <a:lnTo>
                    <a:pt x="14086" y="12734"/>
                  </a:lnTo>
                  <a:lnTo>
                    <a:pt x="12997" y="12573"/>
                  </a:lnTo>
                  <a:lnTo>
                    <a:pt x="11887" y="12452"/>
                  </a:lnTo>
                  <a:lnTo>
                    <a:pt x="10797" y="12351"/>
                  </a:lnTo>
                  <a:lnTo>
                    <a:pt x="10252" y="12331"/>
                  </a:lnTo>
                  <a:lnTo>
                    <a:pt x="9183" y="12331"/>
                  </a:lnTo>
                  <a:lnTo>
                    <a:pt x="8658" y="12351"/>
                  </a:lnTo>
                  <a:lnTo>
                    <a:pt x="8174" y="12391"/>
                  </a:lnTo>
                  <a:lnTo>
                    <a:pt x="7669" y="12431"/>
                  </a:lnTo>
                  <a:lnTo>
                    <a:pt x="7205" y="12492"/>
                  </a:lnTo>
                  <a:lnTo>
                    <a:pt x="6741" y="12573"/>
                  </a:lnTo>
                  <a:lnTo>
                    <a:pt x="6277" y="12674"/>
                  </a:lnTo>
                  <a:lnTo>
                    <a:pt x="5853" y="12795"/>
                  </a:lnTo>
                  <a:lnTo>
                    <a:pt x="5429" y="12916"/>
                  </a:lnTo>
                  <a:lnTo>
                    <a:pt x="5005" y="13057"/>
                  </a:lnTo>
                  <a:lnTo>
                    <a:pt x="4602" y="13218"/>
                  </a:lnTo>
                  <a:lnTo>
                    <a:pt x="4218" y="13380"/>
                  </a:lnTo>
                  <a:lnTo>
                    <a:pt x="3855" y="13582"/>
                  </a:lnTo>
                  <a:lnTo>
                    <a:pt x="3492" y="13783"/>
                  </a:lnTo>
                  <a:lnTo>
                    <a:pt x="3290" y="13905"/>
                  </a:lnTo>
                  <a:lnTo>
                    <a:pt x="2846" y="14147"/>
                  </a:lnTo>
                  <a:lnTo>
                    <a:pt x="2624" y="14268"/>
                  </a:lnTo>
                  <a:lnTo>
                    <a:pt x="2382" y="14349"/>
                  </a:lnTo>
                  <a:lnTo>
                    <a:pt x="2241" y="14389"/>
                  </a:lnTo>
                  <a:lnTo>
                    <a:pt x="2079" y="14409"/>
                  </a:lnTo>
                  <a:lnTo>
                    <a:pt x="1938" y="14409"/>
                  </a:lnTo>
                  <a:lnTo>
                    <a:pt x="1776" y="14389"/>
                  </a:lnTo>
                  <a:lnTo>
                    <a:pt x="1635" y="14369"/>
                  </a:lnTo>
                  <a:lnTo>
                    <a:pt x="1494" y="14308"/>
                  </a:lnTo>
                  <a:lnTo>
                    <a:pt x="1353" y="14227"/>
                  </a:lnTo>
                  <a:lnTo>
                    <a:pt x="1232" y="14127"/>
                  </a:lnTo>
                  <a:lnTo>
                    <a:pt x="1131" y="14005"/>
                  </a:lnTo>
                  <a:lnTo>
                    <a:pt x="1050" y="13864"/>
                  </a:lnTo>
                  <a:lnTo>
                    <a:pt x="1010" y="13723"/>
                  </a:lnTo>
                  <a:lnTo>
                    <a:pt x="969" y="13562"/>
                  </a:lnTo>
                  <a:lnTo>
                    <a:pt x="949" y="13380"/>
                  </a:lnTo>
                  <a:lnTo>
                    <a:pt x="929" y="13218"/>
                  </a:lnTo>
                  <a:lnTo>
                    <a:pt x="949" y="12855"/>
                  </a:lnTo>
                  <a:lnTo>
                    <a:pt x="1010" y="12109"/>
                  </a:lnTo>
                  <a:lnTo>
                    <a:pt x="1070" y="11342"/>
                  </a:lnTo>
                  <a:lnTo>
                    <a:pt x="1171" y="10292"/>
                  </a:lnTo>
                  <a:lnTo>
                    <a:pt x="1211" y="9768"/>
                  </a:lnTo>
                  <a:lnTo>
                    <a:pt x="1232" y="9243"/>
                  </a:lnTo>
                  <a:lnTo>
                    <a:pt x="1232" y="8698"/>
                  </a:lnTo>
                  <a:lnTo>
                    <a:pt x="1232" y="8173"/>
                  </a:lnTo>
                  <a:lnTo>
                    <a:pt x="1191" y="7649"/>
                  </a:lnTo>
                  <a:lnTo>
                    <a:pt x="1131" y="7124"/>
                  </a:lnTo>
                  <a:lnTo>
                    <a:pt x="1050" y="6579"/>
                  </a:lnTo>
                  <a:lnTo>
                    <a:pt x="929" y="6034"/>
                  </a:lnTo>
                  <a:lnTo>
                    <a:pt x="646" y="4965"/>
                  </a:lnTo>
                  <a:lnTo>
                    <a:pt x="404" y="4077"/>
                  </a:lnTo>
                  <a:lnTo>
                    <a:pt x="303" y="3633"/>
                  </a:lnTo>
                  <a:lnTo>
                    <a:pt x="202" y="3169"/>
                  </a:lnTo>
                  <a:lnTo>
                    <a:pt x="142" y="2765"/>
                  </a:lnTo>
                  <a:lnTo>
                    <a:pt x="102" y="2341"/>
                  </a:lnTo>
                  <a:lnTo>
                    <a:pt x="81" y="1938"/>
                  </a:lnTo>
                  <a:lnTo>
                    <a:pt x="102" y="1534"/>
                  </a:lnTo>
                  <a:lnTo>
                    <a:pt x="122" y="1151"/>
                  </a:lnTo>
                  <a:lnTo>
                    <a:pt x="182" y="767"/>
                  </a:lnTo>
                  <a:lnTo>
                    <a:pt x="243" y="384"/>
                  </a:lnTo>
                  <a:lnTo>
                    <a:pt x="344" y="21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7"/>
            <p:cNvSpPr/>
            <p:nvPr/>
          </p:nvSpPr>
          <p:spPr>
            <a:xfrm flipH="1">
              <a:off x="-3249516" y="-5106211"/>
              <a:ext cx="1060565" cy="526984"/>
            </a:xfrm>
            <a:custGeom>
              <a:rect b="b" l="l" r="r" t="t"/>
              <a:pathLst>
                <a:path extrusionOk="0" h="9426" w="18970">
                  <a:moveTo>
                    <a:pt x="7103" y="1"/>
                  </a:moveTo>
                  <a:lnTo>
                    <a:pt x="5812" y="41"/>
                  </a:lnTo>
                  <a:lnTo>
                    <a:pt x="4480" y="142"/>
                  </a:lnTo>
                  <a:lnTo>
                    <a:pt x="3976" y="183"/>
                  </a:lnTo>
                  <a:lnTo>
                    <a:pt x="3552" y="223"/>
                  </a:lnTo>
                  <a:lnTo>
                    <a:pt x="3168" y="263"/>
                  </a:lnTo>
                  <a:lnTo>
                    <a:pt x="2805" y="324"/>
                  </a:lnTo>
                  <a:lnTo>
                    <a:pt x="2462" y="425"/>
                  </a:lnTo>
                  <a:lnTo>
                    <a:pt x="2301" y="505"/>
                  </a:lnTo>
                  <a:lnTo>
                    <a:pt x="2139" y="586"/>
                  </a:lnTo>
                  <a:lnTo>
                    <a:pt x="1958" y="667"/>
                  </a:lnTo>
                  <a:lnTo>
                    <a:pt x="1796" y="788"/>
                  </a:lnTo>
                  <a:lnTo>
                    <a:pt x="1635" y="909"/>
                  </a:lnTo>
                  <a:lnTo>
                    <a:pt x="1453" y="1070"/>
                  </a:lnTo>
                  <a:lnTo>
                    <a:pt x="1090" y="1434"/>
                  </a:lnTo>
                  <a:lnTo>
                    <a:pt x="827" y="1736"/>
                  </a:lnTo>
                  <a:lnTo>
                    <a:pt x="585" y="2059"/>
                  </a:lnTo>
                  <a:lnTo>
                    <a:pt x="404" y="2362"/>
                  </a:lnTo>
                  <a:lnTo>
                    <a:pt x="242" y="2665"/>
                  </a:lnTo>
                  <a:lnTo>
                    <a:pt x="121" y="2988"/>
                  </a:lnTo>
                  <a:lnTo>
                    <a:pt x="40" y="3290"/>
                  </a:lnTo>
                  <a:lnTo>
                    <a:pt x="0" y="3593"/>
                  </a:lnTo>
                  <a:lnTo>
                    <a:pt x="0" y="3896"/>
                  </a:lnTo>
                  <a:lnTo>
                    <a:pt x="81" y="3896"/>
                  </a:lnTo>
                  <a:lnTo>
                    <a:pt x="81" y="3593"/>
                  </a:lnTo>
                  <a:lnTo>
                    <a:pt x="121" y="3290"/>
                  </a:lnTo>
                  <a:lnTo>
                    <a:pt x="202" y="3008"/>
                  </a:lnTo>
                  <a:lnTo>
                    <a:pt x="323" y="2705"/>
                  </a:lnTo>
                  <a:lnTo>
                    <a:pt x="464" y="2402"/>
                  </a:lnTo>
                  <a:lnTo>
                    <a:pt x="666" y="2100"/>
                  </a:lnTo>
                  <a:lnTo>
                    <a:pt x="888" y="1797"/>
                  </a:lnTo>
                  <a:lnTo>
                    <a:pt x="1150" y="1474"/>
                  </a:lnTo>
                  <a:lnTo>
                    <a:pt x="1514" y="1131"/>
                  </a:lnTo>
                  <a:lnTo>
                    <a:pt x="1675" y="970"/>
                  </a:lnTo>
                  <a:lnTo>
                    <a:pt x="1837" y="848"/>
                  </a:lnTo>
                  <a:lnTo>
                    <a:pt x="2018" y="748"/>
                  </a:lnTo>
                  <a:lnTo>
                    <a:pt x="2180" y="647"/>
                  </a:lnTo>
                  <a:lnTo>
                    <a:pt x="2341" y="566"/>
                  </a:lnTo>
                  <a:lnTo>
                    <a:pt x="2502" y="505"/>
                  </a:lnTo>
                  <a:lnTo>
                    <a:pt x="2825" y="405"/>
                  </a:lnTo>
                  <a:lnTo>
                    <a:pt x="3189" y="344"/>
                  </a:lnTo>
                  <a:lnTo>
                    <a:pt x="3572" y="304"/>
                  </a:lnTo>
                  <a:lnTo>
                    <a:pt x="3996" y="263"/>
                  </a:lnTo>
                  <a:lnTo>
                    <a:pt x="4500" y="223"/>
                  </a:lnTo>
                  <a:lnTo>
                    <a:pt x="5812" y="122"/>
                  </a:lnTo>
                  <a:lnTo>
                    <a:pt x="7103" y="82"/>
                  </a:lnTo>
                  <a:lnTo>
                    <a:pt x="8355" y="82"/>
                  </a:lnTo>
                  <a:lnTo>
                    <a:pt x="9586" y="102"/>
                  </a:lnTo>
                  <a:lnTo>
                    <a:pt x="10574" y="162"/>
                  </a:lnTo>
                  <a:lnTo>
                    <a:pt x="11099" y="223"/>
                  </a:lnTo>
                  <a:lnTo>
                    <a:pt x="11664" y="283"/>
                  </a:lnTo>
                  <a:lnTo>
                    <a:pt x="12209" y="384"/>
                  </a:lnTo>
                  <a:lnTo>
                    <a:pt x="12794" y="505"/>
                  </a:lnTo>
                  <a:lnTo>
                    <a:pt x="13359" y="647"/>
                  </a:lnTo>
                  <a:lnTo>
                    <a:pt x="13945" y="828"/>
                  </a:lnTo>
                  <a:lnTo>
                    <a:pt x="14348" y="990"/>
                  </a:lnTo>
                  <a:lnTo>
                    <a:pt x="14812" y="1171"/>
                  </a:lnTo>
                  <a:lnTo>
                    <a:pt x="15276" y="1414"/>
                  </a:lnTo>
                  <a:lnTo>
                    <a:pt x="15741" y="1696"/>
                  </a:lnTo>
                  <a:lnTo>
                    <a:pt x="16205" y="2019"/>
                  </a:lnTo>
                  <a:lnTo>
                    <a:pt x="16447" y="2201"/>
                  </a:lnTo>
                  <a:lnTo>
                    <a:pt x="16669" y="2382"/>
                  </a:lnTo>
                  <a:lnTo>
                    <a:pt x="16891" y="2604"/>
                  </a:lnTo>
                  <a:lnTo>
                    <a:pt x="17113" y="2826"/>
                  </a:lnTo>
                  <a:lnTo>
                    <a:pt x="17315" y="3068"/>
                  </a:lnTo>
                  <a:lnTo>
                    <a:pt x="17516" y="3310"/>
                  </a:lnTo>
                  <a:lnTo>
                    <a:pt x="17698" y="3593"/>
                  </a:lnTo>
                  <a:lnTo>
                    <a:pt x="17880" y="3876"/>
                  </a:lnTo>
                  <a:lnTo>
                    <a:pt x="18041" y="4178"/>
                  </a:lnTo>
                  <a:lnTo>
                    <a:pt x="18182" y="4501"/>
                  </a:lnTo>
                  <a:lnTo>
                    <a:pt x="18324" y="4824"/>
                  </a:lnTo>
                  <a:lnTo>
                    <a:pt x="18445" y="5187"/>
                  </a:lnTo>
                  <a:lnTo>
                    <a:pt x="18546" y="5530"/>
                  </a:lnTo>
                  <a:lnTo>
                    <a:pt x="18646" y="5914"/>
                  </a:lnTo>
                  <a:lnTo>
                    <a:pt x="18727" y="6297"/>
                  </a:lnTo>
                  <a:lnTo>
                    <a:pt x="18788" y="6701"/>
                  </a:lnTo>
                  <a:lnTo>
                    <a:pt x="18828" y="7125"/>
                  </a:lnTo>
                  <a:lnTo>
                    <a:pt x="18868" y="7548"/>
                  </a:lnTo>
                  <a:lnTo>
                    <a:pt x="18889" y="7992"/>
                  </a:lnTo>
                  <a:lnTo>
                    <a:pt x="18889" y="8456"/>
                  </a:lnTo>
                  <a:lnTo>
                    <a:pt x="18889" y="8941"/>
                  </a:lnTo>
                  <a:lnTo>
                    <a:pt x="18868" y="9425"/>
                  </a:lnTo>
                  <a:lnTo>
                    <a:pt x="18949" y="9425"/>
                  </a:lnTo>
                  <a:lnTo>
                    <a:pt x="18969" y="8941"/>
                  </a:lnTo>
                  <a:lnTo>
                    <a:pt x="18969" y="8456"/>
                  </a:lnTo>
                  <a:lnTo>
                    <a:pt x="18969" y="7992"/>
                  </a:lnTo>
                  <a:lnTo>
                    <a:pt x="18949" y="7528"/>
                  </a:lnTo>
                  <a:lnTo>
                    <a:pt x="18909" y="7104"/>
                  </a:lnTo>
                  <a:lnTo>
                    <a:pt x="18868" y="6681"/>
                  </a:lnTo>
                  <a:lnTo>
                    <a:pt x="18788" y="6277"/>
                  </a:lnTo>
                  <a:lnTo>
                    <a:pt x="18727" y="5894"/>
                  </a:lnTo>
                  <a:lnTo>
                    <a:pt x="18626" y="5510"/>
                  </a:lnTo>
                  <a:lnTo>
                    <a:pt x="18525" y="5147"/>
                  </a:lnTo>
                  <a:lnTo>
                    <a:pt x="18404" y="4804"/>
                  </a:lnTo>
                  <a:lnTo>
                    <a:pt x="18263" y="4461"/>
                  </a:lnTo>
                  <a:lnTo>
                    <a:pt x="18102" y="4138"/>
                  </a:lnTo>
                  <a:lnTo>
                    <a:pt x="17940" y="3835"/>
                  </a:lnTo>
                  <a:lnTo>
                    <a:pt x="17759" y="3553"/>
                  </a:lnTo>
                  <a:lnTo>
                    <a:pt x="17577" y="3270"/>
                  </a:lnTo>
                  <a:lnTo>
                    <a:pt x="17375" y="3008"/>
                  </a:lnTo>
                  <a:lnTo>
                    <a:pt x="17173" y="2766"/>
                  </a:lnTo>
                  <a:lnTo>
                    <a:pt x="16951" y="2544"/>
                  </a:lnTo>
                  <a:lnTo>
                    <a:pt x="16729" y="2322"/>
                  </a:lnTo>
                  <a:lnTo>
                    <a:pt x="16507" y="2140"/>
                  </a:lnTo>
                  <a:lnTo>
                    <a:pt x="16265" y="1958"/>
                  </a:lnTo>
                  <a:lnTo>
                    <a:pt x="15781" y="1615"/>
                  </a:lnTo>
                  <a:lnTo>
                    <a:pt x="15317" y="1333"/>
                  </a:lnTo>
                  <a:lnTo>
                    <a:pt x="14832" y="1111"/>
                  </a:lnTo>
                  <a:lnTo>
                    <a:pt x="14388" y="909"/>
                  </a:lnTo>
                  <a:lnTo>
                    <a:pt x="13965" y="748"/>
                  </a:lnTo>
                  <a:lnTo>
                    <a:pt x="13400" y="566"/>
                  </a:lnTo>
                  <a:lnTo>
                    <a:pt x="12814" y="425"/>
                  </a:lnTo>
                  <a:lnTo>
                    <a:pt x="12229" y="304"/>
                  </a:lnTo>
                  <a:lnTo>
                    <a:pt x="11664" y="223"/>
                  </a:lnTo>
                  <a:lnTo>
                    <a:pt x="11119" y="142"/>
                  </a:lnTo>
                  <a:lnTo>
                    <a:pt x="10574" y="82"/>
                  </a:lnTo>
                  <a:lnTo>
                    <a:pt x="9586" y="21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7"/>
            <p:cNvSpPr/>
            <p:nvPr/>
          </p:nvSpPr>
          <p:spPr>
            <a:xfrm flipH="1">
              <a:off x="-3364577" y="-5090390"/>
              <a:ext cx="1339208" cy="816864"/>
            </a:xfrm>
            <a:custGeom>
              <a:rect b="b" l="l" r="r" t="t"/>
              <a:pathLst>
                <a:path extrusionOk="0" h="14611" w="23954">
                  <a:moveTo>
                    <a:pt x="8637" y="0"/>
                  </a:moveTo>
                  <a:lnTo>
                    <a:pt x="7870" y="41"/>
                  </a:lnTo>
                  <a:lnTo>
                    <a:pt x="7083" y="81"/>
                  </a:lnTo>
                  <a:lnTo>
                    <a:pt x="6296" y="162"/>
                  </a:lnTo>
                  <a:lnTo>
                    <a:pt x="5509" y="243"/>
                  </a:lnTo>
                  <a:lnTo>
                    <a:pt x="5065" y="303"/>
                  </a:lnTo>
                  <a:lnTo>
                    <a:pt x="4601" y="384"/>
                  </a:lnTo>
                  <a:lnTo>
                    <a:pt x="4097" y="485"/>
                  </a:lnTo>
                  <a:lnTo>
                    <a:pt x="3592" y="626"/>
                  </a:lnTo>
                  <a:lnTo>
                    <a:pt x="3067" y="787"/>
                  </a:lnTo>
                  <a:lnTo>
                    <a:pt x="2563" y="1009"/>
                  </a:lnTo>
                  <a:lnTo>
                    <a:pt x="2321" y="1131"/>
                  </a:lnTo>
                  <a:lnTo>
                    <a:pt x="2079" y="1252"/>
                  </a:lnTo>
                  <a:lnTo>
                    <a:pt x="1836" y="1393"/>
                  </a:lnTo>
                  <a:lnTo>
                    <a:pt x="1614" y="1554"/>
                  </a:lnTo>
                  <a:lnTo>
                    <a:pt x="1392" y="1716"/>
                  </a:lnTo>
                  <a:lnTo>
                    <a:pt x="1191" y="1897"/>
                  </a:lnTo>
                  <a:lnTo>
                    <a:pt x="1009" y="2079"/>
                  </a:lnTo>
                  <a:lnTo>
                    <a:pt x="827" y="2261"/>
                  </a:lnTo>
                  <a:lnTo>
                    <a:pt x="686" y="2462"/>
                  </a:lnTo>
                  <a:lnTo>
                    <a:pt x="545" y="2664"/>
                  </a:lnTo>
                  <a:lnTo>
                    <a:pt x="404" y="2866"/>
                  </a:lnTo>
                  <a:lnTo>
                    <a:pt x="303" y="3088"/>
                  </a:lnTo>
                  <a:lnTo>
                    <a:pt x="222" y="3330"/>
                  </a:lnTo>
                  <a:lnTo>
                    <a:pt x="141" y="3552"/>
                  </a:lnTo>
                  <a:lnTo>
                    <a:pt x="81" y="3814"/>
                  </a:lnTo>
                  <a:lnTo>
                    <a:pt x="40" y="4057"/>
                  </a:lnTo>
                  <a:lnTo>
                    <a:pt x="0" y="4319"/>
                  </a:lnTo>
                  <a:lnTo>
                    <a:pt x="0" y="4581"/>
                  </a:lnTo>
                  <a:lnTo>
                    <a:pt x="0" y="4864"/>
                  </a:lnTo>
                  <a:lnTo>
                    <a:pt x="20" y="5146"/>
                  </a:lnTo>
                  <a:lnTo>
                    <a:pt x="81" y="5611"/>
                  </a:lnTo>
                  <a:lnTo>
                    <a:pt x="182" y="6095"/>
                  </a:lnTo>
                  <a:lnTo>
                    <a:pt x="303" y="6559"/>
                  </a:lnTo>
                  <a:lnTo>
                    <a:pt x="424" y="7023"/>
                  </a:lnTo>
                  <a:lnTo>
                    <a:pt x="565" y="7588"/>
                  </a:lnTo>
                  <a:lnTo>
                    <a:pt x="706" y="8173"/>
                  </a:lnTo>
                  <a:lnTo>
                    <a:pt x="767" y="8537"/>
                  </a:lnTo>
                  <a:lnTo>
                    <a:pt x="827" y="8920"/>
                  </a:lnTo>
                  <a:lnTo>
                    <a:pt x="868" y="9324"/>
                  </a:lnTo>
                  <a:lnTo>
                    <a:pt x="888" y="9707"/>
                  </a:lnTo>
                  <a:lnTo>
                    <a:pt x="908" y="10090"/>
                  </a:lnTo>
                  <a:lnTo>
                    <a:pt x="888" y="10474"/>
                  </a:lnTo>
                  <a:lnTo>
                    <a:pt x="868" y="10857"/>
                  </a:lnTo>
                  <a:lnTo>
                    <a:pt x="827" y="11241"/>
                  </a:lnTo>
                  <a:lnTo>
                    <a:pt x="807" y="11483"/>
                  </a:lnTo>
                  <a:lnTo>
                    <a:pt x="767" y="11765"/>
                  </a:lnTo>
                  <a:lnTo>
                    <a:pt x="747" y="12068"/>
                  </a:lnTo>
                  <a:lnTo>
                    <a:pt x="747" y="12351"/>
                  </a:lnTo>
                  <a:lnTo>
                    <a:pt x="767" y="12653"/>
                  </a:lnTo>
                  <a:lnTo>
                    <a:pt x="807" y="12815"/>
                  </a:lnTo>
                  <a:lnTo>
                    <a:pt x="848" y="12976"/>
                  </a:lnTo>
                  <a:lnTo>
                    <a:pt x="928" y="13138"/>
                  </a:lnTo>
                  <a:lnTo>
                    <a:pt x="1029" y="13299"/>
                  </a:lnTo>
                  <a:lnTo>
                    <a:pt x="1130" y="13440"/>
                  </a:lnTo>
                  <a:lnTo>
                    <a:pt x="1271" y="13561"/>
                  </a:lnTo>
                  <a:lnTo>
                    <a:pt x="1433" y="13662"/>
                  </a:lnTo>
                  <a:lnTo>
                    <a:pt x="1614" y="13723"/>
                  </a:lnTo>
                  <a:lnTo>
                    <a:pt x="1715" y="13763"/>
                  </a:lnTo>
                  <a:lnTo>
                    <a:pt x="2058" y="13763"/>
                  </a:lnTo>
                  <a:lnTo>
                    <a:pt x="2280" y="13723"/>
                  </a:lnTo>
                  <a:lnTo>
                    <a:pt x="2502" y="13683"/>
                  </a:lnTo>
                  <a:lnTo>
                    <a:pt x="3794" y="13420"/>
                  </a:lnTo>
                  <a:lnTo>
                    <a:pt x="4419" y="13299"/>
                  </a:lnTo>
                  <a:lnTo>
                    <a:pt x="5065" y="13198"/>
                  </a:lnTo>
                  <a:lnTo>
                    <a:pt x="5691" y="13118"/>
                  </a:lnTo>
                  <a:lnTo>
                    <a:pt x="6337" y="13057"/>
                  </a:lnTo>
                  <a:lnTo>
                    <a:pt x="6962" y="13037"/>
                  </a:lnTo>
                  <a:lnTo>
                    <a:pt x="7588" y="13037"/>
                  </a:lnTo>
                  <a:lnTo>
                    <a:pt x="8133" y="13077"/>
                  </a:lnTo>
                  <a:lnTo>
                    <a:pt x="8657" y="13138"/>
                  </a:lnTo>
                  <a:lnTo>
                    <a:pt x="9202" y="13218"/>
                  </a:lnTo>
                  <a:lnTo>
                    <a:pt x="9747" y="13319"/>
                  </a:lnTo>
                  <a:lnTo>
                    <a:pt x="10796" y="13561"/>
                  </a:lnTo>
                  <a:lnTo>
                    <a:pt x="11846" y="13824"/>
                  </a:lnTo>
                  <a:lnTo>
                    <a:pt x="13218" y="14167"/>
                  </a:lnTo>
                  <a:lnTo>
                    <a:pt x="13924" y="14328"/>
                  </a:lnTo>
                  <a:lnTo>
                    <a:pt x="14610" y="14449"/>
                  </a:lnTo>
                  <a:lnTo>
                    <a:pt x="15095" y="14530"/>
                  </a:lnTo>
                  <a:lnTo>
                    <a:pt x="15559" y="14570"/>
                  </a:lnTo>
                  <a:lnTo>
                    <a:pt x="16023" y="14611"/>
                  </a:lnTo>
                  <a:lnTo>
                    <a:pt x="16871" y="14611"/>
                  </a:lnTo>
                  <a:lnTo>
                    <a:pt x="17274" y="14570"/>
                  </a:lnTo>
                  <a:lnTo>
                    <a:pt x="17658" y="14530"/>
                  </a:lnTo>
                  <a:lnTo>
                    <a:pt x="18021" y="14449"/>
                  </a:lnTo>
                  <a:lnTo>
                    <a:pt x="18485" y="14328"/>
                  </a:lnTo>
                  <a:lnTo>
                    <a:pt x="18909" y="14187"/>
                  </a:lnTo>
                  <a:lnTo>
                    <a:pt x="19312" y="14005"/>
                  </a:lnTo>
                  <a:lnTo>
                    <a:pt x="19676" y="13783"/>
                  </a:lnTo>
                  <a:lnTo>
                    <a:pt x="20039" y="13541"/>
                  </a:lnTo>
                  <a:lnTo>
                    <a:pt x="20341" y="13279"/>
                  </a:lnTo>
                  <a:lnTo>
                    <a:pt x="20644" y="12976"/>
                  </a:lnTo>
                  <a:lnTo>
                    <a:pt x="20886" y="12674"/>
                  </a:lnTo>
                  <a:lnTo>
                    <a:pt x="21028" y="12472"/>
                  </a:lnTo>
                  <a:lnTo>
                    <a:pt x="21149" y="12270"/>
                  </a:lnTo>
                  <a:lnTo>
                    <a:pt x="21250" y="12048"/>
                  </a:lnTo>
                  <a:lnTo>
                    <a:pt x="21350" y="11846"/>
                  </a:lnTo>
                  <a:lnTo>
                    <a:pt x="21512" y="11402"/>
                  </a:lnTo>
                  <a:lnTo>
                    <a:pt x="21633" y="10958"/>
                  </a:lnTo>
                  <a:lnTo>
                    <a:pt x="21734" y="10494"/>
                  </a:lnTo>
                  <a:lnTo>
                    <a:pt x="21794" y="10030"/>
                  </a:lnTo>
                  <a:lnTo>
                    <a:pt x="21835" y="9586"/>
                  </a:lnTo>
                  <a:lnTo>
                    <a:pt x="21875" y="9142"/>
                  </a:lnTo>
                  <a:lnTo>
                    <a:pt x="21794" y="9142"/>
                  </a:lnTo>
                  <a:lnTo>
                    <a:pt x="21754" y="9586"/>
                  </a:lnTo>
                  <a:lnTo>
                    <a:pt x="21714" y="10030"/>
                  </a:lnTo>
                  <a:lnTo>
                    <a:pt x="21653" y="10474"/>
                  </a:lnTo>
                  <a:lnTo>
                    <a:pt x="21552" y="10918"/>
                  </a:lnTo>
                  <a:lnTo>
                    <a:pt x="21431" y="11362"/>
                  </a:lnTo>
                  <a:lnTo>
                    <a:pt x="21270" y="11806"/>
                  </a:lnTo>
                  <a:lnTo>
                    <a:pt x="21189" y="12008"/>
                  </a:lnTo>
                  <a:lnTo>
                    <a:pt x="21068" y="12230"/>
                  </a:lnTo>
                  <a:lnTo>
                    <a:pt x="20947" y="12431"/>
                  </a:lnTo>
                  <a:lnTo>
                    <a:pt x="20826" y="12613"/>
                  </a:lnTo>
                  <a:lnTo>
                    <a:pt x="20584" y="12936"/>
                  </a:lnTo>
                  <a:lnTo>
                    <a:pt x="20301" y="13218"/>
                  </a:lnTo>
                  <a:lnTo>
                    <a:pt x="19978" y="13481"/>
                  </a:lnTo>
                  <a:lnTo>
                    <a:pt x="19635" y="13723"/>
                  </a:lnTo>
                  <a:lnTo>
                    <a:pt x="19272" y="13925"/>
                  </a:lnTo>
                  <a:lnTo>
                    <a:pt x="18868" y="14106"/>
                  </a:lnTo>
                  <a:lnTo>
                    <a:pt x="18445" y="14248"/>
                  </a:lnTo>
                  <a:lnTo>
                    <a:pt x="18001" y="14369"/>
                  </a:lnTo>
                  <a:lnTo>
                    <a:pt x="17637" y="14449"/>
                  </a:lnTo>
                  <a:lnTo>
                    <a:pt x="17254" y="14490"/>
                  </a:lnTo>
                  <a:lnTo>
                    <a:pt x="16871" y="14530"/>
                  </a:lnTo>
                  <a:lnTo>
                    <a:pt x="16023" y="14530"/>
                  </a:lnTo>
                  <a:lnTo>
                    <a:pt x="15579" y="14490"/>
                  </a:lnTo>
                  <a:lnTo>
                    <a:pt x="15115" y="14449"/>
                  </a:lnTo>
                  <a:lnTo>
                    <a:pt x="14631" y="14369"/>
                  </a:lnTo>
                  <a:lnTo>
                    <a:pt x="13924" y="14248"/>
                  </a:lnTo>
                  <a:lnTo>
                    <a:pt x="13238" y="14086"/>
                  </a:lnTo>
                  <a:lnTo>
                    <a:pt x="11866" y="13743"/>
                  </a:lnTo>
                  <a:lnTo>
                    <a:pt x="10817" y="13481"/>
                  </a:lnTo>
                  <a:lnTo>
                    <a:pt x="9747" y="13239"/>
                  </a:lnTo>
                  <a:lnTo>
                    <a:pt x="9222" y="13138"/>
                  </a:lnTo>
                  <a:lnTo>
                    <a:pt x="8677" y="13057"/>
                  </a:lnTo>
                  <a:lnTo>
                    <a:pt x="8133" y="12996"/>
                  </a:lnTo>
                  <a:lnTo>
                    <a:pt x="7588" y="12956"/>
                  </a:lnTo>
                  <a:lnTo>
                    <a:pt x="6962" y="12956"/>
                  </a:lnTo>
                  <a:lnTo>
                    <a:pt x="6316" y="12976"/>
                  </a:lnTo>
                  <a:lnTo>
                    <a:pt x="5691" y="13037"/>
                  </a:lnTo>
                  <a:lnTo>
                    <a:pt x="5065" y="13118"/>
                  </a:lnTo>
                  <a:lnTo>
                    <a:pt x="4419" y="13218"/>
                  </a:lnTo>
                  <a:lnTo>
                    <a:pt x="3774" y="13339"/>
                  </a:lnTo>
                  <a:lnTo>
                    <a:pt x="2482" y="13602"/>
                  </a:lnTo>
                  <a:lnTo>
                    <a:pt x="2280" y="13642"/>
                  </a:lnTo>
                  <a:lnTo>
                    <a:pt x="2058" y="13683"/>
                  </a:lnTo>
                  <a:lnTo>
                    <a:pt x="1735" y="13683"/>
                  </a:lnTo>
                  <a:lnTo>
                    <a:pt x="1635" y="13662"/>
                  </a:lnTo>
                  <a:lnTo>
                    <a:pt x="1453" y="13582"/>
                  </a:lnTo>
                  <a:lnTo>
                    <a:pt x="1312" y="13501"/>
                  </a:lnTo>
                  <a:lnTo>
                    <a:pt x="1191" y="13380"/>
                  </a:lnTo>
                  <a:lnTo>
                    <a:pt x="1090" y="13239"/>
                  </a:lnTo>
                  <a:lnTo>
                    <a:pt x="989" y="13097"/>
                  </a:lnTo>
                  <a:lnTo>
                    <a:pt x="928" y="12936"/>
                  </a:lnTo>
                  <a:lnTo>
                    <a:pt x="888" y="12795"/>
                  </a:lnTo>
                  <a:lnTo>
                    <a:pt x="848" y="12633"/>
                  </a:lnTo>
                  <a:lnTo>
                    <a:pt x="827" y="12351"/>
                  </a:lnTo>
                  <a:lnTo>
                    <a:pt x="827" y="12068"/>
                  </a:lnTo>
                  <a:lnTo>
                    <a:pt x="848" y="11765"/>
                  </a:lnTo>
                  <a:lnTo>
                    <a:pt x="888" y="11483"/>
                  </a:lnTo>
                  <a:lnTo>
                    <a:pt x="908" y="11261"/>
                  </a:lnTo>
                  <a:lnTo>
                    <a:pt x="948" y="10857"/>
                  </a:lnTo>
                  <a:lnTo>
                    <a:pt x="969" y="10474"/>
                  </a:lnTo>
                  <a:lnTo>
                    <a:pt x="989" y="10090"/>
                  </a:lnTo>
                  <a:lnTo>
                    <a:pt x="969" y="9707"/>
                  </a:lnTo>
                  <a:lnTo>
                    <a:pt x="948" y="9303"/>
                  </a:lnTo>
                  <a:lnTo>
                    <a:pt x="908" y="8920"/>
                  </a:lnTo>
                  <a:lnTo>
                    <a:pt x="848" y="8537"/>
                  </a:lnTo>
                  <a:lnTo>
                    <a:pt x="787" y="8153"/>
                  </a:lnTo>
                  <a:lnTo>
                    <a:pt x="646" y="7568"/>
                  </a:lnTo>
                  <a:lnTo>
                    <a:pt x="505" y="7003"/>
                  </a:lnTo>
                  <a:lnTo>
                    <a:pt x="383" y="6539"/>
                  </a:lnTo>
                  <a:lnTo>
                    <a:pt x="262" y="6075"/>
                  </a:lnTo>
                  <a:lnTo>
                    <a:pt x="161" y="5611"/>
                  </a:lnTo>
                  <a:lnTo>
                    <a:pt x="101" y="5126"/>
                  </a:lnTo>
                  <a:lnTo>
                    <a:pt x="81" y="4844"/>
                  </a:lnTo>
                  <a:lnTo>
                    <a:pt x="81" y="4581"/>
                  </a:lnTo>
                  <a:lnTo>
                    <a:pt x="81" y="4319"/>
                  </a:lnTo>
                  <a:lnTo>
                    <a:pt x="121" y="4077"/>
                  </a:lnTo>
                  <a:lnTo>
                    <a:pt x="161" y="3835"/>
                  </a:lnTo>
                  <a:lnTo>
                    <a:pt x="222" y="3593"/>
                  </a:lnTo>
                  <a:lnTo>
                    <a:pt x="283" y="3350"/>
                  </a:lnTo>
                  <a:lnTo>
                    <a:pt x="383" y="3128"/>
                  </a:lnTo>
                  <a:lnTo>
                    <a:pt x="484" y="2906"/>
                  </a:lnTo>
                  <a:lnTo>
                    <a:pt x="605" y="2705"/>
                  </a:lnTo>
                  <a:lnTo>
                    <a:pt x="747" y="2503"/>
                  </a:lnTo>
                  <a:lnTo>
                    <a:pt x="888" y="2301"/>
                  </a:lnTo>
                  <a:lnTo>
                    <a:pt x="1070" y="2119"/>
                  </a:lnTo>
                  <a:lnTo>
                    <a:pt x="1251" y="1938"/>
                  </a:lnTo>
                  <a:lnTo>
                    <a:pt x="1453" y="1776"/>
                  </a:lnTo>
                  <a:lnTo>
                    <a:pt x="1655" y="1615"/>
                  </a:lnTo>
                  <a:lnTo>
                    <a:pt x="1897" y="1453"/>
                  </a:lnTo>
                  <a:lnTo>
                    <a:pt x="2119" y="1332"/>
                  </a:lnTo>
                  <a:lnTo>
                    <a:pt x="2361" y="1191"/>
                  </a:lnTo>
                  <a:lnTo>
                    <a:pt x="2603" y="1070"/>
                  </a:lnTo>
                  <a:lnTo>
                    <a:pt x="3108" y="868"/>
                  </a:lnTo>
                  <a:lnTo>
                    <a:pt x="3612" y="707"/>
                  </a:lnTo>
                  <a:lnTo>
                    <a:pt x="4117" y="565"/>
                  </a:lnTo>
                  <a:lnTo>
                    <a:pt x="4621" y="465"/>
                  </a:lnTo>
                  <a:lnTo>
                    <a:pt x="5085" y="384"/>
                  </a:lnTo>
                  <a:lnTo>
                    <a:pt x="5529" y="323"/>
                  </a:lnTo>
                  <a:lnTo>
                    <a:pt x="6316" y="243"/>
                  </a:lnTo>
                  <a:lnTo>
                    <a:pt x="7083" y="162"/>
                  </a:lnTo>
                  <a:lnTo>
                    <a:pt x="7870" y="122"/>
                  </a:lnTo>
                  <a:lnTo>
                    <a:pt x="8637" y="81"/>
                  </a:lnTo>
                  <a:lnTo>
                    <a:pt x="10171" y="81"/>
                  </a:lnTo>
                  <a:lnTo>
                    <a:pt x="10938" y="101"/>
                  </a:lnTo>
                  <a:lnTo>
                    <a:pt x="11704" y="142"/>
                  </a:lnTo>
                  <a:lnTo>
                    <a:pt x="12451" y="202"/>
                  </a:lnTo>
                  <a:lnTo>
                    <a:pt x="13218" y="283"/>
                  </a:lnTo>
                  <a:lnTo>
                    <a:pt x="13965" y="364"/>
                  </a:lnTo>
                  <a:lnTo>
                    <a:pt x="14711" y="485"/>
                  </a:lnTo>
                  <a:lnTo>
                    <a:pt x="15458" y="606"/>
                  </a:lnTo>
                  <a:lnTo>
                    <a:pt x="16225" y="767"/>
                  </a:lnTo>
                  <a:lnTo>
                    <a:pt x="16971" y="929"/>
                  </a:lnTo>
                  <a:lnTo>
                    <a:pt x="17718" y="1110"/>
                  </a:lnTo>
                  <a:lnTo>
                    <a:pt x="18445" y="1312"/>
                  </a:lnTo>
                  <a:lnTo>
                    <a:pt x="19191" y="1554"/>
                  </a:lnTo>
                  <a:lnTo>
                    <a:pt x="19554" y="1675"/>
                  </a:lnTo>
                  <a:lnTo>
                    <a:pt x="19938" y="1817"/>
                  </a:lnTo>
                  <a:lnTo>
                    <a:pt x="20301" y="1978"/>
                  </a:lnTo>
                  <a:lnTo>
                    <a:pt x="20644" y="2140"/>
                  </a:lnTo>
                  <a:lnTo>
                    <a:pt x="20987" y="2321"/>
                  </a:lnTo>
                  <a:lnTo>
                    <a:pt x="21330" y="2523"/>
                  </a:lnTo>
                  <a:lnTo>
                    <a:pt x="21653" y="2745"/>
                  </a:lnTo>
                  <a:lnTo>
                    <a:pt x="21956" y="2967"/>
                  </a:lnTo>
                  <a:lnTo>
                    <a:pt x="22259" y="3229"/>
                  </a:lnTo>
                  <a:lnTo>
                    <a:pt x="22541" y="3492"/>
                  </a:lnTo>
                  <a:lnTo>
                    <a:pt x="22783" y="3794"/>
                  </a:lnTo>
                  <a:lnTo>
                    <a:pt x="23025" y="4097"/>
                  </a:lnTo>
                  <a:lnTo>
                    <a:pt x="23207" y="4380"/>
                  </a:lnTo>
                  <a:lnTo>
                    <a:pt x="23368" y="4682"/>
                  </a:lnTo>
                  <a:lnTo>
                    <a:pt x="23510" y="4965"/>
                  </a:lnTo>
                  <a:lnTo>
                    <a:pt x="23611" y="5288"/>
                  </a:lnTo>
                  <a:lnTo>
                    <a:pt x="23712" y="5611"/>
                  </a:lnTo>
                  <a:lnTo>
                    <a:pt x="23792" y="5933"/>
                  </a:lnTo>
                  <a:lnTo>
                    <a:pt x="23833" y="6256"/>
                  </a:lnTo>
                  <a:lnTo>
                    <a:pt x="23873" y="6579"/>
                  </a:lnTo>
                  <a:lnTo>
                    <a:pt x="23873" y="6922"/>
                  </a:lnTo>
                  <a:lnTo>
                    <a:pt x="23873" y="7245"/>
                  </a:lnTo>
                  <a:lnTo>
                    <a:pt x="23833" y="7588"/>
                  </a:lnTo>
                  <a:lnTo>
                    <a:pt x="23772" y="7911"/>
                  </a:lnTo>
                  <a:lnTo>
                    <a:pt x="23712" y="8234"/>
                  </a:lnTo>
                  <a:lnTo>
                    <a:pt x="23611" y="8537"/>
                  </a:lnTo>
                  <a:lnTo>
                    <a:pt x="23490" y="8860"/>
                  </a:lnTo>
                  <a:lnTo>
                    <a:pt x="23328" y="9162"/>
                  </a:lnTo>
                  <a:lnTo>
                    <a:pt x="23409" y="9182"/>
                  </a:lnTo>
                  <a:lnTo>
                    <a:pt x="23550" y="8880"/>
                  </a:lnTo>
                  <a:lnTo>
                    <a:pt x="23671" y="8577"/>
                  </a:lnTo>
                  <a:lnTo>
                    <a:pt x="23772" y="8254"/>
                  </a:lnTo>
                  <a:lnTo>
                    <a:pt x="23853" y="7931"/>
                  </a:lnTo>
                  <a:lnTo>
                    <a:pt x="23913" y="7588"/>
                  </a:lnTo>
                  <a:lnTo>
                    <a:pt x="23954" y="7265"/>
                  </a:lnTo>
                  <a:lnTo>
                    <a:pt x="23954" y="6922"/>
                  </a:lnTo>
                  <a:lnTo>
                    <a:pt x="23954" y="6579"/>
                  </a:lnTo>
                  <a:lnTo>
                    <a:pt x="23913" y="6236"/>
                  </a:lnTo>
                  <a:lnTo>
                    <a:pt x="23873" y="5913"/>
                  </a:lnTo>
                  <a:lnTo>
                    <a:pt x="23792" y="5590"/>
                  </a:lnTo>
                  <a:lnTo>
                    <a:pt x="23691" y="5267"/>
                  </a:lnTo>
                  <a:lnTo>
                    <a:pt x="23570" y="4945"/>
                  </a:lnTo>
                  <a:lnTo>
                    <a:pt x="23429" y="4642"/>
                  </a:lnTo>
                  <a:lnTo>
                    <a:pt x="23268" y="4339"/>
                  </a:lnTo>
                  <a:lnTo>
                    <a:pt x="23086" y="4057"/>
                  </a:lnTo>
                  <a:lnTo>
                    <a:pt x="22844" y="3734"/>
                  </a:lnTo>
                  <a:lnTo>
                    <a:pt x="22602" y="3451"/>
                  </a:lnTo>
                  <a:lnTo>
                    <a:pt x="22319" y="3169"/>
                  </a:lnTo>
                  <a:lnTo>
                    <a:pt x="22016" y="2906"/>
                  </a:lnTo>
                  <a:lnTo>
                    <a:pt x="21694" y="2684"/>
                  </a:lnTo>
                  <a:lnTo>
                    <a:pt x="21371" y="2462"/>
                  </a:lnTo>
                  <a:lnTo>
                    <a:pt x="21048" y="2261"/>
                  </a:lnTo>
                  <a:lnTo>
                    <a:pt x="20685" y="2079"/>
                  </a:lnTo>
                  <a:lnTo>
                    <a:pt x="20341" y="1897"/>
                  </a:lnTo>
                  <a:lnTo>
                    <a:pt x="19978" y="1756"/>
                  </a:lnTo>
                  <a:lnTo>
                    <a:pt x="19595" y="1595"/>
                  </a:lnTo>
                  <a:lnTo>
                    <a:pt x="19232" y="1474"/>
                  </a:lnTo>
                  <a:lnTo>
                    <a:pt x="18465" y="1231"/>
                  </a:lnTo>
                  <a:lnTo>
                    <a:pt x="17738" y="1030"/>
                  </a:lnTo>
                  <a:lnTo>
                    <a:pt x="16971" y="848"/>
                  </a:lnTo>
                  <a:lnTo>
                    <a:pt x="16225" y="687"/>
                  </a:lnTo>
                  <a:lnTo>
                    <a:pt x="15478" y="545"/>
                  </a:lnTo>
                  <a:lnTo>
                    <a:pt x="14731" y="404"/>
                  </a:lnTo>
                  <a:lnTo>
                    <a:pt x="13985" y="283"/>
                  </a:lnTo>
                  <a:lnTo>
                    <a:pt x="13218" y="202"/>
                  </a:lnTo>
                  <a:lnTo>
                    <a:pt x="12471" y="122"/>
                  </a:lnTo>
                  <a:lnTo>
                    <a:pt x="11704" y="61"/>
                  </a:lnTo>
                  <a:lnTo>
                    <a:pt x="10938" y="21"/>
                  </a:lnTo>
                  <a:lnTo>
                    <a:pt x="10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7"/>
            <p:cNvSpPr/>
            <p:nvPr/>
          </p:nvSpPr>
          <p:spPr>
            <a:xfrm flipH="1">
              <a:off x="-3334104" y="-4888456"/>
              <a:ext cx="1145153" cy="459224"/>
            </a:xfrm>
            <a:custGeom>
              <a:rect b="b" l="l" r="r" t="t"/>
              <a:pathLst>
                <a:path extrusionOk="0" h="8214" w="20483">
                  <a:moveTo>
                    <a:pt x="0" y="1"/>
                  </a:moveTo>
                  <a:lnTo>
                    <a:pt x="20" y="182"/>
                  </a:lnTo>
                  <a:lnTo>
                    <a:pt x="40" y="384"/>
                  </a:lnTo>
                  <a:lnTo>
                    <a:pt x="141" y="768"/>
                  </a:lnTo>
                  <a:lnTo>
                    <a:pt x="283" y="1131"/>
                  </a:lnTo>
                  <a:lnTo>
                    <a:pt x="424" y="1494"/>
                  </a:lnTo>
                  <a:lnTo>
                    <a:pt x="585" y="1877"/>
                  </a:lnTo>
                  <a:lnTo>
                    <a:pt x="727" y="2261"/>
                  </a:lnTo>
                  <a:lnTo>
                    <a:pt x="787" y="2463"/>
                  </a:lnTo>
                  <a:lnTo>
                    <a:pt x="827" y="2664"/>
                  </a:lnTo>
                  <a:lnTo>
                    <a:pt x="848" y="2886"/>
                  </a:lnTo>
                  <a:lnTo>
                    <a:pt x="868" y="3088"/>
                  </a:lnTo>
                  <a:lnTo>
                    <a:pt x="848" y="3330"/>
                  </a:lnTo>
                  <a:lnTo>
                    <a:pt x="807" y="3573"/>
                  </a:lnTo>
                  <a:lnTo>
                    <a:pt x="686" y="4057"/>
                  </a:lnTo>
                  <a:lnTo>
                    <a:pt x="585" y="4460"/>
                  </a:lnTo>
                  <a:lnTo>
                    <a:pt x="545" y="4662"/>
                  </a:lnTo>
                  <a:lnTo>
                    <a:pt x="525" y="4864"/>
                  </a:lnTo>
                  <a:lnTo>
                    <a:pt x="525" y="5066"/>
                  </a:lnTo>
                  <a:lnTo>
                    <a:pt x="525" y="5248"/>
                  </a:lnTo>
                  <a:lnTo>
                    <a:pt x="565" y="5449"/>
                  </a:lnTo>
                  <a:lnTo>
                    <a:pt x="646" y="5631"/>
                  </a:lnTo>
                  <a:lnTo>
                    <a:pt x="706" y="5752"/>
                  </a:lnTo>
                  <a:lnTo>
                    <a:pt x="767" y="5873"/>
                  </a:lnTo>
                  <a:lnTo>
                    <a:pt x="848" y="5974"/>
                  </a:lnTo>
                  <a:lnTo>
                    <a:pt x="949" y="6075"/>
                  </a:lnTo>
                  <a:lnTo>
                    <a:pt x="1049" y="6156"/>
                  </a:lnTo>
                  <a:lnTo>
                    <a:pt x="1171" y="6236"/>
                  </a:lnTo>
                  <a:lnTo>
                    <a:pt x="1453" y="6378"/>
                  </a:lnTo>
                  <a:lnTo>
                    <a:pt x="1756" y="6478"/>
                  </a:lnTo>
                  <a:lnTo>
                    <a:pt x="2139" y="6559"/>
                  </a:lnTo>
                  <a:lnTo>
                    <a:pt x="2543" y="6600"/>
                  </a:lnTo>
                  <a:lnTo>
                    <a:pt x="3007" y="6620"/>
                  </a:lnTo>
                  <a:lnTo>
                    <a:pt x="4682" y="6600"/>
                  </a:lnTo>
                  <a:lnTo>
                    <a:pt x="7426" y="6600"/>
                  </a:lnTo>
                  <a:lnTo>
                    <a:pt x="8334" y="6640"/>
                  </a:lnTo>
                  <a:lnTo>
                    <a:pt x="9243" y="6721"/>
                  </a:lnTo>
                  <a:lnTo>
                    <a:pt x="10151" y="6822"/>
                  </a:lnTo>
                  <a:lnTo>
                    <a:pt x="10595" y="6902"/>
                  </a:lnTo>
                  <a:lnTo>
                    <a:pt x="11059" y="6983"/>
                  </a:lnTo>
                  <a:lnTo>
                    <a:pt x="11503" y="7084"/>
                  </a:lnTo>
                  <a:lnTo>
                    <a:pt x="11927" y="7205"/>
                  </a:lnTo>
                  <a:lnTo>
                    <a:pt x="12512" y="7387"/>
                  </a:lnTo>
                  <a:lnTo>
                    <a:pt x="13077" y="7568"/>
                  </a:lnTo>
                  <a:lnTo>
                    <a:pt x="13803" y="7790"/>
                  </a:lnTo>
                  <a:lnTo>
                    <a:pt x="14167" y="7911"/>
                  </a:lnTo>
                  <a:lnTo>
                    <a:pt x="14550" y="8012"/>
                  </a:lnTo>
                  <a:lnTo>
                    <a:pt x="14913" y="8093"/>
                  </a:lnTo>
                  <a:lnTo>
                    <a:pt x="15297" y="8153"/>
                  </a:lnTo>
                  <a:lnTo>
                    <a:pt x="15680" y="8194"/>
                  </a:lnTo>
                  <a:lnTo>
                    <a:pt x="16063" y="8214"/>
                  </a:lnTo>
                  <a:lnTo>
                    <a:pt x="16427" y="8214"/>
                  </a:lnTo>
                  <a:lnTo>
                    <a:pt x="16770" y="8174"/>
                  </a:lnTo>
                  <a:lnTo>
                    <a:pt x="17093" y="8113"/>
                  </a:lnTo>
                  <a:lnTo>
                    <a:pt x="17415" y="8032"/>
                  </a:lnTo>
                  <a:lnTo>
                    <a:pt x="17738" y="7931"/>
                  </a:lnTo>
                  <a:lnTo>
                    <a:pt x="18061" y="7810"/>
                  </a:lnTo>
                  <a:lnTo>
                    <a:pt x="18364" y="7649"/>
                  </a:lnTo>
                  <a:lnTo>
                    <a:pt x="18646" y="7488"/>
                  </a:lnTo>
                  <a:lnTo>
                    <a:pt x="18929" y="7306"/>
                  </a:lnTo>
                  <a:lnTo>
                    <a:pt x="19191" y="7104"/>
                  </a:lnTo>
                  <a:lnTo>
                    <a:pt x="19454" y="6902"/>
                  </a:lnTo>
                  <a:lnTo>
                    <a:pt x="19696" y="6660"/>
                  </a:lnTo>
                  <a:lnTo>
                    <a:pt x="19918" y="6418"/>
                  </a:lnTo>
                  <a:lnTo>
                    <a:pt x="20120" y="6156"/>
                  </a:lnTo>
                  <a:lnTo>
                    <a:pt x="20321" y="5873"/>
                  </a:lnTo>
                  <a:lnTo>
                    <a:pt x="20483" y="5570"/>
                  </a:lnTo>
                  <a:lnTo>
                    <a:pt x="20402" y="5550"/>
                  </a:lnTo>
                  <a:lnTo>
                    <a:pt x="20241" y="5833"/>
                  </a:lnTo>
                  <a:lnTo>
                    <a:pt x="20059" y="6095"/>
                  </a:lnTo>
                  <a:lnTo>
                    <a:pt x="19857" y="6357"/>
                  </a:lnTo>
                  <a:lnTo>
                    <a:pt x="19635" y="6600"/>
                  </a:lnTo>
                  <a:lnTo>
                    <a:pt x="19393" y="6842"/>
                  </a:lnTo>
                  <a:lnTo>
                    <a:pt x="19151" y="7044"/>
                  </a:lnTo>
                  <a:lnTo>
                    <a:pt x="18889" y="7245"/>
                  </a:lnTo>
                  <a:lnTo>
                    <a:pt x="18606" y="7427"/>
                  </a:lnTo>
                  <a:lnTo>
                    <a:pt x="18324" y="7588"/>
                  </a:lnTo>
                  <a:lnTo>
                    <a:pt x="18021" y="7730"/>
                  </a:lnTo>
                  <a:lnTo>
                    <a:pt x="17718" y="7851"/>
                  </a:lnTo>
                  <a:lnTo>
                    <a:pt x="17395" y="7952"/>
                  </a:lnTo>
                  <a:lnTo>
                    <a:pt x="17072" y="8032"/>
                  </a:lnTo>
                  <a:lnTo>
                    <a:pt x="16750" y="8093"/>
                  </a:lnTo>
                  <a:lnTo>
                    <a:pt x="16427" y="8133"/>
                  </a:lnTo>
                  <a:lnTo>
                    <a:pt x="16063" y="8133"/>
                  </a:lnTo>
                  <a:lnTo>
                    <a:pt x="15680" y="8113"/>
                  </a:lnTo>
                  <a:lnTo>
                    <a:pt x="15317" y="8073"/>
                  </a:lnTo>
                  <a:lnTo>
                    <a:pt x="14933" y="8012"/>
                  </a:lnTo>
                  <a:lnTo>
                    <a:pt x="14550" y="7931"/>
                  </a:lnTo>
                  <a:lnTo>
                    <a:pt x="14187" y="7831"/>
                  </a:lnTo>
                  <a:lnTo>
                    <a:pt x="13823" y="7730"/>
                  </a:lnTo>
                  <a:lnTo>
                    <a:pt x="13097" y="7488"/>
                  </a:lnTo>
                  <a:lnTo>
                    <a:pt x="12532" y="7306"/>
                  </a:lnTo>
                  <a:lnTo>
                    <a:pt x="11947" y="7124"/>
                  </a:lnTo>
                  <a:lnTo>
                    <a:pt x="11523" y="7003"/>
                  </a:lnTo>
                  <a:lnTo>
                    <a:pt x="11059" y="6902"/>
                  </a:lnTo>
                  <a:lnTo>
                    <a:pt x="10615" y="6822"/>
                  </a:lnTo>
                  <a:lnTo>
                    <a:pt x="10171" y="6741"/>
                  </a:lnTo>
                  <a:lnTo>
                    <a:pt x="9263" y="6640"/>
                  </a:lnTo>
                  <a:lnTo>
                    <a:pt x="8355" y="6559"/>
                  </a:lnTo>
                  <a:lnTo>
                    <a:pt x="7426" y="6519"/>
                  </a:lnTo>
                  <a:lnTo>
                    <a:pt x="4682" y="6519"/>
                  </a:lnTo>
                  <a:lnTo>
                    <a:pt x="3007" y="6539"/>
                  </a:lnTo>
                  <a:lnTo>
                    <a:pt x="2563" y="6519"/>
                  </a:lnTo>
                  <a:lnTo>
                    <a:pt x="2159" y="6478"/>
                  </a:lnTo>
                  <a:lnTo>
                    <a:pt x="1796" y="6398"/>
                  </a:lnTo>
                  <a:lnTo>
                    <a:pt x="1493" y="6297"/>
                  </a:lnTo>
                  <a:lnTo>
                    <a:pt x="1231" y="6176"/>
                  </a:lnTo>
                  <a:lnTo>
                    <a:pt x="1110" y="6095"/>
                  </a:lnTo>
                  <a:lnTo>
                    <a:pt x="1009" y="6014"/>
                  </a:lnTo>
                  <a:lnTo>
                    <a:pt x="928" y="5913"/>
                  </a:lnTo>
                  <a:lnTo>
                    <a:pt x="848" y="5833"/>
                  </a:lnTo>
                  <a:lnTo>
                    <a:pt x="767" y="5712"/>
                  </a:lnTo>
                  <a:lnTo>
                    <a:pt x="706" y="5611"/>
                  </a:lnTo>
                  <a:lnTo>
                    <a:pt x="646" y="5429"/>
                  </a:lnTo>
                  <a:lnTo>
                    <a:pt x="606" y="5248"/>
                  </a:lnTo>
                  <a:lnTo>
                    <a:pt x="606" y="5046"/>
                  </a:lnTo>
                  <a:lnTo>
                    <a:pt x="606" y="4864"/>
                  </a:lnTo>
                  <a:lnTo>
                    <a:pt x="626" y="4662"/>
                  </a:lnTo>
                  <a:lnTo>
                    <a:pt x="666" y="4481"/>
                  </a:lnTo>
                  <a:lnTo>
                    <a:pt x="767" y="4077"/>
                  </a:lnTo>
                  <a:lnTo>
                    <a:pt x="888" y="3593"/>
                  </a:lnTo>
                  <a:lnTo>
                    <a:pt x="928" y="3330"/>
                  </a:lnTo>
                  <a:lnTo>
                    <a:pt x="949" y="3088"/>
                  </a:lnTo>
                  <a:lnTo>
                    <a:pt x="928" y="2866"/>
                  </a:lnTo>
                  <a:lnTo>
                    <a:pt x="908" y="2664"/>
                  </a:lnTo>
                  <a:lnTo>
                    <a:pt x="868" y="2463"/>
                  </a:lnTo>
                  <a:lnTo>
                    <a:pt x="807" y="2261"/>
                  </a:lnTo>
                  <a:lnTo>
                    <a:pt x="666" y="1857"/>
                  </a:lnTo>
                  <a:lnTo>
                    <a:pt x="505" y="1454"/>
                  </a:lnTo>
                  <a:lnTo>
                    <a:pt x="363" y="1090"/>
                  </a:lnTo>
                  <a:lnTo>
                    <a:pt x="222" y="727"/>
                  </a:lnTo>
                  <a:lnTo>
                    <a:pt x="121" y="364"/>
                  </a:lnTo>
                  <a:lnTo>
                    <a:pt x="101" y="182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7"/>
            <p:cNvSpPr/>
            <p:nvPr/>
          </p:nvSpPr>
          <p:spPr>
            <a:xfrm flipH="1">
              <a:off x="-3310451" y="-5112976"/>
              <a:ext cx="886861" cy="530339"/>
            </a:xfrm>
            <a:custGeom>
              <a:rect b="b" l="l" r="r" t="t"/>
              <a:pathLst>
                <a:path extrusionOk="0" h="9486" w="15863">
                  <a:moveTo>
                    <a:pt x="4117" y="82"/>
                  </a:moveTo>
                  <a:lnTo>
                    <a:pt x="4581" y="122"/>
                  </a:lnTo>
                  <a:lnTo>
                    <a:pt x="5025" y="162"/>
                  </a:lnTo>
                  <a:lnTo>
                    <a:pt x="5429" y="223"/>
                  </a:lnTo>
                  <a:lnTo>
                    <a:pt x="6176" y="344"/>
                  </a:lnTo>
                  <a:lnTo>
                    <a:pt x="6741" y="465"/>
                  </a:lnTo>
                  <a:lnTo>
                    <a:pt x="7427" y="626"/>
                  </a:lnTo>
                  <a:lnTo>
                    <a:pt x="8113" y="788"/>
                  </a:lnTo>
                  <a:lnTo>
                    <a:pt x="8799" y="990"/>
                  </a:lnTo>
                  <a:lnTo>
                    <a:pt x="9485" y="1171"/>
                  </a:lnTo>
                  <a:lnTo>
                    <a:pt x="10171" y="1393"/>
                  </a:lnTo>
                  <a:lnTo>
                    <a:pt x="10837" y="1615"/>
                  </a:lnTo>
                  <a:lnTo>
                    <a:pt x="11503" y="1857"/>
                  </a:lnTo>
                  <a:lnTo>
                    <a:pt x="12169" y="2100"/>
                  </a:lnTo>
                  <a:lnTo>
                    <a:pt x="12815" y="2382"/>
                  </a:lnTo>
                  <a:lnTo>
                    <a:pt x="13158" y="2523"/>
                  </a:lnTo>
                  <a:lnTo>
                    <a:pt x="13481" y="2705"/>
                  </a:lnTo>
                  <a:lnTo>
                    <a:pt x="13824" y="2887"/>
                  </a:lnTo>
                  <a:lnTo>
                    <a:pt x="14127" y="3109"/>
                  </a:lnTo>
                  <a:lnTo>
                    <a:pt x="14429" y="3331"/>
                  </a:lnTo>
                  <a:lnTo>
                    <a:pt x="14712" y="3593"/>
                  </a:lnTo>
                  <a:lnTo>
                    <a:pt x="14954" y="3875"/>
                  </a:lnTo>
                  <a:lnTo>
                    <a:pt x="15176" y="4158"/>
                  </a:lnTo>
                  <a:lnTo>
                    <a:pt x="15358" y="4481"/>
                  </a:lnTo>
                  <a:lnTo>
                    <a:pt x="15519" y="4804"/>
                  </a:lnTo>
                  <a:lnTo>
                    <a:pt x="15620" y="5127"/>
                  </a:lnTo>
                  <a:lnTo>
                    <a:pt x="15721" y="5490"/>
                  </a:lnTo>
                  <a:lnTo>
                    <a:pt x="15761" y="5833"/>
                  </a:lnTo>
                  <a:lnTo>
                    <a:pt x="15781" y="6176"/>
                  </a:lnTo>
                  <a:lnTo>
                    <a:pt x="15741" y="6539"/>
                  </a:lnTo>
                  <a:lnTo>
                    <a:pt x="15680" y="6902"/>
                  </a:lnTo>
                  <a:lnTo>
                    <a:pt x="15580" y="7246"/>
                  </a:lnTo>
                  <a:lnTo>
                    <a:pt x="15438" y="7589"/>
                  </a:lnTo>
                  <a:lnTo>
                    <a:pt x="15257" y="7891"/>
                  </a:lnTo>
                  <a:lnTo>
                    <a:pt x="15055" y="8174"/>
                  </a:lnTo>
                  <a:lnTo>
                    <a:pt x="14813" y="8436"/>
                  </a:lnTo>
                  <a:lnTo>
                    <a:pt x="14550" y="8678"/>
                  </a:lnTo>
                  <a:lnTo>
                    <a:pt x="14389" y="8799"/>
                  </a:lnTo>
                  <a:lnTo>
                    <a:pt x="14207" y="8900"/>
                  </a:lnTo>
                  <a:lnTo>
                    <a:pt x="14026" y="8981"/>
                  </a:lnTo>
                  <a:lnTo>
                    <a:pt x="13844" y="9082"/>
                  </a:lnTo>
                  <a:lnTo>
                    <a:pt x="13481" y="9203"/>
                  </a:lnTo>
                  <a:lnTo>
                    <a:pt x="13097" y="9304"/>
                  </a:lnTo>
                  <a:lnTo>
                    <a:pt x="12734" y="9364"/>
                  </a:lnTo>
                  <a:lnTo>
                    <a:pt x="12371" y="9385"/>
                  </a:lnTo>
                  <a:lnTo>
                    <a:pt x="12028" y="9405"/>
                  </a:lnTo>
                  <a:lnTo>
                    <a:pt x="11725" y="9385"/>
                  </a:lnTo>
                  <a:lnTo>
                    <a:pt x="11362" y="9364"/>
                  </a:lnTo>
                  <a:lnTo>
                    <a:pt x="10999" y="9324"/>
                  </a:lnTo>
                  <a:lnTo>
                    <a:pt x="10615" y="9264"/>
                  </a:lnTo>
                  <a:lnTo>
                    <a:pt x="10272" y="9183"/>
                  </a:lnTo>
                  <a:lnTo>
                    <a:pt x="9546" y="9021"/>
                  </a:lnTo>
                  <a:lnTo>
                    <a:pt x="8839" y="8840"/>
                  </a:lnTo>
                  <a:lnTo>
                    <a:pt x="7810" y="8577"/>
                  </a:lnTo>
                  <a:lnTo>
                    <a:pt x="7306" y="8476"/>
                  </a:lnTo>
                  <a:lnTo>
                    <a:pt x="6781" y="8376"/>
                  </a:lnTo>
                  <a:lnTo>
                    <a:pt x="6055" y="8295"/>
                  </a:lnTo>
                  <a:lnTo>
                    <a:pt x="5328" y="8234"/>
                  </a:lnTo>
                  <a:lnTo>
                    <a:pt x="4622" y="8214"/>
                  </a:lnTo>
                  <a:lnTo>
                    <a:pt x="3895" y="8214"/>
                  </a:lnTo>
                  <a:lnTo>
                    <a:pt x="2866" y="8194"/>
                  </a:lnTo>
                  <a:lnTo>
                    <a:pt x="2341" y="8174"/>
                  </a:lnTo>
                  <a:lnTo>
                    <a:pt x="1837" y="8133"/>
                  </a:lnTo>
                  <a:lnTo>
                    <a:pt x="1393" y="8073"/>
                  </a:lnTo>
                  <a:lnTo>
                    <a:pt x="1171" y="8033"/>
                  </a:lnTo>
                  <a:lnTo>
                    <a:pt x="969" y="7972"/>
                  </a:lnTo>
                  <a:lnTo>
                    <a:pt x="767" y="7871"/>
                  </a:lnTo>
                  <a:lnTo>
                    <a:pt x="586" y="7770"/>
                  </a:lnTo>
                  <a:lnTo>
                    <a:pt x="404" y="7629"/>
                  </a:lnTo>
                  <a:lnTo>
                    <a:pt x="283" y="7467"/>
                  </a:lnTo>
                  <a:lnTo>
                    <a:pt x="223" y="7367"/>
                  </a:lnTo>
                  <a:lnTo>
                    <a:pt x="162" y="7246"/>
                  </a:lnTo>
                  <a:lnTo>
                    <a:pt x="101" y="7024"/>
                  </a:lnTo>
                  <a:lnTo>
                    <a:pt x="81" y="6802"/>
                  </a:lnTo>
                  <a:lnTo>
                    <a:pt x="101" y="6580"/>
                  </a:lnTo>
                  <a:lnTo>
                    <a:pt x="142" y="6337"/>
                  </a:lnTo>
                  <a:lnTo>
                    <a:pt x="182" y="6095"/>
                  </a:lnTo>
                  <a:lnTo>
                    <a:pt x="323" y="5611"/>
                  </a:lnTo>
                  <a:lnTo>
                    <a:pt x="445" y="5248"/>
                  </a:lnTo>
                  <a:lnTo>
                    <a:pt x="525" y="4905"/>
                  </a:lnTo>
                  <a:lnTo>
                    <a:pt x="545" y="4723"/>
                  </a:lnTo>
                  <a:lnTo>
                    <a:pt x="566" y="4562"/>
                  </a:lnTo>
                  <a:lnTo>
                    <a:pt x="586" y="4380"/>
                  </a:lnTo>
                  <a:lnTo>
                    <a:pt x="566" y="4218"/>
                  </a:lnTo>
                  <a:lnTo>
                    <a:pt x="485" y="3795"/>
                  </a:lnTo>
                  <a:lnTo>
                    <a:pt x="384" y="3391"/>
                  </a:lnTo>
                  <a:lnTo>
                    <a:pt x="263" y="2887"/>
                  </a:lnTo>
                  <a:lnTo>
                    <a:pt x="223" y="2644"/>
                  </a:lnTo>
                  <a:lnTo>
                    <a:pt x="182" y="2382"/>
                  </a:lnTo>
                  <a:lnTo>
                    <a:pt x="202" y="2140"/>
                  </a:lnTo>
                  <a:lnTo>
                    <a:pt x="243" y="1898"/>
                  </a:lnTo>
                  <a:lnTo>
                    <a:pt x="323" y="1656"/>
                  </a:lnTo>
                  <a:lnTo>
                    <a:pt x="445" y="1393"/>
                  </a:lnTo>
                  <a:lnTo>
                    <a:pt x="566" y="1212"/>
                  </a:lnTo>
                  <a:lnTo>
                    <a:pt x="707" y="1050"/>
                  </a:lnTo>
                  <a:lnTo>
                    <a:pt x="868" y="889"/>
                  </a:lnTo>
                  <a:lnTo>
                    <a:pt x="1030" y="748"/>
                  </a:lnTo>
                  <a:lnTo>
                    <a:pt x="1211" y="626"/>
                  </a:lnTo>
                  <a:lnTo>
                    <a:pt x="1393" y="526"/>
                  </a:lnTo>
                  <a:lnTo>
                    <a:pt x="1595" y="425"/>
                  </a:lnTo>
                  <a:lnTo>
                    <a:pt x="1797" y="344"/>
                  </a:lnTo>
                  <a:lnTo>
                    <a:pt x="2019" y="283"/>
                  </a:lnTo>
                  <a:lnTo>
                    <a:pt x="2241" y="223"/>
                  </a:lnTo>
                  <a:lnTo>
                    <a:pt x="2705" y="142"/>
                  </a:lnTo>
                  <a:lnTo>
                    <a:pt x="3189" y="82"/>
                  </a:lnTo>
                  <a:close/>
                  <a:moveTo>
                    <a:pt x="3552" y="1"/>
                  </a:moveTo>
                  <a:lnTo>
                    <a:pt x="3088" y="21"/>
                  </a:lnTo>
                  <a:lnTo>
                    <a:pt x="2604" y="61"/>
                  </a:lnTo>
                  <a:lnTo>
                    <a:pt x="2160" y="162"/>
                  </a:lnTo>
                  <a:lnTo>
                    <a:pt x="1938" y="223"/>
                  </a:lnTo>
                  <a:lnTo>
                    <a:pt x="1716" y="283"/>
                  </a:lnTo>
                  <a:lnTo>
                    <a:pt x="1514" y="384"/>
                  </a:lnTo>
                  <a:lnTo>
                    <a:pt x="1312" y="465"/>
                  </a:lnTo>
                  <a:lnTo>
                    <a:pt x="1131" y="586"/>
                  </a:lnTo>
                  <a:lnTo>
                    <a:pt x="949" y="707"/>
                  </a:lnTo>
                  <a:lnTo>
                    <a:pt x="788" y="848"/>
                  </a:lnTo>
                  <a:lnTo>
                    <a:pt x="646" y="990"/>
                  </a:lnTo>
                  <a:lnTo>
                    <a:pt x="505" y="1171"/>
                  </a:lnTo>
                  <a:lnTo>
                    <a:pt x="384" y="1353"/>
                  </a:lnTo>
                  <a:lnTo>
                    <a:pt x="243" y="1615"/>
                  </a:lnTo>
                  <a:lnTo>
                    <a:pt x="162" y="1878"/>
                  </a:lnTo>
                  <a:lnTo>
                    <a:pt x="122" y="2140"/>
                  </a:lnTo>
                  <a:lnTo>
                    <a:pt x="101" y="2382"/>
                  </a:lnTo>
                  <a:lnTo>
                    <a:pt x="142" y="2644"/>
                  </a:lnTo>
                  <a:lnTo>
                    <a:pt x="182" y="2887"/>
                  </a:lnTo>
                  <a:lnTo>
                    <a:pt x="303" y="3411"/>
                  </a:lnTo>
                  <a:lnTo>
                    <a:pt x="404" y="3815"/>
                  </a:lnTo>
                  <a:lnTo>
                    <a:pt x="485" y="4218"/>
                  </a:lnTo>
                  <a:lnTo>
                    <a:pt x="505" y="4380"/>
                  </a:lnTo>
                  <a:lnTo>
                    <a:pt x="485" y="4541"/>
                  </a:lnTo>
                  <a:lnTo>
                    <a:pt x="445" y="4884"/>
                  </a:lnTo>
                  <a:lnTo>
                    <a:pt x="364" y="5227"/>
                  </a:lnTo>
                  <a:lnTo>
                    <a:pt x="263" y="5591"/>
                  </a:lnTo>
                  <a:lnTo>
                    <a:pt x="101" y="6075"/>
                  </a:lnTo>
                  <a:lnTo>
                    <a:pt x="61" y="6337"/>
                  </a:lnTo>
                  <a:lnTo>
                    <a:pt x="21" y="6580"/>
                  </a:lnTo>
                  <a:lnTo>
                    <a:pt x="1" y="6822"/>
                  </a:lnTo>
                  <a:lnTo>
                    <a:pt x="41" y="7064"/>
                  </a:lnTo>
                  <a:lnTo>
                    <a:pt x="101" y="7286"/>
                  </a:lnTo>
                  <a:lnTo>
                    <a:pt x="142" y="7387"/>
                  </a:lnTo>
                  <a:lnTo>
                    <a:pt x="202" y="7508"/>
                  </a:lnTo>
                  <a:lnTo>
                    <a:pt x="344" y="7689"/>
                  </a:lnTo>
                  <a:lnTo>
                    <a:pt x="525" y="7831"/>
                  </a:lnTo>
                  <a:lnTo>
                    <a:pt x="727" y="7952"/>
                  </a:lnTo>
                  <a:lnTo>
                    <a:pt x="929" y="8033"/>
                  </a:lnTo>
                  <a:lnTo>
                    <a:pt x="1151" y="8113"/>
                  </a:lnTo>
                  <a:lnTo>
                    <a:pt x="1373" y="8154"/>
                  </a:lnTo>
                  <a:lnTo>
                    <a:pt x="1817" y="8214"/>
                  </a:lnTo>
                  <a:lnTo>
                    <a:pt x="2341" y="8255"/>
                  </a:lnTo>
                  <a:lnTo>
                    <a:pt x="2866" y="8275"/>
                  </a:lnTo>
                  <a:lnTo>
                    <a:pt x="3895" y="8295"/>
                  </a:lnTo>
                  <a:lnTo>
                    <a:pt x="4602" y="8295"/>
                  </a:lnTo>
                  <a:lnTo>
                    <a:pt x="5328" y="8315"/>
                  </a:lnTo>
                  <a:lnTo>
                    <a:pt x="6055" y="8376"/>
                  </a:lnTo>
                  <a:lnTo>
                    <a:pt x="6761" y="8456"/>
                  </a:lnTo>
                  <a:lnTo>
                    <a:pt x="7286" y="8557"/>
                  </a:lnTo>
                  <a:lnTo>
                    <a:pt x="7790" y="8658"/>
                  </a:lnTo>
                  <a:lnTo>
                    <a:pt x="8819" y="8920"/>
                  </a:lnTo>
                  <a:lnTo>
                    <a:pt x="9526" y="9102"/>
                  </a:lnTo>
                  <a:lnTo>
                    <a:pt x="10252" y="9264"/>
                  </a:lnTo>
                  <a:lnTo>
                    <a:pt x="10615" y="9344"/>
                  </a:lnTo>
                  <a:lnTo>
                    <a:pt x="10979" y="9385"/>
                  </a:lnTo>
                  <a:lnTo>
                    <a:pt x="11342" y="9445"/>
                  </a:lnTo>
                  <a:lnTo>
                    <a:pt x="11725" y="9465"/>
                  </a:lnTo>
                  <a:lnTo>
                    <a:pt x="12048" y="9485"/>
                  </a:lnTo>
                  <a:lnTo>
                    <a:pt x="12351" y="9465"/>
                  </a:lnTo>
                  <a:lnTo>
                    <a:pt x="12674" y="9445"/>
                  </a:lnTo>
                  <a:lnTo>
                    <a:pt x="12997" y="9405"/>
                  </a:lnTo>
                  <a:lnTo>
                    <a:pt x="13319" y="9324"/>
                  </a:lnTo>
                  <a:lnTo>
                    <a:pt x="13662" y="9223"/>
                  </a:lnTo>
                  <a:lnTo>
                    <a:pt x="13985" y="9102"/>
                  </a:lnTo>
                  <a:lnTo>
                    <a:pt x="14288" y="8941"/>
                  </a:lnTo>
                  <a:lnTo>
                    <a:pt x="14591" y="8739"/>
                  </a:lnTo>
                  <a:lnTo>
                    <a:pt x="14873" y="8497"/>
                  </a:lnTo>
                  <a:lnTo>
                    <a:pt x="15115" y="8234"/>
                  </a:lnTo>
                  <a:lnTo>
                    <a:pt x="15337" y="7932"/>
                  </a:lnTo>
                  <a:lnTo>
                    <a:pt x="15499" y="7609"/>
                  </a:lnTo>
                  <a:lnTo>
                    <a:pt x="15660" y="7286"/>
                  </a:lnTo>
                  <a:lnTo>
                    <a:pt x="15761" y="6923"/>
                  </a:lnTo>
                  <a:lnTo>
                    <a:pt x="15822" y="6559"/>
                  </a:lnTo>
                  <a:lnTo>
                    <a:pt x="15862" y="6176"/>
                  </a:lnTo>
                  <a:lnTo>
                    <a:pt x="15842" y="5833"/>
                  </a:lnTo>
                  <a:lnTo>
                    <a:pt x="15802" y="5470"/>
                  </a:lnTo>
                  <a:lnTo>
                    <a:pt x="15701" y="5106"/>
                  </a:lnTo>
                  <a:lnTo>
                    <a:pt x="15580" y="4763"/>
                  </a:lnTo>
                  <a:lnTo>
                    <a:pt x="15418" y="4440"/>
                  </a:lnTo>
                  <a:lnTo>
                    <a:pt x="15236" y="4118"/>
                  </a:lnTo>
                  <a:lnTo>
                    <a:pt x="15015" y="3815"/>
                  </a:lnTo>
                  <a:lnTo>
                    <a:pt x="14772" y="3532"/>
                  </a:lnTo>
                  <a:lnTo>
                    <a:pt x="14490" y="3270"/>
                  </a:lnTo>
                  <a:lnTo>
                    <a:pt x="14187" y="3028"/>
                  </a:lnTo>
                  <a:lnTo>
                    <a:pt x="13864" y="2826"/>
                  </a:lnTo>
                  <a:lnTo>
                    <a:pt x="13541" y="2624"/>
                  </a:lnTo>
                  <a:lnTo>
                    <a:pt x="13198" y="2463"/>
                  </a:lnTo>
                  <a:lnTo>
                    <a:pt x="12855" y="2301"/>
                  </a:lnTo>
                  <a:lnTo>
                    <a:pt x="12189" y="2039"/>
                  </a:lnTo>
                  <a:lnTo>
                    <a:pt x="11523" y="1777"/>
                  </a:lnTo>
                  <a:lnTo>
                    <a:pt x="10857" y="1535"/>
                  </a:lnTo>
                  <a:lnTo>
                    <a:pt x="10191" y="1313"/>
                  </a:lnTo>
                  <a:lnTo>
                    <a:pt x="9505" y="1111"/>
                  </a:lnTo>
                  <a:lnTo>
                    <a:pt x="8819" y="909"/>
                  </a:lnTo>
                  <a:lnTo>
                    <a:pt x="8133" y="707"/>
                  </a:lnTo>
                  <a:lnTo>
                    <a:pt x="7447" y="546"/>
                  </a:lnTo>
                  <a:lnTo>
                    <a:pt x="6761" y="384"/>
                  </a:lnTo>
                  <a:lnTo>
                    <a:pt x="6176" y="263"/>
                  </a:lnTo>
                  <a:lnTo>
                    <a:pt x="5389" y="142"/>
                  </a:lnTo>
                  <a:lnTo>
                    <a:pt x="4965" y="82"/>
                  </a:lnTo>
                  <a:lnTo>
                    <a:pt x="4501" y="21"/>
                  </a:lnTo>
                  <a:lnTo>
                    <a:pt x="40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7"/>
            <p:cNvSpPr/>
            <p:nvPr/>
          </p:nvSpPr>
          <p:spPr>
            <a:xfrm flipH="1">
              <a:off x="-3290097" y="-5084743"/>
              <a:ext cx="669045" cy="364461"/>
            </a:xfrm>
            <a:custGeom>
              <a:rect b="b" l="l" r="r" t="t"/>
              <a:pathLst>
                <a:path extrusionOk="0" h="6519" w="11967">
                  <a:moveTo>
                    <a:pt x="6216" y="81"/>
                  </a:moveTo>
                  <a:lnTo>
                    <a:pt x="6720" y="121"/>
                  </a:lnTo>
                  <a:lnTo>
                    <a:pt x="7204" y="202"/>
                  </a:lnTo>
                  <a:lnTo>
                    <a:pt x="7709" y="283"/>
                  </a:lnTo>
                  <a:lnTo>
                    <a:pt x="8173" y="404"/>
                  </a:lnTo>
                  <a:lnTo>
                    <a:pt x="8657" y="565"/>
                  </a:lnTo>
                  <a:lnTo>
                    <a:pt x="9121" y="727"/>
                  </a:lnTo>
                  <a:lnTo>
                    <a:pt x="9565" y="929"/>
                  </a:lnTo>
                  <a:lnTo>
                    <a:pt x="9868" y="1090"/>
                  </a:lnTo>
                  <a:lnTo>
                    <a:pt x="10171" y="1272"/>
                  </a:lnTo>
                  <a:lnTo>
                    <a:pt x="10433" y="1433"/>
                  </a:lnTo>
                  <a:lnTo>
                    <a:pt x="10675" y="1615"/>
                  </a:lnTo>
                  <a:lnTo>
                    <a:pt x="10897" y="1796"/>
                  </a:lnTo>
                  <a:lnTo>
                    <a:pt x="11099" y="1998"/>
                  </a:lnTo>
                  <a:lnTo>
                    <a:pt x="11261" y="2200"/>
                  </a:lnTo>
                  <a:lnTo>
                    <a:pt x="11422" y="2402"/>
                  </a:lnTo>
                  <a:lnTo>
                    <a:pt x="11583" y="2684"/>
                  </a:lnTo>
                  <a:lnTo>
                    <a:pt x="11725" y="2967"/>
                  </a:lnTo>
                  <a:lnTo>
                    <a:pt x="11805" y="3270"/>
                  </a:lnTo>
                  <a:lnTo>
                    <a:pt x="11866" y="3552"/>
                  </a:lnTo>
                  <a:lnTo>
                    <a:pt x="11886" y="3855"/>
                  </a:lnTo>
                  <a:lnTo>
                    <a:pt x="11866" y="4137"/>
                  </a:lnTo>
                  <a:lnTo>
                    <a:pt x="11805" y="4420"/>
                  </a:lnTo>
                  <a:lnTo>
                    <a:pt x="11725" y="4662"/>
                  </a:lnTo>
                  <a:lnTo>
                    <a:pt x="11644" y="4823"/>
                  </a:lnTo>
                  <a:lnTo>
                    <a:pt x="11543" y="4965"/>
                  </a:lnTo>
                  <a:lnTo>
                    <a:pt x="11442" y="5106"/>
                  </a:lnTo>
                  <a:lnTo>
                    <a:pt x="11321" y="5247"/>
                  </a:lnTo>
                  <a:lnTo>
                    <a:pt x="11180" y="5388"/>
                  </a:lnTo>
                  <a:lnTo>
                    <a:pt x="11039" y="5510"/>
                  </a:lnTo>
                  <a:lnTo>
                    <a:pt x="10877" y="5631"/>
                  </a:lnTo>
                  <a:lnTo>
                    <a:pt x="10695" y="5752"/>
                  </a:lnTo>
                  <a:lnTo>
                    <a:pt x="10494" y="5853"/>
                  </a:lnTo>
                  <a:lnTo>
                    <a:pt x="10292" y="5953"/>
                  </a:lnTo>
                  <a:lnTo>
                    <a:pt x="10070" y="6054"/>
                  </a:lnTo>
                  <a:lnTo>
                    <a:pt x="9848" y="6135"/>
                  </a:lnTo>
                  <a:lnTo>
                    <a:pt x="9606" y="6216"/>
                  </a:lnTo>
                  <a:lnTo>
                    <a:pt x="9364" y="6276"/>
                  </a:lnTo>
                  <a:lnTo>
                    <a:pt x="8859" y="6377"/>
                  </a:lnTo>
                  <a:lnTo>
                    <a:pt x="8314" y="6438"/>
                  </a:lnTo>
                  <a:lnTo>
                    <a:pt x="7729" y="6438"/>
                  </a:lnTo>
                  <a:lnTo>
                    <a:pt x="7103" y="6418"/>
                  </a:lnTo>
                  <a:lnTo>
                    <a:pt x="6438" y="6357"/>
                  </a:lnTo>
                  <a:lnTo>
                    <a:pt x="5731" y="6256"/>
                  </a:lnTo>
                  <a:lnTo>
                    <a:pt x="5025" y="6115"/>
                  </a:lnTo>
                  <a:lnTo>
                    <a:pt x="4339" y="5953"/>
                  </a:lnTo>
                  <a:lnTo>
                    <a:pt x="3653" y="5772"/>
                  </a:lnTo>
                  <a:lnTo>
                    <a:pt x="2987" y="5550"/>
                  </a:lnTo>
                  <a:lnTo>
                    <a:pt x="2321" y="5308"/>
                  </a:lnTo>
                  <a:lnTo>
                    <a:pt x="1655" y="5025"/>
                  </a:lnTo>
                  <a:lnTo>
                    <a:pt x="1009" y="4722"/>
                  </a:lnTo>
                  <a:lnTo>
                    <a:pt x="787" y="4581"/>
                  </a:lnTo>
                  <a:lnTo>
                    <a:pt x="585" y="4460"/>
                  </a:lnTo>
                  <a:lnTo>
                    <a:pt x="424" y="4299"/>
                  </a:lnTo>
                  <a:lnTo>
                    <a:pt x="283" y="4137"/>
                  </a:lnTo>
                  <a:lnTo>
                    <a:pt x="182" y="3956"/>
                  </a:lnTo>
                  <a:lnTo>
                    <a:pt x="121" y="3754"/>
                  </a:lnTo>
                  <a:lnTo>
                    <a:pt x="81" y="3552"/>
                  </a:lnTo>
                  <a:lnTo>
                    <a:pt x="81" y="3350"/>
                  </a:lnTo>
                  <a:lnTo>
                    <a:pt x="101" y="3148"/>
                  </a:lnTo>
                  <a:lnTo>
                    <a:pt x="141" y="2947"/>
                  </a:lnTo>
                  <a:lnTo>
                    <a:pt x="222" y="2745"/>
                  </a:lnTo>
                  <a:lnTo>
                    <a:pt x="303" y="2543"/>
                  </a:lnTo>
                  <a:lnTo>
                    <a:pt x="424" y="2341"/>
                  </a:lnTo>
                  <a:lnTo>
                    <a:pt x="545" y="2139"/>
                  </a:lnTo>
                  <a:lnTo>
                    <a:pt x="686" y="1958"/>
                  </a:lnTo>
                  <a:lnTo>
                    <a:pt x="827" y="1776"/>
                  </a:lnTo>
                  <a:lnTo>
                    <a:pt x="989" y="1595"/>
                  </a:lnTo>
                  <a:lnTo>
                    <a:pt x="1171" y="1433"/>
                  </a:lnTo>
                  <a:lnTo>
                    <a:pt x="1352" y="1272"/>
                  </a:lnTo>
                  <a:lnTo>
                    <a:pt x="1534" y="1130"/>
                  </a:lnTo>
                  <a:lnTo>
                    <a:pt x="1715" y="1009"/>
                  </a:lnTo>
                  <a:lnTo>
                    <a:pt x="1917" y="888"/>
                  </a:lnTo>
                  <a:lnTo>
                    <a:pt x="2099" y="787"/>
                  </a:lnTo>
                  <a:lnTo>
                    <a:pt x="2301" y="707"/>
                  </a:lnTo>
                  <a:lnTo>
                    <a:pt x="2724" y="565"/>
                  </a:lnTo>
                  <a:lnTo>
                    <a:pt x="3148" y="424"/>
                  </a:lnTo>
                  <a:lnTo>
                    <a:pt x="3572" y="323"/>
                  </a:lnTo>
                  <a:lnTo>
                    <a:pt x="3996" y="222"/>
                  </a:lnTo>
                  <a:lnTo>
                    <a:pt x="4419" y="162"/>
                  </a:lnTo>
                  <a:lnTo>
                    <a:pt x="4863" y="121"/>
                  </a:lnTo>
                  <a:lnTo>
                    <a:pt x="5287" y="81"/>
                  </a:lnTo>
                  <a:close/>
                  <a:moveTo>
                    <a:pt x="5550" y="0"/>
                  </a:moveTo>
                  <a:lnTo>
                    <a:pt x="5085" y="21"/>
                  </a:lnTo>
                  <a:lnTo>
                    <a:pt x="4601" y="61"/>
                  </a:lnTo>
                  <a:lnTo>
                    <a:pt x="4137" y="121"/>
                  </a:lnTo>
                  <a:lnTo>
                    <a:pt x="3653" y="222"/>
                  </a:lnTo>
                  <a:lnTo>
                    <a:pt x="3189" y="323"/>
                  </a:lnTo>
                  <a:lnTo>
                    <a:pt x="2724" y="464"/>
                  </a:lnTo>
                  <a:lnTo>
                    <a:pt x="2260" y="626"/>
                  </a:lnTo>
                  <a:lnTo>
                    <a:pt x="2079" y="707"/>
                  </a:lnTo>
                  <a:lnTo>
                    <a:pt x="1877" y="808"/>
                  </a:lnTo>
                  <a:lnTo>
                    <a:pt x="1675" y="929"/>
                  </a:lnTo>
                  <a:lnTo>
                    <a:pt x="1493" y="1070"/>
                  </a:lnTo>
                  <a:lnTo>
                    <a:pt x="1292" y="1211"/>
                  </a:lnTo>
                  <a:lnTo>
                    <a:pt x="1110" y="1373"/>
                  </a:lnTo>
                  <a:lnTo>
                    <a:pt x="928" y="1554"/>
                  </a:lnTo>
                  <a:lnTo>
                    <a:pt x="767" y="1716"/>
                  </a:lnTo>
                  <a:lnTo>
                    <a:pt x="605" y="1917"/>
                  </a:lnTo>
                  <a:lnTo>
                    <a:pt x="464" y="2119"/>
                  </a:lnTo>
                  <a:lnTo>
                    <a:pt x="343" y="2301"/>
                  </a:lnTo>
                  <a:lnTo>
                    <a:pt x="242" y="2523"/>
                  </a:lnTo>
                  <a:lnTo>
                    <a:pt x="141" y="2725"/>
                  </a:lnTo>
                  <a:lnTo>
                    <a:pt x="81" y="2926"/>
                  </a:lnTo>
                  <a:lnTo>
                    <a:pt x="20" y="3128"/>
                  </a:lnTo>
                  <a:lnTo>
                    <a:pt x="0" y="3330"/>
                  </a:lnTo>
                  <a:lnTo>
                    <a:pt x="0" y="3572"/>
                  </a:lnTo>
                  <a:lnTo>
                    <a:pt x="40" y="3774"/>
                  </a:lnTo>
                  <a:lnTo>
                    <a:pt x="121" y="3976"/>
                  </a:lnTo>
                  <a:lnTo>
                    <a:pt x="222" y="4178"/>
                  </a:lnTo>
                  <a:lnTo>
                    <a:pt x="363" y="4339"/>
                  </a:lnTo>
                  <a:lnTo>
                    <a:pt x="525" y="4501"/>
                  </a:lnTo>
                  <a:lnTo>
                    <a:pt x="747" y="4662"/>
                  </a:lnTo>
                  <a:lnTo>
                    <a:pt x="969" y="4783"/>
                  </a:lnTo>
                  <a:lnTo>
                    <a:pt x="1614" y="5106"/>
                  </a:lnTo>
                  <a:lnTo>
                    <a:pt x="2280" y="5368"/>
                  </a:lnTo>
                  <a:lnTo>
                    <a:pt x="2946" y="5631"/>
                  </a:lnTo>
                  <a:lnTo>
                    <a:pt x="3632" y="5853"/>
                  </a:lnTo>
                  <a:lnTo>
                    <a:pt x="4319" y="6034"/>
                  </a:lnTo>
                  <a:lnTo>
                    <a:pt x="5025" y="6196"/>
                  </a:lnTo>
                  <a:lnTo>
                    <a:pt x="5731" y="6337"/>
                  </a:lnTo>
                  <a:lnTo>
                    <a:pt x="6438" y="6438"/>
                  </a:lnTo>
                  <a:lnTo>
                    <a:pt x="7144" y="6498"/>
                  </a:lnTo>
                  <a:lnTo>
                    <a:pt x="7790" y="6519"/>
                  </a:lnTo>
                  <a:lnTo>
                    <a:pt x="8234" y="6519"/>
                  </a:lnTo>
                  <a:lnTo>
                    <a:pt x="8637" y="6478"/>
                  </a:lnTo>
                  <a:lnTo>
                    <a:pt x="9041" y="6418"/>
                  </a:lnTo>
                  <a:lnTo>
                    <a:pt x="9424" y="6357"/>
                  </a:lnTo>
                  <a:lnTo>
                    <a:pt x="9767" y="6256"/>
                  </a:lnTo>
                  <a:lnTo>
                    <a:pt x="10110" y="6135"/>
                  </a:lnTo>
                  <a:lnTo>
                    <a:pt x="10433" y="5974"/>
                  </a:lnTo>
                  <a:lnTo>
                    <a:pt x="10736" y="5812"/>
                  </a:lnTo>
                  <a:lnTo>
                    <a:pt x="10917" y="5691"/>
                  </a:lnTo>
                  <a:lnTo>
                    <a:pt x="11079" y="5570"/>
                  </a:lnTo>
                  <a:lnTo>
                    <a:pt x="11240" y="5429"/>
                  </a:lnTo>
                  <a:lnTo>
                    <a:pt x="11382" y="5308"/>
                  </a:lnTo>
                  <a:lnTo>
                    <a:pt x="11503" y="5166"/>
                  </a:lnTo>
                  <a:lnTo>
                    <a:pt x="11604" y="5005"/>
                  </a:lnTo>
                  <a:lnTo>
                    <a:pt x="11704" y="4864"/>
                  </a:lnTo>
                  <a:lnTo>
                    <a:pt x="11785" y="4702"/>
                  </a:lnTo>
                  <a:lnTo>
                    <a:pt x="11886" y="4440"/>
                  </a:lnTo>
                  <a:lnTo>
                    <a:pt x="11947" y="4137"/>
                  </a:lnTo>
                  <a:lnTo>
                    <a:pt x="11967" y="3855"/>
                  </a:lnTo>
                  <a:lnTo>
                    <a:pt x="11947" y="3552"/>
                  </a:lnTo>
                  <a:lnTo>
                    <a:pt x="11886" y="3249"/>
                  </a:lnTo>
                  <a:lnTo>
                    <a:pt x="11805" y="2947"/>
                  </a:lnTo>
                  <a:lnTo>
                    <a:pt x="11664" y="2644"/>
                  </a:lnTo>
                  <a:lnTo>
                    <a:pt x="11483" y="2361"/>
                  </a:lnTo>
                  <a:lnTo>
                    <a:pt x="11341" y="2160"/>
                  </a:lnTo>
                  <a:lnTo>
                    <a:pt x="11160" y="1938"/>
                  </a:lnTo>
                  <a:lnTo>
                    <a:pt x="10958" y="1736"/>
                  </a:lnTo>
                  <a:lnTo>
                    <a:pt x="10716" y="1554"/>
                  </a:lnTo>
                  <a:lnTo>
                    <a:pt x="10474" y="1373"/>
                  </a:lnTo>
                  <a:lnTo>
                    <a:pt x="10211" y="1191"/>
                  </a:lnTo>
                  <a:lnTo>
                    <a:pt x="9908" y="1030"/>
                  </a:lnTo>
                  <a:lnTo>
                    <a:pt x="9606" y="868"/>
                  </a:lnTo>
                  <a:lnTo>
                    <a:pt x="9182" y="666"/>
                  </a:lnTo>
                  <a:lnTo>
                    <a:pt x="8758" y="505"/>
                  </a:lnTo>
                  <a:lnTo>
                    <a:pt x="8314" y="364"/>
                  </a:lnTo>
                  <a:lnTo>
                    <a:pt x="7870" y="243"/>
                  </a:lnTo>
                  <a:lnTo>
                    <a:pt x="7406" y="142"/>
                  </a:lnTo>
                  <a:lnTo>
                    <a:pt x="6942" y="81"/>
                  </a:lnTo>
                  <a:lnTo>
                    <a:pt x="6478" y="21"/>
                  </a:lnTo>
                  <a:lnTo>
                    <a:pt x="60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7"/>
            <p:cNvSpPr/>
            <p:nvPr/>
          </p:nvSpPr>
          <p:spPr>
            <a:xfrm flipH="1">
              <a:off x="-246264" y="-1063843"/>
              <a:ext cx="235874" cy="188464"/>
            </a:xfrm>
            <a:custGeom>
              <a:rect b="b" l="l" r="r" t="t"/>
              <a:pathLst>
                <a:path extrusionOk="0" h="3371" w="4219">
                  <a:moveTo>
                    <a:pt x="3875" y="81"/>
                  </a:moveTo>
                  <a:lnTo>
                    <a:pt x="3976" y="101"/>
                  </a:lnTo>
                  <a:lnTo>
                    <a:pt x="4057" y="182"/>
                  </a:lnTo>
                  <a:lnTo>
                    <a:pt x="4097" y="263"/>
                  </a:lnTo>
                  <a:lnTo>
                    <a:pt x="4137" y="363"/>
                  </a:lnTo>
                  <a:lnTo>
                    <a:pt x="4137" y="464"/>
                  </a:lnTo>
                  <a:lnTo>
                    <a:pt x="4137" y="585"/>
                  </a:lnTo>
                  <a:lnTo>
                    <a:pt x="4077" y="807"/>
                  </a:lnTo>
                  <a:lnTo>
                    <a:pt x="3936" y="1130"/>
                  </a:lnTo>
                  <a:lnTo>
                    <a:pt x="3794" y="1433"/>
                  </a:lnTo>
                  <a:lnTo>
                    <a:pt x="3613" y="1715"/>
                  </a:lnTo>
                  <a:lnTo>
                    <a:pt x="3411" y="1998"/>
                  </a:lnTo>
                  <a:lnTo>
                    <a:pt x="3189" y="2240"/>
                  </a:lnTo>
                  <a:lnTo>
                    <a:pt x="2947" y="2482"/>
                  </a:lnTo>
                  <a:lnTo>
                    <a:pt x="2684" y="2684"/>
                  </a:lnTo>
                  <a:lnTo>
                    <a:pt x="2422" y="2866"/>
                  </a:lnTo>
                  <a:lnTo>
                    <a:pt x="2180" y="2967"/>
                  </a:lnTo>
                  <a:lnTo>
                    <a:pt x="1897" y="3088"/>
                  </a:lnTo>
                  <a:lnTo>
                    <a:pt x="1575" y="3189"/>
                  </a:lnTo>
                  <a:lnTo>
                    <a:pt x="1252" y="3249"/>
                  </a:lnTo>
                  <a:lnTo>
                    <a:pt x="929" y="3290"/>
                  </a:lnTo>
                  <a:lnTo>
                    <a:pt x="626" y="3290"/>
                  </a:lnTo>
                  <a:lnTo>
                    <a:pt x="505" y="3269"/>
                  </a:lnTo>
                  <a:lnTo>
                    <a:pt x="384" y="3249"/>
                  </a:lnTo>
                  <a:lnTo>
                    <a:pt x="283" y="3209"/>
                  </a:lnTo>
                  <a:lnTo>
                    <a:pt x="202" y="3148"/>
                  </a:lnTo>
                  <a:lnTo>
                    <a:pt x="142" y="3088"/>
                  </a:lnTo>
                  <a:lnTo>
                    <a:pt x="122" y="3007"/>
                  </a:lnTo>
                  <a:lnTo>
                    <a:pt x="101" y="2926"/>
                  </a:lnTo>
                  <a:lnTo>
                    <a:pt x="81" y="2846"/>
                  </a:lnTo>
                  <a:lnTo>
                    <a:pt x="101" y="2745"/>
                  </a:lnTo>
                  <a:lnTo>
                    <a:pt x="122" y="2624"/>
                  </a:lnTo>
                  <a:lnTo>
                    <a:pt x="222" y="2381"/>
                  </a:lnTo>
                  <a:lnTo>
                    <a:pt x="344" y="2159"/>
                  </a:lnTo>
                  <a:lnTo>
                    <a:pt x="485" y="1958"/>
                  </a:lnTo>
                  <a:lnTo>
                    <a:pt x="666" y="1756"/>
                  </a:lnTo>
                  <a:lnTo>
                    <a:pt x="848" y="1574"/>
                  </a:lnTo>
                  <a:lnTo>
                    <a:pt x="1070" y="1393"/>
                  </a:lnTo>
                  <a:lnTo>
                    <a:pt x="1292" y="1231"/>
                  </a:lnTo>
                  <a:lnTo>
                    <a:pt x="1534" y="1070"/>
                  </a:lnTo>
                  <a:lnTo>
                    <a:pt x="1776" y="928"/>
                  </a:lnTo>
                  <a:lnTo>
                    <a:pt x="2261" y="666"/>
                  </a:lnTo>
                  <a:lnTo>
                    <a:pt x="2765" y="444"/>
                  </a:lnTo>
                  <a:lnTo>
                    <a:pt x="3229" y="263"/>
                  </a:lnTo>
                  <a:lnTo>
                    <a:pt x="3653" y="101"/>
                  </a:lnTo>
                  <a:lnTo>
                    <a:pt x="3774" y="81"/>
                  </a:lnTo>
                  <a:close/>
                  <a:moveTo>
                    <a:pt x="3754" y="0"/>
                  </a:moveTo>
                  <a:lnTo>
                    <a:pt x="3633" y="41"/>
                  </a:lnTo>
                  <a:lnTo>
                    <a:pt x="3209" y="182"/>
                  </a:lnTo>
                  <a:lnTo>
                    <a:pt x="2725" y="363"/>
                  </a:lnTo>
                  <a:lnTo>
                    <a:pt x="2220" y="606"/>
                  </a:lnTo>
                  <a:lnTo>
                    <a:pt x="1716" y="868"/>
                  </a:lnTo>
                  <a:lnTo>
                    <a:pt x="1474" y="1009"/>
                  </a:lnTo>
                  <a:lnTo>
                    <a:pt x="1231" y="1171"/>
                  </a:lnTo>
                  <a:lnTo>
                    <a:pt x="1009" y="1352"/>
                  </a:lnTo>
                  <a:lnTo>
                    <a:pt x="787" y="1514"/>
                  </a:lnTo>
                  <a:lnTo>
                    <a:pt x="606" y="1715"/>
                  </a:lnTo>
                  <a:lnTo>
                    <a:pt x="424" y="1917"/>
                  </a:lnTo>
                  <a:lnTo>
                    <a:pt x="283" y="2119"/>
                  </a:lnTo>
                  <a:lnTo>
                    <a:pt x="142" y="2341"/>
                  </a:lnTo>
                  <a:lnTo>
                    <a:pt x="81" y="2482"/>
                  </a:lnTo>
                  <a:lnTo>
                    <a:pt x="41" y="2624"/>
                  </a:lnTo>
                  <a:lnTo>
                    <a:pt x="21" y="2745"/>
                  </a:lnTo>
                  <a:lnTo>
                    <a:pt x="0" y="2866"/>
                  </a:lnTo>
                  <a:lnTo>
                    <a:pt x="21" y="2967"/>
                  </a:lnTo>
                  <a:lnTo>
                    <a:pt x="41" y="3047"/>
                  </a:lnTo>
                  <a:lnTo>
                    <a:pt x="81" y="3128"/>
                  </a:lnTo>
                  <a:lnTo>
                    <a:pt x="142" y="3209"/>
                  </a:lnTo>
                  <a:lnTo>
                    <a:pt x="263" y="3290"/>
                  </a:lnTo>
                  <a:lnTo>
                    <a:pt x="404" y="3330"/>
                  </a:lnTo>
                  <a:lnTo>
                    <a:pt x="586" y="3370"/>
                  </a:lnTo>
                  <a:lnTo>
                    <a:pt x="989" y="3370"/>
                  </a:lnTo>
                  <a:lnTo>
                    <a:pt x="1211" y="3350"/>
                  </a:lnTo>
                  <a:lnTo>
                    <a:pt x="1453" y="3290"/>
                  </a:lnTo>
                  <a:lnTo>
                    <a:pt x="1675" y="3229"/>
                  </a:lnTo>
                  <a:lnTo>
                    <a:pt x="2119" y="3088"/>
                  </a:lnTo>
                  <a:lnTo>
                    <a:pt x="2301" y="3007"/>
                  </a:lnTo>
                  <a:lnTo>
                    <a:pt x="2462" y="2926"/>
                  </a:lnTo>
                  <a:lnTo>
                    <a:pt x="2745" y="2745"/>
                  </a:lnTo>
                  <a:lnTo>
                    <a:pt x="3007" y="2543"/>
                  </a:lnTo>
                  <a:lnTo>
                    <a:pt x="3249" y="2301"/>
                  </a:lnTo>
                  <a:lnTo>
                    <a:pt x="3471" y="2038"/>
                  </a:lnTo>
                  <a:lnTo>
                    <a:pt x="3673" y="1776"/>
                  </a:lnTo>
                  <a:lnTo>
                    <a:pt x="3855" y="1473"/>
                  </a:lnTo>
                  <a:lnTo>
                    <a:pt x="4016" y="1150"/>
                  </a:lnTo>
                  <a:lnTo>
                    <a:pt x="4137" y="828"/>
                  </a:lnTo>
                  <a:lnTo>
                    <a:pt x="4218" y="585"/>
                  </a:lnTo>
                  <a:lnTo>
                    <a:pt x="4218" y="464"/>
                  </a:lnTo>
                  <a:lnTo>
                    <a:pt x="4218" y="343"/>
                  </a:lnTo>
                  <a:lnTo>
                    <a:pt x="4178" y="222"/>
                  </a:lnTo>
                  <a:lnTo>
                    <a:pt x="4097" y="121"/>
                  </a:lnTo>
                  <a:lnTo>
                    <a:pt x="3996" y="41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7"/>
            <p:cNvSpPr/>
            <p:nvPr/>
          </p:nvSpPr>
          <p:spPr>
            <a:xfrm flipH="1">
              <a:off x="-486582" y="-3332637"/>
              <a:ext cx="1826666" cy="1093271"/>
            </a:xfrm>
            <a:custGeom>
              <a:rect b="b" l="l" r="r" t="t"/>
              <a:pathLst>
                <a:path extrusionOk="0" h="19555" w="32673">
                  <a:moveTo>
                    <a:pt x="4340" y="81"/>
                  </a:moveTo>
                  <a:lnTo>
                    <a:pt x="4622" y="101"/>
                  </a:lnTo>
                  <a:lnTo>
                    <a:pt x="4885" y="121"/>
                  </a:lnTo>
                  <a:lnTo>
                    <a:pt x="5167" y="161"/>
                  </a:lnTo>
                  <a:lnTo>
                    <a:pt x="5450" y="222"/>
                  </a:lnTo>
                  <a:lnTo>
                    <a:pt x="5712" y="283"/>
                  </a:lnTo>
                  <a:lnTo>
                    <a:pt x="6216" y="444"/>
                  </a:lnTo>
                  <a:lnTo>
                    <a:pt x="6640" y="626"/>
                  </a:lnTo>
                  <a:lnTo>
                    <a:pt x="7003" y="787"/>
                  </a:lnTo>
                  <a:lnTo>
                    <a:pt x="7266" y="928"/>
                  </a:lnTo>
                  <a:lnTo>
                    <a:pt x="7629" y="1130"/>
                  </a:lnTo>
                  <a:lnTo>
                    <a:pt x="7972" y="1352"/>
                  </a:lnTo>
                  <a:lnTo>
                    <a:pt x="8315" y="1594"/>
                  </a:lnTo>
                  <a:lnTo>
                    <a:pt x="8658" y="1836"/>
                  </a:lnTo>
                  <a:lnTo>
                    <a:pt x="9324" y="2341"/>
                  </a:lnTo>
                  <a:lnTo>
                    <a:pt x="9950" y="2866"/>
                  </a:lnTo>
                  <a:lnTo>
                    <a:pt x="10918" y="3632"/>
                  </a:lnTo>
                  <a:lnTo>
                    <a:pt x="11746" y="4258"/>
                  </a:lnTo>
                  <a:lnTo>
                    <a:pt x="12613" y="4843"/>
                  </a:lnTo>
                  <a:lnTo>
                    <a:pt x="13481" y="5388"/>
                  </a:lnTo>
                  <a:lnTo>
                    <a:pt x="14369" y="5913"/>
                  </a:lnTo>
                  <a:lnTo>
                    <a:pt x="15297" y="6397"/>
                  </a:lnTo>
                  <a:lnTo>
                    <a:pt x="16226" y="6861"/>
                  </a:lnTo>
                  <a:lnTo>
                    <a:pt x="17174" y="7285"/>
                  </a:lnTo>
                  <a:lnTo>
                    <a:pt x="18143" y="7709"/>
                  </a:lnTo>
                  <a:lnTo>
                    <a:pt x="19132" y="8092"/>
                  </a:lnTo>
                  <a:lnTo>
                    <a:pt x="20120" y="8476"/>
                  </a:lnTo>
                  <a:lnTo>
                    <a:pt x="21129" y="8839"/>
                  </a:lnTo>
                  <a:lnTo>
                    <a:pt x="22138" y="9182"/>
                  </a:lnTo>
                  <a:lnTo>
                    <a:pt x="23168" y="9505"/>
                  </a:lnTo>
                  <a:lnTo>
                    <a:pt x="24217" y="9848"/>
                  </a:lnTo>
                  <a:lnTo>
                    <a:pt x="26316" y="10473"/>
                  </a:lnTo>
                  <a:lnTo>
                    <a:pt x="26376" y="10494"/>
                  </a:lnTo>
                  <a:lnTo>
                    <a:pt x="27627" y="10877"/>
                  </a:lnTo>
                  <a:lnTo>
                    <a:pt x="28253" y="11079"/>
                  </a:lnTo>
                  <a:lnTo>
                    <a:pt x="28879" y="11301"/>
                  </a:lnTo>
                  <a:lnTo>
                    <a:pt x="29484" y="11523"/>
                  </a:lnTo>
                  <a:lnTo>
                    <a:pt x="30089" y="11805"/>
                  </a:lnTo>
                  <a:lnTo>
                    <a:pt x="30675" y="12088"/>
                  </a:lnTo>
                  <a:lnTo>
                    <a:pt x="31240" y="12411"/>
                  </a:lnTo>
                  <a:lnTo>
                    <a:pt x="31583" y="12633"/>
                  </a:lnTo>
                  <a:lnTo>
                    <a:pt x="31744" y="12754"/>
                  </a:lnTo>
                  <a:lnTo>
                    <a:pt x="31906" y="12895"/>
                  </a:lnTo>
                  <a:lnTo>
                    <a:pt x="32067" y="13036"/>
                  </a:lnTo>
                  <a:lnTo>
                    <a:pt x="32208" y="13198"/>
                  </a:lnTo>
                  <a:lnTo>
                    <a:pt x="32329" y="13379"/>
                  </a:lnTo>
                  <a:lnTo>
                    <a:pt x="32450" y="13581"/>
                  </a:lnTo>
                  <a:lnTo>
                    <a:pt x="32511" y="13763"/>
                  </a:lnTo>
                  <a:lnTo>
                    <a:pt x="32572" y="13965"/>
                  </a:lnTo>
                  <a:lnTo>
                    <a:pt x="32592" y="14166"/>
                  </a:lnTo>
                  <a:lnTo>
                    <a:pt x="32592" y="14368"/>
                  </a:lnTo>
                  <a:lnTo>
                    <a:pt x="32551" y="14570"/>
                  </a:lnTo>
                  <a:lnTo>
                    <a:pt x="32471" y="14772"/>
                  </a:lnTo>
                  <a:lnTo>
                    <a:pt x="32370" y="14953"/>
                  </a:lnTo>
                  <a:lnTo>
                    <a:pt x="32289" y="15034"/>
                  </a:lnTo>
                  <a:lnTo>
                    <a:pt x="32208" y="15095"/>
                  </a:lnTo>
                  <a:lnTo>
                    <a:pt x="32067" y="15196"/>
                  </a:lnTo>
                  <a:lnTo>
                    <a:pt x="31926" y="15256"/>
                  </a:lnTo>
                  <a:lnTo>
                    <a:pt x="31764" y="15317"/>
                  </a:lnTo>
                  <a:lnTo>
                    <a:pt x="31603" y="15337"/>
                  </a:lnTo>
                  <a:lnTo>
                    <a:pt x="31421" y="15357"/>
                  </a:lnTo>
                  <a:lnTo>
                    <a:pt x="31240" y="15377"/>
                  </a:lnTo>
                  <a:lnTo>
                    <a:pt x="30876" y="15357"/>
                  </a:lnTo>
                  <a:lnTo>
                    <a:pt x="29625" y="15276"/>
                  </a:lnTo>
                  <a:lnTo>
                    <a:pt x="28354" y="15196"/>
                  </a:lnTo>
                  <a:lnTo>
                    <a:pt x="25872" y="14974"/>
                  </a:lnTo>
                  <a:lnTo>
                    <a:pt x="24116" y="14832"/>
                  </a:lnTo>
                  <a:lnTo>
                    <a:pt x="22360" y="14691"/>
                  </a:lnTo>
                  <a:lnTo>
                    <a:pt x="20585" y="14590"/>
                  </a:lnTo>
                  <a:lnTo>
                    <a:pt x="19697" y="14550"/>
                  </a:lnTo>
                  <a:lnTo>
                    <a:pt x="18809" y="14530"/>
                  </a:lnTo>
                  <a:lnTo>
                    <a:pt x="17073" y="14530"/>
                  </a:lnTo>
                  <a:lnTo>
                    <a:pt x="16226" y="14570"/>
                  </a:lnTo>
                  <a:lnTo>
                    <a:pt x="15398" y="14631"/>
                  </a:lnTo>
                  <a:lnTo>
                    <a:pt x="14591" y="14691"/>
                  </a:lnTo>
                  <a:lnTo>
                    <a:pt x="13824" y="14792"/>
                  </a:lnTo>
                  <a:lnTo>
                    <a:pt x="13057" y="14893"/>
                  </a:lnTo>
                  <a:lnTo>
                    <a:pt x="12311" y="15034"/>
                  </a:lnTo>
                  <a:lnTo>
                    <a:pt x="11584" y="15175"/>
                  </a:lnTo>
                  <a:lnTo>
                    <a:pt x="10878" y="15337"/>
                  </a:lnTo>
                  <a:lnTo>
                    <a:pt x="10192" y="15539"/>
                  </a:lnTo>
                  <a:lnTo>
                    <a:pt x="9526" y="15740"/>
                  </a:lnTo>
                  <a:lnTo>
                    <a:pt x="8880" y="15962"/>
                  </a:lnTo>
                  <a:lnTo>
                    <a:pt x="8255" y="16205"/>
                  </a:lnTo>
                  <a:lnTo>
                    <a:pt x="7629" y="16487"/>
                  </a:lnTo>
                  <a:lnTo>
                    <a:pt x="7024" y="16770"/>
                  </a:lnTo>
                  <a:lnTo>
                    <a:pt x="6539" y="17012"/>
                  </a:lnTo>
                  <a:lnTo>
                    <a:pt x="6055" y="17294"/>
                  </a:lnTo>
                  <a:lnTo>
                    <a:pt x="5086" y="17839"/>
                  </a:lnTo>
                  <a:lnTo>
                    <a:pt x="4441" y="18202"/>
                  </a:lnTo>
                  <a:lnTo>
                    <a:pt x="3775" y="18586"/>
                  </a:lnTo>
                  <a:lnTo>
                    <a:pt x="3089" y="18929"/>
                  </a:lnTo>
                  <a:lnTo>
                    <a:pt x="2382" y="19252"/>
                  </a:lnTo>
                  <a:lnTo>
                    <a:pt x="2160" y="19353"/>
                  </a:lnTo>
                  <a:lnTo>
                    <a:pt x="1918" y="19413"/>
                  </a:lnTo>
                  <a:lnTo>
                    <a:pt x="1676" y="19454"/>
                  </a:lnTo>
                  <a:lnTo>
                    <a:pt x="1434" y="19454"/>
                  </a:lnTo>
                  <a:lnTo>
                    <a:pt x="1333" y="19413"/>
                  </a:lnTo>
                  <a:lnTo>
                    <a:pt x="1212" y="19373"/>
                  </a:lnTo>
                  <a:lnTo>
                    <a:pt x="1030" y="19272"/>
                  </a:lnTo>
                  <a:lnTo>
                    <a:pt x="869" y="19111"/>
                  </a:lnTo>
                  <a:lnTo>
                    <a:pt x="748" y="18949"/>
                  </a:lnTo>
                  <a:lnTo>
                    <a:pt x="627" y="18788"/>
                  </a:lnTo>
                  <a:lnTo>
                    <a:pt x="546" y="18606"/>
                  </a:lnTo>
                  <a:lnTo>
                    <a:pt x="425" y="18324"/>
                  </a:lnTo>
                  <a:lnTo>
                    <a:pt x="324" y="18001"/>
                  </a:lnTo>
                  <a:lnTo>
                    <a:pt x="263" y="17678"/>
                  </a:lnTo>
                  <a:lnTo>
                    <a:pt x="203" y="17335"/>
                  </a:lnTo>
                  <a:lnTo>
                    <a:pt x="162" y="16992"/>
                  </a:lnTo>
                  <a:lnTo>
                    <a:pt x="122" y="16326"/>
                  </a:lnTo>
                  <a:lnTo>
                    <a:pt x="102" y="15660"/>
                  </a:lnTo>
                  <a:lnTo>
                    <a:pt x="102" y="14368"/>
                  </a:lnTo>
                  <a:lnTo>
                    <a:pt x="82" y="13137"/>
                  </a:lnTo>
                  <a:lnTo>
                    <a:pt x="102" y="11947"/>
                  </a:lnTo>
                  <a:lnTo>
                    <a:pt x="122" y="10756"/>
                  </a:lnTo>
                  <a:lnTo>
                    <a:pt x="203" y="9485"/>
                  </a:lnTo>
                  <a:lnTo>
                    <a:pt x="324" y="8274"/>
                  </a:lnTo>
                  <a:lnTo>
                    <a:pt x="405" y="7689"/>
                  </a:lnTo>
                  <a:lnTo>
                    <a:pt x="485" y="7124"/>
                  </a:lnTo>
                  <a:lnTo>
                    <a:pt x="586" y="6579"/>
                  </a:lnTo>
                  <a:lnTo>
                    <a:pt x="687" y="6054"/>
                  </a:lnTo>
                  <a:lnTo>
                    <a:pt x="808" y="5529"/>
                  </a:lnTo>
                  <a:lnTo>
                    <a:pt x="929" y="5025"/>
                  </a:lnTo>
                  <a:lnTo>
                    <a:pt x="1071" y="4541"/>
                  </a:lnTo>
                  <a:lnTo>
                    <a:pt x="1232" y="4056"/>
                  </a:lnTo>
                  <a:lnTo>
                    <a:pt x="1393" y="3592"/>
                  </a:lnTo>
                  <a:lnTo>
                    <a:pt x="1555" y="3128"/>
                  </a:lnTo>
                  <a:lnTo>
                    <a:pt x="1736" y="2684"/>
                  </a:lnTo>
                  <a:lnTo>
                    <a:pt x="1938" y="2260"/>
                  </a:lnTo>
                  <a:lnTo>
                    <a:pt x="2039" y="2038"/>
                  </a:lnTo>
                  <a:lnTo>
                    <a:pt x="2301" y="1493"/>
                  </a:lnTo>
                  <a:lnTo>
                    <a:pt x="2463" y="1231"/>
                  </a:lnTo>
                  <a:lnTo>
                    <a:pt x="2624" y="969"/>
                  </a:lnTo>
                  <a:lnTo>
                    <a:pt x="2806" y="727"/>
                  </a:lnTo>
                  <a:lnTo>
                    <a:pt x="3008" y="525"/>
                  </a:lnTo>
                  <a:lnTo>
                    <a:pt x="3129" y="444"/>
                  </a:lnTo>
                  <a:lnTo>
                    <a:pt x="3250" y="363"/>
                  </a:lnTo>
                  <a:lnTo>
                    <a:pt x="3391" y="283"/>
                  </a:lnTo>
                  <a:lnTo>
                    <a:pt x="3532" y="222"/>
                  </a:lnTo>
                  <a:lnTo>
                    <a:pt x="3795" y="161"/>
                  </a:lnTo>
                  <a:lnTo>
                    <a:pt x="4057" y="101"/>
                  </a:lnTo>
                  <a:lnTo>
                    <a:pt x="4340" y="81"/>
                  </a:lnTo>
                  <a:close/>
                  <a:moveTo>
                    <a:pt x="4360" y="0"/>
                  </a:moveTo>
                  <a:lnTo>
                    <a:pt x="3997" y="40"/>
                  </a:lnTo>
                  <a:lnTo>
                    <a:pt x="3714" y="81"/>
                  </a:lnTo>
                  <a:lnTo>
                    <a:pt x="3492" y="161"/>
                  </a:lnTo>
                  <a:lnTo>
                    <a:pt x="3351" y="222"/>
                  </a:lnTo>
                  <a:lnTo>
                    <a:pt x="3210" y="283"/>
                  </a:lnTo>
                  <a:lnTo>
                    <a:pt x="3089" y="363"/>
                  </a:lnTo>
                  <a:lnTo>
                    <a:pt x="2967" y="464"/>
                  </a:lnTo>
                  <a:lnTo>
                    <a:pt x="2745" y="666"/>
                  </a:lnTo>
                  <a:lnTo>
                    <a:pt x="2564" y="908"/>
                  </a:lnTo>
                  <a:lnTo>
                    <a:pt x="2382" y="1170"/>
                  </a:lnTo>
                  <a:lnTo>
                    <a:pt x="2241" y="1453"/>
                  </a:lnTo>
                  <a:lnTo>
                    <a:pt x="1958" y="2018"/>
                  </a:lnTo>
                  <a:lnTo>
                    <a:pt x="1878" y="2220"/>
                  </a:lnTo>
                  <a:lnTo>
                    <a:pt x="1676" y="2664"/>
                  </a:lnTo>
                  <a:lnTo>
                    <a:pt x="1494" y="3108"/>
                  </a:lnTo>
                  <a:lnTo>
                    <a:pt x="1313" y="3552"/>
                  </a:lnTo>
                  <a:lnTo>
                    <a:pt x="1151" y="4036"/>
                  </a:lnTo>
                  <a:lnTo>
                    <a:pt x="990" y="4500"/>
                  </a:lnTo>
                  <a:lnTo>
                    <a:pt x="849" y="5005"/>
                  </a:lnTo>
                  <a:lnTo>
                    <a:pt x="727" y="5509"/>
                  </a:lnTo>
                  <a:lnTo>
                    <a:pt x="606" y="6034"/>
                  </a:lnTo>
                  <a:lnTo>
                    <a:pt x="505" y="6559"/>
                  </a:lnTo>
                  <a:lnTo>
                    <a:pt x="405" y="7103"/>
                  </a:lnTo>
                  <a:lnTo>
                    <a:pt x="324" y="7668"/>
                  </a:lnTo>
                  <a:lnTo>
                    <a:pt x="243" y="8254"/>
                  </a:lnTo>
                  <a:lnTo>
                    <a:pt x="122" y="9464"/>
                  </a:lnTo>
                  <a:lnTo>
                    <a:pt x="41" y="10756"/>
                  </a:lnTo>
                  <a:lnTo>
                    <a:pt x="21" y="11947"/>
                  </a:lnTo>
                  <a:lnTo>
                    <a:pt x="1" y="13137"/>
                  </a:lnTo>
                  <a:lnTo>
                    <a:pt x="21" y="14368"/>
                  </a:lnTo>
                  <a:lnTo>
                    <a:pt x="21" y="15660"/>
                  </a:lnTo>
                  <a:lnTo>
                    <a:pt x="41" y="16326"/>
                  </a:lnTo>
                  <a:lnTo>
                    <a:pt x="82" y="17012"/>
                  </a:lnTo>
                  <a:lnTo>
                    <a:pt x="122" y="17355"/>
                  </a:lnTo>
                  <a:lnTo>
                    <a:pt x="183" y="17678"/>
                  </a:lnTo>
                  <a:lnTo>
                    <a:pt x="263" y="18021"/>
                  </a:lnTo>
                  <a:lnTo>
                    <a:pt x="344" y="18344"/>
                  </a:lnTo>
                  <a:lnTo>
                    <a:pt x="405" y="18505"/>
                  </a:lnTo>
                  <a:lnTo>
                    <a:pt x="485" y="18687"/>
                  </a:lnTo>
                  <a:lnTo>
                    <a:pt x="586" y="18868"/>
                  </a:lnTo>
                  <a:lnTo>
                    <a:pt x="707" y="19030"/>
                  </a:lnTo>
                  <a:lnTo>
                    <a:pt x="849" y="19211"/>
                  </a:lnTo>
                  <a:lnTo>
                    <a:pt x="1010" y="19353"/>
                  </a:lnTo>
                  <a:lnTo>
                    <a:pt x="1192" y="19454"/>
                  </a:lnTo>
                  <a:lnTo>
                    <a:pt x="1313" y="19494"/>
                  </a:lnTo>
                  <a:lnTo>
                    <a:pt x="1414" y="19534"/>
                  </a:lnTo>
                  <a:lnTo>
                    <a:pt x="1615" y="19555"/>
                  </a:lnTo>
                  <a:lnTo>
                    <a:pt x="1817" y="19534"/>
                  </a:lnTo>
                  <a:lnTo>
                    <a:pt x="2039" y="19474"/>
                  </a:lnTo>
                  <a:lnTo>
                    <a:pt x="2241" y="19413"/>
                  </a:lnTo>
                  <a:lnTo>
                    <a:pt x="2423" y="19333"/>
                  </a:lnTo>
                  <a:lnTo>
                    <a:pt x="3129" y="19010"/>
                  </a:lnTo>
                  <a:lnTo>
                    <a:pt x="3795" y="18646"/>
                  </a:lnTo>
                  <a:lnTo>
                    <a:pt x="4481" y="18283"/>
                  </a:lnTo>
                  <a:lnTo>
                    <a:pt x="5127" y="17900"/>
                  </a:lnTo>
                  <a:lnTo>
                    <a:pt x="6095" y="17355"/>
                  </a:lnTo>
                  <a:lnTo>
                    <a:pt x="6580" y="17093"/>
                  </a:lnTo>
                  <a:lnTo>
                    <a:pt x="7064" y="16830"/>
                  </a:lnTo>
                  <a:lnTo>
                    <a:pt x="7669" y="16548"/>
                  </a:lnTo>
                  <a:lnTo>
                    <a:pt x="8275" y="16285"/>
                  </a:lnTo>
                  <a:lnTo>
                    <a:pt x="8900" y="16043"/>
                  </a:lnTo>
                  <a:lnTo>
                    <a:pt x="9566" y="15821"/>
                  </a:lnTo>
                  <a:lnTo>
                    <a:pt x="10232" y="15619"/>
                  </a:lnTo>
                  <a:lnTo>
                    <a:pt x="10898" y="15418"/>
                  </a:lnTo>
                  <a:lnTo>
                    <a:pt x="11604" y="15256"/>
                  </a:lnTo>
                  <a:lnTo>
                    <a:pt x="12331" y="15115"/>
                  </a:lnTo>
                  <a:lnTo>
                    <a:pt x="13078" y="14974"/>
                  </a:lnTo>
                  <a:lnTo>
                    <a:pt x="13824" y="14873"/>
                  </a:lnTo>
                  <a:lnTo>
                    <a:pt x="14611" y="14772"/>
                  </a:lnTo>
                  <a:lnTo>
                    <a:pt x="15419" y="14711"/>
                  </a:lnTo>
                  <a:lnTo>
                    <a:pt x="16226" y="14651"/>
                  </a:lnTo>
                  <a:lnTo>
                    <a:pt x="17073" y="14610"/>
                  </a:lnTo>
                  <a:lnTo>
                    <a:pt x="18809" y="14610"/>
                  </a:lnTo>
                  <a:lnTo>
                    <a:pt x="19697" y="14631"/>
                  </a:lnTo>
                  <a:lnTo>
                    <a:pt x="20585" y="14671"/>
                  </a:lnTo>
                  <a:lnTo>
                    <a:pt x="22360" y="14772"/>
                  </a:lnTo>
                  <a:lnTo>
                    <a:pt x="24116" y="14913"/>
                  </a:lnTo>
                  <a:lnTo>
                    <a:pt x="25852" y="15054"/>
                  </a:lnTo>
                  <a:lnTo>
                    <a:pt x="28354" y="15276"/>
                  </a:lnTo>
                  <a:lnTo>
                    <a:pt x="29605" y="15357"/>
                  </a:lnTo>
                  <a:lnTo>
                    <a:pt x="30876" y="15438"/>
                  </a:lnTo>
                  <a:lnTo>
                    <a:pt x="31240" y="15458"/>
                  </a:lnTo>
                  <a:lnTo>
                    <a:pt x="31441" y="15438"/>
                  </a:lnTo>
                  <a:lnTo>
                    <a:pt x="31623" y="15418"/>
                  </a:lnTo>
                  <a:lnTo>
                    <a:pt x="31785" y="15397"/>
                  </a:lnTo>
                  <a:lnTo>
                    <a:pt x="31966" y="15337"/>
                  </a:lnTo>
                  <a:lnTo>
                    <a:pt x="32128" y="15256"/>
                  </a:lnTo>
                  <a:lnTo>
                    <a:pt x="32269" y="15155"/>
                  </a:lnTo>
                  <a:lnTo>
                    <a:pt x="32350" y="15075"/>
                  </a:lnTo>
                  <a:lnTo>
                    <a:pt x="32430" y="14994"/>
                  </a:lnTo>
                  <a:lnTo>
                    <a:pt x="32551" y="14812"/>
                  </a:lnTo>
                  <a:lnTo>
                    <a:pt x="32612" y="14610"/>
                  </a:lnTo>
                  <a:lnTo>
                    <a:pt x="32672" y="14388"/>
                  </a:lnTo>
                  <a:lnTo>
                    <a:pt x="32672" y="14166"/>
                  </a:lnTo>
                  <a:lnTo>
                    <a:pt x="32652" y="13944"/>
                  </a:lnTo>
                  <a:lnTo>
                    <a:pt x="32592" y="13743"/>
                  </a:lnTo>
                  <a:lnTo>
                    <a:pt x="32511" y="13541"/>
                  </a:lnTo>
                  <a:lnTo>
                    <a:pt x="32410" y="13339"/>
                  </a:lnTo>
                  <a:lnTo>
                    <a:pt x="32269" y="13157"/>
                  </a:lnTo>
                  <a:lnTo>
                    <a:pt x="32128" y="12996"/>
                  </a:lnTo>
                  <a:lnTo>
                    <a:pt x="31966" y="12835"/>
                  </a:lnTo>
                  <a:lnTo>
                    <a:pt x="31805" y="12693"/>
                  </a:lnTo>
                  <a:lnTo>
                    <a:pt x="31623" y="12572"/>
                  </a:lnTo>
                  <a:lnTo>
                    <a:pt x="31280" y="12350"/>
                  </a:lnTo>
                  <a:lnTo>
                    <a:pt x="30715" y="12027"/>
                  </a:lnTo>
                  <a:lnTo>
                    <a:pt x="30130" y="11725"/>
                  </a:lnTo>
                  <a:lnTo>
                    <a:pt x="29524" y="11462"/>
                  </a:lnTo>
                  <a:lnTo>
                    <a:pt x="28919" y="11220"/>
                  </a:lnTo>
                  <a:lnTo>
                    <a:pt x="28293" y="10998"/>
                  </a:lnTo>
                  <a:lnTo>
                    <a:pt x="27648" y="10796"/>
                  </a:lnTo>
                  <a:lnTo>
                    <a:pt x="26396" y="10413"/>
                  </a:lnTo>
                  <a:lnTo>
                    <a:pt x="26336" y="10393"/>
                  </a:lnTo>
                  <a:lnTo>
                    <a:pt x="24237" y="9767"/>
                  </a:lnTo>
                  <a:lnTo>
                    <a:pt x="23208" y="9444"/>
                  </a:lnTo>
                  <a:lnTo>
                    <a:pt x="22179" y="9101"/>
                  </a:lnTo>
                  <a:lnTo>
                    <a:pt x="21170" y="8758"/>
                  </a:lnTo>
                  <a:lnTo>
                    <a:pt x="20161" y="8395"/>
                  </a:lnTo>
                  <a:lnTo>
                    <a:pt x="19152" y="8032"/>
                  </a:lnTo>
                  <a:lnTo>
                    <a:pt x="18183" y="7628"/>
                  </a:lnTo>
                  <a:lnTo>
                    <a:pt x="17215" y="7224"/>
                  </a:lnTo>
                  <a:lnTo>
                    <a:pt x="16266" y="6781"/>
                  </a:lnTo>
                  <a:lnTo>
                    <a:pt x="15338" y="6316"/>
                  </a:lnTo>
                  <a:lnTo>
                    <a:pt x="14410" y="5832"/>
                  </a:lnTo>
                  <a:lnTo>
                    <a:pt x="13522" y="5328"/>
                  </a:lnTo>
                  <a:lnTo>
                    <a:pt x="12654" y="4783"/>
                  </a:lnTo>
                  <a:lnTo>
                    <a:pt x="11806" y="4197"/>
                  </a:lnTo>
                  <a:lnTo>
                    <a:pt x="10979" y="3572"/>
                  </a:lnTo>
                  <a:lnTo>
                    <a:pt x="10010" y="2805"/>
                  </a:lnTo>
                  <a:lnTo>
                    <a:pt x="9365" y="2280"/>
                  </a:lnTo>
                  <a:lnTo>
                    <a:pt x="8699" y="1776"/>
                  </a:lnTo>
                  <a:lnTo>
                    <a:pt x="8356" y="1514"/>
                  </a:lnTo>
                  <a:lnTo>
                    <a:pt x="8012" y="1292"/>
                  </a:lnTo>
                  <a:lnTo>
                    <a:pt x="7669" y="1070"/>
                  </a:lnTo>
                  <a:lnTo>
                    <a:pt x="7306" y="848"/>
                  </a:lnTo>
                  <a:lnTo>
                    <a:pt x="6923" y="666"/>
                  </a:lnTo>
                  <a:lnTo>
                    <a:pt x="6559" y="505"/>
                  </a:lnTo>
                  <a:lnTo>
                    <a:pt x="6216" y="363"/>
                  </a:lnTo>
                  <a:lnTo>
                    <a:pt x="5894" y="242"/>
                  </a:lnTo>
                  <a:lnTo>
                    <a:pt x="5591" y="161"/>
                  </a:lnTo>
                  <a:lnTo>
                    <a:pt x="5308" y="101"/>
                  </a:lnTo>
                  <a:lnTo>
                    <a:pt x="5046" y="61"/>
                  </a:lnTo>
                  <a:lnTo>
                    <a:pt x="4804" y="20"/>
                  </a:lnTo>
                  <a:lnTo>
                    <a:pt x="456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7"/>
            <p:cNvSpPr/>
            <p:nvPr/>
          </p:nvSpPr>
          <p:spPr>
            <a:xfrm flipH="1">
              <a:off x="396816" y="-3077703"/>
              <a:ext cx="794334" cy="541632"/>
            </a:xfrm>
            <a:custGeom>
              <a:rect b="b" l="l" r="r" t="t"/>
              <a:pathLst>
                <a:path extrusionOk="0" h="9688" w="14208">
                  <a:moveTo>
                    <a:pt x="2765" y="81"/>
                  </a:moveTo>
                  <a:lnTo>
                    <a:pt x="2967" y="142"/>
                  </a:lnTo>
                  <a:lnTo>
                    <a:pt x="3189" y="223"/>
                  </a:lnTo>
                  <a:lnTo>
                    <a:pt x="3431" y="324"/>
                  </a:lnTo>
                  <a:lnTo>
                    <a:pt x="3694" y="465"/>
                  </a:lnTo>
                  <a:lnTo>
                    <a:pt x="3956" y="626"/>
                  </a:lnTo>
                  <a:lnTo>
                    <a:pt x="4218" y="828"/>
                  </a:lnTo>
                  <a:lnTo>
                    <a:pt x="4501" y="1070"/>
                  </a:lnTo>
                  <a:lnTo>
                    <a:pt x="5005" y="1474"/>
                  </a:lnTo>
                  <a:lnTo>
                    <a:pt x="5510" y="1837"/>
                  </a:lnTo>
                  <a:lnTo>
                    <a:pt x="6055" y="2200"/>
                  </a:lnTo>
                  <a:lnTo>
                    <a:pt x="6600" y="2523"/>
                  </a:lnTo>
                  <a:lnTo>
                    <a:pt x="7165" y="2826"/>
                  </a:lnTo>
                  <a:lnTo>
                    <a:pt x="7750" y="3088"/>
                  </a:lnTo>
                  <a:lnTo>
                    <a:pt x="8335" y="3330"/>
                  </a:lnTo>
                  <a:lnTo>
                    <a:pt x="8940" y="3532"/>
                  </a:lnTo>
                  <a:lnTo>
                    <a:pt x="9566" y="3714"/>
                  </a:lnTo>
                  <a:lnTo>
                    <a:pt x="10171" y="3895"/>
                  </a:lnTo>
                  <a:lnTo>
                    <a:pt x="11140" y="4158"/>
                  </a:lnTo>
                  <a:lnTo>
                    <a:pt x="11624" y="4319"/>
                  </a:lnTo>
                  <a:lnTo>
                    <a:pt x="12089" y="4481"/>
                  </a:lnTo>
                  <a:lnTo>
                    <a:pt x="12533" y="4683"/>
                  </a:lnTo>
                  <a:lnTo>
                    <a:pt x="12956" y="4904"/>
                  </a:lnTo>
                  <a:lnTo>
                    <a:pt x="13178" y="5046"/>
                  </a:lnTo>
                  <a:lnTo>
                    <a:pt x="13380" y="5167"/>
                  </a:lnTo>
                  <a:lnTo>
                    <a:pt x="13562" y="5328"/>
                  </a:lnTo>
                  <a:lnTo>
                    <a:pt x="13764" y="5490"/>
                  </a:lnTo>
                  <a:lnTo>
                    <a:pt x="13945" y="5671"/>
                  </a:lnTo>
                  <a:lnTo>
                    <a:pt x="14066" y="5853"/>
                  </a:lnTo>
                  <a:lnTo>
                    <a:pt x="14086" y="5934"/>
                  </a:lnTo>
                  <a:lnTo>
                    <a:pt x="14127" y="6014"/>
                  </a:lnTo>
                  <a:lnTo>
                    <a:pt x="14127" y="6095"/>
                  </a:lnTo>
                  <a:lnTo>
                    <a:pt x="14127" y="6176"/>
                  </a:lnTo>
                  <a:lnTo>
                    <a:pt x="14086" y="6317"/>
                  </a:lnTo>
                  <a:lnTo>
                    <a:pt x="14006" y="6458"/>
                  </a:lnTo>
                  <a:lnTo>
                    <a:pt x="13864" y="6579"/>
                  </a:lnTo>
                  <a:lnTo>
                    <a:pt x="13683" y="6721"/>
                  </a:lnTo>
                  <a:lnTo>
                    <a:pt x="13461" y="6842"/>
                  </a:lnTo>
                  <a:lnTo>
                    <a:pt x="13239" y="6963"/>
                  </a:lnTo>
                  <a:lnTo>
                    <a:pt x="12997" y="7064"/>
                  </a:lnTo>
                  <a:lnTo>
                    <a:pt x="12755" y="7165"/>
                  </a:lnTo>
                  <a:lnTo>
                    <a:pt x="12512" y="7225"/>
                  </a:lnTo>
                  <a:lnTo>
                    <a:pt x="12270" y="7286"/>
                  </a:lnTo>
                  <a:lnTo>
                    <a:pt x="11766" y="7387"/>
                  </a:lnTo>
                  <a:lnTo>
                    <a:pt x="11261" y="7447"/>
                  </a:lnTo>
                  <a:lnTo>
                    <a:pt x="10716" y="7467"/>
                  </a:lnTo>
                  <a:lnTo>
                    <a:pt x="9647" y="7488"/>
                  </a:lnTo>
                  <a:lnTo>
                    <a:pt x="8940" y="7508"/>
                  </a:lnTo>
                  <a:lnTo>
                    <a:pt x="8234" y="7528"/>
                  </a:lnTo>
                  <a:lnTo>
                    <a:pt x="7891" y="7548"/>
                  </a:lnTo>
                  <a:lnTo>
                    <a:pt x="7548" y="7588"/>
                  </a:lnTo>
                  <a:lnTo>
                    <a:pt x="7205" y="7649"/>
                  </a:lnTo>
                  <a:lnTo>
                    <a:pt x="6862" y="7710"/>
                  </a:lnTo>
                  <a:lnTo>
                    <a:pt x="6559" y="7790"/>
                  </a:lnTo>
                  <a:lnTo>
                    <a:pt x="6236" y="7891"/>
                  </a:lnTo>
                  <a:lnTo>
                    <a:pt x="5651" y="8113"/>
                  </a:lnTo>
                  <a:lnTo>
                    <a:pt x="5066" y="8375"/>
                  </a:lnTo>
                  <a:lnTo>
                    <a:pt x="4501" y="8658"/>
                  </a:lnTo>
                  <a:lnTo>
                    <a:pt x="3653" y="9041"/>
                  </a:lnTo>
                  <a:lnTo>
                    <a:pt x="3209" y="9223"/>
                  </a:lnTo>
                  <a:lnTo>
                    <a:pt x="2786" y="9384"/>
                  </a:lnTo>
                  <a:lnTo>
                    <a:pt x="2483" y="9485"/>
                  </a:lnTo>
                  <a:lnTo>
                    <a:pt x="2221" y="9546"/>
                  </a:lnTo>
                  <a:lnTo>
                    <a:pt x="1978" y="9586"/>
                  </a:lnTo>
                  <a:lnTo>
                    <a:pt x="1756" y="9606"/>
                  </a:lnTo>
                  <a:lnTo>
                    <a:pt x="1555" y="9606"/>
                  </a:lnTo>
                  <a:lnTo>
                    <a:pt x="1373" y="9586"/>
                  </a:lnTo>
                  <a:lnTo>
                    <a:pt x="1212" y="9566"/>
                  </a:lnTo>
                  <a:lnTo>
                    <a:pt x="1070" y="9526"/>
                  </a:lnTo>
                  <a:lnTo>
                    <a:pt x="929" y="9465"/>
                  </a:lnTo>
                  <a:lnTo>
                    <a:pt x="808" y="9405"/>
                  </a:lnTo>
                  <a:lnTo>
                    <a:pt x="626" y="9284"/>
                  </a:lnTo>
                  <a:lnTo>
                    <a:pt x="485" y="9162"/>
                  </a:lnTo>
                  <a:lnTo>
                    <a:pt x="404" y="9082"/>
                  </a:lnTo>
                  <a:lnTo>
                    <a:pt x="303" y="8920"/>
                  </a:lnTo>
                  <a:lnTo>
                    <a:pt x="243" y="8759"/>
                  </a:lnTo>
                  <a:lnTo>
                    <a:pt x="182" y="8597"/>
                  </a:lnTo>
                  <a:lnTo>
                    <a:pt x="142" y="8436"/>
                  </a:lnTo>
                  <a:lnTo>
                    <a:pt x="102" y="8073"/>
                  </a:lnTo>
                  <a:lnTo>
                    <a:pt x="81" y="7730"/>
                  </a:lnTo>
                  <a:lnTo>
                    <a:pt x="102" y="6983"/>
                  </a:lnTo>
                  <a:lnTo>
                    <a:pt x="142" y="6236"/>
                  </a:lnTo>
                  <a:lnTo>
                    <a:pt x="243" y="5470"/>
                  </a:lnTo>
                  <a:lnTo>
                    <a:pt x="364" y="4703"/>
                  </a:lnTo>
                  <a:lnTo>
                    <a:pt x="525" y="3895"/>
                  </a:lnTo>
                  <a:lnTo>
                    <a:pt x="727" y="3068"/>
                  </a:lnTo>
                  <a:lnTo>
                    <a:pt x="990" y="2200"/>
                  </a:lnTo>
                  <a:lnTo>
                    <a:pt x="1272" y="1292"/>
                  </a:lnTo>
                  <a:lnTo>
                    <a:pt x="1373" y="1050"/>
                  </a:lnTo>
                  <a:lnTo>
                    <a:pt x="1454" y="848"/>
                  </a:lnTo>
                  <a:lnTo>
                    <a:pt x="1575" y="667"/>
                  </a:lnTo>
                  <a:lnTo>
                    <a:pt x="1696" y="505"/>
                  </a:lnTo>
                  <a:lnTo>
                    <a:pt x="1817" y="364"/>
                  </a:lnTo>
                  <a:lnTo>
                    <a:pt x="1958" y="263"/>
                  </a:lnTo>
                  <a:lnTo>
                    <a:pt x="2099" y="162"/>
                  </a:lnTo>
                  <a:lnTo>
                    <a:pt x="2261" y="122"/>
                  </a:lnTo>
                  <a:lnTo>
                    <a:pt x="2402" y="81"/>
                  </a:lnTo>
                  <a:close/>
                  <a:moveTo>
                    <a:pt x="2463" y="1"/>
                  </a:moveTo>
                  <a:lnTo>
                    <a:pt x="2241" y="41"/>
                  </a:lnTo>
                  <a:lnTo>
                    <a:pt x="2079" y="102"/>
                  </a:lnTo>
                  <a:lnTo>
                    <a:pt x="1918" y="182"/>
                  </a:lnTo>
                  <a:lnTo>
                    <a:pt x="1777" y="303"/>
                  </a:lnTo>
                  <a:lnTo>
                    <a:pt x="1635" y="445"/>
                  </a:lnTo>
                  <a:lnTo>
                    <a:pt x="1514" y="606"/>
                  </a:lnTo>
                  <a:lnTo>
                    <a:pt x="1393" y="808"/>
                  </a:lnTo>
                  <a:lnTo>
                    <a:pt x="1292" y="1030"/>
                  </a:lnTo>
                  <a:lnTo>
                    <a:pt x="1191" y="1272"/>
                  </a:lnTo>
                  <a:lnTo>
                    <a:pt x="909" y="2180"/>
                  </a:lnTo>
                  <a:lnTo>
                    <a:pt x="646" y="3048"/>
                  </a:lnTo>
                  <a:lnTo>
                    <a:pt x="445" y="3875"/>
                  </a:lnTo>
                  <a:lnTo>
                    <a:pt x="283" y="4683"/>
                  </a:lnTo>
                  <a:lnTo>
                    <a:pt x="162" y="5470"/>
                  </a:lnTo>
                  <a:lnTo>
                    <a:pt x="61" y="6236"/>
                  </a:lnTo>
                  <a:lnTo>
                    <a:pt x="21" y="6983"/>
                  </a:lnTo>
                  <a:lnTo>
                    <a:pt x="1" y="7730"/>
                  </a:lnTo>
                  <a:lnTo>
                    <a:pt x="21" y="8093"/>
                  </a:lnTo>
                  <a:lnTo>
                    <a:pt x="41" y="8275"/>
                  </a:lnTo>
                  <a:lnTo>
                    <a:pt x="61" y="8456"/>
                  </a:lnTo>
                  <a:lnTo>
                    <a:pt x="102" y="8638"/>
                  </a:lnTo>
                  <a:lnTo>
                    <a:pt x="162" y="8799"/>
                  </a:lnTo>
                  <a:lnTo>
                    <a:pt x="243" y="8961"/>
                  </a:lnTo>
                  <a:lnTo>
                    <a:pt x="344" y="9122"/>
                  </a:lnTo>
                  <a:lnTo>
                    <a:pt x="465" y="9263"/>
                  </a:lnTo>
                  <a:lnTo>
                    <a:pt x="606" y="9384"/>
                  </a:lnTo>
                  <a:lnTo>
                    <a:pt x="768" y="9485"/>
                  </a:lnTo>
                  <a:lnTo>
                    <a:pt x="929" y="9566"/>
                  </a:lnTo>
                  <a:lnTo>
                    <a:pt x="1111" y="9627"/>
                  </a:lnTo>
                  <a:lnTo>
                    <a:pt x="1272" y="9647"/>
                  </a:lnTo>
                  <a:lnTo>
                    <a:pt x="1454" y="9667"/>
                  </a:lnTo>
                  <a:lnTo>
                    <a:pt x="1635" y="9687"/>
                  </a:lnTo>
                  <a:lnTo>
                    <a:pt x="1999" y="9667"/>
                  </a:lnTo>
                  <a:lnTo>
                    <a:pt x="2321" y="9606"/>
                  </a:lnTo>
                  <a:lnTo>
                    <a:pt x="2604" y="9526"/>
                  </a:lnTo>
                  <a:lnTo>
                    <a:pt x="2806" y="9465"/>
                  </a:lnTo>
                  <a:lnTo>
                    <a:pt x="3250" y="9304"/>
                  </a:lnTo>
                  <a:lnTo>
                    <a:pt x="3673" y="9122"/>
                  </a:lnTo>
                  <a:lnTo>
                    <a:pt x="4521" y="8719"/>
                  </a:lnTo>
                  <a:lnTo>
                    <a:pt x="5106" y="8456"/>
                  </a:lnTo>
                  <a:lnTo>
                    <a:pt x="5671" y="8194"/>
                  </a:lnTo>
                  <a:lnTo>
                    <a:pt x="6277" y="7972"/>
                  </a:lnTo>
                  <a:lnTo>
                    <a:pt x="6579" y="7871"/>
                  </a:lnTo>
                  <a:lnTo>
                    <a:pt x="6882" y="7790"/>
                  </a:lnTo>
                  <a:lnTo>
                    <a:pt x="7205" y="7730"/>
                  </a:lnTo>
                  <a:lnTo>
                    <a:pt x="7548" y="7669"/>
                  </a:lnTo>
                  <a:lnTo>
                    <a:pt x="7891" y="7629"/>
                  </a:lnTo>
                  <a:lnTo>
                    <a:pt x="8254" y="7609"/>
                  </a:lnTo>
                  <a:lnTo>
                    <a:pt x="8940" y="7588"/>
                  </a:lnTo>
                  <a:lnTo>
                    <a:pt x="9647" y="7568"/>
                  </a:lnTo>
                  <a:lnTo>
                    <a:pt x="10716" y="7548"/>
                  </a:lnTo>
                  <a:lnTo>
                    <a:pt x="11241" y="7528"/>
                  </a:lnTo>
                  <a:lnTo>
                    <a:pt x="11766" y="7467"/>
                  </a:lnTo>
                  <a:lnTo>
                    <a:pt x="12290" y="7366"/>
                  </a:lnTo>
                  <a:lnTo>
                    <a:pt x="12533" y="7306"/>
                  </a:lnTo>
                  <a:lnTo>
                    <a:pt x="12775" y="7225"/>
                  </a:lnTo>
                  <a:lnTo>
                    <a:pt x="13037" y="7144"/>
                  </a:lnTo>
                  <a:lnTo>
                    <a:pt x="13259" y="7044"/>
                  </a:lnTo>
                  <a:lnTo>
                    <a:pt x="13501" y="6922"/>
                  </a:lnTo>
                  <a:lnTo>
                    <a:pt x="13723" y="6781"/>
                  </a:lnTo>
                  <a:lnTo>
                    <a:pt x="13885" y="6680"/>
                  </a:lnTo>
                  <a:lnTo>
                    <a:pt x="14026" y="6559"/>
                  </a:lnTo>
                  <a:lnTo>
                    <a:pt x="14086" y="6479"/>
                  </a:lnTo>
                  <a:lnTo>
                    <a:pt x="14147" y="6398"/>
                  </a:lnTo>
                  <a:lnTo>
                    <a:pt x="14187" y="6297"/>
                  </a:lnTo>
                  <a:lnTo>
                    <a:pt x="14207" y="6196"/>
                  </a:lnTo>
                  <a:lnTo>
                    <a:pt x="14207" y="6095"/>
                  </a:lnTo>
                  <a:lnTo>
                    <a:pt x="14207" y="6014"/>
                  </a:lnTo>
                  <a:lnTo>
                    <a:pt x="14167" y="5913"/>
                  </a:lnTo>
                  <a:lnTo>
                    <a:pt x="14127" y="5813"/>
                  </a:lnTo>
                  <a:lnTo>
                    <a:pt x="14086" y="5712"/>
                  </a:lnTo>
                  <a:lnTo>
                    <a:pt x="14006" y="5631"/>
                  </a:lnTo>
                  <a:lnTo>
                    <a:pt x="13804" y="5429"/>
                  </a:lnTo>
                  <a:lnTo>
                    <a:pt x="13622" y="5268"/>
                  </a:lnTo>
                  <a:lnTo>
                    <a:pt x="13420" y="5106"/>
                  </a:lnTo>
                  <a:lnTo>
                    <a:pt x="13219" y="4965"/>
                  </a:lnTo>
                  <a:lnTo>
                    <a:pt x="13017" y="4844"/>
                  </a:lnTo>
                  <a:lnTo>
                    <a:pt x="12573" y="4602"/>
                  </a:lnTo>
                  <a:lnTo>
                    <a:pt x="12109" y="4420"/>
                  </a:lnTo>
                  <a:lnTo>
                    <a:pt x="11645" y="4239"/>
                  </a:lnTo>
                  <a:lnTo>
                    <a:pt x="11160" y="4077"/>
                  </a:lnTo>
                  <a:lnTo>
                    <a:pt x="10192" y="3815"/>
                  </a:lnTo>
                  <a:lnTo>
                    <a:pt x="9586" y="3653"/>
                  </a:lnTo>
                  <a:lnTo>
                    <a:pt x="8961" y="3452"/>
                  </a:lnTo>
                  <a:lnTo>
                    <a:pt x="8375" y="3250"/>
                  </a:lnTo>
                  <a:lnTo>
                    <a:pt x="7770" y="3008"/>
                  </a:lnTo>
                  <a:lnTo>
                    <a:pt x="7205" y="2745"/>
                  </a:lnTo>
                  <a:lnTo>
                    <a:pt x="6640" y="2443"/>
                  </a:lnTo>
                  <a:lnTo>
                    <a:pt x="6095" y="2120"/>
                  </a:lnTo>
                  <a:lnTo>
                    <a:pt x="5570" y="1777"/>
                  </a:lnTo>
                  <a:lnTo>
                    <a:pt x="5046" y="1413"/>
                  </a:lnTo>
                  <a:lnTo>
                    <a:pt x="4561" y="1010"/>
                  </a:lnTo>
                  <a:lnTo>
                    <a:pt x="4218" y="727"/>
                  </a:lnTo>
                  <a:lnTo>
                    <a:pt x="3875" y="485"/>
                  </a:lnTo>
                  <a:lnTo>
                    <a:pt x="3573" y="303"/>
                  </a:lnTo>
                  <a:lnTo>
                    <a:pt x="3270" y="162"/>
                  </a:lnTo>
                  <a:lnTo>
                    <a:pt x="2987" y="61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7"/>
            <p:cNvSpPr/>
            <p:nvPr/>
          </p:nvSpPr>
          <p:spPr>
            <a:xfrm flipH="1">
              <a:off x="2086879" y="-1327833"/>
              <a:ext cx="152348" cy="92527"/>
            </a:xfrm>
            <a:custGeom>
              <a:rect b="b" l="l" r="r" t="t"/>
              <a:pathLst>
                <a:path extrusionOk="0" h="1655" w="2725">
                  <a:moveTo>
                    <a:pt x="2099" y="81"/>
                  </a:moveTo>
                  <a:lnTo>
                    <a:pt x="2240" y="101"/>
                  </a:lnTo>
                  <a:lnTo>
                    <a:pt x="2382" y="121"/>
                  </a:lnTo>
                  <a:lnTo>
                    <a:pt x="2483" y="182"/>
                  </a:lnTo>
                  <a:lnTo>
                    <a:pt x="2563" y="262"/>
                  </a:lnTo>
                  <a:lnTo>
                    <a:pt x="2624" y="363"/>
                  </a:lnTo>
                  <a:lnTo>
                    <a:pt x="2644" y="424"/>
                  </a:lnTo>
                  <a:lnTo>
                    <a:pt x="2644" y="484"/>
                  </a:lnTo>
                  <a:lnTo>
                    <a:pt x="2644" y="565"/>
                  </a:lnTo>
                  <a:lnTo>
                    <a:pt x="2604" y="626"/>
                  </a:lnTo>
                  <a:lnTo>
                    <a:pt x="2503" y="767"/>
                  </a:lnTo>
                  <a:lnTo>
                    <a:pt x="2321" y="969"/>
                  </a:lnTo>
                  <a:lnTo>
                    <a:pt x="2099" y="1150"/>
                  </a:lnTo>
                  <a:lnTo>
                    <a:pt x="1857" y="1312"/>
                  </a:lnTo>
                  <a:lnTo>
                    <a:pt x="1595" y="1433"/>
                  </a:lnTo>
                  <a:lnTo>
                    <a:pt x="1332" y="1534"/>
                  </a:lnTo>
                  <a:lnTo>
                    <a:pt x="1191" y="1554"/>
                  </a:lnTo>
                  <a:lnTo>
                    <a:pt x="1050" y="1574"/>
                  </a:lnTo>
                  <a:lnTo>
                    <a:pt x="909" y="1574"/>
                  </a:lnTo>
                  <a:lnTo>
                    <a:pt x="767" y="1554"/>
                  </a:lnTo>
                  <a:lnTo>
                    <a:pt x="646" y="1514"/>
                  </a:lnTo>
                  <a:lnTo>
                    <a:pt x="505" y="1473"/>
                  </a:lnTo>
                  <a:lnTo>
                    <a:pt x="364" y="1392"/>
                  </a:lnTo>
                  <a:lnTo>
                    <a:pt x="263" y="1312"/>
                  </a:lnTo>
                  <a:lnTo>
                    <a:pt x="182" y="1231"/>
                  </a:lnTo>
                  <a:lnTo>
                    <a:pt x="122" y="1110"/>
                  </a:lnTo>
                  <a:lnTo>
                    <a:pt x="81" y="1009"/>
                  </a:lnTo>
                  <a:lnTo>
                    <a:pt x="101" y="868"/>
                  </a:lnTo>
                  <a:lnTo>
                    <a:pt x="142" y="747"/>
                  </a:lnTo>
                  <a:lnTo>
                    <a:pt x="222" y="646"/>
                  </a:lnTo>
                  <a:lnTo>
                    <a:pt x="364" y="505"/>
                  </a:lnTo>
                  <a:lnTo>
                    <a:pt x="566" y="404"/>
                  </a:lnTo>
                  <a:lnTo>
                    <a:pt x="787" y="303"/>
                  </a:lnTo>
                  <a:lnTo>
                    <a:pt x="1030" y="242"/>
                  </a:lnTo>
                  <a:lnTo>
                    <a:pt x="1252" y="182"/>
                  </a:lnTo>
                  <a:lnTo>
                    <a:pt x="1474" y="161"/>
                  </a:lnTo>
                  <a:lnTo>
                    <a:pt x="1655" y="121"/>
                  </a:lnTo>
                  <a:lnTo>
                    <a:pt x="1877" y="101"/>
                  </a:lnTo>
                  <a:lnTo>
                    <a:pt x="2099" y="81"/>
                  </a:lnTo>
                  <a:close/>
                  <a:moveTo>
                    <a:pt x="2018" y="0"/>
                  </a:moveTo>
                  <a:lnTo>
                    <a:pt x="1837" y="20"/>
                  </a:lnTo>
                  <a:lnTo>
                    <a:pt x="1635" y="40"/>
                  </a:lnTo>
                  <a:lnTo>
                    <a:pt x="1474" y="81"/>
                  </a:lnTo>
                  <a:lnTo>
                    <a:pt x="1231" y="101"/>
                  </a:lnTo>
                  <a:lnTo>
                    <a:pt x="989" y="161"/>
                  </a:lnTo>
                  <a:lnTo>
                    <a:pt x="767" y="222"/>
                  </a:lnTo>
                  <a:lnTo>
                    <a:pt x="525" y="323"/>
                  </a:lnTo>
                  <a:lnTo>
                    <a:pt x="323" y="444"/>
                  </a:lnTo>
                  <a:lnTo>
                    <a:pt x="162" y="585"/>
                  </a:lnTo>
                  <a:lnTo>
                    <a:pt x="61" y="727"/>
                  </a:lnTo>
                  <a:lnTo>
                    <a:pt x="21" y="868"/>
                  </a:lnTo>
                  <a:lnTo>
                    <a:pt x="0" y="1009"/>
                  </a:lnTo>
                  <a:lnTo>
                    <a:pt x="41" y="1150"/>
                  </a:lnTo>
                  <a:lnTo>
                    <a:pt x="101" y="1271"/>
                  </a:lnTo>
                  <a:lnTo>
                    <a:pt x="202" y="1372"/>
                  </a:lnTo>
                  <a:lnTo>
                    <a:pt x="323" y="1473"/>
                  </a:lnTo>
                  <a:lnTo>
                    <a:pt x="465" y="1554"/>
                  </a:lnTo>
                  <a:lnTo>
                    <a:pt x="606" y="1594"/>
                  </a:lnTo>
                  <a:lnTo>
                    <a:pt x="727" y="1635"/>
                  </a:lnTo>
                  <a:lnTo>
                    <a:pt x="868" y="1635"/>
                  </a:lnTo>
                  <a:lnTo>
                    <a:pt x="989" y="1655"/>
                  </a:lnTo>
                  <a:lnTo>
                    <a:pt x="1211" y="1635"/>
                  </a:lnTo>
                  <a:lnTo>
                    <a:pt x="1433" y="1574"/>
                  </a:lnTo>
                  <a:lnTo>
                    <a:pt x="1655" y="1514"/>
                  </a:lnTo>
                  <a:lnTo>
                    <a:pt x="1857" y="1392"/>
                  </a:lnTo>
                  <a:lnTo>
                    <a:pt x="2059" y="1271"/>
                  </a:lnTo>
                  <a:lnTo>
                    <a:pt x="2240" y="1130"/>
                  </a:lnTo>
                  <a:lnTo>
                    <a:pt x="2422" y="969"/>
                  </a:lnTo>
                  <a:lnTo>
                    <a:pt x="2563" y="807"/>
                  </a:lnTo>
                  <a:lnTo>
                    <a:pt x="2684" y="666"/>
                  </a:lnTo>
                  <a:lnTo>
                    <a:pt x="2705" y="585"/>
                  </a:lnTo>
                  <a:lnTo>
                    <a:pt x="2725" y="484"/>
                  </a:lnTo>
                  <a:lnTo>
                    <a:pt x="2725" y="424"/>
                  </a:lnTo>
                  <a:lnTo>
                    <a:pt x="2705" y="343"/>
                  </a:lnTo>
                  <a:lnTo>
                    <a:pt x="2684" y="283"/>
                  </a:lnTo>
                  <a:lnTo>
                    <a:pt x="2644" y="222"/>
                  </a:lnTo>
                  <a:lnTo>
                    <a:pt x="2523" y="121"/>
                  </a:lnTo>
                  <a:lnTo>
                    <a:pt x="2402" y="40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7"/>
            <p:cNvSpPr/>
            <p:nvPr/>
          </p:nvSpPr>
          <p:spPr>
            <a:xfrm flipH="1">
              <a:off x="-459496" y="-4947101"/>
              <a:ext cx="453633" cy="455870"/>
            </a:xfrm>
            <a:custGeom>
              <a:rect b="b" l="l" r="r" t="t"/>
              <a:pathLst>
                <a:path extrusionOk="0" h="8154" w="8114">
                  <a:moveTo>
                    <a:pt x="1010" y="81"/>
                  </a:moveTo>
                  <a:lnTo>
                    <a:pt x="1151" y="101"/>
                  </a:lnTo>
                  <a:lnTo>
                    <a:pt x="1413" y="162"/>
                  </a:lnTo>
                  <a:lnTo>
                    <a:pt x="1696" y="263"/>
                  </a:lnTo>
                  <a:lnTo>
                    <a:pt x="1938" y="384"/>
                  </a:lnTo>
                  <a:lnTo>
                    <a:pt x="2200" y="545"/>
                  </a:lnTo>
                  <a:lnTo>
                    <a:pt x="2422" y="707"/>
                  </a:lnTo>
                  <a:lnTo>
                    <a:pt x="2644" y="888"/>
                  </a:lnTo>
                  <a:lnTo>
                    <a:pt x="3108" y="1251"/>
                  </a:lnTo>
                  <a:lnTo>
                    <a:pt x="3552" y="1635"/>
                  </a:lnTo>
                  <a:lnTo>
                    <a:pt x="3976" y="2039"/>
                  </a:lnTo>
                  <a:lnTo>
                    <a:pt x="4400" y="2422"/>
                  </a:lnTo>
                  <a:lnTo>
                    <a:pt x="4783" y="2826"/>
                  </a:lnTo>
                  <a:lnTo>
                    <a:pt x="5167" y="3229"/>
                  </a:lnTo>
                  <a:lnTo>
                    <a:pt x="5530" y="3653"/>
                  </a:lnTo>
                  <a:lnTo>
                    <a:pt x="5873" y="4077"/>
                  </a:lnTo>
                  <a:lnTo>
                    <a:pt x="6196" y="4500"/>
                  </a:lnTo>
                  <a:lnTo>
                    <a:pt x="6499" y="4924"/>
                  </a:lnTo>
                  <a:lnTo>
                    <a:pt x="6781" y="5348"/>
                  </a:lnTo>
                  <a:lnTo>
                    <a:pt x="7064" y="5792"/>
                  </a:lnTo>
                  <a:lnTo>
                    <a:pt x="7306" y="6236"/>
                  </a:lnTo>
                  <a:lnTo>
                    <a:pt x="7548" y="6680"/>
                  </a:lnTo>
                  <a:lnTo>
                    <a:pt x="7770" y="7144"/>
                  </a:lnTo>
                  <a:lnTo>
                    <a:pt x="7972" y="7588"/>
                  </a:lnTo>
                  <a:lnTo>
                    <a:pt x="8012" y="7729"/>
                  </a:lnTo>
                  <a:lnTo>
                    <a:pt x="8032" y="7871"/>
                  </a:lnTo>
                  <a:lnTo>
                    <a:pt x="8032" y="7931"/>
                  </a:lnTo>
                  <a:lnTo>
                    <a:pt x="8012" y="7992"/>
                  </a:lnTo>
                  <a:lnTo>
                    <a:pt x="7972" y="8032"/>
                  </a:lnTo>
                  <a:lnTo>
                    <a:pt x="7932" y="8052"/>
                  </a:lnTo>
                  <a:lnTo>
                    <a:pt x="7851" y="8072"/>
                  </a:lnTo>
                  <a:lnTo>
                    <a:pt x="7790" y="8072"/>
                  </a:lnTo>
                  <a:lnTo>
                    <a:pt x="7649" y="8012"/>
                  </a:lnTo>
                  <a:lnTo>
                    <a:pt x="7346" y="7830"/>
                  </a:lnTo>
                  <a:lnTo>
                    <a:pt x="7084" y="7628"/>
                  </a:lnTo>
                  <a:lnTo>
                    <a:pt x="6822" y="7386"/>
                  </a:lnTo>
                  <a:lnTo>
                    <a:pt x="6559" y="7164"/>
                  </a:lnTo>
                  <a:lnTo>
                    <a:pt x="2523" y="3310"/>
                  </a:lnTo>
                  <a:lnTo>
                    <a:pt x="2180" y="3007"/>
                  </a:lnTo>
                  <a:lnTo>
                    <a:pt x="1514" y="2462"/>
                  </a:lnTo>
                  <a:lnTo>
                    <a:pt x="1151" y="2119"/>
                  </a:lnTo>
                  <a:lnTo>
                    <a:pt x="808" y="1776"/>
                  </a:lnTo>
                  <a:lnTo>
                    <a:pt x="485" y="1413"/>
                  </a:lnTo>
                  <a:lnTo>
                    <a:pt x="364" y="1251"/>
                  </a:lnTo>
                  <a:lnTo>
                    <a:pt x="243" y="1070"/>
                  </a:lnTo>
                  <a:lnTo>
                    <a:pt x="162" y="908"/>
                  </a:lnTo>
                  <a:lnTo>
                    <a:pt x="102" y="767"/>
                  </a:lnTo>
                  <a:lnTo>
                    <a:pt x="81" y="626"/>
                  </a:lnTo>
                  <a:lnTo>
                    <a:pt x="81" y="485"/>
                  </a:lnTo>
                  <a:lnTo>
                    <a:pt x="122" y="424"/>
                  </a:lnTo>
                  <a:lnTo>
                    <a:pt x="142" y="364"/>
                  </a:lnTo>
                  <a:lnTo>
                    <a:pt x="243" y="263"/>
                  </a:lnTo>
                  <a:lnTo>
                    <a:pt x="404" y="182"/>
                  </a:lnTo>
                  <a:lnTo>
                    <a:pt x="606" y="101"/>
                  </a:lnTo>
                  <a:lnTo>
                    <a:pt x="747" y="81"/>
                  </a:lnTo>
                  <a:close/>
                  <a:moveTo>
                    <a:pt x="727" y="0"/>
                  </a:moveTo>
                  <a:lnTo>
                    <a:pt x="586" y="41"/>
                  </a:lnTo>
                  <a:lnTo>
                    <a:pt x="364" y="101"/>
                  </a:lnTo>
                  <a:lnTo>
                    <a:pt x="203" y="202"/>
                  </a:lnTo>
                  <a:lnTo>
                    <a:pt x="122" y="263"/>
                  </a:lnTo>
                  <a:lnTo>
                    <a:pt x="81" y="323"/>
                  </a:lnTo>
                  <a:lnTo>
                    <a:pt x="41" y="384"/>
                  </a:lnTo>
                  <a:lnTo>
                    <a:pt x="21" y="464"/>
                  </a:lnTo>
                  <a:lnTo>
                    <a:pt x="1" y="606"/>
                  </a:lnTo>
                  <a:lnTo>
                    <a:pt x="21" y="767"/>
                  </a:lnTo>
                  <a:lnTo>
                    <a:pt x="81" y="908"/>
                  </a:lnTo>
                  <a:lnTo>
                    <a:pt x="162" y="1090"/>
                  </a:lnTo>
                  <a:lnTo>
                    <a:pt x="263" y="1251"/>
                  </a:lnTo>
                  <a:lnTo>
                    <a:pt x="404" y="1433"/>
                  </a:lnTo>
                  <a:lnTo>
                    <a:pt x="707" y="1796"/>
                  </a:lnTo>
                  <a:lnTo>
                    <a:pt x="1070" y="2139"/>
                  </a:lnTo>
                  <a:lnTo>
                    <a:pt x="1434" y="2482"/>
                  </a:lnTo>
                  <a:lnTo>
                    <a:pt x="2120" y="3088"/>
                  </a:lnTo>
                  <a:lnTo>
                    <a:pt x="2463" y="3370"/>
                  </a:lnTo>
                  <a:lnTo>
                    <a:pt x="6499" y="7225"/>
                  </a:lnTo>
                  <a:lnTo>
                    <a:pt x="6761" y="7467"/>
                  </a:lnTo>
                  <a:lnTo>
                    <a:pt x="7023" y="7689"/>
                  </a:lnTo>
                  <a:lnTo>
                    <a:pt x="7306" y="7911"/>
                  </a:lnTo>
                  <a:lnTo>
                    <a:pt x="7609" y="8093"/>
                  </a:lnTo>
                  <a:lnTo>
                    <a:pt x="7730" y="8133"/>
                  </a:lnTo>
                  <a:lnTo>
                    <a:pt x="7851" y="8153"/>
                  </a:lnTo>
                  <a:lnTo>
                    <a:pt x="7911" y="8153"/>
                  </a:lnTo>
                  <a:lnTo>
                    <a:pt x="7972" y="8133"/>
                  </a:lnTo>
                  <a:lnTo>
                    <a:pt x="8032" y="8093"/>
                  </a:lnTo>
                  <a:lnTo>
                    <a:pt x="8073" y="8032"/>
                  </a:lnTo>
                  <a:lnTo>
                    <a:pt x="8093" y="7971"/>
                  </a:lnTo>
                  <a:lnTo>
                    <a:pt x="8113" y="7891"/>
                  </a:lnTo>
                  <a:lnTo>
                    <a:pt x="8093" y="7729"/>
                  </a:lnTo>
                  <a:lnTo>
                    <a:pt x="8032" y="7568"/>
                  </a:lnTo>
                  <a:lnTo>
                    <a:pt x="7831" y="7104"/>
                  </a:lnTo>
                  <a:lnTo>
                    <a:pt x="7629" y="6640"/>
                  </a:lnTo>
                  <a:lnTo>
                    <a:pt x="7387" y="6196"/>
                  </a:lnTo>
                  <a:lnTo>
                    <a:pt x="7124" y="5752"/>
                  </a:lnTo>
                  <a:lnTo>
                    <a:pt x="6862" y="5308"/>
                  </a:lnTo>
                  <a:lnTo>
                    <a:pt x="6559" y="4884"/>
                  </a:lnTo>
                  <a:lnTo>
                    <a:pt x="6257" y="4440"/>
                  </a:lnTo>
                  <a:lnTo>
                    <a:pt x="5934" y="4016"/>
                  </a:lnTo>
                  <a:lnTo>
                    <a:pt x="5591" y="3592"/>
                  </a:lnTo>
                  <a:lnTo>
                    <a:pt x="5227" y="3189"/>
                  </a:lnTo>
                  <a:lnTo>
                    <a:pt x="4844" y="2785"/>
                  </a:lnTo>
                  <a:lnTo>
                    <a:pt x="4461" y="2382"/>
                  </a:lnTo>
                  <a:lnTo>
                    <a:pt x="4037" y="1978"/>
                  </a:lnTo>
                  <a:lnTo>
                    <a:pt x="3613" y="1574"/>
                  </a:lnTo>
                  <a:lnTo>
                    <a:pt x="3169" y="1191"/>
                  </a:lnTo>
                  <a:lnTo>
                    <a:pt x="2705" y="808"/>
                  </a:lnTo>
                  <a:lnTo>
                    <a:pt x="2463" y="646"/>
                  </a:lnTo>
                  <a:lnTo>
                    <a:pt x="2221" y="464"/>
                  </a:lnTo>
                  <a:lnTo>
                    <a:pt x="1978" y="323"/>
                  </a:lnTo>
                  <a:lnTo>
                    <a:pt x="1716" y="182"/>
                  </a:lnTo>
                  <a:lnTo>
                    <a:pt x="1434" y="81"/>
                  </a:lnTo>
                  <a:lnTo>
                    <a:pt x="1151" y="21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7"/>
            <p:cNvSpPr/>
            <p:nvPr/>
          </p:nvSpPr>
          <p:spPr>
            <a:xfrm flipH="1">
              <a:off x="2120703" y="-1885164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8" y="0"/>
                  </a:moveTo>
                  <a:lnTo>
                    <a:pt x="727" y="20"/>
                  </a:lnTo>
                  <a:lnTo>
                    <a:pt x="545" y="61"/>
                  </a:lnTo>
                  <a:lnTo>
                    <a:pt x="404" y="162"/>
                  </a:lnTo>
                  <a:lnTo>
                    <a:pt x="263" y="262"/>
                  </a:lnTo>
                  <a:lnTo>
                    <a:pt x="162" y="404"/>
                  </a:lnTo>
                  <a:lnTo>
                    <a:pt x="81" y="545"/>
                  </a:lnTo>
                  <a:lnTo>
                    <a:pt x="21" y="727"/>
                  </a:lnTo>
                  <a:lnTo>
                    <a:pt x="0" y="908"/>
                  </a:lnTo>
                  <a:lnTo>
                    <a:pt x="21" y="1090"/>
                  </a:lnTo>
                  <a:lnTo>
                    <a:pt x="81" y="1251"/>
                  </a:lnTo>
                  <a:lnTo>
                    <a:pt x="162" y="141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5" y="1736"/>
                  </a:lnTo>
                  <a:lnTo>
                    <a:pt x="727" y="1776"/>
                  </a:lnTo>
                  <a:lnTo>
                    <a:pt x="908" y="1796"/>
                  </a:lnTo>
                  <a:lnTo>
                    <a:pt x="1090" y="1776"/>
                  </a:lnTo>
                  <a:lnTo>
                    <a:pt x="1252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413"/>
                  </a:lnTo>
                  <a:lnTo>
                    <a:pt x="1736" y="1251"/>
                  </a:lnTo>
                  <a:lnTo>
                    <a:pt x="1776" y="1090"/>
                  </a:lnTo>
                  <a:lnTo>
                    <a:pt x="1796" y="908"/>
                  </a:lnTo>
                  <a:lnTo>
                    <a:pt x="1776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2"/>
                  </a:lnTo>
                  <a:lnTo>
                    <a:pt x="1413" y="162"/>
                  </a:lnTo>
                  <a:lnTo>
                    <a:pt x="1252" y="61"/>
                  </a:lnTo>
                  <a:lnTo>
                    <a:pt x="1090" y="2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7"/>
            <p:cNvSpPr/>
            <p:nvPr/>
          </p:nvSpPr>
          <p:spPr>
            <a:xfrm flipH="1">
              <a:off x="2118467" y="-1887456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1"/>
                  </a:moveTo>
                  <a:lnTo>
                    <a:pt x="1111" y="102"/>
                  </a:lnTo>
                  <a:lnTo>
                    <a:pt x="1272" y="142"/>
                  </a:lnTo>
                  <a:lnTo>
                    <a:pt x="1414" y="223"/>
                  </a:lnTo>
                  <a:lnTo>
                    <a:pt x="1555" y="32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77" y="768"/>
                  </a:lnTo>
                  <a:lnTo>
                    <a:pt x="1797" y="949"/>
                  </a:lnTo>
                  <a:lnTo>
                    <a:pt x="1777" y="1111"/>
                  </a:lnTo>
                  <a:lnTo>
                    <a:pt x="1736" y="1272"/>
                  </a:lnTo>
                  <a:lnTo>
                    <a:pt x="1656" y="1413"/>
                  </a:lnTo>
                  <a:lnTo>
                    <a:pt x="1555" y="1555"/>
                  </a:lnTo>
                  <a:lnTo>
                    <a:pt x="1414" y="1655"/>
                  </a:lnTo>
                  <a:lnTo>
                    <a:pt x="1272" y="1736"/>
                  </a:lnTo>
                  <a:lnTo>
                    <a:pt x="1111" y="1777"/>
                  </a:lnTo>
                  <a:lnTo>
                    <a:pt x="949" y="1797"/>
                  </a:lnTo>
                  <a:lnTo>
                    <a:pt x="768" y="177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44" y="1555"/>
                  </a:lnTo>
                  <a:lnTo>
                    <a:pt x="223" y="1413"/>
                  </a:lnTo>
                  <a:lnTo>
                    <a:pt x="142" y="1272"/>
                  </a:lnTo>
                  <a:lnTo>
                    <a:pt x="102" y="1111"/>
                  </a:lnTo>
                  <a:lnTo>
                    <a:pt x="82" y="949"/>
                  </a:lnTo>
                  <a:lnTo>
                    <a:pt x="102" y="768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44" y="324"/>
                  </a:lnTo>
                  <a:lnTo>
                    <a:pt x="465" y="223"/>
                  </a:lnTo>
                  <a:lnTo>
                    <a:pt x="606" y="142"/>
                  </a:lnTo>
                  <a:lnTo>
                    <a:pt x="768" y="102"/>
                  </a:lnTo>
                  <a:lnTo>
                    <a:pt x="949" y="81"/>
                  </a:lnTo>
                  <a:close/>
                  <a:moveTo>
                    <a:pt x="949" y="1"/>
                  </a:moveTo>
                  <a:lnTo>
                    <a:pt x="748" y="21"/>
                  </a:lnTo>
                  <a:lnTo>
                    <a:pt x="586" y="81"/>
                  </a:lnTo>
                  <a:lnTo>
                    <a:pt x="425" y="162"/>
                  </a:lnTo>
                  <a:lnTo>
                    <a:pt x="284" y="283"/>
                  </a:lnTo>
                  <a:lnTo>
                    <a:pt x="162" y="404"/>
                  </a:lnTo>
                  <a:lnTo>
                    <a:pt x="82" y="566"/>
                  </a:lnTo>
                  <a:lnTo>
                    <a:pt x="21" y="74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2" y="1312"/>
                  </a:lnTo>
                  <a:lnTo>
                    <a:pt x="162" y="1474"/>
                  </a:lnTo>
                  <a:lnTo>
                    <a:pt x="284" y="1615"/>
                  </a:lnTo>
                  <a:lnTo>
                    <a:pt x="425" y="1716"/>
                  </a:lnTo>
                  <a:lnTo>
                    <a:pt x="586" y="1817"/>
                  </a:lnTo>
                  <a:lnTo>
                    <a:pt x="748" y="1857"/>
                  </a:lnTo>
                  <a:lnTo>
                    <a:pt x="949" y="1877"/>
                  </a:lnTo>
                  <a:lnTo>
                    <a:pt x="1131" y="1857"/>
                  </a:lnTo>
                  <a:lnTo>
                    <a:pt x="1313" y="1817"/>
                  </a:lnTo>
                  <a:lnTo>
                    <a:pt x="1474" y="1716"/>
                  </a:lnTo>
                  <a:lnTo>
                    <a:pt x="1615" y="1615"/>
                  </a:lnTo>
                  <a:lnTo>
                    <a:pt x="1716" y="1474"/>
                  </a:lnTo>
                  <a:lnTo>
                    <a:pt x="1817" y="1312"/>
                  </a:lnTo>
                  <a:lnTo>
                    <a:pt x="1858" y="1131"/>
                  </a:lnTo>
                  <a:lnTo>
                    <a:pt x="1878" y="949"/>
                  </a:lnTo>
                  <a:lnTo>
                    <a:pt x="1858" y="747"/>
                  </a:lnTo>
                  <a:lnTo>
                    <a:pt x="1817" y="566"/>
                  </a:lnTo>
                  <a:lnTo>
                    <a:pt x="1716" y="40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3" y="81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7"/>
            <p:cNvSpPr/>
            <p:nvPr/>
          </p:nvSpPr>
          <p:spPr>
            <a:xfrm flipH="1">
              <a:off x="1892829" y="-3305578"/>
              <a:ext cx="100466" cy="101584"/>
            </a:xfrm>
            <a:custGeom>
              <a:rect b="b" l="l" r="r" t="t"/>
              <a:pathLst>
                <a:path extrusionOk="0" h="1817" w="1797">
                  <a:moveTo>
                    <a:pt x="889" y="0"/>
                  </a:moveTo>
                  <a:lnTo>
                    <a:pt x="707" y="21"/>
                  </a:lnTo>
                  <a:lnTo>
                    <a:pt x="546" y="81"/>
                  </a:lnTo>
                  <a:lnTo>
                    <a:pt x="384" y="162"/>
                  </a:lnTo>
                  <a:lnTo>
                    <a:pt x="263" y="263"/>
                  </a:lnTo>
                  <a:lnTo>
                    <a:pt x="142" y="404"/>
                  </a:lnTo>
                  <a:lnTo>
                    <a:pt x="61" y="565"/>
                  </a:lnTo>
                  <a:lnTo>
                    <a:pt x="21" y="727"/>
                  </a:lnTo>
                  <a:lnTo>
                    <a:pt x="1" y="908"/>
                  </a:lnTo>
                  <a:lnTo>
                    <a:pt x="21" y="1090"/>
                  </a:lnTo>
                  <a:lnTo>
                    <a:pt x="61" y="1252"/>
                  </a:lnTo>
                  <a:lnTo>
                    <a:pt x="142" y="1413"/>
                  </a:lnTo>
                  <a:lnTo>
                    <a:pt x="263" y="1554"/>
                  </a:lnTo>
                  <a:lnTo>
                    <a:pt x="384" y="1655"/>
                  </a:lnTo>
                  <a:lnTo>
                    <a:pt x="546" y="1736"/>
                  </a:lnTo>
                  <a:lnTo>
                    <a:pt x="707" y="1796"/>
                  </a:lnTo>
                  <a:lnTo>
                    <a:pt x="889" y="1817"/>
                  </a:lnTo>
                  <a:lnTo>
                    <a:pt x="1070" y="1796"/>
                  </a:lnTo>
                  <a:lnTo>
                    <a:pt x="1252" y="1736"/>
                  </a:lnTo>
                  <a:lnTo>
                    <a:pt x="1393" y="1655"/>
                  </a:lnTo>
                  <a:lnTo>
                    <a:pt x="1534" y="1554"/>
                  </a:lnTo>
                  <a:lnTo>
                    <a:pt x="1635" y="1413"/>
                  </a:lnTo>
                  <a:lnTo>
                    <a:pt x="1736" y="1252"/>
                  </a:lnTo>
                  <a:lnTo>
                    <a:pt x="1777" y="1090"/>
                  </a:lnTo>
                  <a:lnTo>
                    <a:pt x="1797" y="908"/>
                  </a:lnTo>
                  <a:lnTo>
                    <a:pt x="1777" y="727"/>
                  </a:lnTo>
                  <a:lnTo>
                    <a:pt x="1736" y="565"/>
                  </a:lnTo>
                  <a:lnTo>
                    <a:pt x="1635" y="404"/>
                  </a:lnTo>
                  <a:lnTo>
                    <a:pt x="1534" y="263"/>
                  </a:lnTo>
                  <a:lnTo>
                    <a:pt x="1393" y="162"/>
                  </a:lnTo>
                  <a:lnTo>
                    <a:pt x="1252" y="81"/>
                  </a:lnTo>
                  <a:lnTo>
                    <a:pt x="1070" y="21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7"/>
            <p:cNvSpPr/>
            <p:nvPr/>
          </p:nvSpPr>
          <p:spPr>
            <a:xfrm flipH="1">
              <a:off x="1890536" y="-3307870"/>
              <a:ext cx="104994" cy="106112"/>
            </a:xfrm>
            <a:custGeom>
              <a:rect b="b" l="l" r="r" t="t"/>
              <a:pathLst>
                <a:path extrusionOk="0" h="1898" w="1878">
                  <a:moveTo>
                    <a:pt x="929" y="82"/>
                  </a:moveTo>
                  <a:lnTo>
                    <a:pt x="1110" y="102"/>
                  </a:lnTo>
                  <a:lnTo>
                    <a:pt x="1272" y="162"/>
                  </a:lnTo>
                  <a:lnTo>
                    <a:pt x="1413" y="243"/>
                  </a:lnTo>
                  <a:lnTo>
                    <a:pt x="1554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6" y="768"/>
                  </a:lnTo>
                  <a:lnTo>
                    <a:pt x="1796" y="949"/>
                  </a:lnTo>
                  <a:lnTo>
                    <a:pt x="1776" y="1131"/>
                  </a:lnTo>
                  <a:lnTo>
                    <a:pt x="1736" y="1293"/>
                  </a:lnTo>
                  <a:lnTo>
                    <a:pt x="1655" y="1434"/>
                  </a:lnTo>
                  <a:lnTo>
                    <a:pt x="1554" y="1555"/>
                  </a:lnTo>
                  <a:lnTo>
                    <a:pt x="1413" y="1656"/>
                  </a:lnTo>
                  <a:lnTo>
                    <a:pt x="1272" y="1736"/>
                  </a:lnTo>
                  <a:lnTo>
                    <a:pt x="1110" y="1797"/>
                  </a:lnTo>
                  <a:lnTo>
                    <a:pt x="929" y="1817"/>
                  </a:lnTo>
                  <a:lnTo>
                    <a:pt x="767" y="1797"/>
                  </a:lnTo>
                  <a:lnTo>
                    <a:pt x="606" y="1736"/>
                  </a:lnTo>
                  <a:lnTo>
                    <a:pt x="465" y="1656"/>
                  </a:lnTo>
                  <a:lnTo>
                    <a:pt x="323" y="1555"/>
                  </a:lnTo>
                  <a:lnTo>
                    <a:pt x="222" y="1434"/>
                  </a:lnTo>
                  <a:lnTo>
                    <a:pt x="142" y="1293"/>
                  </a:lnTo>
                  <a:lnTo>
                    <a:pt x="101" y="1131"/>
                  </a:lnTo>
                  <a:lnTo>
                    <a:pt x="81" y="949"/>
                  </a:lnTo>
                  <a:lnTo>
                    <a:pt x="101" y="768"/>
                  </a:lnTo>
                  <a:lnTo>
                    <a:pt x="142" y="606"/>
                  </a:lnTo>
                  <a:lnTo>
                    <a:pt x="222" y="465"/>
                  </a:lnTo>
                  <a:lnTo>
                    <a:pt x="323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7" y="102"/>
                  </a:lnTo>
                  <a:lnTo>
                    <a:pt x="929" y="82"/>
                  </a:lnTo>
                  <a:close/>
                  <a:moveTo>
                    <a:pt x="929" y="1"/>
                  </a:moveTo>
                  <a:lnTo>
                    <a:pt x="747" y="21"/>
                  </a:lnTo>
                  <a:lnTo>
                    <a:pt x="565" y="82"/>
                  </a:lnTo>
                  <a:lnTo>
                    <a:pt x="404" y="162"/>
                  </a:lnTo>
                  <a:lnTo>
                    <a:pt x="263" y="284"/>
                  </a:lnTo>
                  <a:lnTo>
                    <a:pt x="162" y="425"/>
                  </a:lnTo>
                  <a:lnTo>
                    <a:pt x="61" y="586"/>
                  </a:lnTo>
                  <a:lnTo>
                    <a:pt x="21" y="768"/>
                  </a:lnTo>
                  <a:lnTo>
                    <a:pt x="0" y="949"/>
                  </a:lnTo>
                  <a:lnTo>
                    <a:pt x="21" y="1131"/>
                  </a:lnTo>
                  <a:lnTo>
                    <a:pt x="61" y="1313"/>
                  </a:lnTo>
                  <a:lnTo>
                    <a:pt x="162" y="1474"/>
                  </a:lnTo>
                  <a:lnTo>
                    <a:pt x="263" y="1615"/>
                  </a:lnTo>
                  <a:lnTo>
                    <a:pt x="404" y="1736"/>
                  </a:lnTo>
                  <a:lnTo>
                    <a:pt x="565" y="1817"/>
                  </a:lnTo>
                  <a:lnTo>
                    <a:pt x="747" y="1878"/>
                  </a:lnTo>
                  <a:lnTo>
                    <a:pt x="929" y="1898"/>
                  </a:lnTo>
                  <a:lnTo>
                    <a:pt x="1130" y="1878"/>
                  </a:lnTo>
                  <a:lnTo>
                    <a:pt x="1312" y="1817"/>
                  </a:lnTo>
                  <a:lnTo>
                    <a:pt x="1453" y="1736"/>
                  </a:lnTo>
                  <a:lnTo>
                    <a:pt x="1595" y="1615"/>
                  </a:lnTo>
                  <a:lnTo>
                    <a:pt x="1716" y="1474"/>
                  </a:lnTo>
                  <a:lnTo>
                    <a:pt x="1796" y="1313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68"/>
                  </a:lnTo>
                  <a:lnTo>
                    <a:pt x="1796" y="586"/>
                  </a:lnTo>
                  <a:lnTo>
                    <a:pt x="1716" y="425"/>
                  </a:lnTo>
                  <a:lnTo>
                    <a:pt x="1595" y="284"/>
                  </a:lnTo>
                  <a:lnTo>
                    <a:pt x="1453" y="162"/>
                  </a:lnTo>
                  <a:lnTo>
                    <a:pt x="1312" y="82"/>
                  </a:lnTo>
                  <a:lnTo>
                    <a:pt x="1130" y="21"/>
                  </a:lnTo>
                  <a:lnTo>
                    <a:pt x="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7"/>
            <p:cNvSpPr/>
            <p:nvPr/>
          </p:nvSpPr>
          <p:spPr>
            <a:xfrm flipH="1">
              <a:off x="511885" y="-3871966"/>
              <a:ext cx="100466" cy="101640"/>
            </a:xfrm>
            <a:custGeom>
              <a:rect b="b" l="l" r="r" t="t"/>
              <a:pathLst>
                <a:path extrusionOk="0" h="1818" w="1797">
                  <a:moveTo>
                    <a:pt x="908" y="1"/>
                  </a:moveTo>
                  <a:lnTo>
                    <a:pt x="727" y="21"/>
                  </a:lnTo>
                  <a:lnTo>
                    <a:pt x="545" y="82"/>
                  </a:lnTo>
                  <a:lnTo>
                    <a:pt x="404" y="162"/>
                  </a:lnTo>
                  <a:lnTo>
                    <a:pt x="262" y="263"/>
                  </a:lnTo>
                  <a:lnTo>
                    <a:pt x="162" y="405"/>
                  </a:lnTo>
                  <a:lnTo>
                    <a:pt x="61" y="566"/>
                  </a:lnTo>
                  <a:lnTo>
                    <a:pt x="20" y="727"/>
                  </a:lnTo>
                  <a:lnTo>
                    <a:pt x="0" y="909"/>
                  </a:lnTo>
                  <a:lnTo>
                    <a:pt x="20" y="1091"/>
                  </a:lnTo>
                  <a:lnTo>
                    <a:pt x="61" y="1252"/>
                  </a:lnTo>
                  <a:lnTo>
                    <a:pt x="162" y="1414"/>
                  </a:lnTo>
                  <a:lnTo>
                    <a:pt x="262" y="1535"/>
                  </a:lnTo>
                  <a:lnTo>
                    <a:pt x="404" y="1656"/>
                  </a:lnTo>
                  <a:lnTo>
                    <a:pt x="545" y="1736"/>
                  </a:lnTo>
                  <a:lnTo>
                    <a:pt x="727" y="1797"/>
                  </a:lnTo>
                  <a:lnTo>
                    <a:pt x="908" y="1817"/>
                  </a:lnTo>
                  <a:lnTo>
                    <a:pt x="1090" y="1797"/>
                  </a:lnTo>
                  <a:lnTo>
                    <a:pt x="1251" y="1736"/>
                  </a:lnTo>
                  <a:lnTo>
                    <a:pt x="1413" y="1656"/>
                  </a:lnTo>
                  <a:lnTo>
                    <a:pt x="1534" y="1535"/>
                  </a:lnTo>
                  <a:lnTo>
                    <a:pt x="1655" y="1414"/>
                  </a:lnTo>
                  <a:lnTo>
                    <a:pt x="1736" y="1252"/>
                  </a:lnTo>
                  <a:lnTo>
                    <a:pt x="1776" y="1091"/>
                  </a:lnTo>
                  <a:lnTo>
                    <a:pt x="1796" y="909"/>
                  </a:lnTo>
                  <a:lnTo>
                    <a:pt x="1776" y="727"/>
                  </a:lnTo>
                  <a:lnTo>
                    <a:pt x="1736" y="566"/>
                  </a:lnTo>
                  <a:lnTo>
                    <a:pt x="1655" y="405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82"/>
                  </a:lnTo>
                  <a:lnTo>
                    <a:pt x="1090" y="21"/>
                  </a:lnTo>
                  <a:lnTo>
                    <a:pt x="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7"/>
            <p:cNvSpPr/>
            <p:nvPr/>
          </p:nvSpPr>
          <p:spPr>
            <a:xfrm flipH="1">
              <a:off x="509648" y="-3874202"/>
              <a:ext cx="104994" cy="106112"/>
            </a:xfrm>
            <a:custGeom>
              <a:rect b="b" l="l" r="r" t="t"/>
              <a:pathLst>
                <a:path extrusionOk="0" h="1898" w="1878">
                  <a:moveTo>
                    <a:pt x="949" y="81"/>
                  </a:moveTo>
                  <a:lnTo>
                    <a:pt x="1111" y="101"/>
                  </a:lnTo>
                  <a:lnTo>
                    <a:pt x="1272" y="162"/>
                  </a:lnTo>
                  <a:lnTo>
                    <a:pt x="1413" y="243"/>
                  </a:lnTo>
                  <a:lnTo>
                    <a:pt x="1555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7" y="767"/>
                  </a:lnTo>
                  <a:lnTo>
                    <a:pt x="1797" y="949"/>
                  </a:lnTo>
                  <a:lnTo>
                    <a:pt x="1777" y="1110"/>
                  </a:lnTo>
                  <a:lnTo>
                    <a:pt x="1736" y="1272"/>
                  </a:lnTo>
                  <a:lnTo>
                    <a:pt x="1655" y="1433"/>
                  </a:lnTo>
                  <a:lnTo>
                    <a:pt x="1555" y="1554"/>
                  </a:lnTo>
                  <a:lnTo>
                    <a:pt x="1413" y="1655"/>
                  </a:lnTo>
                  <a:lnTo>
                    <a:pt x="1272" y="1736"/>
                  </a:lnTo>
                  <a:lnTo>
                    <a:pt x="1111" y="1797"/>
                  </a:lnTo>
                  <a:lnTo>
                    <a:pt x="949" y="181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24" y="1554"/>
                  </a:lnTo>
                  <a:lnTo>
                    <a:pt x="223" y="1433"/>
                  </a:lnTo>
                  <a:lnTo>
                    <a:pt x="142" y="1272"/>
                  </a:lnTo>
                  <a:lnTo>
                    <a:pt x="102" y="1110"/>
                  </a:lnTo>
                  <a:lnTo>
                    <a:pt x="81" y="949"/>
                  </a:lnTo>
                  <a:lnTo>
                    <a:pt x="102" y="767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24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8" y="101"/>
                  </a:lnTo>
                  <a:lnTo>
                    <a:pt x="949" y="81"/>
                  </a:lnTo>
                  <a:close/>
                  <a:moveTo>
                    <a:pt x="949" y="1"/>
                  </a:moveTo>
                  <a:lnTo>
                    <a:pt x="747" y="21"/>
                  </a:lnTo>
                  <a:lnTo>
                    <a:pt x="566" y="81"/>
                  </a:lnTo>
                  <a:lnTo>
                    <a:pt x="425" y="162"/>
                  </a:lnTo>
                  <a:lnTo>
                    <a:pt x="283" y="283"/>
                  </a:lnTo>
                  <a:lnTo>
                    <a:pt x="162" y="424"/>
                  </a:lnTo>
                  <a:lnTo>
                    <a:pt x="81" y="586"/>
                  </a:lnTo>
                  <a:lnTo>
                    <a:pt x="21" y="76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1" y="1312"/>
                  </a:lnTo>
                  <a:lnTo>
                    <a:pt x="162" y="1474"/>
                  </a:lnTo>
                  <a:lnTo>
                    <a:pt x="283" y="1615"/>
                  </a:lnTo>
                  <a:lnTo>
                    <a:pt x="425" y="1736"/>
                  </a:lnTo>
                  <a:lnTo>
                    <a:pt x="566" y="1817"/>
                  </a:lnTo>
                  <a:lnTo>
                    <a:pt x="747" y="1877"/>
                  </a:lnTo>
                  <a:lnTo>
                    <a:pt x="949" y="1898"/>
                  </a:lnTo>
                  <a:lnTo>
                    <a:pt x="1131" y="1877"/>
                  </a:lnTo>
                  <a:lnTo>
                    <a:pt x="1312" y="1817"/>
                  </a:lnTo>
                  <a:lnTo>
                    <a:pt x="1474" y="1736"/>
                  </a:lnTo>
                  <a:lnTo>
                    <a:pt x="1615" y="1615"/>
                  </a:lnTo>
                  <a:lnTo>
                    <a:pt x="1716" y="1474"/>
                  </a:lnTo>
                  <a:lnTo>
                    <a:pt x="1817" y="1312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67"/>
                  </a:lnTo>
                  <a:lnTo>
                    <a:pt x="1817" y="586"/>
                  </a:lnTo>
                  <a:lnTo>
                    <a:pt x="1716" y="42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2" y="81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7"/>
            <p:cNvSpPr/>
            <p:nvPr/>
          </p:nvSpPr>
          <p:spPr>
            <a:xfrm flipH="1">
              <a:off x="-1037114" y="-3361987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8" y="0"/>
                  </a:moveTo>
                  <a:lnTo>
                    <a:pt x="727" y="21"/>
                  </a:lnTo>
                  <a:lnTo>
                    <a:pt x="545" y="61"/>
                  </a:lnTo>
                  <a:lnTo>
                    <a:pt x="404" y="162"/>
                  </a:lnTo>
                  <a:lnTo>
                    <a:pt x="263" y="263"/>
                  </a:lnTo>
                  <a:lnTo>
                    <a:pt x="162" y="404"/>
                  </a:lnTo>
                  <a:lnTo>
                    <a:pt x="81" y="545"/>
                  </a:lnTo>
                  <a:lnTo>
                    <a:pt x="20" y="727"/>
                  </a:lnTo>
                  <a:lnTo>
                    <a:pt x="0" y="908"/>
                  </a:lnTo>
                  <a:lnTo>
                    <a:pt x="20" y="1090"/>
                  </a:lnTo>
                  <a:lnTo>
                    <a:pt x="81" y="1252"/>
                  </a:lnTo>
                  <a:lnTo>
                    <a:pt x="162" y="139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5" y="1736"/>
                  </a:lnTo>
                  <a:lnTo>
                    <a:pt x="727" y="1776"/>
                  </a:lnTo>
                  <a:lnTo>
                    <a:pt x="908" y="1796"/>
                  </a:lnTo>
                  <a:lnTo>
                    <a:pt x="1090" y="1776"/>
                  </a:lnTo>
                  <a:lnTo>
                    <a:pt x="1251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393"/>
                  </a:lnTo>
                  <a:lnTo>
                    <a:pt x="1736" y="1252"/>
                  </a:lnTo>
                  <a:lnTo>
                    <a:pt x="1796" y="1090"/>
                  </a:lnTo>
                  <a:lnTo>
                    <a:pt x="1796" y="908"/>
                  </a:lnTo>
                  <a:lnTo>
                    <a:pt x="1796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61"/>
                  </a:lnTo>
                  <a:lnTo>
                    <a:pt x="1090" y="21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7"/>
            <p:cNvSpPr/>
            <p:nvPr/>
          </p:nvSpPr>
          <p:spPr>
            <a:xfrm flipH="1">
              <a:off x="-1039350" y="-3364280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2"/>
                  </a:moveTo>
                  <a:lnTo>
                    <a:pt x="1111" y="102"/>
                  </a:lnTo>
                  <a:lnTo>
                    <a:pt x="1272" y="142"/>
                  </a:lnTo>
                  <a:lnTo>
                    <a:pt x="1434" y="223"/>
                  </a:lnTo>
                  <a:lnTo>
                    <a:pt x="1555" y="32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97" y="768"/>
                  </a:lnTo>
                  <a:lnTo>
                    <a:pt x="1797" y="949"/>
                  </a:lnTo>
                  <a:lnTo>
                    <a:pt x="1797" y="1111"/>
                  </a:lnTo>
                  <a:lnTo>
                    <a:pt x="1736" y="1272"/>
                  </a:lnTo>
                  <a:lnTo>
                    <a:pt x="1656" y="1414"/>
                  </a:lnTo>
                  <a:lnTo>
                    <a:pt x="1555" y="1555"/>
                  </a:lnTo>
                  <a:lnTo>
                    <a:pt x="1434" y="1656"/>
                  </a:lnTo>
                  <a:lnTo>
                    <a:pt x="1272" y="1736"/>
                  </a:lnTo>
                  <a:lnTo>
                    <a:pt x="1111" y="1777"/>
                  </a:lnTo>
                  <a:lnTo>
                    <a:pt x="949" y="1797"/>
                  </a:lnTo>
                  <a:lnTo>
                    <a:pt x="768" y="1777"/>
                  </a:lnTo>
                  <a:lnTo>
                    <a:pt x="606" y="1736"/>
                  </a:lnTo>
                  <a:lnTo>
                    <a:pt x="465" y="1656"/>
                  </a:lnTo>
                  <a:lnTo>
                    <a:pt x="344" y="1555"/>
                  </a:lnTo>
                  <a:lnTo>
                    <a:pt x="223" y="1414"/>
                  </a:lnTo>
                  <a:lnTo>
                    <a:pt x="162" y="1272"/>
                  </a:lnTo>
                  <a:lnTo>
                    <a:pt x="102" y="1111"/>
                  </a:lnTo>
                  <a:lnTo>
                    <a:pt x="82" y="949"/>
                  </a:lnTo>
                  <a:lnTo>
                    <a:pt x="102" y="768"/>
                  </a:lnTo>
                  <a:lnTo>
                    <a:pt x="162" y="606"/>
                  </a:lnTo>
                  <a:lnTo>
                    <a:pt x="223" y="465"/>
                  </a:lnTo>
                  <a:lnTo>
                    <a:pt x="344" y="324"/>
                  </a:lnTo>
                  <a:lnTo>
                    <a:pt x="465" y="223"/>
                  </a:lnTo>
                  <a:lnTo>
                    <a:pt x="606" y="142"/>
                  </a:lnTo>
                  <a:lnTo>
                    <a:pt x="768" y="102"/>
                  </a:lnTo>
                  <a:lnTo>
                    <a:pt x="949" y="82"/>
                  </a:lnTo>
                  <a:close/>
                  <a:moveTo>
                    <a:pt x="949" y="1"/>
                  </a:moveTo>
                  <a:lnTo>
                    <a:pt x="748" y="21"/>
                  </a:lnTo>
                  <a:lnTo>
                    <a:pt x="586" y="82"/>
                  </a:lnTo>
                  <a:lnTo>
                    <a:pt x="425" y="162"/>
                  </a:lnTo>
                  <a:lnTo>
                    <a:pt x="283" y="284"/>
                  </a:lnTo>
                  <a:lnTo>
                    <a:pt x="162" y="405"/>
                  </a:lnTo>
                  <a:lnTo>
                    <a:pt x="82" y="566"/>
                  </a:lnTo>
                  <a:lnTo>
                    <a:pt x="21" y="748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2" y="1313"/>
                  </a:lnTo>
                  <a:lnTo>
                    <a:pt x="162" y="1474"/>
                  </a:lnTo>
                  <a:lnTo>
                    <a:pt x="283" y="1595"/>
                  </a:lnTo>
                  <a:lnTo>
                    <a:pt x="425" y="1716"/>
                  </a:lnTo>
                  <a:lnTo>
                    <a:pt x="586" y="1817"/>
                  </a:lnTo>
                  <a:lnTo>
                    <a:pt x="748" y="1858"/>
                  </a:lnTo>
                  <a:lnTo>
                    <a:pt x="949" y="1878"/>
                  </a:lnTo>
                  <a:lnTo>
                    <a:pt x="1131" y="1858"/>
                  </a:lnTo>
                  <a:lnTo>
                    <a:pt x="1313" y="1817"/>
                  </a:lnTo>
                  <a:lnTo>
                    <a:pt x="1474" y="1716"/>
                  </a:lnTo>
                  <a:lnTo>
                    <a:pt x="1615" y="1595"/>
                  </a:lnTo>
                  <a:lnTo>
                    <a:pt x="1716" y="1474"/>
                  </a:lnTo>
                  <a:lnTo>
                    <a:pt x="1817" y="1313"/>
                  </a:lnTo>
                  <a:lnTo>
                    <a:pt x="1878" y="1131"/>
                  </a:lnTo>
                  <a:lnTo>
                    <a:pt x="1878" y="949"/>
                  </a:lnTo>
                  <a:lnTo>
                    <a:pt x="1878" y="748"/>
                  </a:lnTo>
                  <a:lnTo>
                    <a:pt x="1817" y="566"/>
                  </a:lnTo>
                  <a:lnTo>
                    <a:pt x="1716" y="405"/>
                  </a:lnTo>
                  <a:lnTo>
                    <a:pt x="1615" y="284"/>
                  </a:lnTo>
                  <a:lnTo>
                    <a:pt x="1474" y="162"/>
                  </a:lnTo>
                  <a:lnTo>
                    <a:pt x="1313" y="82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7"/>
            <p:cNvSpPr/>
            <p:nvPr/>
          </p:nvSpPr>
          <p:spPr>
            <a:xfrm flipH="1">
              <a:off x="1080509" y="-1366241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888" y="1"/>
                  </a:moveTo>
                  <a:lnTo>
                    <a:pt x="707" y="21"/>
                  </a:lnTo>
                  <a:lnTo>
                    <a:pt x="545" y="82"/>
                  </a:lnTo>
                  <a:lnTo>
                    <a:pt x="384" y="162"/>
                  </a:lnTo>
                  <a:lnTo>
                    <a:pt x="263" y="263"/>
                  </a:lnTo>
                  <a:lnTo>
                    <a:pt x="142" y="405"/>
                  </a:lnTo>
                  <a:lnTo>
                    <a:pt x="61" y="546"/>
                  </a:lnTo>
                  <a:lnTo>
                    <a:pt x="21" y="727"/>
                  </a:lnTo>
                  <a:lnTo>
                    <a:pt x="0" y="909"/>
                  </a:lnTo>
                  <a:lnTo>
                    <a:pt x="21" y="1091"/>
                  </a:lnTo>
                  <a:lnTo>
                    <a:pt x="61" y="1252"/>
                  </a:lnTo>
                  <a:lnTo>
                    <a:pt x="142" y="1414"/>
                  </a:lnTo>
                  <a:lnTo>
                    <a:pt x="263" y="1535"/>
                  </a:lnTo>
                  <a:lnTo>
                    <a:pt x="384" y="1656"/>
                  </a:lnTo>
                  <a:lnTo>
                    <a:pt x="545" y="1736"/>
                  </a:lnTo>
                  <a:lnTo>
                    <a:pt x="707" y="1797"/>
                  </a:lnTo>
                  <a:lnTo>
                    <a:pt x="1070" y="1797"/>
                  </a:lnTo>
                  <a:lnTo>
                    <a:pt x="1252" y="1736"/>
                  </a:lnTo>
                  <a:lnTo>
                    <a:pt x="1393" y="1656"/>
                  </a:lnTo>
                  <a:lnTo>
                    <a:pt x="1534" y="1535"/>
                  </a:lnTo>
                  <a:lnTo>
                    <a:pt x="1635" y="1414"/>
                  </a:lnTo>
                  <a:lnTo>
                    <a:pt x="1716" y="1252"/>
                  </a:lnTo>
                  <a:lnTo>
                    <a:pt x="1776" y="1091"/>
                  </a:lnTo>
                  <a:lnTo>
                    <a:pt x="1796" y="909"/>
                  </a:lnTo>
                  <a:lnTo>
                    <a:pt x="1776" y="727"/>
                  </a:lnTo>
                  <a:lnTo>
                    <a:pt x="1716" y="546"/>
                  </a:lnTo>
                  <a:lnTo>
                    <a:pt x="1635" y="405"/>
                  </a:lnTo>
                  <a:lnTo>
                    <a:pt x="1534" y="263"/>
                  </a:lnTo>
                  <a:lnTo>
                    <a:pt x="1393" y="162"/>
                  </a:lnTo>
                  <a:lnTo>
                    <a:pt x="1252" y="82"/>
                  </a:lnTo>
                  <a:lnTo>
                    <a:pt x="1070" y="21"/>
                  </a:lnTo>
                  <a:lnTo>
                    <a:pt x="8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7"/>
            <p:cNvSpPr/>
            <p:nvPr/>
          </p:nvSpPr>
          <p:spPr>
            <a:xfrm flipH="1">
              <a:off x="1078272" y="-1368477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29" y="81"/>
                  </a:moveTo>
                  <a:lnTo>
                    <a:pt x="1111" y="101"/>
                  </a:lnTo>
                  <a:lnTo>
                    <a:pt x="1272" y="142"/>
                  </a:lnTo>
                  <a:lnTo>
                    <a:pt x="1414" y="223"/>
                  </a:lnTo>
                  <a:lnTo>
                    <a:pt x="1535" y="34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77" y="767"/>
                  </a:lnTo>
                  <a:lnTo>
                    <a:pt x="1797" y="949"/>
                  </a:lnTo>
                  <a:lnTo>
                    <a:pt x="1777" y="1110"/>
                  </a:lnTo>
                  <a:lnTo>
                    <a:pt x="1736" y="1272"/>
                  </a:lnTo>
                  <a:lnTo>
                    <a:pt x="1656" y="1433"/>
                  </a:lnTo>
                  <a:lnTo>
                    <a:pt x="1535" y="1554"/>
                  </a:lnTo>
                  <a:lnTo>
                    <a:pt x="1414" y="1655"/>
                  </a:lnTo>
                  <a:lnTo>
                    <a:pt x="1272" y="1736"/>
                  </a:lnTo>
                  <a:lnTo>
                    <a:pt x="1111" y="179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45" y="1655"/>
                  </a:lnTo>
                  <a:lnTo>
                    <a:pt x="324" y="1554"/>
                  </a:lnTo>
                  <a:lnTo>
                    <a:pt x="223" y="1433"/>
                  </a:lnTo>
                  <a:lnTo>
                    <a:pt x="142" y="1272"/>
                  </a:lnTo>
                  <a:lnTo>
                    <a:pt x="82" y="1110"/>
                  </a:lnTo>
                  <a:lnTo>
                    <a:pt x="82" y="949"/>
                  </a:lnTo>
                  <a:lnTo>
                    <a:pt x="82" y="767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24" y="344"/>
                  </a:lnTo>
                  <a:lnTo>
                    <a:pt x="445" y="223"/>
                  </a:lnTo>
                  <a:lnTo>
                    <a:pt x="606" y="142"/>
                  </a:lnTo>
                  <a:lnTo>
                    <a:pt x="768" y="101"/>
                  </a:lnTo>
                  <a:lnTo>
                    <a:pt x="929" y="81"/>
                  </a:lnTo>
                  <a:close/>
                  <a:moveTo>
                    <a:pt x="929" y="1"/>
                  </a:moveTo>
                  <a:lnTo>
                    <a:pt x="748" y="21"/>
                  </a:lnTo>
                  <a:lnTo>
                    <a:pt x="566" y="81"/>
                  </a:lnTo>
                  <a:lnTo>
                    <a:pt x="405" y="162"/>
                  </a:lnTo>
                  <a:lnTo>
                    <a:pt x="263" y="283"/>
                  </a:lnTo>
                  <a:lnTo>
                    <a:pt x="162" y="424"/>
                  </a:lnTo>
                  <a:lnTo>
                    <a:pt x="62" y="586"/>
                  </a:lnTo>
                  <a:lnTo>
                    <a:pt x="21" y="74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62" y="1312"/>
                  </a:lnTo>
                  <a:lnTo>
                    <a:pt x="162" y="1474"/>
                  </a:lnTo>
                  <a:lnTo>
                    <a:pt x="263" y="1615"/>
                  </a:lnTo>
                  <a:lnTo>
                    <a:pt x="405" y="1716"/>
                  </a:lnTo>
                  <a:lnTo>
                    <a:pt x="566" y="1817"/>
                  </a:lnTo>
                  <a:lnTo>
                    <a:pt x="748" y="1857"/>
                  </a:lnTo>
                  <a:lnTo>
                    <a:pt x="929" y="1877"/>
                  </a:lnTo>
                  <a:lnTo>
                    <a:pt x="1131" y="1857"/>
                  </a:lnTo>
                  <a:lnTo>
                    <a:pt x="1293" y="1817"/>
                  </a:lnTo>
                  <a:lnTo>
                    <a:pt x="1454" y="1716"/>
                  </a:lnTo>
                  <a:lnTo>
                    <a:pt x="1595" y="1615"/>
                  </a:lnTo>
                  <a:lnTo>
                    <a:pt x="1716" y="1474"/>
                  </a:lnTo>
                  <a:lnTo>
                    <a:pt x="1797" y="1312"/>
                  </a:lnTo>
                  <a:lnTo>
                    <a:pt x="1858" y="1131"/>
                  </a:lnTo>
                  <a:lnTo>
                    <a:pt x="1878" y="949"/>
                  </a:lnTo>
                  <a:lnTo>
                    <a:pt x="1858" y="747"/>
                  </a:lnTo>
                  <a:lnTo>
                    <a:pt x="1797" y="586"/>
                  </a:lnTo>
                  <a:lnTo>
                    <a:pt x="1716" y="424"/>
                  </a:lnTo>
                  <a:lnTo>
                    <a:pt x="1595" y="283"/>
                  </a:lnTo>
                  <a:lnTo>
                    <a:pt x="1454" y="162"/>
                  </a:lnTo>
                  <a:lnTo>
                    <a:pt x="1293" y="81"/>
                  </a:lnTo>
                  <a:lnTo>
                    <a:pt x="1131" y="21"/>
                  </a:lnTo>
                  <a:lnTo>
                    <a:pt x="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7"/>
            <p:cNvSpPr/>
            <p:nvPr/>
          </p:nvSpPr>
          <p:spPr>
            <a:xfrm flipH="1">
              <a:off x="-1522213" y="-1840048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9" y="0"/>
                  </a:moveTo>
                  <a:lnTo>
                    <a:pt x="727" y="20"/>
                  </a:lnTo>
                  <a:lnTo>
                    <a:pt x="546" y="61"/>
                  </a:lnTo>
                  <a:lnTo>
                    <a:pt x="404" y="162"/>
                  </a:lnTo>
                  <a:lnTo>
                    <a:pt x="263" y="263"/>
                  </a:lnTo>
                  <a:lnTo>
                    <a:pt x="162" y="404"/>
                  </a:lnTo>
                  <a:lnTo>
                    <a:pt x="61" y="545"/>
                  </a:lnTo>
                  <a:lnTo>
                    <a:pt x="21" y="727"/>
                  </a:lnTo>
                  <a:lnTo>
                    <a:pt x="1" y="908"/>
                  </a:lnTo>
                  <a:lnTo>
                    <a:pt x="21" y="1090"/>
                  </a:lnTo>
                  <a:lnTo>
                    <a:pt x="61" y="1251"/>
                  </a:lnTo>
                  <a:lnTo>
                    <a:pt x="162" y="139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6" y="1736"/>
                  </a:lnTo>
                  <a:lnTo>
                    <a:pt x="727" y="1776"/>
                  </a:lnTo>
                  <a:lnTo>
                    <a:pt x="909" y="1796"/>
                  </a:lnTo>
                  <a:lnTo>
                    <a:pt x="1090" y="1776"/>
                  </a:lnTo>
                  <a:lnTo>
                    <a:pt x="1252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393"/>
                  </a:lnTo>
                  <a:lnTo>
                    <a:pt x="1736" y="1251"/>
                  </a:lnTo>
                  <a:lnTo>
                    <a:pt x="1777" y="1090"/>
                  </a:lnTo>
                  <a:lnTo>
                    <a:pt x="1797" y="908"/>
                  </a:lnTo>
                  <a:lnTo>
                    <a:pt x="1777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2" y="61"/>
                  </a:lnTo>
                  <a:lnTo>
                    <a:pt x="1090" y="20"/>
                  </a:lnTo>
                  <a:lnTo>
                    <a:pt x="9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7"/>
            <p:cNvSpPr/>
            <p:nvPr/>
          </p:nvSpPr>
          <p:spPr>
            <a:xfrm flipH="1">
              <a:off x="-1524506" y="-1842340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2"/>
                  </a:moveTo>
                  <a:lnTo>
                    <a:pt x="1110" y="102"/>
                  </a:lnTo>
                  <a:lnTo>
                    <a:pt x="1272" y="142"/>
                  </a:lnTo>
                  <a:lnTo>
                    <a:pt x="1413" y="223"/>
                  </a:lnTo>
                  <a:lnTo>
                    <a:pt x="1554" y="32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6" y="768"/>
                  </a:lnTo>
                  <a:lnTo>
                    <a:pt x="1796" y="949"/>
                  </a:lnTo>
                  <a:lnTo>
                    <a:pt x="1776" y="1111"/>
                  </a:lnTo>
                  <a:lnTo>
                    <a:pt x="1736" y="1272"/>
                  </a:lnTo>
                  <a:lnTo>
                    <a:pt x="1655" y="1414"/>
                  </a:lnTo>
                  <a:lnTo>
                    <a:pt x="1554" y="1555"/>
                  </a:lnTo>
                  <a:lnTo>
                    <a:pt x="1413" y="1656"/>
                  </a:lnTo>
                  <a:lnTo>
                    <a:pt x="1272" y="1736"/>
                  </a:lnTo>
                  <a:lnTo>
                    <a:pt x="1110" y="1777"/>
                  </a:lnTo>
                  <a:lnTo>
                    <a:pt x="949" y="1797"/>
                  </a:lnTo>
                  <a:lnTo>
                    <a:pt x="767" y="1777"/>
                  </a:lnTo>
                  <a:lnTo>
                    <a:pt x="606" y="1736"/>
                  </a:lnTo>
                  <a:lnTo>
                    <a:pt x="464" y="1656"/>
                  </a:lnTo>
                  <a:lnTo>
                    <a:pt x="323" y="1555"/>
                  </a:lnTo>
                  <a:lnTo>
                    <a:pt x="222" y="1414"/>
                  </a:lnTo>
                  <a:lnTo>
                    <a:pt x="142" y="1272"/>
                  </a:lnTo>
                  <a:lnTo>
                    <a:pt x="101" y="1111"/>
                  </a:lnTo>
                  <a:lnTo>
                    <a:pt x="81" y="949"/>
                  </a:lnTo>
                  <a:lnTo>
                    <a:pt x="101" y="768"/>
                  </a:lnTo>
                  <a:lnTo>
                    <a:pt x="142" y="606"/>
                  </a:lnTo>
                  <a:lnTo>
                    <a:pt x="222" y="465"/>
                  </a:lnTo>
                  <a:lnTo>
                    <a:pt x="323" y="324"/>
                  </a:lnTo>
                  <a:lnTo>
                    <a:pt x="464" y="223"/>
                  </a:lnTo>
                  <a:lnTo>
                    <a:pt x="606" y="142"/>
                  </a:lnTo>
                  <a:lnTo>
                    <a:pt x="767" y="102"/>
                  </a:lnTo>
                  <a:lnTo>
                    <a:pt x="949" y="82"/>
                  </a:lnTo>
                  <a:close/>
                  <a:moveTo>
                    <a:pt x="949" y="1"/>
                  </a:moveTo>
                  <a:lnTo>
                    <a:pt x="747" y="21"/>
                  </a:lnTo>
                  <a:lnTo>
                    <a:pt x="565" y="82"/>
                  </a:lnTo>
                  <a:lnTo>
                    <a:pt x="424" y="162"/>
                  </a:lnTo>
                  <a:lnTo>
                    <a:pt x="283" y="283"/>
                  </a:lnTo>
                  <a:lnTo>
                    <a:pt x="162" y="405"/>
                  </a:lnTo>
                  <a:lnTo>
                    <a:pt x="81" y="566"/>
                  </a:lnTo>
                  <a:lnTo>
                    <a:pt x="21" y="748"/>
                  </a:lnTo>
                  <a:lnTo>
                    <a:pt x="0" y="949"/>
                  </a:lnTo>
                  <a:lnTo>
                    <a:pt x="21" y="1131"/>
                  </a:lnTo>
                  <a:lnTo>
                    <a:pt x="81" y="1313"/>
                  </a:lnTo>
                  <a:lnTo>
                    <a:pt x="162" y="1474"/>
                  </a:lnTo>
                  <a:lnTo>
                    <a:pt x="283" y="1595"/>
                  </a:lnTo>
                  <a:lnTo>
                    <a:pt x="424" y="1716"/>
                  </a:lnTo>
                  <a:lnTo>
                    <a:pt x="565" y="1797"/>
                  </a:lnTo>
                  <a:lnTo>
                    <a:pt x="747" y="1857"/>
                  </a:lnTo>
                  <a:lnTo>
                    <a:pt x="949" y="1878"/>
                  </a:lnTo>
                  <a:lnTo>
                    <a:pt x="1130" y="1857"/>
                  </a:lnTo>
                  <a:lnTo>
                    <a:pt x="1312" y="1797"/>
                  </a:lnTo>
                  <a:lnTo>
                    <a:pt x="1473" y="1716"/>
                  </a:lnTo>
                  <a:lnTo>
                    <a:pt x="1615" y="1595"/>
                  </a:lnTo>
                  <a:lnTo>
                    <a:pt x="1716" y="1474"/>
                  </a:lnTo>
                  <a:lnTo>
                    <a:pt x="1817" y="1313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48"/>
                  </a:lnTo>
                  <a:lnTo>
                    <a:pt x="1817" y="566"/>
                  </a:lnTo>
                  <a:lnTo>
                    <a:pt x="1716" y="405"/>
                  </a:lnTo>
                  <a:lnTo>
                    <a:pt x="1615" y="283"/>
                  </a:lnTo>
                  <a:lnTo>
                    <a:pt x="1473" y="162"/>
                  </a:lnTo>
                  <a:lnTo>
                    <a:pt x="1312" y="82"/>
                  </a:lnTo>
                  <a:lnTo>
                    <a:pt x="1130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7"/>
            <p:cNvSpPr/>
            <p:nvPr/>
          </p:nvSpPr>
          <p:spPr>
            <a:xfrm flipH="1">
              <a:off x="-3230321" y="-2914121"/>
              <a:ext cx="101584" cy="101640"/>
            </a:xfrm>
            <a:custGeom>
              <a:rect b="b" l="l" r="r" t="t"/>
              <a:pathLst>
                <a:path extrusionOk="0" h="1818" w="1817">
                  <a:moveTo>
                    <a:pt x="908" y="1"/>
                  </a:moveTo>
                  <a:lnTo>
                    <a:pt x="727" y="21"/>
                  </a:lnTo>
                  <a:lnTo>
                    <a:pt x="565" y="82"/>
                  </a:lnTo>
                  <a:lnTo>
                    <a:pt x="404" y="162"/>
                  </a:lnTo>
                  <a:lnTo>
                    <a:pt x="262" y="263"/>
                  </a:lnTo>
                  <a:lnTo>
                    <a:pt x="162" y="404"/>
                  </a:lnTo>
                  <a:lnTo>
                    <a:pt x="81" y="566"/>
                  </a:lnTo>
                  <a:lnTo>
                    <a:pt x="20" y="727"/>
                  </a:lnTo>
                  <a:lnTo>
                    <a:pt x="0" y="909"/>
                  </a:lnTo>
                  <a:lnTo>
                    <a:pt x="20" y="1091"/>
                  </a:lnTo>
                  <a:lnTo>
                    <a:pt x="81" y="1252"/>
                  </a:lnTo>
                  <a:lnTo>
                    <a:pt x="162" y="1413"/>
                  </a:lnTo>
                  <a:lnTo>
                    <a:pt x="262" y="1555"/>
                  </a:lnTo>
                  <a:lnTo>
                    <a:pt x="404" y="1656"/>
                  </a:lnTo>
                  <a:lnTo>
                    <a:pt x="565" y="1736"/>
                  </a:lnTo>
                  <a:lnTo>
                    <a:pt x="727" y="1797"/>
                  </a:lnTo>
                  <a:lnTo>
                    <a:pt x="908" y="1817"/>
                  </a:lnTo>
                  <a:lnTo>
                    <a:pt x="1090" y="1797"/>
                  </a:lnTo>
                  <a:lnTo>
                    <a:pt x="1251" y="1736"/>
                  </a:lnTo>
                  <a:lnTo>
                    <a:pt x="1413" y="1656"/>
                  </a:lnTo>
                  <a:lnTo>
                    <a:pt x="1534" y="1555"/>
                  </a:lnTo>
                  <a:lnTo>
                    <a:pt x="1655" y="1413"/>
                  </a:lnTo>
                  <a:lnTo>
                    <a:pt x="1736" y="1252"/>
                  </a:lnTo>
                  <a:lnTo>
                    <a:pt x="1796" y="1091"/>
                  </a:lnTo>
                  <a:lnTo>
                    <a:pt x="1816" y="909"/>
                  </a:lnTo>
                  <a:lnTo>
                    <a:pt x="1796" y="727"/>
                  </a:lnTo>
                  <a:lnTo>
                    <a:pt x="1736" y="566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82"/>
                  </a:lnTo>
                  <a:lnTo>
                    <a:pt x="1090" y="21"/>
                  </a:lnTo>
                  <a:lnTo>
                    <a:pt x="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7"/>
            <p:cNvSpPr/>
            <p:nvPr/>
          </p:nvSpPr>
          <p:spPr>
            <a:xfrm flipH="1">
              <a:off x="-3232558" y="-2916358"/>
              <a:ext cx="106112" cy="106112"/>
            </a:xfrm>
            <a:custGeom>
              <a:rect b="b" l="l" r="r" t="t"/>
              <a:pathLst>
                <a:path extrusionOk="0" h="1898" w="1898">
                  <a:moveTo>
                    <a:pt x="949" y="81"/>
                  </a:moveTo>
                  <a:lnTo>
                    <a:pt x="1131" y="101"/>
                  </a:lnTo>
                  <a:lnTo>
                    <a:pt x="1292" y="162"/>
                  </a:lnTo>
                  <a:lnTo>
                    <a:pt x="1434" y="243"/>
                  </a:lnTo>
                  <a:lnTo>
                    <a:pt x="1555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97" y="767"/>
                  </a:lnTo>
                  <a:lnTo>
                    <a:pt x="1817" y="949"/>
                  </a:lnTo>
                  <a:lnTo>
                    <a:pt x="1797" y="1131"/>
                  </a:lnTo>
                  <a:lnTo>
                    <a:pt x="1736" y="1292"/>
                  </a:lnTo>
                  <a:lnTo>
                    <a:pt x="1655" y="1433"/>
                  </a:lnTo>
                  <a:lnTo>
                    <a:pt x="1555" y="1554"/>
                  </a:lnTo>
                  <a:lnTo>
                    <a:pt x="1434" y="1655"/>
                  </a:lnTo>
                  <a:lnTo>
                    <a:pt x="1292" y="1736"/>
                  </a:lnTo>
                  <a:lnTo>
                    <a:pt x="1131" y="1797"/>
                  </a:lnTo>
                  <a:lnTo>
                    <a:pt x="949" y="181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44" y="1554"/>
                  </a:lnTo>
                  <a:lnTo>
                    <a:pt x="243" y="1433"/>
                  </a:lnTo>
                  <a:lnTo>
                    <a:pt x="162" y="1292"/>
                  </a:lnTo>
                  <a:lnTo>
                    <a:pt x="102" y="1131"/>
                  </a:lnTo>
                  <a:lnTo>
                    <a:pt x="81" y="949"/>
                  </a:lnTo>
                  <a:lnTo>
                    <a:pt x="102" y="767"/>
                  </a:lnTo>
                  <a:lnTo>
                    <a:pt x="162" y="606"/>
                  </a:lnTo>
                  <a:lnTo>
                    <a:pt x="243" y="465"/>
                  </a:lnTo>
                  <a:lnTo>
                    <a:pt x="344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8" y="101"/>
                  </a:lnTo>
                  <a:lnTo>
                    <a:pt x="949" y="81"/>
                  </a:lnTo>
                  <a:close/>
                  <a:moveTo>
                    <a:pt x="949" y="0"/>
                  </a:moveTo>
                  <a:lnTo>
                    <a:pt x="768" y="21"/>
                  </a:lnTo>
                  <a:lnTo>
                    <a:pt x="586" y="81"/>
                  </a:lnTo>
                  <a:lnTo>
                    <a:pt x="425" y="162"/>
                  </a:lnTo>
                  <a:lnTo>
                    <a:pt x="283" y="283"/>
                  </a:lnTo>
                  <a:lnTo>
                    <a:pt x="162" y="424"/>
                  </a:lnTo>
                  <a:lnTo>
                    <a:pt x="81" y="586"/>
                  </a:lnTo>
                  <a:lnTo>
                    <a:pt x="21" y="76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1" y="1312"/>
                  </a:lnTo>
                  <a:lnTo>
                    <a:pt x="162" y="1474"/>
                  </a:lnTo>
                  <a:lnTo>
                    <a:pt x="283" y="1615"/>
                  </a:lnTo>
                  <a:lnTo>
                    <a:pt x="425" y="1736"/>
                  </a:lnTo>
                  <a:lnTo>
                    <a:pt x="586" y="1817"/>
                  </a:lnTo>
                  <a:lnTo>
                    <a:pt x="768" y="1877"/>
                  </a:lnTo>
                  <a:lnTo>
                    <a:pt x="949" y="1897"/>
                  </a:lnTo>
                  <a:lnTo>
                    <a:pt x="1131" y="1877"/>
                  </a:lnTo>
                  <a:lnTo>
                    <a:pt x="1312" y="1817"/>
                  </a:lnTo>
                  <a:lnTo>
                    <a:pt x="1474" y="1736"/>
                  </a:lnTo>
                  <a:lnTo>
                    <a:pt x="1615" y="1615"/>
                  </a:lnTo>
                  <a:lnTo>
                    <a:pt x="1736" y="1474"/>
                  </a:lnTo>
                  <a:lnTo>
                    <a:pt x="1817" y="1312"/>
                  </a:lnTo>
                  <a:lnTo>
                    <a:pt x="1877" y="1131"/>
                  </a:lnTo>
                  <a:lnTo>
                    <a:pt x="1898" y="949"/>
                  </a:lnTo>
                  <a:lnTo>
                    <a:pt x="1877" y="767"/>
                  </a:lnTo>
                  <a:lnTo>
                    <a:pt x="1817" y="586"/>
                  </a:lnTo>
                  <a:lnTo>
                    <a:pt x="1736" y="42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2" y="81"/>
                  </a:lnTo>
                  <a:lnTo>
                    <a:pt x="1131" y="21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7"/>
            <p:cNvSpPr/>
            <p:nvPr/>
          </p:nvSpPr>
          <p:spPr>
            <a:xfrm flipH="1">
              <a:off x="-1102524" y="-4869280"/>
              <a:ext cx="101584" cy="100466"/>
            </a:xfrm>
            <a:custGeom>
              <a:rect b="b" l="l" r="r" t="t"/>
              <a:pathLst>
                <a:path extrusionOk="0" h="1797" w="1817">
                  <a:moveTo>
                    <a:pt x="909" y="1"/>
                  </a:moveTo>
                  <a:lnTo>
                    <a:pt x="727" y="21"/>
                  </a:lnTo>
                  <a:lnTo>
                    <a:pt x="566" y="61"/>
                  </a:lnTo>
                  <a:lnTo>
                    <a:pt x="404" y="142"/>
                  </a:lnTo>
                  <a:lnTo>
                    <a:pt x="283" y="263"/>
                  </a:lnTo>
                  <a:lnTo>
                    <a:pt x="162" y="384"/>
                  </a:lnTo>
                  <a:lnTo>
                    <a:pt x="81" y="546"/>
                  </a:lnTo>
                  <a:lnTo>
                    <a:pt x="21" y="707"/>
                  </a:lnTo>
                  <a:lnTo>
                    <a:pt x="1" y="889"/>
                  </a:lnTo>
                  <a:lnTo>
                    <a:pt x="21" y="1070"/>
                  </a:lnTo>
                  <a:lnTo>
                    <a:pt x="81" y="1252"/>
                  </a:lnTo>
                  <a:lnTo>
                    <a:pt x="162" y="1393"/>
                  </a:lnTo>
                  <a:lnTo>
                    <a:pt x="283" y="1534"/>
                  </a:lnTo>
                  <a:lnTo>
                    <a:pt x="404" y="1635"/>
                  </a:lnTo>
                  <a:lnTo>
                    <a:pt x="566" y="1716"/>
                  </a:lnTo>
                  <a:lnTo>
                    <a:pt x="727" y="1777"/>
                  </a:lnTo>
                  <a:lnTo>
                    <a:pt x="909" y="1797"/>
                  </a:lnTo>
                  <a:lnTo>
                    <a:pt x="1090" y="1777"/>
                  </a:lnTo>
                  <a:lnTo>
                    <a:pt x="1272" y="1716"/>
                  </a:lnTo>
                  <a:lnTo>
                    <a:pt x="1413" y="1635"/>
                  </a:lnTo>
                  <a:lnTo>
                    <a:pt x="1554" y="1534"/>
                  </a:lnTo>
                  <a:lnTo>
                    <a:pt x="1655" y="1393"/>
                  </a:lnTo>
                  <a:lnTo>
                    <a:pt x="1736" y="1252"/>
                  </a:lnTo>
                  <a:lnTo>
                    <a:pt x="1797" y="1070"/>
                  </a:lnTo>
                  <a:lnTo>
                    <a:pt x="1817" y="889"/>
                  </a:lnTo>
                  <a:lnTo>
                    <a:pt x="1797" y="707"/>
                  </a:lnTo>
                  <a:lnTo>
                    <a:pt x="1736" y="546"/>
                  </a:lnTo>
                  <a:lnTo>
                    <a:pt x="1655" y="384"/>
                  </a:lnTo>
                  <a:lnTo>
                    <a:pt x="1554" y="263"/>
                  </a:lnTo>
                  <a:lnTo>
                    <a:pt x="1413" y="142"/>
                  </a:lnTo>
                  <a:lnTo>
                    <a:pt x="1272" y="61"/>
                  </a:lnTo>
                  <a:lnTo>
                    <a:pt x="1090" y="21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7"/>
            <p:cNvSpPr/>
            <p:nvPr/>
          </p:nvSpPr>
          <p:spPr>
            <a:xfrm flipH="1">
              <a:off x="-1104816" y="-4871516"/>
              <a:ext cx="106112" cy="104994"/>
            </a:xfrm>
            <a:custGeom>
              <a:rect b="b" l="l" r="r" t="t"/>
              <a:pathLst>
                <a:path extrusionOk="0" h="1878" w="1898">
                  <a:moveTo>
                    <a:pt x="949" y="81"/>
                  </a:moveTo>
                  <a:lnTo>
                    <a:pt x="1130" y="101"/>
                  </a:lnTo>
                  <a:lnTo>
                    <a:pt x="1292" y="142"/>
                  </a:lnTo>
                  <a:lnTo>
                    <a:pt x="1433" y="222"/>
                  </a:lnTo>
                  <a:lnTo>
                    <a:pt x="1554" y="323"/>
                  </a:lnTo>
                  <a:lnTo>
                    <a:pt x="1655" y="444"/>
                  </a:lnTo>
                  <a:lnTo>
                    <a:pt x="1736" y="606"/>
                  </a:lnTo>
                  <a:lnTo>
                    <a:pt x="1796" y="767"/>
                  </a:lnTo>
                  <a:lnTo>
                    <a:pt x="1816" y="929"/>
                  </a:lnTo>
                  <a:lnTo>
                    <a:pt x="1796" y="1110"/>
                  </a:lnTo>
                  <a:lnTo>
                    <a:pt x="1736" y="1272"/>
                  </a:lnTo>
                  <a:lnTo>
                    <a:pt x="1655" y="1413"/>
                  </a:lnTo>
                  <a:lnTo>
                    <a:pt x="1554" y="1534"/>
                  </a:lnTo>
                  <a:lnTo>
                    <a:pt x="1433" y="1655"/>
                  </a:lnTo>
                  <a:lnTo>
                    <a:pt x="1292" y="1736"/>
                  </a:lnTo>
                  <a:lnTo>
                    <a:pt x="1130" y="1776"/>
                  </a:lnTo>
                  <a:lnTo>
                    <a:pt x="949" y="1796"/>
                  </a:lnTo>
                  <a:lnTo>
                    <a:pt x="787" y="1776"/>
                  </a:lnTo>
                  <a:lnTo>
                    <a:pt x="626" y="1736"/>
                  </a:lnTo>
                  <a:lnTo>
                    <a:pt x="464" y="1655"/>
                  </a:lnTo>
                  <a:lnTo>
                    <a:pt x="343" y="1534"/>
                  </a:lnTo>
                  <a:lnTo>
                    <a:pt x="242" y="1413"/>
                  </a:lnTo>
                  <a:lnTo>
                    <a:pt x="162" y="1272"/>
                  </a:lnTo>
                  <a:lnTo>
                    <a:pt x="101" y="1110"/>
                  </a:lnTo>
                  <a:lnTo>
                    <a:pt x="81" y="929"/>
                  </a:lnTo>
                  <a:lnTo>
                    <a:pt x="101" y="767"/>
                  </a:lnTo>
                  <a:lnTo>
                    <a:pt x="162" y="606"/>
                  </a:lnTo>
                  <a:lnTo>
                    <a:pt x="242" y="444"/>
                  </a:lnTo>
                  <a:lnTo>
                    <a:pt x="343" y="323"/>
                  </a:lnTo>
                  <a:lnTo>
                    <a:pt x="464" y="222"/>
                  </a:lnTo>
                  <a:lnTo>
                    <a:pt x="626" y="142"/>
                  </a:lnTo>
                  <a:lnTo>
                    <a:pt x="787" y="101"/>
                  </a:lnTo>
                  <a:lnTo>
                    <a:pt x="949" y="81"/>
                  </a:lnTo>
                  <a:close/>
                  <a:moveTo>
                    <a:pt x="949" y="0"/>
                  </a:moveTo>
                  <a:lnTo>
                    <a:pt x="767" y="21"/>
                  </a:lnTo>
                  <a:lnTo>
                    <a:pt x="585" y="61"/>
                  </a:lnTo>
                  <a:lnTo>
                    <a:pt x="424" y="162"/>
                  </a:lnTo>
                  <a:lnTo>
                    <a:pt x="283" y="263"/>
                  </a:lnTo>
                  <a:lnTo>
                    <a:pt x="162" y="404"/>
                  </a:lnTo>
                  <a:lnTo>
                    <a:pt x="81" y="565"/>
                  </a:lnTo>
                  <a:lnTo>
                    <a:pt x="20" y="747"/>
                  </a:lnTo>
                  <a:lnTo>
                    <a:pt x="0" y="929"/>
                  </a:lnTo>
                  <a:lnTo>
                    <a:pt x="20" y="1130"/>
                  </a:lnTo>
                  <a:lnTo>
                    <a:pt x="81" y="1292"/>
                  </a:lnTo>
                  <a:lnTo>
                    <a:pt x="162" y="1453"/>
                  </a:lnTo>
                  <a:lnTo>
                    <a:pt x="283" y="1595"/>
                  </a:lnTo>
                  <a:lnTo>
                    <a:pt x="424" y="1716"/>
                  </a:lnTo>
                  <a:lnTo>
                    <a:pt x="585" y="1796"/>
                  </a:lnTo>
                  <a:lnTo>
                    <a:pt x="767" y="1857"/>
                  </a:lnTo>
                  <a:lnTo>
                    <a:pt x="949" y="1877"/>
                  </a:lnTo>
                  <a:lnTo>
                    <a:pt x="1150" y="1857"/>
                  </a:lnTo>
                  <a:lnTo>
                    <a:pt x="1312" y="1796"/>
                  </a:lnTo>
                  <a:lnTo>
                    <a:pt x="1473" y="1716"/>
                  </a:lnTo>
                  <a:lnTo>
                    <a:pt x="1615" y="1595"/>
                  </a:lnTo>
                  <a:lnTo>
                    <a:pt x="1736" y="1453"/>
                  </a:lnTo>
                  <a:lnTo>
                    <a:pt x="1816" y="1292"/>
                  </a:lnTo>
                  <a:lnTo>
                    <a:pt x="1877" y="1130"/>
                  </a:lnTo>
                  <a:lnTo>
                    <a:pt x="1897" y="929"/>
                  </a:lnTo>
                  <a:lnTo>
                    <a:pt x="1877" y="747"/>
                  </a:lnTo>
                  <a:lnTo>
                    <a:pt x="1816" y="565"/>
                  </a:lnTo>
                  <a:lnTo>
                    <a:pt x="1736" y="404"/>
                  </a:lnTo>
                  <a:lnTo>
                    <a:pt x="1615" y="263"/>
                  </a:lnTo>
                  <a:lnTo>
                    <a:pt x="1473" y="162"/>
                  </a:lnTo>
                  <a:lnTo>
                    <a:pt x="1312" y="61"/>
                  </a:lnTo>
                  <a:lnTo>
                    <a:pt x="1150" y="21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7"/>
            <p:cNvSpPr/>
            <p:nvPr/>
          </p:nvSpPr>
          <p:spPr>
            <a:xfrm flipH="1">
              <a:off x="915810" y="-2826125"/>
              <a:ext cx="4584" cy="51994"/>
            </a:xfrm>
            <a:custGeom>
              <a:rect b="b" l="l" r="r" t="t"/>
              <a:pathLst>
                <a:path extrusionOk="0" h="930" w="82">
                  <a:moveTo>
                    <a:pt x="1" y="1"/>
                  </a:moveTo>
                  <a:lnTo>
                    <a:pt x="1" y="929"/>
                  </a:lnTo>
                  <a:lnTo>
                    <a:pt x="82" y="929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7"/>
            <p:cNvSpPr/>
            <p:nvPr/>
          </p:nvSpPr>
          <p:spPr>
            <a:xfrm flipH="1">
              <a:off x="892105" y="-2802420"/>
              <a:ext cx="51938" cy="4584"/>
            </a:xfrm>
            <a:custGeom>
              <a:rect b="b" l="l" r="r" t="t"/>
              <a:pathLst>
                <a:path extrusionOk="0" h="82" w="929">
                  <a:moveTo>
                    <a:pt x="0" y="1"/>
                  </a:moveTo>
                  <a:lnTo>
                    <a:pt x="0" y="81"/>
                  </a:lnTo>
                  <a:lnTo>
                    <a:pt x="928" y="81"/>
                  </a:lnTo>
                  <a:lnTo>
                    <a:pt x="92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7"/>
            <p:cNvSpPr/>
            <p:nvPr/>
          </p:nvSpPr>
          <p:spPr>
            <a:xfrm flipH="1">
              <a:off x="161018" y="-3857262"/>
              <a:ext cx="4584" cy="55348"/>
            </a:xfrm>
            <a:custGeom>
              <a:rect b="b" l="l" r="r" t="t"/>
              <a:pathLst>
                <a:path extrusionOk="0" h="990" w="82">
                  <a:moveTo>
                    <a:pt x="0" y="0"/>
                  </a:moveTo>
                  <a:lnTo>
                    <a:pt x="0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7"/>
            <p:cNvSpPr/>
            <p:nvPr/>
          </p:nvSpPr>
          <p:spPr>
            <a:xfrm flipH="1">
              <a:off x="136195" y="-3832440"/>
              <a:ext cx="55348" cy="4529"/>
            </a:xfrm>
            <a:custGeom>
              <a:rect b="b" l="l" r="r" t="t"/>
              <a:pathLst>
                <a:path extrusionOk="0" h="81" w="990">
                  <a:moveTo>
                    <a:pt x="0" y="0"/>
                  </a:moveTo>
                  <a:lnTo>
                    <a:pt x="0" y="81"/>
                  </a:lnTo>
                  <a:lnTo>
                    <a:pt x="989" y="81"/>
                  </a:lnTo>
                  <a:lnTo>
                    <a:pt x="9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7"/>
            <p:cNvSpPr/>
            <p:nvPr/>
          </p:nvSpPr>
          <p:spPr>
            <a:xfrm flipH="1">
              <a:off x="-2522936" y="-2096155"/>
              <a:ext cx="4584" cy="55348"/>
            </a:xfrm>
            <a:custGeom>
              <a:rect b="b" l="l" r="r" t="t"/>
              <a:pathLst>
                <a:path extrusionOk="0" h="990" w="82">
                  <a:moveTo>
                    <a:pt x="1" y="0"/>
                  </a:moveTo>
                  <a:lnTo>
                    <a:pt x="1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7"/>
            <p:cNvSpPr/>
            <p:nvPr/>
          </p:nvSpPr>
          <p:spPr>
            <a:xfrm flipH="1">
              <a:off x="-2548878" y="-2071332"/>
              <a:ext cx="55348" cy="4584"/>
            </a:xfrm>
            <a:custGeom>
              <a:rect b="b" l="l" r="r" t="t"/>
              <a:pathLst>
                <a:path extrusionOk="0" h="82" w="990">
                  <a:moveTo>
                    <a:pt x="1" y="0"/>
                  </a:moveTo>
                  <a:lnTo>
                    <a:pt x="1" y="81"/>
                  </a:lnTo>
                  <a:lnTo>
                    <a:pt x="990" y="81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52" name="Google Shape;2952;p37"/>
          <p:cNvSpPr/>
          <p:nvPr/>
        </p:nvSpPr>
        <p:spPr>
          <a:xfrm flipH="1">
            <a:off x="3923500" y="0"/>
            <a:ext cx="454800" cy="5143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53" name="Google Shape;2953;p37"/>
          <p:cNvGrpSpPr/>
          <p:nvPr/>
        </p:nvGrpSpPr>
        <p:grpSpPr>
          <a:xfrm>
            <a:off x="8720580" y="1912541"/>
            <a:ext cx="1209708" cy="1147945"/>
            <a:chOff x="5235125" y="2636100"/>
            <a:chExt cx="796175" cy="755525"/>
          </a:xfrm>
        </p:grpSpPr>
        <p:sp>
          <p:nvSpPr>
            <p:cNvPr id="2954" name="Google Shape;2954;p37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7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7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7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7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7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7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7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7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7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7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7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7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7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7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7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7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7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7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7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7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7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7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7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7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7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7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7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7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7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7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7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7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7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7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7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7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7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7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7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7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7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7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7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7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7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7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7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7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7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7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7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7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7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7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7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7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7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7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7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7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7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7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7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18" name="Google Shape;3018;p37"/>
          <p:cNvSpPr/>
          <p:nvPr/>
        </p:nvSpPr>
        <p:spPr>
          <a:xfrm>
            <a:off x="1733088" y="9325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9" name="Google Shape;3019;p37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0" name="Google Shape;3020;p37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21" name="Google Shape;3021;p37"/>
          <p:cNvGrpSpPr/>
          <p:nvPr/>
        </p:nvGrpSpPr>
        <p:grpSpPr>
          <a:xfrm>
            <a:off x="3539540" y="4393300"/>
            <a:ext cx="754524" cy="750237"/>
            <a:chOff x="8523754" y="10"/>
            <a:chExt cx="516408" cy="513439"/>
          </a:xfrm>
        </p:grpSpPr>
        <p:sp>
          <p:nvSpPr>
            <p:cNvPr id="3022" name="Google Shape;3022;p37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7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24" name="Google Shape;3024;p37"/>
          <p:cNvSpPr txBox="1"/>
          <p:nvPr>
            <p:ph type="ctrTitle"/>
          </p:nvPr>
        </p:nvSpPr>
        <p:spPr>
          <a:xfrm>
            <a:off x="4304753" y="1484801"/>
            <a:ext cx="4114800" cy="137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5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025" name="Google Shape;3025;p37"/>
          <p:cNvSpPr txBox="1"/>
          <p:nvPr>
            <p:ph idx="1" type="subTitle"/>
          </p:nvPr>
        </p:nvSpPr>
        <p:spPr>
          <a:xfrm>
            <a:off x="4304753" y="3109999"/>
            <a:ext cx="34422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Dosis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3026" name="Shape 3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7" name="Google Shape;3027;p38"/>
          <p:cNvSpPr/>
          <p:nvPr/>
        </p:nvSpPr>
        <p:spPr>
          <a:xfrm>
            <a:off x="2530200" y="0"/>
            <a:ext cx="4083600" cy="51435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8" name="Google Shape;3028;p38"/>
          <p:cNvSpPr txBox="1"/>
          <p:nvPr>
            <p:ph type="title"/>
          </p:nvPr>
        </p:nvSpPr>
        <p:spPr>
          <a:xfrm>
            <a:off x="3014400" y="2680488"/>
            <a:ext cx="31152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029" name="Google Shape;3029;p38"/>
          <p:cNvSpPr txBox="1"/>
          <p:nvPr>
            <p:ph idx="1" type="subTitle"/>
          </p:nvPr>
        </p:nvSpPr>
        <p:spPr>
          <a:xfrm>
            <a:off x="3037200" y="3290867"/>
            <a:ext cx="3069600" cy="3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030" name="Google Shape;3030;p38"/>
          <p:cNvSpPr txBox="1"/>
          <p:nvPr>
            <p:ph hasCustomPrompt="1" idx="2" type="title"/>
          </p:nvPr>
        </p:nvSpPr>
        <p:spPr>
          <a:xfrm>
            <a:off x="4027950" y="1693480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31" name="Google Shape;3031;p38"/>
          <p:cNvSpPr/>
          <p:nvPr/>
        </p:nvSpPr>
        <p:spPr>
          <a:xfrm>
            <a:off x="8133850" y="18219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2" name="Google Shape;3032;p38"/>
          <p:cNvSpPr/>
          <p:nvPr/>
        </p:nvSpPr>
        <p:spPr>
          <a:xfrm rot="5400000">
            <a:off x="8133850" y="7872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3" name="Google Shape;3033;p38"/>
          <p:cNvSpPr/>
          <p:nvPr/>
        </p:nvSpPr>
        <p:spPr>
          <a:xfrm rot="3449335">
            <a:off x="1473204" y="-1086091"/>
            <a:ext cx="1596402" cy="180291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4" name="Google Shape;3034;p38"/>
          <p:cNvSpPr/>
          <p:nvPr/>
        </p:nvSpPr>
        <p:spPr>
          <a:xfrm>
            <a:off x="7290020" y="98147"/>
            <a:ext cx="6754688" cy="4497143"/>
          </a:xfrm>
          <a:custGeom>
            <a:rect b="b" l="l" r="r" t="t"/>
            <a:pathLst>
              <a:path extrusionOk="0" h="80439" w="120819">
                <a:moveTo>
                  <a:pt x="94887" y="81"/>
                </a:moveTo>
                <a:lnTo>
                  <a:pt x="96400" y="122"/>
                </a:lnTo>
                <a:lnTo>
                  <a:pt x="97914" y="182"/>
                </a:lnTo>
                <a:lnTo>
                  <a:pt x="99427" y="283"/>
                </a:lnTo>
                <a:lnTo>
                  <a:pt x="100941" y="424"/>
                </a:lnTo>
                <a:lnTo>
                  <a:pt x="102454" y="586"/>
                </a:lnTo>
                <a:lnTo>
                  <a:pt x="103968" y="788"/>
                </a:lnTo>
                <a:lnTo>
                  <a:pt x="105481" y="1030"/>
                </a:lnTo>
                <a:lnTo>
                  <a:pt x="106894" y="1272"/>
                </a:lnTo>
                <a:lnTo>
                  <a:pt x="107620" y="1413"/>
                </a:lnTo>
                <a:lnTo>
                  <a:pt x="108367" y="1595"/>
                </a:lnTo>
                <a:lnTo>
                  <a:pt x="109114" y="1777"/>
                </a:lnTo>
                <a:lnTo>
                  <a:pt x="109860" y="1998"/>
                </a:lnTo>
                <a:lnTo>
                  <a:pt x="110607" y="2241"/>
                </a:lnTo>
                <a:lnTo>
                  <a:pt x="111354" y="2503"/>
                </a:lnTo>
                <a:lnTo>
                  <a:pt x="112100" y="2806"/>
                </a:lnTo>
                <a:lnTo>
                  <a:pt x="112827" y="3129"/>
                </a:lnTo>
                <a:lnTo>
                  <a:pt x="113533" y="3492"/>
                </a:lnTo>
                <a:lnTo>
                  <a:pt x="114219" y="3895"/>
                </a:lnTo>
                <a:lnTo>
                  <a:pt x="114562" y="4117"/>
                </a:lnTo>
                <a:lnTo>
                  <a:pt x="114885" y="4339"/>
                </a:lnTo>
                <a:lnTo>
                  <a:pt x="115208" y="4582"/>
                </a:lnTo>
                <a:lnTo>
                  <a:pt x="115531" y="4824"/>
                </a:lnTo>
                <a:lnTo>
                  <a:pt x="115834" y="5086"/>
                </a:lnTo>
                <a:lnTo>
                  <a:pt x="116136" y="5369"/>
                </a:lnTo>
                <a:lnTo>
                  <a:pt x="116419" y="5651"/>
                </a:lnTo>
                <a:lnTo>
                  <a:pt x="116701" y="5934"/>
                </a:lnTo>
                <a:lnTo>
                  <a:pt x="117044" y="6317"/>
                </a:lnTo>
                <a:lnTo>
                  <a:pt x="117367" y="6721"/>
                </a:lnTo>
                <a:lnTo>
                  <a:pt x="117690" y="7165"/>
                </a:lnTo>
                <a:lnTo>
                  <a:pt x="118033" y="7669"/>
                </a:lnTo>
                <a:lnTo>
                  <a:pt x="118336" y="8194"/>
                </a:lnTo>
                <a:lnTo>
                  <a:pt x="118659" y="8799"/>
                </a:lnTo>
                <a:lnTo>
                  <a:pt x="118941" y="9445"/>
                </a:lnTo>
                <a:lnTo>
                  <a:pt x="119224" y="10171"/>
                </a:lnTo>
                <a:lnTo>
                  <a:pt x="119486" y="10958"/>
                </a:lnTo>
                <a:lnTo>
                  <a:pt x="119728" y="11826"/>
                </a:lnTo>
                <a:lnTo>
                  <a:pt x="119950" y="12795"/>
                </a:lnTo>
                <a:lnTo>
                  <a:pt x="120152" y="13824"/>
                </a:lnTo>
                <a:lnTo>
                  <a:pt x="120334" y="14974"/>
                </a:lnTo>
                <a:lnTo>
                  <a:pt x="120475" y="16205"/>
                </a:lnTo>
                <a:lnTo>
                  <a:pt x="120576" y="17557"/>
                </a:lnTo>
                <a:lnTo>
                  <a:pt x="120657" y="19010"/>
                </a:lnTo>
                <a:lnTo>
                  <a:pt x="120697" y="20241"/>
                </a:lnTo>
                <a:lnTo>
                  <a:pt x="120717" y="21472"/>
                </a:lnTo>
                <a:lnTo>
                  <a:pt x="120737" y="22683"/>
                </a:lnTo>
                <a:lnTo>
                  <a:pt x="120737" y="23914"/>
                </a:lnTo>
                <a:lnTo>
                  <a:pt x="120717" y="25145"/>
                </a:lnTo>
                <a:lnTo>
                  <a:pt x="120697" y="26376"/>
                </a:lnTo>
                <a:lnTo>
                  <a:pt x="120657" y="27607"/>
                </a:lnTo>
                <a:lnTo>
                  <a:pt x="120616" y="28838"/>
                </a:lnTo>
                <a:lnTo>
                  <a:pt x="120536" y="30049"/>
                </a:lnTo>
                <a:lnTo>
                  <a:pt x="120455" y="31280"/>
                </a:lnTo>
                <a:lnTo>
                  <a:pt x="120374" y="32511"/>
                </a:lnTo>
                <a:lnTo>
                  <a:pt x="120253" y="33722"/>
                </a:lnTo>
                <a:lnTo>
                  <a:pt x="120152" y="34953"/>
                </a:lnTo>
                <a:lnTo>
                  <a:pt x="120011" y="36163"/>
                </a:lnTo>
                <a:lnTo>
                  <a:pt x="119870" y="37394"/>
                </a:lnTo>
                <a:lnTo>
                  <a:pt x="119708" y="38605"/>
                </a:lnTo>
                <a:lnTo>
                  <a:pt x="119567" y="39533"/>
                </a:lnTo>
                <a:lnTo>
                  <a:pt x="119405" y="40462"/>
                </a:lnTo>
                <a:lnTo>
                  <a:pt x="119224" y="41390"/>
                </a:lnTo>
                <a:lnTo>
                  <a:pt x="119103" y="41834"/>
                </a:lnTo>
                <a:lnTo>
                  <a:pt x="118982" y="42278"/>
                </a:lnTo>
                <a:lnTo>
                  <a:pt x="118820" y="42722"/>
                </a:lnTo>
                <a:lnTo>
                  <a:pt x="118659" y="43166"/>
                </a:lnTo>
                <a:lnTo>
                  <a:pt x="118497" y="43590"/>
                </a:lnTo>
                <a:lnTo>
                  <a:pt x="118296" y="43993"/>
                </a:lnTo>
                <a:lnTo>
                  <a:pt x="118074" y="44397"/>
                </a:lnTo>
                <a:lnTo>
                  <a:pt x="117831" y="44800"/>
                </a:lnTo>
                <a:lnTo>
                  <a:pt x="117549" y="45164"/>
                </a:lnTo>
                <a:lnTo>
                  <a:pt x="117266" y="45527"/>
                </a:lnTo>
                <a:lnTo>
                  <a:pt x="117105" y="45709"/>
                </a:lnTo>
                <a:lnTo>
                  <a:pt x="116943" y="45870"/>
                </a:lnTo>
                <a:lnTo>
                  <a:pt x="116782" y="45991"/>
                </a:lnTo>
                <a:lnTo>
                  <a:pt x="116621" y="46112"/>
                </a:lnTo>
                <a:lnTo>
                  <a:pt x="116459" y="46193"/>
                </a:lnTo>
                <a:lnTo>
                  <a:pt x="116298" y="46253"/>
                </a:lnTo>
                <a:lnTo>
                  <a:pt x="116136" y="46294"/>
                </a:lnTo>
                <a:lnTo>
                  <a:pt x="115975" y="46314"/>
                </a:lnTo>
                <a:lnTo>
                  <a:pt x="115813" y="46314"/>
                </a:lnTo>
                <a:lnTo>
                  <a:pt x="115632" y="46294"/>
                </a:lnTo>
                <a:lnTo>
                  <a:pt x="115490" y="46253"/>
                </a:lnTo>
                <a:lnTo>
                  <a:pt x="115349" y="46193"/>
                </a:lnTo>
                <a:lnTo>
                  <a:pt x="115228" y="46092"/>
                </a:lnTo>
                <a:lnTo>
                  <a:pt x="115107" y="45991"/>
                </a:lnTo>
                <a:lnTo>
                  <a:pt x="115006" y="45890"/>
                </a:lnTo>
                <a:lnTo>
                  <a:pt x="114905" y="45749"/>
                </a:lnTo>
                <a:lnTo>
                  <a:pt x="114724" y="45446"/>
                </a:lnTo>
                <a:lnTo>
                  <a:pt x="114562" y="45103"/>
                </a:lnTo>
                <a:lnTo>
                  <a:pt x="114441" y="44740"/>
                </a:lnTo>
                <a:lnTo>
                  <a:pt x="114300" y="44336"/>
                </a:lnTo>
                <a:lnTo>
                  <a:pt x="114360" y="44316"/>
                </a:lnTo>
                <a:lnTo>
                  <a:pt x="114199" y="43751"/>
                </a:lnTo>
                <a:lnTo>
                  <a:pt x="114017" y="43186"/>
                </a:lnTo>
                <a:lnTo>
                  <a:pt x="113816" y="42641"/>
                </a:lnTo>
                <a:lnTo>
                  <a:pt x="113594" y="42096"/>
                </a:lnTo>
                <a:lnTo>
                  <a:pt x="113331" y="41551"/>
                </a:lnTo>
                <a:lnTo>
                  <a:pt x="113049" y="41027"/>
                </a:lnTo>
                <a:lnTo>
                  <a:pt x="112746" y="40522"/>
                </a:lnTo>
                <a:lnTo>
                  <a:pt x="112403" y="40018"/>
                </a:lnTo>
                <a:lnTo>
                  <a:pt x="112040" y="39533"/>
                </a:lnTo>
                <a:lnTo>
                  <a:pt x="111656" y="39049"/>
                </a:lnTo>
                <a:lnTo>
                  <a:pt x="111253" y="38605"/>
                </a:lnTo>
                <a:lnTo>
                  <a:pt x="110829" y="38161"/>
                </a:lnTo>
                <a:lnTo>
                  <a:pt x="110365" y="37717"/>
                </a:lnTo>
                <a:lnTo>
                  <a:pt x="109901" y="37314"/>
                </a:lnTo>
                <a:lnTo>
                  <a:pt x="109396" y="36910"/>
                </a:lnTo>
                <a:lnTo>
                  <a:pt x="108892" y="36547"/>
                </a:lnTo>
                <a:lnTo>
                  <a:pt x="108367" y="36184"/>
                </a:lnTo>
                <a:lnTo>
                  <a:pt x="107822" y="35861"/>
                </a:lnTo>
                <a:lnTo>
                  <a:pt x="107277" y="35558"/>
                </a:lnTo>
                <a:lnTo>
                  <a:pt x="106712" y="35275"/>
                </a:lnTo>
                <a:lnTo>
                  <a:pt x="106147" y="35033"/>
                </a:lnTo>
                <a:lnTo>
                  <a:pt x="105582" y="34811"/>
                </a:lnTo>
                <a:lnTo>
                  <a:pt x="104997" y="34610"/>
                </a:lnTo>
                <a:lnTo>
                  <a:pt x="104412" y="34428"/>
                </a:lnTo>
                <a:lnTo>
                  <a:pt x="103826" y="34287"/>
                </a:lnTo>
                <a:lnTo>
                  <a:pt x="103241" y="34166"/>
                </a:lnTo>
                <a:lnTo>
                  <a:pt x="102636" y="34065"/>
                </a:lnTo>
                <a:lnTo>
                  <a:pt x="102051" y="34004"/>
                </a:lnTo>
                <a:lnTo>
                  <a:pt x="101445" y="33964"/>
                </a:lnTo>
                <a:lnTo>
                  <a:pt x="100860" y="33944"/>
                </a:lnTo>
                <a:lnTo>
                  <a:pt x="100255" y="33964"/>
                </a:lnTo>
                <a:lnTo>
                  <a:pt x="99669" y="34004"/>
                </a:lnTo>
                <a:lnTo>
                  <a:pt x="99084" y="34085"/>
                </a:lnTo>
                <a:lnTo>
                  <a:pt x="98499" y="34166"/>
                </a:lnTo>
                <a:lnTo>
                  <a:pt x="97914" y="34307"/>
                </a:lnTo>
                <a:lnTo>
                  <a:pt x="97349" y="34448"/>
                </a:lnTo>
                <a:lnTo>
                  <a:pt x="96763" y="34630"/>
                </a:lnTo>
                <a:lnTo>
                  <a:pt x="96198" y="34831"/>
                </a:lnTo>
                <a:lnTo>
                  <a:pt x="95654" y="35053"/>
                </a:lnTo>
                <a:lnTo>
                  <a:pt x="95109" y="35296"/>
                </a:lnTo>
                <a:lnTo>
                  <a:pt x="94564" y="35578"/>
                </a:lnTo>
                <a:lnTo>
                  <a:pt x="94019" y="35861"/>
                </a:lnTo>
                <a:lnTo>
                  <a:pt x="93494" y="36184"/>
                </a:lnTo>
                <a:lnTo>
                  <a:pt x="92990" y="36527"/>
                </a:lnTo>
                <a:lnTo>
                  <a:pt x="92485" y="36910"/>
                </a:lnTo>
                <a:lnTo>
                  <a:pt x="92001" y="37293"/>
                </a:lnTo>
                <a:lnTo>
                  <a:pt x="91517" y="37697"/>
                </a:lnTo>
                <a:lnTo>
                  <a:pt x="91052" y="38141"/>
                </a:lnTo>
                <a:lnTo>
                  <a:pt x="90609" y="38585"/>
                </a:lnTo>
                <a:lnTo>
                  <a:pt x="90185" y="39049"/>
                </a:lnTo>
                <a:lnTo>
                  <a:pt x="89781" y="39513"/>
                </a:lnTo>
                <a:lnTo>
                  <a:pt x="89398" y="40018"/>
                </a:lnTo>
                <a:lnTo>
                  <a:pt x="89055" y="40502"/>
                </a:lnTo>
                <a:lnTo>
                  <a:pt x="88712" y="41027"/>
                </a:lnTo>
                <a:lnTo>
                  <a:pt x="88389" y="41551"/>
                </a:lnTo>
                <a:lnTo>
                  <a:pt x="88086" y="42076"/>
                </a:lnTo>
                <a:lnTo>
                  <a:pt x="87824" y="42621"/>
                </a:lnTo>
                <a:lnTo>
                  <a:pt x="87561" y="43186"/>
                </a:lnTo>
                <a:lnTo>
                  <a:pt x="87339" y="43751"/>
                </a:lnTo>
                <a:lnTo>
                  <a:pt x="87138" y="44316"/>
                </a:lnTo>
                <a:lnTo>
                  <a:pt x="86956" y="44881"/>
                </a:lnTo>
                <a:lnTo>
                  <a:pt x="86815" y="45466"/>
                </a:lnTo>
                <a:lnTo>
                  <a:pt x="86673" y="46052"/>
                </a:lnTo>
                <a:lnTo>
                  <a:pt x="86573" y="46637"/>
                </a:lnTo>
                <a:lnTo>
                  <a:pt x="86492" y="47283"/>
                </a:lnTo>
                <a:lnTo>
                  <a:pt x="86411" y="47928"/>
                </a:lnTo>
                <a:lnTo>
                  <a:pt x="86290" y="49240"/>
                </a:lnTo>
                <a:lnTo>
                  <a:pt x="86209" y="50330"/>
                </a:lnTo>
                <a:lnTo>
                  <a:pt x="86088" y="51399"/>
                </a:lnTo>
                <a:lnTo>
                  <a:pt x="86007" y="51924"/>
                </a:lnTo>
                <a:lnTo>
                  <a:pt x="85927" y="52449"/>
                </a:lnTo>
                <a:lnTo>
                  <a:pt x="85806" y="52973"/>
                </a:lnTo>
                <a:lnTo>
                  <a:pt x="85685" y="53458"/>
                </a:lnTo>
                <a:lnTo>
                  <a:pt x="85543" y="53962"/>
                </a:lnTo>
                <a:lnTo>
                  <a:pt x="85362" y="54426"/>
                </a:lnTo>
                <a:lnTo>
                  <a:pt x="85160" y="54870"/>
                </a:lnTo>
                <a:lnTo>
                  <a:pt x="84918" y="55314"/>
                </a:lnTo>
                <a:lnTo>
                  <a:pt x="84655" y="55718"/>
                </a:lnTo>
                <a:lnTo>
                  <a:pt x="84353" y="56101"/>
                </a:lnTo>
                <a:lnTo>
                  <a:pt x="84171" y="56303"/>
                </a:lnTo>
                <a:lnTo>
                  <a:pt x="84010" y="56465"/>
                </a:lnTo>
                <a:lnTo>
                  <a:pt x="83808" y="56646"/>
                </a:lnTo>
                <a:lnTo>
                  <a:pt x="83606" y="56808"/>
                </a:lnTo>
                <a:lnTo>
                  <a:pt x="83344" y="56989"/>
                </a:lnTo>
                <a:lnTo>
                  <a:pt x="83041" y="57191"/>
                </a:lnTo>
                <a:lnTo>
                  <a:pt x="82658" y="57393"/>
                </a:lnTo>
                <a:lnTo>
                  <a:pt x="82173" y="57595"/>
                </a:lnTo>
                <a:lnTo>
                  <a:pt x="81628" y="57776"/>
                </a:lnTo>
                <a:lnTo>
                  <a:pt x="81326" y="57877"/>
                </a:lnTo>
                <a:lnTo>
                  <a:pt x="80983" y="57958"/>
                </a:lnTo>
                <a:lnTo>
                  <a:pt x="80599" y="58018"/>
                </a:lnTo>
                <a:lnTo>
                  <a:pt x="80216" y="58099"/>
                </a:lnTo>
                <a:lnTo>
                  <a:pt x="79792" y="58160"/>
                </a:lnTo>
                <a:lnTo>
                  <a:pt x="79328" y="58200"/>
                </a:lnTo>
                <a:lnTo>
                  <a:pt x="78642" y="58261"/>
                </a:lnTo>
                <a:lnTo>
                  <a:pt x="77935" y="58281"/>
                </a:lnTo>
                <a:lnTo>
                  <a:pt x="77249" y="58301"/>
                </a:lnTo>
                <a:lnTo>
                  <a:pt x="76543" y="58301"/>
                </a:lnTo>
                <a:lnTo>
                  <a:pt x="75837" y="58281"/>
                </a:lnTo>
                <a:lnTo>
                  <a:pt x="75151" y="58240"/>
                </a:lnTo>
                <a:lnTo>
                  <a:pt x="74444" y="58180"/>
                </a:lnTo>
                <a:lnTo>
                  <a:pt x="73758" y="58119"/>
                </a:lnTo>
                <a:lnTo>
                  <a:pt x="72366" y="57958"/>
                </a:lnTo>
                <a:lnTo>
                  <a:pt x="70994" y="57776"/>
                </a:lnTo>
                <a:lnTo>
                  <a:pt x="69601" y="57574"/>
                </a:lnTo>
                <a:lnTo>
                  <a:pt x="68249" y="57352"/>
                </a:lnTo>
                <a:lnTo>
                  <a:pt x="66937" y="57151"/>
                </a:lnTo>
                <a:lnTo>
                  <a:pt x="65605" y="56949"/>
                </a:lnTo>
                <a:lnTo>
                  <a:pt x="64294" y="56767"/>
                </a:lnTo>
                <a:lnTo>
                  <a:pt x="62962" y="56606"/>
                </a:lnTo>
                <a:lnTo>
                  <a:pt x="61771" y="56505"/>
                </a:lnTo>
                <a:lnTo>
                  <a:pt x="60581" y="56424"/>
                </a:lnTo>
                <a:lnTo>
                  <a:pt x="59390" y="56384"/>
                </a:lnTo>
                <a:lnTo>
                  <a:pt x="58179" y="56364"/>
                </a:lnTo>
                <a:lnTo>
                  <a:pt x="56968" y="56384"/>
                </a:lnTo>
                <a:lnTo>
                  <a:pt x="55778" y="56444"/>
                </a:lnTo>
                <a:lnTo>
                  <a:pt x="54567" y="56525"/>
                </a:lnTo>
                <a:lnTo>
                  <a:pt x="53356" y="56646"/>
                </a:lnTo>
                <a:lnTo>
                  <a:pt x="52145" y="56787"/>
                </a:lnTo>
                <a:lnTo>
                  <a:pt x="50935" y="56949"/>
                </a:lnTo>
                <a:lnTo>
                  <a:pt x="49744" y="57151"/>
                </a:lnTo>
                <a:lnTo>
                  <a:pt x="48553" y="57393"/>
                </a:lnTo>
                <a:lnTo>
                  <a:pt x="47343" y="57655"/>
                </a:lnTo>
                <a:lnTo>
                  <a:pt x="46172" y="57958"/>
                </a:lnTo>
                <a:lnTo>
                  <a:pt x="44981" y="58281"/>
                </a:lnTo>
                <a:lnTo>
                  <a:pt x="43811" y="58644"/>
                </a:lnTo>
                <a:lnTo>
                  <a:pt x="42661" y="59027"/>
                </a:lnTo>
                <a:lnTo>
                  <a:pt x="41510" y="59451"/>
                </a:lnTo>
                <a:lnTo>
                  <a:pt x="40380" y="59895"/>
                </a:lnTo>
                <a:lnTo>
                  <a:pt x="39250" y="60359"/>
                </a:lnTo>
                <a:lnTo>
                  <a:pt x="38140" y="60864"/>
                </a:lnTo>
                <a:lnTo>
                  <a:pt x="37031" y="61409"/>
                </a:lnTo>
                <a:lnTo>
                  <a:pt x="35961" y="61954"/>
                </a:lnTo>
                <a:lnTo>
                  <a:pt x="34891" y="62539"/>
                </a:lnTo>
                <a:lnTo>
                  <a:pt x="33842" y="63144"/>
                </a:lnTo>
                <a:lnTo>
                  <a:pt x="32813" y="63790"/>
                </a:lnTo>
                <a:lnTo>
                  <a:pt x="31784" y="64436"/>
                </a:lnTo>
                <a:lnTo>
                  <a:pt x="30795" y="65122"/>
                </a:lnTo>
                <a:lnTo>
                  <a:pt x="29826" y="65828"/>
                </a:lnTo>
                <a:lnTo>
                  <a:pt x="28878" y="66555"/>
                </a:lnTo>
                <a:lnTo>
                  <a:pt x="27950" y="67321"/>
                </a:lnTo>
                <a:lnTo>
                  <a:pt x="27041" y="68088"/>
                </a:lnTo>
                <a:lnTo>
                  <a:pt x="26113" y="68916"/>
                </a:lnTo>
                <a:lnTo>
                  <a:pt x="25205" y="69763"/>
                </a:lnTo>
                <a:lnTo>
                  <a:pt x="23429" y="71499"/>
                </a:lnTo>
                <a:lnTo>
                  <a:pt x="22279" y="72609"/>
                </a:lnTo>
                <a:lnTo>
                  <a:pt x="21129" y="73719"/>
                </a:lnTo>
                <a:lnTo>
                  <a:pt x="19938" y="74788"/>
                </a:lnTo>
                <a:lnTo>
                  <a:pt x="19333" y="75313"/>
                </a:lnTo>
                <a:lnTo>
                  <a:pt x="18707" y="75837"/>
                </a:lnTo>
                <a:lnTo>
                  <a:pt x="18081" y="76342"/>
                </a:lnTo>
                <a:lnTo>
                  <a:pt x="17456" y="76826"/>
                </a:lnTo>
                <a:lnTo>
                  <a:pt x="16810" y="77290"/>
                </a:lnTo>
                <a:lnTo>
                  <a:pt x="16144" y="77734"/>
                </a:lnTo>
                <a:lnTo>
                  <a:pt x="15458" y="78158"/>
                </a:lnTo>
                <a:lnTo>
                  <a:pt x="14772" y="78542"/>
                </a:lnTo>
                <a:lnTo>
                  <a:pt x="14066" y="78925"/>
                </a:lnTo>
                <a:lnTo>
                  <a:pt x="13339" y="79268"/>
                </a:lnTo>
                <a:lnTo>
                  <a:pt x="12915" y="79450"/>
                </a:lnTo>
                <a:lnTo>
                  <a:pt x="12492" y="79611"/>
                </a:lnTo>
                <a:lnTo>
                  <a:pt x="12048" y="79752"/>
                </a:lnTo>
                <a:lnTo>
                  <a:pt x="11604" y="79894"/>
                </a:lnTo>
                <a:lnTo>
                  <a:pt x="11160" y="79995"/>
                </a:lnTo>
                <a:lnTo>
                  <a:pt x="10716" y="80095"/>
                </a:lnTo>
                <a:lnTo>
                  <a:pt x="10252" y="80196"/>
                </a:lnTo>
                <a:lnTo>
                  <a:pt x="9787" y="80257"/>
                </a:lnTo>
                <a:lnTo>
                  <a:pt x="9344" y="80297"/>
                </a:lnTo>
                <a:lnTo>
                  <a:pt x="8879" y="80338"/>
                </a:lnTo>
                <a:lnTo>
                  <a:pt x="8415" y="80358"/>
                </a:lnTo>
                <a:lnTo>
                  <a:pt x="7951" y="80358"/>
                </a:lnTo>
                <a:lnTo>
                  <a:pt x="7507" y="80338"/>
                </a:lnTo>
                <a:lnTo>
                  <a:pt x="7063" y="80317"/>
                </a:lnTo>
                <a:lnTo>
                  <a:pt x="6619" y="80257"/>
                </a:lnTo>
                <a:lnTo>
                  <a:pt x="6175" y="80196"/>
                </a:lnTo>
                <a:lnTo>
                  <a:pt x="5691" y="80095"/>
                </a:lnTo>
                <a:lnTo>
                  <a:pt x="5247" y="79974"/>
                </a:lnTo>
                <a:lnTo>
                  <a:pt x="4803" y="79853"/>
                </a:lnTo>
                <a:lnTo>
                  <a:pt x="4379" y="79692"/>
                </a:lnTo>
                <a:lnTo>
                  <a:pt x="3955" y="79510"/>
                </a:lnTo>
                <a:lnTo>
                  <a:pt x="3572" y="79329"/>
                </a:lnTo>
                <a:lnTo>
                  <a:pt x="3189" y="79107"/>
                </a:lnTo>
                <a:lnTo>
                  <a:pt x="2846" y="78885"/>
                </a:lnTo>
                <a:lnTo>
                  <a:pt x="2502" y="78642"/>
                </a:lnTo>
                <a:lnTo>
                  <a:pt x="2180" y="78380"/>
                </a:lnTo>
                <a:lnTo>
                  <a:pt x="1897" y="78098"/>
                </a:lnTo>
                <a:lnTo>
                  <a:pt x="1615" y="77795"/>
                </a:lnTo>
                <a:lnTo>
                  <a:pt x="1352" y="77472"/>
                </a:lnTo>
                <a:lnTo>
                  <a:pt x="1130" y="77149"/>
                </a:lnTo>
                <a:lnTo>
                  <a:pt x="908" y="76806"/>
                </a:lnTo>
                <a:lnTo>
                  <a:pt x="727" y="76443"/>
                </a:lnTo>
                <a:lnTo>
                  <a:pt x="585" y="76180"/>
                </a:lnTo>
                <a:lnTo>
                  <a:pt x="484" y="75898"/>
                </a:lnTo>
                <a:lnTo>
                  <a:pt x="384" y="75636"/>
                </a:lnTo>
                <a:lnTo>
                  <a:pt x="303" y="75353"/>
                </a:lnTo>
                <a:lnTo>
                  <a:pt x="242" y="75050"/>
                </a:lnTo>
                <a:lnTo>
                  <a:pt x="182" y="74768"/>
                </a:lnTo>
                <a:lnTo>
                  <a:pt x="141" y="74465"/>
                </a:lnTo>
                <a:lnTo>
                  <a:pt x="101" y="74162"/>
                </a:lnTo>
                <a:lnTo>
                  <a:pt x="81" y="73860"/>
                </a:lnTo>
                <a:lnTo>
                  <a:pt x="81" y="73557"/>
                </a:lnTo>
                <a:lnTo>
                  <a:pt x="101" y="73254"/>
                </a:lnTo>
                <a:lnTo>
                  <a:pt x="121" y="72952"/>
                </a:lnTo>
                <a:lnTo>
                  <a:pt x="162" y="72629"/>
                </a:lnTo>
                <a:lnTo>
                  <a:pt x="202" y="72306"/>
                </a:lnTo>
                <a:lnTo>
                  <a:pt x="262" y="71983"/>
                </a:lnTo>
                <a:lnTo>
                  <a:pt x="343" y="71680"/>
                </a:lnTo>
                <a:lnTo>
                  <a:pt x="525" y="71075"/>
                </a:lnTo>
                <a:lnTo>
                  <a:pt x="727" y="70490"/>
                </a:lnTo>
                <a:lnTo>
                  <a:pt x="989" y="69925"/>
                </a:lnTo>
                <a:lnTo>
                  <a:pt x="1292" y="69380"/>
                </a:lnTo>
                <a:lnTo>
                  <a:pt x="1615" y="68835"/>
                </a:lnTo>
                <a:lnTo>
                  <a:pt x="1998" y="68330"/>
                </a:lnTo>
                <a:lnTo>
                  <a:pt x="2381" y="67846"/>
                </a:lnTo>
                <a:lnTo>
                  <a:pt x="2825" y="67382"/>
                </a:lnTo>
                <a:lnTo>
                  <a:pt x="3209" y="67019"/>
                </a:lnTo>
                <a:lnTo>
                  <a:pt x="3612" y="66676"/>
                </a:lnTo>
                <a:lnTo>
                  <a:pt x="4036" y="66353"/>
                </a:lnTo>
                <a:lnTo>
                  <a:pt x="4500" y="66030"/>
                </a:lnTo>
                <a:lnTo>
                  <a:pt x="4964" y="65727"/>
                </a:lnTo>
                <a:lnTo>
                  <a:pt x="5449" y="65445"/>
                </a:lnTo>
                <a:lnTo>
                  <a:pt x="5973" y="65162"/>
                </a:lnTo>
                <a:lnTo>
                  <a:pt x="6518" y="64900"/>
                </a:lnTo>
                <a:lnTo>
                  <a:pt x="7063" y="64658"/>
                </a:lnTo>
                <a:lnTo>
                  <a:pt x="7669" y="64415"/>
                </a:lnTo>
                <a:lnTo>
                  <a:pt x="8274" y="64194"/>
                </a:lnTo>
                <a:lnTo>
                  <a:pt x="8920" y="63992"/>
                </a:lnTo>
                <a:lnTo>
                  <a:pt x="9586" y="63790"/>
                </a:lnTo>
                <a:lnTo>
                  <a:pt x="10272" y="63608"/>
                </a:lnTo>
                <a:lnTo>
                  <a:pt x="10978" y="63427"/>
                </a:lnTo>
                <a:lnTo>
                  <a:pt x="11745" y="63265"/>
                </a:lnTo>
                <a:lnTo>
                  <a:pt x="12673" y="63084"/>
                </a:lnTo>
                <a:lnTo>
                  <a:pt x="13460" y="62942"/>
                </a:lnTo>
                <a:lnTo>
                  <a:pt x="14227" y="62781"/>
                </a:lnTo>
                <a:lnTo>
                  <a:pt x="15014" y="62579"/>
                </a:lnTo>
                <a:lnTo>
                  <a:pt x="15761" y="62377"/>
                </a:lnTo>
                <a:lnTo>
                  <a:pt x="16144" y="62256"/>
                </a:lnTo>
                <a:lnTo>
                  <a:pt x="16507" y="62115"/>
                </a:lnTo>
                <a:lnTo>
                  <a:pt x="16871" y="61974"/>
                </a:lnTo>
                <a:lnTo>
                  <a:pt x="17234" y="61812"/>
                </a:lnTo>
                <a:lnTo>
                  <a:pt x="17577" y="61631"/>
                </a:lnTo>
                <a:lnTo>
                  <a:pt x="17920" y="61429"/>
                </a:lnTo>
                <a:lnTo>
                  <a:pt x="18243" y="61227"/>
                </a:lnTo>
                <a:lnTo>
                  <a:pt x="18566" y="61005"/>
                </a:lnTo>
                <a:lnTo>
                  <a:pt x="18909" y="60723"/>
                </a:lnTo>
                <a:lnTo>
                  <a:pt x="19232" y="60420"/>
                </a:lnTo>
                <a:lnTo>
                  <a:pt x="19534" y="60097"/>
                </a:lnTo>
                <a:lnTo>
                  <a:pt x="19817" y="59754"/>
                </a:lnTo>
                <a:lnTo>
                  <a:pt x="20099" y="59391"/>
                </a:lnTo>
                <a:lnTo>
                  <a:pt x="20362" y="59007"/>
                </a:lnTo>
                <a:lnTo>
                  <a:pt x="20604" y="58604"/>
                </a:lnTo>
                <a:lnTo>
                  <a:pt x="20826" y="58160"/>
                </a:lnTo>
                <a:lnTo>
                  <a:pt x="21028" y="57716"/>
                </a:lnTo>
                <a:lnTo>
                  <a:pt x="21230" y="57252"/>
                </a:lnTo>
                <a:lnTo>
                  <a:pt x="21391" y="56767"/>
                </a:lnTo>
                <a:lnTo>
                  <a:pt x="21552" y="56263"/>
                </a:lnTo>
                <a:lnTo>
                  <a:pt x="21694" y="55738"/>
                </a:lnTo>
                <a:lnTo>
                  <a:pt x="21795" y="55213"/>
                </a:lnTo>
                <a:lnTo>
                  <a:pt x="21895" y="54648"/>
                </a:lnTo>
                <a:lnTo>
                  <a:pt x="21976" y="54083"/>
                </a:lnTo>
                <a:lnTo>
                  <a:pt x="22037" y="53478"/>
                </a:lnTo>
                <a:lnTo>
                  <a:pt x="22077" y="52872"/>
                </a:lnTo>
                <a:lnTo>
                  <a:pt x="22097" y="52267"/>
                </a:lnTo>
                <a:lnTo>
                  <a:pt x="22117" y="51662"/>
                </a:lnTo>
                <a:lnTo>
                  <a:pt x="22097" y="51056"/>
                </a:lnTo>
                <a:lnTo>
                  <a:pt x="22077" y="50451"/>
                </a:lnTo>
                <a:lnTo>
                  <a:pt x="21996" y="49240"/>
                </a:lnTo>
                <a:lnTo>
                  <a:pt x="21875" y="48029"/>
                </a:lnTo>
                <a:lnTo>
                  <a:pt x="21734" y="46818"/>
                </a:lnTo>
                <a:lnTo>
                  <a:pt x="21552" y="45608"/>
                </a:lnTo>
                <a:lnTo>
                  <a:pt x="21371" y="44417"/>
                </a:lnTo>
                <a:lnTo>
                  <a:pt x="21068" y="42359"/>
                </a:lnTo>
                <a:lnTo>
                  <a:pt x="20927" y="41309"/>
                </a:lnTo>
                <a:lnTo>
                  <a:pt x="20806" y="40280"/>
                </a:lnTo>
                <a:lnTo>
                  <a:pt x="20745" y="39493"/>
                </a:lnTo>
                <a:lnTo>
                  <a:pt x="20685" y="38706"/>
                </a:lnTo>
                <a:lnTo>
                  <a:pt x="20665" y="37879"/>
                </a:lnTo>
                <a:lnTo>
                  <a:pt x="20665" y="37031"/>
                </a:lnTo>
                <a:lnTo>
                  <a:pt x="20685" y="36184"/>
                </a:lnTo>
                <a:lnTo>
                  <a:pt x="20765" y="35316"/>
                </a:lnTo>
                <a:lnTo>
                  <a:pt x="20866" y="34448"/>
                </a:lnTo>
                <a:lnTo>
                  <a:pt x="21008" y="33560"/>
                </a:lnTo>
                <a:lnTo>
                  <a:pt x="21088" y="33136"/>
                </a:lnTo>
                <a:lnTo>
                  <a:pt x="21189" y="32713"/>
                </a:lnTo>
                <a:lnTo>
                  <a:pt x="21290" y="32269"/>
                </a:lnTo>
                <a:lnTo>
                  <a:pt x="21431" y="31845"/>
                </a:lnTo>
                <a:lnTo>
                  <a:pt x="21552" y="31441"/>
                </a:lnTo>
                <a:lnTo>
                  <a:pt x="21714" y="31017"/>
                </a:lnTo>
                <a:lnTo>
                  <a:pt x="21875" y="30614"/>
                </a:lnTo>
                <a:lnTo>
                  <a:pt x="22057" y="30210"/>
                </a:lnTo>
                <a:lnTo>
                  <a:pt x="22259" y="29807"/>
                </a:lnTo>
                <a:lnTo>
                  <a:pt x="22461" y="29423"/>
                </a:lnTo>
                <a:lnTo>
                  <a:pt x="22703" y="29040"/>
                </a:lnTo>
                <a:lnTo>
                  <a:pt x="22945" y="28677"/>
                </a:lnTo>
                <a:lnTo>
                  <a:pt x="23207" y="28313"/>
                </a:lnTo>
                <a:lnTo>
                  <a:pt x="23470" y="27950"/>
                </a:lnTo>
                <a:lnTo>
                  <a:pt x="23772" y="27607"/>
                </a:lnTo>
                <a:lnTo>
                  <a:pt x="24095" y="27284"/>
                </a:lnTo>
                <a:lnTo>
                  <a:pt x="24458" y="26921"/>
                </a:lnTo>
                <a:lnTo>
                  <a:pt x="24862" y="26578"/>
                </a:lnTo>
                <a:lnTo>
                  <a:pt x="25266" y="26275"/>
                </a:lnTo>
                <a:lnTo>
                  <a:pt x="25710" y="25972"/>
                </a:lnTo>
                <a:lnTo>
                  <a:pt x="26153" y="25690"/>
                </a:lnTo>
                <a:lnTo>
                  <a:pt x="26597" y="25448"/>
                </a:lnTo>
                <a:lnTo>
                  <a:pt x="27082" y="25226"/>
                </a:lnTo>
                <a:lnTo>
                  <a:pt x="27586" y="25004"/>
                </a:lnTo>
                <a:lnTo>
                  <a:pt x="28091" y="24822"/>
                </a:lnTo>
                <a:lnTo>
                  <a:pt x="28615" y="24661"/>
                </a:lnTo>
                <a:lnTo>
                  <a:pt x="29160" y="24519"/>
                </a:lnTo>
                <a:lnTo>
                  <a:pt x="29705" y="24398"/>
                </a:lnTo>
                <a:lnTo>
                  <a:pt x="30290" y="24297"/>
                </a:lnTo>
                <a:lnTo>
                  <a:pt x="30876" y="24217"/>
                </a:lnTo>
                <a:lnTo>
                  <a:pt x="31481" y="24176"/>
                </a:lnTo>
                <a:lnTo>
                  <a:pt x="32086" y="24136"/>
                </a:lnTo>
                <a:lnTo>
                  <a:pt x="33297" y="24136"/>
                </a:lnTo>
                <a:lnTo>
                  <a:pt x="33903" y="24176"/>
                </a:lnTo>
                <a:lnTo>
                  <a:pt x="34508" y="24217"/>
                </a:lnTo>
                <a:lnTo>
                  <a:pt x="35113" y="24277"/>
                </a:lnTo>
                <a:lnTo>
                  <a:pt x="35699" y="24358"/>
                </a:lnTo>
                <a:lnTo>
                  <a:pt x="36264" y="24459"/>
                </a:lnTo>
                <a:lnTo>
                  <a:pt x="36829" y="24580"/>
                </a:lnTo>
                <a:lnTo>
                  <a:pt x="37394" y="24681"/>
                </a:lnTo>
                <a:lnTo>
                  <a:pt x="38443" y="24943"/>
                </a:lnTo>
                <a:lnTo>
                  <a:pt x="39412" y="25246"/>
                </a:lnTo>
                <a:lnTo>
                  <a:pt x="40320" y="25549"/>
                </a:lnTo>
                <a:lnTo>
                  <a:pt x="41147" y="25851"/>
                </a:lnTo>
                <a:lnTo>
                  <a:pt x="41874" y="26134"/>
                </a:lnTo>
                <a:lnTo>
                  <a:pt x="42600" y="26437"/>
                </a:lnTo>
                <a:lnTo>
                  <a:pt x="43327" y="26759"/>
                </a:lnTo>
                <a:lnTo>
                  <a:pt x="44033" y="27082"/>
                </a:lnTo>
                <a:lnTo>
                  <a:pt x="45466" y="27768"/>
                </a:lnTo>
                <a:lnTo>
                  <a:pt x="46878" y="28495"/>
                </a:lnTo>
                <a:lnTo>
                  <a:pt x="48271" y="29242"/>
                </a:lnTo>
                <a:lnTo>
                  <a:pt x="49643" y="30008"/>
                </a:lnTo>
                <a:lnTo>
                  <a:pt x="52367" y="31542"/>
                </a:lnTo>
                <a:lnTo>
                  <a:pt x="54486" y="32753"/>
                </a:lnTo>
                <a:lnTo>
                  <a:pt x="56646" y="33944"/>
                </a:lnTo>
                <a:lnTo>
                  <a:pt x="57735" y="34529"/>
                </a:lnTo>
                <a:lnTo>
                  <a:pt x="58825" y="35094"/>
                </a:lnTo>
                <a:lnTo>
                  <a:pt x="59935" y="35639"/>
                </a:lnTo>
                <a:lnTo>
                  <a:pt x="61045" y="36163"/>
                </a:lnTo>
                <a:lnTo>
                  <a:pt x="61953" y="36547"/>
                </a:lnTo>
                <a:lnTo>
                  <a:pt x="62821" y="36890"/>
                </a:lnTo>
                <a:lnTo>
                  <a:pt x="63668" y="37193"/>
                </a:lnTo>
                <a:lnTo>
                  <a:pt x="64496" y="37435"/>
                </a:lnTo>
                <a:lnTo>
                  <a:pt x="65283" y="37637"/>
                </a:lnTo>
                <a:lnTo>
                  <a:pt x="66049" y="37798"/>
                </a:lnTo>
                <a:lnTo>
                  <a:pt x="66816" y="37899"/>
                </a:lnTo>
                <a:lnTo>
                  <a:pt x="67523" y="37959"/>
                </a:lnTo>
                <a:lnTo>
                  <a:pt x="68229" y="37980"/>
                </a:lnTo>
                <a:lnTo>
                  <a:pt x="68552" y="37959"/>
                </a:lnTo>
                <a:lnTo>
                  <a:pt x="68895" y="37939"/>
                </a:lnTo>
                <a:lnTo>
                  <a:pt x="69218" y="37899"/>
                </a:lnTo>
                <a:lnTo>
                  <a:pt x="69541" y="37859"/>
                </a:lnTo>
                <a:lnTo>
                  <a:pt x="69843" y="37798"/>
                </a:lnTo>
                <a:lnTo>
                  <a:pt x="70166" y="37737"/>
                </a:lnTo>
                <a:lnTo>
                  <a:pt x="70449" y="37657"/>
                </a:lnTo>
                <a:lnTo>
                  <a:pt x="70751" y="37556"/>
                </a:lnTo>
                <a:lnTo>
                  <a:pt x="71034" y="37455"/>
                </a:lnTo>
                <a:lnTo>
                  <a:pt x="71316" y="37334"/>
                </a:lnTo>
                <a:lnTo>
                  <a:pt x="71579" y="37193"/>
                </a:lnTo>
                <a:lnTo>
                  <a:pt x="71861" y="37051"/>
                </a:lnTo>
                <a:lnTo>
                  <a:pt x="72103" y="36890"/>
                </a:lnTo>
                <a:lnTo>
                  <a:pt x="72366" y="36728"/>
                </a:lnTo>
                <a:lnTo>
                  <a:pt x="72628" y="36547"/>
                </a:lnTo>
                <a:lnTo>
                  <a:pt x="72870" y="36345"/>
                </a:lnTo>
                <a:lnTo>
                  <a:pt x="73112" y="36143"/>
                </a:lnTo>
                <a:lnTo>
                  <a:pt x="73355" y="35921"/>
                </a:lnTo>
                <a:lnTo>
                  <a:pt x="73577" y="35679"/>
                </a:lnTo>
                <a:lnTo>
                  <a:pt x="73778" y="35437"/>
                </a:lnTo>
                <a:lnTo>
                  <a:pt x="74000" y="35195"/>
                </a:lnTo>
                <a:lnTo>
                  <a:pt x="74182" y="34912"/>
                </a:lnTo>
                <a:lnTo>
                  <a:pt x="74384" y="34650"/>
                </a:lnTo>
                <a:lnTo>
                  <a:pt x="74565" y="34347"/>
                </a:lnTo>
                <a:lnTo>
                  <a:pt x="74727" y="34065"/>
                </a:lnTo>
                <a:lnTo>
                  <a:pt x="74888" y="33742"/>
                </a:lnTo>
                <a:lnTo>
                  <a:pt x="75050" y="33419"/>
                </a:lnTo>
                <a:lnTo>
                  <a:pt x="75191" y="33096"/>
                </a:lnTo>
                <a:lnTo>
                  <a:pt x="75312" y="32753"/>
                </a:lnTo>
                <a:lnTo>
                  <a:pt x="75433" y="32410"/>
                </a:lnTo>
                <a:lnTo>
                  <a:pt x="75635" y="31784"/>
                </a:lnTo>
                <a:lnTo>
                  <a:pt x="75796" y="31139"/>
                </a:lnTo>
                <a:lnTo>
                  <a:pt x="75917" y="30473"/>
                </a:lnTo>
                <a:lnTo>
                  <a:pt x="76018" y="29786"/>
                </a:lnTo>
                <a:lnTo>
                  <a:pt x="76099" y="29080"/>
                </a:lnTo>
                <a:lnTo>
                  <a:pt x="76139" y="28374"/>
                </a:lnTo>
                <a:lnTo>
                  <a:pt x="76139" y="27627"/>
                </a:lnTo>
                <a:lnTo>
                  <a:pt x="76119" y="26901"/>
                </a:lnTo>
                <a:lnTo>
                  <a:pt x="76059" y="25791"/>
                </a:lnTo>
                <a:lnTo>
                  <a:pt x="75998" y="24721"/>
                </a:lnTo>
                <a:lnTo>
                  <a:pt x="75837" y="22703"/>
                </a:lnTo>
                <a:lnTo>
                  <a:pt x="75655" y="20786"/>
                </a:lnTo>
                <a:lnTo>
                  <a:pt x="75453" y="18950"/>
                </a:lnTo>
                <a:lnTo>
                  <a:pt x="75252" y="16932"/>
                </a:lnTo>
                <a:lnTo>
                  <a:pt x="75050" y="14833"/>
                </a:lnTo>
                <a:lnTo>
                  <a:pt x="74929" y="13642"/>
                </a:lnTo>
                <a:lnTo>
                  <a:pt x="74787" y="12452"/>
                </a:lnTo>
                <a:lnTo>
                  <a:pt x="74606" y="11140"/>
                </a:lnTo>
                <a:lnTo>
                  <a:pt x="74545" y="10494"/>
                </a:lnTo>
                <a:lnTo>
                  <a:pt x="74485" y="9849"/>
                </a:lnTo>
                <a:lnTo>
                  <a:pt x="74444" y="9203"/>
                </a:lnTo>
                <a:lnTo>
                  <a:pt x="74424" y="8577"/>
                </a:lnTo>
                <a:lnTo>
                  <a:pt x="74424" y="7952"/>
                </a:lnTo>
                <a:lnTo>
                  <a:pt x="74464" y="7346"/>
                </a:lnTo>
                <a:lnTo>
                  <a:pt x="74525" y="6741"/>
                </a:lnTo>
                <a:lnTo>
                  <a:pt x="74646" y="6176"/>
                </a:lnTo>
                <a:lnTo>
                  <a:pt x="74707" y="5893"/>
                </a:lnTo>
                <a:lnTo>
                  <a:pt x="74787" y="5611"/>
                </a:lnTo>
                <a:lnTo>
                  <a:pt x="74888" y="5348"/>
                </a:lnTo>
                <a:lnTo>
                  <a:pt x="74989" y="5066"/>
                </a:lnTo>
                <a:lnTo>
                  <a:pt x="75110" y="4824"/>
                </a:lnTo>
                <a:lnTo>
                  <a:pt x="75231" y="4561"/>
                </a:lnTo>
                <a:lnTo>
                  <a:pt x="75393" y="4319"/>
                </a:lnTo>
                <a:lnTo>
                  <a:pt x="75554" y="4077"/>
                </a:lnTo>
                <a:lnTo>
                  <a:pt x="75716" y="3835"/>
                </a:lnTo>
                <a:lnTo>
                  <a:pt x="75917" y="3613"/>
                </a:lnTo>
                <a:lnTo>
                  <a:pt x="76119" y="3391"/>
                </a:lnTo>
                <a:lnTo>
                  <a:pt x="76341" y="3189"/>
                </a:lnTo>
                <a:lnTo>
                  <a:pt x="76604" y="2967"/>
                </a:lnTo>
                <a:lnTo>
                  <a:pt x="76886" y="2765"/>
                </a:lnTo>
                <a:lnTo>
                  <a:pt x="77169" y="2584"/>
                </a:lnTo>
                <a:lnTo>
                  <a:pt x="77471" y="2422"/>
                </a:lnTo>
                <a:lnTo>
                  <a:pt x="77754" y="2261"/>
                </a:lnTo>
                <a:lnTo>
                  <a:pt x="78077" y="2120"/>
                </a:lnTo>
                <a:lnTo>
                  <a:pt x="78379" y="1998"/>
                </a:lnTo>
                <a:lnTo>
                  <a:pt x="78702" y="1877"/>
                </a:lnTo>
                <a:lnTo>
                  <a:pt x="79348" y="1676"/>
                </a:lnTo>
                <a:lnTo>
                  <a:pt x="80014" y="1514"/>
                </a:lnTo>
                <a:lnTo>
                  <a:pt x="80660" y="1373"/>
                </a:lnTo>
                <a:lnTo>
                  <a:pt x="81306" y="1232"/>
                </a:lnTo>
                <a:lnTo>
                  <a:pt x="82799" y="989"/>
                </a:lnTo>
                <a:lnTo>
                  <a:pt x="84312" y="747"/>
                </a:lnTo>
                <a:lnTo>
                  <a:pt x="85826" y="566"/>
                </a:lnTo>
                <a:lnTo>
                  <a:pt x="87319" y="404"/>
                </a:lnTo>
                <a:lnTo>
                  <a:pt x="88833" y="283"/>
                </a:lnTo>
                <a:lnTo>
                  <a:pt x="90346" y="182"/>
                </a:lnTo>
                <a:lnTo>
                  <a:pt x="91860" y="122"/>
                </a:lnTo>
                <a:lnTo>
                  <a:pt x="93373" y="81"/>
                </a:lnTo>
                <a:close/>
                <a:moveTo>
                  <a:pt x="93373" y="1"/>
                </a:moveTo>
                <a:lnTo>
                  <a:pt x="91860" y="41"/>
                </a:lnTo>
                <a:lnTo>
                  <a:pt x="90346" y="102"/>
                </a:lnTo>
                <a:lnTo>
                  <a:pt x="88833" y="202"/>
                </a:lnTo>
                <a:lnTo>
                  <a:pt x="87319" y="324"/>
                </a:lnTo>
                <a:lnTo>
                  <a:pt x="85806" y="485"/>
                </a:lnTo>
                <a:lnTo>
                  <a:pt x="84292" y="667"/>
                </a:lnTo>
                <a:lnTo>
                  <a:pt x="82799" y="909"/>
                </a:lnTo>
                <a:lnTo>
                  <a:pt x="81285" y="1171"/>
                </a:lnTo>
                <a:lnTo>
                  <a:pt x="80640" y="1292"/>
                </a:lnTo>
                <a:lnTo>
                  <a:pt x="79994" y="1433"/>
                </a:lnTo>
                <a:lnTo>
                  <a:pt x="79328" y="1595"/>
                </a:lnTo>
                <a:lnTo>
                  <a:pt x="78682" y="1797"/>
                </a:lnTo>
                <a:lnTo>
                  <a:pt x="78359" y="1918"/>
                </a:lnTo>
                <a:lnTo>
                  <a:pt x="78036" y="2059"/>
                </a:lnTo>
                <a:lnTo>
                  <a:pt x="77734" y="2200"/>
                </a:lnTo>
                <a:lnTo>
                  <a:pt x="77411" y="2342"/>
                </a:lnTo>
                <a:lnTo>
                  <a:pt x="77128" y="2523"/>
                </a:lnTo>
                <a:lnTo>
                  <a:pt x="76846" y="2705"/>
                </a:lnTo>
                <a:lnTo>
                  <a:pt x="76563" y="2907"/>
                </a:lnTo>
                <a:lnTo>
                  <a:pt x="76301" y="3129"/>
                </a:lnTo>
                <a:lnTo>
                  <a:pt x="76059" y="3330"/>
                </a:lnTo>
                <a:lnTo>
                  <a:pt x="75857" y="3552"/>
                </a:lnTo>
                <a:lnTo>
                  <a:pt x="75655" y="3795"/>
                </a:lnTo>
                <a:lnTo>
                  <a:pt x="75473" y="4017"/>
                </a:lnTo>
                <a:lnTo>
                  <a:pt x="75312" y="4259"/>
                </a:lnTo>
                <a:lnTo>
                  <a:pt x="75171" y="4521"/>
                </a:lnTo>
                <a:lnTo>
                  <a:pt x="75030" y="4763"/>
                </a:lnTo>
                <a:lnTo>
                  <a:pt x="74908" y="5026"/>
                </a:lnTo>
                <a:lnTo>
                  <a:pt x="74808" y="5308"/>
                </a:lnTo>
                <a:lnTo>
                  <a:pt x="74707" y="5570"/>
                </a:lnTo>
                <a:lnTo>
                  <a:pt x="74626" y="5853"/>
                </a:lnTo>
                <a:lnTo>
                  <a:pt x="74565" y="6135"/>
                </a:lnTo>
                <a:lnTo>
                  <a:pt x="74444" y="6721"/>
                </a:lnTo>
                <a:lnTo>
                  <a:pt x="74384" y="7326"/>
                </a:lnTo>
                <a:lnTo>
                  <a:pt x="74343" y="7931"/>
                </a:lnTo>
                <a:lnTo>
                  <a:pt x="74343" y="8557"/>
                </a:lnTo>
                <a:lnTo>
                  <a:pt x="74364" y="9203"/>
                </a:lnTo>
                <a:lnTo>
                  <a:pt x="74404" y="9849"/>
                </a:lnTo>
                <a:lnTo>
                  <a:pt x="74464" y="10494"/>
                </a:lnTo>
                <a:lnTo>
                  <a:pt x="74525" y="11160"/>
                </a:lnTo>
                <a:lnTo>
                  <a:pt x="74707" y="12472"/>
                </a:lnTo>
                <a:lnTo>
                  <a:pt x="74848" y="13663"/>
                </a:lnTo>
                <a:lnTo>
                  <a:pt x="74969" y="14833"/>
                </a:lnTo>
                <a:lnTo>
                  <a:pt x="75171" y="16932"/>
                </a:lnTo>
                <a:lnTo>
                  <a:pt x="75373" y="18950"/>
                </a:lnTo>
                <a:lnTo>
                  <a:pt x="75574" y="20806"/>
                </a:lnTo>
                <a:lnTo>
                  <a:pt x="75756" y="22703"/>
                </a:lnTo>
                <a:lnTo>
                  <a:pt x="75917" y="24741"/>
                </a:lnTo>
                <a:lnTo>
                  <a:pt x="75978" y="25791"/>
                </a:lnTo>
                <a:lnTo>
                  <a:pt x="76039" y="26901"/>
                </a:lnTo>
                <a:lnTo>
                  <a:pt x="76059" y="27627"/>
                </a:lnTo>
                <a:lnTo>
                  <a:pt x="76059" y="28354"/>
                </a:lnTo>
                <a:lnTo>
                  <a:pt x="76018" y="29080"/>
                </a:lnTo>
                <a:lnTo>
                  <a:pt x="75938" y="29766"/>
                </a:lnTo>
                <a:lnTo>
                  <a:pt x="75837" y="30452"/>
                </a:lnTo>
                <a:lnTo>
                  <a:pt x="75716" y="31118"/>
                </a:lnTo>
                <a:lnTo>
                  <a:pt x="75554" y="31764"/>
                </a:lnTo>
                <a:lnTo>
                  <a:pt x="75373" y="32370"/>
                </a:lnTo>
                <a:lnTo>
                  <a:pt x="75252" y="32733"/>
                </a:lnTo>
                <a:lnTo>
                  <a:pt x="75110" y="33056"/>
                </a:lnTo>
                <a:lnTo>
                  <a:pt x="74969" y="33399"/>
                </a:lnTo>
                <a:lnTo>
                  <a:pt x="74808" y="33701"/>
                </a:lnTo>
                <a:lnTo>
                  <a:pt x="74666" y="34024"/>
                </a:lnTo>
                <a:lnTo>
                  <a:pt x="74485" y="34307"/>
                </a:lnTo>
                <a:lnTo>
                  <a:pt x="74303" y="34589"/>
                </a:lnTo>
                <a:lnTo>
                  <a:pt x="74121" y="34872"/>
                </a:lnTo>
                <a:lnTo>
                  <a:pt x="73920" y="35134"/>
                </a:lnTo>
                <a:lnTo>
                  <a:pt x="73718" y="35397"/>
                </a:lnTo>
                <a:lnTo>
                  <a:pt x="73516" y="35639"/>
                </a:lnTo>
                <a:lnTo>
                  <a:pt x="73294" y="35861"/>
                </a:lnTo>
                <a:lnTo>
                  <a:pt x="73052" y="36083"/>
                </a:lnTo>
                <a:lnTo>
                  <a:pt x="72830" y="36284"/>
                </a:lnTo>
                <a:lnTo>
                  <a:pt x="72568" y="36486"/>
                </a:lnTo>
                <a:lnTo>
                  <a:pt x="72325" y="36668"/>
                </a:lnTo>
                <a:lnTo>
                  <a:pt x="72063" y="36829"/>
                </a:lnTo>
                <a:lnTo>
                  <a:pt x="71821" y="36991"/>
                </a:lnTo>
                <a:lnTo>
                  <a:pt x="71538" y="37132"/>
                </a:lnTo>
                <a:lnTo>
                  <a:pt x="71276" y="37253"/>
                </a:lnTo>
                <a:lnTo>
                  <a:pt x="70994" y="37374"/>
                </a:lnTo>
                <a:lnTo>
                  <a:pt x="70711" y="37475"/>
                </a:lnTo>
                <a:lnTo>
                  <a:pt x="70428" y="37576"/>
                </a:lnTo>
                <a:lnTo>
                  <a:pt x="70126" y="37657"/>
                </a:lnTo>
                <a:lnTo>
                  <a:pt x="69823" y="37717"/>
                </a:lnTo>
                <a:lnTo>
                  <a:pt x="69520" y="37778"/>
                </a:lnTo>
                <a:lnTo>
                  <a:pt x="69197" y="37838"/>
                </a:lnTo>
                <a:lnTo>
                  <a:pt x="68875" y="37859"/>
                </a:lnTo>
                <a:lnTo>
                  <a:pt x="68209" y="37899"/>
                </a:lnTo>
                <a:lnTo>
                  <a:pt x="67523" y="37879"/>
                </a:lnTo>
                <a:lnTo>
                  <a:pt x="66796" y="37818"/>
                </a:lnTo>
                <a:lnTo>
                  <a:pt x="66070" y="37717"/>
                </a:lnTo>
                <a:lnTo>
                  <a:pt x="65303" y="37556"/>
                </a:lnTo>
                <a:lnTo>
                  <a:pt x="64496" y="37354"/>
                </a:lnTo>
                <a:lnTo>
                  <a:pt x="63688" y="37112"/>
                </a:lnTo>
                <a:lnTo>
                  <a:pt x="62841" y="36829"/>
                </a:lnTo>
                <a:lnTo>
                  <a:pt x="61973" y="36486"/>
                </a:lnTo>
                <a:lnTo>
                  <a:pt x="61085" y="36083"/>
                </a:lnTo>
                <a:lnTo>
                  <a:pt x="59975" y="35558"/>
                </a:lnTo>
                <a:lnTo>
                  <a:pt x="58865" y="35013"/>
                </a:lnTo>
                <a:lnTo>
                  <a:pt x="57776" y="34448"/>
                </a:lnTo>
                <a:lnTo>
                  <a:pt x="56686" y="33863"/>
                </a:lnTo>
                <a:lnTo>
                  <a:pt x="54527" y="32672"/>
                </a:lnTo>
                <a:lnTo>
                  <a:pt x="52408" y="31461"/>
                </a:lnTo>
                <a:lnTo>
                  <a:pt x="49683" y="29928"/>
                </a:lnTo>
                <a:lnTo>
                  <a:pt x="48311" y="29161"/>
                </a:lnTo>
                <a:lnTo>
                  <a:pt x="46919" y="28414"/>
                </a:lnTo>
                <a:lnTo>
                  <a:pt x="45506" y="27708"/>
                </a:lnTo>
                <a:lnTo>
                  <a:pt x="44073" y="27022"/>
                </a:lnTo>
                <a:lnTo>
                  <a:pt x="43347" y="26679"/>
                </a:lnTo>
                <a:lnTo>
                  <a:pt x="42641" y="26376"/>
                </a:lnTo>
                <a:lnTo>
                  <a:pt x="41894" y="26053"/>
                </a:lnTo>
                <a:lnTo>
                  <a:pt x="41167" y="25771"/>
                </a:lnTo>
                <a:lnTo>
                  <a:pt x="40300" y="25448"/>
                </a:lnTo>
                <a:lnTo>
                  <a:pt x="39331" y="25125"/>
                </a:lnTo>
                <a:lnTo>
                  <a:pt x="38282" y="24822"/>
                </a:lnTo>
                <a:lnTo>
                  <a:pt x="37717" y="24681"/>
                </a:lnTo>
                <a:lnTo>
                  <a:pt x="37152" y="24560"/>
                </a:lnTo>
                <a:lnTo>
                  <a:pt x="36566" y="24439"/>
                </a:lnTo>
                <a:lnTo>
                  <a:pt x="35961" y="24318"/>
                </a:lnTo>
                <a:lnTo>
                  <a:pt x="35335" y="24237"/>
                </a:lnTo>
                <a:lnTo>
                  <a:pt x="34710" y="24156"/>
                </a:lnTo>
                <a:lnTo>
                  <a:pt x="34064" y="24096"/>
                </a:lnTo>
                <a:lnTo>
                  <a:pt x="33418" y="24055"/>
                </a:lnTo>
                <a:lnTo>
                  <a:pt x="32086" y="24055"/>
                </a:lnTo>
                <a:lnTo>
                  <a:pt x="31461" y="24096"/>
                </a:lnTo>
                <a:lnTo>
                  <a:pt x="30855" y="24136"/>
                </a:lnTo>
                <a:lnTo>
                  <a:pt x="30270" y="24217"/>
                </a:lnTo>
                <a:lnTo>
                  <a:pt x="29685" y="24318"/>
                </a:lnTo>
                <a:lnTo>
                  <a:pt x="29140" y="24439"/>
                </a:lnTo>
                <a:lnTo>
                  <a:pt x="28595" y="24580"/>
                </a:lnTo>
                <a:lnTo>
                  <a:pt x="28050" y="24741"/>
                </a:lnTo>
                <a:lnTo>
                  <a:pt x="27546" y="24943"/>
                </a:lnTo>
                <a:lnTo>
                  <a:pt x="27041" y="25145"/>
                </a:lnTo>
                <a:lnTo>
                  <a:pt x="26577" y="25367"/>
                </a:lnTo>
                <a:lnTo>
                  <a:pt x="26113" y="25629"/>
                </a:lnTo>
                <a:lnTo>
                  <a:pt x="25649" y="25912"/>
                </a:lnTo>
                <a:lnTo>
                  <a:pt x="25225" y="26194"/>
                </a:lnTo>
                <a:lnTo>
                  <a:pt x="24801" y="26517"/>
                </a:lnTo>
                <a:lnTo>
                  <a:pt x="24418" y="26860"/>
                </a:lnTo>
                <a:lnTo>
                  <a:pt x="24035" y="27224"/>
                </a:lnTo>
                <a:lnTo>
                  <a:pt x="23712" y="27546"/>
                </a:lnTo>
                <a:lnTo>
                  <a:pt x="23409" y="27890"/>
                </a:lnTo>
                <a:lnTo>
                  <a:pt x="23147" y="28253"/>
                </a:lnTo>
                <a:lnTo>
                  <a:pt x="22884" y="28616"/>
                </a:lnTo>
                <a:lnTo>
                  <a:pt x="22622" y="28999"/>
                </a:lnTo>
                <a:lnTo>
                  <a:pt x="22400" y="29383"/>
                </a:lnTo>
                <a:lnTo>
                  <a:pt x="22178" y="29766"/>
                </a:lnTo>
                <a:lnTo>
                  <a:pt x="21996" y="30170"/>
                </a:lnTo>
                <a:lnTo>
                  <a:pt x="21815" y="30573"/>
                </a:lnTo>
                <a:lnTo>
                  <a:pt x="21633" y="30977"/>
                </a:lnTo>
                <a:lnTo>
                  <a:pt x="21492" y="31401"/>
                </a:lnTo>
                <a:lnTo>
                  <a:pt x="21351" y="31825"/>
                </a:lnTo>
                <a:lnTo>
                  <a:pt x="21230" y="32248"/>
                </a:lnTo>
                <a:lnTo>
                  <a:pt x="21108" y="32672"/>
                </a:lnTo>
                <a:lnTo>
                  <a:pt x="21008" y="33116"/>
                </a:lnTo>
                <a:lnTo>
                  <a:pt x="20927" y="33540"/>
                </a:lnTo>
                <a:lnTo>
                  <a:pt x="20786" y="34428"/>
                </a:lnTo>
                <a:lnTo>
                  <a:pt x="20685" y="35296"/>
                </a:lnTo>
                <a:lnTo>
                  <a:pt x="20604" y="36163"/>
                </a:lnTo>
                <a:lnTo>
                  <a:pt x="20584" y="37031"/>
                </a:lnTo>
                <a:lnTo>
                  <a:pt x="20584" y="37879"/>
                </a:lnTo>
                <a:lnTo>
                  <a:pt x="20604" y="38706"/>
                </a:lnTo>
                <a:lnTo>
                  <a:pt x="20665" y="39513"/>
                </a:lnTo>
                <a:lnTo>
                  <a:pt x="20725" y="40280"/>
                </a:lnTo>
                <a:lnTo>
                  <a:pt x="20846" y="41329"/>
                </a:lnTo>
                <a:lnTo>
                  <a:pt x="20987" y="42359"/>
                </a:lnTo>
                <a:lnTo>
                  <a:pt x="21290" y="44437"/>
                </a:lnTo>
                <a:lnTo>
                  <a:pt x="21472" y="45628"/>
                </a:lnTo>
                <a:lnTo>
                  <a:pt x="21653" y="46818"/>
                </a:lnTo>
                <a:lnTo>
                  <a:pt x="21795" y="48029"/>
                </a:lnTo>
                <a:lnTo>
                  <a:pt x="21916" y="49240"/>
                </a:lnTo>
                <a:lnTo>
                  <a:pt x="21996" y="50451"/>
                </a:lnTo>
                <a:lnTo>
                  <a:pt x="22017" y="51056"/>
                </a:lnTo>
                <a:lnTo>
                  <a:pt x="22037" y="51662"/>
                </a:lnTo>
                <a:lnTo>
                  <a:pt x="22017" y="52267"/>
                </a:lnTo>
                <a:lnTo>
                  <a:pt x="21996" y="52872"/>
                </a:lnTo>
                <a:lnTo>
                  <a:pt x="21956" y="53478"/>
                </a:lnTo>
                <a:lnTo>
                  <a:pt x="21895" y="54083"/>
                </a:lnTo>
                <a:lnTo>
                  <a:pt x="21815" y="54648"/>
                </a:lnTo>
                <a:lnTo>
                  <a:pt x="21734" y="55193"/>
                </a:lnTo>
                <a:lnTo>
                  <a:pt x="21613" y="55718"/>
                </a:lnTo>
                <a:lnTo>
                  <a:pt x="21472" y="56243"/>
                </a:lnTo>
                <a:lnTo>
                  <a:pt x="21330" y="56727"/>
                </a:lnTo>
                <a:lnTo>
                  <a:pt x="21149" y="57211"/>
                </a:lnTo>
                <a:lnTo>
                  <a:pt x="20967" y="57675"/>
                </a:lnTo>
                <a:lnTo>
                  <a:pt x="20745" y="58119"/>
                </a:lnTo>
                <a:lnTo>
                  <a:pt x="20523" y="58543"/>
                </a:lnTo>
                <a:lnTo>
                  <a:pt x="20281" y="58967"/>
                </a:lnTo>
                <a:lnTo>
                  <a:pt x="20039" y="59350"/>
                </a:lnTo>
                <a:lnTo>
                  <a:pt x="19756" y="59714"/>
                </a:lnTo>
                <a:lnTo>
                  <a:pt x="19474" y="60057"/>
                </a:lnTo>
                <a:lnTo>
                  <a:pt x="19171" y="60359"/>
                </a:lnTo>
                <a:lnTo>
                  <a:pt x="18848" y="60662"/>
                </a:lnTo>
                <a:lnTo>
                  <a:pt x="18505" y="60945"/>
                </a:lnTo>
                <a:lnTo>
                  <a:pt x="18203" y="61167"/>
                </a:lnTo>
                <a:lnTo>
                  <a:pt x="17880" y="61368"/>
                </a:lnTo>
                <a:lnTo>
                  <a:pt x="17537" y="61570"/>
                </a:lnTo>
                <a:lnTo>
                  <a:pt x="17194" y="61732"/>
                </a:lnTo>
                <a:lnTo>
                  <a:pt x="16830" y="61893"/>
                </a:lnTo>
                <a:lnTo>
                  <a:pt x="16467" y="62034"/>
                </a:lnTo>
                <a:lnTo>
                  <a:pt x="16104" y="62176"/>
                </a:lnTo>
                <a:lnTo>
                  <a:pt x="15741" y="62297"/>
                </a:lnTo>
                <a:lnTo>
                  <a:pt x="14974" y="62519"/>
                </a:lnTo>
                <a:lnTo>
                  <a:pt x="14207" y="62700"/>
                </a:lnTo>
                <a:lnTo>
                  <a:pt x="13440" y="62862"/>
                </a:lnTo>
                <a:lnTo>
                  <a:pt x="12653" y="63003"/>
                </a:lnTo>
                <a:lnTo>
                  <a:pt x="11725" y="63185"/>
                </a:lnTo>
                <a:lnTo>
                  <a:pt x="10978" y="63346"/>
                </a:lnTo>
                <a:lnTo>
                  <a:pt x="10252" y="63528"/>
                </a:lnTo>
                <a:lnTo>
                  <a:pt x="9545" y="63709"/>
                </a:lnTo>
                <a:lnTo>
                  <a:pt x="8879" y="63911"/>
                </a:lnTo>
                <a:lnTo>
                  <a:pt x="8234" y="64113"/>
                </a:lnTo>
                <a:lnTo>
                  <a:pt x="7628" y="64335"/>
                </a:lnTo>
                <a:lnTo>
                  <a:pt x="7043" y="64577"/>
                </a:lnTo>
                <a:lnTo>
                  <a:pt x="6478" y="64819"/>
                </a:lnTo>
                <a:lnTo>
                  <a:pt x="5933" y="65081"/>
                </a:lnTo>
                <a:lnTo>
                  <a:pt x="5408" y="65364"/>
                </a:lnTo>
                <a:lnTo>
                  <a:pt x="4924" y="65646"/>
                </a:lnTo>
                <a:lnTo>
                  <a:pt x="4440" y="65969"/>
                </a:lnTo>
                <a:lnTo>
                  <a:pt x="3996" y="66272"/>
                </a:lnTo>
                <a:lnTo>
                  <a:pt x="3572" y="66615"/>
                </a:lnTo>
                <a:lnTo>
                  <a:pt x="3148" y="66958"/>
                </a:lnTo>
                <a:lnTo>
                  <a:pt x="2765" y="67321"/>
                </a:lnTo>
                <a:lnTo>
                  <a:pt x="2321" y="67786"/>
                </a:lnTo>
                <a:lnTo>
                  <a:pt x="1917" y="68270"/>
                </a:lnTo>
                <a:lnTo>
                  <a:pt x="1554" y="68795"/>
                </a:lnTo>
                <a:lnTo>
                  <a:pt x="1211" y="69339"/>
                </a:lnTo>
                <a:lnTo>
                  <a:pt x="928" y="69884"/>
                </a:lnTo>
                <a:lnTo>
                  <a:pt x="666" y="70470"/>
                </a:lnTo>
                <a:lnTo>
                  <a:pt x="444" y="71055"/>
                </a:lnTo>
                <a:lnTo>
                  <a:pt x="262" y="71660"/>
                </a:lnTo>
                <a:lnTo>
                  <a:pt x="182" y="71983"/>
                </a:lnTo>
                <a:lnTo>
                  <a:pt x="121" y="72306"/>
                </a:lnTo>
                <a:lnTo>
                  <a:pt x="81" y="72609"/>
                </a:lnTo>
                <a:lnTo>
                  <a:pt x="41" y="72931"/>
                </a:lnTo>
                <a:lnTo>
                  <a:pt x="20" y="73254"/>
                </a:lnTo>
                <a:lnTo>
                  <a:pt x="0" y="73557"/>
                </a:lnTo>
                <a:lnTo>
                  <a:pt x="0" y="73880"/>
                </a:lnTo>
                <a:lnTo>
                  <a:pt x="20" y="74183"/>
                </a:lnTo>
                <a:lnTo>
                  <a:pt x="61" y="74485"/>
                </a:lnTo>
                <a:lnTo>
                  <a:pt x="101" y="74788"/>
                </a:lnTo>
                <a:lnTo>
                  <a:pt x="162" y="75071"/>
                </a:lnTo>
                <a:lnTo>
                  <a:pt x="222" y="75373"/>
                </a:lnTo>
                <a:lnTo>
                  <a:pt x="323" y="75656"/>
                </a:lnTo>
                <a:lnTo>
                  <a:pt x="404" y="75938"/>
                </a:lnTo>
                <a:lnTo>
                  <a:pt x="525" y="76201"/>
                </a:lnTo>
                <a:lnTo>
                  <a:pt x="646" y="76483"/>
                </a:lnTo>
                <a:lnTo>
                  <a:pt x="828" y="76846"/>
                </a:lnTo>
                <a:lnTo>
                  <a:pt x="1050" y="77189"/>
                </a:lnTo>
                <a:lnTo>
                  <a:pt x="1292" y="77533"/>
                </a:lnTo>
                <a:lnTo>
                  <a:pt x="1554" y="77855"/>
                </a:lnTo>
                <a:lnTo>
                  <a:pt x="1837" y="78158"/>
                </a:lnTo>
                <a:lnTo>
                  <a:pt x="2139" y="78441"/>
                </a:lnTo>
                <a:lnTo>
                  <a:pt x="2462" y="78703"/>
                </a:lnTo>
                <a:lnTo>
                  <a:pt x="2785" y="78945"/>
                </a:lnTo>
                <a:lnTo>
                  <a:pt x="3148" y="79187"/>
                </a:lnTo>
                <a:lnTo>
                  <a:pt x="3532" y="79389"/>
                </a:lnTo>
                <a:lnTo>
                  <a:pt x="3935" y="79591"/>
                </a:lnTo>
                <a:lnTo>
                  <a:pt x="4339" y="79773"/>
                </a:lnTo>
                <a:lnTo>
                  <a:pt x="4763" y="79914"/>
                </a:lnTo>
                <a:lnTo>
                  <a:pt x="5227" y="80055"/>
                </a:lnTo>
                <a:lnTo>
                  <a:pt x="5691" y="80176"/>
                </a:lnTo>
                <a:lnTo>
                  <a:pt x="6155" y="80277"/>
                </a:lnTo>
                <a:lnTo>
                  <a:pt x="6660" y="80338"/>
                </a:lnTo>
                <a:lnTo>
                  <a:pt x="7144" y="80398"/>
                </a:lnTo>
                <a:lnTo>
                  <a:pt x="7648" y="80438"/>
                </a:lnTo>
                <a:lnTo>
                  <a:pt x="8153" y="80438"/>
                </a:lnTo>
                <a:lnTo>
                  <a:pt x="8819" y="80418"/>
                </a:lnTo>
                <a:lnTo>
                  <a:pt x="9485" y="80378"/>
                </a:lnTo>
                <a:lnTo>
                  <a:pt x="10171" y="80277"/>
                </a:lnTo>
                <a:lnTo>
                  <a:pt x="10817" y="80156"/>
                </a:lnTo>
                <a:lnTo>
                  <a:pt x="11483" y="80015"/>
                </a:lnTo>
                <a:lnTo>
                  <a:pt x="12128" y="79813"/>
                </a:lnTo>
                <a:lnTo>
                  <a:pt x="12754" y="79591"/>
                </a:lnTo>
                <a:lnTo>
                  <a:pt x="13380" y="79329"/>
                </a:lnTo>
                <a:lnTo>
                  <a:pt x="14106" y="78986"/>
                </a:lnTo>
                <a:lnTo>
                  <a:pt x="14812" y="78622"/>
                </a:lnTo>
                <a:lnTo>
                  <a:pt x="15498" y="78219"/>
                </a:lnTo>
                <a:lnTo>
                  <a:pt x="16185" y="77795"/>
                </a:lnTo>
                <a:lnTo>
                  <a:pt x="16850" y="77351"/>
                </a:lnTo>
                <a:lnTo>
                  <a:pt x="17496" y="76887"/>
                </a:lnTo>
                <a:lnTo>
                  <a:pt x="18142" y="76402"/>
                </a:lnTo>
                <a:lnTo>
                  <a:pt x="18768" y="75898"/>
                </a:lnTo>
                <a:lnTo>
                  <a:pt x="19373" y="75393"/>
                </a:lnTo>
                <a:lnTo>
                  <a:pt x="19978" y="74869"/>
                </a:lnTo>
                <a:lnTo>
                  <a:pt x="21169" y="73779"/>
                </a:lnTo>
                <a:lnTo>
                  <a:pt x="22339" y="72669"/>
                </a:lnTo>
                <a:lnTo>
                  <a:pt x="23490" y="71559"/>
                </a:lnTo>
                <a:lnTo>
                  <a:pt x="25266" y="69824"/>
                </a:lnTo>
                <a:lnTo>
                  <a:pt x="26174" y="68976"/>
                </a:lnTo>
                <a:lnTo>
                  <a:pt x="27102" y="68149"/>
                </a:lnTo>
                <a:lnTo>
                  <a:pt x="27990" y="67382"/>
                </a:lnTo>
                <a:lnTo>
                  <a:pt x="28918" y="66615"/>
                </a:lnTo>
                <a:lnTo>
                  <a:pt x="29867" y="65889"/>
                </a:lnTo>
                <a:lnTo>
                  <a:pt x="30855" y="65182"/>
                </a:lnTo>
                <a:lnTo>
                  <a:pt x="31844" y="64496"/>
                </a:lnTo>
                <a:lnTo>
                  <a:pt x="32853" y="63850"/>
                </a:lnTo>
                <a:lnTo>
                  <a:pt x="33882" y="63225"/>
                </a:lnTo>
                <a:lnTo>
                  <a:pt x="34932" y="62599"/>
                </a:lnTo>
                <a:lnTo>
                  <a:pt x="36001" y="62034"/>
                </a:lnTo>
                <a:lnTo>
                  <a:pt x="37071" y="61469"/>
                </a:lnTo>
                <a:lnTo>
                  <a:pt x="38161" y="60945"/>
                </a:lnTo>
                <a:lnTo>
                  <a:pt x="39271" y="60440"/>
                </a:lnTo>
                <a:lnTo>
                  <a:pt x="40401" y="59976"/>
                </a:lnTo>
                <a:lnTo>
                  <a:pt x="41531" y="59532"/>
                </a:lnTo>
                <a:lnTo>
                  <a:pt x="42681" y="59108"/>
                </a:lnTo>
                <a:lnTo>
                  <a:pt x="43851" y="58725"/>
                </a:lnTo>
                <a:lnTo>
                  <a:pt x="45002" y="58361"/>
                </a:lnTo>
                <a:lnTo>
                  <a:pt x="46192" y="58039"/>
                </a:lnTo>
                <a:lnTo>
                  <a:pt x="47363" y="57736"/>
                </a:lnTo>
                <a:lnTo>
                  <a:pt x="48553" y="57474"/>
                </a:lnTo>
                <a:lnTo>
                  <a:pt x="49764" y="57231"/>
                </a:lnTo>
                <a:lnTo>
                  <a:pt x="50955" y="57030"/>
                </a:lnTo>
                <a:lnTo>
                  <a:pt x="52166" y="56868"/>
                </a:lnTo>
                <a:lnTo>
                  <a:pt x="53356" y="56707"/>
                </a:lnTo>
                <a:lnTo>
                  <a:pt x="54567" y="56606"/>
                </a:lnTo>
                <a:lnTo>
                  <a:pt x="55778" y="56525"/>
                </a:lnTo>
                <a:lnTo>
                  <a:pt x="56989" y="56465"/>
                </a:lnTo>
                <a:lnTo>
                  <a:pt x="58179" y="56444"/>
                </a:lnTo>
                <a:lnTo>
                  <a:pt x="59390" y="56465"/>
                </a:lnTo>
                <a:lnTo>
                  <a:pt x="60581" y="56505"/>
                </a:lnTo>
                <a:lnTo>
                  <a:pt x="61771" y="56586"/>
                </a:lnTo>
                <a:lnTo>
                  <a:pt x="62962" y="56687"/>
                </a:lnTo>
                <a:lnTo>
                  <a:pt x="64274" y="56848"/>
                </a:lnTo>
                <a:lnTo>
                  <a:pt x="65605" y="57030"/>
                </a:lnTo>
                <a:lnTo>
                  <a:pt x="66917" y="57231"/>
                </a:lnTo>
                <a:lnTo>
                  <a:pt x="68229" y="57433"/>
                </a:lnTo>
                <a:lnTo>
                  <a:pt x="69601" y="57655"/>
                </a:lnTo>
                <a:lnTo>
                  <a:pt x="70973" y="57857"/>
                </a:lnTo>
                <a:lnTo>
                  <a:pt x="72366" y="58039"/>
                </a:lnTo>
                <a:lnTo>
                  <a:pt x="73758" y="58200"/>
                </a:lnTo>
                <a:lnTo>
                  <a:pt x="74444" y="58261"/>
                </a:lnTo>
                <a:lnTo>
                  <a:pt x="75151" y="58321"/>
                </a:lnTo>
                <a:lnTo>
                  <a:pt x="75837" y="58361"/>
                </a:lnTo>
                <a:lnTo>
                  <a:pt x="76543" y="58382"/>
                </a:lnTo>
                <a:lnTo>
                  <a:pt x="77249" y="58382"/>
                </a:lnTo>
                <a:lnTo>
                  <a:pt x="77935" y="58361"/>
                </a:lnTo>
                <a:lnTo>
                  <a:pt x="78642" y="58341"/>
                </a:lnTo>
                <a:lnTo>
                  <a:pt x="79328" y="58281"/>
                </a:lnTo>
                <a:lnTo>
                  <a:pt x="79812" y="58220"/>
                </a:lnTo>
                <a:lnTo>
                  <a:pt x="80337" y="58160"/>
                </a:lnTo>
                <a:lnTo>
                  <a:pt x="80882" y="58059"/>
                </a:lnTo>
                <a:lnTo>
                  <a:pt x="81467" y="57918"/>
                </a:lnTo>
                <a:lnTo>
                  <a:pt x="82032" y="57736"/>
                </a:lnTo>
                <a:lnTo>
                  <a:pt x="82315" y="57635"/>
                </a:lnTo>
                <a:lnTo>
                  <a:pt x="82597" y="57514"/>
                </a:lnTo>
                <a:lnTo>
                  <a:pt x="82880" y="57373"/>
                </a:lnTo>
                <a:lnTo>
                  <a:pt x="83142" y="57231"/>
                </a:lnTo>
                <a:lnTo>
                  <a:pt x="83404" y="57050"/>
                </a:lnTo>
                <a:lnTo>
                  <a:pt x="83667" y="56868"/>
                </a:lnTo>
                <a:lnTo>
                  <a:pt x="83868" y="56707"/>
                </a:lnTo>
                <a:lnTo>
                  <a:pt x="84050" y="56525"/>
                </a:lnTo>
                <a:lnTo>
                  <a:pt x="84232" y="56343"/>
                </a:lnTo>
                <a:lnTo>
                  <a:pt x="84413" y="56162"/>
                </a:lnTo>
                <a:lnTo>
                  <a:pt x="84716" y="55778"/>
                </a:lnTo>
                <a:lnTo>
                  <a:pt x="84998" y="55355"/>
                </a:lnTo>
                <a:lnTo>
                  <a:pt x="85220" y="54931"/>
                </a:lnTo>
                <a:lnTo>
                  <a:pt x="85442" y="54467"/>
                </a:lnTo>
                <a:lnTo>
                  <a:pt x="85604" y="53982"/>
                </a:lnTo>
                <a:lnTo>
                  <a:pt x="85765" y="53498"/>
                </a:lnTo>
                <a:lnTo>
                  <a:pt x="85886" y="52994"/>
                </a:lnTo>
                <a:lnTo>
                  <a:pt x="86007" y="52489"/>
                </a:lnTo>
                <a:lnTo>
                  <a:pt x="86088" y="51964"/>
                </a:lnTo>
                <a:lnTo>
                  <a:pt x="86169" y="51420"/>
                </a:lnTo>
                <a:lnTo>
                  <a:pt x="86290" y="50350"/>
                </a:lnTo>
                <a:lnTo>
                  <a:pt x="86371" y="49260"/>
                </a:lnTo>
                <a:lnTo>
                  <a:pt x="86492" y="47949"/>
                </a:lnTo>
                <a:lnTo>
                  <a:pt x="86573" y="47283"/>
                </a:lnTo>
                <a:lnTo>
                  <a:pt x="86653" y="46637"/>
                </a:lnTo>
                <a:lnTo>
                  <a:pt x="86754" y="46052"/>
                </a:lnTo>
                <a:lnTo>
                  <a:pt x="86895" y="45487"/>
                </a:lnTo>
                <a:lnTo>
                  <a:pt x="87037" y="44901"/>
                </a:lnTo>
                <a:lnTo>
                  <a:pt x="87218" y="44336"/>
                </a:lnTo>
                <a:lnTo>
                  <a:pt x="87420" y="43771"/>
                </a:lnTo>
                <a:lnTo>
                  <a:pt x="87642" y="43206"/>
                </a:lnTo>
                <a:lnTo>
                  <a:pt x="87884" y="42661"/>
                </a:lnTo>
                <a:lnTo>
                  <a:pt x="88167" y="42117"/>
                </a:lnTo>
                <a:lnTo>
                  <a:pt x="88449" y="41592"/>
                </a:lnTo>
                <a:lnTo>
                  <a:pt x="88772" y="41067"/>
                </a:lnTo>
                <a:lnTo>
                  <a:pt x="89115" y="40563"/>
                </a:lnTo>
                <a:lnTo>
                  <a:pt x="89478" y="40058"/>
                </a:lnTo>
                <a:lnTo>
                  <a:pt x="89842" y="39574"/>
                </a:lnTo>
                <a:lnTo>
                  <a:pt x="90245" y="39089"/>
                </a:lnTo>
                <a:lnTo>
                  <a:pt x="90669" y="38646"/>
                </a:lnTo>
                <a:lnTo>
                  <a:pt x="91113" y="38202"/>
                </a:lnTo>
                <a:lnTo>
                  <a:pt x="91577" y="37758"/>
                </a:lnTo>
                <a:lnTo>
                  <a:pt x="92041" y="37354"/>
                </a:lnTo>
                <a:lnTo>
                  <a:pt x="92526" y="36971"/>
                </a:lnTo>
                <a:lnTo>
                  <a:pt x="93030" y="36607"/>
                </a:lnTo>
                <a:lnTo>
                  <a:pt x="93535" y="36264"/>
                </a:lnTo>
                <a:lnTo>
                  <a:pt x="94059" y="35941"/>
                </a:lnTo>
                <a:lnTo>
                  <a:pt x="94584" y="35639"/>
                </a:lnTo>
                <a:lnTo>
                  <a:pt x="95129" y="35376"/>
                </a:lnTo>
                <a:lnTo>
                  <a:pt x="95674" y="35114"/>
                </a:lnTo>
                <a:lnTo>
                  <a:pt x="96239" y="34892"/>
                </a:lnTo>
                <a:lnTo>
                  <a:pt x="96804" y="34690"/>
                </a:lnTo>
                <a:lnTo>
                  <a:pt x="97369" y="34529"/>
                </a:lnTo>
                <a:lnTo>
                  <a:pt x="97934" y="34367"/>
                </a:lnTo>
                <a:lnTo>
                  <a:pt x="98519" y="34246"/>
                </a:lnTo>
                <a:lnTo>
                  <a:pt x="99084" y="34166"/>
                </a:lnTo>
                <a:lnTo>
                  <a:pt x="99669" y="34085"/>
                </a:lnTo>
                <a:lnTo>
                  <a:pt x="100255" y="34044"/>
                </a:lnTo>
                <a:lnTo>
                  <a:pt x="100860" y="34024"/>
                </a:lnTo>
                <a:lnTo>
                  <a:pt x="101445" y="34044"/>
                </a:lnTo>
                <a:lnTo>
                  <a:pt x="102051" y="34085"/>
                </a:lnTo>
                <a:lnTo>
                  <a:pt x="102636" y="34145"/>
                </a:lnTo>
                <a:lnTo>
                  <a:pt x="103221" y="34246"/>
                </a:lnTo>
                <a:lnTo>
                  <a:pt x="103806" y="34367"/>
                </a:lnTo>
                <a:lnTo>
                  <a:pt x="104391" y="34509"/>
                </a:lnTo>
                <a:lnTo>
                  <a:pt x="104977" y="34690"/>
                </a:lnTo>
                <a:lnTo>
                  <a:pt x="105542" y="34892"/>
                </a:lnTo>
                <a:lnTo>
                  <a:pt x="106127" y="35114"/>
                </a:lnTo>
                <a:lnTo>
                  <a:pt x="106672" y="35356"/>
                </a:lnTo>
                <a:lnTo>
                  <a:pt x="107237" y="35639"/>
                </a:lnTo>
                <a:lnTo>
                  <a:pt x="107782" y="35941"/>
                </a:lnTo>
                <a:lnTo>
                  <a:pt x="108306" y="36264"/>
                </a:lnTo>
                <a:lnTo>
                  <a:pt x="108831" y="36607"/>
                </a:lnTo>
                <a:lnTo>
                  <a:pt x="109336" y="36971"/>
                </a:lnTo>
                <a:lnTo>
                  <a:pt x="109820" y="37354"/>
                </a:lnTo>
                <a:lnTo>
                  <a:pt x="110284" y="37758"/>
                </a:lnTo>
                <a:lnTo>
                  <a:pt x="110728" y="38161"/>
                </a:lnTo>
                <a:lnTo>
                  <a:pt x="111152" y="38585"/>
                </a:lnTo>
                <a:lnTo>
                  <a:pt x="111535" y="39029"/>
                </a:lnTo>
                <a:lnTo>
                  <a:pt x="111919" y="39493"/>
                </a:lnTo>
                <a:lnTo>
                  <a:pt x="112262" y="39957"/>
                </a:lnTo>
                <a:lnTo>
                  <a:pt x="112605" y="40442"/>
                </a:lnTo>
                <a:lnTo>
                  <a:pt x="112907" y="40946"/>
                </a:lnTo>
                <a:lnTo>
                  <a:pt x="113190" y="41451"/>
                </a:lnTo>
                <a:lnTo>
                  <a:pt x="113452" y="41955"/>
                </a:lnTo>
                <a:lnTo>
                  <a:pt x="113674" y="42480"/>
                </a:lnTo>
                <a:lnTo>
                  <a:pt x="113876" y="43025"/>
                </a:lnTo>
                <a:lnTo>
                  <a:pt x="114058" y="43569"/>
                </a:lnTo>
                <a:lnTo>
                  <a:pt x="114219" y="44114"/>
                </a:lnTo>
                <a:lnTo>
                  <a:pt x="114038" y="43610"/>
                </a:lnTo>
                <a:lnTo>
                  <a:pt x="113937" y="43368"/>
                </a:lnTo>
                <a:lnTo>
                  <a:pt x="113816" y="43126"/>
                </a:lnTo>
                <a:lnTo>
                  <a:pt x="113694" y="42904"/>
                </a:lnTo>
                <a:lnTo>
                  <a:pt x="113573" y="42682"/>
                </a:lnTo>
                <a:lnTo>
                  <a:pt x="113432" y="42500"/>
                </a:lnTo>
                <a:lnTo>
                  <a:pt x="113251" y="42318"/>
                </a:lnTo>
                <a:lnTo>
                  <a:pt x="113210" y="42379"/>
                </a:lnTo>
                <a:lnTo>
                  <a:pt x="113372" y="42560"/>
                </a:lnTo>
                <a:lnTo>
                  <a:pt x="113533" y="42782"/>
                </a:lnTo>
                <a:lnTo>
                  <a:pt x="113674" y="43025"/>
                </a:lnTo>
                <a:lnTo>
                  <a:pt x="113816" y="43267"/>
                </a:lnTo>
                <a:lnTo>
                  <a:pt x="113916" y="43529"/>
                </a:lnTo>
                <a:lnTo>
                  <a:pt x="114017" y="43812"/>
                </a:lnTo>
                <a:lnTo>
                  <a:pt x="114219" y="44377"/>
                </a:lnTo>
                <a:lnTo>
                  <a:pt x="114360" y="44760"/>
                </a:lnTo>
                <a:lnTo>
                  <a:pt x="114502" y="45144"/>
                </a:lnTo>
                <a:lnTo>
                  <a:pt x="114663" y="45507"/>
                </a:lnTo>
                <a:lnTo>
                  <a:pt x="114744" y="45668"/>
                </a:lnTo>
                <a:lnTo>
                  <a:pt x="114845" y="45809"/>
                </a:lnTo>
                <a:lnTo>
                  <a:pt x="114946" y="45951"/>
                </a:lnTo>
                <a:lnTo>
                  <a:pt x="115067" y="46072"/>
                </a:lnTo>
                <a:lnTo>
                  <a:pt x="115188" y="46173"/>
                </a:lnTo>
                <a:lnTo>
                  <a:pt x="115309" y="46274"/>
                </a:lnTo>
                <a:lnTo>
                  <a:pt x="115470" y="46334"/>
                </a:lnTo>
                <a:lnTo>
                  <a:pt x="115632" y="46375"/>
                </a:lnTo>
                <a:lnTo>
                  <a:pt x="115793" y="46395"/>
                </a:lnTo>
                <a:lnTo>
                  <a:pt x="115995" y="46395"/>
                </a:lnTo>
                <a:lnTo>
                  <a:pt x="116156" y="46375"/>
                </a:lnTo>
                <a:lnTo>
                  <a:pt x="116318" y="46334"/>
                </a:lnTo>
                <a:lnTo>
                  <a:pt x="116479" y="46274"/>
                </a:lnTo>
                <a:lnTo>
                  <a:pt x="116641" y="46173"/>
                </a:lnTo>
                <a:lnTo>
                  <a:pt x="116822" y="46072"/>
                </a:lnTo>
                <a:lnTo>
                  <a:pt x="116984" y="45931"/>
                </a:lnTo>
                <a:lnTo>
                  <a:pt x="117145" y="45769"/>
                </a:lnTo>
                <a:lnTo>
                  <a:pt x="117327" y="45587"/>
                </a:lnTo>
                <a:lnTo>
                  <a:pt x="117630" y="45224"/>
                </a:lnTo>
                <a:lnTo>
                  <a:pt x="117892" y="44841"/>
                </a:lnTo>
                <a:lnTo>
                  <a:pt x="118134" y="44437"/>
                </a:lnTo>
                <a:lnTo>
                  <a:pt x="118356" y="44034"/>
                </a:lnTo>
                <a:lnTo>
                  <a:pt x="118558" y="43630"/>
                </a:lnTo>
                <a:lnTo>
                  <a:pt x="118739" y="43186"/>
                </a:lnTo>
                <a:lnTo>
                  <a:pt x="118901" y="42762"/>
                </a:lnTo>
                <a:lnTo>
                  <a:pt x="119042" y="42318"/>
                </a:lnTo>
                <a:lnTo>
                  <a:pt x="119183" y="41854"/>
                </a:lnTo>
                <a:lnTo>
                  <a:pt x="119284" y="41410"/>
                </a:lnTo>
                <a:lnTo>
                  <a:pt x="119486" y="40482"/>
                </a:lnTo>
                <a:lnTo>
                  <a:pt x="119648" y="39554"/>
                </a:lnTo>
                <a:lnTo>
                  <a:pt x="119789" y="38625"/>
                </a:lnTo>
                <a:lnTo>
                  <a:pt x="119950" y="37394"/>
                </a:lnTo>
                <a:lnTo>
                  <a:pt x="120092" y="36184"/>
                </a:lnTo>
                <a:lnTo>
                  <a:pt x="120233" y="34953"/>
                </a:lnTo>
                <a:lnTo>
                  <a:pt x="120334" y="33742"/>
                </a:lnTo>
                <a:lnTo>
                  <a:pt x="120455" y="32511"/>
                </a:lnTo>
                <a:lnTo>
                  <a:pt x="120536" y="31280"/>
                </a:lnTo>
                <a:lnTo>
                  <a:pt x="120616" y="30069"/>
                </a:lnTo>
                <a:lnTo>
                  <a:pt x="120697" y="28838"/>
                </a:lnTo>
                <a:lnTo>
                  <a:pt x="120737" y="27607"/>
                </a:lnTo>
                <a:lnTo>
                  <a:pt x="120778" y="26376"/>
                </a:lnTo>
                <a:lnTo>
                  <a:pt x="120798" y="25145"/>
                </a:lnTo>
                <a:lnTo>
                  <a:pt x="120818" y="23914"/>
                </a:lnTo>
                <a:lnTo>
                  <a:pt x="120818" y="22683"/>
                </a:lnTo>
                <a:lnTo>
                  <a:pt x="120798" y="21452"/>
                </a:lnTo>
                <a:lnTo>
                  <a:pt x="120778" y="20241"/>
                </a:lnTo>
                <a:lnTo>
                  <a:pt x="120737" y="19010"/>
                </a:lnTo>
                <a:lnTo>
                  <a:pt x="120697" y="18143"/>
                </a:lnTo>
                <a:lnTo>
                  <a:pt x="120636" y="17275"/>
                </a:lnTo>
                <a:lnTo>
                  <a:pt x="120576" y="16407"/>
                </a:lnTo>
                <a:lnTo>
                  <a:pt x="120495" y="15519"/>
                </a:lnTo>
                <a:lnTo>
                  <a:pt x="120374" y="14651"/>
                </a:lnTo>
                <a:lnTo>
                  <a:pt x="120233" y="13763"/>
                </a:lnTo>
                <a:lnTo>
                  <a:pt x="120071" y="12896"/>
                </a:lnTo>
                <a:lnTo>
                  <a:pt x="119870" y="12048"/>
                </a:lnTo>
                <a:lnTo>
                  <a:pt x="119648" y="11201"/>
                </a:lnTo>
                <a:lnTo>
                  <a:pt x="119365" y="10353"/>
                </a:lnTo>
                <a:lnTo>
                  <a:pt x="119062" y="9546"/>
                </a:lnTo>
                <a:lnTo>
                  <a:pt x="118881" y="9142"/>
                </a:lnTo>
                <a:lnTo>
                  <a:pt x="118699" y="8759"/>
                </a:lnTo>
                <a:lnTo>
                  <a:pt x="118497" y="8375"/>
                </a:lnTo>
                <a:lnTo>
                  <a:pt x="118296" y="7992"/>
                </a:lnTo>
                <a:lnTo>
                  <a:pt x="118074" y="7609"/>
                </a:lnTo>
                <a:lnTo>
                  <a:pt x="117831" y="7245"/>
                </a:lnTo>
                <a:lnTo>
                  <a:pt x="117589" y="6902"/>
                </a:lnTo>
                <a:lnTo>
                  <a:pt x="117327" y="6559"/>
                </a:lnTo>
                <a:lnTo>
                  <a:pt x="117044" y="6216"/>
                </a:lnTo>
                <a:lnTo>
                  <a:pt x="116762" y="5873"/>
                </a:lnTo>
                <a:lnTo>
                  <a:pt x="116257" y="5369"/>
                </a:lnTo>
                <a:lnTo>
                  <a:pt x="115712" y="4884"/>
                </a:lnTo>
                <a:lnTo>
                  <a:pt x="115127" y="4420"/>
                </a:lnTo>
                <a:lnTo>
                  <a:pt x="114502" y="3976"/>
                </a:lnTo>
                <a:lnTo>
                  <a:pt x="113836" y="3573"/>
                </a:lnTo>
                <a:lnTo>
                  <a:pt x="113129" y="3189"/>
                </a:lnTo>
                <a:lnTo>
                  <a:pt x="112403" y="2846"/>
                </a:lnTo>
                <a:lnTo>
                  <a:pt x="111596" y="2503"/>
                </a:lnTo>
                <a:lnTo>
                  <a:pt x="110970" y="2261"/>
                </a:lnTo>
                <a:lnTo>
                  <a:pt x="110284" y="2039"/>
                </a:lnTo>
                <a:lnTo>
                  <a:pt x="109578" y="1837"/>
                </a:lnTo>
                <a:lnTo>
                  <a:pt x="108851" y="1635"/>
                </a:lnTo>
                <a:lnTo>
                  <a:pt x="108064" y="1433"/>
                </a:lnTo>
                <a:lnTo>
                  <a:pt x="107257" y="1272"/>
                </a:lnTo>
                <a:lnTo>
                  <a:pt x="106389" y="1090"/>
                </a:lnTo>
                <a:lnTo>
                  <a:pt x="105481" y="949"/>
                </a:lnTo>
                <a:lnTo>
                  <a:pt x="103988" y="707"/>
                </a:lnTo>
                <a:lnTo>
                  <a:pt x="102474" y="505"/>
                </a:lnTo>
                <a:lnTo>
                  <a:pt x="100961" y="344"/>
                </a:lnTo>
                <a:lnTo>
                  <a:pt x="99447" y="202"/>
                </a:lnTo>
                <a:lnTo>
                  <a:pt x="97934" y="102"/>
                </a:lnTo>
                <a:lnTo>
                  <a:pt x="96420" y="41"/>
                </a:lnTo>
                <a:lnTo>
                  <a:pt x="9488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5" name="Google Shape;3035;p38"/>
          <p:cNvSpPr/>
          <p:nvPr/>
        </p:nvSpPr>
        <p:spPr>
          <a:xfrm>
            <a:off x="9011602" y="-25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6" name="Google Shape;3036;p38"/>
          <p:cNvSpPr/>
          <p:nvPr/>
        </p:nvSpPr>
        <p:spPr>
          <a:xfrm>
            <a:off x="7182848" y="1854781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7" name="Google Shape;3037;p38"/>
          <p:cNvSpPr/>
          <p:nvPr/>
        </p:nvSpPr>
        <p:spPr>
          <a:xfrm>
            <a:off x="7364488" y="11396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8" name="Google Shape;3038;p38"/>
          <p:cNvSpPr/>
          <p:nvPr/>
        </p:nvSpPr>
        <p:spPr>
          <a:xfrm>
            <a:off x="8605498" y="3630536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9" name="Google Shape;3039;p38"/>
          <p:cNvSpPr/>
          <p:nvPr/>
        </p:nvSpPr>
        <p:spPr>
          <a:xfrm>
            <a:off x="7917290" y="1315452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0" name="Google Shape;3040;p38"/>
          <p:cNvSpPr/>
          <p:nvPr/>
        </p:nvSpPr>
        <p:spPr>
          <a:xfrm>
            <a:off x="1573619" y="4469485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1" name="Google Shape;3041;p38"/>
          <p:cNvSpPr/>
          <p:nvPr/>
        </p:nvSpPr>
        <p:spPr>
          <a:xfrm rot="3449335">
            <a:off x="1554254" y="-1020347"/>
            <a:ext cx="1395586" cy="1650631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2" name="Google Shape;3042;p38"/>
          <p:cNvSpPr/>
          <p:nvPr/>
        </p:nvSpPr>
        <p:spPr>
          <a:xfrm>
            <a:off x="8938198" y="3915546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3" name="Google Shape;3043;p38"/>
          <p:cNvSpPr/>
          <p:nvPr/>
        </p:nvSpPr>
        <p:spPr>
          <a:xfrm>
            <a:off x="1754085" y="4576657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4" name="Google Shape;3044;p38"/>
          <p:cNvSpPr/>
          <p:nvPr/>
        </p:nvSpPr>
        <p:spPr>
          <a:xfrm>
            <a:off x="7475015" y="1977720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5" name="Google Shape;3045;p38"/>
          <p:cNvSpPr/>
          <p:nvPr/>
        </p:nvSpPr>
        <p:spPr>
          <a:xfrm>
            <a:off x="7497601" y="258374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6" name="Google Shape;3046;p38"/>
          <p:cNvSpPr/>
          <p:nvPr/>
        </p:nvSpPr>
        <p:spPr>
          <a:xfrm>
            <a:off x="7989465" y="1384273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7" name="Google Shape;3047;p38"/>
          <p:cNvSpPr/>
          <p:nvPr/>
        </p:nvSpPr>
        <p:spPr>
          <a:xfrm rot="3449335">
            <a:off x="1655522" y="-908175"/>
            <a:ext cx="1193653" cy="1427229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8" name="Google Shape;3048;p38"/>
          <p:cNvSpPr/>
          <p:nvPr/>
        </p:nvSpPr>
        <p:spPr>
          <a:xfrm>
            <a:off x="7611538" y="31925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9" name="Google Shape;3049;p38"/>
          <p:cNvSpPr/>
          <p:nvPr/>
        </p:nvSpPr>
        <p:spPr>
          <a:xfrm>
            <a:off x="8093284" y="1493738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0" name="Google Shape;3050;p38"/>
          <p:cNvSpPr/>
          <p:nvPr/>
        </p:nvSpPr>
        <p:spPr>
          <a:xfrm rot="3449335">
            <a:off x="1810805" y="-768073"/>
            <a:ext cx="901487" cy="1104539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1" name="Google Shape;3051;p38"/>
          <p:cNvSpPr/>
          <p:nvPr/>
        </p:nvSpPr>
        <p:spPr>
          <a:xfrm>
            <a:off x="8740847" y="1813019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2" name="Google Shape;3052;p38"/>
          <p:cNvSpPr/>
          <p:nvPr/>
        </p:nvSpPr>
        <p:spPr>
          <a:xfrm>
            <a:off x="7850706" y="3773824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3" name="Google Shape;3053;p38"/>
          <p:cNvSpPr/>
          <p:nvPr/>
        </p:nvSpPr>
        <p:spPr>
          <a:xfrm rot="3449335">
            <a:off x="2567386" y="-287123"/>
            <a:ext cx="130932" cy="390449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4" name="Google Shape;3054;p38"/>
          <p:cNvSpPr/>
          <p:nvPr/>
        </p:nvSpPr>
        <p:spPr>
          <a:xfrm>
            <a:off x="13470249" y="372312"/>
            <a:ext cx="206522" cy="1040271"/>
          </a:xfrm>
          <a:custGeom>
            <a:rect b="b" l="l" r="r" t="t"/>
            <a:pathLst>
              <a:path extrusionOk="0" h="18607" w="3694">
                <a:moveTo>
                  <a:pt x="2160" y="0"/>
                </a:moveTo>
                <a:lnTo>
                  <a:pt x="2099" y="61"/>
                </a:lnTo>
                <a:lnTo>
                  <a:pt x="2281" y="283"/>
                </a:lnTo>
                <a:lnTo>
                  <a:pt x="2462" y="545"/>
                </a:lnTo>
                <a:lnTo>
                  <a:pt x="2624" y="787"/>
                </a:lnTo>
                <a:lnTo>
                  <a:pt x="2765" y="1050"/>
                </a:lnTo>
                <a:lnTo>
                  <a:pt x="2886" y="1292"/>
                </a:lnTo>
                <a:lnTo>
                  <a:pt x="3007" y="1554"/>
                </a:lnTo>
                <a:lnTo>
                  <a:pt x="3209" y="2079"/>
                </a:lnTo>
                <a:lnTo>
                  <a:pt x="3350" y="2604"/>
                </a:lnTo>
                <a:lnTo>
                  <a:pt x="3471" y="3108"/>
                </a:lnTo>
                <a:lnTo>
                  <a:pt x="3532" y="3592"/>
                </a:lnTo>
                <a:lnTo>
                  <a:pt x="3572" y="4036"/>
                </a:lnTo>
                <a:lnTo>
                  <a:pt x="3613" y="4581"/>
                </a:lnTo>
                <a:lnTo>
                  <a:pt x="3613" y="5126"/>
                </a:lnTo>
                <a:lnTo>
                  <a:pt x="3592" y="5671"/>
                </a:lnTo>
                <a:lnTo>
                  <a:pt x="3552" y="6216"/>
                </a:lnTo>
                <a:lnTo>
                  <a:pt x="3431" y="7285"/>
                </a:lnTo>
                <a:lnTo>
                  <a:pt x="3290" y="8355"/>
                </a:lnTo>
                <a:lnTo>
                  <a:pt x="2684" y="12734"/>
                </a:lnTo>
                <a:lnTo>
                  <a:pt x="2604" y="13360"/>
                </a:lnTo>
                <a:lnTo>
                  <a:pt x="2503" y="14026"/>
                </a:lnTo>
                <a:lnTo>
                  <a:pt x="2361" y="14712"/>
                </a:lnTo>
                <a:lnTo>
                  <a:pt x="2281" y="15055"/>
                </a:lnTo>
                <a:lnTo>
                  <a:pt x="2180" y="15398"/>
                </a:lnTo>
                <a:lnTo>
                  <a:pt x="2059" y="15741"/>
                </a:lnTo>
                <a:lnTo>
                  <a:pt x="1938" y="16084"/>
                </a:lnTo>
                <a:lnTo>
                  <a:pt x="1796" y="16407"/>
                </a:lnTo>
                <a:lnTo>
                  <a:pt x="1635" y="16730"/>
                </a:lnTo>
                <a:lnTo>
                  <a:pt x="1453" y="17053"/>
                </a:lnTo>
                <a:lnTo>
                  <a:pt x="1252" y="17355"/>
                </a:lnTo>
                <a:lnTo>
                  <a:pt x="1030" y="17638"/>
                </a:lnTo>
                <a:lnTo>
                  <a:pt x="787" y="17900"/>
                </a:lnTo>
                <a:lnTo>
                  <a:pt x="606" y="18082"/>
                </a:lnTo>
                <a:lnTo>
                  <a:pt x="404" y="18243"/>
                </a:lnTo>
                <a:lnTo>
                  <a:pt x="202" y="18384"/>
                </a:lnTo>
                <a:lnTo>
                  <a:pt x="0" y="18526"/>
                </a:lnTo>
                <a:lnTo>
                  <a:pt x="41" y="18606"/>
                </a:lnTo>
                <a:lnTo>
                  <a:pt x="263" y="18465"/>
                </a:lnTo>
                <a:lnTo>
                  <a:pt x="465" y="18304"/>
                </a:lnTo>
                <a:lnTo>
                  <a:pt x="666" y="18142"/>
                </a:lnTo>
                <a:lnTo>
                  <a:pt x="848" y="17961"/>
                </a:lnTo>
                <a:lnTo>
                  <a:pt x="1090" y="17678"/>
                </a:lnTo>
                <a:lnTo>
                  <a:pt x="1332" y="17396"/>
                </a:lnTo>
                <a:lnTo>
                  <a:pt x="1534" y="17093"/>
                </a:lnTo>
                <a:lnTo>
                  <a:pt x="1716" y="16790"/>
                </a:lnTo>
                <a:lnTo>
                  <a:pt x="1877" y="16447"/>
                </a:lnTo>
                <a:lnTo>
                  <a:pt x="2018" y="16124"/>
                </a:lnTo>
                <a:lnTo>
                  <a:pt x="2139" y="15781"/>
                </a:lnTo>
                <a:lnTo>
                  <a:pt x="2240" y="15438"/>
                </a:lnTo>
                <a:lnTo>
                  <a:pt x="2341" y="15075"/>
                </a:lnTo>
                <a:lnTo>
                  <a:pt x="2442" y="14732"/>
                </a:lnTo>
                <a:lnTo>
                  <a:pt x="2563" y="14046"/>
                </a:lnTo>
                <a:lnTo>
                  <a:pt x="2684" y="13380"/>
                </a:lnTo>
                <a:lnTo>
                  <a:pt x="2765" y="12734"/>
                </a:lnTo>
                <a:lnTo>
                  <a:pt x="3370" y="8375"/>
                </a:lnTo>
                <a:lnTo>
                  <a:pt x="3512" y="7306"/>
                </a:lnTo>
                <a:lnTo>
                  <a:pt x="3633" y="6216"/>
                </a:lnTo>
                <a:lnTo>
                  <a:pt x="3673" y="5671"/>
                </a:lnTo>
                <a:lnTo>
                  <a:pt x="3693" y="5126"/>
                </a:lnTo>
                <a:lnTo>
                  <a:pt x="3693" y="4581"/>
                </a:lnTo>
                <a:lnTo>
                  <a:pt x="3653" y="4036"/>
                </a:lnTo>
                <a:lnTo>
                  <a:pt x="3613" y="3572"/>
                </a:lnTo>
                <a:lnTo>
                  <a:pt x="3532" y="3088"/>
                </a:lnTo>
                <a:lnTo>
                  <a:pt x="3431" y="2583"/>
                </a:lnTo>
                <a:lnTo>
                  <a:pt x="3290" y="2059"/>
                </a:lnTo>
                <a:lnTo>
                  <a:pt x="3088" y="1534"/>
                </a:lnTo>
                <a:lnTo>
                  <a:pt x="2967" y="1272"/>
                </a:lnTo>
                <a:lnTo>
                  <a:pt x="2826" y="1009"/>
                </a:lnTo>
                <a:lnTo>
                  <a:pt x="2684" y="747"/>
                </a:lnTo>
                <a:lnTo>
                  <a:pt x="2523" y="485"/>
                </a:lnTo>
                <a:lnTo>
                  <a:pt x="2341" y="243"/>
                </a:lnTo>
                <a:lnTo>
                  <a:pt x="216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5" name="Google Shape;3055;p38"/>
          <p:cNvSpPr/>
          <p:nvPr/>
        </p:nvSpPr>
        <p:spPr>
          <a:xfrm>
            <a:off x="8905548" y="1936013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6" name="Google Shape;3056;p38"/>
          <p:cNvSpPr/>
          <p:nvPr/>
        </p:nvSpPr>
        <p:spPr>
          <a:xfrm>
            <a:off x="9054482" y="2190947"/>
            <a:ext cx="794334" cy="541632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7" name="Google Shape;3057;p38"/>
          <p:cNvSpPr/>
          <p:nvPr/>
        </p:nvSpPr>
        <p:spPr>
          <a:xfrm>
            <a:off x="8006405" y="3940817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8" name="Google Shape;3058;p38"/>
          <p:cNvSpPr/>
          <p:nvPr/>
        </p:nvSpPr>
        <p:spPr>
          <a:xfrm>
            <a:off x="8024463" y="3383486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9" name="Google Shape;3059;p38"/>
          <p:cNvSpPr/>
          <p:nvPr/>
        </p:nvSpPr>
        <p:spPr>
          <a:xfrm>
            <a:off x="8022171" y="3381194"/>
            <a:ext cx="104994" cy="104994"/>
          </a:xfrm>
          <a:custGeom>
            <a:rect b="b" l="l" r="r" t="t"/>
            <a:pathLst>
              <a:path extrusionOk="0" h="1878" w="1878">
                <a:moveTo>
                  <a:pt x="949" y="81"/>
                </a:moveTo>
                <a:lnTo>
                  <a:pt x="1111" y="102"/>
                </a:lnTo>
                <a:lnTo>
                  <a:pt x="1272" y="142"/>
                </a:lnTo>
                <a:lnTo>
                  <a:pt x="1414" y="223"/>
                </a:lnTo>
                <a:lnTo>
                  <a:pt x="1555" y="32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8"/>
                </a:lnTo>
                <a:lnTo>
                  <a:pt x="1797" y="949"/>
                </a:lnTo>
                <a:lnTo>
                  <a:pt x="1777" y="1111"/>
                </a:lnTo>
                <a:lnTo>
                  <a:pt x="1736" y="1272"/>
                </a:lnTo>
                <a:lnTo>
                  <a:pt x="1656" y="1413"/>
                </a:lnTo>
                <a:lnTo>
                  <a:pt x="1555" y="1555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77"/>
                </a:lnTo>
                <a:lnTo>
                  <a:pt x="949" y="1797"/>
                </a:lnTo>
                <a:lnTo>
                  <a:pt x="768" y="1777"/>
                </a:lnTo>
                <a:lnTo>
                  <a:pt x="606" y="1736"/>
                </a:lnTo>
                <a:lnTo>
                  <a:pt x="465" y="1655"/>
                </a:lnTo>
                <a:lnTo>
                  <a:pt x="344" y="1555"/>
                </a:lnTo>
                <a:lnTo>
                  <a:pt x="223" y="1413"/>
                </a:lnTo>
                <a:lnTo>
                  <a:pt x="142" y="1272"/>
                </a:lnTo>
                <a:lnTo>
                  <a:pt x="102" y="1111"/>
                </a:lnTo>
                <a:lnTo>
                  <a:pt x="82" y="949"/>
                </a:lnTo>
                <a:lnTo>
                  <a:pt x="102" y="768"/>
                </a:lnTo>
                <a:lnTo>
                  <a:pt x="142" y="606"/>
                </a:lnTo>
                <a:lnTo>
                  <a:pt x="223" y="465"/>
                </a:lnTo>
                <a:lnTo>
                  <a:pt x="344" y="324"/>
                </a:lnTo>
                <a:lnTo>
                  <a:pt x="465" y="223"/>
                </a:lnTo>
                <a:lnTo>
                  <a:pt x="606" y="142"/>
                </a:lnTo>
                <a:lnTo>
                  <a:pt x="768" y="102"/>
                </a:lnTo>
                <a:lnTo>
                  <a:pt x="949" y="81"/>
                </a:lnTo>
                <a:close/>
                <a:moveTo>
                  <a:pt x="949" y="1"/>
                </a:moveTo>
                <a:lnTo>
                  <a:pt x="748" y="21"/>
                </a:lnTo>
                <a:lnTo>
                  <a:pt x="586" y="81"/>
                </a:lnTo>
                <a:lnTo>
                  <a:pt x="425" y="162"/>
                </a:lnTo>
                <a:lnTo>
                  <a:pt x="284" y="283"/>
                </a:lnTo>
                <a:lnTo>
                  <a:pt x="162" y="404"/>
                </a:lnTo>
                <a:lnTo>
                  <a:pt x="82" y="56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82" y="1312"/>
                </a:lnTo>
                <a:lnTo>
                  <a:pt x="162" y="1474"/>
                </a:lnTo>
                <a:lnTo>
                  <a:pt x="284" y="1615"/>
                </a:lnTo>
                <a:lnTo>
                  <a:pt x="425" y="1716"/>
                </a:lnTo>
                <a:lnTo>
                  <a:pt x="586" y="1817"/>
                </a:lnTo>
                <a:lnTo>
                  <a:pt x="748" y="1857"/>
                </a:lnTo>
                <a:lnTo>
                  <a:pt x="949" y="1877"/>
                </a:lnTo>
                <a:lnTo>
                  <a:pt x="1131" y="1857"/>
                </a:lnTo>
                <a:lnTo>
                  <a:pt x="1313" y="1817"/>
                </a:lnTo>
                <a:lnTo>
                  <a:pt x="1474" y="1716"/>
                </a:lnTo>
                <a:lnTo>
                  <a:pt x="1615" y="1615"/>
                </a:lnTo>
                <a:lnTo>
                  <a:pt x="1716" y="1474"/>
                </a:lnTo>
                <a:lnTo>
                  <a:pt x="181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817" y="566"/>
                </a:lnTo>
                <a:lnTo>
                  <a:pt x="1716" y="404"/>
                </a:lnTo>
                <a:lnTo>
                  <a:pt x="1615" y="283"/>
                </a:lnTo>
                <a:lnTo>
                  <a:pt x="1474" y="162"/>
                </a:lnTo>
                <a:lnTo>
                  <a:pt x="1313" y="81"/>
                </a:lnTo>
                <a:lnTo>
                  <a:pt x="1131" y="21"/>
                </a:lnTo>
                <a:lnTo>
                  <a:pt x="94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0" name="Google Shape;3060;p38"/>
          <p:cNvSpPr/>
          <p:nvPr/>
        </p:nvSpPr>
        <p:spPr>
          <a:xfrm>
            <a:off x="8252337" y="1963072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1" name="Google Shape;3061;p38"/>
          <p:cNvSpPr/>
          <p:nvPr/>
        </p:nvSpPr>
        <p:spPr>
          <a:xfrm>
            <a:off x="8250101" y="1960780"/>
            <a:ext cx="104994" cy="106112"/>
          </a:xfrm>
          <a:custGeom>
            <a:rect b="b" l="l" r="r" t="t"/>
            <a:pathLst>
              <a:path extrusionOk="0" h="1898" w="1878">
                <a:moveTo>
                  <a:pt x="929" y="82"/>
                </a:moveTo>
                <a:lnTo>
                  <a:pt x="1110" y="102"/>
                </a:lnTo>
                <a:lnTo>
                  <a:pt x="1272" y="162"/>
                </a:lnTo>
                <a:lnTo>
                  <a:pt x="1413" y="243"/>
                </a:lnTo>
                <a:lnTo>
                  <a:pt x="1554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31"/>
                </a:lnTo>
                <a:lnTo>
                  <a:pt x="1736" y="1293"/>
                </a:lnTo>
                <a:lnTo>
                  <a:pt x="1655" y="143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97"/>
                </a:lnTo>
                <a:lnTo>
                  <a:pt x="929" y="1817"/>
                </a:lnTo>
                <a:lnTo>
                  <a:pt x="767" y="1797"/>
                </a:lnTo>
                <a:lnTo>
                  <a:pt x="606" y="1736"/>
                </a:lnTo>
                <a:lnTo>
                  <a:pt x="465" y="1656"/>
                </a:lnTo>
                <a:lnTo>
                  <a:pt x="323" y="1555"/>
                </a:lnTo>
                <a:lnTo>
                  <a:pt x="222" y="1434"/>
                </a:lnTo>
                <a:lnTo>
                  <a:pt x="142" y="1293"/>
                </a:lnTo>
                <a:lnTo>
                  <a:pt x="101" y="113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44"/>
                </a:lnTo>
                <a:lnTo>
                  <a:pt x="465" y="243"/>
                </a:lnTo>
                <a:lnTo>
                  <a:pt x="606" y="162"/>
                </a:lnTo>
                <a:lnTo>
                  <a:pt x="767" y="102"/>
                </a:lnTo>
                <a:lnTo>
                  <a:pt x="929" y="82"/>
                </a:lnTo>
                <a:close/>
                <a:moveTo>
                  <a:pt x="929" y="1"/>
                </a:moveTo>
                <a:lnTo>
                  <a:pt x="747" y="21"/>
                </a:lnTo>
                <a:lnTo>
                  <a:pt x="565" y="82"/>
                </a:lnTo>
                <a:lnTo>
                  <a:pt x="404" y="162"/>
                </a:lnTo>
                <a:lnTo>
                  <a:pt x="263" y="284"/>
                </a:lnTo>
                <a:lnTo>
                  <a:pt x="162" y="425"/>
                </a:lnTo>
                <a:lnTo>
                  <a:pt x="61" y="586"/>
                </a:lnTo>
                <a:lnTo>
                  <a:pt x="21" y="768"/>
                </a:lnTo>
                <a:lnTo>
                  <a:pt x="0" y="949"/>
                </a:lnTo>
                <a:lnTo>
                  <a:pt x="21" y="1131"/>
                </a:lnTo>
                <a:lnTo>
                  <a:pt x="61" y="1313"/>
                </a:lnTo>
                <a:lnTo>
                  <a:pt x="162" y="1474"/>
                </a:lnTo>
                <a:lnTo>
                  <a:pt x="263" y="1615"/>
                </a:lnTo>
                <a:lnTo>
                  <a:pt x="404" y="1736"/>
                </a:lnTo>
                <a:lnTo>
                  <a:pt x="565" y="1817"/>
                </a:lnTo>
                <a:lnTo>
                  <a:pt x="747" y="1878"/>
                </a:lnTo>
                <a:lnTo>
                  <a:pt x="929" y="1898"/>
                </a:lnTo>
                <a:lnTo>
                  <a:pt x="1130" y="1878"/>
                </a:lnTo>
                <a:lnTo>
                  <a:pt x="1312" y="1817"/>
                </a:lnTo>
                <a:lnTo>
                  <a:pt x="1453" y="1736"/>
                </a:lnTo>
                <a:lnTo>
                  <a:pt x="1595" y="1615"/>
                </a:lnTo>
                <a:lnTo>
                  <a:pt x="1716" y="1474"/>
                </a:lnTo>
                <a:lnTo>
                  <a:pt x="1796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68"/>
                </a:lnTo>
                <a:lnTo>
                  <a:pt x="1796" y="586"/>
                </a:lnTo>
                <a:lnTo>
                  <a:pt x="1716" y="425"/>
                </a:lnTo>
                <a:lnTo>
                  <a:pt x="1595" y="284"/>
                </a:lnTo>
                <a:lnTo>
                  <a:pt x="1453" y="162"/>
                </a:lnTo>
                <a:lnTo>
                  <a:pt x="1312" y="82"/>
                </a:lnTo>
                <a:lnTo>
                  <a:pt x="1130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2" name="Google Shape;3062;p38"/>
          <p:cNvSpPr/>
          <p:nvPr/>
        </p:nvSpPr>
        <p:spPr>
          <a:xfrm>
            <a:off x="8947481" y="1091884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3" name="Google Shape;3063;p38"/>
          <p:cNvSpPr/>
          <p:nvPr/>
        </p:nvSpPr>
        <p:spPr>
          <a:xfrm>
            <a:off x="9048679" y="137326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4" name="Google Shape;3064;p38"/>
          <p:cNvSpPr/>
          <p:nvPr/>
        </p:nvSpPr>
        <p:spPr>
          <a:xfrm>
            <a:off x="9064657" y="390240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5" name="Google Shape;3065;p38"/>
          <p:cNvSpPr/>
          <p:nvPr/>
        </p:nvSpPr>
        <p:spPr>
          <a:xfrm>
            <a:off x="9062365" y="3900173"/>
            <a:ext cx="104994" cy="104994"/>
          </a:xfrm>
          <a:custGeom>
            <a:rect b="b" l="l" r="r" t="t"/>
            <a:pathLst>
              <a:path extrusionOk="0" h="1878" w="1878">
                <a:moveTo>
                  <a:pt x="929" y="81"/>
                </a:moveTo>
                <a:lnTo>
                  <a:pt x="1111" y="101"/>
                </a:lnTo>
                <a:lnTo>
                  <a:pt x="1272" y="142"/>
                </a:lnTo>
                <a:lnTo>
                  <a:pt x="1414" y="223"/>
                </a:lnTo>
                <a:lnTo>
                  <a:pt x="1535" y="34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7"/>
                </a:lnTo>
                <a:lnTo>
                  <a:pt x="1797" y="949"/>
                </a:lnTo>
                <a:lnTo>
                  <a:pt x="1777" y="1110"/>
                </a:lnTo>
                <a:lnTo>
                  <a:pt x="1736" y="1272"/>
                </a:lnTo>
                <a:lnTo>
                  <a:pt x="1656" y="1433"/>
                </a:lnTo>
                <a:lnTo>
                  <a:pt x="1535" y="1554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97"/>
                </a:lnTo>
                <a:lnTo>
                  <a:pt x="768" y="1797"/>
                </a:lnTo>
                <a:lnTo>
                  <a:pt x="606" y="1736"/>
                </a:lnTo>
                <a:lnTo>
                  <a:pt x="445" y="1655"/>
                </a:lnTo>
                <a:lnTo>
                  <a:pt x="324" y="1554"/>
                </a:lnTo>
                <a:lnTo>
                  <a:pt x="223" y="1433"/>
                </a:lnTo>
                <a:lnTo>
                  <a:pt x="142" y="1272"/>
                </a:lnTo>
                <a:lnTo>
                  <a:pt x="82" y="1110"/>
                </a:lnTo>
                <a:lnTo>
                  <a:pt x="82" y="949"/>
                </a:lnTo>
                <a:lnTo>
                  <a:pt x="82" y="767"/>
                </a:lnTo>
                <a:lnTo>
                  <a:pt x="142" y="606"/>
                </a:lnTo>
                <a:lnTo>
                  <a:pt x="223" y="465"/>
                </a:lnTo>
                <a:lnTo>
                  <a:pt x="324" y="344"/>
                </a:lnTo>
                <a:lnTo>
                  <a:pt x="445" y="223"/>
                </a:lnTo>
                <a:lnTo>
                  <a:pt x="606" y="142"/>
                </a:lnTo>
                <a:lnTo>
                  <a:pt x="768" y="101"/>
                </a:lnTo>
                <a:lnTo>
                  <a:pt x="929" y="81"/>
                </a:lnTo>
                <a:close/>
                <a:moveTo>
                  <a:pt x="929" y="1"/>
                </a:moveTo>
                <a:lnTo>
                  <a:pt x="748" y="21"/>
                </a:lnTo>
                <a:lnTo>
                  <a:pt x="566" y="81"/>
                </a:lnTo>
                <a:lnTo>
                  <a:pt x="405" y="162"/>
                </a:lnTo>
                <a:lnTo>
                  <a:pt x="263" y="283"/>
                </a:lnTo>
                <a:lnTo>
                  <a:pt x="162" y="424"/>
                </a:lnTo>
                <a:lnTo>
                  <a:pt x="62" y="58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62" y="1312"/>
                </a:lnTo>
                <a:lnTo>
                  <a:pt x="162" y="1474"/>
                </a:lnTo>
                <a:lnTo>
                  <a:pt x="263" y="1615"/>
                </a:lnTo>
                <a:lnTo>
                  <a:pt x="405" y="1716"/>
                </a:lnTo>
                <a:lnTo>
                  <a:pt x="566" y="1817"/>
                </a:lnTo>
                <a:lnTo>
                  <a:pt x="748" y="1857"/>
                </a:lnTo>
                <a:lnTo>
                  <a:pt x="929" y="1877"/>
                </a:lnTo>
                <a:lnTo>
                  <a:pt x="1131" y="1857"/>
                </a:lnTo>
                <a:lnTo>
                  <a:pt x="1293" y="1817"/>
                </a:lnTo>
                <a:lnTo>
                  <a:pt x="1454" y="1716"/>
                </a:lnTo>
                <a:lnTo>
                  <a:pt x="1595" y="1615"/>
                </a:lnTo>
                <a:lnTo>
                  <a:pt x="1716" y="1474"/>
                </a:lnTo>
                <a:lnTo>
                  <a:pt x="179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797" y="586"/>
                </a:lnTo>
                <a:lnTo>
                  <a:pt x="1716" y="424"/>
                </a:lnTo>
                <a:lnTo>
                  <a:pt x="1595" y="283"/>
                </a:lnTo>
                <a:lnTo>
                  <a:pt x="1454" y="162"/>
                </a:lnTo>
                <a:lnTo>
                  <a:pt x="1293" y="81"/>
                </a:lnTo>
                <a:lnTo>
                  <a:pt x="1131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6" name="Google Shape;3066;p38"/>
          <p:cNvSpPr/>
          <p:nvPr/>
        </p:nvSpPr>
        <p:spPr>
          <a:xfrm>
            <a:off x="7397129" y="44694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7" name="Google Shape;3067;p38"/>
          <p:cNvSpPr/>
          <p:nvPr/>
        </p:nvSpPr>
        <p:spPr>
          <a:xfrm>
            <a:off x="7665172" y="399370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8" name="Google Shape;3068;p38"/>
          <p:cNvSpPr/>
          <p:nvPr/>
        </p:nvSpPr>
        <p:spPr>
          <a:xfrm>
            <a:off x="9325237" y="2442525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9" name="Google Shape;3069;p38"/>
          <p:cNvSpPr/>
          <p:nvPr/>
        </p:nvSpPr>
        <p:spPr>
          <a:xfrm>
            <a:off x="9301588" y="2466230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0" name="Google Shape;3070;p38"/>
          <p:cNvSpPr/>
          <p:nvPr/>
        </p:nvSpPr>
        <p:spPr>
          <a:xfrm rot="3449335">
            <a:off x="2649872" y="-138575"/>
            <a:ext cx="4584" cy="55347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1" name="Google Shape;3071;p38"/>
          <p:cNvSpPr/>
          <p:nvPr/>
        </p:nvSpPr>
        <p:spPr>
          <a:xfrm>
            <a:off x="-2003610" y="63728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2" name="Google Shape;3072;p38"/>
          <p:cNvSpPr/>
          <p:nvPr/>
        </p:nvSpPr>
        <p:spPr>
          <a:xfrm rot="3449335">
            <a:off x="2625262" y="-113023"/>
            <a:ext cx="55347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73" name="Google Shape;3073;p38"/>
          <p:cNvGrpSpPr/>
          <p:nvPr/>
        </p:nvGrpSpPr>
        <p:grpSpPr>
          <a:xfrm>
            <a:off x="3970982" y="4599416"/>
            <a:ext cx="1205112" cy="520243"/>
            <a:chOff x="3970982" y="4599416"/>
            <a:chExt cx="1205112" cy="520243"/>
          </a:xfrm>
        </p:grpSpPr>
        <p:sp>
          <p:nvSpPr>
            <p:cNvPr id="3074" name="Google Shape;3074;p38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8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8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8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8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8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8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8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8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8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8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8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8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8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8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8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8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38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38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8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8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8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8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8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8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8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8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8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38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38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38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38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6" name="Google Shape;3106;p38"/>
          <p:cNvGrpSpPr/>
          <p:nvPr/>
        </p:nvGrpSpPr>
        <p:grpSpPr>
          <a:xfrm>
            <a:off x="3969444" y="51341"/>
            <a:ext cx="1205112" cy="520243"/>
            <a:chOff x="3970982" y="4599416"/>
            <a:chExt cx="1205112" cy="520243"/>
          </a:xfrm>
        </p:grpSpPr>
        <p:sp>
          <p:nvSpPr>
            <p:cNvPr id="3107" name="Google Shape;3107;p38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38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8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8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38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38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38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8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8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8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8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38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38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8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8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8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8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38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8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38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38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8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8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8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8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38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38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8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8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8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8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8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9" name="Google Shape;3139;p38"/>
          <p:cNvGrpSpPr/>
          <p:nvPr/>
        </p:nvGrpSpPr>
        <p:grpSpPr>
          <a:xfrm>
            <a:off x="335952" y="4224312"/>
            <a:ext cx="754524" cy="750237"/>
            <a:chOff x="8523754" y="10"/>
            <a:chExt cx="516408" cy="513439"/>
          </a:xfrm>
        </p:grpSpPr>
        <p:sp>
          <p:nvSpPr>
            <p:cNvPr id="3140" name="Google Shape;3140;p38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8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2" name="Google Shape;3142;p38"/>
          <p:cNvSpPr/>
          <p:nvPr/>
        </p:nvSpPr>
        <p:spPr>
          <a:xfrm>
            <a:off x="8202150" y="4384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3" name="Google Shape;3143;p38"/>
          <p:cNvSpPr/>
          <p:nvPr/>
        </p:nvSpPr>
        <p:spPr>
          <a:xfrm>
            <a:off x="484600" y="280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44" name="Google Shape;3144;p38"/>
          <p:cNvGrpSpPr/>
          <p:nvPr/>
        </p:nvGrpSpPr>
        <p:grpSpPr>
          <a:xfrm flipH="1" rot="2700000">
            <a:off x="-2243747" y="347213"/>
            <a:ext cx="2946912" cy="1512954"/>
            <a:chOff x="-1306807" y="-1638114"/>
            <a:chExt cx="2946940" cy="1512969"/>
          </a:xfrm>
        </p:grpSpPr>
        <p:sp>
          <p:nvSpPr>
            <p:cNvPr id="3145" name="Google Shape;3145;p38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38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38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8" name="Google Shape;3148;p38"/>
          <p:cNvSpPr/>
          <p:nvPr/>
        </p:nvSpPr>
        <p:spPr>
          <a:xfrm>
            <a:off x="322954" y="27325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9" name="Google Shape;3149;p38"/>
          <p:cNvSpPr/>
          <p:nvPr/>
        </p:nvSpPr>
        <p:spPr>
          <a:xfrm>
            <a:off x="2337742" y="162452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0" name="Google Shape;3150;p38"/>
          <p:cNvSpPr/>
          <p:nvPr/>
        </p:nvSpPr>
        <p:spPr>
          <a:xfrm>
            <a:off x="266642" y="137584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1" name="Google Shape;3151;p38"/>
          <p:cNvSpPr/>
          <p:nvPr/>
        </p:nvSpPr>
        <p:spPr>
          <a:xfrm>
            <a:off x="523842" y="1693465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2" name="Google Shape;3152;p38"/>
          <p:cNvSpPr/>
          <p:nvPr/>
        </p:nvSpPr>
        <p:spPr>
          <a:xfrm>
            <a:off x="3174892" y="-1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3" name="Google Shape;3153;p38"/>
          <p:cNvSpPr/>
          <p:nvPr/>
        </p:nvSpPr>
        <p:spPr>
          <a:xfrm>
            <a:off x="2876020" y="48110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154" name="Shape 3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5" name="Google Shape;3155;p39"/>
          <p:cNvSpPr txBox="1"/>
          <p:nvPr>
            <p:ph type="title"/>
          </p:nvPr>
        </p:nvSpPr>
        <p:spPr>
          <a:xfrm>
            <a:off x="713225" y="534200"/>
            <a:ext cx="7698900" cy="29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3156" name="Google Shape;3156;p39"/>
          <p:cNvSpPr txBox="1"/>
          <p:nvPr>
            <p:ph idx="1" type="body"/>
          </p:nvPr>
        </p:nvSpPr>
        <p:spPr>
          <a:xfrm>
            <a:off x="959775" y="1040100"/>
            <a:ext cx="7470900" cy="355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200"/>
            </a:lvl1pPr>
            <a:lvl2pPr indent="-330200" lvl="1" marL="914400" rtl="0">
              <a:spcBef>
                <a:spcPts val="0"/>
              </a:spcBef>
              <a:spcAft>
                <a:spcPts val="0"/>
              </a:spcAft>
              <a:buSzPts val="1600"/>
              <a:buAutoNum type="alphaLcPeriod"/>
              <a:defRPr/>
            </a:lvl2pPr>
            <a:lvl3pPr indent="-330200" lvl="2" marL="1371600" rtl="0">
              <a:spcBef>
                <a:spcPts val="0"/>
              </a:spcBef>
              <a:spcAft>
                <a:spcPts val="0"/>
              </a:spcAft>
              <a:buSzPts val="1600"/>
              <a:buAutoNum type="romanLcPeriod"/>
              <a:defRPr/>
            </a:lvl3pPr>
            <a:lvl4pPr indent="-330200" lvl="3" marL="1828800" rtl="0"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/>
            </a:lvl4pPr>
            <a:lvl5pPr indent="-330200" lvl="4" marL="2286000" rtl="0">
              <a:spcBef>
                <a:spcPts val="0"/>
              </a:spcBef>
              <a:spcAft>
                <a:spcPts val="0"/>
              </a:spcAft>
              <a:buSzPts val="1600"/>
              <a:buAutoNum type="alphaLcPeriod"/>
              <a:defRPr/>
            </a:lvl5pPr>
            <a:lvl6pPr indent="-330200" lvl="5" marL="2743200" rtl="0">
              <a:spcBef>
                <a:spcPts val="0"/>
              </a:spcBef>
              <a:spcAft>
                <a:spcPts val="0"/>
              </a:spcAft>
              <a:buSzPts val="1600"/>
              <a:buAutoNum type="romanLcPeriod"/>
              <a:defRPr/>
            </a:lvl6pPr>
            <a:lvl7pPr indent="-330200" lvl="6" marL="3200400" rtl="0"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/>
            </a:lvl7pPr>
            <a:lvl8pPr indent="-330200" lvl="7" marL="3657600" rtl="0">
              <a:spcBef>
                <a:spcPts val="0"/>
              </a:spcBef>
              <a:spcAft>
                <a:spcPts val="0"/>
              </a:spcAft>
              <a:buSzPts val="1600"/>
              <a:buAutoNum type="alphaLcPeriod"/>
              <a:defRPr/>
            </a:lvl8pPr>
            <a:lvl9pPr indent="-330200" lvl="8" marL="4114800" rtl="0">
              <a:spcBef>
                <a:spcPts val="0"/>
              </a:spcBef>
              <a:spcAft>
                <a:spcPts val="0"/>
              </a:spcAft>
              <a:buSzPts val="1600"/>
              <a:buAutoNum type="romanLcPeriod"/>
              <a:defRPr/>
            </a:lvl9pPr>
          </a:lstStyle>
          <a:p/>
        </p:txBody>
      </p:sp>
      <p:sp>
        <p:nvSpPr>
          <p:cNvPr id="3157" name="Google Shape;3157;p39"/>
          <p:cNvSpPr/>
          <p:nvPr/>
        </p:nvSpPr>
        <p:spPr>
          <a:xfrm flipH="1">
            <a:off x="12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58" name="Google Shape;3158;p39"/>
          <p:cNvGrpSpPr/>
          <p:nvPr/>
        </p:nvGrpSpPr>
        <p:grpSpPr>
          <a:xfrm>
            <a:off x="-395554" y="1878269"/>
            <a:ext cx="1001862" cy="1525380"/>
            <a:chOff x="2060921" y="-3413869"/>
            <a:chExt cx="1001862" cy="1525380"/>
          </a:xfrm>
        </p:grpSpPr>
        <p:sp>
          <p:nvSpPr>
            <p:cNvPr id="3159" name="Google Shape;3159;p39"/>
            <p:cNvSpPr/>
            <p:nvPr/>
          </p:nvSpPr>
          <p:spPr>
            <a:xfrm flipH="1">
              <a:off x="2060921" y="-3413869"/>
              <a:ext cx="1001862" cy="1525380"/>
            </a:xfrm>
            <a:custGeom>
              <a:rect b="b" l="l" r="r" t="t"/>
              <a:pathLst>
                <a:path extrusionOk="0" h="27284" w="17920">
                  <a:moveTo>
                    <a:pt x="9041" y="81"/>
                  </a:moveTo>
                  <a:lnTo>
                    <a:pt x="9464" y="101"/>
                  </a:lnTo>
                  <a:lnTo>
                    <a:pt x="9888" y="141"/>
                  </a:lnTo>
                  <a:lnTo>
                    <a:pt x="10312" y="222"/>
                  </a:lnTo>
                  <a:lnTo>
                    <a:pt x="10716" y="323"/>
                  </a:lnTo>
                  <a:lnTo>
                    <a:pt x="11139" y="444"/>
                  </a:lnTo>
                  <a:lnTo>
                    <a:pt x="11543" y="605"/>
                  </a:lnTo>
                  <a:lnTo>
                    <a:pt x="11947" y="767"/>
                  </a:lnTo>
                  <a:lnTo>
                    <a:pt x="12350" y="969"/>
                  </a:lnTo>
                  <a:lnTo>
                    <a:pt x="12734" y="1191"/>
                  </a:lnTo>
                  <a:lnTo>
                    <a:pt x="13117" y="1433"/>
                  </a:lnTo>
                  <a:lnTo>
                    <a:pt x="13480" y="1715"/>
                  </a:lnTo>
                  <a:lnTo>
                    <a:pt x="13844" y="1998"/>
                  </a:lnTo>
                  <a:lnTo>
                    <a:pt x="14187" y="2301"/>
                  </a:lnTo>
                  <a:lnTo>
                    <a:pt x="14530" y="2644"/>
                  </a:lnTo>
                  <a:lnTo>
                    <a:pt x="14832" y="2987"/>
                  </a:lnTo>
                  <a:lnTo>
                    <a:pt x="15155" y="3350"/>
                  </a:lnTo>
                  <a:lnTo>
                    <a:pt x="15397" y="3673"/>
                  </a:lnTo>
                  <a:lnTo>
                    <a:pt x="15619" y="4016"/>
                  </a:lnTo>
                  <a:lnTo>
                    <a:pt x="15841" y="4359"/>
                  </a:lnTo>
                  <a:lnTo>
                    <a:pt x="16063" y="4722"/>
                  </a:lnTo>
                  <a:lnTo>
                    <a:pt x="16265" y="5106"/>
                  </a:lnTo>
                  <a:lnTo>
                    <a:pt x="16447" y="5489"/>
                  </a:lnTo>
                  <a:lnTo>
                    <a:pt x="16628" y="5893"/>
                  </a:lnTo>
                  <a:lnTo>
                    <a:pt x="16790" y="6296"/>
                  </a:lnTo>
                  <a:lnTo>
                    <a:pt x="16931" y="6720"/>
                  </a:lnTo>
                  <a:lnTo>
                    <a:pt x="17072" y="7144"/>
                  </a:lnTo>
                  <a:lnTo>
                    <a:pt x="17214" y="7588"/>
                  </a:lnTo>
                  <a:lnTo>
                    <a:pt x="17315" y="8052"/>
                  </a:lnTo>
                  <a:lnTo>
                    <a:pt x="17436" y="8516"/>
                  </a:lnTo>
                  <a:lnTo>
                    <a:pt x="17516" y="8980"/>
                  </a:lnTo>
                  <a:lnTo>
                    <a:pt x="17597" y="9485"/>
                  </a:lnTo>
                  <a:lnTo>
                    <a:pt x="17678" y="9969"/>
                  </a:lnTo>
                  <a:lnTo>
                    <a:pt x="17738" y="10514"/>
                  </a:lnTo>
                  <a:lnTo>
                    <a:pt x="17779" y="11079"/>
                  </a:lnTo>
                  <a:lnTo>
                    <a:pt x="17819" y="11624"/>
                  </a:lnTo>
                  <a:lnTo>
                    <a:pt x="17839" y="12189"/>
                  </a:lnTo>
                  <a:lnTo>
                    <a:pt x="17839" y="12774"/>
                  </a:lnTo>
                  <a:lnTo>
                    <a:pt x="17819" y="13339"/>
                  </a:lnTo>
                  <a:lnTo>
                    <a:pt x="17799" y="13924"/>
                  </a:lnTo>
                  <a:lnTo>
                    <a:pt x="17758" y="14510"/>
                  </a:lnTo>
                  <a:lnTo>
                    <a:pt x="17718" y="15115"/>
                  </a:lnTo>
                  <a:lnTo>
                    <a:pt x="17637" y="15720"/>
                  </a:lnTo>
                  <a:lnTo>
                    <a:pt x="17557" y="16326"/>
                  </a:lnTo>
                  <a:lnTo>
                    <a:pt x="17456" y="16951"/>
                  </a:lnTo>
                  <a:lnTo>
                    <a:pt x="17355" y="17577"/>
                  </a:lnTo>
                  <a:lnTo>
                    <a:pt x="17234" y="18202"/>
                  </a:lnTo>
                  <a:lnTo>
                    <a:pt x="17093" y="18848"/>
                  </a:lnTo>
                  <a:lnTo>
                    <a:pt x="16931" y="19514"/>
                  </a:lnTo>
                  <a:lnTo>
                    <a:pt x="16709" y="20362"/>
                  </a:lnTo>
                  <a:lnTo>
                    <a:pt x="16447" y="21230"/>
                  </a:lnTo>
                  <a:lnTo>
                    <a:pt x="16285" y="21673"/>
                  </a:lnTo>
                  <a:lnTo>
                    <a:pt x="16124" y="22117"/>
                  </a:lnTo>
                  <a:lnTo>
                    <a:pt x="15942" y="22561"/>
                  </a:lnTo>
                  <a:lnTo>
                    <a:pt x="15740" y="23005"/>
                  </a:lnTo>
                  <a:lnTo>
                    <a:pt x="15518" y="23429"/>
                  </a:lnTo>
                  <a:lnTo>
                    <a:pt x="15276" y="23873"/>
                  </a:lnTo>
                  <a:lnTo>
                    <a:pt x="15014" y="24277"/>
                  </a:lnTo>
                  <a:lnTo>
                    <a:pt x="14731" y="24680"/>
                  </a:lnTo>
                  <a:lnTo>
                    <a:pt x="14429" y="25064"/>
                  </a:lnTo>
                  <a:lnTo>
                    <a:pt x="14106" y="25427"/>
                  </a:lnTo>
                  <a:lnTo>
                    <a:pt x="13743" y="25770"/>
                  </a:lnTo>
                  <a:lnTo>
                    <a:pt x="13359" y="26093"/>
                  </a:lnTo>
                  <a:lnTo>
                    <a:pt x="13077" y="26295"/>
                  </a:lnTo>
                  <a:lnTo>
                    <a:pt x="12774" y="26476"/>
                  </a:lnTo>
                  <a:lnTo>
                    <a:pt x="12491" y="26658"/>
                  </a:lnTo>
                  <a:lnTo>
                    <a:pt x="12209" y="26799"/>
                  </a:lnTo>
                  <a:lnTo>
                    <a:pt x="11906" y="26920"/>
                  </a:lnTo>
                  <a:lnTo>
                    <a:pt x="11624" y="27021"/>
                  </a:lnTo>
                  <a:lnTo>
                    <a:pt x="11321" y="27102"/>
                  </a:lnTo>
                  <a:lnTo>
                    <a:pt x="11018" y="27162"/>
                  </a:lnTo>
                  <a:lnTo>
                    <a:pt x="10716" y="27203"/>
                  </a:lnTo>
                  <a:lnTo>
                    <a:pt x="10110" y="27203"/>
                  </a:lnTo>
                  <a:lnTo>
                    <a:pt x="9808" y="27183"/>
                  </a:lnTo>
                  <a:lnTo>
                    <a:pt x="9485" y="27142"/>
                  </a:lnTo>
                  <a:lnTo>
                    <a:pt x="9182" y="27062"/>
                  </a:lnTo>
                  <a:lnTo>
                    <a:pt x="8859" y="26981"/>
                  </a:lnTo>
                  <a:lnTo>
                    <a:pt x="8556" y="26860"/>
                  </a:lnTo>
                  <a:lnTo>
                    <a:pt x="8234" y="26739"/>
                  </a:lnTo>
                  <a:lnTo>
                    <a:pt x="7931" y="26577"/>
                  </a:lnTo>
                  <a:lnTo>
                    <a:pt x="7628" y="26416"/>
                  </a:lnTo>
                  <a:lnTo>
                    <a:pt x="7346" y="26234"/>
                  </a:lnTo>
                  <a:lnTo>
                    <a:pt x="7063" y="26053"/>
                  </a:lnTo>
                  <a:lnTo>
                    <a:pt x="6781" y="25851"/>
                  </a:lnTo>
                  <a:lnTo>
                    <a:pt x="6256" y="25427"/>
                  </a:lnTo>
                  <a:lnTo>
                    <a:pt x="5772" y="24983"/>
                  </a:lnTo>
                  <a:lnTo>
                    <a:pt x="5328" y="24539"/>
                  </a:lnTo>
                  <a:lnTo>
                    <a:pt x="4944" y="24095"/>
                  </a:lnTo>
                  <a:lnTo>
                    <a:pt x="4581" y="23671"/>
                  </a:lnTo>
                  <a:lnTo>
                    <a:pt x="4238" y="23227"/>
                  </a:lnTo>
                  <a:lnTo>
                    <a:pt x="3895" y="22763"/>
                  </a:lnTo>
                  <a:lnTo>
                    <a:pt x="3572" y="22279"/>
                  </a:lnTo>
                  <a:lnTo>
                    <a:pt x="3249" y="21815"/>
                  </a:lnTo>
                  <a:lnTo>
                    <a:pt x="2967" y="21330"/>
                  </a:lnTo>
                  <a:lnTo>
                    <a:pt x="2664" y="20826"/>
                  </a:lnTo>
                  <a:lnTo>
                    <a:pt x="2401" y="20342"/>
                  </a:lnTo>
                  <a:lnTo>
                    <a:pt x="2139" y="19837"/>
                  </a:lnTo>
                  <a:lnTo>
                    <a:pt x="1897" y="19333"/>
                  </a:lnTo>
                  <a:lnTo>
                    <a:pt x="1675" y="18808"/>
                  </a:lnTo>
                  <a:lnTo>
                    <a:pt x="1453" y="18303"/>
                  </a:lnTo>
                  <a:lnTo>
                    <a:pt x="1251" y="17779"/>
                  </a:lnTo>
                  <a:lnTo>
                    <a:pt x="1070" y="17254"/>
                  </a:lnTo>
                  <a:lnTo>
                    <a:pt x="888" y="16729"/>
                  </a:lnTo>
                  <a:lnTo>
                    <a:pt x="727" y="16205"/>
                  </a:lnTo>
                  <a:lnTo>
                    <a:pt x="585" y="15680"/>
                  </a:lnTo>
                  <a:lnTo>
                    <a:pt x="464" y="15095"/>
                  </a:lnTo>
                  <a:lnTo>
                    <a:pt x="343" y="14530"/>
                  </a:lnTo>
                  <a:lnTo>
                    <a:pt x="262" y="13965"/>
                  </a:lnTo>
                  <a:lnTo>
                    <a:pt x="182" y="13400"/>
                  </a:lnTo>
                  <a:lnTo>
                    <a:pt x="121" y="12835"/>
                  </a:lnTo>
                  <a:lnTo>
                    <a:pt x="101" y="12270"/>
                  </a:lnTo>
                  <a:lnTo>
                    <a:pt x="81" y="11725"/>
                  </a:lnTo>
                  <a:lnTo>
                    <a:pt x="81" y="11160"/>
                  </a:lnTo>
                  <a:lnTo>
                    <a:pt x="101" y="10615"/>
                  </a:lnTo>
                  <a:lnTo>
                    <a:pt x="141" y="10070"/>
                  </a:lnTo>
                  <a:lnTo>
                    <a:pt x="202" y="9525"/>
                  </a:lnTo>
                  <a:lnTo>
                    <a:pt x="283" y="9000"/>
                  </a:lnTo>
                  <a:lnTo>
                    <a:pt x="383" y="8476"/>
                  </a:lnTo>
                  <a:lnTo>
                    <a:pt x="505" y="7951"/>
                  </a:lnTo>
                  <a:lnTo>
                    <a:pt x="646" y="7447"/>
                  </a:lnTo>
                  <a:lnTo>
                    <a:pt x="787" y="6942"/>
                  </a:lnTo>
                  <a:lnTo>
                    <a:pt x="1049" y="6236"/>
                  </a:lnTo>
                  <a:lnTo>
                    <a:pt x="1352" y="5570"/>
                  </a:lnTo>
                  <a:lnTo>
                    <a:pt x="1695" y="4924"/>
                  </a:lnTo>
                  <a:lnTo>
                    <a:pt x="2079" y="4298"/>
                  </a:lnTo>
                  <a:lnTo>
                    <a:pt x="2482" y="3693"/>
                  </a:lnTo>
                  <a:lnTo>
                    <a:pt x="2946" y="3128"/>
                  </a:lnTo>
                  <a:lnTo>
                    <a:pt x="3188" y="2866"/>
                  </a:lnTo>
                  <a:lnTo>
                    <a:pt x="3431" y="2603"/>
                  </a:lnTo>
                  <a:lnTo>
                    <a:pt x="3673" y="2361"/>
                  </a:lnTo>
                  <a:lnTo>
                    <a:pt x="3935" y="2119"/>
                  </a:lnTo>
                  <a:lnTo>
                    <a:pt x="4218" y="1877"/>
                  </a:lnTo>
                  <a:lnTo>
                    <a:pt x="4520" y="1655"/>
                  </a:lnTo>
                  <a:lnTo>
                    <a:pt x="4803" y="1433"/>
                  </a:lnTo>
                  <a:lnTo>
                    <a:pt x="5106" y="1231"/>
                  </a:lnTo>
                  <a:lnTo>
                    <a:pt x="5408" y="1049"/>
                  </a:lnTo>
                  <a:lnTo>
                    <a:pt x="5731" y="888"/>
                  </a:lnTo>
                  <a:lnTo>
                    <a:pt x="6034" y="727"/>
                  </a:lnTo>
                  <a:lnTo>
                    <a:pt x="6337" y="605"/>
                  </a:lnTo>
                  <a:lnTo>
                    <a:pt x="6659" y="484"/>
                  </a:lnTo>
                  <a:lnTo>
                    <a:pt x="6982" y="363"/>
                  </a:lnTo>
                  <a:lnTo>
                    <a:pt x="7305" y="283"/>
                  </a:lnTo>
                  <a:lnTo>
                    <a:pt x="7628" y="202"/>
                  </a:lnTo>
                  <a:lnTo>
                    <a:pt x="7951" y="162"/>
                  </a:lnTo>
                  <a:lnTo>
                    <a:pt x="8274" y="121"/>
                  </a:lnTo>
                  <a:lnTo>
                    <a:pt x="8597" y="81"/>
                  </a:lnTo>
                  <a:close/>
                  <a:moveTo>
                    <a:pt x="8698" y="0"/>
                  </a:moveTo>
                  <a:lnTo>
                    <a:pt x="8355" y="20"/>
                  </a:lnTo>
                  <a:lnTo>
                    <a:pt x="8032" y="61"/>
                  </a:lnTo>
                  <a:lnTo>
                    <a:pt x="7689" y="121"/>
                  </a:lnTo>
                  <a:lnTo>
                    <a:pt x="7366" y="182"/>
                  </a:lnTo>
                  <a:lnTo>
                    <a:pt x="7023" y="283"/>
                  </a:lnTo>
                  <a:lnTo>
                    <a:pt x="6700" y="383"/>
                  </a:lnTo>
                  <a:lnTo>
                    <a:pt x="6377" y="505"/>
                  </a:lnTo>
                  <a:lnTo>
                    <a:pt x="6054" y="646"/>
                  </a:lnTo>
                  <a:lnTo>
                    <a:pt x="5731" y="787"/>
                  </a:lnTo>
                  <a:lnTo>
                    <a:pt x="5408" y="969"/>
                  </a:lnTo>
                  <a:lnTo>
                    <a:pt x="5085" y="1150"/>
                  </a:lnTo>
                  <a:lnTo>
                    <a:pt x="4783" y="1352"/>
                  </a:lnTo>
                  <a:lnTo>
                    <a:pt x="4480" y="1574"/>
                  </a:lnTo>
                  <a:lnTo>
                    <a:pt x="4177" y="1816"/>
                  </a:lnTo>
                  <a:lnTo>
                    <a:pt x="3895" y="2058"/>
                  </a:lnTo>
                  <a:lnTo>
                    <a:pt x="3632" y="2301"/>
                  </a:lnTo>
                  <a:lnTo>
                    <a:pt x="3370" y="2543"/>
                  </a:lnTo>
                  <a:lnTo>
                    <a:pt x="3128" y="2805"/>
                  </a:lnTo>
                  <a:lnTo>
                    <a:pt x="2886" y="3088"/>
                  </a:lnTo>
                  <a:lnTo>
                    <a:pt x="2422" y="3653"/>
                  </a:lnTo>
                  <a:lnTo>
                    <a:pt x="1998" y="4258"/>
                  </a:lnTo>
                  <a:lnTo>
                    <a:pt x="1614" y="4884"/>
                  </a:lnTo>
                  <a:lnTo>
                    <a:pt x="1271" y="5529"/>
                  </a:lnTo>
                  <a:lnTo>
                    <a:pt x="969" y="6216"/>
                  </a:lnTo>
                  <a:lnTo>
                    <a:pt x="848" y="6559"/>
                  </a:lnTo>
                  <a:lnTo>
                    <a:pt x="727" y="6902"/>
                  </a:lnTo>
                  <a:lnTo>
                    <a:pt x="565" y="7406"/>
                  </a:lnTo>
                  <a:lnTo>
                    <a:pt x="424" y="7931"/>
                  </a:lnTo>
                  <a:lnTo>
                    <a:pt x="303" y="8456"/>
                  </a:lnTo>
                  <a:lnTo>
                    <a:pt x="202" y="8980"/>
                  </a:lnTo>
                  <a:lnTo>
                    <a:pt x="121" y="9525"/>
                  </a:lnTo>
                  <a:lnTo>
                    <a:pt x="61" y="10070"/>
                  </a:lnTo>
                  <a:lnTo>
                    <a:pt x="20" y="10615"/>
                  </a:lnTo>
                  <a:lnTo>
                    <a:pt x="0" y="11160"/>
                  </a:lnTo>
                  <a:lnTo>
                    <a:pt x="0" y="11725"/>
                  </a:lnTo>
                  <a:lnTo>
                    <a:pt x="20" y="12270"/>
                  </a:lnTo>
                  <a:lnTo>
                    <a:pt x="40" y="12835"/>
                  </a:lnTo>
                  <a:lnTo>
                    <a:pt x="101" y="13400"/>
                  </a:lnTo>
                  <a:lnTo>
                    <a:pt x="182" y="13965"/>
                  </a:lnTo>
                  <a:lnTo>
                    <a:pt x="262" y="14550"/>
                  </a:lnTo>
                  <a:lnTo>
                    <a:pt x="383" y="15115"/>
                  </a:lnTo>
                  <a:lnTo>
                    <a:pt x="525" y="15700"/>
                  </a:lnTo>
                  <a:lnTo>
                    <a:pt x="666" y="16225"/>
                  </a:lnTo>
                  <a:lnTo>
                    <a:pt x="807" y="16750"/>
                  </a:lnTo>
                  <a:lnTo>
                    <a:pt x="989" y="17274"/>
                  </a:lnTo>
                  <a:lnTo>
                    <a:pt x="1170" y="17799"/>
                  </a:lnTo>
                  <a:lnTo>
                    <a:pt x="1372" y="18324"/>
                  </a:lnTo>
                  <a:lnTo>
                    <a:pt x="1594" y="18848"/>
                  </a:lnTo>
                  <a:lnTo>
                    <a:pt x="1816" y="19353"/>
                  </a:lnTo>
                  <a:lnTo>
                    <a:pt x="2058" y="19877"/>
                  </a:lnTo>
                  <a:lnTo>
                    <a:pt x="2321" y="20382"/>
                  </a:lnTo>
                  <a:lnTo>
                    <a:pt x="2603" y="20866"/>
                  </a:lnTo>
                  <a:lnTo>
                    <a:pt x="2886" y="21371"/>
                  </a:lnTo>
                  <a:lnTo>
                    <a:pt x="3188" y="21855"/>
                  </a:lnTo>
                  <a:lnTo>
                    <a:pt x="3511" y="22339"/>
                  </a:lnTo>
                  <a:lnTo>
                    <a:pt x="3834" y="22804"/>
                  </a:lnTo>
                  <a:lnTo>
                    <a:pt x="4177" y="23268"/>
                  </a:lnTo>
                  <a:lnTo>
                    <a:pt x="4520" y="23732"/>
                  </a:lnTo>
                  <a:lnTo>
                    <a:pt x="4964" y="24236"/>
                  </a:lnTo>
                  <a:lnTo>
                    <a:pt x="5206" y="24519"/>
                  </a:lnTo>
                  <a:lnTo>
                    <a:pt x="5489" y="24822"/>
                  </a:lnTo>
                  <a:lnTo>
                    <a:pt x="5792" y="25104"/>
                  </a:lnTo>
                  <a:lnTo>
                    <a:pt x="6115" y="25407"/>
                  </a:lnTo>
                  <a:lnTo>
                    <a:pt x="6458" y="25689"/>
                  </a:lnTo>
                  <a:lnTo>
                    <a:pt x="6821" y="25972"/>
                  </a:lnTo>
                  <a:lnTo>
                    <a:pt x="7204" y="26254"/>
                  </a:lnTo>
                  <a:lnTo>
                    <a:pt x="7608" y="26497"/>
                  </a:lnTo>
                  <a:lnTo>
                    <a:pt x="8032" y="26718"/>
                  </a:lnTo>
                  <a:lnTo>
                    <a:pt x="8455" y="26900"/>
                  </a:lnTo>
                  <a:lnTo>
                    <a:pt x="8920" y="27062"/>
                  </a:lnTo>
                  <a:lnTo>
                    <a:pt x="9364" y="27183"/>
                  </a:lnTo>
                  <a:lnTo>
                    <a:pt x="9606" y="27223"/>
                  </a:lnTo>
                  <a:lnTo>
                    <a:pt x="9848" y="27263"/>
                  </a:lnTo>
                  <a:lnTo>
                    <a:pt x="10090" y="27284"/>
                  </a:lnTo>
                  <a:lnTo>
                    <a:pt x="10695" y="27284"/>
                  </a:lnTo>
                  <a:lnTo>
                    <a:pt x="11079" y="27223"/>
                  </a:lnTo>
                  <a:lnTo>
                    <a:pt x="11462" y="27142"/>
                  </a:lnTo>
                  <a:lnTo>
                    <a:pt x="11846" y="27021"/>
                  </a:lnTo>
                  <a:lnTo>
                    <a:pt x="12229" y="26880"/>
                  </a:lnTo>
                  <a:lnTo>
                    <a:pt x="12613" y="26678"/>
                  </a:lnTo>
                  <a:lnTo>
                    <a:pt x="12996" y="26436"/>
                  </a:lnTo>
                  <a:lnTo>
                    <a:pt x="13400" y="26153"/>
                  </a:lnTo>
                  <a:lnTo>
                    <a:pt x="13783" y="25831"/>
                  </a:lnTo>
                  <a:lnTo>
                    <a:pt x="14146" y="25488"/>
                  </a:lnTo>
                  <a:lnTo>
                    <a:pt x="14489" y="25124"/>
                  </a:lnTo>
                  <a:lnTo>
                    <a:pt x="14792" y="24721"/>
                  </a:lnTo>
                  <a:lnTo>
                    <a:pt x="15095" y="24317"/>
                  </a:lnTo>
                  <a:lnTo>
                    <a:pt x="15357" y="23913"/>
                  </a:lnTo>
                  <a:lnTo>
                    <a:pt x="15599" y="23490"/>
                  </a:lnTo>
                  <a:lnTo>
                    <a:pt x="15821" y="23046"/>
                  </a:lnTo>
                  <a:lnTo>
                    <a:pt x="16023" y="22602"/>
                  </a:lnTo>
                  <a:lnTo>
                    <a:pt x="16205" y="22158"/>
                  </a:lnTo>
                  <a:lnTo>
                    <a:pt x="16366" y="21714"/>
                  </a:lnTo>
                  <a:lnTo>
                    <a:pt x="16527" y="21270"/>
                  </a:lnTo>
                  <a:lnTo>
                    <a:pt x="16790" y="20382"/>
                  </a:lnTo>
                  <a:lnTo>
                    <a:pt x="17012" y="19534"/>
                  </a:lnTo>
                  <a:lnTo>
                    <a:pt x="17173" y="18868"/>
                  </a:lnTo>
                  <a:lnTo>
                    <a:pt x="17315" y="18223"/>
                  </a:lnTo>
                  <a:lnTo>
                    <a:pt x="17436" y="17597"/>
                  </a:lnTo>
                  <a:lnTo>
                    <a:pt x="17537" y="16951"/>
                  </a:lnTo>
                  <a:lnTo>
                    <a:pt x="17637" y="16346"/>
                  </a:lnTo>
                  <a:lnTo>
                    <a:pt x="17718" y="15720"/>
                  </a:lnTo>
                  <a:lnTo>
                    <a:pt x="17799" y="15115"/>
                  </a:lnTo>
                  <a:lnTo>
                    <a:pt x="17839" y="14530"/>
                  </a:lnTo>
                  <a:lnTo>
                    <a:pt x="17880" y="13924"/>
                  </a:lnTo>
                  <a:lnTo>
                    <a:pt x="17900" y="13339"/>
                  </a:lnTo>
                  <a:lnTo>
                    <a:pt x="17920" y="12774"/>
                  </a:lnTo>
                  <a:lnTo>
                    <a:pt x="17920" y="12189"/>
                  </a:lnTo>
                  <a:lnTo>
                    <a:pt x="17900" y="11624"/>
                  </a:lnTo>
                  <a:lnTo>
                    <a:pt x="17859" y="11059"/>
                  </a:lnTo>
                  <a:lnTo>
                    <a:pt x="17819" y="10514"/>
                  </a:lnTo>
                  <a:lnTo>
                    <a:pt x="17758" y="9969"/>
                  </a:lnTo>
                  <a:lnTo>
                    <a:pt x="17678" y="9465"/>
                  </a:lnTo>
                  <a:lnTo>
                    <a:pt x="17597" y="8980"/>
                  </a:lnTo>
                  <a:lnTo>
                    <a:pt x="17516" y="8496"/>
                  </a:lnTo>
                  <a:lnTo>
                    <a:pt x="17395" y="8032"/>
                  </a:lnTo>
                  <a:lnTo>
                    <a:pt x="17294" y="7568"/>
                  </a:lnTo>
                  <a:lnTo>
                    <a:pt x="17153" y="7124"/>
                  </a:lnTo>
                  <a:lnTo>
                    <a:pt x="17012" y="6700"/>
                  </a:lnTo>
                  <a:lnTo>
                    <a:pt x="16850" y="6276"/>
                  </a:lnTo>
                  <a:lnTo>
                    <a:pt x="16689" y="5852"/>
                  </a:lnTo>
                  <a:lnTo>
                    <a:pt x="16507" y="5449"/>
                  </a:lnTo>
                  <a:lnTo>
                    <a:pt x="16326" y="5065"/>
                  </a:lnTo>
                  <a:lnTo>
                    <a:pt x="16124" y="4682"/>
                  </a:lnTo>
                  <a:lnTo>
                    <a:pt x="15922" y="4319"/>
                  </a:lnTo>
                  <a:lnTo>
                    <a:pt x="15700" y="3976"/>
                  </a:lnTo>
                  <a:lnTo>
                    <a:pt x="15458" y="3632"/>
                  </a:lnTo>
                  <a:lnTo>
                    <a:pt x="15216" y="3310"/>
                  </a:lnTo>
                  <a:lnTo>
                    <a:pt x="14913" y="2926"/>
                  </a:lnTo>
                  <a:lnTo>
                    <a:pt x="14590" y="2583"/>
                  </a:lnTo>
                  <a:lnTo>
                    <a:pt x="14247" y="2240"/>
                  </a:lnTo>
                  <a:lnTo>
                    <a:pt x="13904" y="1937"/>
                  </a:lnTo>
                  <a:lnTo>
                    <a:pt x="13541" y="1635"/>
                  </a:lnTo>
                  <a:lnTo>
                    <a:pt x="13157" y="1372"/>
                  </a:lnTo>
                  <a:lnTo>
                    <a:pt x="12774" y="1130"/>
                  </a:lnTo>
                  <a:lnTo>
                    <a:pt x="12391" y="908"/>
                  </a:lnTo>
                  <a:lnTo>
                    <a:pt x="11987" y="706"/>
                  </a:lnTo>
                  <a:lnTo>
                    <a:pt x="11583" y="525"/>
                  </a:lnTo>
                  <a:lnTo>
                    <a:pt x="11160" y="363"/>
                  </a:lnTo>
                  <a:lnTo>
                    <a:pt x="10736" y="242"/>
                  </a:lnTo>
                  <a:lnTo>
                    <a:pt x="10312" y="141"/>
                  </a:lnTo>
                  <a:lnTo>
                    <a:pt x="9888" y="61"/>
                  </a:lnTo>
                  <a:lnTo>
                    <a:pt x="9464" y="20"/>
                  </a:lnTo>
                  <a:lnTo>
                    <a:pt x="90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39"/>
            <p:cNvSpPr/>
            <p:nvPr/>
          </p:nvSpPr>
          <p:spPr>
            <a:xfrm flipH="1">
              <a:off x="2209809" y="-3290930"/>
              <a:ext cx="560808" cy="1296383"/>
            </a:xfrm>
            <a:custGeom>
              <a:rect b="b" l="l" r="r" t="t"/>
              <a:pathLst>
                <a:path extrusionOk="0" h="23188" w="10031">
                  <a:moveTo>
                    <a:pt x="4703" y="61"/>
                  </a:moveTo>
                  <a:lnTo>
                    <a:pt x="4985" y="81"/>
                  </a:lnTo>
                  <a:lnTo>
                    <a:pt x="5268" y="122"/>
                  </a:lnTo>
                  <a:lnTo>
                    <a:pt x="5550" y="202"/>
                  </a:lnTo>
                  <a:lnTo>
                    <a:pt x="5833" y="303"/>
                  </a:lnTo>
                  <a:lnTo>
                    <a:pt x="6075" y="424"/>
                  </a:lnTo>
                  <a:lnTo>
                    <a:pt x="6297" y="566"/>
                  </a:lnTo>
                  <a:lnTo>
                    <a:pt x="6519" y="707"/>
                  </a:lnTo>
                  <a:lnTo>
                    <a:pt x="6741" y="868"/>
                  </a:lnTo>
                  <a:lnTo>
                    <a:pt x="6963" y="1070"/>
                  </a:lnTo>
                  <a:lnTo>
                    <a:pt x="7165" y="1272"/>
                  </a:lnTo>
                  <a:lnTo>
                    <a:pt x="7366" y="1494"/>
                  </a:lnTo>
                  <a:lnTo>
                    <a:pt x="7548" y="1736"/>
                  </a:lnTo>
                  <a:lnTo>
                    <a:pt x="7730" y="1999"/>
                  </a:lnTo>
                  <a:lnTo>
                    <a:pt x="7911" y="2281"/>
                  </a:lnTo>
                  <a:lnTo>
                    <a:pt x="8073" y="2584"/>
                  </a:lnTo>
                  <a:lnTo>
                    <a:pt x="8234" y="2907"/>
                  </a:lnTo>
                  <a:lnTo>
                    <a:pt x="8396" y="3230"/>
                  </a:lnTo>
                  <a:lnTo>
                    <a:pt x="8537" y="3593"/>
                  </a:lnTo>
                  <a:lnTo>
                    <a:pt x="8678" y="3976"/>
                  </a:lnTo>
                  <a:lnTo>
                    <a:pt x="8819" y="4380"/>
                  </a:lnTo>
                  <a:lnTo>
                    <a:pt x="9082" y="5207"/>
                  </a:lnTo>
                  <a:lnTo>
                    <a:pt x="9304" y="6075"/>
                  </a:lnTo>
                  <a:lnTo>
                    <a:pt x="9505" y="6922"/>
                  </a:lnTo>
                  <a:lnTo>
                    <a:pt x="9647" y="7790"/>
                  </a:lnTo>
                  <a:lnTo>
                    <a:pt x="9788" y="8678"/>
                  </a:lnTo>
                  <a:lnTo>
                    <a:pt x="9869" y="9546"/>
                  </a:lnTo>
                  <a:lnTo>
                    <a:pt x="9929" y="10434"/>
                  </a:lnTo>
                  <a:lnTo>
                    <a:pt x="9949" y="11302"/>
                  </a:lnTo>
                  <a:lnTo>
                    <a:pt x="9949" y="12189"/>
                  </a:lnTo>
                  <a:lnTo>
                    <a:pt x="9909" y="13077"/>
                  </a:lnTo>
                  <a:lnTo>
                    <a:pt x="9828" y="13945"/>
                  </a:lnTo>
                  <a:lnTo>
                    <a:pt x="9727" y="14833"/>
                  </a:lnTo>
                  <a:lnTo>
                    <a:pt x="9586" y="15701"/>
                  </a:lnTo>
                  <a:lnTo>
                    <a:pt x="9405" y="16569"/>
                  </a:lnTo>
                  <a:lnTo>
                    <a:pt x="9203" y="17416"/>
                  </a:lnTo>
                  <a:lnTo>
                    <a:pt x="8961" y="18264"/>
                  </a:lnTo>
                  <a:lnTo>
                    <a:pt x="8799" y="18768"/>
                  </a:lnTo>
                  <a:lnTo>
                    <a:pt x="8618" y="19293"/>
                  </a:lnTo>
                  <a:lnTo>
                    <a:pt x="8396" y="19838"/>
                  </a:lnTo>
                  <a:lnTo>
                    <a:pt x="8133" y="20362"/>
                  </a:lnTo>
                  <a:lnTo>
                    <a:pt x="7992" y="20625"/>
                  </a:lnTo>
                  <a:lnTo>
                    <a:pt x="7831" y="20867"/>
                  </a:lnTo>
                  <a:lnTo>
                    <a:pt x="7669" y="21129"/>
                  </a:lnTo>
                  <a:lnTo>
                    <a:pt x="7487" y="21371"/>
                  </a:lnTo>
                  <a:lnTo>
                    <a:pt x="7286" y="21593"/>
                  </a:lnTo>
                  <a:lnTo>
                    <a:pt x="7084" y="21815"/>
                  </a:lnTo>
                  <a:lnTo>
                    <a:pt x="6862" y="22037"/>
                  </a:lnTo>
                  <a:lnTo>
                    <a:pt x="6620" y="22239"/>
                  </a:lnTo>
                  <a:lnTo>
                    <a:pt x="6398" y="22401"/>
                  </a:lnTo>
                  <a:lnTo>
                    <a:pt x="6196" y="22542"/>
                  </a:lnTo>
                  <a:lnTo>
                    <a:pt x="5974" y="22663"/>
                  </a:lnTo>
                  <a:lnTo>
                    <a:pt x="5772" y="22764"/>
                  </a:lnTo>
                  <a:lnTo>
                    <a:pt x="5550" y="22865"/>
                  </a:lnTo>
                  <a:lnTo>
                    <a:pt x="5348" y="22945"/>
                  </a:lnTo>
                  <a:lnTo>
                    <a:pt x="5147" y="23006"/>
                  </a:lnTo>
                  <a:lnTo>
                    <a:pt x="4945" y="23046"/>
                  </a:lnTo>
                  <a:lnTo>
                    <a:pt x="4743" y="23087"/>
                  </a:lnTo>
                  <a:lnTo>
                    <a:pt x="4541" y="23107"/>
                  </a:lnTo>
                  <a:lnTo>
                    <a:pt x="4339" y="23107"/>
                  </a:lnTo>
                  <a:lnTo>
                    <a:pt x="4138" y="23087"/>
                  </a:lnTo>
                  <a:lnTo>
                    <a:pt x="3936" y="23046"/>
                  </a:lnTo>
                  <a:lnTo>
                    <a:pt x="3754" y="23006"/>
                  </a:lnTo>
                  <a:lnTo>
                    <a:pt x="3552" y="22925"/>
                  </a:lnTo>
                  <a:lnTo>
                    <a:pt x="3351" y="22845"/>
                  </a:lnTo>
                  <a:lnTo>
                    <a:pt x="3169" y="22764"/>
                  </a:lnTo>
                  <a:lnTo>
                    <a:pt x="2987" y="22643"/>
                  </a:lnTo>
                  <a:lnTo>
                    <a:pt x="2806" y="22522"/>
                  </a:lnTo>
                  <a:lnTo>
                    <a:pt x="2644" y="22380"/>
                  </a:lnTo>
                  <a:lnTo>
                    <a:pt x="2321" y="22078"/>
                  </a:lnTo>
                  <a:lnTo>
                    <a:pt x="1999" y="21714"/>
                  </a:lnTo>
                  <a:lnTo>
                    <a:pt x="1716" y="21331"/>
                  </a:lnTo>
                  <a:lnTo>
                    <a:pt x="1454" y="20927"/>
                  </a:lnTo>
                  <a:lnTo>
                    <a:pt x="1211" y="20483"/>
                  </a:lnTo>
                  <a:lnTo>
                    <a:pt x="990" y="20019"/>
                  </a:lnTo>
                  <a:lnTo>
                    <a:pt x="788" y="19535"/>
                  </a:lnTo>
                  <a:lnTo>
                    <a:pt x="626" y="19051"/>
                  </a:lnTo>
                  <a:lnTo>
                    <a:pt x="465" y="18566"/>
                  </a:lnTo>
                  <a:lnTo>
                    <a:pt x="344" y="18082"/>
                  </a:lnTo>
                  <a:lnTo>
                    <a:pt x="243" y="17598"/>
                  </a:lnTo>
                  <a:lnTo>
                    <a:pt x="162" y="17134"/>
                  </a:lnTo>
                  <a:lnTo>
                    <a:pt x="122" y="16690"/>
                  </a:lnTo>
                  <a:lnTo>
                    <a:pt x="102" y="16286"/>
                  </a:lnTo>
                  <a:lnTo>
                    <a:pt x="81" y="15600"/>
                  </a:lnTo>
                  <a:lnTo>
                    <a:pt x="81" y="14934"/>
                  </a:lnTo>
                  <a:lnTo>
                    <a:pt x="102" y="14268"/>
                  </a:lnTo>
                  <a:lnTo>
                    <a:pt x="142" y="13582"/>
                  </a:lnTo>
                  <a:lnTo>
                    <a:pt x="182" y="12916"/>
                  </a:lnTo>
                  <a:lnTo>
                    <a:pt x="243" y="12250"/>
                  </a:lnTo>
                  <a:lnTo>
                    <a:pt x="404" y="10918"/>
                  </a:lnTo>
                  <a:lnTo>
                    <a:pt x="586" y="9586"/>
                  </a:lnTo>
                  <a:lnTo>
                    <a:pt x="788" y="8254"/>
                  </a:lnTo>
                  <a:lnTo>
                    <a:pt x="1252" y="5631"/>
                  </a:lnTo>
                  <a:lnTo>
                    <a:pt x="1454" y="4622"/>
                  </a:lnTo>
                  <a:lnTo>
                    <a:pt x="1555" y="4117"/>
                  </a:lnTo>
                  <a:lnTo>
                    <a:pt x="1676" y="3613"/>
                  </a:lnTo>
                  <a:lnTo>
                    <a:pt x="1837" y="3108"/>
                  </a:lnTo>
                  <a:lnTo>
                    <a:pt x="1999" y="2604"/>
                  </a:lnTo>
                  <a:lnTo>
                    <a:pt x="2200" y="2140"/>
                  </a:lnTo>
                  <a:lnTo>
                    <a:pt x="2442" y="1655"/>
                  </a:lnTo>
                  <a:lnTo>
                    <a:pt x="2584" y="1393"/>
                  </a:lnTo>
                  <a:lnTo>
                    <a:pt x="2745" y="1151"/>
                  </a:lnTo>
                  <a:lnTo>
                    <a:pt x="2927" y="949"/>
                  </a:lnTo>
                  <a:lnTo>
                    <a:pt x="3108" y="747"/>
                  </a:lnTo>
                  <a:lnTo>
                    <a:pt x="3290" y="586"/>
                  </a:lnTo>
                  <a:lnTo>
                    <a:pt x="3472" y="445"/>
                  </a:lnTo>
                  <a:lnTo>
                    <a:pt x="3673" y="324"/>
                  </a:lnTo>
                  <a:lnTo>
                    <a:pt x="3875" y="223"/>
                  </a:lnTo>
                  <a:lnTo>
                    <a:pt x="4077" y="162"/>
                  </a:lnTo>
                  <a:lnTo>
                    <a:pt x="4279" y="102"/>
                  </a:lnTo>
                  <a:lnTo>
                    <a:pt x="4481" y="81"/>
                  </a:lnTo>
                  <a:lnTo>
                    <a:pt x="4703" y="61"/>
                  </a:lnTo>
                  <a:close/>
                  <a:moveTo>
                    <a:pt x="4561" y="1"/>
                  </a:moveTo>
                  <a:lnTo>
                    <a:pt x="4319" y="21"/>
                  </a:lnTo>
                  <a:lnTo>
                    <a:pt x="4077" y="61"/>
                  </a:lnTo>
                  <a:lnTo>
                    <a:pt x="3855" y="142"/>
                  </a:lnTo>
                  <a:lnTo>
                    <a:pt x="3633" y="243"/>
                  </a:lnTo>
                  <a:lnTo>
                    <a:pt x="3431" y="364"/>
                  </a:lnTo>
                  <a:lnTo>
                    <a:pt x="3229" y="525"/>
                  </a:lnTo>
                  <a:lnTo>
                    <a:pt x="3048" y="687"/>
                  </a:lnTo>
                  <a:lnTo>
                    <a:pt x="2866" y="889"/>
                  </a:lnTo>
                  <a:lnTo>
                    <a:pt x="2685" y="1111"/>
                  </a:lnTo>
                  <a:lnTo>
                    <a:pt x="2523" y="1353"/>
                  </a:lnTo>
                  <a:lnTo>
                    <a:pt x="2362" y="1615"/>
                  </a:lnTo>
                  <a:lnTo>
                    <a:pt x="2120" y="2099"/>
                  </a:lnTo>
                  <a:lnTo>
                    <a:pt x="1918" y="2584"/>
                  </a:lnTo>
                  <a:lnTo>
                    <a:pt x="1756" y="3068"/>
                  </a:lnTo>
                  <a:lnTo>
                    <a:pt x="1615" y="3573"/>
                  </a:lnTo>
                  <a:lnTo>
                    <a:pt x="1474" y="4097"/>
                  </a:lnTo>
                  <a:lnTo>
                    <a:pt x="1373" y="4602"/>
                  </a:lnTo>
                  <a:lnTo>
                    <a:pt x="1171" y="5631"/>
                  </a:lnTo>
                  <a:lnTo>
                    <a:pt x="707" y="8254"/>
                  </a:lnTo>
                  <a:lnTo>
                    <a:pt x="505" y="9566"/>
                  </a:lnTo>
                  <a:lnTo>
                    <a:pt x="324" y="10898"/>
                  </a:lnTo>
                  <a:lnTo>
                    <a:pt x="162" y="12250"/>
                  </a:lnTo>
                  <a:lnTo>
                    <a:pt x="102" y="12916"/>
                  </a:lnTo>
                  <a:lnTo>
                    <a:pt x="61" y="13582"/>
                  </a:lnTo>
                  <a:lnTo>
                    <a:pt x="21" y="14268"/>
                  </a:lnTo>
                  <a:lnTo>
                    <a:pt x="1" y="14934"/>
                  </a:lnTo>
                  <a:lnTo>
                    <a:pt x="1" y="15600"/>
                  </a:lnTo>
                  <a:lnTo>
                    <a:pt x="21" y="16286"/>
                  </a:lnTo>
                  <a:lnTo>
                    <a:pt x="41" y="16710"/>
                  </a:lnTo>
                  <a:lnTo>
                    <a:pt x="81" y="17154"/>
                  </a:lnTo>
                  <a:lnTo>
                    <a:pt x="162" y="17618"/>
                  </a:lnTo>
                  <a:lnTo>
                    <a:pt x="263" y="18102"/>
                  </a:lnTo>
                  <a:lnTo>
                    <a:pt x="404" y="18587"/>
                  </a:lnTo>
                  <a:lnTo>
                    <a:pt x="546" y="19071"/>
                  </a:lnTo>
                  <a:lnTo>
                    <a:pt x="727" y="19575"/>
                  </a:lnTo>
                  <a:lnTo>
                    <a:pt x="929" y="20060"/>
                  </a:lnTo>
                  <a:lnTo>
                    <a:pt x="1151" y="20524"/>
                  </a:lnTo>
                  <a:lnTo>
                    <a:pt x="1393" y="20968"/>
                  </a:lnTo>
                  <a:lnTo>
                    <a:pt x="1655" y="21392"/>
                  </a:lnTo>
                  <a:lnTo>
                    <a:pt x="1958" y="21775"/>
                  </a:lnTo>
                  <a:lnTo>
                    <a:pt x="2261" y="22138"/>
                  </a:lnTo>
                  <a:lnTo>
                    <a:pt x="2604" y="22461"/>
                  </a:lnTo>
                  <a:lnTo>
                    <a:pt x="2765" y="22582"/>
                  </a:lnTo>
                  <a:lnTo>
                    <a:pt x="2947" y="22723"/>
                  </a:lnTo>
                  <a:lnTo>
                    <a:pt x="3129" y="22824"/>
                  </a:lnTo>
                  <a:lnTo>
                    <a:pt x="3330" y="22925"/>
                  </a:lnTo>
                  <a:lnTo>
                    <a:pt x="3593" y="23046"/>
                  </a:lnTo>
                  <a:lnTo>
                    <a:pt x="3875" y="23127"/>
                  </a:lnTo>
                  <a:lnTo>
                    <a:pt x="4158" y="23167"/>
                  </a:lnTo>
                  <a:lnTo>
                    <a:pt x="4460" y="23188"/>
                  </a:lnTo>
                  <a:lnTo>
                    <a:pt x="4723" y="23167"/>
                  </a:lnTo>
                  <a:lnTo>
                    <a:pt x="4985" y="23127"/>
                  </a:lnTo>
                  <a:lnTo>
                    <a:pt x="5268" y="23067"/>
                  </a:lnTo>
                  <a:lnTo>
                    <a:pt x="5550" y="22966"/>
                  </a:lnTo>
                  <a:lnTo>
                    <a:pt x="5813" y="22845"/>
                  </a:lnTo>
                  <a:lnTo>
                    <a:pt x="6095" y="22683"/>
                  </a:lnTo>
                  <a:lnTo>
                    <a:pt x="6378" y="22501"/>
                  </a:lnTo>
                  <a:lnTo>
                    <a:pt x="6680" y="22300"/>
                  </a:lnTo>
                  <a:lnTo>
                    <a:pt x="6922" y="22098"/>
                  </a:lnTo>
                  <a:lnTo>
                    <a:pt x="7144" y="21876"/>
                  </a:lnTo>
                  <a:lnTo>
                    <a:pt x="7346" y="21654"/>
                  </a:lnTo>
                  <a:lnTo>
                    <a:pt x="7548" y="21412"/>
                  </a:lnTo>
                  <a:lnTo>
                    <a:pt x="7730" y="21170"/>
                  </a:lnTo>
                  <a:lnTo>
                    <a:pt x="7911" y="20927"/>
                  </a:lnTo>
                  <a:lnTo>
                    <a:pt x="8053" y="20665"/>
                  </a:lnTo>
                  <a:lnTo>
                    <a:pt x="8214" y="20403"/>
                  </a:lnTo>
                  <a:lnTo>
                    <a:pt x="8476" y="19878"/>
                  </a:lnTo>
                  <a:lnTo>
                    <a:pt x="8698" y="19333"/>
                  </a:lnTo>
                  <a:lnTo>
                    <a:pt x="8880" y="18809"/>
                  </a:lnTo>
                  <a:lnTo>
                    <a:pt x="9041" y="18284"/>
                  </a:lnTo>
                  <a:lnTo>
                    <a:pt x="9283" y="17436"/>
                  </a:lnTo>
                  <a:lnTo>
                    <a:pt x="9485" y="16589"/>
                  </a:lnTo>
                  <a:lnTo>
                    <a:pt x="9667" y="15721"/>
                  </a:lnTo>
                  <a:lnTo>
                    <a:pt x="9808" y="14833"/>
                  </a:lnTo>
                  <a:lnTo>
                    <a:pt x="9909" y="13965"/>
                  </a:lnTo>
                  <a:lnTo>
                    <a:pt x="9990" y="13077"/>
                  </a:lnTo>
                  <a:lnTo>
                    <a:pt x="10030" y="12189"/>
                  </a:lnTo>
                  <a:lnTo>
                    <a:pt x="10030" y="11302"/>
                  </a:lnTo>
                  <a:lnTo>
                    <a:pt x="10010" y="10434"/>
                  </a:lnTo>
                  <a:lnTo>
                    <a:pt x="9949" y="9546"/>
                  </a:lnTo>
                  <a:lnTo>
                    <a:pt x="9869" y="8658"/>
                  </a:lnTo>
                  <a:lnTo>
                    <a:pt x="9727" y="7790"/>
                  </a:lnTo>
                  <a:lnTo>
                    <a:pt x="9566" y="6902"/>
                  </a:lnTo>
                  <a:lnTo>
                    <a:pt x="9384" y="6055"/>
                  </a:lnTo>
                  <a:lnTo>
                    <a:pt x="9162" y="5187"/>
                  </a:lnTo>
                  <a:lnTo>
                    <a:pt x="8900" y="4339"/>
                  </a:lnTo>
                  <a:lnTo>
                    <a:pt x="8759" y="3936"/>
                  </a:lnTo>
                  <a:lnTo>
                    <a:pt x="8618" y="3552"/>
                  </a:lnTo>
                  <a:lnTo>
                    <a:pt x="8476" y="3209"/>
                  </a:lnTo>
                  <a:lnTo>
                    <a:pt x="8315" y="2866"/>
                  </a:lnTo>
                  <a:lnTo>
                    <a:pt x="8153" y="2523"/>
                  </a:lnTo>
                  <a:lnTo>
                    <a:pt x="7972" y="2220"/>
                  </a:lnTo>
                  <a:lnTo>
                    <a:pt x="7790" y="1938"/>
                  </a:lnTo>
                  <a:lnTo>
                    <a:pt x="7609" y="1676"/>
                  </a:lnTo>
                  <a:lnTo>
                    <a:pt x="7407" y="1433"/>
                  </a:lnTo>
                  <a:lnTo>
                    <a:pt x="7225" y="1211"/>
                  </a:lnTo>
                  <a:lnTo>
                    <a:pt x="7003" y="990"/>
                  </a:lnTo>
                  <a:lnTo>
                    <a:pt x="6801" y="808"/>
                  </a:lnTo>
                  <a:lnTo>
                    <a:pt x="6579" y="646"/>
                  </a:lnTo>
                  <a:lnTo>
                    <a:pt x="6337" y="485"/>
                  </a:lnTo>
                  <a:lnTo>
                    <a:pt x="6095" y="344"/>
                  </a:lnTo>
                  <a:lnTo>
                    <a:pt x="5853" y="243"/>
                  </a:lnTo>
                  <a:lnTo>
                    <a:pt x="5591" y="142"/>
                  </a:lnTo>
                  <a:lnTo>
                    <a:pt x="5328" y="61"/>
                  </a:lnTo>
                  <a:lnTo>
                    <a:pt x="5066" y="21"/>
                  </a:lnTo>
                  <a:lnTo>
                    <a:pt x="4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1" name="Google Shape;3161;p39"/>
          <p:cNvGrpSpPr/>
          <p:nvPr/>
        </p:nvGrpSpPr>
        <p:grpSpPr>
          <a:xfrm>
            <a:off x="-2233707" y="-256851"/>
            <a:ext cx="2946940" cy="1512969"/>
            <a:chOff x="-1306807" y="-1638114"/>
            <a:chExt cx="2946940" cy="1512969"/>
          </a:xfrm>
        </p:grpSpPr>
        <p:sp>
          <p:nvSpPr>
            <p:cNvPr id="3162" name="Google Shape;3162;p39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39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39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65" name="Google Shape;3165;p39"/>
          <p:cNvSpPr/>
          <p:nvPr/>
        </p:nvSpPr>
        <p:spPr>
          <a:xfrm>
            <a:off x="128050" y="35059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6" name="Google Shape;3166;p39"/>
          <p:cNvSpPr/>
          <p:nvPr/>
        </p:nvSpPr>
        <p:spPr>
          <a:xfrm>
            <a:off x="128063" y="40376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7" name="Google Shape;3167;p39"/>
          <p:cNvSpPr/>
          <p:nvPr/>
        </p:nvSpPr>
        <p:spPr>
          <a:xfrm>
            <a:off x="4176595" y="4757340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68" name="Google Shape;3168;p39"/>
          <p:cNvGrpSpPr/>
          <p:nvPr/>
        </p:nvGrpSpPr>
        <p:grpSpPr>
          <a:xfrm>
            <a:off x="3967146" y="-825334"/>
            <a:ext cx="1209708" cy="1147945"/>
            <a:chOff x="5235125" y="2636100"/>
            <a:chExt cx="796175" cy="755525"/>
          </a:xfrm>
        </p:grpSpPr>
        <p:sp>
          <p:nvSpPr>
            <p:cNvPr id="3169" name="Google Shape;3169;p39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9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9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9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9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9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9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9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9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9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9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9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9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9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9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9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9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9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9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9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39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9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9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39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39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9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39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39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39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39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9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9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9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9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9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9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39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39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39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9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39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39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9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9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9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9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9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9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9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9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9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9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9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9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9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9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9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9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9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9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9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9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9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9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233" name="Shape 3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4" name="Google Shape;3234;p40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35" name="Google Shape;3235;p40"/>
          <p:cNvSpPr txBox="1"/>
          <p:nvPr>
            <p:ph idx="1" type="subTitle"/>
          </p:nvPr>
        </p:nvSpPr>
        <p:spPr>
          <a:xfrm>
            <a:off x="1353275" y="2834834"/>
            <a:ext cx="2578500" cy="17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/>
        </p:txBody>
      </p:sp>
      <p:sp>
        <p:nvSpPr>
          <p:cNvPr id="3236" name="Google Shape;3236;p40"/>
          <p:cNvSpPr txBox="1"/>
          <p:nvPr>
            <p:ph idx="2" type="subTitle"/>
          </p:nvPr>
        </p:nvSpPr>
        <p:spPr>
          <a:xfrm>
            <a:off x="5213525" y="2834834"/>
            <a:ext cx="2575500" cy="17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/>
        </p:txBody>
      </p:sp>
      <p:sp>
        <p:nvSpPr>
          <p:cNvPr id="3237" name="Google Shape;3237;p40"/>
          <p:cNvSpPr txBox="1"/>
          <p:nvPr>
            <p:ph idx="3" type="subTitle"/>
          </p:nvPr>
        </p:nvSpPr>
        <p:spPr>
          <a:xfrm>
            <a:off x="1354775" y="3226684"/>
            <a:ext cx="25755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238" name="Google Shape;3238;p40"/>
          <p:cNvSpPr txBox="1"/>
          <p:nvPr>
            <p:ph idx="4" type="subTitle"/>
          </p:nvPr>
        </p:nvSpPr>
        <p:spPr>
          <a:xfrm>
            <a:off x="5212025" y="3229059"/>
            <a:ext cx="25785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239" name="Google Shape;3239;p40"/>
          <p:cNvSpPr/>
          <p:nvPr/>
        </p:nvSpPr>
        <p:spPr>
          <a:xfrm>
            <a:off x="-607780" y="-650361"/>
            <a:ext cx="1170000" cy="1170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40" name="Google Shape;3240;p40"/>
          <p:cNvGrpSpPr/>
          <p:nvPr/>
        </p:nvGrpSpPr>
        <p:grpSpPr>
          <a:xfrm flipH="1">
            <a:off x="-1670733" y="-144769"/>
            <a:ext cx="2383952" cy="1642730"/>
            <a:chOff x="497192" y="-5154682"/>
            <a:chExt cx="2383952" cy="1642730"/>
          </a:xfrm>
        </p:grpSpPr>
        <p:sp>
          <p:nvSpPr>
            <p:cNvPr id="3241" name="Google Shape;3241;p40"/>
            <p:cNvSpPr/>
            <p:nvPr/>
          </p:nvSpPr>
          <p:spPr>
            <a:xfrm flipH="1">
              <a:off x="497192" y="-5154682"/>
              <a:ext cx="2383952" cy="1642730"/>
            </a:xfrm>
            <a:custGeom>
              <a:rect b="b" l="l" r="r" t="t"/>
              <a:pathLst>
                <a:path extrusionOk="0" h="29383" w="42641">
                  <a:moveTo>
                    <a:pt x="9364" y="81"/>
                  </a:moveTo>
                  <a:lnTo>
                    <a:pt x="10796" y="141"/>
                  </a:lnTo>
                  <a:lnTo>
                    <a:pt x="12209" y="222"/>
                  </a:lnTo>
                  <a:lnTo>
                    <a:pt x="13642" y="363"/>
                  </a:lnTo>
                  <a:lnTo>
                    <a:pt x="15054" y="505"/>
                  </a:lnTo>
                  <a:lnTo>
                    <a:pt x="16467" y="706"/>
                  </a:lnTo>
                  <a:lnTo>
                    <a:pt x="17880" y="928"/>
                  </a:lnTo>
                  <a:lnTo>
                    <a:pt x="19292" y="1191"/>
                  </a:lnTo>
                  <a:lnTo>
                    <a:pt x="20685" y="1494"/>
                  </a:lnTo>
                  <a:lnTo>
                    <a:pt x="22077" y="1816"/>
                  </a:lnTo>
                  <a:lnTo>
                    <a:pt x="23469" y="2180"/>
                  </a:lnTo>
                  <a:lnTo>
                    <a:pt x="24842" y="2563"/>
                  </a:lnTo>
                  <a:lnTo>
                    <a:pt x="26194" y="2987"/>
                  </a:lnTo>
                  <a:lnTo>
                    <a:pt x="27546" y="3451"/>
                  </a:lnTo>
                  <a:lnTo>
                    <a:pt x="28878" y="3935"/>
                  </a:lnTo>
                  <a:lnTo>
                    <a:pt x="30210" y="4460"/>
                  </a:lnTo>
                  <a:lnTo>
                    <a:pt x="31340" y="4944"/>
                  </a:lnTo>
                  <a:lnTo>
                    <a:pt x="32409" y="5429"/>
                  </a:lnTo>
                  <a:lnTo>
                    <a:pt x="33418" y="5933"/>
                  </a:lnTo>
                  <a:lnTo>
                    <a:pt x="34346" y="6438"/>
                  </a:lnTo>
                  <a:lnTo>
                    <a:pt x="35234" y="6962"/>
                  </a:lnTo>
                  <a:lnTo>
                    <a:pt x="36062" y="7487"/>
                  </a:lnTo>
                  <a:lnTo>
                    <a:pt x="36829" y="8032"/>
                  </a:lnTo>
                  <a:lnTo>
                    <a:pt x="37555" y="8597"/>
                  </a:lnTo>
                  <a:lnTo>
                    <a:pt x="37979" y="8960"/>
                  </a:lnTo>
                  <a:lnTo>
                    <a:pt x="38403" y="9344"/>
                  </a:lnTo>
                  <a:lnTo>
                    <a:pt x="38806" y="9727"/>
                  </a:lnTo>
                  <a:lnTo>
                    <a:pt x="39190" y="10131"/>
                  </a:lnTo>
                  <a:lnTo>
                    <a:pt x="39573" y="10534"/>
                  </a:lnTo>
                  <a:lnTo>
                    <a:pt x="39916" y="10938"/>
                  </a:lnTo>
                  <a:lnTo>
                    <a:pt x="40239" y="11362"/>
                  </a:lnTo>
                  <a:lnTo>
                    <a:pt x="40562" y="11785"/>
                  </a:lnTo>
                  <a:lnTo>
                    <a:pt x="40844" y="12209"/>
                  </a:lnTo>
                  <a:lnTo>
                    <a:pt x="41127" y="12653"/>
                  </a:lnTo>
                  <a:lnTo>
                    <a:pt x="41369" y="13097"/>
                  </a:lnTo>
                  <a:lnTo>
                    <a:pt x="41611" y="13541"/>
                  </a:lnTo>
                  <a:lnTo>
                    <a:pt x="41813" y="14005"/>
                  </a:lnTo>
                  <a:lnTo>
                    <a:pt x="42015" y="14469"/>
                  </a:lnTo>
                  <a:lnTo>
                    <a:pt x="42176" y="14913"/>
                  </a:lnTo>
                  <a:lnTo>
                    <a:pt x="42338" y="15398"/>
                  </a:lnTo>
                  <a:lnTo>
                    <a:pt x="42459" y="15862"/>
                  </a:lnTo>
                  <a:lnTo>
                    <a:pt x="42499" y="16104"/>
                  </a:lnTo>
                  <a:lnTo>
                    <a:pt x="42540" y="16366"/>
                  </a:lnTo>
                  <a:lnTo>
                    <a:pt x="42560" y="16608"/>
                  </a:lnTo>
                  <a:lnTo>
                    <a:pt x="42560" y="16851"/>
                  </a:lnTo>
                  <a:lnTo>
                    <a:pt x="42540" y="17113"/>
                  </a:lnTo>
                  <a:lnTo>
                    <a:pt x="42519" y="17355"/>
                  </a:lnTo>
                  <a:lnTo>
                    <a:pt x="42479" y="17577"/>
                  </a:lnTo>
                  <a:lnTo>
                    <a:pt x="42418" y="17799"/>
                  </a:lnTo>
                  <a:lnTo>
                    <a:pt x="42338" y="18021"/>
                  </a:lnTo>
                  <a:lnTo>
                    <a:pt x="42217" y="18223"/>
                  </a:lnTo>
                  <a:lnTo>
                    <a:pt x="42096" y="18404"/>
                  </a:lnTo>
                  <a:lnTo>
                    <a:pt x="41954" y="18566"/>
                  </a:lnTo>
                  <a:lnTo>
                    <a:pt x="41773" y="18707"/>
                  </a:lnTo>
                  <a:lnTo>
                    <a:pt x="41571" y="18848"/>
                  </a:lnTo>
                  <a:lnTo>
                    <a:pt x="41409" y="18909"/>
                  </a:lnTo>
                  <a:lnTo>
                    <a:pt x="41228" y="18969"/>
                  </a:lnTo>
                  <a:lnTo>
                    <a:pt x="41046" y="19010"/>
                  </a:lnTo>
                  <a:lnTo>
                    <a:pt x="40865" y="19050"/>
                  </a:lnTo>
                  <a:lnTo>
                    <a:pt x="40461" y="19070"/>
                  </a:lnTo>
                  <a:lnTo>
                    <a:pt x="40057" y="19070"/>
                  </a:lnTo>
                  <a:lnTo>
                    <a:pt x="38948" y="19050"/>
                  </a:lnTo>
                  <a:lnTo>
                    <a:pt x="37838" y="19010"/>
                  </a:lnTo>
                  <a:lnTo>
                    <a:pt x="35618" y="18909"/>
                  </a:lnTo>
                  <a:lnTo>
                    <a:pt x="33398" y="18788"/>
                  </a:lnTo>
                  <a:lnTo>
                    <a:pt x="31198" y="18626"/>
                  </a:lnTo>
                  <a:lnTo>
                    <a:pt x="28918" y="18485"/>
                  </a:lnTo>
                  <a:lnTo>
                    <a:pt x="26597" y="18344"/>
                  </a:lnTo>
                  <a:lnTo>
                    <a:pt x="24277" y="18243"/>
                  </a:lnTo>
                  <a:lnTo>
                    <a:pt x="23126" y="18223"/>
                  </a:lnTo>
                  <a:lnTo>
                    <a:pt x="21956" y="18203"/>
                  </a:lnTo>
                  <a:lnTo>
                    <a:pt x="20806" y="18182"/>
                  </a:lnTo>
                  <a:lnTo>
                    <a:pt x="19635" y="18203"/>
                  </a:lnTo>
                  <a:lnTo>
                    <a:pt x="18465" y="18243"/>
                  </a:lnTo>
                  <a:lnTo>
                    <a:pt x="17315" y="18304"/>
                  </a:lnTo>
                  <a:lnTo>
                    <a:pt x="16164" y="18384"/>
                  </a:lnTo>
                  <a:lnTo>
                    <a:pt x="14994" y="18485"/>
                  </a:lnTo>
                  <a:lnTo>
                    <a:pt x="13844" y="18626"/>
                  </a:lnTo>
                  <a:lnTo>
                    <a:pt x="12693" y="18788"/>
                  </a:lnTo>
                  <a:lnTo>
                    <a:pt x="12007" y="18909"/>
                  </a:lnTo>
                  <a:lnTo>
                    <a:pt x="11321" y="19050"/>
                  </a:lnTo>
                  <a:lnTo>
                    <a:pt x="10615" y="19232"/>
                  </a:lnTo>
                  <a:lnTo>
                    <a:pt x="10272" y="19333"/>
                  </a:lnTo>
                  <a:lnTo>
                    <a:pt x="9929" y="19454"/>
                  </a:lnTo>
                  <a:lnTo>
                    <a:pt x="9586" y="19595"/>
                  </a:lnTo>
                  <a:lnTo>
                    <a:pt x="9263" y="19736"/>
                  </a:lnTo>
                  <a:lnTo>
                    <a:pt x="8940" y="19898"/>
                  </a:lnTo>
                  <a:lnTo>
                    <a:pt x="8617" y="20059"/>
                  </a:lnTo>
                  <a:lnTo>
                    <a:pt x="8314" y="20261"/>
                  </a:lnTo>
                  <a:lnTo>
                    <a:pt x="8032" y="20463"/>
                  </a:lnTo>
                  <a:lnTo>
                    <a:pt x="7749" y="20705"/>
                  </a:lnTo>
                  <a:lnTo>
                    <a:pt x="7487" y="20947"/>
                  </a:lnTo>
                  <a:lnTo>
                    <a:pt x="7245" y="21230"/>
                  </a:lnTo>
                  <a:lnTo>
                    <a:pt x="7003" y="21512"/>
                  </a:lnTo>
                  <a:lnTo>
                    <a:pt x="6801" y="21815"/>
                  </a:lnTo>
                  <a:lnTo>
                    <a:pt x="6619" y="22118"/>
                  </a:lnTo>
                  <a:lnTo>
                    <a:pt x="6458" y="22440"/>
                  </a:lnTo>
                  <a:lnTo>
                    <a:pt x="6316" y="22763"/>
                  </a:lnTo>
                  <a:lnTo>
                    <a:pt x="6195" y="23086"/>
                  </a:lnTo>
                  <a:lnTo>
                    <a:pt x="6094" y="23429"/>
                  </a:lnTo>
                  <a:lnTo>
                    <a:pt x="5994" y="23752"/>
                  </a:lnTo>
                  <a:lnTo>
                    <a:pt x="5913" y="24075"/>
                  </a:lnTo>
                  <a:lnTo>
                    <a:pt x="5792" y="24701"/>
                  </a:lnTo>
                  <a:lnTo>
                    <a:pt x="5711" y="25306"/>
                  </a:lnTo>
                  <a:lnTo>
                    <a:pt x="5650" y="25871"/>
                  </a:lnTo>
                  <a:lnTo>
                    <a:pt x="5650" y="26154"/>
                  </a:lnTo>
                  <a:lnTo>
                    <a:pt x="5650" y="26497"/>
                  </a:lnTo>
                  <a:lnTo>
                    <a:pt x="5650" y="27243"/>
                  </a:lnTo>
                  <a:lnTo>
                    <a:pt x="5630" y="27627"/>
                  </a:lnTo>
                  <a:lnTo>
                    <a:pt x="5610" y="28010"/>
                  </a:lnTo>
                  <a:lnTo>
                    <a:pt x="5529" y="28373"/>
                  </a:lnTo>
                  <a:lnTo>
                    <a:pt x="5489" y="28555"/>
                  </a:lnTo>
                  <a:lnTo>
                    <a:pt x="5428" y="28696"/>
                  </a:lnTo>
                  <a:lnTo>
                    <a:pt x="5368" y="28838"/>
                  </a:lnTo>
                  <a:lnTo>
                    <a:pt x="5287" y="28979"/>
                  </a:lnTo>
                  <a:lnTo>
                    <a:pt x="5206" y="29080"/>
                  </a:lnTo>
                  <a:lnTo>
                    <a:pt x="5106" y="29181"/>
                  </a:lnTo>
                  <a:lnTo>
                    <a:pt x="5005" y="29221"/>
                  </a:lnTo>
                  <a:lnTo>
                    <a:pt x="4904" y="29261"/>
                  </a:lnTo>
                  <a:lnTo>
                    <a:pt x="4803" y="29281"/>
                  </a:lnTo>
                  <a:lnTo>
                    <a:pt x="4702" y="29302"/>
                  </a:lnTo>
                  <a:lnTo>
                    <a:pt x="4581" y="29302"/>
                  </a:lnTo>
                  <a:lnTo>
                    <a:pt x="4440" y="29281"/>
                  </a:lnTo>
                  <a:lnTo>
                    <a:pt x="4177" y="29201"/>
                  </a:lnTo>
                  <a:lnTo>
                    <a:pt x="3955" y="29100"/>
                  </a:lnTo>
                  <a:lnTo>
                    <a:pt x="3774" y="28959"/>
                  </a:lnTo>
                  <a:lnTo>
                    <a:pt x="3592" y="28797"/>
                  </a:lnTo>
                  <a:lnTo>
                    <a:pt x="3451" y="28616"/>
                  </a:lnTo>
                  <a:lnTo>
                    <a:pt x="3310" y="28414"/>
                  </a:lnTo>
                  <a:lnTo>
                    <a:pt x="3188" y="28192"/>
                  </a:lnTo>
                  <a:lnTo>
                    <a:pt x="2946" y="27728"/>
                  </a:lnTo>
                  <a:lnTo>
                    <a:pt x="2523" y="26678"/>
                  </a:lnTo>
                  <a:lnTo>
                    <a:pt x="2119" y="25629"/>
                  </a:lnTo>
                  <a:lnTo>
                    <a:pt x="1756" y="24539"/>
                  </a:lnTo>
                  <a:lnTo>
                    <a:pt x="1433" y="23429"/>
                  </a:lnTo>
                  <a:lnTo>
                    <a:pt x="1130" y="22279"/>
                  </a:lnTo>
                  <a:lnTo>
                    <a:pt x="868" y="21129"/>
                  </a:lnTo>
                  <a:lnTo>
                    <a:pt x="646" y="19938"/>
                  </a:lnTo>
                  <a:lnTo>
                    <a:pt x="464" y="18707"/>
                  </a:lnTo>
                  <a:lnTo>
                    <a:pt x="323" y="17476"/>
                  </a:lnTo>
                  <a:lnTo>
                    <a:pt x="202" y="16205"/>
                  </a:lnTo>
                  <a:lnTo>
                    <a:pt x="141" y="14913"/>
                  </a:lnTo>
                  <a:lnTo>
                    <a:pt x="101" y="13602"/>
                  </a:lnTo>
                  <a:lnTo>
                    <a:pt x="81" y="12250"/>
                  </a:lnTo>
                  <a:lnTo>
                    <a:pt x="121" y="10897"/>
                  </a:lnTo>
                  <a:lnTo>
                    <a:pt x="202" y="9505"/>
                  </a:lnTo>
                  <a:lnTo>
                    <a:pt x="303" y="8092"/>
                  </a:lnTo>
                  <a:lnTo>
                    <a:pt x="404" y="7144"/>
                  </a:lnTo>
                  <a:lnTo>
                    <a:pt x="464" y="6639"/>
                  </a:lnTo>
                  <a:lnTo>
                    <a:pt x="545" y="6135"/>
                  </a:lnTo>
                  <a:lnTo>
                    <a:pt x="646" y="5630"/>
                  </a:lnTo>
                  <a:lnTo>
                    <a:pt x="767" y="5106"/>
                  </a:lnTo>
                  <a:lnTo>
                    <a:pt x="928" y="4601"/>
                  </a:lnTo>
                  <a:lnTo>
                    <a:pt x="1090" y="4097"/>
                  </a:lnTo>
                  <a:lnTo>
                    <a:pt x="1292" y="3612"/>
                  </a:lnTo>
                  <a:lnTo>
                    <a:pt x="1514" y="3128"/>
                  </a:lnTo>
                  <a:lnTo>
                    <a:pt x="1776" y="2684"/>
                  </a:lnTo>
                  <a:lnTo>
                    <a:pt x="2058" y="2240"/>
                  </a:lnTo>
                  <a:lnTo>
                    <a:pt x="2220" y="2038"/>
                  </a:lnTo>
                  <a:lnTo>
                    <a:pt x="2381" y="1837"/>
                  </a:lnTo>
                  <a:lnTo>
                    <a:pt x="2563" y="1655"/>
                  </a:lnTo>
                  <a:lnTo>
                    <a:pt x="2765" y="1473"/>
                  </a:lnTo>
                  <a:lnTo>
                    <a:pt x="2967" y="1312"/>
                  </a:lnTo>
                  <a:lnTo>
                    <a:pt x="3168" y="1150"/>
                  </a:lnTo>
                  <a:lnTo>
                    <a:pt x="3390" y="989"/>
                  </a:lnTo>
                  <a:lnTo>
                    <a:pt x="3612" y="848"/>
                  </a:lnTo>
                  <a:lnTo>
                    <a:pt x="3854" y="727"/>
                  </a:lnTo>
                  <a:lnTo>
                    <a:pt x="4117" y="626"/>
                  </a:lnTo>
                  <a:lnTo>
                    <a:pt x="4359" y="525"/>
                  </a:lnTo>
                  <a:lnTo>
                    <a:pt x="4621" y="424"/>
                  </a:lnTo>
                  <a:lnTo>
                    <a:pt x="5146" y="303"/>
                  </a:lnTo>
                  <a:lnTo>
                    <a:pt x="5691" y="202"/>
                  </a:lnTo>
                  <a:lnTo>
                    <a:pt x="6236" y="141"/>
                  </a:lnTo>
                  <a:lnTo>
                    <a:pt x="6760" y="101"/>
                  </a:lnTo>
                  <a:lnTo>
                    <a:pt x="7305" y="81"/>
                  </a:lnTo>
                  <a:close/>
                  <a:moveTo>
                    <a:pt x="7305" y="0"/>
                  </a:moveTo>
                  <a:lnTo>
                    <a:pt x="6760" y="20"/>
                  </a:lnTo>
                  <a:lnTo>
                    <a:pt x="6215" y="61"/>
                  </a:lnTo>
                  <a:lnTo>
                    <a:pt x="5671" y="121"/>
                  </a:lnTo>
                  <a:lnTo>
                    <a:pt x="5126" y="222"/>
                  </a:lnTo>
                  <a:lnTo>
                    <a:pt x="4601" y="363"/>
                  </a:lnTo>
                  <a:lnTo>
                    <a:pt x="4339" y="444"/>
                  </a:lnTo>
                  <a:lnTo>
                    <a:pt x="4076" y="545"/>
                  </a:lnTo>
                  <a:lnTo>
                    <a:pt x="3834" y="666"/>
                  </a:lnTo>
                  <a:lnTo>
                    <a:pt x="3572" y="787"/>
                  </a:lnTo>
                  <a:lnTo>
                    <a:pt x="3350" y="928"/>
                  </a:lnTo>
                  <a:lnTo>
                    <a:pt x="3128" y="1070"/>
                  </a:lnTo>
                  <a:lnTo>
                    <a:pt x="2906" y="1231"/>
                  </a:lnTo>
                  <a:lnTo>
                    <a:pt x="2704" y="1413"/>
                  </a:lnTo>
                  <a:lnTo>
                    <a:pt x="2523" y="1594"/>
                  </a:lnTo>
                  <a:lnTo>
                    <a:pt x="2341" y="1776"/>
                  </a:lnTo>
                  <a:lnTo>
                    <a:pt x="2159" y="1978"/>
                  </a:lnTo>
                  <a:lnTo>
                    <a:pt x="1998" y="2200"/>
                  </a:lnTo>
                  <a:lnTo>
                    <a:pt x="1695" y="2624"/>
                  </a:lnTo>
                  <a:lnTo>
                    <a:pt x="1453" y="3088"/>
                  </a:lnTo>
                  <a:lnTo>
                    <a:pt x="1211" y="3572"/>
                  </a:lnTo>
                  <a:lnTo>
                    <a:pt x="1009" y="4056"/>
                  </a:lnTo>
                  <a:lnTo>
                    <a:pt x="848" y="4561"/>
                  </a:lnTo>
                  <a:lnTo>
                    <a:pt x="706" y="5086"/>
                  </a:lnTo>
                  <a:lnTo>
                    <a:pt x="585" y="5590"/>
                  </a:lnTo>
                  <a:lnTo>
                    <a:pt x="464" y="6115"/>
                  </a:lnTo>
                  <a:lnTo>
                    <a:pt x="383" y="6619"/>
                  </a:lnTo>
                  <a:lnTo>
                    <a:pt x="323" y="7124"/>
                  </a:lnTo>
                  <a:lnTo>
                    <a:pt x="222" y="8092"/>
                  </a:lnTo>
                  <a:lnTo>
                    <a:pt x="121" y="9505"/>
                  </a:lnTo>
                  <a:lnTo>
                    <a:pt x="40" y="10897"/>
                  </a:lnTo>
                  <a:lnTo>
                    <a:pt x="0" y="12250"/>
                  </a:lnTo>
                  <a:lnTo>
                    <a:pt x="20" y="13602"/>
                  </a:lnTo>
                  <a:lnTo>
                    <a:pt x="61" y="14913"/>
                  </a:lnTo>
                  <a:lnTo>
                    <a:pt x="121" y="16205"/>
                  </a:lnTo>
                  <a:lnTo>
                    <a:pt x="242" y="17476"/>
                  </a:lnTo>
                  <a:lnTo>
                    <a:pt x="383" y="18727"/>
                  </a:lnTo>
                  <a:lnTo>
                    <a:pt x="565" y="19938"/>
                  </a:lnTo>
                  <a:lnTo>
                    <a:pt x="787" y="21149"/>
                  </a:lnTo>
                  <a:lnTo>
                    <a:pt x="1049" y="22319"/>
                  </a:lnTo>
                  <a:lnTo>
                    <a:pt x="1352" y="23449"/>
                  </a:lnTo>
                  <a:lnTo>
                    <a:pt x="1675" y="24559"/>
                  </a:lnTo>
                  <a:lnTo>
                    <a:pt x="2038" y="25649"/>
                  </a:lnTo>
                  <a:lnTo>
                    <a:pt x="2442" y="26719"/>
                  </a:lnTo>
                  <a:lnTo>
                    <a:pt x="2886" y="27748"/>
                  </a:lnTo>
                  <a:lnTo>
                    <a:pt x="3108" y="28232"/>
                  </a:lnTo>
                  <a:lnTo>
                    <a:pt x="3249" y="28454"/>
                  </a:lnTo>
                  <a:lnTo>
                    <a:pt x="3390" y="28676"/>
                  </a:lnTo>
                  <a:lnTo>
                    <a:pt x="3552" y="28858"/>
                  </a:lnTo>
                  <a:lnTo>
                    <a:pt x="3733" y="29019"/>
                  </a:lnTo>
                  <a:lnTo>
                    <a:pt x="3915" y="29160"/>
                  </a:lnTo>
                  <a:lnTo>
                    <a:pt x="4137" y="29261"/>
                  </a:lnTo>
                  <a:lnTo>
                    <a:pt x="4419" y="29362"/>
                  </a:lnTo>
                  <a:lnTo>
                    <a:pt x="4541" y="29382"/>
                  </a:lnTo>
                  <a:lnTo>
                    <a:pt x="4662" y="29382"/>
                  </a:lnTo>
                  <a:lnTo>
                    <a:pt x="4803" y="29362"/>
                  </a:lnTo>
                  <a:lnTo>
                    <a:pt x="4924" y="29342"/>
                  </a:lnTo>
                  <a:lnTo>
                    <a:pt x="5045" y="29302"/>
                  </a:lnTo>
                  <a:lnTo>
                    <a:pt x="5146" y="29241"/>
                  </a:lnTo>
                  <a:lnTo>
                    <a:pt x="5247" y="29140"/>
                  </a:lnTo>
                  <a:lnTo>
                    <a:pt x="5348" y="29039"/>
                  </a:lnTo>
                  <a:lnTo>
                    <a:pt x="5428" y="28898"/>
                  </a:lnTo>
                  <a:lnTo>
                    <a:pt x="5509" y="28757"/>
                  </a:lnTo>
                  <a:lnTo>
                    <a:pt x="5570" y="28595"/>
                  </a:lnTo>
                  <a:lnTo>
                    <a:pt x="5610" y="28414"/>
                  </a:lnTo>
                  <a:lnTo>
                    <a:pt x="5671" y="28051"/>
                  </a:lnTo>
                  <a:lnTo>
                    <a:pt x="5711" y="27647"/>
                  </a:lnTo>
                  <a:lnTo>
                    <a:pt x="5731" y="27243"/>
                  </a:lnTo>
                  <a:lnTo>
                    <a:pt x="5731" y="26497"/>
                  </a:lnTo>
                  <a:lnTo>
                    <a:pt x="5731" y="26154"/>
                  </a:lnTo>
                  <a:lnTo>
                    <a:pt x="5731" y="25891"/>
                  </a:lnTo>
                  <a:lnTo>
                    <a:pt x="5792" y="25326"/>
                  </a:lnTo>
                  <a:lnTo>
                    <a:pt x="5872" y="24721"/>
                  </a:lnTo>
                  <a:lnTo>
                    <a:pt x="5994" y="24095"/>
                  </a:lnTo>
                  <a:lnTo>
                    <a:pt x="6074" y="23772"/>
                  </a:lnTo>
                  <a:lnTo>
                    <a:pt x="6155" y="23449"/>
                  </a:lnTo>
                  <a:lnTo>
                    <a:pt x="6276" y="23127"/>
                  </a:lnTo>
                  <a:lnTo>
                    <a:pt x="6397" y="22804"/>
                  </a:lnTo>
                  <a:lnTo>
                    <a:pt x="6538" y="22481"/>
                  </a:lnTo>
                  <a:lnTo>
                    <a:pt x="6700" y="22178"/>
                  </a:lnTo>
                  <a:lnTo>
                    <a:pt x="6881" y="21855"/>
                  </a:lnTo>
                  <a:lnTo>
                    <a:pt x="7083" y="21573"/>
                  </a:lnTo>
                  <a:lnTo>
                    <a:pt x="7305" y="21270"/>
                  </a:lnTo>
                  <a:lnTo>
                    <a:pt x="7547" y="21008"/>
                  </a:lnTo>
                  <a:lnTo>
                    <a:pt x="7810" y="20765"/>
                  </a:lnTo>
                  <a:lnTo>
                    <a:pt x="8092" y="20523"/>
                  </a:lnTo>
                  <a:lnTo>
                    <a:pt x="8375" y="20322"/>
                  </a:lnTo>
                  <a:lnTo>
                    <a:pt x="8677" y="20140"/>
                  </a:lnTo>
                  <a:lnTo>
                    <a:pt x="8980" y="19958"/>
                  </a:lnTo>
                  <a:lnTo>
                    <a:pt x="9303" y="19797"/>
                  </a:lnTo>
                  <a:lnTo>
                    <a:pt x="9626" y="19656"/>
                  </a:lnTo>
                  <a:lnTo>
                    <a:pt x="9969" y="19535"/>
                  </a:lnTo>
                  <a:lnTo>
                    <a:pt x="10292" y="19413"/>
                  </a:lnTo>
                  <a:lnTo>
                    <a:pt x="10635" y="19313"/>
                  </a:lnTo>
                  <a:lnTo>
                    <a:pt x="11341" y="19131"/>
                  </a:lnTo>
                  <a:lnTo>
                    <a:pt x="12027" y="18990"/>
                  </a:lnTo>
                  <a:lnTo>
                    <a:pt x="12713" y="18869"/>
                  </a:lnTo>
                  <a:lnTo>
                    <a:pt x="13864" y="18707"/>
                  </a:lnTo>
                  <a:lnTo>
                    <a:pt x="15014" y="18566"/>
                  </a:lnTo>
                  <a:lnTo>
                    <a:pt x="16164" y="18465"/>
                  </a:lnTo>
                  <a:lnTo>
                    <a:pt x="17315" y="18384"/>
                  </a:lnTo>
                  <a:lnTo>
                    <a:pt x="18485" y="18324"/>
                  </a:lnTo>
                  <a:lnTo>
                    <a:pt x="19635" y="18283"/>
                  </a:lnTo>
                  <a:lnTo>
                    <a:pt x="20806" y="18263"/>
                  </a:lnTo>
                  <a:lnTo>
                    <a:pt x="21956" y="18283"/>
                  </a:lnTo>
                  <a:lnTo>
                    <a:pt x="23126" y="18304"/>
                  </a:lnTo>
                  <a:lnTo>
                    <a:pt x="24277" y="18324"/>
                  </a:lnTo>
                  <a:lnTo>
                    <a:pt x="26597" y="18425"/>
                  </a:lnTo>
                  <a:lnTo>
                    <a:pt x="28918" y="18566"/>
                  </a:lnTo>
                  <a:lnTo>
                    <a:pt x="31198" y="18707"/>
                  </a:lnTo>
                  <a:lnTo>
                    <a:pt x="33398" y="18869"/>
                  </a:lnTo>
                  <a:lnTo>
                    <a:pt x="35618" y="18990"/>
                  </a:lnTo>
                  <a:lnTo>
                    <a:pt x="37838" y="19091"/>
                  </a:lnTo>
                  <a:lnTo>
                    <a:pt x="38948" y="19131"/>
                  </a:lnTo>
                  <a:lnTo>
                    <a:pt x="40057" y="19151"/>
                  </a:lnTo>
                  <a:lnTo>
                    <a:pt x="40481" y="19151"/>
                  </a:lnTo>
                  <a:lnTo>
                    <a:pt x="40885" y="19131"/>
                  </a:lnTo>
                  <a:lnTo>
                    <a:pt x="41066" y="19091"/>
                  </a:lnTo>
                  <a:lnTo>
                    <a:pt x="41248" y="19050"/>
                  </a:lnTo>
                  <a:lnTo>
                    <a:pt x="41430" y="18990"/>
                  </a:lnTo>
                  <a:lnTo>
                    <a:pt x="41611" y="18909"/>
                  </a:lnTo>
                  <a:lnTo>
                    <a:pt x="41813" y="18788"/>
                  </a:lnTo>
                  <a:lnTo>
                    <a:pt x="41995" y="18626"/>
                  </a:lnTo>
                  <a:lnTo>
                    <a:pt x="42156" y="18465"/>
                  </a:lnTo>
                  <a:lnTo>
                    <a:pt x="42297" y="18263"/>
                  </a:lnTo>
                  <a:lnTo>
                    <a:pt x="42398" y="18061"/>
                  </a:lnTo>
                  <a:lnTo>
                    <a:pt x="42479" y="17839"/>
                  </a:lnTo>
                  <a:lnTo>
                    <a:pt x="42560" y="17617"/>
                  </a:lnTo>
                  <a:lnTo>
                    <a:pt x="42600" y="17375"/>
                  </a:lnTo>
                  <a:lnTo>
                    <a:pt x="42620" y="17133"/>
                  </a:lnTo>
                  <a:lnTo>
                    <a:pt x="42640" y="16871"/>
                  </a:lnTo>
                  <a:lnTo>
                    <a:pt x="42640" y="16608"/>
                  </a:lnTo>
                  <a:lnTo>
                    <a:pt x="42620" y="16366"/>
                  </a:lnTo>
                  <a:lnTo>
                    <a:pt x="42580" y="16104"/>
                  </a:lnTo>
                  <a:lnTo>
                    <a:pt x="42540" y="15862"/>
                  </a:lnTo>
                  <a:lnTo>
                    <a:pt x="42418" y="15357"/>
                  </a:lnTo>
                  <a:lnTo>
                    <a:pt x="42257" y="14893"/>
                  </a:lnTo>
                  <a:lnTo>
                    <a:pt x="42096" y="14429"/>
                  </a:lnTo>
                  <a:lnTo>
                    <a:pt x="41894" y="13965"/>
                  </a:lnTo>
                  <a:lnTo>
                    <a:pt x="41672" y="13521"/>
                  </a:lnTo>
                  <a:lnTo>
                    <a:pt x="41450" y="13057"/>
                  </a:lnTo>
                  <a:lnTo>
                    <a:pt x="41187" y="12613"/>
                  </a:lnTo>
                  <a:lnTo>
                    <a:pt x="40925" y="12169"/>
                  </a:lnTo>
                  <a:lnTo>
                    <a:pt x="40622" y="11745"/>
                  </a:lnTo>
                  <a:lnTo>
                    <a:pt x="40320" y="11301"/>
                  </a:lnTo>
                  <a:lnTo>
                    <a:pt x="39977" y="10897"/>
                  </a:lnTo>
                  <a:lnTo>
                    <a:pt x="39634" y="10474"/>
                  </a:lnTo>
                  <a:lnTo>
                    <a:pt x="39250" y="10070"/>
                  </a:lnTo>
                  <a:lnTo>
                    <a:pt x="38867" y="9666"/>
                  </a:lnTo>
                  <a:lnTo>
                    <a:pt x="38463" y="9283"/>
                  </a:lnTo>
                  <a:lnTo>
                    <a:pt x="38039" y="8900"/>
                  </a:lnTo>
                  <a:lnTo>
                    <a:pt x="37595" y="8536"/>
                  </a:lnTo>
                  <a:lnTo>
                    <a:pt x="36869" y="7971"/>
                  </a:lnTo>
                  <a:lnTo>
                    <a:pt x="36102" y="7426"/>
                  </a:lnTo>
                  <a:lnTo>
                    <a:pt x="35275" y="6882"/>
                  </a:lnTo>
                  <a:lnTo>
                    <a:pt x="34387" y="6377"/>
                  </a:lnTo>
                  <a:lnTo>
                    <a:pt x="33459" y="5873"/>
                  </a:lnTo>
                  <a:lnTo>
                    <a:pt x="32450" y="5368"/>
                  </a:lnTo>
                  <a:lnTo>
                    <a:pt x="31380" y="4884"/>
                  </a:lnTo>
                  <a:lnTo>
                    <a:pt x="30230" y="4379"/>
                  </a:lnTo>
                  <a:lnTo>
                    <a:pt x="28918" y="3875"/>
                  </a:lnTo>
                  <a:lnTo>
                    <a:pt x="27586" y="3370"/>
                  </a:lnTo>
                  <a:lnTo>
                    <a:pt x="26234" y="2906"/>
                  </a:lnTo>
                  <a:lnTo>
                    <a:pt x="24862" y="2482"/>
                  </a:lnTo>
                  <a:lnTo>
                    <a:pt x="23490" y="2099"/>
                  </a:lnTo>
                  <a:lnTo>
                    <a:pt x="22097" y="1736"/>
                  </a:lnTo>
                  <a:lnTo>
                    <a:pt x="20705" y="1413"/>
                  </a:lnTo>
                  <a:lnTo>
                    <a:pt x="19312" y="1110"/>
                  </a:lnTo>
                  <a:lnTo>
                    <a:pt x="17900" y="848"/>
                  </a:lnTo>
                  <a:lnTo>
                    <a:pt x="16487" y="626"/>
                  </a:lnTo>
                  <a:lnTo>
                    <a:pt x="15075" y="424"/>
                  </a:lnTo>
                  <a:lnTo>
                    <a:pt x="13642" y="283"/>
                  </a:lnTo>
                  <a:lnTo>
                    <a:pt x="12229" y="141"/>
                  </a:lnTo>
                  <a:lnTo>
                    <a:pt x="10796" y="61"/>
                  </a:lnTo>
                  <a:lnTo>
                    <a:pt x="93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40"/>
            <p:cNvSpPr/>
            <p:nvPr/>
          </p:nvSpPr>
          <p:spPr>
            <a:xfrm flipH="1">
              <a:off x="624664" y="-5010276"/>
              <a:ext cx="2123367" cy="1193681"/>
            </a:xfrm>
            <a:custGeom>
              <a:rect b="b" l="l" r="r" t="t"/>
              <a:pathLst>
                <a:path extrusionOk="0" h="21351" w="37980">
                  <a:moveTo>
                    <a:pt x="10776" y="81"/>
                  </a:moveTo>
                  <a:lnTo>
                    <a:pt x="11341" y="101"/>
                  </a:lnTo>
                  <a:lnTo>
                    <a:pt x="11927" y="121"/>
                  </a:lnTo>
                  <a:lnTo>
                    <a:pt x="12532" y="182"/>
                  </a:lnTo>
                  <a:lnTo>
                    <a:pt x="13178" y="222"/>
                  </a:lnTo>
                  <a:lnTo>
                    <a:pt x="13824" y="303"/>
                  </a:lnTo>
                  <a:lnTo>
                    <a:pt x="14510" y="404"/>
                  </a:lnTo>
                  <a:lnTo>
                    <a:pt x="15216" y="505"/>
                  </a:lnTo>
                  <a:lnTo>
                    <a:pt x="15943" y="626"/>
                  </a:lnTo>
                  <a:lnTo>
                    <a:pt x="16709" y="767"/>
                  </a:lnTo>
                  <a:lnTo>
                    <a:pt x="17496" y="949"/>
                  </a:lnTo>
                  <a:lnTo>
                    <a:pt x="18324" y="1130"/>
                  </a:lnTo>
                  <a:lnTo>
                    <a:pt x="19171" y="1332"/>
                  </a:lnTo>
                  <a:lnTo>
                    <a:pt x="20039" y="1554"/>
                  </a:lnTo>
                  <a:lnTo>
                    <a:pt x="20947" y="1796"/>
                  </a:lnTo>
                  <a:lnTo>
                    <a:pt x="21875" y="2059"/>
                  </a:lnTo>
                  <a:lnTo>
                    <a:pt x="23571" y="2583"/>
                  </a:lnTo>
                  <a:lnTo>
                    <a:pt x="24418" y="2866"/>
                  </a:lnTo>
                  <a:lnTo>
                    <a:pt x="25286" y="3148"/>
                  </a:lnTo>
                  <a:lnTo>
                    <a:pt x="26154" y="3471"/>
                  </a:lnTo>
                  <a:lnTo>
                    <a:pt x="27021" y="3794"/>
                  </a:lnTo>
                  <a:lnTo>
                    <a:pt x="27889" y="4157"/>
                  </a:lnTo>
                  <a:lnTo>
                    <a:pt x="28757" y="4541"/>
                  </a:lnTo>
                  <a:lnTo>
                    <a:pt x="29625" y="4944"/>
                  </a:lnTo>
                  <a:lnTo>
                    <a:pt x="30472" y="5368"/>
                  </a:lnTo>
                  <a:lnTo>
                    <a:pt x="31300" y="5832"/>
                  </a:lnTo>
                  <a:lnTo>
                    <a:pt x="32127" y="6317"/>
                  </a:lnTo>
                  <a:lnTo>
                    <a:pt x="32954" y="6841"/>
                  </a:lnTo>
                  <a:lnTo>
                    <a:pt x="33741" y="7406"/>
                  </a:lnTo>
                  <a:lnTo>
                    <a:pt x="34508" y="7992"/>
                  </a:lnTo>
                  <a:lnTo>
                    <a:pt x="35255" y="8637"/>
                  </a:lnTo>
                  <a:lnTo>
                    <a:pt x="35638" y="8980"/>
                  </a:lnTo>
                  <a:lnTo>
                    <a:pt x="36001" y="9344"/>
                  </a:lnTo>
                  <a:lnTo>
                    <a:pt x="36345" y="9687"/>
                  </a:lnTo>
                  <a:lnTo>
                    <a:pt x="36627" y="10030"/>
                  </a:lnTo>
                  <a:lnTo>
                    <a:pt x="36910" y="10373"/>
                  </a:lnTo>
                  <a:lnTo>
                    <a:pt x="37132" y="10696"/>
                  </a:lnTo>
                  <a:lnTo>
                    <a:pt x="37354" y="11039"/>
                  </a:lnTo>
                  <a:lnTo>
                    <a:pt x="37535" y="11382"/>
                  </a:lnTo>
                  <a:lnTo>
                    <a:pt x="37656" y="11624"/>
                  </a:lnTo>
                  <a:lnTo>
                    <a:pt x="37737" y="11846"/>
                  </a:lnTo>
                  <a:lnTo>
                    <a:pt x="37818" y="12068"/>
                  </a:lnTo>
                  <a:lnTo>
                    <a:pt x="37858" y="12290"/>
                  </a:lnTo>
                  <a:lnTo>
                    <a:pt x="37898" y="12492"/>
                  </a:lnTo>
                  <a:lnTo>
                    <a:pt x="37898" y="12694"/>
                  </a:lnTo>
                  <a:lnTo>
                    <a:pt x="37878" y="12875"/>
                  </a:lnTo>
                  <a:lnTo>
                    <a:pt x="37838" y="13057"/>
                  </a:lnTo>
                  <a:lnTo>
                    <a:pt x="37757" y="13259"/>
                  </a:lnTo>
                  <a:lnTo>
                    <a:pt x="37636" y="13460"/>
                  </a:lnTo>
                  <a:lnTo>
                    <a:pt x="37495" y="13662"/>
                  </a:lnTo>
                  <a:lnTo>
                    <a:pt x="37313" y="13824"/>
                  </a:lnTo>
                  <a:lnTo>
                    <a:pt x="37111" y="13985"/>
                  </a:lnTo>
                  <a:lnTo>
                    <a:pt x="36869" y="14106"/>
                  </a:lnTo>
                  <a:lnTo>
                    <a:pt x="36627" y="14207"/>
                  </a:lnTo>
                  <a:lnTo>
                    <a:pt x="36365" y="14288"/>
                  </a:lnTo>
                  <a:lnTo>
                    <a:pt x="36102" y="14328"/>
                  </a:lnTo>
                  <a:lnTo>
                    <a:pt x="35860" y="14368"/>
                  </a:lnTo>
                  <a:lnTo>
                    <a:pt x="35336" y="14368"/>
                  </a:lnTo>
                  <a:lnTo>
                    <a:pt x="34831" y="14328"/>
                  </a:lnTo>
                  <a:lnTo>
                    <a:pt x="34327" y="14268"/>
                  </a:lnTo>
                  <a:lnTo>
                    <a:pt x="34306" y="14268"/>
                  </a:lnTo>
                  <a:lnTo>
                    <a:pt x="32934" y="14106"/>
                  </a:lnTo>
                  <a:lnTo>
                    <a:pt x="31501" y="13945"/>
                  </a:lnTo>
                  <a:lnTo>
                    <a:pt x="30028" y="13803"/>
                  </a:lnTo>
                  <a:lnTo>
                    <a:pt x="28535" y="13682"/>
                  </a:lnTo>
                  <a:lnTo>
                    <a:pt x="26981" y="13561"/>
                  </a:lnTo>
                  <a:lnTo>
                    <a:pt x="25387" y="13481"/>
                  </a:lnTo>
                  <a:lnTo>
                    <a:pt x="23772" y="13420"/>
                  </a:lnTo>
                  <a:lnTo>
                    <a:pt x="22138" y="13400"/>
                  </a:lnTo>
                  <a:lnTo>
                    <a:pt x="20483" y="13420"/>
                  </a:lnTo>
                  <a:lnTo>
                    <a:pt x="18788" y="13460"/>
                  </a:lnTo>
                  <a:lnTo>
                    <a:pt x="17093" y="13561"/>
                  </a:lnTo>
                  <a:lnTo>
                    <a:pt x="16245" y="13622"/>
                  </a:lnTo>
                  <a:lnTo>
                    <a:pt x="15398" y="13703"/>
                  </a:lnTo>
                  <a:lnTo>
                    <a:pt x="14530" y="13803"/>
                  </a:lnTo>
                  <a:lnTo>
                    <a:pt x="13682" y="13904"/>
                  </a:lnTo>
                  <a:lnTo>
                    <a:pt x="12815" y="14025"/>
                  </a:lnTo>
                  <a:lnTo>
                    <a:pt x="11967" y="14146"/>
                  </a:lnTo>
                  <a:lnTo>
                    <a:pt x="11099" y="14308"/>
                  </a:lnTo>
                  <a:lnTo>
                    <a:pt x="10252" y="14469"/>
                  </a:lnTo>
                  <a:lnTo>
                    <a:pt x="9384" y="14651"/>
                  </a:lnTo>
                  <a:lnTo>
                    <a:pt x="8536" y="14833"/>
                  </a:lnTo>
                  <a:lnTo>
                    <a:pt x="7992" y="14974"/>
                  </a:lnTo>
                  <a:lnTo>
                    <a:pt x="7467" y="15115"/>
                  </a:lnTo>
                  <a:lnTo>
                    <a:pt x="6922" y="15277"/>
                  </a:lnTo>
                  <a:lnTo>
                    <a:pt x="6397" y="15458"/>
                  </a:lnTo>
                  <a:lnTo>
                    <a:pt x="5873" y="15660"/>
                  </a:lnTo>
                  <a:lnTo>
                    <a:pt x="5368" y="15902"/>
                  </a:lnTo>
                  <a:lnTo>
                    <a:pt x="4864" y="16164"/>
                  </a:lnTo>
                  <a:lnTo>
                    <a:pt x="4379" y="16467"/>
                  </a:lnTo>
                  <a:lnTo>
                    <a:pt x="4137" y="16649"/>
                  </a:lnTo>
                  <a:lnTo>
                    <a:pt x="3875" y="16851"/>
                  </a:lnTo>
                  <a:lnTo>
                    <a:pt x="3613" y="17073"/>
                  </a:lnTo>
                  <a:lnTo>
                    <a:pt x="3350" y="17335"/>
                  </a:lnTo>
                  <a:lnTo>
                    <a:pt x="3108" y="17617"/>
                  </a:lnTo>
                  <a:lnTo>
                    <a:pt x="2866" y="17940"/>
                  </a:lnTo>
                  <a:lnTo>
                    <a:pt x="2644" y="18283"/>
                  </a:lnTo>
                  <a:lnTo>
                    <a:pt x="2462" y="18667"/>
                  </a:lnTo>
                  <a:lnTo>
                    <a:pt x="2382" y="18889"/>
                  </a:lnTo>
                  <a:lnTo>
                    <a:pt x="2341" y="19131"/>
                  </a:lnTo>
                  <a:lnTo>
                    <a:pt x="2260" y="19635"/>
                  </a:lnTo>
                  <a:lnTo>
                    <a:pt x="2220" y="19918"/>
                  </a:lnTo>
                  <a:lnTo>
                    <a:pt x="2180" y="20201"/>
                  </a:lnTo>
                  <a:lnTo>
                    <a:pt x="2099" y="20463"/>
                  </a:lnTo>
                  <a:lnTo>
                    <a:pt x="2059" y="20584"/>
                  </a:lnTo>
                  <a:lnTo>
                    <a:pt x="1998" y="20705"/>
                  </a:lnTo>
                  <a:lnTo>
                    <a:pt x="1897" y="20846"/>
                  </a:lnTo>
                  <a:lnTo>
                    <a:pt x="1816" y="20988"/>
                  </a:lnTo>
                  <a:lnTo>
                    <a:pt x="1716" y="21088"/>
                  </a:lnTo>
                  <a:lnTo>
                    <a:pt x="1615" y="21169"/>
                  </a:lnTo>
                  <a:lnTo>
                    <a:pt x="1514" y="21210"/>
                  </a:lnTo>
                  <a:lnTo>
                    <a:pt x="1413" y="21250"/>
                  </a:lnTo>
                  <a:lnTo>
                    <a:pt x="1312" y="21270"/>
                  </a:lnTo>
                  <a:lnTo>
                    <a:pt x="1211" y="21250"/>
                  </a:lnTo>
                  <a:lnTo>
                    <a:pt x="1110" y="21210"/>
                  </a:lnTo>
                  <a:lnTo>
                    <a:pt x="1009" y="21149"/>
                  </a:lnTo>
                  <a:lnTo>
                    <a:pt x="908" y="21068"/>
                  </a:lnTo>
                  <a:lnTo>
                    <a:pt x="807" y="20967"/>
                  </a:lnTo>
                  <a:lnTo>
                    <a:pt x="707" y="20846"/>
                  </a:lnTo>
                  <a:lnTo>
                    <a:pt x="626" y="20725"/>
                  </a:lnTo>
                  <a:lnTo>
                    <a:pt x="464" y="20422"/>
                  </a:lnTo>
                  <a:lnTo>
                    <a:pt x="323" y="20100"/>
                  </a:lnTo>
                  <a:lnTo>
                    <a:pt x="222" y="19777"/>
                  </a:lnTo>
                  <a:lnTo>
                    <a:pt x="162" y="19454"/>
                  </a:lnTo>
                  <a:lnTo>
                    <a:pt x="121" y="19151"/>
                  </a:lnTo>
                  <a:lnTo>
                    <a:pt x="101" y="18223"/>
                  </a:lnTo>
                  <a:lnTo>
                    <a:pt x="81" y="17274"/>
                  </a:lnTo>
                  <a:lnTo>
                    <a:pt x="81" y="16326"/>
                  </a:lnTo>
                  <a:lnTo>
                    <a:pt x="101" y="15377"/>
                  </a:lnTo>
                  <a:lnTo>
                    <a:pt x="142" y="14449"/>
                  </a:lnTo>
                  <a:lnTo>
                    <a:pt x="182" y="13501"/>
                  </a:lnTo>
                  <a:lnTo>
                    <a:pt x="263" y="12572"/>
                  </a:lnTo>
                  <a:lnTo>
                    <a:pt x="343" y="11624"/>
                  </a:lnTo>
                  <a:lnTo>
                    <a:pt x="444" y="10696"/>
                  </a:lnTo>
                  <a:lnTo>
                    <a:pt x="545" y="9747"/>
                  </a:lnTo>
                  <a:lnTo>
                    <a:pt x="686" y="8819"/>
                  </a:lnTo>
                  <a:lnTo>
                    <a:pt x="828" y="7891"/>
                  </a:lnTo>
                  <a:lnTo>
                    <a:pt x="989" y="6962"/>
                  </a:lnTo>
                  <a:lnTo>
                    <a:pt x="1171" y="6034"/>
                  </a:lnTo>
                  <a:lnTo>
                    <a:pt x="1373" y="5126"/>
                  </a:lnTo>
                  <a:lnTo>
                    <a:pt x="1574" y="4198"/>
                  </a:lnTo>
                  <a:lnTo>
                    <a:pt x="1736" y="3572"/>
                  </a:lnTo>
                  <a:lnTo>
                    <a:pt x="1837" y="3269"/>
                  </a:lnTo>
                  <a:lnTo>
                    <a:pt x="1958" y="2967"/>
                  </a:lnTo>
                  <a:lnTo>
                    <a:pt x="2079" y="2664"/>
                  </a:lnTo>
                  <a:lnTo>
                    <a:pt x="2220" y="2402"/>
                  </a:lnTo>
                  <a:lnTo>
                    <a:pt x="2402" y="2139"/>
                  </a:lnTo>
                  <a:lnTo>
                    <a:pt x="2604" y="1897"/>
                  </a:lnTo>
                  <a:lnTo>
                    <a:pt x="2825" y="1695"/>
                  </a:lnTo>
                  <a:lnTo>
                    <a:pt x="3068" y="1514"/>
                  </a:lnTo>
                  <a:lnTo>
                    <a:pt x="3330" y="1352"/>
                  </a:lnTo>
                  <a:lnTo>
                    <a:pt x="3592" y="1211"/>
                  </a:lnTo>
                  <a:lnTo>
                    <a:pt x="3875" y="1090"/>
                  </a:lnTo>
                  <a:lnTo>
                    <a:pt x="4157" y="989"/>
                  </a:lnTo>
                  <a:lnTo>
                    <a:pt x="4702" y="807"/>
                  </a:lnTo>
                  <a:lnTo>
                    <a:pt x="5247" y="666"/>
                  </a:lnTo>
                  <a:lnTo>
                    <a:pt x="5832" y="525"/>
                  </a:lnTo>
                  <a:lnTo>
                    <a:pt x="6458" y="404"/>
                  </a:lnTo>
                  <a:lnTo>
                    <a:pt x="7104" y="303"/>
                  </a:lnTo>
                  <a:lnTo>
                    <a:pt x="7810" y="202"/>
                  </a:lnTo>
                  <a:lnTo>
                    <a:pt x="8577" y="142"/>
                  </a:lnTo>
                  <a:lnTo>
                    <a:pt x="9384" y="81"/>
                  </a:lnTo>
                  <a:close/>
                  <a:moveTo>
                    <a:pt x="9848" y="0"/>
                  </a:moveTo>
                  <a:lnTo>
                    <a:pt x="9303" y="20"/>
                  </a:lnTo>
                  <a:lnTo>
                    <a:pt x="8758" y="41"/>
                  </a:lnTo>
                  <a:lnTo>
                    <a:pt x="8234" y="81"/>
                  </a:lnTo>
                  <a:lnTo>
                    <a:pt x="7709" y="142"/>
                  </a:lnTo>
                  <a:lnTo>
                    <a:pt x="7184" y="202"/>
                  </a:lnTo>
                  <a:lnTo>
                    <a:pt x="6680" y="283"/>
                  </a:lnTo>
                  <a:lnTo>
                    <a:pt x="6175" y="384"/>
                  </a:lnTo>
                  <a:lnTo>
                    <a:pt x="5671" y="485"/>
                  </a:lnTo>
                  <a:lnTo>
                    <a:pt x="5166" y="606"/>
                  </a:lnTo>
                  <a:lnTo>
                    <a:pt x="4682" y="727"/>
                  </a:lnTo>
                  <a:lnTo>
                    <a:pt x="4117" y="908"/>
                  </a:lnTo>
                  <a:lnTo>
                    <a:pt x="3834" y="1009"/>
                  </a:lnTo>
                  <a:lnTo>
                    <a:pt x="3552" y="1130"/>
                  </a:lnTo>
                  <a:lnTo>
                    <a:pt x="3269" y="1272"/>
                  </a:lnTo>
                  <a:lnTo>
                    <a:pt x="3007" y="1433"/>
                  </a:lnTo>
                  <a:lnTo>
                    <a:pt x="2765" y="1635"/>
                  </a:lnTo>
                  <a:lnTo>
                    <a:pt x="2543" y="1837"/>
                  </a:lnTo>
                  <a:lnTo>
                    <a:pt x="2341" y="2079"/>
                  </a:lnTo>
                  <a:lnTo>
                    <a:pt x="2160" y="2341"/>
                  </a:lnTo>
                  <a:lnTo>
                    <a:pt x="1998" y="2624"/>
                  </a:lnTo>
                  <a:lnTo>
                    <a:pt x="1877" y="2926"/>
                  </a:lnTo>
                  <a:lnTo>
                    <a:pt x="1776" y="3229"/>
                  </a:lnTo>
                  <a:lnTo>
                    <a:pt x="1675" y="3552"/>
                  </a:lnTo>
                  <a:lnTo>
                    <a:pt x="1514" y="4178"/>
                  </a:lnTo>
                  <a:lnTo>
                    <a:pt x="1292" y="5106"/>
                  </a:lnTo>
                  <a:lnTo>
                    <a:pt x="1090" y="6014"/>
                  </a:lnTo>
                  <a:lnTo>
                    <a:pt x="908" y="6942"/>
                  </a:lnTo>
                  <a:lnTo>
                    <a:pt x="747" y="7870"/>
                  </a:lnTo>
                  <a:lnTo>
                    <a:pt x="606" y="8819"/>
                  </a:lnTo>
                  <a:lnTo>
                    <a:pt x="485" y="9747"/>
                  </a:lnTo>
                  <a:lnTo>
                    <a:pt x="364" y="10676"/>
                  </a:lnTo>
                  <a:lnTo>
                    <a:pt x="263" y="11624"/>
                  </a:lnTo>
                  <a:lnTo>
                    <a:pt x="182" y="12552"/>
                  </a:lnTo>
                  <a:lnTo>
                    <a:pt x="101" y="13501"/>
                  </a:lnTo>
                  <a:lnTo>
                    <a:pt x="61" y="14449"/>
                  </a:lnTo>
                  <a:lnTo>
                    <a:pt x="20" y="15377"/>
                  </a:lnTo>
                  <a:lnTo>
                    <a:pt x="0" y="16326"/>
                  </a:lnTo>
                  <a:lnTo>
                    <a:pt x="0" y="17274"/>
                  </a:lnTo>
                  <a:lnTo>
                    <a:pt x="20" y="18223"/>
                  </a:lnTo>
                  <a:lnTo>
                    <a:pt x="41" y="19171"/>
                  </a:lnTo>
                  <a:lnTo>
                    <a:pt x="81" y="19474"/>
                  </a:lnTo>
                  <a:lnTo>
                    <a:pt x="162" y="19797"/>
                  </a:lnTo>
                  <a:lnTo>
                    <a:pt x="263" y="20140"/>
                  </a:lnTo>
                  <a:lnTo>
                    <a:pt x="404" y="20483"/>
                  </a:lnTo>
                  <a:lnTo>
                    <a:pt x="565" y="20766"/>
                  </a:lnTo>
                  <a:lnTo>
                    <a:pt x="666" y="20907"/>
                  </a:lnTo>
                  <a:lnTo>
                    <a:pt x="767" y="21028"/>
                  </a:lnTo>
                  <a:lnTo>
                    <a:pt x="868" y="21129"/>
                  </a:lnTo>
                  <a:lnTo>
                    <a:pt x="969" y="21210"/>
                  </a:lnTo>
                  <a:lnTo>
                    <a:pt x="1070" y="21290"/>
                  </a:lnTo>
                  <a:lnTo>
                    <a:pt x="1191" y="21331"/>
                  </a:lnTo>
                  <a:lnTo>
                    <a:pt x="1332" y="21351"/>
                  </a:lnTo>
                  <a:lnTo>
                    <a:pt x="1433" y="21331"/>
                  </a:lnTo>
                  <a:lnTo>
                    <a:pt x="1514" y="21310"/>
                  </a:lnTo>
                  <a:lnTo>
                    <a:pt x="1615" y="21250"/>
                  </a:lnTo>
                  <a:lnTo>
                    <a:pt x="1716" y="21189"/>
                  </a:lnTo>
                  <a:lnTo>
                    <a:pt x="1796" y="21109"/>
                  </a:lnTo>
                  <a:lnTo>
                    <a:pt x="1897" y="21008"/>
                  </a:lnTo>
                  <a:lnTo>
                    <a:pt x="2059" y="20745"/>
                  </a:lnTo>
                  <a:lnTo>
                    <a:pt x="2119" y="20624"/>
                  </a:lnTo>
                  <a:lnTo>
                    <a:pt x="2180" y="20503"/>
                  </a:lnTo>
                  <a:lnTo>
                    <a:pt x="2260" y="20221"/>
                  </a:lnTo>
                  <a:lnTo>
                    <a:pt x="2301" y="19938"/>
                  </a:lnTo>
                  <a:lnTo>
                    <a:pt x="2341" y="19635"/>
                  </a:lnTo>
                  <a:lnTo>
                    <a:pt x="2422" y="19151"/>
                  </a:lnTo>
                  <a:lnTo>
                    <a:pt x="2462" y="18909"/>
                  </a:lnTo>
                  <a:lnTo>
                    <a:pt x="2543" y="18687"/>
                  </a:lnTo>
                  <a:lnTo>
                    <a:pt x="2725" y="18324"/>
                  </a:lnTo>
                  <a:lnTo>
                    <a:pt x="2926" y="17981"/>
                  </a:lnTo>
                  <a:lnTo>
                    <a:pt x="3169" y="17678"/>
                  </a:lnTo>
                  <a:lnTo>
                    <a:pt x="3411" y="17395"/>
                  </a:lnTo>
                  <a:lnTo>
                    <a:pt x="3673" y="17133"/>
                  </a:lnTo>
                  <a:lnTo>
                    <a:pt x="3935" y="16911"/>
                  </a:lnTo>
                  <a:lnTo>
                    <a:pt x="4198" y="16709"/>
                  </a:lnTo>
                  <a:lnTo>
                    <a:pt x="4440" y="16528"/>
                  </a:lnTo>
                  <a:lnTo>
                    <a:pt x="4904" y="16245"/>
                  </a:lnTo>
                  <a:lnTo>
                    <a:pt x="5388" y="15983"/>
                  </a:lnTo>
                  <a:lnTo>
                    <a:pt x="5913" y="15741"/>
                  </a:lnTo>
                  <a:lnTo>
                    <a:pt x="6418" y="15539"/>
                  </a:lnTo>
                  <a:lnTo>
                    <a:pt x="6962" y="15357"/>
                  </a:lnTo>
                  <a:lnTo>
                    <a:pt x="7487" y="15196"/>
                  </a:lnTo>
                  <a:lnTo>
                    <a:pt x="8032" y="15055"/>
                  </a:lnTo>
                  <a:lnTo>
                    <a:pt x="8557" y="14913"/>
                  </a:lnTo>
                  <a:lnTo>
                    <a:pt x="9404" y="14732"/>
                  </a:lnTo>
                  <a:lnTo>
                    <a:pt x="10272" y="14550"/>
                  </a:lnTo>
                  <a:lnTo>
                    <a:pt x="11119" y="14389"/>
                  </a:lnTo>
                  <a:lnTo>
                    <a:pt x="11987" y="14227"/>
                  </a:lnTo>
                  <a:lnTo>
                    <a:pt x="12835" y="14106"/>
                  </a:lnTo>
                  <a:lnTo>
                    <a:pt x="13703" y="13985"/>
                  </a:lnTo>
                  <a:lnTo>
                    <a:pt x="14550" y="13884"/>
                  </a:lnTo>
                  <a:lnTo>
                    <a:pt x="15398" y="13783"/>
                  </a:lnTo>
                  <a:lnTo>
                    <a:pt x="16265" y="13703"/>
                  </a:lnTo>
                  <a:lnTo>
                    <a:pt x="17113" y="13642"/>
                  </a:lnTo>
                  <a:lnTo>
                    <a:pt x="18808" y="13541"/>
                  </a:lnTo>
                  <a:lnTo>
                    <a:pt x="20483" y="13501"/>
                  </a:lnTo>
                  <a:lnTo>
                    <a:pt x="22138" y="13481"/>
                  </a:lnTo>
                  <a:lnTo>
                    <a:pt x="23772" y="13501"/>
                  </a:lnTo>
                  <a:lnTo>
                    <a:pt x="25387" y="13561"/>
                  </a:lnTo>
                  <a:lnTo>
                    <a:pt x="26981" y="13642"/>
                  </a:lnTo>
                  <a:lnTo>
                    <a:pt x="28515" y="13763"/>
                  </a:lnTo>
                  <a:lnTo>
                    <a:pt x="30028" y="13884"/>
                  </a:lnTo>
                  <a:lnTo>
                    <a:pt x="31501" y="14025"/>
                  </a:lnTo>
                  <a:lnTo>
                    <a:pt x="32934" y="14187"/>
                  </a:lnTo>
                  <a:lnTo>
                    <a:pt x="34306" y="14348"/>
                  </a:lnTo>
                  <a:lnTo>
                    <a:pt x="34831" y="14409"/>
                  </a:lnTo>
                  <a:lnTo>
                    <a:pt x="35356" y="14449"/>
                  </a:lnTo>
                  <a:lnTo>
                    <a:pt x="35860" y="14449"/>
                  </a:lnTo>
                  <a:lnTo>
                    <a:pt x="36123" y="14409"/>
                  </a:lnTo>
                  <a:lnTo>
                    <a:pt x="36385" y="14368"/>
                  </a:lnTo>
                  <a:lnTo>
                    <a:pt x="36647" y="14288"/>
                  </a:lnTo>
                  <a:lnTo>
                    <a:pt x="36910" y="14187"/>
                  </a:lnTo>
                  <a:lnTo>
                    <a:pt x="37152" y="14046"/>
                  </a:lnTo>
                  <a:lnTo>
                    <a:pt x="37374" y="13884"/>
                  </a:lnTo>
                  <a:lnTo>
                    <a:pt x="37555" y="13703"/>
                  </a:lnTo>
                  <a:lnTo>
                    <a:pt x="37717" y="13501"/>
                  </a:lnTo>
                  <a:lnTo>
                    <a:pt x="37838" y="13299"/>
                  </a:lnTo>
                  <a:lnTo>
                    <a:pt x="37919" y="13077"/>
                  </a:lnTo>
                  <a:lnTo>
                    <a:pt x="37959" y="12895"/>
                  </a:lnTo>
                  <a:lnTo>
                    <a:pt x="37979" y="12694"/>
                  </a:lnTo>
                  <a:lnTo>
                    <a:pt x="37979" y="12492"/>
                  </a:lnTo>
                  <a:lnTo>
                    <a:pt x="37939" y="12290"/>
                  </a:lnTo>
                  <a:lnTo>
                    <a:pt x="37898" y="12068"/>
                  </a:lnTo>
                  <a:lnTo>
                    <a:pt x="37818" y="11826"/>
                  </a:lnTo>
                  <a:lnTo>
                    <a:pt x="37737" y="11604"/>
                  </a:lnTo>
                  <a:lnTo>
                    <a:pt x="37616" y="11341"/>
                  </a:lnTo>
                  <a:lnTo>
                    <a:pt x="37414" y="10998"/>
                  </a:lnTo>
                  <a:lnTo>
                    <a:pt x="37212" y="10655"/>
                  </a:lnTo>
                  <a:lnTo>
                    <a:pt x="36970" y="10312"/>
                  </a:lnTo>
                  <a:lnTo>
                    <a:pt x="36708" y="9969"/>
                  </a:lnTo>
                  <a:lnTo>
                    <a:pt x="36405" y="9626"/>
                  </a:lnTo>
                  <a:lnTo>
                    <a:pt x="36062" y="9283"/>
                  </a:lnTo>
                  <a:lnTo>
                    <a:pt x="35699" y="8920"/>
                  </a:lnTo>
                  <a:lnTo>
                    <a:pt x="35315" y="8577"/>
                  </a:lnTo>
                  <a:lnTo>
                    <a:pt x="34569" y="7931"/>
                  </a:lnTo>
                  <a:lnTo>
                    <a:pt x="33782" y="7346"/>
                  </a:lnTo>
                  <a:lnTo>
                    <a:pt x="32995" y="6781"/>
                  </a:lnTo>
                  <a:lnTo>
                    <a:pt x="32187" y="6256"/>
                  </a:lnTo>
                  <a:lnTo>
                    <a:pt x="31360" y="5772"/>
                  </a:lnTo>
                  <a:lnTo>
                    <a:pt x="30512" y="5308"/>
                  </a:lnTo>
                  <a:lnTo>
                    <a:pt x="29665" y="4864"/>
                  </a:lnTo>
                  <a:lnTo>
                    <a:pt x="28797" y="4460"/>
                  </a:lnTo>
                  <a:lnTo>
                    <a:pt x="27929" y="4077"/>
                  </a:lnTo>
                  <a:lnTo>
                    <a:pt x="27062" y="3734"/>
                  </a:lnTo>
                  <a:lnTo>
                    <a:pt x="26194" y="3390"/>
                  </a:lnTo>
                  <a:lnTo>
                    <a:pt x="25306" y="3088"/>
                  </a:lnTo>
                  <a:lnTo>
                    <a:pt x="24458" y="2785"/>
                  </a:lnTo>
                  <a:lnTo>
                    <a:pt x="23591" y="2503"/>
                  </a:lnTo>
                  <a:lnTo>
                    <a:pt x="21896" y="1998"/>
                  </a:lnTo>
                  <a:lnTo>
                    <a:pt x="20685" y="1635"/>
                  </a:lnTo>
                  <a:lnTo>
                    <a:pt x="19494" y="1332"/>
                  </a:lnTo>
                  <a:lnTo>
                    <a:pt x="18364" y="1050"/>
                  </a:lnTo>
                  <a:lnTo>
                    <a:pt x="17295" y="807"/>
                  </a:lnTo>
                  <a:lnTo>
                    <a:pt x="16245" y="585"/>
                  </a:lnTo>
                  <a:lnTo>
                    <a:pt x="15236" y="404"/>
                  </a:lnTo>
                  <a:lnTo>
                    <a:pt x="14268" y="263"/>
                  </a:lnTo>
                  <a:lnTo>
                    <a:pt x="13299" y="162"/>
                  </a:lnTo>
                  <a:lnTo>
                    <a:pt x="12128" y="61"/>
                  </a:lnTo>
                  <a:lnTo>
                    <a:pt x="10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40"/>
            <p:cNvSpPr/>
            <p:nvPr/>
          </p:nvSpPr>
          <p:spPr>
            <a:xfrm flipH="1">
              <a:off x="749899" y="-4949394"/>
              <a:ext cx="1884195" cy="733450"/>
            </a:xfrm>
            <a:custGeom>
              <a:rect b="b" l="l" r="r" t="t"/>
              <a:pathLst>
                <a:path extrusionOk="0" h="13119" w="33702">
                  <a:moveTo>
                    <a:pt x="8436" y="82"/>
                  </a:moveTo>
                  <a:lnTo>
                    <a:pt x="9041" y="102"/>
                  </a:lnTo>
                  <a:lnTo>
                    <a:pt x="9667" y="142"/>
                  </a:lnTo>
                  <a:lnTo>
                    <a:pt x="10312" y="183"/>
                  </a:lnTo>
                  <a:lnTo>
                    <a:pt x="10978" y="263"/>
                  </a:lnTo>
                  <a:lnTo>
                    <a:pt x="12532" y="465"/>
                  </a:lnTo>
                  <a:lnTo>
                    <a:pt x="14005" y="707"/>
                  </a:lnTo>
                  <a:lnTo>
                    <a:pt x="15398" y="949"/>
                  </a:lnTo>
                  <a:lnTo>
                    <a:pt x="16689" y="1192"/>
                  </a:lnTo>
                  <a:lnTo>
                    <a:pt x="17900" y="1454"/>
                  </a:lnTo>
                  <a:lnTo>
                    <a:pt x="19030" y="1716"/>
                  </a:lnTo>
                  <a:lnTo>
                    <a:pt x="20080" y="1979"/>
                  </a:lnTo>
                  <a:lnTo>
                    <a:pt x="21048" y="2241"/>
                  </a:lnTo>
                  <a:lnTo>
                    <a:pt x="21956" y="2523"/>
                  </a:lnTo>
                  <a:lnTo>
                    <a:pt x="22804" y="2786"/>
                  </a:lnTo>
                  <a:lnTo>
                    <a:pt x="23571" y="3068"/>
                  </a:lnTo>
                  <a:lnTo>
                    <a:pt x="24277" y="3331"/>
                  </a:lnTo>
                  <a:lnTo>
                    <a:pt x="24943" y="3593"/>
                  </a:lnTo>
                  <a:lnTo>
                    <a:pt x="25548" y="3835"/>
                  </a:lnTo>
                  <a:lnTo>
                    <a:pt x="26598" y="4320"/>
                  </a:lnTo>
                  <a:lnTo>
                    <a:pt x="27607" y="4824"/>
                  </a:lnTo>
                  <a:lnTo>
                    <a:pt x="28071" y="5066"/>
                  </a:lnTo>
                  <a:lnTo>
                    <a:pt x="28535" y="5329"/>
                  </a:lnTo>
                  <a:lnTo>
                    <a:pt x="28999" y="5611"/>
                  </a:lnTo>
                  <a:lnTo>
                    <a:pt x="29423" y="5894"/>
                  </a:lnTo>
                  <a:lnTo>
                    <a:pt x="29847" y="6176"/>
                  </a:lnTo>
                  <a:lnTo>
                    <a:pt x="30271" y="6459"/>
                  </a:lnTo>
                  <a:lnTo>
                    <a:pt x="30654" y="6761"/>
                  </a:lnTo>
                  <a:lnTo>
                    <a:pt x="31058" y="7064"/>
                  </a:lnTo>
                  <a:lnTo>
                    <a:pt x="31421" y="7367"/>
                  </a:lnTo>
                  <a:lnTo>
                    <a:pt x="31784" y="7690"/>
                  </a:lnTo>
                  <a:lnTo>
                    <a:pt x="32127" y="8012"/>
                  </a:lnTo>
                  <a:lnTo>
                    <a:pt x="32450" y="8335"/>
                  </a:lnTo>
                  <a:lnTo>
                    <a:pt x="32773" y="8678"/>
                  </a:lnTo>
                  <a:lnTo>
                    <a:pt x="33076" y="9021"/>
                  </a:lnTo>
                  <a:lnTo>
                    <a:pt x="33237" y="9223"/>
                  </a:lnTo>
                  <a:lnTo>
                    <a:pt x="33378" y="9425"/>
                  </a:lnTo>
                  <a:lnTo>
                    <a:pt x="33520" y="9667"/>
                  </a:lnTo>
                  <a:lnTo>
                    <a:pt x="33560" y="9788"/>
                  </a:lnTo>
                  <a:lnTo>
                    <a:pt x="33600" y="9909"/>
                  </a:lnTo>
                  <a:lnTo>
                    <a:pt x="33620" y="10030"/>
                  </a:lnTo>
                  <a:lnTo>
                    <a:pt x="33620" y="10172"/>
                  </a:lnTo>
                  <a:lnTo>
                    <a:pt x="33600" y="10293"/>
                  </a:lnTo>
                  <a:lnTo>
                    <a:pt x="33580" y="10414"/>
                  </a:lnTo>
                  <a:lnTo>
                    <a:pt x="33520" y="10535"/>
                  </a:lnTo>
                  <a:lnTo>
                    <a:pt x="33459" y="10636"/>
                  </a:lnTo>
                  <a:lnTo>
                    <a:pt x="33378" y="10737"/>
                  </a:lnTo>
                  <a:lnTo>
                    <a:pt x="33257" y="10797"/>
                  </a:lnTo>
                  <a:lnTo>
                    <a:pt x="33176" y="10838"/>
                  </a:lnTo>
                  <a:lnTo>
                    <a:pt x="33096" y="10858"/>
                  </a:lnTo>
                  <a:lnTo>
                    <a:pt x="32894" y="10878"/>
                  </a:lnTo>
                  <a:lnTo>
                    <a:pt x="32692" y="10858"/>
                  </a:lnTo>
                  <a:lnTo>
                    <a:pt x="32470" y="10817"/>
                  </a:lnTo>
                  <a:lnTo>
                    <a:pt x="29019" y="10152"/>
                  </a:lnTo>
                  <a:lnTo>
                    <a:pt x="26840" y="9748"/>
                  </a:lnTo>
                  <a:lnTo>
                    <a:pt x="25750" y="9566"/>
                  </a:lnTo>
                  <a:lnTo>
                    <a:pt x="24640" y="9385"/>
                  </a:lnTo>
                  <a:lnTo>
                    <a:pt x="23551" y="9223"/>
                  </a:lnTo>
                  <a:lnTo>
                    <a:pt x="22420" y="9102"/>
                  </a:lnTo>
                  <a:lnTo>
                    <a:pt x="21311" y="9021"/>
                  </a:lnTo>
                  <a:lnTo>
                    <a:pt x="20201" y="8981"/>
                  </a:lnTo>
                  <a:lnTo>
                    <a:pt x="19071" y="8961"/>
                  </a:lnTo>
                  <a:lnTo>
                    <a:pt x="17941" y="9021"/>
                  </a:lnTo>
                  <a:lnTo>
                    <a:pt x="16831" y="9102"/>
                  </a:lnTo>
                  <a:lnTo>
                    <a:pt x="15721" y="9223"/>
                  </a:lnTo>
                  <a:lnTo>
                    <a:pt x="14591" y="9385"/>
                  </a:lnTo>
                  <a:lnTo>
                    <a:pt x="13501" y="9566"/>
                  </a:lnTo>
                  <a:lnTo>
                    <a:pt x="12391" y="9788"/>
                  </a:lnTo>
                  <a:lnTo>
                    <a:pt x="11281" y="10051"/>
                  </a:lnTo>
                  <a:lnTo>
                    <a:pt x="10191" y="10313"/>
                  </a:lnTo>
                  <a:lnTo>
                    <a:pt x="9081" y="10596"/>
                  </a:lnTo>
                  <a:lnTo>
                    <a:pt x="7992" y="10918"/>
                  </a:lnTo>
                  <a:lnTo>
                    <a:pt x="6922" y="11241"/>
                  </a:lnTo>
                  <a:lnTo>
                    <a:pt x="4763" y="11907"/>
                  </a:lnTo>
                  <a:lnTo>
                    <a:pt x="2604" y="12593"/>
                  </a:lnTo>
                  <a:lnTo>
                    <a:pt x="1595" y="12936"/>
                  </a:lnTo>
                  <a:lnTo>
                    <a:pt x="1433" y="12977"/>
                  </a:lnTo>
                  <a:lnTo>
                    <a:pt x="1231" y="13017"/>
                  </a:lnTo>
                  <a:lnTo>
                    <a:pt x="1050" y="13037"/>
                  </a:lnTo>
                  <a:lnTo>
                    <a:pt x="949" y="13037"/>
                  </a:lnTo>
                  <a:lnTo>
                    <a:pt x="868" y="13017"/>
                  </a:lnTo>
                  <a:lnTo>
                    <a:pt x="767" y="12997"/>
                  </a:lnTo>
                  <a:lnTo>
                    <a:pt x="687" y="12957"/>
                  </a:lnTo>
                  <a:lnTo>
                    <a:pt x="606" y="12896"/>
                  </a:lnTo>
                  <a:lnTo>
                    <a:pt x="525" y="12835"/>
                  </a:lnTo>
                  <a:lnTo>
                    <a:pt x="404" y="12674"/>
                  </a:lnTo>
                  <a:lnTo>
                    <a:pt x="323" y="12492"/>
                  </a:lnTo>
                  <a:lnTo>
                    <a:pt x="243" y="12291"/>
                  </a:lnTo>
                  <a:lnTo>
                    <a:pt x="202" y="12089"/>
                  </a:lnTo>
                  <a:lnTo>
                    <a:pt x="162" y="11867"/>
                  </a:lnTo>
                  <a:lnTo>
                    <a:pt x="142" y="11665"/>
                  </a:lnTo>
                  <a:lnTo>
                    <a:pt x="101" y="10838"/>
                  </a:lnTo>
                  <a:lnTo>
                    <a:pt x="81" y="9990"/>
                  </a:lnTo>
                  <a:lnTo>
                    <a:pt x="101" y="9163"/>
                  </a:lnTo>
                  <a:lnTo>
                    <a:pt x="142" y="8315"/>
                  </a:lnTo>
                  <a:lnTo>
                    <a:pt x="202" y="7488"/>
                  </a:lnTo>
                  <a:lnTo>
                    <a:pt x="283" y="6660"/>
                  </a:lnTo>
                  <a:lnTo>
                    <a:pt x="404" y="5833"/>
                  </a:lnTo>
                  <a:lnTo>
                    <a:pt x="545" y="5006"/>
                  </a:lnTo>
                  <a:lnTo>
                    <a:pt x="666" y="4441"/>
                  </a:lnTo>
                  <a:lnTo>
                    <a:pt x="808" y="3896"/>
                  </a:lnTo>
                  <a:lnTo>
                    <a:pt x="909" y="3654"/>
                  </a:lnTo>
                  <a:lnTo>
                    <a:pt x="989" y="3411"/>
                  </a:lnTo>
                  <a:lnTo>
                    <a:pt x="1110" y="3189"/>
                  </a:lnTo>
                  <a:lnTo>
                    <a:pt x="1231" y="2967"/>
                  </a:lnTo>
                  <a:lnTo>
                    <a:pt x="1413" y="2685"/>
                  </a:lnTo>
                  <a:lnTo>
                    <a:pt x="1635" y="2402"/>
                  </a:lnTo>
                  <a:lnTo>
                    <a:pt x="1877" y="2140"/>
                  </a:lnTo>
                  <a:lnTo>
                    <a:pt x="2160" y="1898"/>
                  </a:lnTo>
                  <a:lnTo>
                    <a:pt x="2462" y="1656"/>
                  </a:lnTo>
                  <a:lnTo>
                    <a:pt x="2805" y="1434"/>
                  </a:lnTo>
                  <a:lnTo>
                    <a:pt x="3189" y="1232"/>
                  </a:lnTo>
                  <a:lnTo>
                    <a:pt x="3572" y="1030"/>
                  </a:lnTo>
                  <a:lnTo>
                    <a:pt x="4117" y="808"/>
                  </a:lnTo>
                  <a:lnTo>
                    <a:pt x="4662" y="627"/>
                  </a:lnTo>
                  <a:lnTo>
                    <a:pt x="5227" y="465"/>
                  </a:lnTo>
                  <a:lnTo>
                    <a:pt x="5832" y="324"/>
                  </a:lnTo>
                  <a:lnTo>
                    <a:pt x="6438" y="223"/>
                  </a:lnTo>
                  <a:lnTo>
                    <a:pt x="7084" y="142"/>
                  </a:lnTo>
                  <a:lnTo>
                    <a:pt x="7750" y="102"/>
                  </a:lnTo>
                  <a:lnTo>
                    <a:pt x="8436" y="82"/>
                  </a:lnTo>
                  <a:close/>
                  <a:moveTo>
                    <a:pt x="8335" y="1"/>
                  </a:moveTo>
                  <a:lnTo>
                    <a:pt x="7830" y="21"/>
                  </a:lnTo>
                  <a:lnTo>
                    <a:pt x="7346" y="41"/>
                  </a:lnTo>
                  <a:lnTo>
                    <a:pt x="6882" y="82"/>
                  </a:lnTo>
                  <a:lnTo>
                    <a:pt x="6438" y="142"/>
                  </a:lnTo>
                  <a:lnTo>
                    <a:pt x="5974" y="223"/>
                  </a:lnTo>
                  <a:lnTo>
                    <a:pt x="5550" y="304"/>
                  </a:lnTo>
                  <a:lnTo>
                    <a:pt x="5126" y="405"/>
                  </a:lnTo>
                  <a:lnTo>
                    <a:pt x="4723" y="526"/>
                  </a:lnTo>
                  <a:lnTo>
                    <a:pt x="4319" y="647"/>
                  </a:lnTo>
                  <a:lnTo>
                    <a:pt x="3915" y="808"/>
                  </a:lnTo>
                  <a:lnTo>
                    <a:pt x="3552" y="970"/>
                  </a:lnTo>
                  <a:lnTo>
                    <a:pt x="3149" y="1151"/>
                  </a:lnTo>
                  <a:lnTo>
                    <a:pt x="2765" y="1373"/>
                  </a:lnTo>
                  <a:lnTo>
                    <a:pt x="2422" y="1595"/>
                  </a:lnTo>
                  <a:lnTo>
                    <a:pt x="2099" y="1837"/>
                  </a:lnTo>
                  <a:lnTo>
                    <a:pt x="1817" y="2080"/>
                  </a:lnTo>
                  <a:lnTo>
                    <a:pt x="1575" y="2362"/>
                  </a:lnTo>
                  <a:lnTo>
                    <a:pt x="1353" y="2624"/>
                  </a:lnTo>
                  <a:lnTo>
                    <a:pt x="1151" y="2927"/>
                  </a:lnTo>
                  <a:lnTo>
                    <a:pt x="1030" y="3169"/>
                  </a:lnTo>
                  <a:lnTo>
                    <a:pt x="909" y="3432"/>
                  </a:lnTo>
                  <a:lnTo>
                    <a:pt x="808" y="3694"/>
                  </a:lnTo>
                  <a:lnTo>
                    <a:pt x="707" y="3956"/>
                  </a:lnTo>
                  <a:lnTo>
                    <a:pt x="586" y="4481"/>
                  </a:lnTo>
                  <a:lnTo>
                    <a:pt x="465" y="4985"/>
                  </a:lnTo>
                  <a:lnTo>
                    <a:pt x="323" y="5813"/>
                  </a:lnTo>
                  <a:lnTo>
                    <a:pt x="222" y="6660"/>
                  </a:lnTo>
                  <a:lnTo>
                    <a:pt x="122" y="7488"/>
                  </a:lnTo>
                  <a:lnTo>
                    <a:pt x="61" y="8315"/>
                  </a:lnTo>
                  <a:lnTo>
                    <a:pt x="21" y="9163"/>
                  </a:lnTo>
                  <a:lnTo>
                    <a:pt x="0" y="9990"/>
                  </a:lnTo>
                  <a:lnTo>
                    <a:pt x="21" y="10838"/>
                  </a:lnTo>
                  <a:lnTo>
                    <a:pt x="61" y="11665"/>
                  </a:lnTo>
                  <a:lnTo>
                    <a:pt x="101" y="11968"/>
                  </a:lnTo>
                  <a:lnTo>
                    <a:pt x="142" y="12230"/>
                  </a:lnTo>
                  <a:lnTo>
                    <a:pt x="222" y="12452"/>
                  </a:lnTo>
                  <a:lnTo>
                    <a:pt x="303" y="12654"/>
                  </a:lnTo>
                  <a:lnTo>
                    <a:pt x="404" y="12815"/>
                  </a:lnTo>
                  <a:lnTo>
                    <a:pt x="545" y="12936"/>
                  </a:lnTo>
                  <a:lnTo>
                    <a:pt x="687" y="13037"/>
                  </a:lnTo>
                  <a:lnTo>
                    <a:pt x="848" y="13098"/>
                  </a:lnTo>
                  <a:lnTo>
                    <a:pt x="949" y="13118"/>
                  </a:lnTo>
                  <a:lnTo>
                    <a:pt x="1191" y="13118"/>
                  </a:lnTo>
                  <a:lnTo>
                    <a:pt x="1353" y="13078"/>
                  </a:lnTo>
                  <a:lnTo>
                    <a:pt x="1615" y="12997"/>
                  </a:lnTo>
                  <a:lnTo>
                    <a:pt x="2644" y="12674"/>
                  </a:lnTo>
                  <a:lnTo>
                    <a:pt x="4783" y="11988"/>
                  </a:lnTo>
                  <a:lnTo>
                    <a:pt x="6942" y="11302"/>
                  </a:lnTo>
                  <a:lnTo>
                    <a:pt x="8012" y="10999"/>
                  </a:lnTo>
                  <a:lnTo>
                    <a:pt x="9102" y="10676"/>
                  </a:lnTo>
                  <a:lnTo>
                    <a:pt x="10191" y="10394"/>
                  </a:lnTo>
                  <a:lnTo>
                    <a:pt x="11301" y="10131"/>
                  </a:lnTo>
                  <a:lnTo>
                    <a:pt x="12391" y="9869"/>
                  </a:lnTo>
                  <a:lnTo>
                    <a:pt x="13501" y="9647"/>
                  </a:lnTo>
                  <a:lnTo>
                    <a:pt x="14611" y="9465"/>
                  </a:lnTo>
                  <a:lnTo>
                    <a:pt x="15721" y="9304"/>
                  </a:lnTo>
                  <a:lnTo>
                    <a:pt x="16831" y="9183"/>
                  </a:lnTo>
                  <a:lnTo>
                    <a:pt x="17961" y="9102"/>
                  </a:lnTo>
                  <a:lnTo>
                    <a:pt x="19071" y="9042"/>
                  </a:lnTo>
                  <a:lnTo>
                    <a:pt x="20201" y="9062"/>
                  </a:lnTo>
                  <a:lnTo>
                    <a:pt x="21311" y="9102"/>
                  </a:lnTo>
                  <a:lnTo>
                    <a:pt x="22420" y="9183"/>
                  </a:lnTo>
                  <a:lnTo>
                    <a:pt x="23530" y="9304"/>
                  </a:lnTo>
                  <a:lnTo>
                    <a:pt x="24640" y="9465"/>
                  </a:lnTo>
                  <a:lnTo>
                    <a:pt x="25750" y="9647"/>
                  </a:lnTo>
                  <a:lnTo>
                    <a:pt x="26840" y="9829"/>
                  </a:lnTo>
                  <a:lnTo>
                    <a:pt x="28999" y="10232"/>
                  </a:lnTo>
                  <a:lnTo>
                    <a:pt x="32470" y="10898"/>
                  </a:lnTo>
                  <a:lnTo>
                    <a:pt x="32692" y="10939"/>
                  </a:lnTo>
                  <a:lnTo>
                    <a:pt x="32894" y="10959"/>
                  </a:lnTo>
                  <a:lnTo>
                    <a:pt x="33116" y="10939"/>
                  </a:lnTo>
                  <a:lnTo>
                    <a:pt x="33197" y="10918"/>
                  </a:lnTo>
                  <a:lnTo>
                    <a:pt x="33298" y="10878"/>
                  </a:lnTo>
                  <a:lnTo>
                    <a:pt x="33419" y="10797"/>
                  </a:lnTo>
                  <a:lnTo>
                    <a:pt x="33520" y="10696"/>
                  </a:lnTo>
                  <a:lnTo>
                    <a:pt x="33600" y="10575"/>
                  </a:lnTo>
                  <a:lnTo>
                    <a:pt x="33661" y="10454"/>
                  </a:lnTo>
                  <a:lnTo>
                    <a:pt x="33681" y="10313"/>
                  </a:lnTo>
                  <a:lnTo>
                    <a:pt x="33701" y="10172"/>
                  </a:lnTo>
                  <a:lnTo>
                    <a:pt x="33701" y="10030"/>
                  </a:lnTo>
                  <a:lnTo>
                    <a:pt x="33681" y="9889"/>
                  </a:lnTo>
                  <a:lnTo>
                    <a:pt x="33641" y="9768"/>
                  </a:lnTo>
                  <a:lnTo>
                    <a:pt x="33600" y="9627"/>
                  </a:lnTo>
                  <a:lnTo>
                    <a:pt x="33459" y="9385"/>
                  </a:lnTo>
                  <a:lnTo>
                    <a:pt x="33298" y="9163"/>
                  </a:lnTo>
                  <a:lnTo>
                    <a:pt x="33136" y="8961"/>
                  </a:lnTo>
                  <a:lnTo>
                    <a:pt x="32833" y="8618"/>
                  </a:lnTo>
                  <a:lnTo>
                    <a:pt x="32511" y="8275"/>
                  </a:lnTo>
                  <a:lnTo>
                    <a:pt x="32188" y="7952"/>
                  </a:lnTo>
                  <a:lnTo>
                    <a:pt x="31824" y="7629"/>
                  </a:lnTo>
                  <a:lnTo>
                    <a:pt x="31481" y="7306"/>
                  </a:lnTo>
                  <a:lnTo>
                    <a:pt x="31098" y="7003"/>
                  </a:lnTo>
                  <a:lnTo>
                    <a:pt x="30714" y="6701"/>
                  </a:lnTo>
                  <a:lnTo>
                    <a:pt x="30311" y="6398"/>
                  </a:lnTo>
                  <a:lnTo>
                    <a:pt x="29907" y="6095"/>
                  </a:lnTo>
                  <a:lnTo>
                    <a:pt x="29483" y="5813"/>
                  </a:lnTo>
                  <a:lnTo>
                    <a:pt x="29040" y="5530"/>
                  </a:lnTo>
                  <a:lnTo>
                    <a:pt x="28575" y="5268"/>
                  </a:lnTo>
                  <a:lnTo>
                    <a:pt x="28111" y="5006"/>
                  </a:lnTo>
                  <a:lnTo>
                    <a:pt x="27627" y="4743"/>
                  </a:lnTo>
                  <a:lnTo>
                    <a:pt x="26638" y="4259"/>
                  </a:lnTo>
                  <a:lnTo>
                    <a:pt x="25569" y="3775"/>
                  </a:lnTo>
                  <a:lnTo>
                    <a:pt x="24963" y="3512"/>
                  </a:lnTo>
                  <a:lnTo>
                    <a:pt x="24317" y="3250"/>
                  </a:lnTo>
                  <a:lnTo>
                    <a:pt x="23591" y="2988"/>
                  </a:lnTo>
                  <a:lnTo>
                    <a:pt x="22824" y="2725"/>
                  </a:lnTo>
                  <a:lnTo>
                    <a:pt x="21977" y="2443"/>
                  </a:lnTo>
                  <a:lnTo>
                    <a:pt x="21068" y="2180"/>
                  </a:lnTo>
                  <a:lnTo>
                    <a:pt x="20100" y="1898"/>
                  </a:lnTo>
                  <a:lnTo>
                    <a:pt x="19050" y="1636"/>
                  </a:lnTo>
                  <a:lnTo>
                    <a:pt x="17920" y="1373"/>
                  </a:lnTo>
                  <a:lnTo>
                    <a:pt x="16710" y="1111"/>
                  </a:lnTo>
                  <a:lnTo>
                    <a:pt x="15398" y="869"/>
                  </a:lnTo>
                  <a:lnTo>
                    <a:pt x="14026" y="627"/>
                  </a:lnTo>
                  <a:lnTo>
                    <a:pt x="12552" y="405"/>
                  </a:lnTo>
                  <a:lnTo>
                    <a:pt x="10978" y="183"/>
                  </a:lnTo>
                  <a:lnTo>
                    <a:pt x="10413" y="122"/>
                  </a:lnTo>
                  <a:lnTo>
                    <a:pt x="9889" y="62"/>
                  </a:lnTo>
                  <a:lnTo>
                    <a:pt x="9344" y="41"/>
                  </a:lnTo>
                  <a:lnTo>
                    <a:pt x="8839" y="21"/>
                  </a:lnTo>
                  <a:lnTo>
                    <a:pt x="83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44" name="Google Shape;3244;p40"/>
          <p:cNvSpPr/>
          <p:nvPr/>
        </p:nvSpPr>
        <p:spPr>
          <a:xfrm>
            <a:off x="146963" y="452726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5" name="Google Shape;3245;p40"/>
          <p:cNvSpPr/>
          <p:nvPr/>
        </p:nvSpPr>
        <p:spPr>
          <a:xfrm>
            <a:off x="76776" y="1195109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6" name="Google Shape;3246;p40"/>
          <p:cNvSpPr/>
          <p:nvPr/>
        </p:nvSpPr>
        <p:spPr>
          <a:xfrm rot="5400000">
            <a:off x="76811" y="1818443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7" name="Google Shape;3247;p40"/>
          <p:cNvSpPr/>
          <p:nvPr/>
        </p:nvSpPr>
        <p:spPr>
          <a:xfrm>
            <a:off x="4572000" y="0"/>
            <a:ext cx="46002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8" name="Google Shape;3248;p40"/>
          <p:cNvSpPr/>
          <p:nvPr/>
        </p:nvSpPr>
        <p:spPr>
          <a:xfrm>
            <a:off x="8614188" y="978506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9" name="Google Shape;3249;p40"/>
          <p:cNvSpPr/>
          <p:nvPr/>
        </p:nvSpPr>
        <p:spPr>
          <a:xfrm>
            <a:off x="8747301" y="1122912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0" name="Google Shape;3250;p40"/>
          <p:cNvSpPr/>
          <p:nvPr/>
        </p:nvSpPr>
        <p:spPr>
          <a:xfrm>
            <a:off x="8861238" y="1183794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1" name="Google Shape;3251;p40"/>
          <p:cNvSpPr/>
          <p:nvPr/>
        </p:nvSpPr>
        <p:spPr>
          <a:xfrm>
            <a:off x="7790515" y="-14831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2" name="Google Shape;3252;p40"/>
          <p:cNvSpPr/>
          <p:nvPr/>
        </p:nvSpPr>
        <p:spPr>
          <a:xfrm>
            <a:off x="7862690" y="-79489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3" name="Google Shape;3253;p40"/>
          <p:cNvSpPr/>
          <p:nvPr/>
        </p:nvSpPr>
        <p:spPr>
          <a:xfrm>
            <a:off x="7966509" y="2997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54" name="Google Shape;3254;p40"/>
          <p:cNvGrpSpPr/>
          <p:nvPr/>
        </p:nvGrpSpPr>
        <p:grpSpPr>
          <a:xfrm>
            <a:off x="1162260" y="4250607"/>
            <a:ext cx="2960526" cy="1551321"/>
            <a:chOff x="1162260" y="4250607"/>
            <a:chExt cx="2960526" cy="1551321"/>
          </a:xfrm>
        </p:grpSpPr>
        <p:sp>
          <p:nvSpPr>
            <p:cNvPr id="3255" name="Google Shape;3255;p40"/>
            <p:cNvSpPr/>
            <p:nvPr/>
          </p:nvSpPr>
          <p:spPr>
            <a:xfrm>
              <a:off x="1162260" y="4250607"/>
              <a:ext cx="2960526" cy="1551321"/>
            </a:xfrm>
            <a:custGeom>
              <a:rect b="b" l="l" r="r" t="t"/>
              <a:pathLst>
                <a:path extrusionOk="0" h="27748" w="52954">
                  <a:moveTo>
                    <a:pt x="8698" y="81"/>
                  </a:moveTo>
                  <a:lnTo>
                    <a:pt x="9162" y="121"/>
                  </a:lnTo>
                  <a:lnTo>
                    <a:pt x="9647" y="162"/>
                  </a:lnTo>
                  <a:lnTo>
                    <a:pt x="10111" y="243"/>
                  </a:lnTo>
                  <a:lnTo>
                    <a:pt x="10555" y="343"/>
                  </a:lnTo>
                  <a:lnTo>
                    <a:pt x="10999" y="444"/>
                  </a:lnTo>
                  <a:lnTo>
                    <a:pt x="11443" y="565"/>
                  </a:lnTo>
                  <a:lnTo>
                    <a:pt x="11887" y="707"/>
                  </a:lnTo>
                  <a:lnTo>
                    <a:pt x="12311" y="848"/>
                  </a:lnTo>
                  <a:lnTo>
                    <a:pt x="12734" y="1009"/>
                  </a:lnTo>
                  <a:lnTo>
                    <a:pt x="13582" y="1373"/>
                  </a:lnTo>
                  <a:lnTo>
                    <a:pt x="14389" y="1756"/>
                  </a:lnTo>
                  <a:lnTo>
                    <a:pt x="15176" y="2160"/>
                  </a:lnTo>
                  <a:lnTo>
                    <a:pt x="15943" y="2563"/>
                  </a:lnTo>
                  <a:lnTo>
                    <a:pt x="16669" y="2987"/>
                  </a:lnTo>
                  <a:lnTo>
                    <a:pt x="18021" y="3754"/>
                  </a:lnTo>
                  <a:lnTo>
                    <a:pt x="19353" y="4561"/>
                  </a:lnTo>
                  <a:lnTo>
                    <a:pt x="22017" y="6176"/>
                  </a:lnTo>
                  <a:lnTo>
                    <a:pt x="24439" y="7649"/>
                  </a:lnTo>
                  <a:lnTo>
                    <a:pt x="25670" y="8395"/>
                  </a:lnTo>
                  <a:lnTo>
                    <a:pt x="26901" y="9102"/>
                  </a:lnTo>
                  <a:lnTo>
                    <a:pt x="28152" y="9808"/>
                  </a:lnTo>
                  <a:lnTo>
                    <a:pt x="29403" y="10494"/>
                  </a:lnTo>
                  <a:lnTo>
                    <a:pt x="30654" y="11160"/>
                  </a:lnTo>
                  <a:lnTo>
                    <a:pt x="31925" y="11806"/>
                  </a:lnTo>
                  <a:lnTo>
                    <a:pt x="33217" y="12391"/>
                  </a:lnTo>
                  <a:lnTo>
                    <a:pt x="34509" y="12956"/>
                  </a:lnTo>
                  <a:lnTo>
                    <a:pt x="35820" y="13481"/>
                  </a:lnTo>
                  <a:lnTo>
                    <a:pt x="36486" y="13743"/>
                  </a:lnTo>
                  <a:lnTo>
                    <a:pt x="37152" y="13965"/>
                  </a:lnTo>
                  <a:lnTo>
                    <a:pt x="37818" y="14187"/>
                  </a:lnTo>
                  <a:lnTo>
                    <a:pt x="38484" y="14389"/>
                  </a:lnTo>
                  <a:lnTo>
                    <a:pt x="39170" y="14591"/>
                  </a:lnTo>
                  <a:lnTo>
                    <a:pt x="39856" y="14772"/>
                  </a:lnTo>
                  <a:lnTo>
                    <a:pt x="40542" y="14934"/>
                  </a:lnTo>
                  <a:lnTo>
                    <a:pt x="41228" y="15075"/>
                  </a:lnTo>
                  <a:lnTo>
                    <a:pt x="41935" y="15216"/>
                  </a:lnTo>
                  <a:lnTo>
                    <a:pt x="42621" y="15317"/>
                  </a:lnTo>
                  <a:lnTo>
                    <a:pt x="43246" y="15418"/>
                  </a:lnTo>
                  <a:lnTo>
                    <a:pt x="43852" y="15479"/>
                  </a:lnTo>
                  <a:lnTo>
                    <a:pt x="44437" y="15519"/>
                  </a:lnTo>
                  <a:lnTo>
                    <a:pt x="45002" y="15539"/>
                  </a:lnTo>
                  <a:lnTo>
                    <a:pt x="45567" y="15539"/>
                  </a:lnTo>
                  <a:lnTo>
                    <a:pt x="46092" y="15519"/>
                  </a:lnTo>
                  <a:lnTo>
                    <a:pt x="46596" y="15479"/>
                  </a:lnTo>
                  <a:lnTo>
                    <a:pt x="47081" y="15398"/>
                  </a:lnTo>
                  <a:lnTo>
                    <a:pt x="47565" y="15317"/>
                  </a:lnTo>
                  <a:lnTo>
                    <a:pt x="48009" y="15216"/>
                  </a:lnTo>
                  <a:lnTo>
                    <a:pt x="48453" y="15075"/>
                  </a:lnTo>
                  <a:lnTo>
                    <a:pt x="48877" y="14934"/>
                  </a:lnTo>
                  <a:lnTo>
                    <a:pt x="49280" y="14752"/>
                  </a:lnTo>
                  <a:lnTo>
                    <a:pt x="49664" y="14550"/>
                  </a:lnTo>
                  <a:lnTo>
                    <a:pt x="50027" y="14348"/>
                  </a:lnTo>
                  <a:lnTo>
                    <a:pt x="50390" y="14106"/>
                  </a:lnTo>
                  <a:lnTo>
                    <a:pt x="50612" y="13925"/>
                  </a:lnTo>
                  <a:lnTo>
                    <a:pt x="50814" y="13763"/>
                  </a:lnTo>
                  <a:lnTo>
                    <a:pt x="51036" y="13622"/>
                  </a:lnTo>
                  <a:lnTo>
                    <a:pt x="51258" y="13481"/>
                  </a:lnTo>
                  <a:lnTo>
                    <a:pt x="51500" y="13380"/>
                  </a:lnTo>
                  <a:lnTo>
                    <a:pt x="51662" y="13339"/>
                  </a:lnTo>
                  <a:lnTo>
                    <a:pt x="51823" y="13299"/>
                  </a:lnTo>
                  <a:lnTo>
                    <a:pt x="51984" y="13299"/>
                  </a:lnTo>
                  <a:lnTo>
                    <a:pt x="52146" y="13319"/>
                  </a:lnTo>
                  <a:lnTo>
                    <a:pt x="52307" y="13360"/>
                  </a:lnTo>
                  <a:lnTo>
                    <a:pt x="52449" y="13420"/>
                  </a:lnTo>
                  <a:lnTo>
                    <a:pt x="52570" y="13521"/>
                  </a:lnTo>
                  <a:lnTo>
                    <a:pt x="52691" y="13642"/>
                  </a:lnTo>
                  <a:lnTo>
                    <a:pt x="52771" y="13804"/>
                  </a:lnTo>
                  <a:lnTo>
                    <a:pt x="52832" y="13985"/>
                  </a:lnTo>
                  <a:lnTo>
                    <a:pt x="52852" y="14167"/>
                  </a:lnTo>
                  <a:lnTo>
                    <a:pt x="52872" y="14348"/>
                  </a:lnTo>
                  <a:lnTo>
                    <a:pt x="52872" y="14893"/>
                  </a:lnTo>
                  <a:lnTo>
                    <a:pt x="52832" y="15398"/>
                  </a:lnTo>
                  <a:lnTo>
                    <a:pt x="52751" y="15902"/>
                  </a:lnTo>
                  <a:lnTo>
                    <a:pt x="52630" y="16366"/>
                  </a:lnTo>
                  <a:lnTo>
                    <a:pt x="52489" y="16831"/>
                  </a:lnTo>
                  <a:lnTo>
                    <a:pt x="52307" y="17254"/>
                  </a:lnTo>
                  <a:lnTo>
                    <a:pt x="52085" y="17658"/>
                  </a:lnTo>
                  <a:lnTo>
                    <a:pt x="51823" y="18041"/>
                  </a:lnTo>
                  <a:lnTo>
                    <a:pt x="51540" y="18405"/>
                  </a:lnTo>
                  <a:lnTo>
                    <a:pt x="51238" y="18728"/>
                  </a:lnTo>
                  <a:lnTo>
                    <a:pt x="50895" y="19030"/>
                  </a:lnTo>
                  <a:lnTo>
                    <a:pt x="50511" y="19293"/>
                  </a:lnTo>
                  <a:lnTo>
                    <a:pt x="50128" y="19535"/>
                  </a:lnTo>
                  <a:lnTo>
                    <a:pt x="49684" y="19737"/>
                  </a:lnTo>
                  <a:lnTo>
                    <a:pt x="49240" y="19898"/>
                  </a:lnTo>
                  <a:lnTo>
                    <a:pt x="48756" y="20039"/>
                  </a:lnTo>
                  <a:lnTo>
                    <a:pt x="48211" y="20140"/>
                  </a:lnTo>
                  <a:lnTo>
                    <a:pt x="47666" y="20221"/>
                  </a:lnTo>
                  <a:lnTo>
                    <a:pt x="47121" y="20261"/>
                  </a:lnTo>
                  <a:lnTo>
                    <a:pt x="46031" y="20261"/>
                  </a:lnTo>
                  <a:lnTo>
                    <a:pt x="45507" y="20241"/>
                  </a:lnTo>
                  <a:lnTo>
                    <a:pt x="44437" y="20160"/>
                  </a:lnTo>
                  <a:lnTo>
                    <a:pt x="42924" y="20019"/>
                  </a:lnTo>
                  <a:lnTo>
                    <a:pt x="41410" y="19858"/>
                  </a:lnTo>
                  <a:lnTo>
                    <a:pt x="38403" y="19494"/>
                  </a:lnTo>
                  <a:lnTo>
                    <a:pt x="36183" y="19212"/>
                  </a:lnTo>
                  <a:lnTo>
                    <a:pt x="33964" y="18970"/>
                  </a:lnTo>
                  <a:lnTo>
                    <a:pt x="32834" y="18849"/>
                  </a:lnTo>
                  <a:lnTo>
                    <a:pt x="31724" y="18768"/>
                  </a:lnTo>
                  <a:lnTo>
                    <a:pt x="30614" y="18687"/>
                  </a:lnTo>
                  <a:lnTo>
                    <a:pt x="29484" y="18627"/>
                  </a:lnTo>
                  <a:lnTo>
                    <a:pt x="28374" y="18606"/>
                  </a:lnTo>
                  <a:lnTo>
                    <a:pt x="27264" y="18606"/>
                  </a:lnTo>
                  <a:lnTo>
                    <a:pt x="26134" y="18627"/>
                  </a:lnTo>
                  <a:lnTo>
                    <a:pt x="25024" y="18687"/>
                  </a:lnTo>
                  <a:lnTo>
                    <a:pt x="23914" y="18788"/>
                  </a:lnTo>
                  <a:lnTo>
                    <a:pt x="22824" y="18909"/>
                  </a:lnTo>
                  <a:lnTo>
                    <a:pt x="21714" y="19091"/>
                  </a:lnTo>
                  <a:lnTo>
                    <a:pt x="20625" y="19313"/>
                  </a:lnTo>
                  <a:lnTo>
                    <a:pt x="19555" y="19595"/>
                  </a:lnTo>
                  <a:lnTo>
                    <a:pt x="18486" y="19898"/>
                  </a:lnTo>
                  <a:lnTo>
                    <a:pt x="17456" y="20241"/>
                  </a:lnTo>
                  <a:lnTo>
                    <a:pt x="16407" y="20645"/>
                  </a:lnTo>
                  <a:lnTo>
                    <a:pt x="15398" y="21048"/>
                  </a:lnTo>
                  <a:lnTo>
                    <a:pt x="14389" y="21512"/>
                  </a:lnTo>
                  <a:lnTo>
                    <a:pt x="13400" y="21977"/>
                  </a:lnTo>
                  <a:lnTo>
                    <a:pt x="12411" y="22481"/>
                  </a:lnTo>
                  <a:lnTo>
                    <a:pt x="11423" y="23006"/>
                  </a:lnTo>
                  <a:lnTo>
                    <a:pt x="10454" y="23551"/>
                  </a:lnTo>
                  <a:lnTo>
                    <a:pt x="9505" y="24116"/>
                  </a:lnTo>
                  <a:lnTo>
                    <a:pt x="8537" y="24681"/>
                  </a:lnTo>
                  <a:lnTo>
                    <a:pt x="6660" y="25851"/>
                  </a:lnTo>
                  <a:lnTo>
                    <a:pt x="4783" y="27022"/>
                  </a:lnTo>
                  <a:lnTo>
                    <a:pt x="4703" y="27082"/>
                  </a:lnTo>
                  <a:lnTo>
                    <a:pt x="4339" y="27304"/>
                  </a:lnTo>
                  <a:lnTo>
                    <a:pt x="4017" y="27465"/>
                  </a:lnTo>
                  <a:lnTo>
                    <a:pt x="3694" y="27587"/>
                  </a:lnTo>
                  <a:lnTo>
                    <a:pt x="3411" y="27647"/>
                  </a:lnTo>
                  <a:lnTo>
                    <a:pt x="3149" y="27667"/>
                  </a:lnTo>
                  <a:lnTo>
                    <a:pt x="3028" y="27667"/>
                  </a:lnTo>
                  <a:lnTo>
                    <a:pt x="2907" y="27647"/>
                  </a:lnTo>
                  <a:lnTo>
                    <a:pt x="2806" y="27607"/>
                  </a:lnTo>
                  <a:lnTo>
                    <a:pt x="2685" y="27566"/>
                  </a:lnTo>
                  <a:lnTo>
                    <a:pt x="2584" y="27506"/>
                  </a:lnTo>
                  <a:lnTo>
                    <a:pt x="2503" y="27445"/>
                  </a:lnTo>
                  <a:lnTo>
                    <a:pt x="2382" y="27344"/>
                  </a:lnTo>
                  <a:lnTo>
                    <a:pt x="2301" y="27223"/>
                  </a:lnTo>
                  <a:lnTo>
                    <a:pt x="2220" y="27082"/>
                  </a:lnTo>
                  <a:lnTo>
                    <a:pt x="2140" y="26941"/>
                  </a:lnTo>
                  <a:lnTo>
                    <a:pt x="2039" y="26638"/>
                  </a:lnTo>
                  <a:lnTo>
                    <a:pt x="1958" y="26295"/>
                  </a:lnTo>
                  <a:lnTo>
                    <a:pt x="1716" y="25064"/>
                  </a:lnTo>
                  <a:lnTo>
                    <a:pt x="1474" y="23813"/>
                  </a:lnTo>
                  <a:lnTo>
                    <a:pt x="1232" y="22562"/>
                  </a:lnTo>
                  <a:lnTo>
                    <a:pt x="1030" y="21311"/>
                  </a:lnTo>
                  <a:lnTo>
                    <a:pt x="828" y="20059"/>
                  </a:lnTo>
                  <a:lnTo>
                    <a:pt x="667" y="18808"/>
                  </a:lnTo>
                  <a:lnTo>
                    <a:pt x="505" y="17537"/>
                  </a:lnTo>
                  <a:lnTo>
                    <a:pt x="364" y="16286"/>
                  </a:lnTo>
                  <a:lnTo>
                    <a:pt x="283" y="15378"/>
                  </a:lnTo>
                  <a:lnTo>
                    <a:pt x="202" y="14550"/>
                  </a:lnTo>
                  <a:lnTo>
                    <a:pt x="162" y="13743"/>
                  </a:lnTo>
                  <a:lnTo>
                    <a:pt x="122" y="13017"/>
                  </a:lnTo>
                  <a:lnTo>
                    <a:pt x="102" y="12310"/>
                  </a:lnTo>
                  <a:lnTo>
                    <a:pt x="81" y="11664"/>
                  </a:lnTo>
                  <a:lnTo>
                    <a:pt x="102" y="11059"/>
                  </a:lnTo>
                  <a:lnTo>
                    <a:pt x="102" y="10494"/>
                  </a:lnTo>
                  <a:lnTo>
                    <a:pt x="162" y="9485"/>
                  </a:lnTo>
                  <a:lnTo>
                    <a:pt x="263" y="8597"/>
                  </a:lnTo>
                  <a:lnTo>
                    <a:pt x="364" y="7810"/>
                  </a:lnTo>
                  <a:lnTo>
                    <a:pt x="505" y="7124"/>
                  </a:lnTo>
                  <a:lnTo>
                    <a:pt x="606" y="6680"/>
                  </a:lnTo>
                  <a:lnTo>
                    <a:pt x="707" y="6236"/>
                  </a:lnTo>
                  <a:lnTo>
                    <a:pt x="828" y="5812"/>
                  </a:lnTo>
                  <a:lnTo>
                    <a:pt x="969" y="5409"/>
                  </a:lnTo>
                  <a:lnTo>
                    <a:pt x="1111" y="5005"/>
                  </a:lnTo>
                  <a:lnTo>
                    <a:pt x="1252" y="4642"/>
                  </a:lnTo>
                  <a:lnTo>
                    <a:pt x="1413" y="4279"/>
                  </a:lnTo>
                  <a:lnTo>
                    <a:pt x="1595" y="3915"/>
                  </a:lnTo>
                  <a:lnTo>
                    <a:pt x="1777" y="3592"/>
                  </a:lnTo>
                  <a:lnTo>
                    <a:pt x="1978" y="3270"/>
                  </a:lnTo>
                  <a:lnTo>
                    <a:pt x="2180" y="2967"/>
                  </a:lnTo>
                  <a:lnTo>
                    <a:pt x="2402" y="2684"/>
                  </a:lnTo>
                  <a:lnTo>
                    <a:pt x="2624" y="2402"/>
                  </a:lnTo>
                  <a:lnTo>
                    <a:pt x="2866" y="2160"/>
                  </a:lnTo>
                  <a:lnTo>
                    <a:pt x="3108" y="1918"/>
                  </a:lnTo>
                  <a:lnTo>
                    <a:pt x="3371" y="1675"/>
                  </a:lnTo>
                  <a:lnTo>
                    <a:pt x="3613" y="1494"/>
                  </a:lnTo>
                  <a:lnTo>
                    <a:pt x="3855" y="1312"/>
                  </a:lnTo>
                  <a:lnTo>
                    <a:pt x="4117" y="1151"/>
                  </a:lnTo>
                  <a:lnTo>
                    <a:pt x="4400" y="989"/>
                  </a:lnTo>
                  <a:lnTo>
                    <a:pt x="4682" y="848"/>
                  </a:lnTo>
                  <a:lnTo>
                    <a:pt x="4965" y="707"/>
                  </a:lnTo>
                  <a:lnTo>
                    <a:pt x="5268" y="586"/>
                  </a:lnTo>
                  <a:lnTo>
                    <a:pt x="5570" y="485"/>
                  </a:lnTo>
                  <a:lnTo>
                    <a:pt x="5893" y="384"/>
                  </a:lnTo>
                  <a:lnTo>
                    <a:pt x="6196" y="303"/>
                  </a:lnTo>
                  <a:lnTo>
                    <a:pt x="6539" y="243"/>
                  </a:lnTo>
                  <a:lnTo>
                    <a:pt x="6862" y="182"/>
                  </a:lnTo>
                  <a:lnTo>
                    <a:pt x="7205" y="121"/>
                  </a:lnTo>
                  <a:lnTo>
                    <a:pt x="7548" y="101"/>
                  </a:lnTo>
                  <a:lnTo>
                    <a:pt x="7891" y="81"/>
                  </a:lnTo>
                  <a:close/>
                  <a:moveTo>
                    <a:pt x="7730" y="0"/>
                  </a:moveTo>
                  <a:lnTo>
                    <a:pt x="7265" y="41"/>
                  </a:lnTo>
                  <a:lnTo>
                    <a:pt x="6801" y="101"/>
                  </a:lnTo>
                  <a:lnTo>
                    <a:pt x="6378" y="182"/>
                  </a:lnTo>
                  <a:lnTo>
                    <a:pt x="5934" y="283"/>
                  </a:lnTo>
                  <a:lnTo>
                    <a:pt x="5530" y="424"/>
                  </a:lnTo>
                  <a:lnTo>
                    <a:pt x="5106" y="565"/>
                  </a:lnTo>
                  <a:lnTo>
                    <a:pt x="4723" y="727"/>
                  </a:lnTo>
                  <a:lnTo>
                    <a:pt x="4339" y="929"/>
                  </a:lnTo>
                  <a:lnTo>
                    <a:pt x="3976" y="1130"/>
                  </a:lnTo>
                  <a:lnTo>
                    <a:pt x="3633" y="1373"/>
                  </a:lnTo>
                  <a:lnTo>
                    <a:pt x="3310" y="1615"/>
                  </a:lnTo>
                  <a:lnTo>
                    <a:pt x="3048" y="1857"/>
                  </a:lnTo>
                  <a:lnTo>
                    <a:pt x="2806" y="2099"/>
                  </a:lnTo>
                  <a:lnTo>
                    <a:pt x="2564" y="2361"/>
                  </a:lnTo>
                  <a:lnTo>
                    <a:pt x="2342" y="2624"/>
                  </a:lnTo>
                  <a:lnTo>
                    <a:pt x="2120" y="2927"/>
                  </a:lnTo>
                  <a:lnTo>
                    <a:pt x="1918" y="3229"/>
                  </a:lnTo>
                  <a:lnTo>
                    <a:pt x="1716" y="3552"/>
                  </a:lnTo>
                  <a:lnTo>
                    <a:pt x="1534" y="3875"/>
                  </a:lnTo>
                  <a:lnTo>
                    <a:pt x="1353" y="4238"/>
                  </a:lnTo>
                  <a:lnTo>
                    <a:pt x="1191" y="4601"/>
                  </a:lnTo>
                  <a:lnTo>
                    <a:pt x="1030" y="4985"/>
                  </a:lnTo>
                  <a:lnTo>
                    <a:pt x="889" y="5388"/>
                  </a:lnTo>
                  <a:lnTo>
                    <a:pt x="747" y="5792"/>
                  </a:lnTo>
                  <a:lnTo>
                    <a:pt x="626" y="6216"/>
                  </a:lnTo>
                  <a:lnTo>
                    <a:pt x="525" y="6660"/>
                  </a:lnTo>
                  <a:lnTo>
                    <a:pt x="424" y="7104"/>
                  </a:lnTo>
                  <a:lnTo>
                    <a:pt x="283" y="7810"/>
                  </a:lnTo>
                  <a:lnTo>
                    <a:pt x="182" y="8577"/>
                  </a:lnTo>
                  <a:lnTo>
                    <a:pt x="81" y="9485"/>
                  </a:lnTo>
                  <a:lnTo>
                    <a:pt x="21" y="10494"/>
                  </a:lnTo>
                  <a:lnTo>
                    <a:pt x="21" y="11059"/>
                  </a:lnTo>
                  <a:lnTo>
                    <a:pt x="1" y="11664"/>
                  </a:lnTo>
                  <a:lnTo>
                    <a:pt x="21" y="12310"/>
                  </a:lnTo>
                  <a:lnTo>
                    <a:pt x="41" y="13017"/>
                  </a:lnTo>
                  <a:lnTo>
                    <a:pt x="81" y="13743"/>
                  </a:lnTo>
                  <a:lnTo>
                    <a:pt x="122" y="14550"/>
                  </a:lnTo>
                  <a:lnTo>
                    <a:pt x="202" y="15398"/>
                  </a:lnTo>
                  <a:lnTo>
                    <a:pt x="283" y="16306"/>
                  </a:lnTo>
                  <a:lnTo>
                    <a:pt x="424" y="17557"/>
                  </a:lnTo>
                  <a:lnTo>
                    <a:pt x="586" y="18808"/>
                  </a:lnTo>
                  <a:lnTo>
                    <a:pt x="768" y="20080"/>
                  </a:lnTo>
                  <a:lnTo>
                    <a:pt x="949" y="21331"/>
                  </a:lnTo>
                  <a:lnTo>
                    <a:pt x="1151" y="22582"/>
                  </a:lnTo>
                  <a:lnTo>
                    <a:pt x="1393" y="23833"/>
                  </a:lnTo>
                  <a:lnTo>
                    <a:pt x="1635" y="25084"/>
                  </a:lnTo>
                  <a:lnTo>
                    <a:pt x="1877" y="26315"/>
                  </a:lnTo>
                  <a:lnTo>
                    <a:pt x="1978" y="26658"/>
                  </a:lnTo>
                  <a:lnTo>
                    <a:pt x="2079" y="26981"/>
                  </a:lnTo>
                  <a:lnTo>
                    <a:pt x="2140" y="27143"/>
                  </a:lnTo>
                  <a:lnTo>
                    <a:pt x="2241" y="27264"/>
                  </a:lnTo>
                  <a:lnTo>
                    <a:pt x="2342" y="27405"/>
                  </a:lnTo>
                  <a:lnTo>
                    <a:pt x="2442" y="27506"/>
                  </a:lnTo>
                  <a:lnTo>
                    <a:pt x="2604" y="27607"/>
                  </a:lnTo>
                  <a:lnTo>
                    <a:pt x="2786" y="27687"/>
                  </a:lnTo>
                  <a:lnTo>
                    <a:pt x="2967" y="27728"/>
                  </a:lnTo>
                  <a:lnTo>
                    <a:pt x="3169" y="27748"/>
                  </a:lnTo>
                  <a:lnTo>
                    <a:pt x="3330" y="27748"/>
                  </a:lnTo>
                  <a:lnTo>
                    <a:pt x="3512" y="27708"/>
                  </a:lnTo>
                  <a:lnTo>
                    <a:pt x="3694" y="27667"/>
                  </a:lnTo>
                  <a:lnTo>
                    <a:pt x="3875" y="27607"/>
                  </a:lnTo>
                  <a:lnTo>
                    <a:pt x="4077" y="27526"/>
                  </a:lnTo>
                  <a:lnTo>
                    <a:pt x="4299" y="27425"/>
                  </a:lnTo>
                  <a:lnTo>
                    <a:pt x="4743" y="27163"/>
                  </a:lnTo>
                  <a:lnTo>
                    <a:pt x="4844" y="27102"/>
                  </a:lnTo>
                  <a:lnTo>
                    <a:pt x="6700" y="25912"/>
                  </a:lnTo>
                  <a:lnTo>
                    <a:pt x="8577" y="24761"/>
                  </a:lnTo>
                  <a:lnTo>
                    <a:pt x="9546" y="24176"/>
                  </a:lnTo>
                  <a:lnTo>
                    <a:pt x="10494" y="23631"/>
                  </a:lnTo>
                  <a:lnTo>
                    <a:pt x="11463" y="23086"/>
                  </a:lnTo>
                  <a:lnTo>
                    <a:pt x="12432" y="22562"/>
                  </a:lnTo>
                  <a:lnTo>
                    <a:pt x="13420" y="22057"/>
                  </a:lnTo>
                  <a:lnTo>
                    <a:pt x="14429" y="21573"/>
                  </a:lnTo>
                  <a:lnTo>
                    <a:pt x="15418" y="21129"/>
                  </a:lnTo>
                  <a:lnTo>
                    <a:pt x="16447" y="20705"/>
                  </a:lnTo>
                  <a:lnTo>
                    <a:pt x="17477" y="20322"/>
                  </a:lnTo>
                  <a:lnTo>
                    <a:pt x="18506" y="19979"/>
                  </a:lnTo>
                  <a:lnTo>
                    <a:pt x="19575" y="19676"/>
                  </a:lnTo>
                  <a:lnTo>
                    <a:pt x="20645" y="19393"/>
                  </a:lnTo>
                  <a:lnTo>
                    <a:pt x="21735" y="19171"/>
                  </a:lnTo>
                  <a:lnTo>
                    <a:pt x="22824" y="18990"/>
                  </a:lnTo>
                  <a:lnTo>
                    <a:pt x="23934" y="18869"/>
                  </a:lnTo>
                  <a:lnTo>
                    <a:pt x="25044" y="18768"/>
                  </a:lnTo>
                  <a:lnTo>
                    <a:pt x="26154" y="18707"/>
                  </a:lnTo>
                  <a:lnTo>
                    <a:pt x="27264" y="18687"/>
                  </a:lnTo>
                  <a:lnTo>
                    <a:pt x="28374" y="18687"/>
                  </a:lnTo>
                  <a:lnTo>
                    <a:pt x="29484" y="18707"/>
                  </a:lnTo>
                  <a:lnTo>
                    <a:pt x="30614" y="18768"/>
                  </a:lnTo>
                  <a:lnTo>
                    <a:pt x="31724" y="18849"/>
                  </a:lnTo>
                  <a:lnTo>
                    <a:pt x="32834" y="18929"/>
                  </a:lnTo>
                  <a:lnTo>
                    <a:pt x="33944" y="19050"/>
                  </a:lnTo>
                  <a:lnTo>
                    <a:pt x="36183" y="19293"/>
                  </a:lnTo>
                  <a:lnTo>
                    <a:pt x="38383" y="19575"/>
                  </a:lnTo>
                  <a:lnTo>
                    <a:pt x="41390" y="19938"/>
                  </a:lnTo>
                  <a:lnTo>
                    <a:pt x="42924" y="20100"/>
                  </a:lnTo>
                  <a:lnTo>
                    <a:pt x="44437" y="20241"/>
                  </a:lnTo>
                  <a:lnTo>
                    <a:pt x="45507" y="20322"/>
                  </a:lnTo>
                  <a:lnTo>
                    <a:pt x="46031" y="20342"/>
                  </a:lnTo>
                  <a:lnTo>
                    <a:pt x="47141" y="20342"/>
                  </a:lnTo>
                  <a:lnTo>
                    <a:pt x="47686" y="20302"/>
                  </a:lnTo>
                  <a:lnTo>
                    <a:pt x="48231" y="20221"/>
                  </a:lnTo>
                  <a:lnTo>
                    <a:pt x="48776" y="20120"/>
                  </a:lnTo>
                  <a:lnTo>
                    <a:pt x="49260" y="19979"/>
                  </a:lnTo>
                  <a:lnTo>
                    <a:pt x="49724" y="19797"/>
                  </a:lnTo>
                  <a:lnTo>
                    <a:pt x="50168" y="19595"/>
                  </a:lnTo>
                  <a:lnTo>
                    <a:pt x="50572" y="19353"/>
                  </a:lnTo>
                  <a:lnTo>
                    <a:pt x="50955" y="19071"/>
                  </a:lnTo>
                  <a:lnTo>
                    <a:pt x="51319" y="18748"/>
                  </a:lnTo>
                  <a:lnTo>
                    <a:pt x="51641" y="18405"/>
                  </a:lnTo>
                  <a:lnTo>
                    <a:pt x="51924" y="18041"/>
                  </a:lnTo>
                  <a:lnTo>
                    <a:pt x="52186" y="17638"/>
                  </a:lnTo>
                  <a:lnTo>
                    <a:pt x="52388" y="17234"/>
                  </a:lnTo>
                  <a:lnTo>
                    <a:pt x="52570" y="16790"/>
                  </a:lnTo>
                  <a:lnTo>
                    <a:pt x="52731" y="16346"/>
                  </a:lnTo>
                  <a:lnTo>
                    <a:pt x="52832" y="15862"/>
                  </a:lnTo>
                  <a:lnTo>
                    <a:pt x="52913" y="15378"/>
                  </a:lnTo>
                  <a:lnTo>
                    <a:pt x="52953" y="14873"/>
                  </a:lnTo>
                  <a:lnTo>
                    <a:pt x="52953" y="14348"/>
                  </a:lnTo>
                  <a:lnTo>
                    <a:pt x="52933" y="14147"/>
                  </a:lnTo>
                  <a:lnTo>
                    <a:pt x="52913" y="13965"/>
                  </a:lnTo>
                  <a:lnTo>
                    <a:pt x="52852" y="13763"/>
                  </a:lnTo>
                  <a:lnTo>
                    <a:pt x="52812" y="13662"/>
                  </a:lnTo>
                  <a:lnTo>
                    <a:pt x="52751" y="13582"/>
                  </a:lnTo>
                  <a:lnTo>
                    <a:pt x="52630" y="13461"/>
                  </a:lnTo>
                  <a:lnTo>
                    <a:pt x="52489" y="13360"/>
                  </a:lnTo>
                  <a:lnTo>
                    <a:pt x="52348" y="13279"/>
                  </a:lnTo>
                  <a:lnTo>
                    <a:pt x="52166" y="13239"/>
                  </a:lnTo>
                  <a:lnTo>
                    <a:pt x="51984" y="13218"/>
                  </a:lnTo>
                  <a:lnTo>
                    <a:pt x="51823" y="13218"/>
                  </a:lnTo>
                  <a:lnTo>
                    <a:pt x="51641" y="13259"/>
                  </a:lnTo>
                  <a:lnTo>
                    <a:pt x="51480" y="13299"/>
                  </a:lnTo>
                  <a:lnTo>
                    <a:pt x="51238" y="13400"/>
                  </a:lnTo>
                  <a:lnTo>
                    <a:pt x="50996" y="13541"/>
                  </a:lnTo>
                  <a:lnTo>
                    <a:pt x="50774" y="13703"/>
                  </a:lnTo>
                  <a:lnTo>
                    <a:pt x="50572" y="13864"/>
                  </a:lnTo>
                  <a:lnTo>
                    <a:pt x="50330" y="14026"/>
                  </a:lnTo>
                  <a:lnTo>
                    <a:pt x="49987" y="14268"/>
                  </a:lnTo>
                  <a:lnTo>
                    <a:pt x="49623" y="14490"/>
                  </a:lnTo>
                  <a:lnTo>
                    <a:pt x="49240" y="14691"/>
                  </a:lnTo>
                  <a:lnTo>
                    <a:pt x="48836" y="14853"/>
                  </a:lnTo>
                  <a:lnTo>
                    <a:pt x="48433" y="15014"/>
                  </a:lnTo>
                  <a:lnTo>
                    <a:pt x="47989" y="15135"/>
                  </a:lnTo>
                  <a:lnTo>
                    <a:pt x="47545" y="15236"/>
                  </a:lnTo>
                  <a:lnTo>
                    <a:pt x="47061" y="15337"/>
                  </a:lnTo>
                  <a:lnTo>
                    <a:pt x="46576" y="15398"/>
                  </a:lnTo>
                  <a:lnTo>
                    <a:pt x="46072" y="15438"/>
                  </a:lnTo>
                  <a:lnTo>
                    <a:pt x="45547" y="15458"/>
                  </a:lnTo>
                  <a:lnTo>
                    <a:pt x="45002" y="15458"/>
                  </a:lnTo>
                  <a:lnTo>
                    <a:pt x="44437" y="15438"/>
                  </a:lnTo>
                  <a:lnTo>
                    <a:pt x="43872" y="15398"/>
                  </a:lnTo>
                  <a:lnTo>
                    <a:pt x="43267" y="15337"/>
                  </a:lnTo>
                  <a:lnTo>
                    <a:pt x="42641" y="15236"/>
                  </a:lnTo>
                  <a:lnTo>
                    <a:pt x="41935" y="15135"/>
                  </a:lnTo>
                  <a:lnTo>
                    <a:pt x="41249" y="14994"/>
                  </a:lnTo>
                  <a:lnTo>
                    <a:pt x="40563" y="14853"/>
                  </a:lnTo>
                  <a:lnTo>
                    <a:pt x="39876" y="14691"/>
                  </a:lnTo>
                  <a:lnTo>
                    <a:pt x="39190" y="14510"/>
                  </a:lnTo>
                  <a:lnTo>
                    <a:pt x="38504" y="14308"/>
                  </a:lnTo>
                  <a:lnTo>
                    <a:pt x="37838" y="14106"/>
                  </a:lnTo>
                  <a:lnTo>
                    <a:pt x="37172" y="13884"/>
                  </a:lnTo>
                  <a:lnTo>
                    <a:pt x="36506" y="13662"/>
                  </a:lnTo>
                  <a:lnTo>
                    <a:pt x="35840" y="13420"/>
                  </a:lnTo>
                  <a:lnTo>
                    <a:pt x="34529" y="12895"/>
                  </a:lnTo>
                  <a:lnTo>
                    <a:pt x="33237" y="12330"/>
                  </a:lnTo>
                  <a:lnTo>
                    <a:pt x="31966" y="11725"/>
                  </a:lnTo>
                  <a:lnTo>
                    <a:pt x="30695" y="11079"/>
                  </a:lnTo>
                  <a:lnTo>
                    <a:pt x="29423" y="10434"/>
                  </a:lnTo>
                  <a:lnTo>
                    <a:pt x="28172" y="9747"/>
                  </a:lnTo>
                  <a:lnTo>
                    <a:pt x="26941" y="9041"/>
                  </a:lnTo>
                  <a:lnTo>
                    <a:pt x="25710" y="8315"/>
                  </a:lnTo>
                  <a:lnTo>
                    <a:pt x="24479" y="7588"/>
                  </a:lnTo>
                  <a:lnTo>
                    <a:pt x="22057" y="6115"/>
                  </a:lnTo>
                  <a:lnTo>
                    <a:pt x="19394" y="4501"/>
                  </a:lnTo>
                  <a:lnTo>
                    <a:pt x="18062" y="3693"/>
                  </a:lnTo>
                  <a:lnTo>
                    <a:pt x="16710" y="2906"/>
                  </a:lnTo>
                  <a:lnTo>
                    <a:pt x="15983" y="2503"/>
                  </a:lnTo>
                  <a:lnTo>
                    <a:pt x="15216" y="2079"/>
                  </a:lnTo>
                  <a:lnTo>
                    <a:pt x="14429" y="1675"/>
                  </a:lnTo>
                  <a:lnTo>
                    <a:pt x="13602" y="1292"/>
                  </a:lnTo>
                  <a:lnTo>
                    <a:pt x="12775" y="949"/>
                  </a:lnTo>
                  <a:lnTo>
                    <a:pt x="12331" y="787"/>
                  </a:lnTo>
                  <a:lnTo>
                    <a:pt x="11907" y="626"/>
                  </a:lnTo>
                  <a:lnTo>
                    <a:pt x="11463" y="485"/>
                  </a:lnTo>
                  <a:lnTo>
                    <a:pt x="11019" y="364"/>
                  </a:lnTo>
                  <a:lnTo>
                    <a:pt x="10575" y="263"/>
                  </a:lnTo>
                  <a:lnTo>
                    <a:pt x="10131" y="162"/>
                  </a:lnTo>
                  <a:lnTo>
                    <a:pt x="9627" y="81"/>
                  </a:lnTo>
                  <a:lnTo>
                    <a:pt x="9142" y="41"/>
                  </a:lnTo>
                  <a:lnTo>
                    <a:pt x="86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0"/>
            <p:cNvSpPr/>
            <p:nvPr/>
          </p:nvSpPr>
          <p:spPr>
            <a:xfrm>
              <a:off x="1326960" y="4373601"/>
              <a:ext cx="1826666" cy="1093271"/>
            </a:xfrm>
            <a:custGeom>
              <a:rect b="b" l="l" r="r" t="t"/>
              <a:pathLst>
                <a:path extrusionOk="0" h="19555" w="32673">
                  <a:moveTo>
                    <a:pt x="4340" y="81"/>
                  </a:moveTo>
                  <a:lnTo>
                    <a:pt x="4622" y="101"/>
                  </a:lnTo>
                  <a:lnTo>
                    <a:pt x="4885" y="121"/>
                  </a:lnTo>
                  <a:lnTo>
                    <a:pt x="5167" y="161"/>
                  </a:lnTo>
                  <a:lnTo>
                    <a:pt x="5450" y="222"/>
                  </a:lnTo>
                  <a:lnTo>
                    <a:pt x="5712" y="283"/>
                  </a:lnTo>
                  <a:lnTo>
                    <a:pt x="6216" y="444"/>
                  </a:lnTo>
                  <a:lnTo>
                    <a:pt x="6640" y="626"/>
                  </a:lnTo>
                  <a:lnTo>
                    <a:pt x="7003" y="787"/>
                  </a:lnTo>
                  <a:lnTo>
                    <a:pt x="7266" y="928"/>
                  </a:lnTo>
                  <a:lnTo>
                    <a:pt x="7629" y="1130"/>
                  </a:lnTo>
                  <a:lnTo>
                    <a:pt x="7972" y="1352"/>
                  </a:lnTo>
                  <a:lnTo>
                    <a:pt x="8315" y="1594"/>
                  </a:lnTo>
                  <a:lnTo>
                    <a:pt x="8658" y="1836"/>
                  </a:lnTo>
                  <a:lnTo>
                    <a:pt x="9324" y="2341"/>
                  </a:lnTo>
                  <a:lnTo>
                    <a:pt x="9950" y="2866"/>
                  </a:lnTo>
                  <a:lnTo>
                    <a:pt x="10918" y="3632"/>
                  </a:lnTo>
                  <a:lnTo>
                    <a:pt x="11746" y="4258"/>
                  </a:lnTo>
                  <a:lnTo>
                    <a:pt x="12613" y="4843"/>
                  </a:lnTo>
                  <a:lnTo>
                    <a:pt x="13481" y="5388"/>
                  </a:lnTo>
                  <a:lnTo>
                    <a:pt x="14369" y="5913"/>
                  </a:lnTo>
                  <a:lnTo>
                    <a:pt x="15297" y="6397"/>
                  </a:lnTo>
                  <a:lnTo>
                    <a:pt x="16226" y="6861"/>
                  </a:lnTo>
                  <a:lnTo>
                    <a:pt x="17174" y="7285"/>
                  </a:lnTo>
                  <a:lnTo>
                    <a:pt x="18143" y="7709"/>
                  </a:lnTo>
                  <a:lnTo>
                    <a:pt x="19132" y="8092"/>
                  </a:lnTo>
                  <a:lnTo>
                    <a:pt x="20120" y="8476"/>
                  </a:lnTo>
                  <a:lnTo>
                    <a:pt x="21129" y="8839"/>
                  </a:lnTo>
                  <a:lnTo>
                    <a:pt x="22138" y="9182"/>
                  </a:lnTo>
                  <a:lnTo>
                    <a:pt x="23168" y="9505"/>
                  </a:lnTo>
                  <a:lnTo>
                    <a:pt x="24217" y="9848"/>
                  </a:lnTo>
                  <a:lnTo>
                    <a:pt x="26316" y="10473"/>
                  </a:lnTo>
                  <a:lnTo>
                    <a:pt x="26376" y="10494"/>
                  </a:lnTo>
                  <a:lnTo>
                    <a:pt x="27627" y="10877"/>
                  </a:lnTo>
                  <a:lnTo>
                    <a:pt x="28253" y="11079"/>
                  </a:lnTo>
                  <a:lnTo>
                    <a:pt x="28879" y="11301"/>
                  </a:lnTo>
                  <a:lnTo>
                    <a:pt x="29484" y="11523"/>
                  </a:lnTo>
                  <a:lnTo>
                    <a:pt x="30089" y="11805"/>
                  </a:lnTo>
                  <a:lnTo>
                    <a:pt x="30675" y="12088"/>
                  </a:lnTo>
                  <a:lnTo>
                    <a:pt x="31240" y="12411"/>
                  </a:lnTo>
                  <a:lnTo>
                    <a:pt x="31583" y="12633"/>
                  </a:lnTo>
                  <a:lnTo>
                    <a:pt x="31744" y="12754"/>
                  </a:lnTo>
                  <a:lnTo>
                    <a:pt x="31906" y="12895"/>
                  </a:lnTo>
                  <a:lnTo>
                    <a:pt x="32067" y="13036"/>
                  </a:lnTo>
                  <a:lnTo>
                    <a:pt x="32208" y="13198"/>
                  </a:lnTo>
                  <a:lnTo>
                    <a:pt x="32329" y="13379"/>
                  </a:lnTo>
                  <a:lnTo>
                    <a:pt x="32450" y="13581"/>
                  </a:lnTo>
                  <a:lnTo>
                    <a:pt x="32511" y="13763"/>
                  </a:lnTo>
                  <a:lnTo>
                    <a:pt x="32572" y="13965"/>
                  </a:lnTo>
                  <a:lnTo>
                    <a:pt x="32592" y="14166"/>
                  </a:lnTo>
                  <a:lnTo>
                    <a:pt x="32592" y="14368"/>
                  </a:lnTo>
                  <a:lnTo>
                    <a:pt x="32551" y="14570"/>
                  </a:lnTo>
                  <a:lnTo>
                    <a:pt x="32471" y="14772"/>
                  </a:lnTo>
                  <a:lnTo>
                    <a:pt x="32370" y="14953"/>
                  </a:lnTo>
                  <a:lnTo>
                    <a:pt x="32289" y="15034"/>
                  </a:lnTo>
                  <a:lnTo>
                    <a:pt x="32208" y="15095"/>
                  </a:lnTo>
                  <a:lnTo>
                    <a:pt x="32067" y="15196"/>
                  </a:lnTo>
                  <a:lnTo>
                    <a:pt x="31926" y="15256"/>
                  </a:lnTo>
                  <a:lnTo>
                    <a:pt x="31764" y="15317"/>
                  </a:lnTo>
                  <a:lnTo>
                    <a:pt x="31603" y="15337"/>
                  </a:lnTo>
                  <a:lnTo>
                    <a:pt x="31421" y="15357"/>
                  </a:lnTo>
                  <a:lnTo>
                    <a:pt x="31240" y="15377"/>
                  </a:lnTo>
                  <a:lnTo>
                    <a:pt x="30876" y="15357"/>
                  </a:lnTo>
                  <a:lnTo>
                    <a:pt x="29625" y="15276"/>
                  </a:lnTo>
                  <a:lnTo>
                    <a:pt x="28354" y="15196"/>
                  </a:lnTo>
                  <a:lnTo>
                    <a:pt x="25872" y="14974"/>
                  </a:lnTo>
                  <a:lnTo>
                    <a:pt x="24116" y="14832"/>
                  </a:lnTo>
                  <a:lnTo>
                    <a:pt x="22360" y="14691"/>
                  </a:lnTo>
                  <a:lnTo>
                    <a:pt x="20585" y="14590"/>
                  </a:lnTo>
                  <a:lnTo>
                    <a:pt x="19697" y="14550"/>
                  </a:lnTo>
                  <a:lnTo>
                    <a:pt x="18809" y="14530"/>
                  </a:lnTo>
                  <a:lnTo>
                    <a:pt x="17073" y="14530"/>
                  </a:lnTo>
                  <a:lnTo>
                    <a:pt x="16226" y="14570"/>
                  </a:lnTo>
                  <a:lnTo>
                    <a:pt x="15398" y="14631"/>
                  </a:lnTo>
                  <a:lnTo>
                    <a:pt x="14591" y="14691"/>
                  </a:lnTo>
                  <a:lnTo>
                    <a:pt x="13824" y="14792"/>
                  </a:lnTo>
                  <a:lnTo>
                    <a:pt x="13057" y="14893"/>
                  </a:lnTo>
                  <a:lnTo>
                    <a:pt x="12311" y="15034"/>
                  </a:lnTo>
                  <a:lnTo>
                    <a:pt x="11584" y="15175"/>
                  </a:lnTo>
                  <a:lnTo>
                    <a:pt x="10878" y="15337"/>
                  </a:lnTo>
                  <a:lnTo>
                    <a:pt x="10192" y="15539"/>
                  </a:lnTo>
                  <a:lnTo>
                    <a:pt x="9526" y="15740"/>
                  </a:lnTo>
                  <a:lnTo>
                    <a:pt x="8880" y="15962"/>
                  </a:lnTo>
                  <a:lnTo>
                    <a:pt x="8255" y="16205"/>
                  </a:lnTo>
                  <a:lnTo>
                    <a:pt x="7629" y="16487"/>
                  </a:lnTo>
                  <a:lnTo>
                    <a:pt x="7024" y="16770"/>
                  </a:lnTo>
                  <a:lnTo>
                    <a:pt x="6539" y="17012"/>
                  </a:lnTo>
                  <a:lnTo>
                    <a:pt x="6055" y="17294"/>
                  </a:lnTo>
                  <a:lnTo>
                    <a:pt x="5086" y="17839"/>
                  </a:lnTo>
                  <a:lnTo>
                    <a:pt x="4441" y="18202"/>
                  </a:lnTo>
                  <a:lnTo>
                    <a:pt x="3775" y="18586"/>
                  </a:lnTo>
                  <a:lnTo>
                    <a:pt x="3089" y="18929"/>
                  </a:lnTo>
                  <a:lnTo>
                    <a:pt x="2382" y="19252"/>
                  </a:lnTo>
                  <a:lnTo>
                    <a:pt x="2160" y="19353"/>
                  </a:lnTo>
                  <a:lnTo>
                    <a:pt x="1918" y="19413"/>
                  </a:lnTo>
                  <a:lnTo>
                    <a:pt x="1676" y="19454"/>
                  </a:lnTo>
                  <a:lnTo>
                    <a:pt x="1434" y="19454"/>
                  </a:lnTo>
                  <a:lnTo>
                    <a:pt x="1333" y="19413"/>
                  </a:lnTo>
                  <a:lnTo>
                    <a:pt x="1212" y="19373"/>
                  </a:lnTo>
                  <a:lnTo>
                    <a:pt x="1030" y="19272"/>
                  </a:lnTo>
                  <a:lnTo>
                    <a:pt x="869" y="19111"/>
                  </a:lnTo>
                  <a:lnTo>
                    <a:pt x="748" y="18949"/>
                  </a:lnTo>
                  <a:lnTo>
                    <a:pt x="627" y="18788"/>
                  </a:lnTo>
                  <a:lnTo>
                    <a:pt x="546" y="18606"/>
                  </a:lnTo>
                  <a:lnTo>
                    <a:pt x="425" y="18324"/>
                  </a:lnTo>
                  <a:lnTo>
                    <a:pt x="324" y="18001"/>
                  </a:lnTo>
                  <a:lnTo>
                    <a:pt x="263" y="17678"/>
                  </a:lnTo>
                  <a:lnTo>
                    <a:pt x="203" y="17335"/>
                  </a:lnTo>
                  <a:lnTo>
                    <a:pt x="162" y="16992"/>
                  </a:lnTo>
                  <a:lnTo>
                    <a:pt x="122" y="16326"/>
                  </a:lnTo>
                  <a:lnTo>
                    <a:pt x="102" y="15660"/>
                  </a:lnTo>
                  <a:lnTo>
                    <a:pt x="102" y="14368"/>
                  </a:lnTo>
                  <a:lnTo>
                    <a:pt x="82" y="13137"/>
                  </a:lnTo>
                  <a:lnTo>
                    <a:pt x="102" y="11947"/>
                  </a:lnTo>
                  <a:lnTo>
                    <a:pt x="122" y="10756"/>
                  </a:lnTo>
                  <a:lnTo>
                    <a:pt x="203" y="9485"/>
                  </a:lnTo>
                  <a:lnTo>
                    <a:pt x="324" y="8274"/>
                  </a:lnTo>
                  <a:lnTo>
                    <a:pt x="405" y="7689"/>
                  </a:lnTo>
                  <a:lnTo>
                    <a:pt x="485" y="7124"/>
                  </a:lnTo>
                  <a:lnTo>
                    <a:pt x="586" y="6579"/>
                  </a:lnTo>
                  <a:lnTo>
                    <a:pt x="687" y="6054"/>
                  </a:lnTo>
                  <a:lnTo>
                    <a:pt x="808" y="5529"/>
                  </a:lnTo>
                  <a:lnTo>
                    <a:pt x="929" y="5025"/>
                  </a:lnTo>
                  <a:lnTo>
                    <a:pt x="1071" y="4541"/>
                  </a:lnTo>
                  <a:lnTo>
                    <a:pt x="1232" y="4056"/>
                  </a:lnTo>
                  <a:lnTo>
                    <a:pt x="1393" y="3592"/>
                  </a:lnTo>
                  <a:lnTo>
                    <a:pt x="1555" y="3128"/>
                  </a:lnTo>
                  <a:lnTo>
                    <a:pt x="1736" y="2684"/>
                  </a:lnTo>
                  <a:lnTo>
                    <a:pt x="1938" y="2260"/>
                  </a:lnTo>
                  <a:lnTo>
                    <a:pt x="2039" y="2038"/>
                  </a:lnTo>
                  <a:lnTo>
                    <a:pt x="2301" y="1493"/>
                  </a:lnTo>
                  <a:lnTo>
                    <a:pt x="2463" y="1231"/>
                  </a:lnTo>
                  <a:lnTo>
                    <a:pt x="2624" y="969"/>
                  </a:lnTo>
                  <a:lnTo>
                    <a:pt x="2806" y="727"/>
                  </a:lnTo>
                  <a:lnTo>
                    <a:pt x="3008" y="525"/>
                  </a:lnTo>
                  <a:lnTo>
                    <a:pt x="3129" y="444"/>
                  </a:lnTo>
                  <a:lnTo>
                    <a:pt x="3250" y="363"/>
                  </a:lnTo>
                  <a:lnTo>
                    <a:pt x="3391" y="283"/>
                  </a:lnTo>
                  <a:lnTo>
                    <a:pt x="3532" y="222"/>
                  </a:lnTo>
                  <a:lnTo>
                    <a:pt x="3795" y="161"/>
                  </a:lnTo>
                  <a:lnTo>
                    <a:pt x="4057" y="101"/>
                  </a:lnTo>
                  <a:lnTo>
                    <a:pt x="4340" y="81"/>
                  </a:lnTo>
                  <a:close/>
                  <a:moveTo>
                    <a:pt x="4360" y="0"/>
                  </a:moveTo>
                  <a:lnTo>
                    <a:pt x="3997" y="40"/>
                  </a:lnTo>
                  <a:lnTo>
                    <a:pt x="3714" y="81"/>
                  </a:lnTo>
                  <a:lnTo>
                    <a:pt x="3492" y="161"/>
                  </a:lnTo>
                  <a:lnTo>
                    <a:pt x="3351" y="222"/>
                  </a:lnTo>
                  <a:lnTo>
                    <a:pt x="3210" y="283"/>
                  </a:lnTo>
                  <a:lnTo>
                    <a:pt x="3089" y="363"/>
                  </a:lnTo>
                  <a:lnTo>
                    <a:pt x="2967" y="464"/>
                  </a:lnTo>
                  <a:lnTo>
                    <a:pt x="2745" y="666"/>
                  </a:lnTo>
                  <a:lnTo>
                    <a:pt x="2564" y="908"/>
                  </a:lnTo>
                  <a:lnTo>
                    <a:pt x="2382" y="1170"/>
                  </a:lnTo>
                  <a:lnTo>
                    <a:pt x="2241" y="1453"/>
                  </a:lnTo>
                  <a:lnTo>
                    <a:pt x="1958" y="2018"/>
                  </a:lnTo>
                  <a:lnTo>
                    <a:pt x="1878" y="2220"/>
                  </a:lnTo>
                  <a:lnTo>
                    <a:pt x="1676" y="2664"/>
                  </a:lnTo>
                  <a:lnTo>
                    <a:pt x="1494" y="3108"/>
                  </a:lnTo>
                  <a:lnTo>
                    <a:pt x="1313" y="3552"/>
                  </a:lnTo>
                  <a:lnTo>
                    <a:pt x="1151" y="4036"/>
                  </a:lnTo>
                  <a:lnTo>
                    <a:pt x="990" y="4500"/>
                  </a:lnTo>
                  <a:lnTo>
                    <a:pt x="849" y="5005"/>
                  </a:lnTo>
                  <a:lnTo>
                    <a:pt x="727" y="5509"/>
                  </a:lnTo>
                  <a:lnTo>
                    <a:pt x="606" y="6034"/>
                  </a:lnTo>
                  <a:lnTo>
                    <a:pt x="505" y="6559"/>
                  </a:lnTo>
                  <a:lnTo>
                    <a:pt x="405" y="7103"/>
                  </a:lnTo>
                  <a:lnTo>
                    <a:pt x="324" y="7668"/>
                  </a:lnTo>
                  <a:lnTo>
                    <a:pt x="243" y="8254"/>
                  </a:lnTo>
                  <a:lnTo>
                    <a:pt x="122" y="9464"/>
                  </a:lnTo>
                  <a:lnTo>
                    <a:pt x="41" y="10756"/>
                  </a:lnTo>
                  <a:lnTo>
                    <a:pt x="21" y="11947"/>
                  </a:lnTo>
                  <a:lnTo>
                    <a:pt x="1" y="13137"/>
                  </a:lnTo>
                  <a:lnTo>
                    <a:pt x="21" y="14368"/>
                  </a:lnTo>
                  <a:lnTo>
                    <a:pt x="21" y="15660"/>
                  </a:lnTo>
                  <a:lnTo>
                    <a:pt x="41" y="16326"/>
                  </a:lnTo>
                  <a:lnTo>
                    <a:pt x="82" y="17012"/>
                  </a:lnTo>
                  <a:lnTo>
                    <a:pt x="122" y="17355"/>
                  </a:lnTo>
                  <a:lnTo>
                    <a:pt x="183" y="17678"/>
                  </a:lnTo>
                  <a:lnTo>
                    <a:pt x="263" y="18021"/>
                  </a:lnTo>
                  <a:lnTo>
                    <a:pt x="344" y="18344"/>
                  </a:lnTo>
                  <a:lnTo>
                    <a:pt x="405" y="18505"/>
                  </a:lnTo>
                  <a:lnTo>
                    <a:pt x="485" y="18687"/>
                  </a:lnTo>
                  <a:lnTo>
                    <a:pt x="586" y="18868"/>
                  </a:lnTo>
                  <a:lnTo>
                    <a:pt x="707" y="19030"/>
                  </a:lnTo>
                  <a:lnTo>
                    <a:pt x="849" y="19211"/>
                  </a:lnTo>
                  <a:lnTo>
                    <a:pt x="1010" y="19353"/>
                  </a:lnTo>
                  <a:lnTo>
                    <a:pt x="1192" y="19454"/>
                  </a:lnTo>
                  <a:lnTo>
                    <a:pt x="1313" y="19494"/>
                  </a:lnTo>
                  <a:lnTo>
                    <a:pt x="1414" y="19534"/>
                  </a:lnTo>
                  <a:lnTo>
                    <a:pt x="1615" y="19555"/>
                  </a:lnTo>
                  <a:lnTo>
                    <a:pt x="1817" y="19534"/>
                  </a:lnTo>
                  <a:lnTo>
                    <a:pt x="2039" y="19474"/>
                  </a:lnTo>
                  <a:lnTo>
                    <a:pt x="2241" y="19413"/>
                  </a:lnTo>
                  <a:lnTo>
                    <a:pt x="2423" y="19333"/>
                  </a:lnTo>
                  <a:lnTo>
                    <a:pt x="3129" y="19010"/>
                  </a:lnTo>
                  <a:lnTo>
                    <a:pt x="3795" y="18646"/>
                  </a:lnTo>
                  <a:lnTo>
                    <a:pt x="4481" y="18283"/>
                  </a:lnTo>
                  <a:lnTo>
                    <a:pt x="5127" y="17900"/>
                  </a:lnTo>
                  <a:lnTo>
                    <a:pt x="6095" y="17355"/>
                  </a:lnTo>
                  <a:lnTo>
                    <a:pt x="6580" y="17093"/>
                  </a:lnTo>
                  <a:lnTo>
                    <a:pt x="7064" y="16830"/>
                  </a:lnTo>
                  <a:lnTo>
                    <a:pt x="7669" y="16548"/>
                  </a:lnTo>
                  <a:lnTo>
                    <a:pt x="8275" y="16285"/>
                  </a:lnTo>
                  <a:lnTo>
                    <a:pt x="8900" y="16043"/>
                  </a:lnTo>
                  <a:lnTo>
                    <a:pt x="9566" y="15821"/>
                  </a:lnTo>
                  <a:lnTo>
                    <a:pt x="10232" y="15619"/>
                  </a:lnTo>
                  <a:lnTo>
                    <a:pt x="10898" y="15418"/>
                  </a:lnTo>
                  <a:lnTo>
                    <a:pt x="11604" y="15256"/>
                  </a:lnTo>
                  <a:lnTo>
                    <a:pt x="12331" y="15115"/>
                  </a:lnTo>
                  <a:lnTo>
                    <a:pt x="13078" y="14974"/>
                  </a:lnTo>
                  <a:lnTo>
                    <a:pt x="13824" y="14873"/>
                  </a:lnTo>
                  <a:lnTo>
                    <a:pt x="14611" y="14772"/>
                  </a:lnTo>
                  <a:lnTo>
                    <a:pt x="15419" y="14711"/>
                  </a:lnTo>
                  <a:lnTo>
                    <a:pt x="16226" y="14651"/>
                  </a:lnTo>
                  <a:lnTo>
                    <a:pt x="17073" y="14610"/>
                  </a:lnTo>
                  <a:lnTo>
                    <a:pt x="18809" y="14610"/>
                  </a:lnTo>
                  <a:lnTo>
                    <a:pt x="19697" y="14631"/>
                  </a:lnTo>
                  <a:lnTo>
                    <a:pt x="20585" y="14671"/>
                  </a:lnTo>
                  <a:lnTo>
                    <a:pt x="22360" y="14772"/>
                  </a:lnTo>
                  <a:lnTo>
                    <a:pt x="24116" y="14913"/>
                  </a:lnTo>
                  <a:lnTo>
                    <a:pt x="25852" y="15054"/>
                  </a:lnTo>
                  <a:lnTo>
                    <a:pt x="28354" y="15276"/>
                  </a:lnTo>
                  <a:lnTo>
                    <a:pt x="29605" y="15357"/>
                  </a:lnTo>
                  <a:lnTo>
                    <a:pt x="30876" y="15438"/>
                  </a:lnTo>
                  <a:lnTo>
                    <a:pt x="31240" y="15458"/>
                  </a:lnTo>
                  <a:lnTo>
                    <a:pt x="31441" y="15438"/>
                  </a:lnTo>
                  <a:lnTo>
                    <a:pt x="31623" y="15418"/>
                  </a:lnTo>
                  <a:lnTo>
                    <a:pt x="31785" y="15397"/>
                  </a:lnTo>
                  <a:lnTo>
                    <a:pt x="31966" y="15337"/>
                  </a:lnTo>
                  <a:lnTo>
                    <a:pt x="32128" y="15256"/>
                  </a:lnTo>
                  <a:lnTo>
                    <a:pt x="32269" y="15155"/>
                  </a:lnTo>
                  <a:lnTo>
                    <a:pt x="32350" y="15075"/>
                  </a:lnTo>
                  <a:lnTo>
                    <a:pt x="32430" y="14994"/>
                  </a:lnTo>
                  <a:lnTo>
                    <a:pt x="32551" y="14812"/>
                  </a:lnTo>
                  <a:lnTo>
                    <a:pt x="32612" y="14610"/>
                  </a:lnTo>
                  <a:lnTo>
                    <a:pt x="32672" y="14388"/>
                  </a:lnTo>
                  <a:lnTo>
                    <a:pt x="32672" y="14166"/>
                  </a:lnTo>
                  <a:lnTo>
                    <a:pt x="32652" y="13944"/>
                  </a:lnTo>
                  <a:lnTo>
                    <a:pt x="32592" y="13743"/>
                  </a:lnTo>
                  <a:lnTo>
                    <a:pt x="32511" y="13541"/>
                  </a:lnTo>
                  <a:lnTo>
                    <a:pt x="32410" y="13339"/>
                  </a:lnTo>
                  <a:lnTo>
                    <a:pt x="32269" y="13157"/>
                  </a:lnTo>
                  <a:lnTo>
                    <a:pt x="32128" y="12996"/>
                  </a:lnTo>
                  <a:lnTo>
                    <a:pt x="31966" y="12835"/>
                  </a:lnTo>
                  <a:lnTo>
                    <a:pt x="31805" y="12693"/>
                  </a:lnTo>
                  <a:lnTo>
                    <a:pt x="31623" y="12572"/>
                  </a:lnTo>
                  <a:lnTo>
                    <a:pt x="31280" y="12350"/>
                  </a:lnTo>
                  <a:lnTo>
                    <a:pt x="30715" y="12027"/>
                  </a:lnTo>
                  <a:lnTo>
                    <a:pt x="30130" y="11725"/>
                  </a:lnTo>
                  <a:lnTo>
                    <a:pt x="29524" y="11462"/>
                  </a:lnTo>
                  <a:lnTo>
                    <a:pt x="28919" y="11220"/>
                  </a:lnTo>
                  <a:lnTo>
                    <a:pt x="28293" y="10998"/>
                  </a:lnTo>
                  <a:lnTo>
                    <a:pt x="27648" y="10796"/>
                  </a:lnTo>
                  <a:lnTo>
                    <a:pt x="26396" y="10413"/>
                  </a:lnTo>
                  <a:lnTo>
                    <a:pt x="26336" y="10393"/>
                  </a:lnTo>
                  <a:lnTo>
                    <a:pt x="24237" y="9767"/>
                  </a:lnTo>
                  <a:lnTo>
                    <a:pt x="23208" y="9444"/>
                  </a:lnTo>
                  <a:lnTo>
                    <a:pt x="22179" y="9101"/>
                  </a:lnTo>
                  <a:lnTo>
                    <a:pt x="21170" y="8758"/>
                  </a:lnTo>
                  <a:lnTo>
                    <a:pt x="20161" y="8395"/>
                  </a:lnTo>
                  <a:lnTo>
                    <a:pt x="19152" y="8032"/>
                  </a:lnTo>
                  <a:lnTo>
                    <a:pt x="18183" y="7628"/>
                  </a:lnTo>
                  <a:lnTo>
                    <a:pt x="17215" y="7224"/>
                  </a:lnTo>
                  <a:lnTo>
                    <a:pt x="16266" y="6781"/>
                  </a:lnTo>
                  <a:lnTo>
                    <a:pt x="15338" y="6316"/>
                  </a:lnTo>
                  <a:lnTo>
                    <a:pt x="14410" y="5832"/>
                  </a:lnTo>
                  <a:lnTo>
                    <a:pt x="13522" y="5328"/>
                  </a:lnTo>
                  <a:lnTo>
                    <a:pt x="12654" y="4783"/>
                  </a:lnTo>
                  <a:lnTo>
                    <a:pt x="11806" y="4197"/>
                  </a:lnTo>
                  <a:lnTo>
                    <a:pt x="10979" y="3572"/>
                  </a:lnTo>
                  <a:lnTo>
                    <a:pt x="10010" y="2805"/>
                  </a:lnTo>
                  <a:lnTo>
                    <a:pt x="9365" y="2280"/>
                  </a:lnTo>
                  <a:lnTo>
                    <a:pt x="8699" y="1776"/>
                  </a:lnTo>
                  <a:lnTo>
                    <a:pt x="8356" y="1514"/>
                  </a:lnTo>
                  <a:lnTo>
                    <a:pt x="8012" y="1292"/>
                  </a:lnTo>
                  <a:lnTo>
                    <a:pt x="7669" y="1070"/>
                  </a:lnTo>
                  <a:lnTo>
                    <a:pt x="7306" y="848"/>
                  </a:lnTo>
                  <a:lnTo>
                    <a:pt x="6923" y="666"/>
                  </a:lnTo>
                  <a:lnTo>
                    <a:pt x="6559" y="505"/>
                  </a:lnTo>
                  <a:lnTo>
                    <a:pt x="6216" y="363"/>
                  </a:lnTo>
                  <a:lnTo>
                    <a:pt x="5894" y="242"/>
                  </a:lnTo>
                  <a:lnTo>
                    <a:pt x="5591" y="161"/>
                  </a:lnTo>
                  <a:lnTo>
                    <a:pt x="5308" y="101"/>
                  </a:lnTo>
                  <a:lnTo>
                    <a:pt x="5046" y="61"/>
                  </a:lnTo>
                  <a:lnTo>
                    <a:pt x="4804" y="20"/>
                  </a:lnTo>
                  <a:lnTo>
                    <a:pt x="456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0"/>
            <p:cNvSpPr/>
            <p:nvPr/>
          </p:nvSpPr>
          <p:spPr>
            <a:xfrm>
              <a:off x="1475895" y="4628534"/>
              <a:ext cx="794334" cy="541632"/>
            </a:xfrm>
            <a:custGeom>
              <a:rect b="b" l="l" r="r" t="t"/>
              <a:pathLst>
                <a:path extrusionOk="0" h="9688" w="14208">
                  <a:moveTo>
                    <a:pt x="2765" y="81"/>
                  </a:moveTo>
                  <a:lnTo>
                    <a:pt x="2967" y="142"/>
                  </a:lnTo>
                  <a:lnTo>
                    <a:pt x="3189" y="223"/>
                  </a:lnTo>
                  <a:lnTo>
                    <a:pt x="3431" y="324"/>
                  </a:lnTo>
                  <a:lnTo>
                    <a:pt x="3694" y="465"/>
                  </a:lnTo>
                  <a:lnTo>
                    <a:pt x="3956" y="626"/>
                  </a:lnTo>
                  <a:lnTo>
                    <a:pt x="4218" y="828"/>
                  </a:lnTo>
                  <a:lnTo>
                    <a:pt x="4501" y="1070"/>
                  </a:lnTo>
                  <a:lnTo>
                    <a:pt x="5005" y="1474"/>
                  </a:lnTo>
                  <a:lnTo>
                    <a:pt x="5510" y="1837"/>
                  </a:lnTo>
                  <a:lnTo>
                    <a:pt x="6055" y="2200"/>
                  </a:lnTo>
                  <a:lnTo>
                    <a:pt x="6600" y="2523"/>
                  </a:lnTo>
                  <a:lnTo>
                    <a:pt x="7165" y="2826"/>
                  </a:lnTo>
                  <a:lnTo>
                    <a:pt x="7750" y="3088"/>
                  </a:lnTo>
                  <a:lnTo>
                    <a:pt x="8335" y="3330"/>
                  </a:lnTo>
                  <a:lnTo>
                    <a:pt x="8940" y="3532"/>
                  </a:lnTo>
                  <a:lnTo>
                    <a:pt x="9566" y="3714"/>
                  </a:lnTo>
                  <a:lnTo>
                    <a:pt x="10171" y="3895"/>
                  </a:lnTo>
                  <a:lnTo>
                    <a:pt x="11140" y="4158"/>
                  </a:lnTo>
                  <a:lnTo>
                    <a:pt x="11624" y="4319"/>
                  </a:lnTo>
                  <a:lnTo>
                    <a:pt x="12089" y="4481"/>
                  </a:lnTo>
                  <a:lnTo>
                    <a:pt x="12533" y="4683"/>
                  </a:lnTo>
                  <a:lnTo>
                    <a:pt x="12956" y="4904"/>
                  </a:lnTo>
                  <a:lnTo>
                    <a:pt x="13178" y="5046"/>
                  </a:lnTo>
                  <a:lnTo>
                    <a:pt x="13380" y="5167"/>
                  </a:lnTo>
                  <a:lnTo>
                    <a:pt x="13562" y="5328"/>
                  </a:lnTo>
                  <a:lnTo>
                    <a:pt x="13764" y="5490"/>
                  </a:lnTo>
                  <a:lnTo>
                    <a:pt x="13945" y="5671"/>
                  </a:lnTo>
                  <a:lnTo>
                    <a:pt x="14066" y="5853"/>
                  </a:lnTo>
                  <a:lnTo>
                    <a:pt x="14086" y="5934"/>
                  </a:lnTo>
                  <a:lnTo>
                    <a:pt x="14127" y="6014"/>
                  </a:lnTo>
                  <a:lnTo>
                    <a:pt x="14127" y="6095"/>
                  </a:lnTo>
                  <a:lnTo>
                    <a:pt x="14127" y="6176"/>
                  </a:lnTo>
                  <a:lnTo>
                    <a:pt x="14086" y="6317"/>
                  </a:lnTo>
                  <a:lnTo>
                    <a:pt x="14006" y="6458"/>
                  </a:lnTo>
                  <a:lnTo>
                    <a:pt x="13864" y="6579"/>
                  </a:lnTo>
                  <a:lnTo>
                    <a:pt x="13683" y="6721"/>
                  </a:lnTo>
                  <a:lnTo>
                    <a:pt x="13461" y="6842"/>
                  </a:lnTo>
                  <a:lnTo>
                    <a:pt x="13239" y="6963"/>
                  </a:lnTo>
                  <a:lnTo>
                    <a:pt x="12997" y="7064"/>
                  </a:lnTo>
                  <a:lnTo>
                    <a:pt x="12755" y="7165"/>
                  </a:lnTo>
                  <a:lnTo>
                    <a:pt x="12512" y="7225"/>
                  </a:lnTo>
                  <a:lnTo>
                    <a:pt x="12270" y="7286"/>
                  </a:lnTo>
                  <a:lnTo>
                    <a:pt x="11766" y="7387"/>
                  </a:lnTo>
                  <a:lnTo>
                    <a:pt x="11261" y="7447"/>
                  </a:lnTo>
                  <a:lnTo>
                    <a:pt x="10716" y="7467"/>
                  </a:lnTo>
                  <a:lnTo>
                    <a:pt x="9647" y="7488"/>
                  </a:lnTo>
                  <a:lnTo>
                    <a:pt x="8940" y="7508"/>
                  </a:lnTo>
                  <a:lnTo>
                    <a:pt x="8234" y="7528"/>
                  </a:lnTo>
                  <a:lnTo>
                    <a:pt x="7891" y="7548"/>
                  </a:lnTo>
                  <a:lnTo>
                    <a:pt x="7548" y="7588"/>
                  </a:lnTo>
                  <a:lnTo>
                    <a:pt x="7205" y="7649"/>
                  </a:lnTo>
                  <a:lnTo>
                    <a:pt x="6862" y="7710"/>
                  </a:lnTo>
                  <a:lnTo>
                    <a:pt x="6559" y="7790"/>
                  </a:lnTo>
                  <a:lnTo>
                    <a:pt x="6236" y="7891"/>
                  </a:lnTo>
                  <a:lnTo>
                    <a:pt x="5651" y="8113"/>
                  </a:lnTo>
                  <a:lnTo>
                    <a:pt x="5066" y="8375"/>
                  </a:lnTo>
                  <a:lnTo>
                    <a:pt x="4501" y="8658"/>
                  </a:lnTo>
                  <a:lnTo>
                    <a:pt x="3653" y="9041"/>
                  </a:lnTo>
                  <a:lnTo>
                    <a:pt x="3209" y="9223"/>
                  </a:lnTo>
                  <a:lnTo>
                    <a:pt x="2786" y="9384"/>
                  </a:lnTo>
                  <a:lnTo>
                    <a:pt x="2483" y="9485"/>
                  </a:lnTo>
                  <a:lnTo>
                    <a:pt x="2221" y="9546"/>
                  </a:lnTo>
                  <a:lnTo>
                    <a:pt x="1978" y="9586"/>
                  </a:lnTo>
                  <a:lnTo>
                    <a:pt x="1756" y="9606"/>
                  </a:lnTo>
                  <a:lnTo>
                    <a:pt x="1555" y="9606"/>
                  </a:lnTo>
                  <a:lnTo>
                    <a:pt x="1373" y="9586"/>
                  </a:lnTo>
                  <a:lnTo>
                    <a:pt x="1212" y="9566"/>
                  </a:lnTo>
                  <a:lnTo>
                    <a:pt x="1070" y="9526"/>
                  </a:lnTo>
                  <a:lnTo>
                    <a:pt x="929" y="9465"/>
                  </a:lnTo>
                  <a:lnTo>
                    <a:pt x="808" y="9405"/>
                  </a:lnTo>
                  <a:lnTo>
                    <a:pt x="626" y="9284"/>
                  </a:lnTo>
                  <a:lnTo>
                    <a:pt x="485" y="9162"/>
                  </a:lnTo>
                  <a:lnTo>
                    <a:pt x="404" y="9082"/>
                  </a:lnTo>
                  <a:lnTo>
                    <a:pt x="303" y="8920"/>
                  </a:lnTo>
                  <a:lnTo>
                    <a:pt x="243" y="8759"/>
                  </a:lnTo>
                  <a:lnTo>
                    <a:pt x="182" y="8597"/>
                  </a:lnTo>
                  <a:lnTo>
                    <a:pt x="142" y="8436"/>
                  </a:lnTo>
                  <a:lnTo>
                    <a:pt x="102" y="8073"/>
                  </a:lnTo>
                  <a:lnTo>
                    <a:pt x="81" y="7730"/>
                  </a:lnTo>
                  <a:lnTo>
                    <a:pt x="102" y="6983"/>
                  </a:lnTo>
                  <a:lnTo>
                    <a:pt x="142" y="6236"/>
                  </a:lnTo>
                  <a:lnTo>
                    <a:pt x="243" y="5470"/>
                  </a:lnTo>
                  <a:lnTo>
                    <a:pt x="364" y="4703"/>
                  </a:lnTo>
                  <a:lnTo>
                    <a:pt x="525" y="3895"/>
                  </a:lnTo>
                  <a:lnTo>
                    <a:pt x="727" y="3068"/>
                  </a:lnTo>
                  <a:lnTo>
                    <a:pt x="990" y="2200"/>
                  </a:lnTo>
                  <a:lnTo>
                    <a:pt x="1272" y="1292"/>
                  </a:lnTo>
                  <a:lnTo>
                    <a:pt x="1373" y="1050"/>
                  </a:lnTo>
                  <a:lnTo>
                    <a:pt x="1454" y="848"/>
                  </a:lnTo>
                  <a:lnTo>
                    <a:pt x="1575" y="667"/>
                  </a:lnTo>
                  <a:lnTo>
                    <a:pt x="1696" y="505"/>
                  </a:lnTo>
                  <a:lnTo>
                    <a:pt x="1817" y="364"/>
                  </a:lnTo>
                  <a:lnTo>
                    <a:pt x="1958" y="263"/>
                  </a:lnTo>
                  <a:lnTo>
                    <a:pt x="2099" y="162"/>
                  </a:lnTo>
                  <a:lnTo>
                    <a:pt x="2261" y="122"/>
                  </a:lnTo>
                  <a:lnTo>
                    <a:pt x="2402" y="81"/>
                  </a:lnTo>
                  <a:close/>
                  <a:moveTo>
                    <a:pt x="2463" y="1"/>
                  </a:moveTo>
                  <a:lnTo>
                    <a:pt x="2241" y="41"/>
                  </a:lnTo>
                  <a:lnTo>
                    <a:pt x="2079" y="102"/>
                  </a:lnTo>
                  <a:lnTo>
                    <a:pt x="1918" y="182"/>
                  </a:lnTo>
                  <a:lnTo>
                    <a:pt x="1777" y="303"/>
                  </a:lnTo>
                  <a:lnTo>
                    <a:pt x="1635" y="445"/>
                  </a:lnTo>
                  <a:lnTo>
                    <a:pt x="1514" y="606"/>
                  </a:lnTo>
                  <a:lnTo>
                    <a:pt x="1393" y="808"/>
                  </a:lnTo>
                  <a:lnTo>
                    <a:pt x="1292" y="1030"/>
                  </a:lnTo>
                  <a:lnTo>
                    <a:pt x="1191" y="1272"/>
                  </a:lnTo>
                  <a:lnTo>
                    <a:pt x="909" y="2180"/>
                  </a:lnTo>
                  <a:lnTo>
                    <a:pt x="646" y="3048"/>
                  </a:lnTo>
                  <a:lnTo>
                    <a:pt x="445" y="3875"/>
                  </a:lnTo>
                  <a:lnTo>
                    <a:pt x="283" y="4683"/>
                  </a:lnTo>
                  <a:lnTo>
                    <a:pt x="162" y="5470"/>
                  </a:lnTo>
                  <a:lnTo>
                    <a:pt x="61" y="6236"/>
                  </a:lnTo>
                  <a:lnTo>
                    <a:pt x="21" y="6983"/>
                  </a:lnTo>
                  <a:lnTo>
                    <a:pt x="1" y="7730"/>
                  </a:lnTo>
                  <a:lnTo>
                    <a:pt x="21" y="8093"/>
                  </a:lnTo>
                  <a:lnTo>
                    <a:pt x="41" y="8275"/>
                  </a:lnTo>
                  <a:lnTo>
                    <a:pt x="61" y="8456"/>
                  </a:lnTo>
                  <a:lnTo>
                    <a:pt x="102" y="8638"/>
                  </a:lnTo>
                  <a:lnTo>
                    <a:pt x="162" y="8799"/>
                  </a:lnTo>
                  <a:lnTo>
                    <a:pt x="243" y="8961"/>
                  </a:lnTo>
                  <a:lnTo>
                    <a:pt x="344" y="9122"/>
                  </a:lnTo>
                  <a:lnTo>
                    <a:pt x="465" y="9263"/>
                  </a:lnTo>
                  <a:lnTo>
                    <a:pt x="606" y="9384"/>
                  </a:lnTo>
                  <a:lnTo>
                    <a:pt x="768" y="9485"/>
                  </a:lnTo>
                  <a:lnTo>
                    <a:pt x="929" y="9566"/>
                  </a:lnTo>
                  <a:lnTo>
                    <a:pt x="1111" y="9627"/>
                  </a:lnTo>
                  <a:lnTo>
                    <a:pt x="1272" y="9647"/>
                  </a:lnTo>
                  <a:lnTo>
                    <a:pt x="1454" y="9667"/>
                  </a:lnTo>
                  <a:lnTo>
                    <a:pt x="1635" y="9687"/>
                  </a:lnTo>
                  <a:lnTo>
                    <a:pt x="1999" y="9667"/>
                  </a:lnTo>
                  <a:lnTo>
                    <a:pt x="2321" y="9606"/>
                  </a:lnTo>
                  <a:lnTo>
                    <a:pt x="2604" y="9526"/>
                  </a:lnTo>
                  <a:lnTo>
                    <a:pt x="2806" y="9465"/>
                  </a:lnTo>
                  <a:lnTo>
                    <a:pt x="3250" y="9304"/>
                  </a:lnTo>
                  <a:lnTo>
                    <a:pt x="3673" y="9122"/>
                  </a:lnTo>
                  <a:lnTo>
                    <a:pt x="4521" y="8719"/>
                  </a:lnTo>
                  <a:lnTo>
                    <a:pt x="5106" y="8456"/>
                  </a:lnTo>
                  <a:lnTo>
                    <a:pt x="5671" y="8194"/>
                  </a:lnTo>
                  <a:lnTo>
                    <a:pt x="6277" y="7972"/>
                  </a:lnTo>
                  <a:lnTo>
                    <a:pt x="6579" y="7871"/>
                  </a:lnTo>
                  <a:lnTo>
                    <a:pt x="6882" y="7790"/>
                  </a:lnTo>
                  <a:lnTo>
                    <a:pt x="7205" y="7730"/>
                  </a:lnTo>
                  <a:lnTo>
                    <a:pt x="7548" y="7669"/>
                  </a:lnTo>
                  <a:lnTo>
                    <a:pt x="7891" y="7629"/>
                  </a:lnTo>
                  <a:lnTo>
                    <a:pt x="8254" y="7609"/>
                  </a:lnTo>
                  <a:lnTo>
                    <a:pt x="8940" y="7588"/>
                  </a:lnTo>
                  <a:lnTo>
                    <a:pt x="9647" y="7568"/>
                  </a:lnTo>
                  <a:lnTo>
                    <a:pt x="10716" y="7548"/>
                  </a:lnTo>
                  <a:lnTo>
                    <a:pt x="11241" y="7528"/>
                  </a:lnTo>
                  <a:lnTo>
                    <a:pt x="11766" y="7467"/>
                  </a:lnTo>
                  <a:lnTo>
                    <a:pt x="12290" y="7366"/>
                  </a:lnTo>
                  <a:lnTo>
                    <a:pt x="12533" y="7306"/>
                  </a:lnTo>
                  <a:lnTo>
                    <a:pt x="12775" y="7225"/>
                  </a:lnTo>
                  <a:lnTo>
                    <a:pt x="13037" y="7144"/>
                  </a:lnTo>
                  <a:lnTo>
                    <a:pt x="13259" y="7044"/>
                  </a:lnTo>
                  <a:lnTo>
                    <a:pt x="13501" y="6922"/>
                  </a:lnTo>
                  <a:lnTo>
                    <a:pt x="13723" y="6781"/>
                  </a:lnTo>
                  <a:lnTo>
                    <a:pt x="13885" y="6680"/>
                  </a:lnTo>
                  <a:lnTo>
                    <a:pt x="14026" y="6559"/>
                  </a:lnTo>
                  <a:lnTo>
                    <a:pt x="14086" y="6479"/>
                  </a:lnTo>
                  <a:lnTo>
                    <a:pt x="14147" y="6398"/>
                  </a:lnTo>
                  <a:lnTo>
                    <a:pt x="14187" y="6297"/>
                  </a:lnTo>
                  <a:lnTo>
                    <a:pt x="14207" y="6196"/>
                  </a:lnTo>
                  <a:lnTo>
                    <a:pt x="14207" y="6095"/>
                  </a:lnTo>
                  <a:lnTo>
                    <a:pt x="14207" y="6014"/>
                  </a:lnTo>
                  <a:lnTo>
                    <a:pt x="14167" y="5913"/>
                  </a:lnTo>
                  <a:lnTo>
                    <a:pt x="14127" y="5813"/>
                  </a:lnTo>
                  <a:lnTo>
                    <a:pt x="14086" y="5712"/>
                  </a:lnTo>
                  <a:lnTo>
                    <a:pt x="14006" y="5631"/>
                  </a:lnTo>
                  <a:lnTo>
                    <a:pt x="13804" y="5429"/>
                  </a:lnTo>
                  <a:lnTo>
                    <a:pt x="13622" y="5268"/>
                  </a:lnTo>
                  <a:lnTo>
                    <a:pt x="13420" y="5106"/>
                  </a:lnTo>
                  <a:lnTo>
                    <a:pt x="13219" y="4965"/>
                  </a:lnTo>
                  <a:lnTo>
                    <a:pt x="13017" y="4844"/>
                  </a:lnTo>
                  <a:lnTo>
                    <a:pt x="12573" y="4602"/>
                  </a:lnTo>
                  <a:lnTo>
                    <a:pt x="12109" y="4420"/>
                  </a:lnTo>
                  <a:lnTo>
                    <a:pt x="11645" y="4239"/>
                  </a:lnTo>
                  <a:lnTo>
                    <a:pt x="11160" y="4077"/>
                  </a:lnTo>
                  <a:lnTo>
                    <a:pt x="10192" y="3815"/>
                  </a:lnTo>
                  <a:lnTo>
                    <a:pt x="9586" y="3653"/>
                  </a:lnTo>
                  <a:lnTo>
                    <a:pt x="8961" y="3452"/>
                  </a:lnTo>
                  <a:lnTo>
                    <a:pt x="8375" y="3250"/>
                  </a:lnTo>
                  <a:lnTo>
                    <a:pt x="7770" y="3008"/>
                  </a:lnTo>
                  <a:lnTo>
                    <a:pt x="7205" y="2745"/>
                  </a:lnTo>
                  <a:lnTo>
                    <a:pt x="6640" y="2443"/>
                  </a:lnTo>
                  <a:lnTo>
                    <a:pt x="6095" y="2120"/>
                  </a:lnTo>
                  <a:lnTo>
                    <a:pt x="5570" y="1777"/>
                  </a:lnTo>
                  <a:lnTo>
                    <a:pt x="5046" y="1413"/>
                  </a:lnTo>
                  <a:lnTo>
                    <a:pt x="4561" y="1010"/>
                  </a:lnTo>
                  <a:lnTo>
                    <a:pt x="4218" y="727"/>
                  </a:lnTo>
                  <a:lnTo>
                    <a:pt x="3875" y="485"/>
                  </a:lnTo>
                  <a:lnTo>
                    <a:pt x="3573" y="303"/>
                  </a:lnTo>
                  <a:lnTo>
                    <a:pt x="3270" y="162"/>
                  </a:lnTo>
                  <a:lnTo>
                    <a:pt x="2987" y="61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58" name="Google Shape;3258;p40"/>
          <p:cNvSpPr/>
          <p:nvPr/>
        </p:nvSpPr>
        <p:spPr>
          <a:xfrm>
            <a:off x="8432548" y="2719319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9" name="Google Shape;3259;p40"/>
          <p:cNvSpPr/>
          <p:nvPr/>
        </p:nvSpPr>
        <p:spPr>
          <a:xfrm>
            <a:off x="8724715" y="284225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0" name="Google Shape;3260;p40"/>
          <p:cNvSpPr/>
          <p:nvPr/>
        </p:nvSpPr>
        <p:spPr>
          <a:xfrm>
            <a:off x="7728806" y="4638362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1" name="Google Shape;3261;p40"/>
          <p:cNvSpPr/>
          <p:nvPr/>
        </p:nvSpPr>
        <p:spPr>
          <a:xfrm>
            <a:off x="7884505" y="4805354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2" name="Google Shape;3262;p40"/>
          <p:cNvSpPr/>
          <p:nvPr/>
        </p:nvSpPr>
        <p:spPr>
          <a:xfrm>
            <a:off x="8740763" y="401942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3" name="Google Shape;3263;p40"/>
          <p:cNvSpPr/>
          <p:nvPr/>
        </p:nvSpPr>
        <p:spPr>
          <a:xfrm>
            <a:off x="9502037" y="28276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4" name="Google Shape;3264;p40"/>
          <p:cNvSpPr/>
          <p:nvPr/>
        </p:nvSpPr>
        <p:spPr>
          <a:xfrm>
            <a:off x="8890201" y="2672917"/>
            <a:ext cx="104994" cy="106112"/>
          </a:xfrm>
          <a:custGeom>
            <a:rect b="b" l="l" r="r" t="t"/>
            <a:pathLst>
              <a:path extrusionOk="0" h="1898" w="1878">
                <a:moveTo>
                  <a:pt x="929" y="82"/>
                </a:moveTo>
                <a:lnTo>
                  <a:pt x="1110" y="102"/>
                </a:lnTo>
                <a:lnTo>
                  <a:pt x="1272" y="162"/>
                </a:lnTo>
                <a:lnTo>
                  <a:pt x="1413" y="243"/>
                </a:lnTo>
                <a:lnTo>
                  <a:pt x="1554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31"/>
                </a:lnTo>
                <a:lnTo>
                  <a:pt x="1736" y="1293"/>
                </a:lnTo>
                <a:lnTo>
                  <a:pt x="1655" y="143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97"/>
                </a:lnTo>
                <a:lnTo>
                  <a:pt x="929" y="1817"/>
                </a:lnTo>
                <a:lnTo>
                  <a:pt x="767" y="1797"/>
                </a:lnTo>
                <a:lnTo>
                  <a:pt x="606" y="1736"/>
                </a:lnTo>
                <a:lnTo>
                  <a:pt x="465" y="1656"/>
                </a:lnTo>
                <a:lnTo>
                  <a:pt x="323" y="1555"/>
                </a:lnTo>
                <a:lnTo>
                  <a:pt x="222" y="1434"/>
                </a:lnTo>
                <a:lnTo>
                  <a:pt x="142" y="1293"/>
                </a:lnTo>
                <a:lnTo>
                  <a:pt x="101" y="113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44"/>
                </a:lnTo>
                <a:lnTo>
                  <a:pt x="465" y="243"/>
                </a:lnTo>
                <a:lnTo>
                  <a:pt x="606" y="162"/>
                </a:lnTo>
                <a:lnTo>
                  <a:pt x="767" y="102"/>
                </a:lnTo>
                <a:lnTo>
                  <a:pt x="929" y="82"/>
                </a:lnTo>
                <a:close/>
                <a:moveTo>
                  <a:pt x="929" y="1"/>
                </a:moveTo>
                <a:lnTo>
                  <a:pt x="747" y="21"/>
                </a:lnTo>
                <a:lnTo>
                  <a:pt x="565" y="82"/>
                </a:lnTo>
                <a:lnTo>
                  <a:pt x="404" y="162"/>
                </a:lnTo>
                <a:lnTo>
                  <a:pt x="263" y="284"/>
                </a:lnTo>
                <a:lnTo>
                  <a:pt x="162" y="425"/>
                </a:lnTo>
                <a:lnTo>
                  <a:pt x="61" y="586"/>
                </a:lnTo>
                <a:lnTo>
                  <a:pt x="21" y="768"/>
                </a:lnTo>
                <a:lnTo>
                  <a:pt x="0" y="949"/>
                </a:lnTo>
                <a:lnTo>
                  <a:pt x="21" y="1131"/>
                </a:lnTo>
                <a:lnTo>
                  <a:pt x="61" y="1313"/>
                </a:lnTo>
                <a:lnTo>
                  <a:pt x="162" y="1474"/>
                </a:lnTo>
                <a:lnTo>
                  <a:pt x="263" y="1615"/>
                </a:lnTo>
                <a:lnTo>
                  <a:pt x="404" y="1736"/>
                </a:lnTo>
                <a:lnTo>
                  <a:pt x="565" y="1817"/>
                </a:lnTo>
                <a:lnTo>
                  <a:pt x="747" y="1878"/>
                </a:lnTo>
                <a:lnTo>
                  <a:pt x="929" y="1898"/>
                </a:lnTo>
                <a:lnTo>
                  <a:pt x="1130" y="1878"/>
                </a:lnTo>
                <a:lnTo>
                  <a:pt x="1312" y="1817"/>
                </a:lnTo>
                <a:lnTo>
                  <a:pt x="1453" y="1736"/>
                </a:lnTo>
                <a:lnTo>
                  <a:pt x="1595" y="1615"/>
                </a:lnTo>
                <a:lnTo>
                  <a:pt x="1716" y="1474"/>
                </a:lnTo>
                <a:lnTo>
                  <a:pt x="1796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68"/>
                </a:lnTo>
                <a:lnTo>
                  <a:pt x="1796" y="586"/>
                </a:lnTo>
                <a:lnTo>
                  <a:pt x="1716" y="425"/>
                </a:lnTo>
                <a:lnTo>
                  <a:pt x="1595" y="284"/>
                </a:lnTo>
                <a:lnTo>
                  <a:pt x="1453" y="162"/>
                </a:lnTo>
                <a:lnTo>
                  <a:pt x="1312" y="82"/>
                </a:lnTo>
                <a:lnTo>
                  <a:pt x="1130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5" name="Google Shape;3265;p40"/>
          <p:cNvSpPr/>
          <p:nvPr/>
        </p:nvSpPr>
        <p:spPr>
          <a:xfrm>
            <a:off x="9054181" y="195642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6" name="Google Shape;3266;p40"/>
          <p:cNvSpPr/>
          <p:nvPr/>
        </p:nvSpPr>
        <p:spPr>
          <a:xfrm>
            <a:off x="8637957" y="4766946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7" name="Google Shape;3267;p40"/>
          <p:cNvSpPr/>
          <p:nvPr/>
        </p:nvSpPr>
        <p:spPr>
          <a:xfrm>
            <a:off x="8635665" y="4764710"/>
            <a:ext cx="104994" cy="104994"/>
          </a:xfrm>
          <a:custGeom>
            <a:rect b="b" l="l" r="r" t="t"/>
            <a:pathLst>
              <a:path extrusionOk="0" h="1878" w="1878">
                <a:moveTo>
                  <a:pt x="929" y="81"/>
                </a:moveTo>
                <a:lnTo>
                  <a:pt x="1111" y="101"/>
                </a:lnTo>
                <a:lnTo>
                  <a:pt x="1272" y="142"/>
                </a:lnTo>
                <a:lnTo>
                  <a:pt x="1414" y="223"/>
                </a:lnTo>
                <a:lnTo>
                  <a:pt x="1535" y="34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7"/>
                </a:lnTo>
                <a:lnTo>
                  <a:pt x="1797" y="949"/>
                </a:lnTo>
                <a:lnTo>
                  <a:pt x="1777" y="1110"/>
                </a:lnTo>
                <a:lnTo>
                  <a:pt x="1736" y="1272"/>
                </a:lnTo>
                <a:lnTo>
                  <a:pt x="1656" y="1433"/>
                </a:lnTo>
                <a:lnTo>
                  <a:pt x="1535" y="1554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97"/>
                </a:lnTo>
                <a:lnTo>
                  <a:pt x="768" y="1797"/>
                </a:lnTo>
                <a:lnTo>
                  <a:pt x="606" y="1736"/>
                </a:lnTo>
                <a:lnTo>
                  <a:pt x="445" y="1655"/>
                </a:lnTo>
                <a:lnTo>
                  <a:pt x="324" y="1554"/>
                </a:lnTo>
                <a:lnTo>
                  <a:pt x="223" y="1433"/>
                </a:lnTo>
                <a:lnTo>
                  <a:pt x="142" y="1272"/>
                </a:lnTo>
                <a:lnTo>
                  <a:pt x="82" y="1110"/>
                </a:lnTo>
                <a:lnTo>
                  <a:pt x="82" y="949"/>
                </a:lnTo>
                <a:lnTo>
                  <a:pt x="82" y="767"/>
                </a:lnTo>
                <a:lnTo>
                  <a:pt x="142" y="606"/>
                </a:lnTo>
                <a:lnTo>
                  <a:pt x="223" y="465"/>
                </a:lnTo>
                <a:lnTo>
                  <a:pt x="324" y="344"/>
                </a:lnTo>
                <a:lnTo>
                  <a:pt x="445" y="223"/>
                </a:lnTo>
                <a:lnTo>
                  <a:pt x="606" y="142"/>
                </a:lnTo>
                <a:lnTo>
                  <a:pt x="768" y="101"/>
                </a:lnTo>
                <a:lnTo>
                  <a:pt x="929" y="81"/>
                </a:lnTo>
                <a:close/>
                <a:moveTo>
                  <a:pt x="929" y="1"/>
                </a:moveTo>
                <a:lnTo>
                  <a:pt x="748" y="21"/>
                </a:lnTo>
                <a:lnTo>
                  <a:pt x="566" y="81"/>
                </a:lnTo>
                <a:lnTo>
                  <a:pt x="405" y="162"/>
                </a:lnTo>
                <a:lnTo>
                  <a:pt x="263" y="283"/>
                </a:lnTo>
                <a:lnTo>
                  <a:pt x="162" y="424"/>
                </a:lnTo>
                <a:lnTo>
                  <a:pt x="62" y="58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62" y="1312"/>
                </a:lnTo>
                <a:lnTo>
                  <a:pt x="162" y="1474"/>
                </a:lnTo>
                <a:lnTo>
                  <a:pt x="263" y="1615"/>
                </a:lnTo>
                <a:lnTo>
                  <a:pt x="405" y="1716"/>
                </a:lnTo>
                <a:lnTo>
                  <a:pt x="566" y="1817"/>
                </a:lnTo>
                <a:lnTo>
                  <a:pt x="748" y="1857"/>
                </a:lnTo>
                <a:lnTo>
                  <a:pt x="929" y="1877"/>
                </a:lnTo>
                <a:lnTo>
                  <a:pt x="1131" y="1857"/>
                </a:lnTo>
                <a:lnTo>
                  <a:pt x="1293" y="1817"/>
                </a:lnTo>
                <a:lnTo>
                  <a:pt x="1454" y="1716"/>
                </a:lnTo>
                <a:lnTo>
                  <a:pt x="1595" y="1615"/>
                </a:lnTo>
                <a:lnTo>
                  <a:pt x="1716" y="1474"/>
                </a:lnTo>
                <a:lnTo>
                  <a:pt x="179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797" y="586"/>
                </a:lnTo>
                <a:lnTo>
                  <a:pt x="1716" y="424"/>
                </a:lnTo>
                <a:lnTo>
                  <a:pt x="1595" y="283"/>
                </a:lnTo>
                <a:lnTo>
                  <a:pt x="1454" y="162"/>
                </a:lnTo>
                <a:lnTo>
                  <a:pt x="1293" y="81"/>
                </a:lnTo>
                <a:lnTo>
                  <a:pt x="1131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8" name="Google Shape;3268;p40"/>
          <p:cNvSpPr/>
          <p:nvPr/>
        </p:nvSpPr>
        <p:spPr>
          <a:xfrm>
            <a:off x="10574937" y="3307063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9" name="Google Shape;3269;p40"/>
          <p:cNvSpPr/>
          <p:nvPr/>
        </p:nvSpPr>
        <p:spPr>
          <a:xfrm>
            <a:off x="10551288" y="3330767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0" name="Google Shape;3270;p40"/>
          <p:cNvSpPr/>
          <p:nvPr/>
        </p:nvSpPr>
        <p:spPr>
          <a:xfrm>
            <a:off x="8581725" y="10093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71" name="Google Shape;3271;p40"/>
          <p:cNvGrpSpPr/>
          <p:nvPr/>
        </p:nvGrpSpPr>
        <p:grpSpPr>
          <a:xfrm>
            <a:off x="4725677" y="4534063"/>
            <a:ext cx="2338846" cy="1739785"/>
            <a:chOff x="4725677" y="4534063"/>
            <a:chExt cx="2338846" cy="1739785"/>
          </a:xfrm>
        </p:grpSpPr>
        <p:sp>
          <p:nvSpPr>
            <p:cNvPr id="3272" name="Google Shape;3272;p40"/>
            <p:cNvSpPr/>
            <p:nvPr/>
          </p:nvSpPr>
          <p:spPr>
            <a:xfrm rot="10800000">
              <a:off x="4775279" y="4534063"/>
              <a:ext cx="2289244" cy="1739785"/>
            </a:xfrm>
            <a:custGeom>
              <a:rect b="b" l="l" r="r" t="t"/>
              <a:pathLst>
                <a:path extrusionOk="0" h="31119" w="40947">
                  <a:moveTo>
                    <a:pt x="32571" y="82"/>
                  </a:moveTo>
                  <a:lnTo>
                    <a:pt x="33116" y="102"/>
                  </a:lnTo>
                  <a:lnTo>
                    <a:pt x="33601" y="162"/>
                  </a:lnTo>
                  <a:lnTo>
                    <a:pt x="33823" y="203"/>
                  </a:lnTo>
                  <a:lnTo>
                    <a:pt x="34024" y="243"/>
                  </a:lnTo>
                  <a:lnTo>
                    <a:pt x="34206" y="304"/>
                  </a:lnTo>
                  <a:lnTo>
                    <a:pt x="34388" y="384"/>
                  </a:lnTo>
                  <a:lnTo>
                    <a:pt x="34549" y="465"/>
                  </a:lnTo>
                  <a:lnTo>
                    <a:pt x="34690" y="546"/>
                  </a:lnTo>
                  <a:lnTo>
                    <a:pt x="34832" y="647"/>
                  </a:lnTo>
                  <a:lnTo>
                    <a:pt x="34933" y="748"/>
                  </a:lnTo>
                  <a:lnTo>
                    <a:pt x="35033" y="869"/>
                  </a:lnTo>
                  <a:lnTo>
                    <a:pt x="35134" y="990"/>
                  </a:lnTo>
                  <a:lnTo>
                    <a:pt x="35195" y="1131"/>
                  </a:lnTo>
                  <a:lnTo>
                    <a:pt x="35255" y="1272"/>
                  </a:lnTo>
                  <a:lnTo>
                    <a:pt x="35296" y="1454"/>
                  </a:lnTo>
                  <a:lnTo>
                    <a:pt x="35316" y="1656"/>
                  </a:lnTo>
                  <a:lnTo>
                    <a:pt x="35336" y="1858"/>
                  </a:lnTo>
                  <a:lnTo>
                    <a:pt x="35316" y="2059"/>
                  </a:lnTo>
                  <a:lnTo>
                    <a:pt x="35235" y="2443"/>
                  </a:lnTo>
                  <a:lnTo>
                    <a:pt x="35155" y="2826"/>
                  </a:lnTo>
                  <a:lnTo>
                    <a:pt x="35074" y="3169"/>
                  </a:lnTo>
                  <a:lnTo>
                    <a:pt x="34993" y="3492"/>
                  </a:lnTo>
                  <a:lnTo>
                    <a:pt x="34973" y="3835"/>
                  </a:lnTo>
                  <a:lnTo>
                    <a:pt x="34973" y="3997"/>
                  </a:lnTo>
                  <a:lnTo>
                    <a:pt x="34973" y="4158"/>
                  </a:lnTo>
                  <a:lnTo>
                    <a:pt x="35033" y="4400"/>
                  </a:lnTo>
                  <a:lnTo>
                    <a:pt x="35094" y="4642"/>
                  </a:lnTo>
                  <a:lnTo>
                    <a:pt x="35175" y="4864"/>
                  </a:lnTo>
                  <a:lnTo>
                    <a:pt x="35276" y="5086"/>
                  </a:lnTo>
                  <a:lnTo>
                    <a:pt x="35498" y="5510"/>
                  </a:lnTo>
                  <a:lnTo>
                    <a:pt x="35760" y="5914"/>
                  </a:lnTo>
                  <a:lnTo>
                    <a:pt x="36083" y="6438"/>
                  </a:lnTo>
                  <a:lnTo>
                    <a:pt x="36486" y="7165"/>
                  </a:lnTo>
                  <a:lnTo>
                    <a:pt x="36890" y="7912"/>
                  </a:lnTo>
                  <a:lnTo>
                    <a:pt x="37273" y="8658"/>
                  </a:lnTo>
                  <a:lnTo>
                    <a:pt x="37637" y="9425"/>
                  </a:lnTo>
                  <a:lnTo>
                    <a:pt x="37980" y="10212"/>
                  </a:lnTo>
                  <a:lnTo>
                    <a:pt x="38303" y="10999"/>
                  </a:lnTo>
                  <a:lnTo>
                    <a:pt x="38625" y="11786"/>
                  </a:lnTo>
                  <a:lnTo>
                    <a:pt x="38908" y="12573"/>
                  </a:lnTo>
                  <a:lnTo>
                    <a:pt x="39170" y="13380"/>
                  </a:lnTo>
                  <a:lnTo>
                    <a:pt x="39412" y="14188"/>
                  </a:lnTo>
                  <a:lnTo>
                    <a:pt x="39655" y="14995"/>
                  </a:lnTo>
                  <a:lnTo>
                    <a:pt x="39856" y="15802"/>
                  </a:lnTo>
                  <a:lnTo>
                    <a:pt x="40038" y="16629"/>
                  </a:lnTo>
                  <a:lnTo>
                    <a:pt x="40220" y="17457"/>
                  </a:lnTo>
                  <a:lnTo>
                    <a:pt x="40361" y="18284"/>
                  </a:lnTo>
                  <a:lnTo>
                    <a:pt x="40502" y="19112"/>
                  </a:lnTo>
                  <a:lnTo>
                    <a:pt x="40603" y="19939"/>
                  </a:lnTo>
                  <a:lnTo>
                    <a:pt x="40704" y="20766"/>
                  </a:lnTo>
                  <a:lnTo>
                    <a:pt x="40765" y="21614"/>
                  </a:lnTo>
                  <a:lnTo>
                    <a:pt x="40825" y="22441"/>
                  </a:lnTo>
                  <a:lnTo>
                    <a:pt x="40845" y="23269"/>
                  </a:lnTo>
                  <a:lnTo>
                    <a:pt x="40865" y="24116"/>
                  </a:lnTo>
                  <a:lnTo>
                    <a:pt x="40865" y="24944"/>
                  </a:lnTo>
                  <a:lnTo>
                    <a:pt x="40825" y="25771"/>
                  </a:lnTo>
                  <a:lnTo>
                    <a:pt x="40785" y="26437"/>
                  </a:lnTo>
                  <a:lnTo>
                    <a:pt x="40744" y="26800"/>
                  </a:lnTo>
                  <a:lnTo>
                    <a:pt x="40684" y="27163"/>
                  </a:lnTo>
                  <a:lnTo>
                    <a:pt x="40603" y="27547"/>
                  </a:lnTo>
                  <a:lnTo>
                    <a:pt x="40502" y="27950"/>
                  </a:lnTo>
                  <a:lnTo>
                    <a:pt x="40401" y="28334"/>
                  </a:lnTo>
                  <a:lnTo>
                    <a:pt x="40260" y="28717"/>
                  </a:lnTo>
                  <a:lnTo>
                    <a:pt x="40099" y="29081"/>
                  </a:lnTo>
                  <a:lnTo>
                    <a:pt x="39917" y="29424"/>
                  </a:lnTo>
                  <a:lnTo>
                    <a:pt x="39695" y="29767"/>
                  </a:lnTo>
                  <a:lnTo>
                    <a:pt x="39453" y="30069"/>
                  </a:lnTo>
                  <a:lnTo>
                    <a:pt x="39191" y="30332"/>
                  </a:lnTo>
                  <a:lnTo>
                    <a:pt x="39029" y="30453"/>
                  </a:lnTo>
                  <a:lnTo>
                    <a:pt x="38868" y="30574"/>
                  </a:lnTo>
                  <a:lnTo>
                    <a:pt x="38706" y="30675"/>
                  </a:lnTo>
                  <a:lnTo>
                    <a:pt x="38525" y="30776"/>
                  </a:lnTo>
                  <a:lnTo>
                    <a:pt x="38343" y="30856"/>
                  </a:lnTo>
                  <a:lnTo>
                    <a:pt x="38141" y="30917"/>
                  </a:lnTo>
                  <a:lnTo>
                    <a:pt x="37960" y="30977"/>
                  </a:lnTo>
                  <a:lnTo>
                    <a:pt x="37758" y="30998"/>
                  </a:lnTo>
                  <a:lnTo>
                    <a:pt x="37394" y="31038"/>
                  </a:lnTo>
                  <a:lnTo>
                    <a:pt x="37011" y="31038"/>
                  </a:lnTo>
                  <a:lnTo>
                    <a:pt x="36628" y="30998"/>
                  </a:lnTo>
                  <a:lnTo>
                    <a:pt x="36244" y="30937"/>
                  </a:lnTo>
                  <a:lnTo>
                    <a:pt x="35881" y="30836"/>
                  </a:lnTo>
                  <a:lnTo>
                    <a:pt x="35538" y="30735"/>
                  </a:lnTo>
                  <a:lnTo>
                    <a:pt x="35215" y="30634"/>
                  </a:lnTo>
                  <a:lnTo>
                    <a:pt x="34690" y="30433"/>
                  </a:lnTo>
                  <a:lnTo>
                    <a:pt x="34186" y="30231"/>
                  </a:lnTo>
                  <a:lnTo>
                    <a:pt x="33681" y="30009"/>
                  </a:lnTo>
                  <a:lnTo>
                    <a:pt x="33177" y="29767"/>
                  </a:lnTo>
                  <a:lnTo>
                    <a:pt x="32693" y="29524"/>
                  </a:lnTo>
                  <a:lnTo>
                    <a:pt x="32208" y="29262"/>
                  </a:lnTo>
                  <a:lnTo>
                    <a:pt x="31724" y="28980"/>
                  </a:lnTo>
                  <a:lnTo>
                    <a:pt x="31260" y="28697"/>
                  </a:lnTo>
                  <a:lnTo>
                    <a:pt x="30796" y="28394"/>
                  </a:lnTo>
                  <a:lnTo>
                    <a:pt x="30331" y="28071"/>
                  </a:lnTo>
                  <a:lnTo>
                    <a:pt x="29888" y="27749"/>
                  </a:lnTo>
                  <a:lnTo>
                    <a:pt x="29444" y="27406"/>
                  </a:lnTo>
                  <a:lnTo>
                    <a:pt x="28576" y="26719"/>
                  </a:lnTo>
                  <a:lnTo>
                    <a:pt x="27728" y="25993"/>
                  </a:lnTo>
                  <a:lnTo>
                    <a:pt x="26901" y="25226"/>
                  </a:lnTo>
                  <a:lnTo>
                    <a:pt x="26094" y="24419"/>
                  </a:lnTo>
                  <a:lnTo>
                    <a:pt x="25307" y="23612"/>
                  </a:lnTo>
                  <a:lnTo>
                    <a:pt x="24540" y="22784"/>
                  </a:lnTo>
                  <a:lnTo>
                    <a:pt x="23773" y="21937"/>
                  </a:lnTo>
                  <a:lnTo>
                    <a:pt x="23026" y="21069"/>
                  </a:lnTo>
                  <a:lnTo>
                    <a:pt x="21573" y="19334"/>
                  </a:lnTo>
                  <a:lnTo>
                    <a:pt x="21150" y="18809"/>
                  </a:lnTo>
                  <a:lnTo>
                    <a:pt x="19757" y="17134"/>
                  </a:lnTo>
                  <a:lnTo>
                    <a:pt x="18345" y="15479"/>
                  </a:lnTo>
                  <a:lnTo>
                    <a:pt x="17638" y="14652"/>
                  </a:lnTo>
                  <a:lnTo>
                    <a:pt x="16892" y="13845"/>
                  </a:lnTo>
                  <a:lnTo>
                    <a:pt x="16145" y="13058"/>
                  </a:lnTo>
                  <a:lnTo>
                    <a:pt x="15378" y="12291"/>
                  </a:lnTo>
                  <a:lnTo>
                    <a:pt x="14591" y="11544"/>
                  </a:lnTo>
                  <a:lnTo>
                    <a:pt x="13804" y="10838"/>
                  </a:lnTo>
                  <a:lnTo>
                    <a:pt x="12977" y="10131"/>
                  </a:lnTo>
                  <a:lnTo>
                    <a:pt x="12129" y="9486"/>
                  </a:lnTo>
                  <a:lnTo>
                    <a:pt x="11261" y="8880"/>
                  </a:lnTo>
                  <a:lnTo>
                    <a:pt x="10797" y="8578"/>
                  </a:lnTo>
                  <a:lnTo>
                    <a:pt x="10353" y="8295"/>
                  </a:lnTo>
                  <a:lnTo>
                    <a:pt x="9889" y="8012"/>
                  </a:lnTo>
                  <a:lnTo>
                    <a:pt x="9425" y="7770"/>
                  </a:lnTo>
                  <a:lnTo>
                    <a:pt x="8941" y="7508"/>
                  </a:lnTo>
                  <a:lnTo>
                    <a:pt x="8456" y="7266"/>
                  </a:lnTo>
                  <a:lnTo>
                    <a:pt x="7911" y="7024"/>
                  </a:lnTo>
                  <a:lnTo>
                    <a:pt x="7346" y="6782"/>
                  </a:lnTo>
                  <a:lnTo>
                    <a:pt x="6781" y="6560"/>
                  </a:lnTo>
                  <a:lnTo>
                    <a:pt x="6196" y="6358"/>
                  </a:lnTo>
                  <a:lnTo>
                    <a:pt x="5066" y="5954"/>
                  </a:lnTo>
                  <a:lnTo>
                    <a:pt x="3916" y="5591"/>
                  </a:lnTo>
                  <a:lnTo>
                    <a:pt x="2342" y="5066"/>
                  </a:lnTo>
                  <a:lnTo>
                    <a:pt x="2079" y="4965"/>
                  </a:lnTo>
                  <a:lnTo>
                    <a:pt x="1716" y="4804"/>
                  </a:lnTo>
                  <a:lnTo>
                    <a:pt x="1313" y="4602"/>
                  </a:lnTo>
                  <a:lnTo>
                    <a:pt x="1111" y="4461"/>
                  </a:lnTo>
                  <a:lnTo>
                    <a:pt x="909" y="4340"/>
                  </a:lnTo>
                  <a:lnTo>
                    <a:pt x="727" y="4178"/>
                  </a:lnTo>
                  <a:lnTo>
                    <a:pt x="546" y="4017"/>
                  </a:lnTo>
                  <a:lnTo>
                    <a:pt x="384" y="3835"/>
                  </a:lnTo>
                  <a:lnTo>
                    <a:pt x="263" y="3633"/>
                  </a:lnTo>
                  <a:lnTo>
                    <a:pt x="162" y="3432"/>
                  </a:lnTo>
                  <a:lnTo>
                    <a:pt x="102" y="3210"/>
                  </a:lnTo>
                  <a:lnTo>
                    <a:pt x="82" y="2967"/>
                  </a:lnTo>
                  <a:lnTo>
                    <a:pt x="102" y="2725"/>
                  </a:lnTo>
                  <a:lnTo>
                    <a:pt x="162" y="2544"/>
                  </a:lnTo>
                  <a:lnTo>
                    <a:pt x="223" y="2382"/>
                  </a:lnTo>
                  <a:lnTo>
                    <a:pt x="324" y="2221"/>
                  </a:lnTo>
                  <a:lnTo>
                    <a:pt x="425" y="2080"/>
                  </a:lnTo>
                  <a:lnTo>
                    <a:pt x="526" y="1938"/>
                  </a:lnTo>
                  <a:lnTo>
                    <a:pt x="647" y="1837"/>
                  </a:lnTo>
                  <a:lnTo>
                    <a:pt x="889" y="1636"/>
                  </a:lnTo>
                  <a:lnTo>
                    <a:pt x="1070" y="1494"/>
                  </a:lnTo>
                  <a:lnTo>
                    <a:pt x="1272" y="1393"/>
                  </a:lnTo>
                  <a:lnTo>
                    <a:pt x="1474" y="1293"/>
                  </a:lnTo>
                  <a:lnTo>
                    <a:pt x="1676" y="1192"/>
                  </a:lnTo>
                  <a:lnTo>
                    <a:pt x="2100" y="1030"/>
                  </a:lnTo>
                  <a:lnTo>
                    <a:pt x="2523" y="909"/>
                  </a:lnTo>
                  <a:lnTo>
                    <a:pt x="2967" y="808"/>
                  </a:lnTo>
                  <a:lnTo>
                    <a:pt x="3411" y="727"/>
                  </a:lnTo>
                  <a:lnTo>
                    <a:pt x="3855" y="667"/>
                  </a:lnTo>
                  <a:lnTo>
                    <a:pt x="4279" y="627"/>
                  </a:lnTo>
                  <a:lnTo>
                    <a:pt x="5349" y="526"/>
                  </a:lnTo>
                  <a:lnTo>
                    <a:pt x="6438" y="465"/>
                  </a:lnTo>
                  <a:lnTo>
                    <a:pt x="7528" y="405"/>
                  </a:lnTo>
                  <a:lnTo>
                    <a:pt x="8598" y="364"/>
                  </a:lnTo>
                  <a:lnTo>
                    <a:pt x="10757" y="304"/>
                  </a:lnTo>
                  <a:lnTo>
                    <a:pt x="12896" y="284"/>
                  </a:lnTo>
                  <a:lnTo>
                    <a:pt x="32471" y="82"/>
                  </a:lnTo>
                  <a:close/>
                  <a:moveTo>
                    <a:pt x="32471" y="1"/>
                  </a:moveTo>
                  <a:lnTo>
                    <a:pt x="12896" y="203"/>
                  </a:lnTo>
                  <a:lnTo>
                    <a:pt x="10757" y="223"/>
                  </a:lnTo>
                  <a:lnTo>
                    <a:pt x="8598" y="284"/>
                  </a:lnTo>
                  <a:lnTo>
                    <a:pt x="7508" y="324"/>
                  </a:lnTo>
                  <a:lnTo>
                    <a:pt x="6438" y="384"/>
                  </a:lnTo>
                  <a:lnTo>
                    <a:pt x="5349" y="445"/>
                  </a:lnTo>
                  <a:lnTo>
                    <a:pt x="4279" y="546"/>
                  </a:lnTo>
                  <a:lnTo>
                    <a:pt x="3835" y="586"/>
                  </a:lnTo>
                  <a:lnTo>
                    <a:pt x="3391" y="647"/>
                  </a:lnTo>
                  <a:lnTo>
                    <a:pt x="2947" y="727"/>
                  </a:lnTo>
                  <a:lnTo>
                    <a:pt x="2503" y="828"/>
                  </a:lnTo>
                  <a:lnTo>
                    <a:pt x="2059" y="949"/>
                  </a:lnTo>
                  <a:lnTo>
                    <a:pt x="1635" y="1111"/>
                  </a:lnTo>
                  <a:lnTo>
                    <a:pt x="1434" y="1212"/>
                  </a:lnTo>
                  <a:lnTo>
                    <a:pt x="1232" y="1313"/>
                  </a:lnTo>
                  <a:lnTo>
                    <a:pt x="1030" y="1434"/>
                  </a:lnTo>
                  <a:lnTo>
                    <a:pt x="848" y="1575"/>
                  </a:lnTo>
                  <a:lnTo>
                    <a:pt x="586" y="1777"/>
                  </a:lnTo>
                  <a:lnTo>
                    <a:pt x="465" y="1898"/>
                  </a:lnTo>
                  <a:lnTo>
                    <a:pt x="344" y="2039"/>
                  </a:lnTo>
                  <a:lnTo>
                    <a:pt x="243" y="2180"/>
                  </a:lnTo>
                  <a:lnTo>
                    <a:pt x="142" y="2342"/>
                  </a:lnTo>
                  <a:lnTo>
                    <a:pt x="82" y="2524"/>
                  </a:lnTo>
                  <a:lnTo>
                    <a:pt x="21" y="2705"/>
                  </a:lnTo>
                  <a:lnTo>
                    <a:pt x="1" y="2846"/>
                  </a:lnTo>
                  <a:lnTo>
                    <a:pt x="1" y="2967"/>
                  </a:lnTo>
                  <a:lnTo>
                    <a:pt x="21" y="3210"/>
                  </a:lnTo>
                  <a:lnTo>
                    <a:pt x="82" y="3452"/>
                  </a:lnTo>
                  <a:lnTo>
                    <a:pt x="183" y="3674"/>
                  </a:lnTo>
                  <a:lnTo>
                    <a:pt x="324" y="3876"/>
                  </a:lnTo>
                  <a:lnTo>
                    <a:pt x="465" y="4057"/>
                  </a:lnTo>
                  <a:lnTo>
                    <a:pt x="647" y="4219"/>
                  </a:lnTo>
                  <a:lnTo>
                    <a:pt x="848" y="4380"/>
                  </a:lnTo>
                  <a:lnTo>
                    <a:pt x="1050" y="4521"/>
                  </a:lnTo>
                  <a:lnTo>
                    <a:pt x="1252" y="4663"/>
                  </a:lnTo>
                  <a:lnTo>
                    <a:pt x="1676" y="4864"/>
                  </a:lnTo>
                  <a:lnTo>
                    <a:pt x="2039" y="5026"/>
                  </a:lnTo>
                  <a:lnTo>
                    <a:pt x="2322" y="5147"/>
                  </a:lnTo>
                  <a:lnTo>
                    <a:pt x="3896" y="5651"/>
                  </a:lnTo>
                  <a:lnTo>
                    <a:pt x="5026" y="6035"/>
                  </a:lnTo>
                  <a:lnTo>
                    <a:pt x="6176" y="6438"/>
                  </a:lnTo>
                  <a:lnTo>
                    <a:pt x="6741" y="6640"/>
                  </a:lnTo>
                  <a:lnTo>
                    <a:pt x="7306" y="6862"/>
                  </a:lnTo>
                  <a:lnTo>
                    <a:pt x="7871" y="7104"/>
                  </a:lnTo>
                  <a:lnTo>
                    <a:pt x="8416" y="7347"/>
                  </a:lnTo>
                  <a:lnTo>
                    <a:pt x="8900" y="7589"/>
                  </a:lnTo>
                  <a:lnTo>
                    <a:pt x="9385" y="7831"/>
                  </a:lnTo>
                  <a:lnTo>
                    <a:pt x="9849" y="8093"/>
                  </a:lnTo>
                  <a:lnTo>
                    <a:pt x="10313" y="8356"/>
                  </a:lnTo>
                  <a:lnTo>
                    <a:pt x="10757" y="8638"/>
                  </a:lnTo>
                  <a:lnTo>
                    <a:pt x="11201" y="8941"/>
                  </a:lnTo>
                  <a:lnTo>
                    <a:pt x="12089" y="9546"/>
                  </a:lnTo>
                  <a:lnTo>
                    <a:pt x="12936" y="10212"/>
                  </a:lnTo>
                  <a:lnTo>
                    <a:pt x="13743" y="10898"/>
                  </a:lnTo>
                  <a:lnTo>
                    <a:pt x="14551" y="11605"/>
                  </a:lnTo>
                  <a:lnTo>
                    <a:pt x="15338" y="12351"/>
                  </a:lnTo>
                  <a:lnTo>
                    <a:pt x="16084" y="13118"/>
                  </a:lnTo>
                  <a:lnTo>
                    <a:pt x="16831" y="13905"/>
                  </a:lnTo>
                  <a:lnTo>
                    <a:pt x="17578" y="14712"/>
                  </a:lnTo>
                  <a:lnTo>
                    <a:pt x="18284" y="15519"/>
                  </a:lnTo>
                  <a:lnTo>
                    <a:pt x="19697" y="17194"/>
                  </a:lnTo>
                  <a:lnTo>
                    <a:pt x="21089" y="18869"/>
                  </a:lnTo>
                  <a:lnTo>
                    <a:pt x="21513" y="19394"/>
                  </a:lnTo>
                  <a:lnTo>
                    <a:pt x="22986" y="21130"/>
                  </a:lnTo>
                  <a:lnTo>
                    <a:pt x="23712" y="21977"/>
                  </a:lnTo>
                  <a:lnTo>
                    <a:pt x="24479" y="22845"/>
                  </a:lnTo>
                  <a:lnTo>
                    <a:pt x="25246" y="23672"/>
                  </a:lnTo>
                  <a:lnTo>
                    <a:pt x="26053" y="24500"/>
                  </a:lnTo>
                  <a:lnTo>
                    <a:pt x="26861" y="25287"/>
                  </a:lnTo>
                  <a:lnTo>
                    <a:pt x="27688" y="26053"/>
                  </a:lnTo>
                  <a:lnTo>
                    <a:pt x="28535" y="26780"/>
                  </a:lnTo>
                  <a:lnTo>
                    <a:pt x="29403" y="27486"/>
                  </a:lnTo>
                  <a:lnTo>
                    <a:pt x="29847" y="27809"/>
                  </a:lnTo>
                  <a:lnTo>
                    <a:pt x="30291" y="28152"/>
                  </a:lnTo>
                  <a:lnTo>
                    <a:pt x="30755" y="28455"/>
                  </a:lnTo>
                  <a:lnTo>
                    <a:pt x="31219" y="28758"/>
                  </a:lnTo>
                  <a:lnTo>
                    <a:pt x="31684" y="29040"/>
                  </a:lnTo>
                  <a:lnTo>
                    <a:pt x="32168" y="29323"/>
                  </a:lnTo>
                  <a:lnTo>
                    <a:pt x="32652" y="29585"/>
                  </a:lnTo>
                  <a:lnTo>
                    <a:pt x="33137" y="29847"/>
                  </a:lnTo>
                  <a:lnTo>
                    <a:pt x="33641" y="30090"/>
                  </a:lnTo>
                  <a:lnTo>
                    <a:pt x="34146" y="30311"/>
                  </a:lnTo>
                  <a:lnTo>
                    <a:pt x="34670" y="30513"/>
                  </a:lnTo>
                  <a:lnTo>
                    <a:pt x="35195" y="30715"/>
                  </a:lnTo>
                  <a:lnTo>
                    <a:pt x="35659" y="30856"/>
                  </a:lnTo>
                  <a:lnTo>
                    <a:pt x="36164" y="30998"/>
                  </a:lnTo>
                  <a:lnTo>
                    <a:pt x="36426" y="31058"/>
                  </a:lnTo>
                  <a:lnTo>
                    <a:pt x="36688" y="31099"/>
                  </a:lnTo>
                  <a:lnTo>
                    <a:pt x="36971" y="31119"/>
                  </a:lnTo>
                  <a:lnTo>
                    <a:pt x="37475" y="31119"/>
                  </a:lnTo>
                  <a:lnTo>
                    <a:pt x="37697" y="31099"/>
                  </a:lnTo>
                  <a:lnTo>
                    <a:pt x="37939" y="31058"/>
                  </a:lnTo>
                  <a:lnTo>
                    <a:pt x="38161" y="30998"/>
                  </a:lnTo>
                  <a:lnTo>
                    <a:pt x="38363" y="30917"/>
                  </a:lnTo>
                  <a:lnTo>
                    <a:pt x="38565" y="30836"/>
                  </a:lnTo>
                  <a:lnTo>
                    <a:pt x="38747" y="30755"/>
                  </a:lnTo>
                  <a:lnTo>
                    <a:pt x="38908" y="30655"/>
                  </a:lnTo>
                  <a:lnTo>
                    <a:pt x="39069" y="30533"/>
                  </a:lnTo>
                  <a:lnTo>
                    <a:pt x="39231" y="30412"/>
                  </a:lnTo>
                  <a:lnTo>
                    <a:pt x="39372" y="30271"/>
                  </a:lnTo>
                  <a:lnTo>
                    <a:pt x="39513" y="30130"/>
                  </a:lnTo>
                  <a:lnTo>
                    <a:pt x="39756" y="29827"/>
                  </a:lnTo>
                  <a:lnTo>
                    <a:pt x="39978" y="29484"/>
                  </a:lnTo>
                  <a:lnTo>
                    <a:pt x="40179" y="29121"/>
                  </a:lnTo>
                  <a:lnTo>
                    <a:pt x="40341" y="28758"/>
                  </a:lnTo>
                  <a:lnTo>
                    <a:pt x="40462" y="28374"/>
                  </a:lnTo>
                  <a:lnTo>
                    <a:pt x="40583" y="27971"/>
                  </a:lnTo>
                  <a:lnTo>
                    <a:pt x="40684" y="27587"/>
                  </a:lnTo>
                  <a:lnTo>
                    <a:pt x="40765" y="27184"/>
                  </a:lnTo>
                  <a:lnTo>
                    <a:pt x="40805" y="26820"/>
                  </a:lnTo>
                  <a:lnTo>
                    <a:pt x="40865" y="26437"/>
                  </a:lnTo>
                  <a:lnTo>
                    <a:pt x="40906" y="25771"/>
                  </a:lnTo>
                  <a:lnTo>
                    <a:pt x="40946" y="24944"/>
                  </a:lnTo>
                  <a:lnTo>
                    <a:pt x="40946" y="24116"/>
                  </a:lnTo>
                  <a:lnTo>
                    <a:pt x="40926" y="23269"/>
                  </a:lnTo>
                  <a:lnTo>
                    <a:pt x="40906" y="22441"/>
                  </a:lnTo>
                  <a:lnTo>
                    <a:pt x="40845" y="21594"/>
                  </a:lnTo>
                  <a:lnTo>
                    <a:pt x="40785" y="20766"/>
                  </a:lnTo>
                  <a:lnTo>
                    <a:pt x="40684" y="19939"/>
                  </a:lnTo>
                  <a:lnTo>
                    <a:pt x="40583" y="19091"/>
                  </a:lnTo>
                  <a:lnTo>
                    <a:pt x="40442" y="18264"/>
                  </a:lnTo>
                  <a:lnTo>
                    <a:pt x="40300" y="17437"/>
                  </a:lnTo>
                  <a:lnTo>
                    <a:pt x="40119" y="16609"/>
                  </a:lnTo>
                  <a:lnTo>
                    <a:pt x="39937" y="15782"/>
                  </a:lnTo>
                  <a:lnTo>
                    <a:pt x="39715" y="14975"/>
                  </a:lnTo>
                  <a:lnTo>
                    <a:pt x="39493" y="14147"/>
                  </a:lnTo>
                  <a:lnTo>
                    <a:pt x="39251" y="13360"/>
                  </a:lnTo>
                  <a:lnTo>
                    <a:pt x="38989" y="12553"/>
                  </a:lnTo>
                  <a:lnTo>
                    <a:pt x="38686" y="11746"/>
                  </a:lnTo>
                  <a:lnTo>
                    <a:pt x="38383" y="10959"/>
                  </a:lnTo>
                  <a:lnTo>
                    <a:pt x="38060" y="10172"/>
                  </a:lnTo>
                  <a:lnTo>
                    <a:pt x="37717" y="9405"/>
                  </a:lnTo>
                  <a:lnTo>
                    <a:pt x="37354" y="8638"/>
                  </a:lnTo>
                  <a:lnTo>
                    <a:pt x="36971" y="7871"/>
                  </a:lnTo>
                  <a:lnTo>
                    <a:pt x="36567" y="7125"/>
                  </a:lnTo>
                  <a:lnTo>
                    <a:pt x="36143" y="6398"/>
                  </a:lnTo>
                  <a:lnTo>
                    <a:pt x="35841" y="5873"/>
                  </a:lnTo>
                  <a:lnTo>
                    <a:pt x="35578" y="5470"/>
                  </a:lnTo>
                  <a:lnTo>
                    <a:pt x="35336" y="5046"/>
                  </a:lnTo>
                  <a:lnTo>
                    <a:pt x="35255" y="4844"/>
                  </a:lnTo>
                  <a:lnTo>
                    <a:pt x="35175" y="4622"/>
                  </a:lnTo>
                  <a:lnTo>
                    <a:pt x="35094" y="4380"/>
                  </a:lnTo>
                  <a:lnTo>
                    <a:pt x="35054" y="4158"/>
                  </a:lnTo>
                  <a:lnTo>
                    <a:pt x="35054" y="3997"/>
                  </a:lnTo>
                  <a:lnTo>
                    <a:pt x="35054" y="3835"/>
                  </a:lnTo>
                  <a:lnTo>
                    <a:pt x="35074" y="3492"/>
                  </a:lnTo>
                  <a:lnTo>
                    <a:pt x="35155" y="3169"/>
                  </a:lnTo>
                  <a:lnTo>
                    <a:pt x="35235" y="2846"/>
                  </a:lnTo>
                  <a:lnTo>
                    <a:pt x="35316" y="2463"/>
                  </a:lnTo>
                  <a:lnTo>
                    <a:pt x="35397" y="2059"/>
                  </a:lnTo>
                  <a:lnTo>
                    <a:pt x="35417" y="1858"/>
                  </a:lnTo>
                  <a:lnTo>
                    <a:pt x="35397" y="1656"/>
                  </a:lnTo>
                  <a:lnTo>
                    <a:pt x="35376" y="1454"/>
                  </a:lnTo>
                  <a:lnTo>
                    <a:pt x="35336" y="1252"/>
                  </a:lnTo>
                  <a:lnTo>
                    <a:pt x="35276" y="1091"/>
                  </a:lnTo>
                  <a:lnTo>
                    <a:pt x="35195" y="949"/>
                  </a:lnTo>
                  <a:lnTo>
                    <a:pt x="35094" y="808"/>
                  </a:lnTo>
                  <a:lnTo>
                    <a:pt x="34993" y="687"/>
                  </a:lnTo>
                  <a:lnTo>
                    <a:pt x="34872" y="586"/>
                  </a:lnTo>
                  <a:lnTo>
                    <a:pt x="34731" y="485"/>
                  </a:lnTo>
                  <a:lnTo>
                    <a:pt x="34569" y="384"/>
                  </a:lnTo>
                  <a:lnTo>
                    <a:pt x="34408" y="304"/>
                  </a:lnTo>
                  <a:lnTo>
                    <a:pt x="34226" y="223"/>
                  </a:lnTo>
                  <a:lnTo>
                    <a:pt x="34024" y="162"/>
                  </a:lnTo>
                  <a:lnTo>
                    <a:pt x="33802" y="122"/>
                  </a:lnTo>
                  <a:lnTo>
                    <a:pt x="33560" y="82"/>
                  </a:lnTo>
                  <a:lnTo>
                    <a:pt x="33056" y="21"/>
                  </a:lnTo>
                  <a:lnTo>
                    <a:pt x="32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0"/>
            <p:cNvSpPr/>
            <p:nvPr/>
          </p:nvSpPr>
          <p:spPr>
            <a:xfrm rot="10800000">
              <a:off x="5869686" y="4710085"/>
              <a:ext cx="262933" cy="275344"/>
            </a:xfrm>
            <a:custGeom>
              <a:rect b="b" l="l" r="r" t="t"/>
              <a:pathLst>
                <a:path extrusionOk="0" h="4925" w="4703">
                  <a:moveTo>
                    <a:pt x="1938" y="81"/>
                  </a:moveTo>
                  <a:lnTo>
                    <a:pt x="2160" y="122"/>
                  </a:lnTo>
                  <a:lnTo>
                    <a:pt x="2382" y="182"/>
                  </a:lnTo>
                  <a:lnTo>
                    <a:pt x="2604" y="283"/>
                  </a:lnTo>
                  <a:lnTo>
                    <a:pt x="2785" y="384"/>
                  </a:lnTo>
                  <a:lnTo>
                    <a:pt x="2967" y="505"/>
                  </a:lnTo>
                  <a:lnTo>
                    <a:pt x="3129" y="626"/>
                  </a:lnTo>
                  <a:lnTo>
                    <a:pt x="3411" y="889"/>
                  </a:lnTo>
                  <a:lnTo>
                    <a:pt x="3613" y="1111"/>
                  </a:lnTo>
                  <a:lnTo>
                    <a:pt x="3794" y="1353"/>
                  </a:lnTo>
                  <a:lnTo>
                    <a:pt x="3976" y="1595"/>
                  </a:lnTo>
                  <a:lnTo>
                    <a:pt x="4117" y="1857"/>
                  </a:lnTo>
                  <a:lnTo>
                    <a:pt x="4259" y="2120"/>
                  </a:lnTo>
                  <a:lnTo>
                    <a:pt x="4380" y="2402"/>
                  </a:lnTo>
                  <a:lnTo>
                    <a:pt x="4460" y="2685"/>
                  </a:lnTo>
                  <a:lnTo>
                    <a:pt x="4541" y="2967"/>
                  </a:lnTo>
                  <a:lnTo>
                    <a:pt x="4602" y="3330"/>
                  </a:lnTo>
                  <a:lnTo>
                    <a:pt x="4622" y="3472"/>
                  </a:lnTo>
                  <a:lnTo>
                    <a:pt x="4622" y="3633"/>
                  </a:lnTo>
                  <a:lnTo>
                    <a:pt x="4602" y="3774"/>
                  </a:lnTo>
                  <a:lnTo>
                    <a:pt x="4561" y="3895"/>
                  </a:lnTo>
                  <a:lnTo>
                    <a:pt x="4521" y="4016"/>
                  </a:lnTo>
                  <a:lnTo>
                    <a:pt x="4481" y="4138"/>
                  </a:lnTo>
                  <a:lnTo>
                    <a:pt x="4380" y="4279"/>
                  </a:lnTo>
                  <a:lnTo>
                    <a:pt x="4238" y="4400"/>
                  </a:lnTo>
                  <a:lnTo>
                    <a:pt x="4097" y="4521"/>
                  </a:lnTo>
                  <a:lnTo>
                    <a:pt x="3916" y="4622"/>
                  </a:lnTo>
                  <a:lnTo>
                    <a:pt x="3673" y="4723"/>
                  </a:lnTo>
                  <a:lnTo>
                    <a:pt x="3431" y="4783"/>
                  </a:lnTo>
                  <a:lnTo>
                    <a:pt x="3189" y="4844"/>
                  </a:lnTo>
                  <a:lnTo>
                    <a:pt x="2685" y="4844"/>
                  </a:lnTo>
                  <a:lnTo>
                    <a:pt x="2442" y="4804"/>
                  </a:lnTo>
                  <a:lnTo>
                    <a:pt x="2200" y="4723"/>
                  </a:lnTo>
                  <a:lnTo>
                    <a:pt x="1958" y="4622"/>
                  </a:lnTo>
                  <a:lnTo>
                    <a:pt x="1676" y="4460"/>
                  </a:lnTo>
                  <a:lnTo>
                    <a:pt x="1393" y="4238"/>
                  </a:lnTo>
                  <a:lnTo>
                    <a:pt x="1111" y="3976"/>
                  </a:lnTo>
                  <a:lnTo>
                    <a:pt x="868" y="3694"/>
                  </a:lnTo>
                  <a:lnTo>
                    <a:pt x="646" y="3391"/>
                  </a:lnTo>
                  <a:lnTo>
                    <a:pt x="445" y="3068"/>
                  </a:lnTo>
                  <a:lnTo>
                    <a:pt x="283" y="2725"/>
                  </a:lnTo>
                  <a:lnTo>
                    <a:pt x="162" y="2382"/>
                  </a:lnTo>
                  <a:lnTo>
                    <a:pt x="122" y="2160"/>
                  </a:lnTo>
                  <a:lnTo>
                    <a:pt x="81" y="1958"/>
                  </a:lnTo>
                  <a:lnTo>
                    <a:pt x="81" y="1756"/>
                  </a:lnTo>
                  <a:lnTo>
                    <a:pt x="81" y="1555"/>
                  </a:lnTo>
                  <a:lnTo>
                    <a:pt x="122" y="1373"/>
                  </a:lnTo>
                  <a:lnTo>
                    <a:pt x="162" y="1191"/>
                  </a:lnTo>
                  <a:lnTo>
                    <a:pt x="243" y="1010"/>
                  </a:lnTo>
                  <a:lnTo>
                    <a:pt x="323" y="848"/>
                  </a:lnTo>
                  <a:lnTo>
                    <a:pt x="445" y="687"/>
                  </a:lnTo>
                  <a:lnTo>
                    <a:pt x="606" y="525"/>
                  </a:lnTo>
                  <a:lnTo>
                    <a:pt x="767" y="404"/>
                  </a:lnTo>
                  <a:lnTo>
                    <a:pt x="949" y="283"/>
                  </a:lnTo>
                  <a:lnTo>
                    <a:pt x="1151" y="202"/>
                  </a:lnTo>
                  <a:lnTo>
                    <a:pt x="1353" y="122"/>
                  </a:lnTo>
                  <a:lnTo>
                    <a:pt x="1554" y="81"/>
                  </a:lnTo>
                  <a:close/>
                  <a:moveTo>
                    <a:pt x="1696" y="1"/>
                  </a:moveTo>
                  <a:lnTo>
                    <a:pt x="1454" y="21"/>
                  </a:lnTo>
                  <a:lnTo>
                    <a:pt x="1211" y="81"/>
                  </a:lnTo>
                  <a:lnTo>
                    <a:pt x="989" y="182"/>
                  </a:lnTo>
                  <a:lnTo>
                    <a:pt x="767" y="303"/>
                  </a:lnTo>
                  <a:lnTo>
                    <a:pt x="586" y="445"/>
                  </a:lnTo>
                  <a:lnTo>
                    <a:pt x="404" y="626"/>
                  </a:lnTo>
                  <a:lnTo>
                    <a:pt x="263" y="808"/>
                  </a:lnTo>
                  <a:lnTo>
                    <a:pt x="162" y="989"/>
                  </a:lnTo>
                  <a:lnTo>
                    <a:pt x="81" y="1171"/>
                  </a:lnTo>
                  <a:lnTo>
                    <a:pt x="41" y="1353"/>
                  </a:lnTo>
                  <a:lnTo>
                    <a:pt x="1" y="1555"/>
                  </a:lnTo>
                  <a:lnTo>
                    <a:pt x="1" y="1756"/>
                  </a:lnTo>
                  <a:lnTo>
                    <a:pt x="1" y="1958"/>
                  </a:lnTo>
                  <a:lnTo>
                    <a:pt x="41" y="2180"/>
                  </a:lnTo>
                  <a:lnTo>
                    <a:pt x="81" y="2402"/>
                  </a:lnTo>
                  <a:lnTo>
                    <a:pt x="202" y="2745"/>
                  </a:lnTo>
                  <a:lnTo>
                    <a:pt x="364" y="3088"/>
                  </a:lnTo>
                  <a:lnTo>
                    <a:pt x="566" y="3431"/>
                  </a:lnTo>
                  <a:lnTo>
                    <a:pt x="808" y="3754"/>
                  </a:lnTo>
                  <a:lnTo>
                    <a:pt x="1050" y="4037"/>
                  </a:lnTo>
                  <a:lnTo>
                    <a:pt x="1332" y="4299"/>
                  </a:lnTo>
                  <a:lnTo>
                    <a:pt x="1635" y="4521"/>
                  </a:lnTo>
                  <a:lnTo>
                    <a:pt x="1938" y="4703"/>
                  </a:lnTo>
                  <a:lnTo>
                    <a:pt x="2160" y="4804"/>
                  </a:lnTo>
                  <a:lnTo>
                    <a:pt x="2422" y="4864"/>
                  </a:lnTo>
                  <a:lnTo>
                    <a:pt x="2664" y="4925"/>
                  </a:lnTo>
                  <a:lnTo>
                    <a:pt x="3189" y="4925"/>
                  </a:lnTo>
                  <a:lnTo>
                    <a:pt x="3451" y="4864"/>
                  </a:lnTo>
                  <a:lnTo>
                    <a:pt x="3714" y="4804"/>
                  </a:lnTo>
                  <a:lnTo>
                    <a:pt x="3956" y="4682"/>
                  </a:lnTo>
                  <a:lnTo>
                    <a:pt x="4138" y="4582"/>
                  </a:lnTo>
                  <a:lnTo>
                    <a:pt x="4299" y="4460"/>
                  </a:lnTo>
                  <a:lnTo>
                    <a:pt x="4440" y="4319"/>
                  </a:lnTo>
                  <a:lnTo>
                    <a:pt x="4541" y="4178"/>
                  </a:lnTo>
                  <a:lnTo>
                    <a:pt x="4602" y="4057"/>
                  </a:lnTo>
                  <a:lnTo>
                    <a:pt x="4642" y="3916"/>
                  </a:lnTo>
                  <a:lnTo>
                    <a:pt x="4682" y="3795"/>
                  </a:lnTo>
                  <a:lnTo>
                    <a:pt x="4703" y="3633"/>
                  </a:lnTo>
                  <a:lnTo>
                    <a:pt x="4703" y="3492"/>
                  </a:lnTo>
                  <a:lnTo>
                    <a:pt x="4682" y="3310"/>
                  </a:lnTo>
                  <a:lnTo>
                    <a:pt x="4622" y="2947"/>
                  </a:lnTo>
                  <a:lnTo>
                    <a:pt x="4541" y="2664"/>
                  </a:lnTo>
                  <a:lnTo>
                    <a:pt x="4440" y="2362"/>
                  </a:lnTo>
                  <a:lnTo>
                    <a:pt x="4339" y="2099"/>
                  </a:lnTo>
                  <a:lnTo>
                    <a:pt x="4198" y="1817"/>
                  </a:lnTo>
                  <a:lnTo>
                    <a:pt x="4037" y="1555"/>
                  </a:lnTo>
                  <a:lnTo>
                    <a:pt x="3855" y="1312"/>
                  </a:lnTo>
                  <a:lnTo>
                    <a:pt x="3673" y="1070"/>
                  </a:lnTo>
                  <a:lnTo>
                    <a:pt x="3472" y="828"/>
                  </a:lnTo>
                  <a:lnTo>
                    <a:pt x="3189" y="566"/>
                  </a:lnTo>
                  <a:lnTo>
                    <a:pt x="3007" y="445"/>
                  </a:lnTo>
                  <a:lnTo>
                    <a:pt x="2826" y="324"/>
                  </a:lnTo>
                  <a:lnTo>
                    <a:pt x="2624" y="202"/>
                  </a:lnTo>
                  <a:lnTo>
                    <a:pt x="2422" y="102"/>
                  </a:lnTo>
                  <a:lnTo>
                    <a:pt x="2180" y="41"/>
                  </a:lnTo>
                  <a:lnTo>
                    <a:pt x="19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0"/>
            <p:cNvSpPr/>
            <p:nvPr/>
          </p:nvSpPr>
          <p:spPr>
            <a:xfrm rot="10800000">
              <a:off x="4850875" y="4692004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0"/>
            <p:cNvSpPr/>
            <p:nvPr/>
          </p:nvSpPr>
          <p:spPr>
            <a:xfrm rot="10800000">
              <a:off x="5935099" y="4759732"/>
              <a:ext cx="135464" cy="154584"/>
            </a:xfrm>
            <a:custGeom>
              <a:rect b="b" l="l" r="r" t="t"/>
              <a:pathLst>
                <a:path extrusionOk="0" h="2765" w="2423">
                  <a:moveTo>
                    <a:pt x="747" y="81"/>
                  </a:moveTo>
                  <a:lnTo>
                    <a:pt x="888" y="101"/>
                  </a:lnTo>
                  <a:lnTo>
                    <a:pt x="1050" y="121"/>
                  </a:lnTo>
                  <a:lnTo>
                    <a:pt x="1191" y="161"/>
                  </a:lnTo>
                  <a:lnTo>
                    <a:pt x="1332" y="202"/>
                  </a:lnTo>
                  <a:lnTo>
                    <a:pt x="1474" y="262"/>
                  </a:lnTo>
                  <a:lnTo>
                    <a:pt x="1615" y="343"/>
                  </a:lnTo>
                  <a:lnTo>
                    <a:pt x="1736" y="424"/>
                  </a:lnTo>
                  <a:lnTo>
                    <a:pt x="1837" y="505"/>
                  </a:lnTo>
                  <a:lnTo>
                    <a:pt x="1998" y="686"/>
                  </a:lnTo>
                  <a:lnTo>
                    <a:pt x="2140" y="888"/>
                  </a:lnTo>
                  <a:lnTo>
                    <a:pt x="2240" y="1130"/>
                  </a:lnTo>
                  <a:lnTo>
                    <a:pt x="2321" y="1372"/>
                  </a:lnTo>
                  <a:lnTo>
                    <a:pt x="2341" y="1635"/>
                  </a:lnTo>
                  <a:lnTo>
                    <a:pt x="2341" y="1897"/>
                  </a:lnTo>
                  <a:lnTo>
                    <a:pt x="2321" y="2018"/>
                  </a:lnTo>
                  <a:lnTo>
                    <a:pt x="2281" y="2139"/>
                  </a:lnTo>
                  <a:lnTo>
                    <a:pt x="2220" y="2260"/>
                  </a:lnTo>
                  <a:lnTo>
                    <a:pt x="2160" y="2381"/>
                  </a:lnTo>
                  <a:lnTo>
                    <a:pt x="2099" y="2442"/>
                  </a:lnTo>
                  <a:lnTo>
                    <a:pt x="2039" y="2543"/>
                  </a:lnTo>
                  <a:lnTo>
                    <a:pt x="1938" y="2603"/>
                  </a:lnTo>
                  <a:lnTo>
                    <a:pt x="1837" y="2664"/>
                  </a:lnTo>
                  <a:lnTo>
                    <a:pt x="1716" y="2684"/>
                  </a:lnTo>
                  <a:lnTo>
                    <a:pt x="1575" y="2684"/>
                  </a:lnTo>
                  <a:lnTo>
                    <a:pt x="1433" y="2623"/>
                  </a:lnTo>
                  <a:lnTo>
                    <a:pt x="1292" y="2563"/>
                  </a:lnTo>
                  <a:lnTo>
                    <a:pt x="1110" y="2422"/>
                  </a:lnTo>
                  <a:lnTo>
                    <a:pt x="929" y="2220"/>
                  </a:lnTo>
                  <a:lnTo>
                    <a:pt x="727" y="1978"/>
                  </a:lnTo>
                  <a:lnTo>
                    <a:pt x="525" y="1715"/>
                  </a:lnTo>
                  <a:lnTo>
                    <a:pt x="344" y="1433"/>
                  </a:lnTo>
                  <a:lnTo>
                    <a:pt x="202" y="1150"/>
                  </a:lnTo>
                  <a:lnTo>
                    <a:pt x="101" y="888"/>
                  </a:lnTo>
                  <a:lnTo>
                    <a:pt x="81" y="787"/>
                  </a:lnTo>
                  <a:lnTo>
                    <a:pt x="81" y="686"/>
                  </a:lnTo>
                  <a:lnTo>
                    <a:pt x="101" y="484"/>
                  </a:lnTo>
                  <a:lnTo>
                    <a:pt x="122" y="404"/>
                  </a:lnTo>
                  <a:lnTo>
                    <a:pt x="162" y="343"/>
                  </a:lnTo>
                  <a:lnTo>
                    <a:pt x="222" y="283"/>
                  </a:lnTo>
                  <a:lnTo>
                    <a:pt x="283" y="222"/>
                  </a:lnTo>
                  <a:lnTo>
                    <a:pt x="344" y="182"/>
                  </a:lnTo>
                  <a:lnTo>
                    <a:pt x="424" y="141"/>
                  </a:lnTo>
                  <a:lnTo>
                    <a:pt x="566" y="101"/>
                  </a:lnTo>
                  <a:lnTo>
                    <a:pt x="747" y="81"/>
                  </a:lnTo>
                  <a:close/>
                  <a:moveTo>
                    <a:pt x="767" y="0"/>
                  </a:moveTo>
                  <a:lnTo>
                    <a:pt x="566" y="20"/>
                  </a:lnTo>
                  <a:lnTo>
                    <a:pt x="384" y="61"/>
                  </a:lnTo>
                  <a:lnTo>
                    <a:pt x="303" y="101"/>
                  </a:lnTo>
                  <a:lnTo>
                    <a:pt x="222" y="161"/>
                  </a:lnTo>
                  <a:lnTo>
                    <a:pt x="162" y="222"/>
                  </a:lnTo>
                  <a:lnTo>
                    <a:pt x="101" y="303"/>
                  </a:lnTo>
                  <a:lnTo>
                    <a:pt x="61" y="383"/>
                  </a:lnTo>
                  <a:lnTo>
                    <a:pt x="21" y="464"/>
                  </a:lnTo>
                  <a:lnTo>
                    <a:pt x="1" y="565"/>
                  </a:lnTo>
                  <a:lnTo>
                    <a:pt x="1" y="666"/>
                  </a:lnTo>
                  <a:lnTo>
                    <a:pt x="1" y="787"/>
                  </a:lnTo>
                  <a:lnTo>
                    <a:pt x="21" y="908"/>
                  </a:lnTo>
                  <a:lnTo>
                    <a:pt x="61" y="1029"/>
                  </a:lnTo>
                  <a:lnTo>
                    <a:pt x="122" y="1170"/>
                  </a:lnTo>
                  <a:lnTo>
                    <a:pt x="263" y="1453"/>
                  </a:lnTo>
                  <a:lnTo>
                    <a:pt x="444" y="1756"/>
                  </a:lnTo>
                  <a:lnTo>
                    <a:pt x="646" y="2018"/>
                  </a:lnTo>
                  <a:lnTo>
                    <a:pt x="868" y="2280"/>
                  </a:lnTo>
                  <a:lnTo>
                    <a:pt x="1070" y="2482"/>
                  </a:lnTo>
                  <a:lnTo>
                    <a:pt x="1231" y="2623"/>
                  </a:lnTo>
                  <a:lnTo>
                    <a:pt x="1353" y="2684"/>
                  </a:lnTo>
                  <a:lnTo>
                    <a:pt x="1453" y="2724"/>
                  </a:lnTo>
                  <a:lnTo>
                    <a:pt x="1575" y="2765"/>
                  </a:lnTo>
                  <a:lnTo>
                    <a:pt x="1776" y="2765"/>
                  </a:lnTo>
                  <a:lnTo>
                    <a:pt x="1857" y="2744"/>
                  </a:lnTo>
                  <a:lnTo>
                    <a:pt x="1958" y="2684"/>
                  </a:lnTo>
                  <a:lnTo>
                    <a:pt x="2059" y="2623"/>
                  </a:lnTo>
                  <a:lnTo>
                    <a:pt x="2160" y="2523"/>
                  </a:lnTo>
                  <a:lnTo>
                    <a:pt x="2240" y="2422"/>
                  </a:lnTo>
                  <a:lnTo>
                    <a:pt x="2301" y="2301"/>
                  </a:lnTo>
                  <a:lnTo>
                    <a:pt x="2362" y="2159"/>
                  </a:lnTo>
                  <a:lnTo>
                    <a:pt x="2402" y="2038"/>
                  </a:lnTo>
                  <a:lnTo>
                    <a:pt x="2422" y="1897"/>
                  </a:lnTo>
                  <a:lnTo>
                    <a:pt x="2422" y="1776"/>
                  </a:lnTo>
                  <a:lnTo>
                    <a:pt x="2422" y="1635"/>
                  </a:lnTo>
                  <a:lnTo>
                    <a:pt x="2402" y="1372"/>
                  </a:lnTo>
                  <a:lnTo>
                    <a:pt x="2321" y="1110"/>
                  </a:lnTo>
                  <a:lnTo>
                    <a:pt x="2200" y="868"/>
                  </a:lnTo>
                  <a:lnTo>
                    <a:pt x="2059" y="626"/>
                  </a:lnTo>
                  <a:lnTo>
                    <a:pt x="1877" y="444"/>
                  </a:lnTo>
                  <a:lnTo>
                    <a:pt x="1736" y="323"/>
                  </a:lnTo>
                  <a:lnTo>
                    <a:pt x="1575" y="222"/>
                  </a:lnTo>
                  <a:lnTo>
                    <a:pt x="1393" y="141"/>
                  </a:lnTo>
                  <a:lnTo>
                    <a:pt x="1171" y="61"/>
                  </a:lnTo>
                  <a:lnTo>
                    <a:pt x="969" y="20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40"/>
            <p:cNvSpPr/>
            <p:nvPr/>
          </p:nvSpPr>
          <p:spPr>
            <a:xfrm rot="10800000">
              <a:off x="5074290" y="5064293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0"/>
            <p:cNvSpPr/>
            <p:nvPr/>
          </p:nvSpPr>
          <p:spPr>
            <a:xfrm rot="10800000">
              <a:off x="5370998" y="5496405"/>
              <a:ext cx="453633" cy="455870"/>
            </a:xfrm>
            <a:custGeom>
              <a:rect b="b" l="l" r="r" t="t"/>
              <a:pathLst>
                <a:path extrusionOk="0" h="8154" w="8114">
                  <a:moveTo>
                    <a:pt x="1010" y="81"/>
                  </a:moveTo>
                  <a:lnTo>
                    <a:pt x="1151" y="101"/>
                  </a:lnTo>
                  <a:lnTo>
                    <a:pt x="1413" y="162"/>
                  </a:lnTo>
                  <a:lnTo>
                    <a:pt x="1696" y="263"/>
                  </a:lnTo>
                  <a:lnTo>
                    <a:pt x="1938" y="384"/>
                  </a:lnTo>
                  <a:lnTo>
                    <a:pt x="2200" y="545"/>
                  </a:lnTo>
                  <a:lnTo>
                    <a:pt x="2422" y="707"/>
                  </a:lnTo>
                  <a:lnTo>
                    <a:pt x="2644" y="888"/>
                  </a:lnTo>
                  <a:lnTo>
                    <a:pt x="3108" y="1251"/>
                  </a:lnTo>
                  <a:lnTo>
                    <a:pt x="3552" y="1635"/>
                  </a:lnTo>
                  <a:lnTo>
                    <a:pt x="3976" y="2039"/>
                  </a:lnTo>
                  <a:lnTo>
                    <a:pt x="4400" y="2422"/>
                  </a:lnTo>
                  <a:lnTo>
                    <a:pt x="4783" y="2826"/>
                  </a:lnTo>
                  <a:lnTo>
                    <a:pt x="5167" y="3229"/>
                  </a:lnTo>
                  <a:lnTo>
                    <a:pt x="5530" y="3653"/>
                  </a:lnTo>
                  <a:lnTo>
                    <a:pt x="5873" y="4077"/>
                  </a:lnTo>
                  <a:lnTo>
                    <a:pt x="6196" y="4500"/>
                  </a:lnTo>
                  <a:lnTo>
                    <a:pt x="6499" y="4924"/>
                  </a:lnTo>
                  <a:lnTo>
                    <a:pt x="6781" y="5348"/>
                  </a:lnTo>
                  <a:lnTo>
                    <a:pt x="7064" y="5792"/>
                  </a:lnTo>
                  <a:lnTo>
                    <a:pt x="7306" y="6236"/>
                  </a:lnTo>
                  <a:lnTo>
                    <a:pt x="7548" y="6680"/>
                  </a:lnTo>
                  <a:lnTo>
                    <a:pt x="7770" y="7144"/>
                  </a:lnTo>
                  <a:lnTo>
                    <a:pt x="7972" y="7588"/>
                  </a:lnTo>
                  <a:lnTo>
                    <a:pt x="8012" y="7729"/>
                  </a:lnTo>
                  <a:lnTo>
                    <a:pt x="8032" y="7871"/>
                  </a:lnTo>
                  <a:lnTo>
                    <a:pt x="8032" y="7931"/>
                  </a:lnTo>
                  <a:lnTo>
                    <a:pt x="8012" y="7992"/>
                  </a:lnTo>
                  <a:lnTo>
                    <a:pt x="7972" y="8032"/>
                  </a:lnTo>
                  <a:lnTo>
                    <a:pt x="7932" y="8052"/>
                  </a:lnTo>
                  <a:lnTo>
                    <a:pt x="7851" y="8072"/>
                  </a:lnTo>
                  <a:lnTo>
                    <a:pt x="7790" y="8072"/>
                  </a:lnTo>
                  <a:lnTo>
                    <a:pt x="7649" y="8012"/>
                  </a:lnTo>
                  <a:lnTo>
                    <a:pt x="7346" y="7830"/>
                  </a:lnTo>
                  <a:lnTo>
                    <a:pt x="7084" y="7628"/>
                  </a:lnTo>
                  <a:lnTo>
                    <a:pt x="6822" y="7386"/>
                  </a:lnTo>
                  <a:lnTo>
                    <a:pt x="6559" y="7164"/>
                  </a:lnTo>
                  <a:lnTo>
                    <a:pt x="2523" y="3310"/>
                  </a:lnTo>
                  <a:lnTo>
                    <a:pt x="2180" y="3007"/>
                  </a:lnTo>
                  <a:lnTo>
                    <a:pt x="1514" y="2462"/>
                  </a:lnTo>
                  <a:lnTo>
                    <a:pt x="1151" y="2119"/>
                  </a:lnTo>
                  <a:lnTo>
                    <a:pt x="808" y="1776"/>
                  </a:lnTo>
                  <a:lnTo>
                    <a:pt x="485" y="1413"/>
                  </a:lnTo>
                  <a:lnTo>
                    <a:pt x="364" y="1251"/>
                  </a:lnTo>
                  <a:lnTo>
                    <a:pt x="243" y="1070"/>
                  </a:lnTo>
                  <a:lnTo>
                    <a:pt x="162" y="908"/>
                  </a:lnTo>
                  <a:lnTo>
                    <a:pt x="102" y="767"/>
                  </a:lnTo>
                  <a:lnTo>
                    <a:pt x="81" y="626"/>
                  </a:lnTo>
                  <a:lnTo>
                    <a:pt x="81" y="485"/>
                  </a:lnTo>
                  <a:lnTo>
                    <a:pt x="122" y="424"/>
                  </a:lnTo>
                  <a:lnTo>
                    <a:pt x="142" y="364"/>
                  </a:lnTo>
                  <a:lnTo>
                    <a:pt x="243" y="263"/>
                  </a:lnTo>
                  <a:lnTo>
                    <a:pt x="404" y="182"/>
                  </a:lnTo>
                  <a:lnTo>
                    <a:pt x="606" y="101"/>
                  </a:lnTo>
                  <a:lnTo>
                    <a:pt x="747" y="81"/>
                  </a:lnTo>
                  <a:close/>
                  <a:moveTo>
                    <a:pt x="727" y="0"/>
                  </a:moveTo>
                  <a:lnTo>
                    <a:pt x="586" y="41"/>
                  </a:lnTo>
                  <a:lnTo>
                    <a:pt x="364" y="101"/>
                  </a:lnTo>
                  <a:lnTo>
                    <a:pt x="203" y="202"/>
                  </a:lnTo>
                  <a:lnTo>
                    <a:pt x="122" y="263"/>
                  </a:lnTo>
                  <a:lnTo>
                    <a:pt x="81" y="323"/>
                  </a:lnTo>
                  <a:lnTo>
                    <a:pt x="41" y="384"/>
                  </a:lnTo>
                  <a:lnTo>
                    <a:pt x="21" y="464"/>
                  </a:lnTo>
                  <a:lnTo>
                    <a:pt x="1" y="606"/>
                  </a:lnTo>
                  <a:lnTo>
                    <a:pt x="21" y="767"/>
                  </a:lnTo>
                  <a:lnTo>
                    <a:pt x="81" y="908"/>
                  </a:lnTo>
                  <a:lnTo>
                    <a:pt x="162" y="1090"/>
                  </a:lnTo>
                  <a:lnTo>
                    <a:pt x="263" y="1251"/>
                  </a:lnTo>
                  <a:lnTo>
                    <a:pt x="404" y="1433"/>
                  </a:lnTo>
                  <a:lnTo>
                    <a:pt x="707" y="1796"/>
                  </a:lnTo>
                  <a:lnTo>
                    <a:pt x="1070" y="2139"/>
                  </a:lnTo>
                  <a:lnTo>
                    <a:pt x="1434" y="2482"/>
                  </a:lnTo>
                  <a:lnTo>
                    <a:pt x="2120" y="3088"/>
                  </a:lnTo>
                  <a:lnTo>
                    <a:pt x="2463" y="3370"/>
                  </a:lnTo>
                  <a:lnTo>
                    <a:pt x="6499" y="7225"/>
                  </a:lnTo>
                  <a:lnTo>
                    <a:pt x="6761" y="7467"/>
                  </a:lnTo>
                  <a:lnTo>
                    <a:pt x="7023" y="7689"/>
                  </a:lnTo>
                  <a:lnTo>
                    <a:pt x="7306" y="7911"/>
                  </a:lnTo>
                  <a:lnTo>
                    <a:pt x="7609" y="8093"/>
                  </a:lnTo>
                  <a:lnTo>
                    <a:pt x="7730" y="8133"/>
                  </a:lnTo>
                  <a:lnTo>
                    <a:pt x="7851" y="8153"/>
                  </a:lnTo>
                  <a:lnTo>
                    <a:pt x="7911" y="8153"/>
                  </a:lnTo>
                  <a:lnTo>
                    <a:pt x="7972" y="8133"/>
                  </a:lnTo>
                  <a:lnTo>
                    <a:pt x="8032" y="8093"/>
                  </a:lnTo>
                  <a:lnTo>
                    <a:pt x="8073" y="8032"/>
                  </a:lnTo>
                  <a:lnTo>
                    <a:pt x="8093" y="7971"/>
                  </a:lnTo>
                  <a:lnTo>
                    <a:pt x="8113" y="7891"/>
                  </a:lnTo>
                  <a:lnTo>
                    <a:pt x="8093" y="7729"/>
                  </a:lnTo>
                  <a:lnTo>
                    <a:pt x="8032" y="7568"/>
                  </a:lnTo>
                  <a:lnTo>
                    <a:pt x="7831" y="7104"/>
                  </a:lnTo>
                  <a:lnTo>
                    <a:pt x="7629" y="6640"/>
                  </a:lnTo>
                  <a:lnTo>
                    <a:pt x="7387" y="6196"/>
                  </a:lnTo>
                  <a:lnTo>
                    <a:pt x="7124" y="5752"/>
                  </a:lnTo>
                  <a:lnTo>
                    <a:pt x="6862" y="5308"/>
                  </a:lnTo>
                  <a:lnTo>
                    <a:pt x="6559" y="4884"/>
                  </a:lnTo>
                  <a:lnTo>
                    <a:pt x="6257" y="4440"/>
                  </a:lnTo>
                  <a:lnTo>
                    <a:pt x="5934" y="4016"/>
                  </a:lnTo>
                  <a:lnTo>
                    <a:pt x="5591" y="3592"/>
                  </a:lnTo>
                  <a:lnTo>
                    <a:pt x="5227" y="3189"/>
                  </a:lnTo>
                  <a:lnTo>
                    <a:pt x="4844" y="2785"/>
                  </a:lnTo>
                  <a:lnTo>
                    <a:pt x="4461" y="2382"/>
                  </a:lnTo>
                  <a:lnTo>
                    <a:pt x="4037" y="1978"/>
                  </a:lnTo>
                  <a:lnTo>
                    <a:pt x="3613" y="1574"/>
                  </a:lnTo>
                  <a:lnTo>
                    <a:pt x="3169" y="1191"/>
                  </a:lnTo>
                  <a:lnTo>
                    <a:pt x="2705" y="808"/>
                  </a:lnTo>
                  <a:lnTo>
                    <a:pt x="2463" y="646"/>
                  </a:lnTo>
                  <a:lnTo>
                    <a:pt x="2221" y="464"/>
                  </a:lnTo>
                  <a:lnTo>
                    <a:pt x="1978" y="323"/>
                  </a:lnTo>
                  <a:lnTo>
                    <a:pt x="1716" y="182"/>
                  </a:lnTo>
                  <a:lnTo>
                    <a:pt x="1434" y="81"/>
                  </a:lnTo>
                  <a:lnTo>
                    <a:pt x="1151" y="21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0"/>
            <p:cNvSpPr/>
            <p:nvPr/>
          </p:nvSpPr>
          <p:spPr>
            <a:xfrm rot="10800000">
              <a:off x="4727969" y="5773987"/>
              <a:ext cx="101584" cy="100466"/>
            </a:xfrm>
            <a:custGeom>
              <a:rect b="b" l="l" r="r" t="t"/>
              <a:pathLst>
                <a:path extrusionOk="0" h="1797" w="1817">
                  <a:moveTo>
                    <a:pt x="909" y="1"/>
                  </a:moveTo>
                  <a:lnTo>
                    <a:pt x="727" y="21"/>
                  </a:lnTo>
                  <a:lnTo>
                    <a:pt x="566" y="61"/>
                  </a:lnTo>
                  <a:lnTo>
                    <a:pt x="404" y="142"/>
                  </a:lnTo>
                  <a:lnTo>
                    <a:pt x="283" y="263"/>
                  </a:lnTo>
                  <a:lnTo>
                    <a:pt x="162" y="384"/>
                  </a:lnTo>
                  <a:lnTo>
                    <a:pt x="81" y="546"/>
                  </a:lnTo>
                  <a:lnTo>
                    <a:pt x="21" y="707"/>
                  </a:lnTo>
                  <a:lnTo>
                    <a:pt x="1" y="889"/>
                  </a:lnTo>
                  <a:lnTo>
                    <a:pt x="21" y="1070"/>
                  </a:lnTo>
                  <a:lnTo>
                    <a:pt x="81" y="1252"/>
                  </a:lnTo>
                  <a:lnTo>
                    <a:pt x="162" y="1393"/>
                  </a:lnTo>
                  <a:lnTo>
                    <a:pt x="283" y="1534"/>
                  </a:lnTo>
                  <a:lnTo>
                    <a:pt x="404" y="1635"/>
                  </a:lnTo>
                  <a:lnTo>
                    <a:pt x="566" y="1716"/>
                  </a:lnTo>
                  <a:lnTo>
                    <a:pt x="727" y="1777"/>
                  </a:lnTo>
                  <a:lnTo>
                    <a:pt x="909" y="1797"/>
                  </a:lnTo>
                  <a:lnTo>
                    <a:pt x="1090" y="1777"/>
                  </a:lnTo>
                  <a:lnTo>
                    <a:pt x="1272" y="1716"/>
                  </a:lnTo>
                  <a:lnTo>
                    <a:pt x="1413" y="1635"/>
                  </a:lnTo>
                  <a:lnTo>
                    <a:pt x="1554" y="1534"/>
                  </a:lnTo>
                  <a:lnTo>
                    <a:pt x="1655" y="1393"/>
                  </a:lnTo>
                  <a:lnTo>
                    <a:pt x="1736" y="1252"/>
                  </a:lnTo>
                  <a:lnTo>
                    <a:pt x="1797" y="1070"/>
                  </a:lnTo>
                  <a:lnTo>
                    <a:pt x="1817" y="889"/>
                  </a:lnTo>
                  <a:lnTo>
                    <a:pt x="1797" y="707"/>
                  </a:lnTo>
                  <a:lnTo>
                    <a:pt x="1736" y="546"/>
                  </a:lnTo>
                  <a:lnTo>
                    <a:pt x="1655" y="384"/>
                  </a:lnTo>
                  <a:lnTo>
                    <a:pt x="1554" y="263"/>
                  </a:lnTo>
                  <a:lnTo>
                    <a:pt x="1413" y="142"/>
                  </a:lnTo>
                  <a:lnTo>
                    <a:pt x="1272" y="61"/>
                  </a:lnTo>
                  <a:lnTo>
                    <a:pt x="1090" y="21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40"/>
            <p:cNvSpPr/>
            <p:nvPr/>
          </p:nvSpPr>
          <p:spPr>
            <a:xfrm rot="10800000">
              <a:off x="4725677" y="5771695"/>
              <a:ext cx="106112" cy="104994"/>
            </a:xfrm>
            <a:custGeom>
              <a:rect b="b" l="l" r="r" t="t"/>
              <a:pathLst>
                <a:path extrusionOk="0" h="1878" w="1898">
                  <a:moveTo>
                    <a:pt x="949" y="81"/>
                  </a:moveTo>
                  <a:lnTo>
                    <a:pt x="1130" y="101"/>
                  </a:lnTo>
                  <a:lnTo>
                    <a:pt x="1292" y="142"/>
                  </a:lnTo>
                  <a:lnTo>
                    <a:pt x="1433" y="222"/>
                  </a:lnTo>
                  <a:lnTo>
                    <a:pt x="1554" y="323"/>
                  </a:lnTo>
                  <a:lnTo>
                    <a:pt x="1655" y="444"/>
                  </a:lnTo>
                  <a:lnTo>
                    <a:pt x="1736" y="606"/>
                  </a:lnTo>
                  <a:lnTo>
                    <a:pt x="1796" y="767"/>
                  </a:lnTo>
                  <a:lnTo>
                    <a:pt x="1816" y="929"/>
                  </a:lnTo>
                  <a:lnTo>
                    <a:pt x="1796" y="1110"/>
                  </a:lnTo>
                  <a:lnTo>
                    <a:pt x="1736" y="1272"/>
                  </a:lnTo>
                  <a:lnTo>
                    <a:pt x="1655" y="1413"/>
                  </a:lnTo>
                  <a:lnTo>
                    <a:pt x="1554" y="1534"/>
                  </a:lnTo>
                  <a:lnTo>
                    <a:pt x="1433" y="1655"/>
                  </a:lnTo>
                  <a:lnTo>
                    <a:pt x="1292" y="1736"/>
                  </a:lnTo>
                  <a:lnTo>
                    <a:pt x="1130" y="1776"/>
                  </a:lnTo>
                  <a:lnTo>
                    <a:pt x="949" y="1796"/>
                  </a:lnTo>
                  <a:lnTo>
                    <a:pt x="787" y="1776"/>
                  </a:lnTo>
                  <a:lnTo>
                    <a:pt x="626" y="1736"/>
                  </a:lnTo>
                  <a:lnTo>
                    <a:pt x="464" y="1655"/>
                  </a:lnTo>
                  <a:lnTo>
                    <a:pt x="343" y="1534"/>
                  </a:lnTo>
                  <a:lnTo>
                    <a:pt x="242" y="1413"/>
                  </a:lnTo>
                  <a:lnTo>
                    <a:pt x="162" y="1272"/>
                  </a:lnTo>
                  <a:lnTo>
                    <a:pt x="101" y="1110"/>
                  </a:lnTo>
                  <a:lnTo>
                    <a:pt x="81" y="929"/>
                  </a:lnTo>
                  <a:lnTo>
                    <a:pt x="101" y="767"/>
                  </a:lnTo>
                  <a:lnTo>
                    <a:pt x="162" y="606"/>
                  </a:lnTo>
                  <a:lnTo>
                    <a:pt x="242" y="444"/>
                  </a:lnTo>
                  <a:lnTo>
                    <a:pt x="343" y="323"/>
                  </a:lnTo>
                  <a:lnTo>
                    <a:pt x="464" y="222"/>
                  </a:lnTo>
                  <a:lnTo>
                    <a:pt x="626" y="142"/>
                  </a:lnTo>
                  <a:lnTo>
                    <a:pt x="787" y="101"/>
                  </a:lnTo>
                  <a:lnTo>
                    <a:pt x="949" y="81"/>
                  </a:lnTo>
                  <a:close/>
                  <a:moveTo>
                    <a:pt x="949" y="0"/>
                  </a:moveTo>
                  <a:lnTo>
                    <a:pt x="767" y="21"/>
                  </a:lnTo>
                  <a:lnTo>
                    <a:pt x="585" y="61"/>
                  </a:lnTo>
                  <a:lnTo>
                    <a:pt x="424" y="162"/>
                  </a:lnTo>
                  <a:lnTo>
                    <a:pt x="283" y="263"/>
                  </a:lnTo>
                  <a:lnTo>
                    <a:pt x="162" y="404"/>
                  </a:lnTo>
                  <a:lnTo>
                    <a:pt x="81" y="565"/>
                  </a:lnTo>
                  <a:lnTo>
                    <a:pt x="20" y="747"/>
                  </a:lnTo>
                  <a:lnTo>
                    <a:pt x="0" y="929"/>
                  </a:lnTo>
                  <a:lnTo>
                    <a:pt x="20" y="1130"/>
                  </a:lnTo>
                  <a:lnTo>
                    <a:pt x="81" y="1292"/>
                  </a:lnTo>
                  <a:lnTo>
                    <a:pt x="162" y="1453"/>
                  </a:lnTo>
                  <a:lnTo>
                    <a:pt x="283" y="1595"/>
                  </a:lnTo>
                  <a:lnTo>
                    <a:pt x="424" y="1716"/>
                  </a:lnTo>
                  <a:lnTo>
                    <a:pt x="585" y="1796"/>
                  </a:lnTo>
                  <a:lnTo>
                    <a:pt x="767" y="1857"/>
                  </a:lnTo>
                  <a:lnTo>
                    <a:pt x="949" y="1877"/>
                  </a:lnTo>
                  <a:lnTo>
                    <a:pt x="1150" y="1857"/>
                  </a:lnTo>
                  <a:lnTo>
                    <a:pt x="1312" y="1796"/>
                  </a:lnTo>
                  <a:lnTo>
                    <a:pt x="1473" y="1716"/>
                  </a:lnTo>
                  <a:lnTo>
                    <a:pt x="1615" y="1595"/>
                  </a:lnTo>
                  <a:lnTo>
                    <a:pt x="1736" y="1453"/>
                  </a:lnTo>
                  <a:lnTo>
                    <a:pt x="1816" y="1292"/>
                  </a:lnTo>
                  <a:lnTo>
                    <a:pt x="1877" y="1130"/>
                  </a:lnTo>
                  <a:lnTo>
                    <a:pt x="1897" y="929"/>
                  </a:lnTo>
                  <a:lnTo>
                    <a:pt x="1877" y="747"/>
                  </a:lnTo>
                  <a:lnTo>
                    <a:pt x="1816" y="565"/>
                  </a:lnTo>
                  <a:lnTo>
                    <a:pt x="1736" y="404"/>
                  </a:lnTo>
                  <a:lnTo>
                    <a:pt x="1615" y="263"/>
                  </a:lnTo>
                  <a:lnTo>
                    <a:pt x="1473" y="162"/>
                  </a:lnTo>
                  <a:lnTo>
                    <a:pt x="1312" y="61"/>
                  </a:lnTo>
                  <a:lnTo>
                    <a:pt x="1150" y="21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0"/>
            <p:cNvSpPr/>
            <p:nvPr/>
          </p:nvSpPr>
          <p:spPr>
            <a:xfrm rot="10800000">
              <a:off x="5991512" y="4807087"/>
              <a:ext cx="4584" cy="55348"/>
            </a:xfrm>
            <a:custGeom>
              <a:rect b="b" l="l" r="r" t="t"/>
              <a:pathLst>
                <a:path extrusionOk="0" h="990" w="82">
                  <a:moveTo>
                    <a:pt x="0" y="0"/>
                  </a:moveTo>
                  <a:lnTo>
                    <a:pt x="0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0"/>
            <p:cNvSpPr/>
            <p:nvPr/>
          </p:nvSpPr>
          <p:spPr>
            <a:xfrm rot="10800000">
              <a:off x="5966688" y="4833084"/>
              <a:ext cx="55348" cy="4529"/>
            </a:xfrm>
            <a:custGeom>
              <a:rect b="b" l="l" r="r" t="t"/>
              <a:pathLst>
                <a:path extrusionOk="0" h="81" w="990">
                  <a:moveTo>
                    <a:pt x="0" y="0"/>
                  </a:moveTo>
                  <a:lnTo>
                    <a:pt x="0" y="81"/>
                  </a:lnTo>
                  <a:lnTo>
                    <a:pt x="989" y="81"/>
                  </a:lnTo>
                  <a:lnTo>
                    <a:pt x="9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82" name="Google Shape;3282;p40"/>
          <p:cNvSpPr/>
          <p:nvPr/>
        </p:nvSpPr>
        <p:spPr>
          <a:xfrm>
            <a:off x="-354230" y="30783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283" name="Shape 3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4" name="Google Shape;3284;p41"/>
          <p:cNvSpPr/>
          <p:nvPr/>
        </p:nvSpPr>
        <p:spPr>
          <a:xfrm flipH="1">
            <a:off x="0" y="4591500"/>
            <a:ext cx="9144000" cy="552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5" name="Google Shape;3285;p41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86" name="Google Shape;3286;p41"/>
          <p:cNvSpPr/>
          <p:nvPr/>
        </p:nvSpPr>
        <p:spPr>
          <a:xfrm>
            <a:off x="8574900" y="19603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7" name="Google Shape;3287;p41"/>
          <p:cNvSpPr/>
          <p:nvPr/>
        </p:nvSpPr>
        <p:spPr>
          <a:xfrm>
            <a:off x="8574913" y="72776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88" name="Google Shape;3288;p41"/>
          <p:cNvGrpSpPr/>
          <p:nvPr/>
        </p:nvGrpSpPr>
        <p:grpSpPr>
          <a:xfrm>
            <a:off x="-4552" y="1997778"/>
            <a:ext cx="717765" cy="1144906"/>
            <a:chOff x="-4552" y="1997778"/>
            <a:chExt cx="717765" cy="1144906"/>
          </a:xfrm>
        </p:grpSpPr>
        <p:sp>
          <p:nvSpPr>
            <p:cNvPr id="3289" name="Google Shape;3289;p41"/>
            <p:cNvSpPr/>
            <p:nvPr/>
          </p:nvSpPr>
          <p:spPr>
            <a:xfrm>
              <a:off x="330286" y="2465335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41"/>
            <p:cNvSpPr/>
            <p:nvPr/>
          </p:nvSpPr>
          <p:spPr>
            <a:xfrm>
              <a:off x="491988" y="2618642"/>
              <a:ext cx="56484" cy="5268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41"/>
            <p:cNvSpPr/>
            <p:nvPr/>
          </p:nvSpPr>
          <p:spPr>
            <a:xfrm>
              <a:off x="1564" y="1997778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1"/>
            <p:cNvSpPr/>
            <p:nvPr/>
          </p:nvSpPr>
          <p:spPr>
            <a:xfrm>
              <a:off x="168584" y="1997778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1"/>
            <p:cNvSpPr/>
            <p:nvPr/>
          </p:nvSpPr>
          <p:spPr>
            <a:xfrm>
              <a:off x="493508" y="3084680"/>
              <a:ext cx="57243" cy="55724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41"/>
            <p:cNvSpPr/>
            <p:nvPr/>
          </p:nvSpPr>
          <p:spPr>
            <a:xfrm>
              <a:off x="3083" y="2153402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41"/>
            <p:cNvSpPr/>
            <p:nvPr/>
          </p:nvSpPr>
          <p:spPr>
            <a:xfrm>
              <a:off x="166305" y="2152643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41"/>
            <p:cNvSpPr/>
            <p:nvPr/>
          </p:nvSpPr>
          <p:spPr>
            <a:xfrm>
              <a:off x="332565" y="2153402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41"/>
            <p:cNvSpPr/>
            <p:nvPr/>
          </p:nvSpPr>
          <p:spPr>
            <a:xfrm>
              <a:off x="328007" y="3086200"/>
              <a:ext cx="58003" cy="51888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41"/>
            <p:cNvSpPr/>
            <p:nvPr/>
          </p:nvSpPr>
          <p:spPr>
            <a:xfrm>
              <a:off x="163266" y="3083161"/>
              <a:ext cx="61042" cy="59522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41"/>
            <p:cNvSpPr/>
            <p:nvPr/>
          </p:nvSpPr>
          <p:spPr>
            <a:xfrm>
              <a:off x="804" y="3083921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41"/>
            <p:cNvSpPr/>
            <p:nvPr/>
          </p:nvSpPr>
          <p:spPr>
            <a:xfrm>
              <a:off x="495027" y="2931373"/>
              <a:ext cx="55724" cy="51888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41"/>
            <p:cNvSpPr/>
            <p:nvPr/>
          </p:nvSpPr>
          <p:spPr>
            <a:xfrm>
              <a:off x="-4552" y="2304393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41"/>
            <p:cNvSpPr/>
            <p:nvPr/>
          </p:nvSpPr>
          <p:spPr>
            <a:xfrm>
              <a:off x="167824" y="2308989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41"/>
            <p:cNvSpPr/>
            <p:nvPr/>
          </p:nvSpPr>
          <p:spPr>
            <a:xfrm>
              <a:off x="332565" y="2309748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41"/>
            <p:cNvSpPr/>
            <p:nvPr/>
          </p:nvSpPr>
          <p:spPr>
            <a:xfrm>
              <a:off x="330286" y="2925257"/>
              <a:ext cx="54964" cy="60282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41"/>
            <p:cNvSpPr/>
            <p:nvPr/>
          </p:nvSpPr>
          <p:spPr>
            <a:xfrm>
              <a:off x="164785" y="2929854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41"/>
            <p:cNvSpPr/>
            <p:nvPr/>
          </p:nvSpPr>
          <p:spPr>
            <a:xfrm>
              <a:off x="804" y="2926017"/>
              <a:ext cx="57243" cy="58003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41"/>
            <p:cNvSpPr/>
            <p:nvPr/>
          </p:nvSpPr>
          <p:spPr>
            <a:xfrm>
              <a:off x="494267" y="2774229"/>
              <a:ext cx="54205" cy="51166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41"/>
            <p:cNvSpPr/>
            <p:nvPr/>
          </p:nvSpPr>
          <p:spPr>
            <a:xfrm>
              <a:off x="-1475" y="2463816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41"/>
            <p:cNvSpPr/>
            <p:nvPr/>
          </p:nvSpPr>
          <p:spPr>
            <a:xfrm>
              <a:off x="167065" y="2464575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41"/>
            <p:cNvSpPr/>
            <p:nvPr/>
          </p:nvSpPr>
          <p:spPr>
            <a:xfrm>
              <a:off x="333363" y="1998575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41"/>
            <p:cNvSpPr/>
            <p:nvPr/>
          </p:nvSpPr>
          <p:spPr>
            <a:xfrm>
              <a:off x="330286" y="2775786"/>
              <a:ext cx="54205" cy="50368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41"/>
            <p:cNvSpPr/>
            <p:nvPr/>
          </p:nvSpPr>
          <p:spPr>
            <a:xfrm>
              <a:off x="162506" y="2771190"/>
              <a:ext cx="70196" cy="58003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1"/>
            <p:cNvSpPr/>
            <p:nvPr/>
          </p:nvSpPr>
          <p:spPr>
            <a:xfrm>
              <a:off x="804" y="2773469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1"/>
            <p:cNvSpPr/>
            <p:nvPr/>
          </p:nvSpPr>
          <p:spPr>
            <a:xfrm>
              <a:off x="326488" y="2620922"/>
              <a:ext cx="57243" cy="5420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1"/>
            <p:cNvSpPr/>
            <p:nvPr/>
          </p:nvSpPr>
          <p:spPr>
            <a:xfrm>
              <a:off x="804" y="2619402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1"/>
            <p:cNvSpPr/>
            <p:nvPr/>
          </p:nvSpPr>
          <p:spPr>
            <a:xfrm>
              <a:off x="167065" y="2617883"/>
              <a:ext cx="58003" cy="54964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1"/>
            <p:cNvSpPr/>
            <p:nvPr/>
          </p:nvSpPr>
          <p:spPr>
            <a:xfrm>
              <a:off x="497344" y="2000854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1"/>
            <p:cNvSpPr/>
            <p:nvPr/>
          </p:nvSpPr>
          <p:spPr>
            <a:xfrm>
              <a:off x="659806" y="2621681"/>
              <a:ext cx="51888" cy="48089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1"/>
            <p:cNvSpPr/>
            <p:nvPr/>
          </p:nvSpPr>
          <p:spPr>
            <a:xfrm>
              <a:off x="649094" y="3085440"/>
              <a:ext cx="63359" cy="54964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1"/>
            <p:cNvSpPr/>
            <p:nvPr/>
          </p:nvSpPr>
          <p:spPr>
            <a:xfrm>
              <a:off x="495787" y="2465335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1"/>
            <p:cNvSpPr/>
            <p:nvPr/>
          </p:nvSpPr>
          <p:spPr>
            <a:xfrm>
              <a:off x="659046" y="2776546"/>
              <a:ext cx="53407" cy="51128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1"/>
            <p:cNvSpPr/>
            <p:nvPr/>
          </p:nvSpPr>
          <p:spPr>
            <a:xfrm>
              <a:off x="496584" y="2155681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1"/>
            <p:cNvSpPr/>
            <p:nvPr/>
          </p:nvSpPr>
          <p:spPr>
            <a:xfrm>
              <a:off x="495787" y="2311268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1"/>
            <p:cNvSpPr/>
            <p:nvPr/>
          </p:nvSpPr>
          <p:spPr>
            <a:xfrm>
              <a:off x="658249" y="2931373"/>
              <a:ext cx="54964" cy="51128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1"/>
            <p:cNvSpPr/>
            <p:nvPr/>
          </p:nvSpPr>
          <p:spPr>
            <a:xfrm>
              <a:off x="659806" y="2467614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1"/>
            <p:cNvSpPr/>
            <p:nvPr/>
          </p:nvSpPr>
          <p:spPr>
            <a:xfrm>
              <a:off x="658249" y="2312787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1"/>
            <p:cNvSpPr/>
            <p:nvPr/>
          </p:nvSpPr>
          <p:spPr>
            <a:xfrm>
              <a:off x="660566" y="2157201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1"/>
            <p:cNvSpPr/>
            <p:nvPr/>
          </p:nvSpPr>
          <p:spPr>
            <a:xfrm>
              <a:off x="661325" y="2001614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29" name="Google Shape;3329;p41"/>
          <p:cNvSpPr/>
          <p:nvPr/>
        </p:nvSpPr>
        <p:spPr>
          <a:xfrm flipH="1" rot="-4956197">
            <a:off x="7632555" y="3926549"/>
            <a:ext cx="1596445" cy="180296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0" name="Google Shape;3330;p41"/>
          <p:cNvSpPr/>
          <p:nvPr/>
        </p:nvSpPr>
        <p:spPr>
          <a:xfrm flipH="1" rot="-4956197">
            <a:off x="7746076" y="3985059"/>
            <a:ext cx="1395625" cy="1650676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1" name="Google Shape;3331;p41"/>
          <p:cNvSpPr/>
          <p:nvPr/>
        </p:nvSpPr>
        <p:spPr>
          <a:xfrm flipH="1" rot="-4956197">
            <a:off x="7846970" y="4097316"/>
            <a:ext cx="1193686" cy="1427269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2" name="Google Shape;3332;p41"/>
          <p:cNvSpPr/>
          <p:nvPr/>
        </p:nvSpPr>
        <p:spPr>
          <a:xfrm flipH="1" rot="-4956197">
            <a:off x="7975705" y="4243332"/>
            <a:ext cx="901512" cy="1104569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3" name="Google Shape;3333;p41"/>
          <p:cNvSpPr/>
          <p:nvPr/>
        </p:nvSpPr>
        <p:spPr>
          <a:xfrm flipH="1">
            <a:off x="50" y="0"/>
            <a:ext cx="2648100" cy="552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4" name="Google Shape;3334;p41"/>
          <p:cNvSpPr/>
          <p:nvPr/>
        </p:nvSpPr>
        <p:spPr>
          <a:xfrm flipH="1">
            <a:off x="1843950" y="-10536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5" name="Google Shape;3335;p41"/>
          <p:cNvSpPr/>
          <p:nvPr/>
        </p:nvSpPr>
        <p:spPr>
          <a:xfrm flipH="1">
            <a:off x="1988360" y="-36539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6" name="Google Shape;3336;p41"/>
          <p:cNvSpPr/>
          <p:nvPr/>
        </p:nvSpPr>
        <p:spPr>
          <a:xfrm flipH="1">
            <a:off x="2132827" y="7292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7" name="Google Shape;3337;p41"/>
          <p:cNvSpPr/>
          <p:nvPr/>
        </p:nvSpPr>
        <p:spPr>
          <a:xfrm>
            <a:off x="115625" y="3816616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8" name="Google Shape;3338;p41"/>
          <p:cNvSpPr/>
          <p:nvPr/>
        </p:nvSpPr>
        <p:spPr>
          <a:xfrm rot="5400000">
            <a:off x="115625" y="4421718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9" name="Google Shape;3339;p41"/>
          <p:cNvSpPr/>
          <p:nvPr/>
        </p:nvSpPr>
        <p:spPr>
          <a:xfrm flipH="1">
            <a:off x="645130" y="-405428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0" name="Google Shape;3340;p41"/>
          <p:cNvSpPr/>
          <p:nvPr/>
        </p:nvSpPr>
        <p:spPr>
          <a:xfrm flipH="1">
            <a:off x="746662" y="-298255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1" name="Google Shape;3341;p41"/>
          <p:cNvSpPr/>
          <p:nvPr/>
        </p:nvSpPr>
        <p:spPr>
          <a:xfrm flipH="1">
            <a:off x="509761" y="6874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2" name="Google Shape;3342;p41"/>
          <p:cNvSpPr/>
          <p:nvPr/>
        </p:nvSpPr>
        <p:spPr>
          <a:xfrm flipH="1">
            <a:off x="281161" y="3064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3" name="Google Shape;3343;p41"/>
          <p:cNvSpPr/>
          <p:nvPr/>
        </p:nvSpPr>
        <p:spPr>
          <a:xfrm flipH="1">
            <a:off x="1347961" y="1540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4" name="Google Shape;3344;p41"/>
          <p:cNvSpPr/>
          <p:nvPr/>
        </p:nvSpPr>
        <p:spPr>
          <a:xfrm flipH="1">
            <a:off x="2262361" y="2302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5" name="Google Shape;3345;p41"/>
          <p:cNvSpPr/>
          <p:nvPr/>
        </p:nvSpPr>
        <p:spPr>
          <a:xfrm flipH="1">
            <a:off x="738361" y="16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6" name="Google Shape;3346;p41"/>
          <p:cNvSpPr/>
          <p:nvPr/>
        </p:nvSpPr>
        <p:spPr>
          <a:xfrm>
            <a:off x="7312070" y="-32433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347" name="Shape 3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" name="Google Shape;3348;p42"/>
          <p:cNvSpPr txBox="1"/>
          <p:nvPr>
            <p:ph type="title"/>
          </p:nvPr>
        </p:nvSpPr>
        <p:spPr>
          <a:xfrm>
            <a:off x="875453" y="1695457"/>
            <a:ext cx="36849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349" name="Google Shape;3349;p42"/>
          <p:cNvSpPr txBox="1"/>
          <p:nvPr>
            <p:ph idx="1" type="subTitle"/>
          </p:nvPr>
        </p:nvSpPr>
        <p:spPr>
          <a:xfrm>
            <a:off x="875453" y="2350643"/>
            <a:ext cx="36849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350" name="Google Shape;3350;p42"/>
          <p:cNvSpPr/>
          <p:nvPr/>
        </p:nvSpPr>
        <p:spPr>
          <a:xfrm>
            <a:off x="169575" y="129468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1" name="Google Shape;3351;p42"/>
          <p:cNvSpPr/>
          <p:nvPr/>
        </p:nvSpPr>
        <p:spPr>
          <a:xfrm>
            <a:off x="169588" y="182641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2" name="Google Shape;3352;p42"/>
          <p:cNvSpPr/>
          <p:nvPr/>
        </p:nvSpPr>
        <p:spPr>
          <a:xfrm flipH="1" rot="10800000">
            <a:off x="-5" y="10453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3" name="Google Shape;3353;p42"/>
          <p:cNvSpPr/>
          <p:nvPr/>
        </p:nvSpPr>
        <p:spPr>
          <a:xfrm rot="10800000">
            <a:off x="333238" y="144117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4" name="Google Shape;3354;p42"/>
          <p:cNvSpPr/>
          <p:nvPr/>
        </p:nvSpPr>
        <p:spPr>
          <a:xfrm>
            <a:off x="99376" y="3833359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5" name="Google Shape;3355;p42"/>
          <p:cNvSpPr/>
          <p:nvPr/>
        </p:nvSpPr>
        <p:spPr>
          <a:xfrm rot="5400000">
            <a:off x="99411" y="44566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6" name="Google Shape;3356;p42"/>
          <p:cNvSpPr/>
          <p:nvPr/>
        </p:nvSpPr>
        <p:spPr>
          <a:xfrm>
            <a:off x="5238625" y="0"/>
            <a:ext cx="39336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57" name="Google Shape;3357;p42"/>
          <p:cNvGrpSpPr/>
          <p:nvPr/>
        </p:nvGrpSpPr>
        <p:grpSpPr>
          <a:xfrm rot="10800000">
            <a:off x="5378348" y="-98900"/>
            <a:ext cx="6861861" cy="5143530"/>
            <a:chOff x="-3799077" y="-5268675"/>
            <a:chExt cx="6861861" cy="5143530"/>
          </a:xfrm>
        </p:grpSpPr>
        <p:sp>
          <p:nvSpPr>
            <p:cNvPr id="3358" name="Google Shape;3358;p42"/>
            <p:cNvSpPr/>
            <p:nvPr/>
          </p:nvSpPr>
          <p:spPr>
            <a:xfrm flipH="1">
              <a:off x="-3052066" y="-2688483"/>
              <a:ext cx="1596439" cy="1802961"/>
            </a:xfrm>
            <a:custGeom>
              <a:rect b="b" l="l" r="r" t="t"/>
              <a:pathLst>
                <a:path extrusionOk="0" h="32249" w="28555">
                  <a:moveTo>
                    <a:pt x="20483" y="82"/>
                  </a:moveTo>
                  <a:lnTo>
                    <a:pt x="20947" y="102"/>
                  </a:lnTo>
                  <a:lnTo>
                    <a:pt x="21411" y="122"/>
                  </a:lnTo>
                  <a:lnTo>
                    <a:pt x="21875" y="203"/>
                  </a:lnTo>
                  <a:lnTo>
                    <a:pt x="22319" y="283"/>
                  </a:lnTo>
                  <a:lnTo>
                    <a:pt x="22763" y="404"/>
                  </a:lnTo>
                  <a:lnTo>
                    <a:pt x="23187" y="566"/>
                  </a:lnTo>
                  <a:lnTo>
                    <a:pt x="23611" y="748"/>
                  </a:lnTo>
                  <a:lnTo>
                    <a:pt x="23994" y="949"/>
                  </a:lnTo>
                  <a:lnTo>
                    <a:pt x="24378" y="1191"/>
                  </a:lnTo>
                  <a:lnTo>
                    <a:pt x="24741" y="1454"/>
                  </a:lnTo>
                  <a:lnTo>
                    <a:pt x="25124" y="1777"/>
                  </a:lnTo>
                  <a:lnTo>
                    <a:pt x="25487" y="2140"/>
                  </a:lnTo>
                  <a:lnTo>
                    <a:pt x="25851" y="2564"/>
                  </a:lnTo>
                  <a:lnTo>
                    <a:pt x="26174" y="3008"/>
                  </a:lnTo>
                  <a:lnTo>
                    <a:pt x="26496" y="3492"/>
                  </a:lnTo>
                  <a:lnTo>
                    <a:pt x="26779" y="4017"/>
                  </a:lnTo>
                  <a:lnTo>
                    <a:pt x="27062" y="4582"/>
                  </a:lnTo>
                  <a:lnTo>
                    <a:pt x="27324" y="5187"/>
                  </a:lnTo>
                  <a:lnTo>
                    <a:pt x="27546" y="5772"/>
                  </a:lnTo>
                  <a:lnTo>
                    <a:pt x="27748" y="6358"/>
                  </a:lnTo>
                  <a:lnTo>
                    <a:pt x="27909" y="6943"/>
                  </a:lnTo>
                  <a:lnTo>
                    <a:pt x="28071" y="7548"/>
                  </a:lnTo>
                  <a:lnTo>
                    <a:pt x="28192" y="8154"/>
                  </a:lnTo>
                  <a:lnTo>
                    <a:pt x="28293" y="8739"/>
                  </a:lnTo>
                  <a:lnTo>
                    <a:pt x="28373" y="9344"/>
                  </a:lnTo>
                  <a:lnTo>
                    <a:pt x="28434" y="9950"/>
                  </a:lnTo>
                  <a:lnTo>
                    <a:pt x="28474" y="10555"/>
                  </a:lnTo>
                  <a:lnTo>
                    <a:pt x="28474" y="11160"/>
                  </a:lnTo>
                  <a:lnTo>
                    <a:pt x="28474" y="11766"/>
                  </a:lnTo>
                  <a:lnTo>
                    <a:pt x="28434" y="12371"/>
                  </a:lnTo>
                  <a:lnTo>
                    <a:pt x="28373" y="12977"/>
                  </a:lnTo>
                  <a:lnTo>
                    <a:pt x="28272" y="13562"/>
                  </a:lnTo>
                  <a:lnTo>
                    <a:pt x="28171" y="14167"/>
                  </a:lnTo>
                  <a:lnTo>
                    <a:pt x="28030" y="14732"/>
                  </a:lnTo>
                  <a:lnTo>
                    <a:pt x="27869" y="15338"/>
                  </a:lnTo>
                  <a:lnTo>
                    <a:pt x="27667" y="15923"/>
                  </a:lnTo>
                  <a:lnTo>
                    <a:pt x="27465" y="16488"/>
                  </a:lnTo>
                  <a:lnTo>
                    <a:pt x="27223" y="17053"/>
                  </a:lnTo>
                  <a:lnTo>
                    <a:pt x="26961" y="17618"/>
                  </a:lnTo>
                  <a:lnTo>
                    <a:pt x="26678" y="18143"/>
                  </a:lnTo>
                  <a:lnTo>
                    <a:pt x="26355" y="18667"/>
                  </a:lnTo>
                  <a:lnTo>
                    <a:pt x="26032" y="19192"/>
                  </a:lnTo>
                  <a:lnTo>
                    <a:pt x="25669" y="19676"/>
                  </a:lnTo>
                  <a:lnTo>
                    <a:pt x="25306" y="20161"/>
                  </a:lnTo>
                  <a:lnTo>
                    <a:pt x="24922" y="20625"/>
                  </a:lnTo>
                  <a:lnTo>
                    <a:pt x="24499" y="21069"/>
                  </a:lnTo>
                  <a:lnTo>
                    <a:pt x="24075" y="21493"/>
                  </a:lnTo>
                  <a:lnTo>
                    <a:pt x="23631" y="21896"/>
                  </a:lnTo>
                  <a:lnTo>
                    <a:pt x="23167" y="22280"/>
                  </a:lnTo>
                  <a:lnTo>
                    <a:pt x="22703" y="22643"/>
                  </a:lnTo>
                  <a:lnTo>
                    <a:pt x="22238" y="22946"/>
                  </a:lnTo>
                  <a:lnTo>
                    <a:pt x="21795" y="23228"/>
                  </a:lnTo>
                  <a:lnTo>
                    <a:pt x="21310" y="23511"/>
                  </a:lnTo>
                  <a:lnTo>
                    <a:pt x="20846" y="23773"/>
                  </a:lnTo>
                  <a:lnTo>
                    <a:pt x="19877" y="24277"/>
                  </a:lnTo>
                  <a:lnTo>
                    <a:pt x="18909" y="24742"/>
                  </a:lnTo>
                  <a:lnTo>
                    <a:pt x="17940" y="25226"/>
                  </a:lnTo>
                  <a:lnTo>
                    <a:pt x="16951" y="25751"/>
                  </a:lnTo>
                  <a:lnTo>
                    <a:pt x="16467" y="26013"/>
                  </a:lnTo>
                  <a:lnTo>
                    <a:pt x="15983" y="26296"/>
                  </a:lnTo>
                  <a:lnTo>
                    <a:pt x="15519" y="26598"/>
                  </a:lnTo>
                  <a:lnTo>
                    <a:pt x="15075" y="26901"/>
                  </a:lnTo>
                  <a:lnTo>
                    <a:pt x="14510" y="27325"/>
                  </a:lnTo>
                  <a:lnTo>
                    <a:pt x="13965" y="27789"/>
                  </a:lnTo>
                  <a:lnTo>
                    <a:pt x="13420" y="28253"/>
                  </a:lnTo>
                  <a:lnTo>
                    <a:pt x="12895" y="28717"/>
                  </a:lnTo>
                  <a:lnTo>
                    <a:pt x="12148" y="29383"/>
                  </a:lnTo>
                  <a:lnTo>
                    <a:pt x="11402" y="30029"/>
                  </a:lnTo>
                  <a:lnTo>
                    <a:pt x="10998" y="30332"/>
                  </a:lnTo>
                  <a:lnTo>
                    <a:pt x="10595" y="30614"/>
                  </a:lnTo>
                  <a:lnTo>
                    <a:pt x="10171" y="30897"/>
                  </a:lnTo>
                  <a:lnTo>
                    <a:pt x="9747" y="31159"/>
                  </a:lnTo>
                  <a:lnTo>
                    <a:pt x="9303" y="31381"/>
                  </a:lnTo>
                  <a:lnTo>
                    <a:pt x="8839" y="31583"/>
                  </a:lnTo>
                  <a:lnTo>
                    <a:pt x="8375" y="31764"/>
                  </a:lnTo>
                  <a:lnTo>
                    <a:pt x="7890" y="31906"/>
                  </a:lnTo>
                  <a:lnTo>
                    <a:pt x="7406" y="32027"/>
                  </a:lnTo>
                  <a:lnTo>
                    <a:pt x="6922" y="32107"/>
                  </a:lnTo>
                  <a:lnTo>
                    <a:pt x="6417" y="32148"/>
                  </a:lnTo>
                  <a:lnTo>
                    <a:pt x="5933" y="32168"/>
                  </a:lnTo>
                  <a:lnTo>
                    <a:pt x="5893" y="32168"/>
                  </a:lnTo>
                  <a:lnTo>
                    <a:pt x="5368" y="32148"/>
                  </a:lnTo>
                  <a:lnTo>
                    <a:pt x="4843" y="32087"/>
                  </a:lnTo>
                  <a:lnTo>
                    <a:pt x="4359" y="31986"/>
                  </a:lnTo>
                  <a:lnTo>
                    <a:pt x="3875" y="31845"/>
                  </a:lnTo>
                  <a:lnTo>
                    <a:pt x="3431" y="31684"/>
                  </a:lnTo>
                  <a:lnTo>
                    <a:pt x="2987" y="31462"/>
                  </a:lnTo>
                  <a:lnTo>
                    <a:pt x="2583" y="31219"/>
                  </a:lnTo>
                  <a:lnTo>
                    <a:pt x="2200" y="30957"/>
                  </a:lnTo>
                  <a:lnTo>
                    <a:pt x="1998" y="30775"/>
                  </a:lnTo>
                  <a:lnTo>
                    <a:pt x="1816" y="30614"/>
                  </a:lnTo>
                  <a:lnTo>
                    <a:pt x="1635" y="30412"/>
                  </a:lnTo>
                  <a:lnTo>
                    <a:pt x="1453" y="30231"/>
                  </a:lnTo>
                  <a:lnTo>
                    <a:pt x="1292" y="30029"/>
                  </a:lnTo>
                  <a:lnTo>
                    <a:pt x="1150" y="29807"/>
                  </a:lnTo>
                  <a:lnTo>
                    <a:pt x="1009" y="29585"/>
                  </a:lnTo>
                  <a:lnTo>
                    <a:pt x="868" y="29363"/>
                  </a:lnTo>
                  <a:lnTo>
                    <a:pt x="747" y="29121"/>
                  </a:lnTo>
                  <a:lnTo>
                    <a:pt x="626" y="28879"/>
                  </a:lnTo>
                  <a:lnTo>
                    <a:pt x="525" y="28616"/>
                  </a:lnTo>
                  <a:lnTo>
                    <a:pt x="424" y="28354"/>
                  </a:lnTo>
                  <a:lnTo>
                    <a:pt x="343" y="28092"/>
                  </a:lnTo>
                  <a:lnTo>
                    <a:pt x="283" y="27829"/>
                  </a:lnTo>
                  <a:lnTo>
                    <a:pt x="222" y="27547"/>
                  </a:lnTo>
                  <a:lnTo>
                    <a:pt x="162" y="27264"/>
                  </a:lnTo>
                  <a:lnTo>
                    <a:pt x="101" y="26719"/>
                  </a:lnTo>
                  <a:lnTo>
                    <a:pt x="81" y="26154"/>
                  </a:lnTo>
                  <a:lnTo>
                    <a:pt x="121" y="25609"/>
                  </a:lnTo>
                  <a:lnTo>
                    <a:pt x="182" y="25065"/>
                  </a:lnTo>
                  <a:lnTo>
                    <a:pt x="283" y="24520"/>
                  </a:lnTo>
                  <a:lnTo>
                    <a:pt x="444" y="23995"/>
                  </a:lnTo>
                  <a:lnTo>
                    <a:pt x="626" y="23490"/>
                  </a:lnTo>
                  <a:lnTo>
                    <a:pt x="868" y="23006"/>
                  </a:lnTo>
                  <a:lnTo>
                    <a:pt x="1029" y="22724"/>
                  </a:lnTo>
                  <a:lnTo>
                    <a:pt x="1191" y="22441"/>
                  </a:lnTo>
                  <a:lnTo>
                    <a:pt x="1372" y="22179"/>
                  </a:lnTo>
                  <a:lnTo>
                    <a:pt x="1574" y="21916"/>
                  </a:lnTo>
                  <a:lnTo>
                    <a:pt x="1776" y="21654"/>
                  </a:lnTo>
                  <a:lnTo>
                    <a:pt x="1998" y="21392"/>
                  </a:lnTo>
                  <a:lnTo>
                    <a:pt x="2240" y="21129"/>
                  </a:lnTo>
                  <a:lnTo>
                    <a:pt x="2482" y="20867"/>
                  </a:lnTo>
                  <a:lnTo>
                    <a:pt x="3027" y="20383"/>
                  </a:lnTo>
                  <a:lnTo>
                    <a:pt x="3612" y="19898"/>
                  </a:lnTo>
                  <a:lnTo>
                    <a:pt x="4258" y="19414"/>
                  </a:lnTo>
                  <a:lnTo>
                    <a:pt x="4964" y="18970"/>
                  </a:lnTo>
                  <a:lnTo>
                    <a:pt x="5691" y="18526"/>
                  </a:lnTo>
                  <a:lnTo>
                    <a:pt x="6438" y="18102"/>
                  </a:lnTo>
                  <a:lnTo>
                    <a:pt x="7951" y="17336"/>
                  </a:lnTo>
                  <a:lnTo>
                    <a:pt x="9021" y="16771"/>
                  </a:lnTo>
                  <a:lnTo>
                    <a:pt x="10110" y="16185"/>
                  </a:lnTo>
                  <a:lnTo>
                    <a:pt x="10433" y="15983"/>
                  </a:lnTo>
                  <a:lnTo>
                    <a:pt x="10716" y="15802"/>
                  </a:lnTo>
                  <a:lnTo>
                    <a:pt x="10978" y="15600"/>
                  </a:lnTo>
                  <a:lnTo>
                    <a:pt x="11220" y="15398"/>
                  </a:lnTo>
                  <a:lnTo>
                    <a:pt x="11442" y="15196"/>
                  </a:lnTo>
                  <a:lnTo>
                    <a:pt x="11644" y="14974"/>
                  </a:lnTo>
                  <a:lnTo>
                    <a:pt x="11805" y="14752"/>
                  </a:lnTo>
                  <a:lnTo>
                    <a:pt x="11967" y="14510"/>
                  </a:lnTo>
                  <a:lnTo>
                    <a:pt x="12088" y="14268"/>
                  </a:lnTo>
                  <a:lnTo>
                    <a:pt x="12189" y="13986"/>
                  </a:lnTo>
                  <a:lnTo>
                    <a:pt x="12290" y="13723"/>
                  </a:lnTo>
                  <a:lnTo>
                    <a:pt x="12350" y="13421"/>
                  </a:lnTo>
                  <a:lnTo>
                    <a:pt x="12411" y="13098"/>
                  </a:lnTo>
                  <a:lnTo>
                    <a:pt x="12451" y="12755"/>
                  </a:lnTo>
                  <a:lnTo>
                    <a:pt x="12471" y="12391"/>
                  </a:lnTo>
                  <a:lnTo>
                    <a:pt x="12471" y="12008"/>
                  </a:lnTo>
                  <a:lnTo>
                    <a:pt x="12492" y="11302"/>
                  </a:lnTo>
                  <a:lnTo>
                    <a:pt x="12512" y="10616"/>
                  </a:lnTo>
                  <a:lnTo>
                    <a:pt x="12532" y="9950"/>
                  </a:lnTo>
                  <a:lnTo>
                    <a:pt x="12592" y="9324"/>
                  </a:lnTo>
                  <a:lnTo>
                    <a:pt x="12653" y="8698"/>
                  </a:lnTo>
                  <a:lnTo>
                    <a:pt x="12714" y="8113"/>
                  </a:lnTo>
                  <a:lnTo>
                    <a:pt x="12814" y="7548"/>
                  </a:lnTo>
                  <a:lnTo>
                    <a:pt x="12915" y="7003"/>
                  </a:lnTo>
                  <a:lnTo>
                    <a:pt x="13036" y="6479"/>
                  </a:lnTo>
                  <a:lnTo>
                    <a:pt x="13157" y="5974"/>
                  </a:lnTo>
                  <a:lnTo>
                    <a:pt x="13299" y="5510"/>
                  </a:lnTo>
                  <a:lnTo>
                    <a:pt x="13460" y="5046"/>
                  </a:lnTo>
                  <a:lnTo>
                    <a:pt x="13642" y="4622"/>
                  </a:lnTo>
                  <a:lnTo>
                    <a:pt x="13823" y="4218"/>
                  </a:lnTo>
                  <a:lnTo>
                    <a:pt x="14025" y="3835"/>
                  </a:lnTo>
                  <a:lnTo>
                    <a:pt x="14247" y="3472"/>
                  </a:lnTo>
                  <a:lnTo>
                    <a:pt x="14429" y="3169"/>
                  </a:lnTo>
                  <a:lnTo>
                    <a:pt x="14631" y="2887"/>
                  </a:lnTo>
                  <a:lnTo>
                    <a:pt x="14853" y="2644"/>
                  </a:lnTo>
                  <a:lnTo>
                    <a:pt x="15054" y="2402"/>
                  </a:lnTo>
                  <a:lnTo>
                    <a:pt x="15276" y="2180"/>
                  </a:lnTo>
                  <a:lnTo>
                    <a:pt x="15498" y="1979"/>
                  </a:lnTo>
                  <a:lnTo>
                    <a:pt x="15700" y="1797"/>
                  </a:lnTo>
                  <a:lnTo>
                    <a:pt x="15942" y="1635"/>
                  </a:lnTo>
                  <a:lnTo>
                    <a:pt x="16386" y="1333"/>
                  </a:lnTo>
                  <a:lnTo>
                    <a:pt x="16830" y="1091"/>
                  </a:lnTo>
                  <a:lnTo>
                    <a:pt x="17274" y="869"/>
                  </a:lnTo>
                  <a:lnTo>
                    <a:pt x="17698" y="667"/>
                  </a:lnTo>
                  <a:lnTo>
                    <a:pt x="18142" y="505"/>
                  </a:lnTo>
                  <a:lnTo>
                    <a:pt x="18606" y="364"/>
                  </a:lnTo>
                  <a:lnTo>
                    <a:pt x="19070" y="243"/>
                  </a:lnTo>
                  <a:lnTo>
                    <a:pt x="19534" y="162"/>
                  </a:lnTo>
                  <a:lnTo>
                    <a:pt x="19999" y="102"/>
                  </a:lnTo>
                  <a:lnTo>
                    <a:pt x="20483" y="82"/>
                  </a:lnTo>
                  <a:close/>
                  <a:moveTo>
                    <a:pt x="20483" y="1"/>
                  </a:moveTo>
                  <a:lnTo>
                    <a:pt x="19999" y="21"/>
                  </a:lnTo>
                  <a:lnTo>
                    <a:pt x="19534" y="82"/>
                  </a:lnTo>
                  <a:lnTo>
                    <a:pt x="19050" y="162"/>
                  </a:lnTo>
                  <a:lnTo>
                    <a:pt x="18586" y="283"/>
                  </a:lnTo>
                  <a:lnTo>
                    <a:pt x="18122" y="425"/>
                  </a:lnTo>
                  <a:lnTo>
                    <a:pt x="17678" y="606"/>
                  </a:lnTo>
                  <a:lnTo>
                    <a:pt x="17214" y="808"/>
                  </a:lnTo>
                  <a:lnTo>
                    <a:pt x="16750" y="1050"/>
                  </a:lnTo>
                  <a:lnTo>
                    <a:pt x="16285" y="1313"/>
                  </a:lnTo>
                  <a:lnTo>
                    <a:pt x="15841" y="1615"/>
                  </a:lnTo>
                  <a:lnTo>
                    <a:pt x="15619" y="1777"/>
                  </a:lnTo>
                  <a:lnTo>
                    <a:pt x="15397" y="1979"/>
                  </a:lnTo>
                  <a:lnTo>
                    <a:pt x="15175" y="2180"/>
                  </a:lnTo>
                  <a:lnTo>
                    <a:pt x="14974" y="2382"/>
                  </a:lnTo>
                  <a:lnTo>
                    <a:pt x="14752" y="2624"/>
                  </a:lnTo>
                  <a:lnTo>
                    <a:pt x="14550" y="2866"/>
                  </a:lnTo>
                  <a:lnTo>
                    <a:pt x="14368" y="3129"/>
                  </a:lnTo>
                  <a:lnTo>
                    <a:pt x="14166" y="3411"/>
                  </a:lnTo>
                  <a:lnTo>
                    <a:pt x="13944" y="3795"/>
                  </a:lnTo>
                  <a:lnTo>
                    <a:pt x="13743" y="4178"/>
                  </a:lnTo>
                  <a:lnTo>
                    <a:pt x="13561" y="4582"/>
                  </a:lnTo>
                  <a:lnTo>
                    <a:pt x="13400" y="5026"/>
                  </a:lnTo>
                  <a:lnTo>
                    <a:pt x="13238" y="5470"/>
                  </a:lnTo>
                  <a:lnTo>
                    <a:pt x="13077" y="5954"/>
                  </a:lnTo>
                  <a:lnTo>
                    <a:pt x="12956" y="6458"/>
                  </a:lnTo>
                  <a:lnTo>
                    <a:pt x="12835" y="6983"/>
                  </a:lnTo>
                  <a:lnTo>
                    <a:pt x="12734" y="7528"/>
                  </a:lnTo>
                  <a:lnTo>
                    <a:pt x="12653" y="8093"/>
                  </a:lnTo>
                  <a:lnTo>
                    <a:pt x="12572" y="8678"/>
                  </a:lnTo>
                  <a:lnTo>
                    <a:pt x="12512" y="9304"/>
                  </a:lnTo>
                  <a:lnTo>
                    <a:pt x="12451" y="9950"/>
                  </a:lnTo>
                  <a:lnTo>
                    <a:pt x="12431" y="10616"/>
                  </a:lnTo>
                  <a:lnTo>
                    <a:pt x="12411" y="11302"/>
                  </a:lnTo>
                  <a:lnTo>
                    <a:pt x="12391" y="12008"/>
                  </a:lnTo>
                  <a:lnTo>
                    <a:pt x="12391" y="12391"/>
                  </a:lnTo>
                  <a:lnTo>
                    <a:pt x="12370" y="12755"/>
                  </a:lnTo>
                  <a:lnTo>
                    <a:pt x="12330" y="13078"/>
                  </a:lnTo>
                  <a:lnTo>
                    <a:pt x="12270" y="13400"/>
                  </a:lnTo>
                  <a:lnTo>
                    <a:pt x="12209" y="13683"/>
                  </a:lnTo>
                  <a:lnTo>
                    <a:pt x="12128" y="13965"/>
                  </a:lnTo>
                  <a:lnTo>
                    <a:pt x="12007" y="14228"/>
                  </a:lnTo>
                  <a:lnTo>
                    <a:pt x="11886" y="14470"/>
                  </a:lnTo>
                  <a:lnTo>
                    <a:pt x="11745" y="14712"/>
                  </a:lnTo>
                  <a:lnTo>
                    <a:pt x="11563" y="14934"/>
                  </a:lnTo>
                  <a:lnTo>
                    <a:pt x="11382" y="15136"/>
                  </a:lnTo>
                  <a:lnTo>
                    <a:pt x="11160" y="15338"/>
                  </a:lnTo>
                  <a:lnTo>
                    <a:pt x="10938" y="15540"/>
                  </a:lnTo>
                  <a:lnTo>
                    <a:pt x="10675" y="15741"/>
                  </a:lnTo>
                  <a:lnTo>
                    <a:pt x="10373" y="15923"/>
                  </a:lnTo>
                  <a:lnTo>
                    <a:pt x="10070" y="16105"/>
                  </a:lnTo>
                  <a:lnTo>
                    <a:pt x="8980" y="16690"/>
                  </a:lnTo>
                  <a:lnTo>
                    <a:pt x="7911" y="17255"/>
                  </a:lnTo>
                  <a:lnTo>
                    <a:pt x="6397" y="18042"/>
                  </a:lnTo>
                  <a:lnTo>
                    <a:pt x="5651" y="18466"/>
                  </a:lnTo>
                  <a:lnTo>
                    <a:pt x="4924" y="18889"/>
                  </a:lnTo>
                  <a:lnTo>
                    <a:pt x="4218" y="19354"/>
                  </a:lnTo>
                  <a:lnTo>
                    <a:pt x="3552" y="19838"/>
                  </a:lnTo>
                  <a:lnTo>
                    <a:pt x="2967" y="20322"/>
                  </a:lnTo>
                  <a:lnTo>
                    <a:pt x="2422" y="20827"/>
                  </a:lnTo>
                  <a:lnTo>
                    <a:pt x="2180" y="21069"/>
                  </a:lnTo>
                  <a:lnTo>
                    <a:pt x="1937" y="21331"/>
                  </a:lnTo>
                  <a:lnTo>
                    <a:pt x="1715" y="21594"/>
                  </a:lnTo>
                  <a:lnTo>
                    <a:pt x="1514" y="21856"/>
                  </a:lnTo>
                  <a:lnTo>
                    <a:pt x="1312" y="22138"/>
                  </a:lnTo>
                  <a:lnTo>
                    <a:pt x="1130" y="22401"/>
                  </a:lnTo>
                  <a:lnTo>
                    <a:pt x="949" y="22683"/>
                  </a:lnTo>
                  <a:lnTo>
                    <a:pt x="807" y="22966"/>
                  </a:lnTo>
                  <a:lnTo>
                    <a:pt x="565" y="23450"/>
                  </a:lnTo>
                  <a:lnTo>
                    <a:pt x="363" y="23975"/>
                  </a:lnTo>
                  <a:lnTo>
                    <a:pt x="222" y="24499"/>
                  </a:lnTo>
                  <a:lnTo>
                    <a:pt x="101" y="25044"/>
                  </a:lnTo>
                  <a:lnTo>
                    <a:pt x="40" y="25589"/>
                  </a:lnTo>
                  <a:lnTo>
                    <a:pt x="0" y="26154"/>
                  </a:lnTo>
                  <a:lnTo>
                    <a:pt x="20" y="26719"/>
                  </a:lnTo>
                  <a:lnTo>
                    <a:pt x="81" y="27284"/>
                  </a:lnTo>
                  <a:lnTo>
                    <a:pt x="141" y="27567"/>
                  </a:lnTo>
                  <a:lnTo>
                    <a:pt x="202" y="27849"/>
                  </a:lnTo>
                  <a:lnTo>
                    <a:pt x="262" y="28112"/>
                  </a:lnTo>
                  <a:lnTo>
                    <a:pt x="363" y="28394"/>
                  </a:lnTo>
                  <a:lnTo>
                    <a:pt x="444" y="28657"/>
                  </a:lnTo>
                  <a:lnTo>
                    <a:pt x="545" y="28899"/>
                  </a:lnTo>
                  <a:lnTo>
                    <a:pt x="666" y="29161"/>
                  </a:lnTo>
                  <a:lnTo>
                    <a:pt x="787" y="29403"/>
                  </a:lnTo>
                  <a:lnTo>
                    <a:pt x="928" y="29625"/>
                  </a:lnTo>
                  <a:lnTo>
                    <a:pt x="1070" y="29847"/>
                  </a:lnTo>
                  <a:lnTo>
                    <a:pt x="1231" y="30069"/>
                  </a:lnTo>
                  <a:lnTo>
                    <a:pt x="1393" y="30271"/>
                  </a:lnTo>
                  <a:lnTo>
                    <a:pt x="1574" y="30473"/>
                  </a:lnTo>
                  <a:lnTo>
                    <a:pt x="1756" y="30654"/>
                  </a:lnTo>
                  <a:lnTo>
                    <a:pt x="1958" y="30836"/>
                  </a:lnTo>
                  <a:lnTo>
                    <a:pt x="2159" y="31018"/>
                  </a:lnTo>
                  <a:lnTo>
                    <a:pt x="2543" y="31300"/>
                  </a:lnTo>
                  <a:lnTo>
                    <a:pt x="2967" y="31542"/>
                  </a:lnTo>
                  <a:lnTo>
                    <a:pt x="3390" y="31744"/>
                  </a:lnTo>
                  <a:lnTo>
                    <a:pt x="3854" y="31926"/>
                  </a:lnTo>
                  <a:lnTo>
                    <a:pt x="4339" y="32067"/>
                  </a:lnTo>
                  <a:lnTo>
                    <a:pt x="4843" y="32168"/>
                  </a:lnTo>
                  <a:lnTo>
                    <a:pt x="5348" y="32228"/>
                  </a:lnTo>
                  <a:lnTo>
                    <a:pt x="5893" y="32249"/>
                  </a:lnTo>
                  <a:lnTo>
                    <a:pt x="5933" y="32249"/>
                  </a:lnTo>
                  <a:lnTo>
                    <a:pt x="6438" y="32228"/>
                  </a:lnTo>
                  <a:lnTo>
                    <a:pt x="6922" y="32188"/>
                  </a:lnTo>
                  <a:lnTo>
                    <a:pt x="7426" y="32107"/>
                  </a:lnTo>
                  <a:lnTo>
                    <a:pt x="7911" y="31986"/>
                  </a:lnTo>
                  <a:lnTo>
                    <a:pt x="8395" y="31845"/>
                  </a:lnTo>
                  <a:lnTo>
                    <a:pt x="8879" y="31663"/>
                  </a:lnTo>
                  <a:lnTo>
                    <a:pt x="9343" y="31462"/>
                  </a:lnTo>
                  <a:lnTo>
                    <a:pt x="9787" y="31219"/>
                  </a:lnTo>
                  <a:lnTo>
                    <a:pt x="10211" y="30977"/>
                  </a:lnTo>
                  <a:lnTo>
                    <a:pt x="10635" y="30695"/>
                  </a:lnTo>
                  <a:lnTo>
                    <a:pt x="11039" y="30392"/>
                  </a:lnTo>
                  <a:lnTo>
                    <a:pt x="11442" y="30089"/>
                  </a:lnTo>
                  <a:lnTo>
                    <a:pt x="12209" y="29444"/>
                  </a:lnTo>
                  <a:lnTo>
                    <a:pt x="12956" y="28778"/>
                  </a:lnTo>
                  <a:lnTo>
                    <a:pt x="13480" y="28314"/>
                  </a:lnTo>
                  <a:lnTo>
                    <a:pt x="14005" y="27849"/>
                  </a:lnTo>
                  <a:lnTo>
                    <a:pt x="14550" y="27405"/>
                  </a:lnTo>
                  <a:lnTo>
                    <a:pt x="15115" y="26961"/>
                  </a:lnTo>
                  <a:lnTo>
                    <a:pt x="15559" y="26659"/>
                  </a:lnTo>
                  <a:lnTo>
                    <a:pt x="16023" y="26356"/>
                  </a:lnTo>
                  <a:lnTo>
                    <a:pt x="16507" y="26074"/>
                  </a:lnTo>
                  <a:lnTo>
                    <a:pt x="16992" y="25811"/>
                  </a:lnTo>
                  <a:lnTo>
                    <a:pt x="17960" y="25307"/>
                  </a:lnTo>
                  <a:lnTo>
                    <a:pt x="18949" y="24822"/>
                  </a:lnTo>
                  <a:lnTo>
                    <a:pt x="19918" y="24338"/>
                  </a:lnTo>
                  <a:lnTo>
                    <a:pt x="20886" y="23834"/>
                  </a:lnTo>
                  <a:lnTo>
                    <a:pt x="21351" y="23571"/>
                  </a:lnTo>
                  <a:lnTo>
                    <a:pt x="21835" y="23309"/>
                  </a:lnTo>
                  <a:lnTo>
                    <a:pt x="22299" y="23006"/>
                  </a:lnTo>
                  <a:lnTo>
                    <a:pt x="22743" y="22703"/>
                  </a:lnTo>
                  <a:lnTo>
                    <a:pt x="23227" y="22340"/>
                  </a:lnTo>
                  <a:lnTo>
                    <a:pt x="23691" y="21957"/>
                  </a:lnTo>
                  <a:lnTo>
                    <a:pt x="24135" y="21553"/>
                  </a:lnTo>
                  <a:lnTo>
                    <a:pt x="24559" y="21129"/>
                  </a:lnTo>
                  <a:lnTo>
                    <a:pt x="24983" y="20685"/>
                  </a:lnTo>
                  <a:lnTo>
                    <a:pt x="25366" y="20221"/>
                  </a:lnTo>
                  <a:lnTo>
                    <a:pt x="25750" y="19737"/>
                  </a:lnTo>
                  <a:lnTo>
                    <a:pt x="26093" y="19232"/>
                  </a:lnTo>
                  <a:lnTo>
                    <a:pt x="26436" y="18728"/>
                  </a:lnTo>
                  <a:lnTo>
                    <a:pt x="26739" y="18183"/>
                  </a:lnTo>
                  <a:lnTo>
                    <a:pt x="27021" y="17638"/>
                  </a:lnTo>
                  <a:lnTo>
                    <a:pt x="27304" y="17093"/>
                  </a:lnTo>
                  <a:lnTo>
                    <a:pt x="27546" y="16528"/>
                  </a:lnTo>
                  <a:lnTo>
                    <a:pt x="27748" y="15943"/>
                  </a:lnTo>
                  <a:lnTo>
                    <a:pt x="27949" y="15358"/>
                  </a:lnTo>
                  <a:lnTo>
                    <a:pt x="28111" y="14752"/>
                  </a:lnTo>
                  <a:lnTo>
                    <a:pt x="28252" y="14167"/>
                  </a:lnTo>
                  <a:lnTo>
                    <a:pt x="28353" y="13582"/>
                  </a:lnTo>
                  <a:lnTo>
                    <a:pt x="28454" y="12977"/>
                  </a:lnTo>
                  <a:lnTo>
                    <a:pt x="28514" y="12391"/>
                  </a:lnTo>
                  <a:lnTo>
                    <a:pt x="28555" y="11786"/>
                  </a:lnTo>
                  <a:lnTo>
                    <a:pt x="28555" y="11181"/>
                  </a:lnTo>
                  <a:lnTo>
                    <a:pt x="28555" y="10555"/>
                  </a:lnTo>
                  <a:lnTo>
                    <a:pt x="28514" y="9950"/>
                  </a:lnTo>
                  <a:lnTo>
                    <a:pt x="28454" y="9344"/>
                  </a:lnTo>
                  <a:lnTo>
                    <a:pt x="28373" y="8739"/>
                  </a:lnTo>
                  <a:lnTo>
                    <a:pt x="28272" y="8133"/>
                  </a:lnTo>
                  <a:lnTo>
                    <a:pt x="28151" y="7528"/>
                  </a:lnTo>
                  <a:lnTo>
                    <a:pt x="27990" y="6923"/>
                  </a:lnTo>
                  <a:lnTo>
                    <a:pt x="27828" y="6337"/>
                  </a:lnTo>
                  <a:lnTo>
                    <a:pt x="27627" y="5752"/>
                  </a:lnTo>
                  <a:lnTo>
                    <a:pt x="27405" y="5167"/>
                  </a:lnTo>
                  <a:lnTo>
                    <a:pt x="27142" y="4541"/>
                  </a:lnTo>
                  <a:lnTo>
                    <a:pt x="26860" y="3976"/>
                  </a:lnTo>
                  <a:lnTo>
                    <a:pt x="26557" y="3452"/>
                  </a:lnTo>
                  <a:lnTo>
                    <a:pt x="26234" y="2947"/>
                  </a:lnTo>
                  <a:lnTo>
                    <a:pt x="25911" y="2503"/>
                  </a:lnTo>
                  <a:lnTo>
                    <a:pt x="25548" y="2100"/>
                  </a:lnTo>
                  <a:lnTo>
                    <a:pt x="25185" y="1716"/>
                  </a:lnTo>
                  <a:lnTo>
                    <a:pt x="24801" y="1393"/>
                  </a:lnTo>
                  <a:lnTo>
                    <a:pt x="24438" y="1111"/>
                  </a:lnTo>
                  <a:lnTo>
                    <a:pt x="24055" y="889"/>
                  </a:lnTo>
                  <a:lnTo>
                    <a:pt x="23651" y="667"/>
                  </a:lnTo>
                  <a:lnTo>
                    <a:pt x="23227" y="485"/>
                  </a:lnTo>
                  <a:lnTo>
                    <a:pt x="22783" y="344"/>
                  </a:lnTo>
                  <a:lnTo>
                    <a:pt x="22339" y="223"/>
                  </a:lnTo>
                  <a:lnTo>
                    <a:pt x="21895" y="122"/>
                  </a:lnTo>
                  <a:lnTo>
                    <a:pt x="21411" y="61"/>
                  </a:lnTo>
                  <a:lnTo>
                    <a:pt x="20947" y="21"/>
                  </a:lnTo>
                  <a:lnTo>
                    <a:pt x="204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2"/>
            <p:cNvSpPr/>
            <p:nvPr/>
          </p:nvSpPr>
          <p:spPr>
            <a:xfrm flipH="1">
              <a:off x="-3799077" y="-5170503"/>
              <a:ext cx="6754688" cy="4497143"/>
            </a:xfrm>
            <a:custGeom>
              <a:rect b="b" l="l" r="r" t="t"/>
              <a:pathLst>
                <a:path extrusionOk="0" h="80439" w="120819">
                  <a:moveTo>
                    <a:pt x="94887" y="81"/>
                  </a:moveTo>
                  <a:lnTo>
                    <a:pt x="96400" y="122"/>
                  </a:lnTo>
                  <a:lnTo>
                    <a:pt x="97914" y="182"/>
                  </a:lnTo>
                  <a:lnTo>
                    <a:pt x="99427" y="283"/>
                  </a:lnTo>
                  <a:lnTo>
                    <a:pt x="100941" y="424"/>
                  </a:lnTo>
                  <a:lnTo>
                    <a:pt x="102454" y="586"/>
                  </a:lnTo>
                  <a:lnTo>
                    <a:pt x="103968" y="788"/>
                  </a:lnTo>
                  <a:lnTo>
                    <a:pt x="105481" y="1030"/>
                  </a:lnTo>
                  <a:lnTo>
                    <a:pt x="106894" y="1272"/>
                  </a:lnTo>
                  <a:lnTo>
                    <a:pt x="107620" y="1413"/>
                  </a:lnTo>
                  <a:lnTo>
                    <a:pt x="108367" y="1595"/>
                  </a:lnTo>
                  <a:lnTo>
                    <a:pt x="109114" y="1777"/>
                  </a:lnTo>
                  <a:lnTo>
                    <a:pt x="109860" y="1998"/>
                  </a:lnTo>
                  <a:lnTo>
                    <a:pt x="110607" y="2241"/>
                  </a:lnTo>
                  <a:lnTo>
                    <a:pt x="111354" y="2503"/>
                  </a:lnTo>
                  <a:lnTo>
                    <a:pt x="112100" y="2806"/>
                  </a:lnTo>
                  <a:lnTo>
                    <a:pt x="112827" y="3129"/>
                  </a:lnTo>
                  <a:lnTo>
                    <a:pt x="113533" y="3492"/>
                  </a:lnTo>
                  <a:lnTo>
                    <a:pt x="114219" y="3895"/>
                  </a:lnTo>
                  <a:lnTo>
                    <a:pt x="114562" y="4117"/>
                  </a:lnTo>
                  <a:lnTo>
                    <a:pt x="114885" y="4339"/>
                  </a:lnTo>
                  <a:lnTo>
                    <a:pt x="115208" y="4582"/>
                  </a:lnTo>
                  <a:lnTo>
                    <a:pt x="115531" y="4824"/>
                  </a:lnTo>
                  <a:lnTo>
                    <a:pt x="115834" y="5086"/>
                  </a:lnTo>
                  <a:lnTo>
                    <a:pt x="116136" y="5369"/>
                  </a:lnTo>
                  <a:lnTo>
                    <a:pt x="116419" y="5651"/>
                  </a:lnTo>
                  <a:lnTo>
                    <a:pt x="116701" y="5934"/>
                  </a:lnTo>
                  <a:lnTo>
                    <a:pt x="117044" y="6317"/>
                  </a:lnTo>
                  <a:lnTo>
                    <a:pt x="117367" y="6721"/>
                  </a:lnTo>
                  <a:lnTo>
                    <a:pt x="117690" y="7165"/>
                  </a:lnTo>
                  <a:lnTo>
                    <a:pt x="118033" y="7669"/>
                  </a:lnTo>
                  <a:lnTo>
                    <a:pt x="118336" y="8194"/>
                  </a:lnTo>
                  <a:lnTo>
                    <a:pt x="118659" y="8799"/>
                  </a:lnTo>
                  <a:lnTo>
                    <a:pt x="118941" y="9445"/>
                  </a:lnTo>
                  <a:lnTo>
                    <a:pt x="119224" y="10171"/>
                  </a:lnTo>
                  <a:lnTo>
                    <a:pt x="119486" y="10958"/>
                  </a:lnTo>
                  <a:lnTo>
                    <a:pt x="119728" y="11826"/>
                  </a:lnTo>
                  <a:lnTo>
                    <a:pt x="119950" y="12795"/>
                  </a:lnTo>
                  <a:lnTo>
                    <a:pt x="120152" y="13824"/>
                  </a:lnTo>
                  <a:lnTo>
                    <a:pt x="120334" y="14974"/>
                  </a:lnTo>
                  <a:lnTo>
                    <a:pt x="120475" y="16205"/>
                  </a:lnTo>
                  <a:lnTo>
                    <a:pt x="120576" y="17557"/>
                  </a:lnTo>
                  <a:lnTo>
                    <a:pt x="120657" y="19010"/>
                  </a:lnTo>
                  <a:lnTo>
                    <a:pt x="120697" y="20241"/>
                  </a:lnTo>
                  <a:lnTo>
                    <a:pt x="120717" y="21472"/>
                  </a:lnTo>
                  <a:lnTo>
                    <a:pt x="120737" y="22683"/>
                  </a:lnTo>
                  <a:lnTo>
                    <a:pt x="120737" y="23914"/>
                  </a:lnTo>
                  <a:lnTo>
                    <a:pt x="120717" y="25145"/>
                  </a:lnTo>
                  <a:lnTo>
                    <a:pt x="120697" y="26376"/>
                  </a:lnTo>
                  <a:lnTo>
                    <a:pt x="120657" y="27607"/>
                  </a:lnTo>
                  <a:lnTo>
                    <a:pt x="120616" y="28838"/>
                  </a:lnTo>
                  <a:lnTo>
                    <a:pt x="120536" y="30049"/>
                  </a:lnTo>
                  <a:lnTo>
                    <a:pt x="120455" y="31280"/>
                  </a:lnTo>
                  <a:lnTo>
                    <a:pt x="120374" y="32511"/>
                  </a:lnTo>
                  <a:lnTo>
                    <a:pt x="120253" y="33722"/>
                  </a:lnTo>
                  <a:lnTo>
                    <a:pt x="120152" y="34953"/>
                  </a:lnTo>
                  <a:lnTo>
                    <a:pt x="120011" y="36163"/>
                  </a:lnTo>
                  <a:lnTo>
                    <a:pt x="119870" y="37394"/>
                  </a:lnTo>
                  <a:lnTo>
                    <a:pt x="119708" y="38605"/>
                  </a:lnTo>
                  <a:lnTo>
                    <a:pt x="119567" y="39533"/>
                  </a:lnTo>
                  <a:lnTo>
                    <a:pt x="119405" y="40462"/>
                  </a:lnTo>
                  <a:lnTo>
                    <a:pt x="119224" y="41390"/>
                  </a:lnTo>
                  <a:lnTo>
                    <a:pt x="119103" y="41834"/>
                  </a:lnTo>
                  <a:lnTo>
                    <a:pt x="118982" y="42278"/>
                  </a:lnTo>
                  <a:lnTo>
                    <a:pt x="118820" y="42722"/>
                  </a:lnTo>
                  <a:lnTo>
                    <a:pt x="118659" y="43166"/>
                  </a:lnTo>
                  <a:lnTo>
                    <a:pt x="118497" y="43590"/>
                  </a:lnTo>
                  <a:lnTo>
                    <a:pt x="118296" y="43993"/>
                  </a:lnTo>
                  <a:lnTo>
                    <a:pt x="118074" y="44397"/>
                  </a:lnTo>
                  <a:lnTo>
                    <a:pt x="117831" y="44800"/>
                  </a:lnTo>
                  <a:lnTo>
                    <a:pt x="117549" y="45164"/>
                  </a:lnTo>
                  <a:lnTo>
                    <a:pt x="117266" y="45527"/>
                  </a:lnTo>
                  <a:lnTo>
                    <a:pt x="117105" y="45709"/>
                  </a:lnTo>
                  <a:lnTo>
                    <a:pt x="116943" y="45870"/>
                  </a:lnTo>
                  <a:lnTo>
                    <a:pt x="116782" y="45991"/>
                  </a:lnTo>
                  <a:lnTo>
                    <a:pt x="116621" y="46112"/>
                  </a:lnTo>
                  <a:lnTo>
                    <a:pt x="116459" y="46193"/>
                  </a:lnTo>
                  <a:lnTo>
                    <a:pt x="116298" y="46253"/>
                  </a:lnTo>
                  <a:lnTo>
                    <a:pt x="116136" y="46294"/>
                  </a:lnTo>
                  <a:lnTo>
                    <a:pt x="115975" y="46314"/>
                  </a:lnTo>
                  <a:lnTo>
                    <a:pt x="115813" y="46314"/>
                  </a:lnTo>
                  <a:lnTo>
                    <a:pt x="115632" y="46294"/>
                  </a:lnTo>
                  <a:lnTo>
                    <a:pt x="115490" y="46253"/>
                  </a:lnTo>
                  <a:lnTo>
                    <a:pt x="115349" y="46193"/>
                  </a:lnTo>
                  <a:lnTo>
                    <a:pt x="115228" y="46092"/>
                  </a:lnTo>
                  <a:lnTo>
                    <a:pt x="115107" y="45991"/>
                  </a:lnTo>
                  <a:lnTo>
                    <a:pt x="115006" y="45890"/>
                  </a:lnTo>
                  <a:lnTo>
                    <a:pt x="114905" y="45749"/>
                  </a:lnTo>
                  <a:lnTo>
                    <a:pt x="114724" y="45446"/>
                  </a:lnTo>
                  <a:lnTo>
                    <a:pt x="114562" y="45103"/>
                  </a:lnTo>
                  <a:lnTo>
                    <a:pt x="114441" y="44740"/>
                  </a:lnTo>
                  <a:lnTo>
                    <a:pt x="114300" y="44336"/>
                  </a:lnTo>
                  <a:lnTo>
                    <a:pt x="114360" y="44316"/>
                  </a:lnTo>
                  <a:lnTo>
                    <a:pt x="114199" y="43751"/>
                  </a:lnTo>
                  <a:lnTo>
                    <a:pt x="114017" y="43186"/>
                  </a:lnTo>
                  <a:lnTo>
                    <a:pt x="113816" y="42641"/>
                  </a:lnTo>
                  <a:lnTo>
                    <a:pt x="113594" y="42096"/>
                  </a:lnTo>
                  <a:lnTo>
                    <a:pt x="113331" y="41551"/>
                  </a:lnTo>
                  <a:lnTo>
                    <a:pt x="113049" y="41027"/>
                  </a:lnTo>
                  <a:lnTo>
                    <a:pt x="112746" y="40522"/>
                  </a:lnTo>
                  <a:lnTo>
                    <a:pt x="112403" y="40018"/>
                  </a:lnTo>
                  <a:lnTo>
                    <a:pt x="112040" y="39533"/>
                  </a:lnTo>
                  <a:lnTo>
                    <a:pt x="111656" y="39049"/>
                  </a:lnTo>
                  <a:lnTo>
                    <a:pt x="111253" y="38605"/>
                  </a:lnTo>
                  <a:lnTo>
                    <a:pt x="110829" y="38161"/>
                  </a:lnTo>
                  <a:lnTo>
                    <a:pt x="110365" y="37717"/>
                  </a:lnTo>
                  <a:lnTo>
                    <a:pt x="109901" y="37314"/>
                  </a:lnTo>
                  <a:lnTo>
                    <a:pt x="109396" y="36910"/>
                  </a:lnTo>
                  <a:lnTo>
                    <a:pt x="108892" y="36547"/>
                  </a:lnTo>
                  <a:lnTo>
                    <a:pt x="108367" y="36184"/>
                  </a:lnTo>
                  <a:lnTo>
                    <a:pt x="107822" y="35861"/>
                  </a:lnTo>
                  <a:lnTo>
                    <a:pt x="107277" y="35558"/>
                  </a:lnTo>
                  <a:lnTo>
                    <a:pt x="106712" y="35275"/>
                  </a:lnTo>
                  <a:lnTo>
                    <a:pt x="106147" y="35033"/>
                  </a:lnTo>
                  <a:lnTo>
                    <a:pt x="105582" y="34811"/>
                  </a:lnTo>
                  <a:lnTo>
                    <a:pt x="104997" y="34610"/>
                  </a:lnTo>
                  <a:lnTo>
                    <a:pt x="104412" y="34428"/>
                  </a:lnTo>
                  <a:lnTo>
                    <a:pt x="103826" y="34287"/>
                  </a:lnTo>
                  <a:lnTo>
                    <a:pt x="103241" y="34166"/>
                  </a:lnTo>
                  <a:lnTo>
                    <a:pt x="102636" y="34065"/>
                  </a:lnTo>
                  <a:lnTo>
                    <a:pt x="102051" y="34004"/>
                  </a:lnTo>
                  <a:lnTo>
                    <a:pt x="101445" y="33964"/>
                  </a:lnTo>
                  <a:lnTo>
                    <a:pt x="100860" y="33944"/>
                  </a:lnTo>
                  <a:lnTo>
                    <a:pt x="100255" y="33964"/>
                  </a:lnTo>
                  <a:lnTo>
                    <a:pt x="99669" y="34004"/>
                  </a:lnTo>
                  <a:lnTo>
                    <a:pt x="99084" y="34085"/>
                  </a:lnTo>
                  <a:lnTo>
                    <a:pt x="98499" y="34166"/>
                  </a:lnTo>
                  <a:lnTo>
                    <a:pt x="97914" y="34307"/>
                  </a:lnTo>
                  <a:lnTo>
                    <a:pt x="97349" y="34448"/>
                  </a:lnTo>
                  <a:lnTo>
                    <a:pt x="96763" y="34630"/>
                  </a:lnTo>
                  <a:lnTo>
                    <a:pt x="96198" y="34831"/>
                  </a:lnTo>
                  <a:lnTo>
                    <a:pt x="95654" y="35053"/>
                  </a:lnTo>
                  <a:lnTo>
                    <a:pt x="95109" y="35296"/>
                  </a:lnTo>
                  <a:lnTo>
                    <a:pt x="94564" y="35578"/>
                  </a:lnTo>
                  <a:lnTo>
                    <a:pt x="94019" y="35861"/>
                  </a:lnTo>
                  <a:lnTo>
                    <a:pt x="93494" y="36184"/>
                  </a:lnTo>
                  <a:lnTo>
                    <a:pt x="92990" y="36527"/>
                  </a:lnTo>
                  <a:lnTo>
                    <a:pt x="92485" y="36910"/>
                  </a:lnTo>
                  <a:lnTo>
                    <a:pt x="92001" y="37293"/>
                  </a:lnTo>
                  <a:lnTo>
                    <a:pt x="91517" y="37697"/>
                  </a:lnTo>
                  <a:lnTo>
                    <a:pt x="91052" y="38141"/>
                  </a:lnTo>
                  <a:lnTo>
                    <a:pt x="90609" y="38585"/>
                  </a:lnTo>
                  <a:lnTo>
                    <a:pt x="90185" y="39049"/>
                  </a:lnTo>
                  <a:lnTo>
                    <a:pt x="89781" y="39513"/>
                  </a:lnTo>
                  <a:lnTo>
                    <a:pt x="89398" y="40018"/>
                  </a:lnTo>
                  <a:lnTo>
                    <a:pt x="89055" y="40502"/>
                  </a:lnTo>
                  <a:lnTo>
                    <a:pt x="88712" y="41027"/>
                  </a:lnTo>
                  <a:lnTo>
                    <a:pt x="88389" y="41551"/>
                  </a:lnTo>
                  <a:lnTo>
                    <a:pt x="88086" y="42076"/>
                  </a:lnTo>
                  <a:lnTo>
                    <a:pt x="87824" y="42621"/>
                  </a:lnTo>
                  <a:lnTo>
                    <a:pt x="87561" y="43186"/>
                  </a:lnTo>
                  <a:lnTo>
                    <a:pt x="87339" y="43751"/>
                  </a:lnTo>
                  <a:lnTo>
                    <a:pt x="87138" y="44316"/>
                  </a:lnTo>
                  <a:lnTo>
                    <a:pt x="86956" y="44881"/>
                  </a:lnTo>
                  <a:lnTo>
                    <a:pt x="86815" y="45466"/>
                  </a:lnTo>
                  <a:lnTo>
                    <a:pt x="86673" y="46052"/>
                  </a:lnTo>
                  <a:lnTo>
                    <a:pt x="86573" y="46637"/>
                  </a:lnTo>
                  <a:lnTo>
                    <a:pt x="86492" y="47283"/>
                  </a:lnTo>
                  <a:lnTo>
                    <a:pt x="86411" y="47928"/>
                  </a:lnTo>
                  <a:lnTo>
                    <a:pt x="86290" y="49240"/>
                  </a:lnTo>
                  <a:lnTo>
                    <a:pt x="86209" y="50330"/>
                  </a:lnTo>
                  <a:lnTo>
                    <a:pt x="86088" y="51399"/>
                  </a:lnTo>
                  <a:lnTo>
                    <a:pt x="86007" y="51924"/>
                  </a:lnTo>
                  <a:lnTo>
                    <a:pt x="85927" y="52449"/>
                  </a:lnTo>
                  <a:lnTo>
                    <a:pt x="85806" y="52973"/>
                  </a:lnTo>
                  <a:lnTo>
                    <a:pt x="85685" y="53458"/>
                  </a:lnTo>
                  <a:lnTo>
                    <a:pt x="85543" y="53962"/>
                  </a:lnTo>
                  <a:lnTo>
                    <a:pt x="85362" y="54426"/>
                  </a:lnTo>
                  <a:lnTo>
                    <a:pt x="85160" y="54870"/>
                  </a:lnTo>
                  <a:lnTo>
                    <a:pt x="84918" y="55314"/>
                  </a:lnTo>
                  <a:lnTo>
                    <a:pt x="84655" y="55718"/>
                  </a:lnTo>
                  <a:lnTo>
                    <a:pt x="84353" y="56101"/>
                  </a:lnTo>
                  <a:lnTo>
                    <a:pt x="84171" y="56303"/>
                  </a:lnTo>
                  <a:lnTo>
                    <a:pt x="84010" y="56465"/>
                  </a:lnTo>
                  <a:lnTo>
                    <a:pt x="83808" y="56646"/>
                  </a:lnTo>
                  <a:lnTo>
                    <a:pt x="83606" y="56808"/>
                  </a:lnTo>
                  <a:lnTo>
                    <a:pt x="83344" y="56989"/>
                  </a:lnTo>
                  <a:lnTo>
                    <a:pt x="83041" y="57191"/>
                  </a:lnTo>
                  <a:lnTo>
                    <a:pt x="82658" y="57393"/>
                  </a:lnTo>
                  <a:lnTo>
                    <a:pt x="82173" y="57595"/>
                  </a:lnTo>
                  <a:lnTo>
                    <a:pt x="81628" y="57776"/>
                  </a:lnTo>
                  <a:lnTo>
                    <a:pt x="81326" y="57877"/>
                  </a:lnTo>
                  <a:lnTo>
                    <a:pt x="80983" y="57958"/>
                  </a:lnTo>
                  <a:lnTo>
                    <a:pt x="80599" y="58018"/>
                  </a:lnTo>
                  <a:lnTo>
                    <a:pt x="80216" y="58099"/>
                  </a:lnTo>
                  <a:lnTo>
                    <a:pt x="79792" y="58160"/>
                  </a:lnTo>
                  <a:lnTo>
                    <a:pt x="79328" y="58200"/>
                  </a:lnTo>
                  <a:lnTo>
                    <a:pt x="78642" y="58261"/>
                  </a:lnTo>
                  <a:lnTo>
                    <a:pt x="77935" y="58281"/>
                  </a:lnTo>
                  <a:lnTo>
                    <a:pt x="77249" y="58301"/>
                  </a:lnTo>
                  <a:lnTo>
                    <a:pt x="76543" y="58301"/>
                  </a:lnTo>
                  <a:lnTo>
                    <a:pt x="75837" y="58281"/>
                  </a:lnTo>
                  <a:lnTo>
                    <a:pt x="75151" y="58240"/>
                  </a:lnTo>
                  <a:lnTo>
                    <a:pt x="74444" y="58180"/>
                  </a:lnTo>
                  <a:lnTo>
                    <a:pt x="73758" y="58119"/>
                  </a:lnTo>
                  <a:lnTo>
                    <a:pt x="72366" y="57958"/>
                  </a:lnTo>
                  <a:lnTo>
                    <a:pt x="70994" y="57776"/>
                  </a:lnTo>
                  <a:lnTo>
                    <a:pt x="69601" y="57574"/>
                  </a:lnTo>
                  <a:lnTo>
                    <a:pt x="68249" y="57352"/>
                  </a:lnTo>
                  <a:lnTo>
                    <a:pt x="66937" y="57151"/>
                  </a:lnTo>
                  <a:lnTo>
                    <a:pt x="65605" y="56949"/>
                  </a:lnTo>
                  <a:lnTo>
                    <a:pt x="64294" y="56767"/>
                  </a:lnTo>
                  <a:lnTo>
                    <a:pt x="62962" y="56606"/>
                  </a:lnTo>
                  <a:lnTo>
                    <a:pt x="61771" y="56505"/>
                  </a:lnTo>
                  <a:lnTo>
                    <a:pt x="60581" y="56424"/>
                  </a:lnTo>
                  <a:lnTo>
                    <a:pt x="59390" y="56384"/>
                  </a:lnTo>
                  <a:lnTo>
                    <a:pt x="58179" y="56364"/>
                  </a:lnTo>
                  <a:lnTo>
                    <a:pt x="56968" y="56384"/>
                  </a:lnTo>
                  <a:lnTo>
                    <a:pt x="55778" y="56444"/>
                  </a:lnTo>
                  <a:lnTo>
                    <a:pt x="54567" y="56525"/>
                  </a:lnTo>
                  <a:lnTo>
                    <a:pt x="53356" y="56646"/>
                  </a:lnTo>
                  <a:lnTo>
                    <a:pt x="52145" y="56787"/>
                  </a:lnTo>
                  <a:lnTo>
                    <a:pt x="50935" y="56949"/>
                  </a:lnTo>
                  <a:lnTo>
                    <a:pt x="49744" y="57151"/>
                  </a:lnTo>
                  <a:lnTo>
                    <a:pt x="48553" y="57393"/>
                  </a:lnTo>
                  <a:lnTo>
                    <a:pt x="47343" y="57655"/>
                  </a:lnTo>
                  <a:lnTo>
                    <a:pt x="46172" y="57958"/>
                  </a:lnTo>
                  <a:lnTo>
                    <a:pt x="44981" y="58281"/>
                  </a:lnTo>
                  <a:lnTo>
                    <a:pt x="43811" y="58644"/>
                  </a:lnTo>
                  <a:lnTo>
                    <a:pt x="42661" y="59027"/>
                  </a:lnTo>
                  <a:lnTo>
                    <a:pt x="41510" y="59451"/>
                  </a:lnTo>
                  <a:lnTo>
                    <a:pt x="40380" y="59895"/>
                  </a:lnTo>
                  <a:lnTo>
                    <a:pt x="39250" y="60359"/>
                  </a:lnTo>
                  <a:lnTo>
                    <a:pt x="38140" y="60864"/>
                  </a:lnTo>
                  <a:lnTo>
                    <a:pt x="37031" y="61409"/>
                  </a:lnTo>
                  <a:lnTo>
                    <a:pt x="35961" y="61954"/>
                  </a:lnTo>
                  <a:lnTo>
                    <a:pt x="34891" y="62539"/>
                  </a:lnTo>
                  <a:lnTo>
                    <a:pt x="33842" y="63144"/>
                  </a:lnTo>
                  <a:lnTo>
                    <a:pt x="32813" y="63790"/>
                  </a:lnTo>
                  <a:lnTo>
                    <a:pt x="31784" y="64436"/>
                  </a:lnTo>
                  <a:lnTo>
                    <a:pt x="30795" y="65122"/>
                  </a:lnTo>
                  <a:lnTo>
                    <a:pt x="29826" y="65828"/>
                  </a:lnTo>
                  <a:lnTo>
                    <a:pt x="28878" y="66555"/>
                  </a:lnTo>
                  <a:lnTo>
                    <a:pt x="27950" y="67321"/>
                  </a:lnTo>
                  <a:lnTo>
                    <a:pt x="27041" y="68088"/>
                  </a:lnTo>
                  <a:lnTo>
                    <a:pt x="26113" y="68916"/>
                  </a:lnTo>
                  <a:lnTo>
                    <a:pt x="25205" y="69763"/>
                  </a:lnTo>
                  <a:lnTo>
                    <a:pt x="23429" y="71499"/>
                  </a:lnTo>
                  <a:lnTo>
                    <a:pt x="22279" y="72609"/>
                  </a:lnTo>
                  <a:lnTo>
                    <a:pt x="21129" y="73719"/>
                  </a:lnTo>
                  <a:lnTo>
                    <a:pt x="19938" y="74788"/>
                  </a:lnTo>
                  <a:lnTo>
                    <a:pt x="19333" y="75313"/>
                  </a:lnTo>
                  <a:lnTo>
                    <a:pt x="18707" y="75837"/>
                  </a:lnTo>
                  <a:lnTo>
                    <a:pt x="18081" y="76342"/>
                  </a:lnTo>
                  <a:lnTo>
                    <a:pt x="17456" y="76826"/>
                  </a:lnTo>
                  <a:lnTo>
                    <a:pt x="16810" y="77290"/>
                  </a:lnTo>
                  <a:lnTo>
                    <a:pt x="16144" y="77734"/>
                  </a:lnTo>
                  <a:lnTo>
                    <a:pt x="15458" y="78158"/>
                  </a:lnTo>
                  <a:lnTo>
                    <a:pt x="14772" y="78542"/>
                  </a:lnTo>
                  <a:lnTo>
                    <a:pt x="14066" y="78925"/>
                  </a:lnTo>
                  <a:lnTo>
                    <a:pt x="13339" y="79268"/>
                  </a:lnTo>
                  <a:lnTo>
                    <a:pt x="12915" y="79450"/>
                  </a:lnTo>
                  <a:lnTo>
                    <a:pt x="12492" y="79611"/>
                  </a:lnTo>
                  <a:lnTo>
                    <a:pt x="12048" y="79752"/>
                  </a:lnTo>
                  <a:lnTo>
                    <a:pt x="11604" y="79894"/>
                  </a:lnTo>
                  <a:lnTo>
                    <a:pt x="11160" y="79995"/>
                  </a:lnTo>
                  <a:lnTo>
                    <a:pt x="10716" y="80095"/>
                  </a:lnTo>
                  <a:lnTo>
                    <a:pt x="10252" y="80196"/>
                  </a:lnTo>
                  <a:lnTo>
                    <a:pt x="9787" y="80257"/>
                  </a:lnTo>
                  <a:lnTo>
                    <a:pt x="9344" y="80297"/>
                  </a:lnTo>
                  <a:lnTo>
                    <a:pt x="8879" y="80338"/>
                  </a:lnTo>
                  <a:lnTo>
                    <a:pt x="8415" y="80358"/>
                  </a:lnTo>
                  <a:lnTo>
                    <a:pt x="7951" y="80358"/>
                  </a:lnTo>
                  <a:lnTo>
                    <a:pt x="7507" y="80338"/>
                  </a:lnTo>
                  <a:lnTo>
                    <a:pt x="7063" y="80317"/>
                  </a:lnTo>
                  <a:lnTo>
                    <a:pt x="6619" y="80257"/>
                  </a:lnTo>
                  <a:lnTo>
                    <a:pt x="6175" y="80196"/>
                  </a:lnTo>
                  <a:lnTo>
                    <a:pt x="5691" y="80095"/>
                  </a:lnTo>
                  <a:lnTo>
                    <a:pt x="5247" y="79974"/>
                  </a:lnTo>
                  <a:lnTo>
                    <a:pt x="4803" y="79853"/>
                  </a:lnTo>
                  <a:lnTo>
                    <a:pt x="4379" y="79692"/>
                  </a:lnTo>
                  <a:lnTo>
                    <a:pt x="3955" y="79510"/>
                  </a:lnTo>
                  <a:lnTo>
                    <a:pt x="3572" y="79329"/>
                  </a:lnTo>
                  <a:lnTo>
                    <a:pt x="3189" y="79107"/>
                  </a:lnTo>
                  <a:lnTo>
                    <a:pt x="2846" y="78885"/>
                  </a:lnTo>
                  <a:lnTo>
                    <a:pt x="2502" y="78642"/>
                  </a:lnTo>
                  <a:lnTo>
                    <a:pt x="2180" y="78380"/>
                  </a:lnTo>
                  <a:lnTo>
                    <a:pt x="1897" y="78098"/>
                  </a:lnTo>
                  <a:lnTo>
                    <a:pt x="1615" y="77795"/>
                  </a:lnTo>
                  <a:lnTo>
                    <a:pt x="1352" y="77472"/>
                  </a:lnTo>
                  <a:lnTo>
                    <a:pt x="1130" y="77149"/>
                  </a:lnTo>
                  <a:lnTo>
                    <a:pt x="908" y="76806"/>
                  </a:lnTo>
                  <a:lnTo>
                    <a:pt x="727" y="76443"/>
                  </a:lnTo>
                  <a:lnTo>
                    <a:pt x="585" y="76180"/>
                  </a:lnTo>
                  <a:lnTo>
                    <a:pt x="484" y="75898"/>
                  </a:lnTo>
                  <a:lnTo>
                    <a:pt x="384" y="75636"/>
                  </a:lnTo>
                  <a:lnTo>
                    <a:pt x="303" y="75353"/>
                  </a:lnTo>
                  <a:lnTo>
                    <a:pt x="242" y="75050"/>
                  </a:lnTo>
                  <a:lnTo>
                    <a:pt x="182" y="74768"/>
                  </a:lnTo>
                  <a:lnTo>
                    <a:pt x="141" y="74465"/>
                  </a:lnTo>
                  <a:lnTo>
                    <a:pt x="101" y="74162"/>
                  </a:lnTo>
                  <a:lnTo>
                    <a:pt x="81" y="73860"/>
                  </a:lnTo>
                  <a:lnTo>
                    <a:pt x="81" y="73557"/>
                  </a:lnTo>
                  <a:lnTo>
                    <a:pt x="101" y="73254"/>
                  </a:lnTo>
                  <a:lnTo>
                    <a:pt x="121" y="72952"/>
                  </a:lnTo>
                  <a:lnTo>
                    <a:pt x="162" y="72629"/>
                  </a:lnTo>
                  <a:lnTo>
                    <a:pt x="202" y="72306"/>
                  </a:lnTo>
                  <a:lnTo>
                    <a:pt x="262" y="71983"/>
                  </a:lnTo>
                  <a:lnTo>
                    <a:pt x="343" y="71680"/>
                  </a:lnTo>
                  <a:lnTo>
                    <a:pt x="525" y="71075"/>
                  </a:lnTo>
                  <a:lnTo>
                    <a:pt x="727" y="70490"/>
                  </a:lnTo>
                  <a:lnTo>
                    <a:pt x="989" y="69925"/>
                  </a:lnTo>
                  <a:lnTo>
                    <a:pt x="1292" y="69380"/>
                  </a:lnTo>
                  <a:lnTo>
                    <a:pt x="1615" y="68835"/>
                  </a:lnTo>
                  <a:lnTo>
                    <a:pt x="1998" y="68330"/>
                  </a:lnTo>
                  <a:lnTo>
                    <a:pt x="2381" y="67846"/>
                  </a:lnTo>
                  <a:lnTo>
                    <a:pt x="2825" y="67382"/>
                  </a:lnTo>
                  <a:lnTo>
                    <a:pt x="3209" y="67019"/>
                  </a:lnTo>
                  <a:lnTo>
                    <a:pt x="3612" y="66676"/>
                  </a:lnTo>
                  <a:lnTo>
                    <a:pt x="4036" y="66353"/>
                  </a:lnTo>
                  <a:lnTo>
                    <a:pt x="4500" y="66030"/>
                  </a:lnTo>
                  <a:lnTo>
                    <a:pt x="4964" y="65727"/>
                  </a:lnTo>
                  <a:lnTo>
                    <a:pt x="5449" y="65445"/>
                  </a:lnTo>
                  <a:lnTo>
                    <a:pt x="5973" y="65162"/>
                  </a:lnTo>
                  <a:lnTo>
                    <a:pt x="6518" y="64900"/>
                  </a:lnTo>
                  <a:lnTo>
                    <a:pt x="7063" y="64658"/>
                  </a:lnTo>
                  <a:lnTo>
                    <a:pt x="7669" y="64415"/>
                  </a:lnTo>
                  <a:lnTo>
                    <a:pt x="8274" y="64194"/>
                  </a:lnTo>
                  <a:lnTo>
                    <a:pt x="8920" y="63992"/>
                  </a:lnTo>
                  <a:lnTo>
                    <a:pt x="9586" y="63790"/>
                  </a:lnTo>
                  <a:lnTo>
                    <a:pt x="10272" y="63608"/>
                  </a:lnTo>
                  <a:lnTo>
                    <a:pt x="10978" y="63427"/>
                  </a:lnTo>
                  <a:lnTo>
                    <a:pt x="11745" y="63265"/>
                  </a:lnTo>
                  <a:lnTo>
                    <a:pt x="12673" y="63084"/>
                  </a:lnTo>
                  <a:lnTo>
                    <a:pt x="13460" y="62942"/>
                  </a:lnTo>
                  <a:lnTo>
                    <a:pt x="14227" y="62781"/>
                  </a:lnTo>
                  <a:lnTo>
                    <a:pt x="15014" y="62579"/>
                  </a:lnTo>
                  <a:lnTo>
                    <a:pt x="15761" y="62377"/>
                  </a:lnTo>
                  <a:lnTo>
                    <a:pt x="16144" y="62256"/>
                  </a:lnTo>
                  <a:lnTo>
                    <a:pt x="16507" y="62115"/>
                  </a:lnTo>
                  <a:lnTo>
                    <a:pt x="16871" y="61974"/>
                  </a:lnTo>
                  <a:lnTo>
                    <a:pt x="17234" y="61812"/>
                  </a:lnTo>
                  <a:lnTo>
                    <a:pt x="17577" y="61631"/>
                  </a:lnTo>
                  <a:lnTo>
                    <a:pt x="17920" y="61429"/>
                  </a:lnTo>
                  <a:lnTo>
                    <a:pt x="18243" y="61227"/>
                  </a:lnTo>
                  <a:lnTo>
                    <a:pt x="18566" y="61005"/>
                  </a:lnTo>
                  <a:lnTo>
                    <a:pt x="18909" y="60723"/>
                  </a:lnTo>
                  <a:lnTo>
                    <a:pt x="19232" y="60420"/>
                  </a:lnTo>
                  <a:lnTo>
                    <a:pt x="19534" y="60097"/>
                  </a:lnTo>
                  <a:lnTo>
                    <a:pt x="19817" y="59754"/>
                  </a:lnTo>
                  <a:lnTo>
                    <a:pt x="20099" y="59391"/>
                  </a:lnTo>
                  <a:lnTo>
                    <a:pt x="20362" y="59007"/>
                  </a:lnTo>
                  <a:lnTo>
                    <a:pt x="20604" y="58604"/>
                  </a:lnTo>
                  <a:lnTo>
                    <a:pt x="20826" y="58160"/>
                  </a:lnTo>
                  <a:lnTo>
                    <a:pt x="21028" y="57716"/>
                  </a:lnTo>
                  <a:lnTo>
                    <a:pt x="21230" y="57252"/>
                  </a:lnTo>
                  <a:lnTo>
                    <a:pt x="21391" y="56767"/>
                  </a:lnTo>
                  <a:lnTo>
                    <a:pt x="21552" y="56263"/>
                  </a:lnTo>
                  <a:lnTo>
                    <a:pt x="21694" y="55738"/>
                  </a:lnTo>
                  <a:lnTo>
                    <a:pt x="21795" y="55213"/>
                  </a:lnTo>
                  <a:lnTo>
                    <a:pt x="21895" y="54648"/>
                  </a:lnTo>
                  <a:lnTo>
                    <a:pt x="21976" y="54083"/>
                  </a:lnTo>
                  <a:lnTo>
                    <a:pt x="22037" y="53478"/>
                  </a:lnTo>
                  <a:lnTo>
                    <a:pt x="22077" y="52872"/>
                  </a:lnTo>
                  <a:lnTo>
                    <a:pt x="22097" y="52267"/>
                  </a:lnTo>
                  <a:lnTo>
                    <a:pt x="22117" y="51662"/>
                  </a:lnTo>
                  <a:lnTo>
                    <a:pt x="22097" y="51056"/>
                  </a:lnTo>
                  <a:lnTo>
                    <a:pt x="22077" y="50451"/>
                  </a:lnTo>
                  <a:lnTo>
                    <a:pt x="21996" y="49240"/>
                  </a:lnTo>
                  <a:lnTo>
                    <a:pt x="21875" y="48029"/>
                  </a:lnTo>
                  <a:lnTo>
                    <a:pt x="21734" y="46818"/>
                  </a:lnTo>
                  <a:lnTo>
                    <a:pt x="21552" y="45608"/>
                  </a:lnTo>
                  <a:lnTo>
                    <a:pt x="21371" y="44417"/>
                  </a:lnTo>
                  <a:lnTo>
                    <a:pt x="21068" y="42359"/>
                  </a:lnTo>
                  <a:lnTo>
                    <a:pt x="20927" y="41309"/>
                  </a:lnTo>
                  <a:lnTo>
                    <a:pt x="20806" y="40280"/>
                  </a:lnTo>
                  <a:lnTo>
                    <a:pt x="20745" y="39493"/>
                  </a:lnTo>
                  <a:lnTo>
                    <a:pt x="20685" y="38706"/>
                  </a:lnTo>
                  <a:lnTo>
                    <a:pt x="20665" y="37879"/>
                  </a:lnTo>
                  <a:lnTo>
                    <a:pt x="20665" y="37031"/>
                  </a:lnTo>
                  <a:lnTo>
                    <a:pt x="20685" y="36184"/>
                  </a:lnTo>
                  <a:lnTo>
                    <a:pt x="20765" y="35316"/>
                  </a:lnTo>
                  <a:lnTo>
                    <a:pt x="20866" y="34448"/>
                  </a:lnTo>
                  <a:lnTo>
                    <a:pt x="21008" y="33560"/>
                  </a:lnTo>
                  <a:lnTo>
                    <a:pt x="21088" y="33136"/>
                  </a:lnTo>
                  <a:lnTo>
                    <a:pt x="21189" y="32713"/>
                  </a:lnTo>
                  <a:lnTo>
                    <a:pt x="21290" y="32269"/>
                  </a:lnTo>
                  <a:lnTo>
                    <a:pt x="21431" y="31845"/>
                  </a:lnTo>
                  <a:lnTo>
                    <a:pt x="21552" y="31441"/>
                  </a:lnTo>
                  <a:lnTo>
                    <a:pt x="21714" y="31017"/>
                  </a:lnTo>
                  <a:lnTo>
                    <a:pt x="21875" y="30614"/>
                  </a:lnTo>
                  <a:lnTo>
                    <a:pt x="22057" y="30210"/>
                  </a:lnTo>
                  <a:lnTo>
                    <a:pt x="22259" y="29807"/>
                  </a:lnTo>
                  <a:lnTo>
                    <a:pt x="22461" y="29423"/>
                  </a:lnTo>
                  <a:lnTo>
                    <a:pt x="22703" y="29040"/>
                  </a:lnTo>
                  <a:lnTo>
                    <a:pt x="22945" y="28677"/>
                  </a:lnTo>
                  <a:lnTo>
                    <a:pt x="23207" y="28313"/>
                  </a:lnTo>
                  <a:lnTo>
                    <a:pt x="23470" y="27950"/>
                  </a:lnTo>
                  <a:lnTo>
                    <a:pt x="23772" y="27607"/>
                  </a:lnTo>
                  <a:lnTo>
                    <a:pt x="24095" y="27284"/>
                  </a:lnTo>
                  <a:lnTo>
                    <a:pt x="24458" y="26921"/>
                  </a:lnTo>
                  <a:lnTo>
                    <a:pt x="24862" y="26578"/>
                  </a:lnTo>
                  <a:lnTo>
                    <a:pt x="25266" y="26275"/>
                  </a:lnTo>
                  <a:lnTo>
                    <a:pt x="25710" y="25972"/>
                  </a:lnTo>
                  <a:lnTo>
                    <a:pt x="26153" y="25690"/>
                  </a:lnTo>
                  <a:lnTo>
                    <a:pt x="26597" y="25448"/>
                  </a:lnTo>
                  <a:lnTo>
                    <a:pt x="27082" y="25226"/>
                  </a:lnTo>
                  <a:lnTo>
                    <a:pt x="27586" y="25004"/>
                  </a:lnTo>
                  <a:lnTo>
                    <a:pt x="28091" y="24822"/>
                  </a:lnTo>
                  <a:lnTo>
                    <a:pt x="28615" y="24661"/>
                  </a:lnTo>
                  <a:lnTo>
                    <a:pt x="29160" y="24519"/>
                  </a:lnTo>
                  <a:lnTo>
                    <a:pt x="29705" y="24398"/>
                  </a:lnTo>
                  <a:lnTo>
                    <a:pt x="30290" y="24297"/>
                  </a:lnTo>
                  <a:lnTo>
                    <a:pt x="30876" y="24217"/>
                  </a:lnTo>
                  <a:lnTo>
                    <a:pt x="31481" y="24176"/>
                  </a:lnTo>
                  <a:lnTo>
                    <a:pt x="32086" y="24136"/>
                  </a:lnTo>
                  <a:lnTo>
                    <a:pt x="33297" y="24136"/>
                  </a:lnTo>
                  <a:lnTo>
                    <a:pt x="33903" y="24176"/>
                  </a:lnTo>
                  <a:lnTo>
                    <a:pt x="34508" y="24217"/>
                  </a:lnTo>
                  <a:lnTo>
                    <a:pt x="35113" y="24277"/>
                  </a:lnTo>
                  <a:lnTo>
                    <a:pt x="35699" y="24358"/>
                  </a:lnTo>
                  <a:lnTo>
                    <a:pt x="36264" y="24459"/>
                  </a:lnTo>
                  <a:lnTo>
                    <a:pt x="36829" y="24580"/>
                  </a:lnTo>
                  <a:lnTo>
                    <a:pt x="37394" y="24681"/>
                  </a:lnTo>
                  <a:lnTo>
                    <a:pt x="38443" y="24943"/>
                  </a:lnTo>
                  <a:lnTo>
                    <a:pt x="39412" y="25246"/>
                  </a:lnTo>
                  <a:lnTo>
                    <a:pt x="40320" y="25549"/>
                  </a:lnTo>
                  <a:lnTo>
                    <a:pt x="41147" y="25851"/>
                  </a:lnTo>
                  <a:lnTo>
                    <a:pt x="41874" y="26134"/>
                  </a:lnTo>
                  <a:lnTo>
                    <a:pt x="42600" y="26437"/>
                  </a:lnTo>
                  <a:lnTo>
                    <a:pt x="43327" y="26759"/>
                  </a:lnTo>
                  <a:lnTo>
                    <a:pt x="44033" y="27082"/>
                  </a:lnTo>
                  <a:lnTo>
                    <a:pt x="45466" y="27768"/>
                  </a:lnTo>
                  <a:lnTo>
                    <a:pt x="46878" y="28495"/>
                  </a:lnTo>
                  <a:lnTo>
                    <a:pt x="48271" y="29242"/>
                  </a:lnTo>
                  <a:lnTo>
                    <a:pt x="49643" y="30008"/>
                  </a:lnTo>
                  <a:lnTo>
                    <a:pt x="52367" y="31542"/>
                  </a:lnTo>
                  <a:lnTo>
                    <a:pt x="54486" y="32753"/>
                  </a:lnTo>
                  <a:lnTo>
                    <a:pt x="56646" y="33944"/>
                  </a:lnTo>
                  <a:lnTo>
                    <a:pt x="57735" y="34529"/>
                  </a:lnTo>
                  <a:lnTo>
                    <a:pt x="58825" y="35094"/>
                  </a:lnTo>
                  <a:lnTo>
                    <a:pt x="59935" y="35639"/>
                  </a:lnTo>
                  <a:lnTo>
                    <a:pt x="61045" y="36163"/>
                  </a:lnTo>
                  <a:lnTo>
                    <a:pt x="61953" y="36547"/>
                  </a:lnTo>
                  <a:lnTo>
                    <a:pt x="62821" y="36890"/>
                  </a:lnTo>
                  <a:lnTo>
                    <a:pt x="63668" y="37193"/>
                  </a:lnTo>
                  <a:lnTo>
                    <a:pt x="64496" y="37435"/>
                  </a:lnTo>
                  <a:lnTo>
                    <a:pt x="65283" y="37637"/>
                  </a:lnTo>
                  <a:lnTo>
                    <a:pt x="66049" y="37798"/>
                  </a:lnTo>
                  <a:lnTo>
                    <a:pt x="66816" y="37899"/>
                  </a:lnTo>
                  <a:lnTo>
                    <a:pt x="67523" y="37959"/>
                  </a:lnTo>
                  <a:lnTo>
                    <a:pt x="68229" y="37980"/>
                  </a:lnTo>
                  <a:lnTo>
                    <a:pt x="68552" y="37959"/>
                  </a:lnTo>
                  <a:lnTo>
                    <a:pt x="68895" y="37939"/>
                  </a:lnTo>
                  <a:lnTo>
                    <a:pt x="69218" y="37899"/>
                  </a:lnTo>
                  <a:lnTo>
                    <a:pt x="69541" y="37859"/>
                  </a:lnTo>
                  <a:lnTo>
                    <a:pt x="69843" y="37798"/>
                  </a:lnTo>
                  <a:lnTo>
                    <a:pt x="70166" y="37737"/>
                  </a:lnTo>
                  <a:lnTo>
                    <a:pt x="70449" y="37657"/>
                  </a:lnTo>
                  <a:lnTo>
                    <a:pt x="70751" y="37556"/>
                  </a:lnTo>
                  <a:lnTo>
                    <a:pt x="71034" y="37455"/>
                  </a:lnTo>
                  <a:lnTo>
                    <a:pt x="71316" y="37334"/>
                  </a:lnTo>
                  <a:lnTo>
                    <a:pt x="71579" y="37193"/>
                  </a:lnTo>
                  <a:lnTo>
                    <a:pt x="71861" y="37051"/>
                  </a:lnTo>
                  <a:lnTo>
                    <a:pt x="72103" y="36890"/>
                  </a:lnTo>
                  <a:lnTo>
                    <a:pt x="72366" y="36728"/>
                  </a:lnTo>
                  <a:lnTo>
                    <a:pt x="72628" y="36547"/>
                  </a:lnTo>
                  <a:lnTo>
                    <a:pt x="72870" y="36345"/>
                  </a:lnTo>
                  <a:lnTo>
                    <a:pt x="73112" y="36143"/>
                  </a:lnTo>
                  <a:lnTo>
                    <a:pt x="73355" y="35921"/>
                  </a:lnTo>
                  <a:lnTo>
                    <a:pt x="73577" y="35679"/>
                  </a:lnTo>
                  <a:lnTo>
                    <a:pt x="73778" y="35437"/>
                  </a:lnTo>
                  <a:lnTo>
                    <a:pt x="74000" y="35195"/>
                  </a:lnTo>
                  <a:lnTo>
                    <a:pt x="74182" y="34912"/>
                  </a:lnTo>
                  <a:lnTo>
                    <a:pt x="74384" y="34650"/>
                  </a:lnTo>
                  <a:lnTo>
                    <a:pt x="74565" y="34347"/>
                  </a:lnTo>
                  <a:lnTo>
                    <a:pt x="74727" y="34065"/>
                  </a:lnTo>
                  <a:lnTo>
                    <a:pt x="74888" y="33742"/>
                  </a:lnTo>
                  <a:lnTo>
                    <a:pt x="75050" y="33419"/>
                  </a:lnTo>
                  <a:lnTo>
                    <a:pt x="75191" y="33096"/>
                  </a:lnTo>
                  <a:lnTo>
                    <a:pt x="75312" y="32753"/>
                  </a:lnTo>
                  <a:lnTo>
                    <a:pt x="75433" y="32410"/>
                  </a:lnTo>
                  <a:lnTo>
                    <a:pt x="75635" y="31784"/>
                  </a:lnTo>
                  <a:lnTo>
                    <a:pt x="75796" y="31139"/>
                  </a:lnTo>
                  <a:lnTo>
                    <a:pt x="75917" y="30473"/>
                  </a:lnTo>
                  <a:lnTo>
                    <a:pt x="76018" y="29786"/>
                  </a:lnTo>
                  <a:lnTo>
                    <a:pt x="76099" y="29080"/>
                  </a:lnTo>
                  <a:lnTo>
                    <a:pt x="76139" y="28374"/>
                  </a:lnTo>
                  <a:lnTo>
                    <a:pt x="76139" y="27627"/>
                  </a:lnTo>
                  <a:lnTo>
                    <a:pt x="76119" y="26901"/>
                  </a:lnTo>
                  <a:lnTo>
                    <a:pt x="76059" y="25791"/>
                  </a:lnTo>
                  <a:lnTo>
                    <a:pt x="75998" y="24721"/>
                  </a:lnTo>
                  <a:lnTo>
                    <a:pt x="75837" y="22703"/>
                  </a:lnTo>
                  <a:lnTo>
                    <a:pt x="75655" y="20786"/>
                  </a:lnTo>
                  <a:lnTo>
                    <a:pt x="75453" y="18950"/>
                  </a:lnTo>
                  <a:lnTo>
                    <a:pt x="75252" y="16932"/>
                  </a:lnTo>
                  <a:lnTo>
                    <a:pt x="75050" y="14833"/>
                  </a:lnTo>
                  <a:lnTo>
                    <a:pt x="74929" y="13642"/>
                  </a:lnTo>
                  <a:lnTo>
                    <a:pt x="74787" y="12452"/>
                  </a:lnTo>
                  <a:lnTo>
                    <a:pt x="74606" y="11140"/>
                  </a:lnTo>
                  <a:lnTo>
                    <a:pt x="74545" y="10494"/>
                  </a:lnTo>
                  <a:lnTo>
                    <a:pt x="74485" y="9849"/>
                  </a:lnTo>
                  <a:lnTo>
                    <a:pt x="74444" y="9203"/>
                  </a:lnTo>
                  <a:lnTo>
                    <a:pt x="74424" y="8577"/>
                  </a:lnTo>
                  <a:lnTo>
                    <a:pt x="74424" y="7952"/>
                  </a:lnTo>
                  <a:lnTo>
                    <a:pt x="74464" y="7346"/>
                  </a:lnTo>
                  <a:lnTo>
                    <a:pt x="74525" y="6741"/>
                  </a:lnTo>
                  <a:lnTo>
                    <a:pt x="74646" y="6176"/>
                  </a:lnTo>
                  <a:lnTo>
                    <a:pt x="74707" y="5893"/>
                  </a:lnTo>
                  <a:lnTo>
                    <a:pt x="74787" y="5611"/>
                  </a:lnTo>
                  <a:lnTo>
                    <a:pt x="74888" y="5348"/>
                  </a:lnTo>
                  <a:lnTo>
                    <a:pt x="74989" y="5066"/>
                  </a:lnTo>
                  <a:lnTo>
                    <a:pt x="75110" y="4824"/>
                  </a:lnTo>
                  <a:lnTo>
                    <a:pt x="75231" y="4561"/>
                  </a:lnTo>
                  <a:lnTo>
                    <a:pt x="75393" y="4319"/>
                  </a:lnTo>
                  <a:lnTo>
                    <a:pt x="75554" y="4077"/>
                  </a:lnTo>
                  <a:lnTo>
                    <a:pt x="75716" y="3835"/>
                  </a:lnTo>
                  <a:lnTo>
                    <a:pt x="75917" y="3613"/>
                  </a:lnTo>
                  <a:lnTo>
                    <a:pt x="76119" y="3391"/>
                  </a:lnTo>
                  <a:lnTo>
                    <a:pt x="76341" y="3189"/>
                  </a:lnTo>
                  <a:lnTo>
                    <a:pt x="76604" y="2967"/>
                  </a:lnTo>
                  <a:lnTo>
                    <a:pt x="76886" y="2765"/>
                  </a:lnTo>
                  <a:lnTo>
                    <a:pt x="77169" y="2584"/>
                  </a:lnTo>
                  <a:lnTo>
                    <a:pt x="77471" y="2422"/>
                  </a:lnTo>
                  <a:lnTo>
                    <a:pt x="77754" y="2261"/>
                  </a:lnTo>
                  <a:lnTo>
                    <a:pt x="78077" y="2120"/>
                  </a:lnTo>
                  <a:lnTo>
                    <a:pt x="78379" y="1998"/>
                  </a:lnTo>
                  <a:lnTo>
                    <a:pt x="78702" y="1877"/>
                  </a:lnTo>
                  <a:lnTo>
                    <a:pt x="79348" y="1676"/>
                  </a:lnTo>
                  <a:lnTo>
                    <a:pt x="80014" y="1514"/>
                  </a:lnTo>
                  <a:lnTo>
                    <a:pt x="80660" y="1373"/>
                  </a:lnTo>
                  <a:lnTo>
                    <a:pt x="81306" y="1232"/>
                  </a:lnTo>
                  <a:lnTo>
                    <a:pt x="82799" y="989"/>
                  </a:lnTo>
                  <a:lnTo>
                    <a:pt x="84312" y="747"/>
                  </a:lnTo>
                  <a:lnTo>
                    <a:pt x="85826" y="566"/>
                  </a:lnTo>
                  <a:lnTo>
                    <a:pt x="87319" y="404"/>
                  </a:lnTo>
                  <a:lnTo>
                    <a:pt x="88833" y="283"/>
                  </a:lnTo>
                  <a:lnTo>
                    <a:pt x="90346" y="182"/>
                  </a:lnTo>
                  <a:lnTo>
                    <a:pt x="91860" y="122"/>
                  </a:lnTo>
                  <a:lnTo>
                    <a:pt x="93373" y="81"/>
                  </a:lnTo>
                  <a:close/>
                  <a:moveTo>
                    <a:pt x="93373" y="1"/>
                  </a:moveTo>
                  <a:lnTo>
                    <a:pt x="91860" y="41"/>
                  </a:lnTo>
                  <a:lnTo>
                    <a:pt x="90346" y="102"/>
                  </a:lnTo>
                  <a:lnTo>
                    <a:pt x="88833" y="202"/>
                  </a:lnTo>
                  <a:lnTo>
                    <a:pt x="87319" y="324"/>
                  </a:lnTo>
                  <a:lnTo>
                    <a:pt x="85806" y="485"/>
                  </a:lnTo>
                  <a:lnTo>
                    <a:pt x="84292" y="667"/>
                  </a:lnTo>
                  <a:lnTo>
                    <a:pt x="82799" y="909"/>
                  </a:lnTo>
                  <a:lnTo>
                    <a:pt x="81285" y="1171"/>
                  </a:lnTo>
                  <a:lnTo>
                    <a:pt x="80640" y="1292"/>
                  </a:lnTo>
                  <a:lnTo>
                    <a:pt x="79994" y="1433"/>
                  </a:lnTo>
                  <a:lnTo>
                    <a:pt x="79328" y="1595"/>
                  </a:lnTo>
                  <a:lnTo>
                    <a:pt x="78682" y="1797"/>
                  </a:lnTo>
                  <a:lnTo>
                    <a:pt x="78359" y="1918"/>
                  </a:lnTo>
                  <a:lnTo>
                    <a:pt x="78036" y="2059"/>
                  </a:lnTo>
                  <a:lnTo>
                    <a:pt x="77734" y="2200"/>
                  </a:lnTo>
                  <a:lnTo>
                    <a:pt x="77411" y="2342"/>
                  </a:lnTo>
                  <a:lnTo>
                    <a:pt x="77128" y="2523"/>
                  </a:lnTo>
                  <a:lnTo>
                    <a:pt x="76846" y="2705"/>
                  </a:lnTo>
                  <a:lnTo>
                    <a:pt x="76563" y="2907"/>
                  </a:lnTo>
                  <a:lnTo>
                    <a:pt x="76301" y="3129"/>
                  </a:lnTo>
                  <a:lnTo>
                    <a:pt x="76059" y="3330"/>
                  </a:lnTo>
                  <a:lnTo>
                    <a:pt x="75857" y="3552"/>
                  </a:lnTo>
                  <a:lnTo>
                    <a:pt x="75655" y="3795"/>
                  </a:lnTo>
                  <a:lnTo>
                    <a:pt x="75473" y="4017"/>
                  </a:lnTo>
                  <a:lnTo>
                    <a:pt x="75312" y="4259"/>
                  </a:lnTo>
                  <a:lnTo>
                    <a:pt x="75171" y="4521"/>
                  </a:lnTo>
                  <a:lnTo>
                    <a:pt x="75030" y="4763"/>
                  </a:lnTo>
                  <a:lnTo>
                    <a:pt x="74908" y="5026"/>
                  </a:lnTo>
                  <a:lnTo>
                    <a:pt x="74808" y="5308"/>
                  </a:lnTo>
                  <a:lnTo>
                    <a:pt x="74707" y="5570"/>
                  </a:lnTo>
                  <a:lnTo>
                    <a:pt x="74626" y="5853"/>
                  </a:lnTo>
                  <a:lnTo>
                    <a:pt x="74565" y="6135"/>
                  </a:lnTo>
                  <a:lnTo>
                    <a:pt x="74444" y="6721"/>
                  </a:lnTo>
                  <a:lnTo>
                    <a:pt x="74384" y="7326"/>
                  </a:lnTo>
                  <a:lnTo>
                    <a:pt x="74343" y="7931"/>
                  </a:lnTo>
                  <a:lnTo>
                    <a:pt x="74343" y="8557"/>
                  </a:lnTo>
                  <a:lnTo>
                    <a:pt x="74364" y="9203"/>
                  </a:lnTo>
                  <a:lnTo>
                    <a:pt x="74404" y="9849"/>
                  </a:lnTo>
                  <a:lnTo>
                    <a:pt x="74464" y="10494"/>
                  </a:lnTo>
                  <a:lnTo>
                    <a:pt x="74525" y="11160"/>
                  </a:lnTo>
                  <a:lnTo>
                    <a:pt x="74707" y="12472"/>
                  </a:lnTo>
                  <a:lnTo>
                    <a:pt x="74848" y="13663"/>
                  </a:lnTo>
                  <a:lnTo>
                    <a:pt x="74969" y="14833"/>
                  </a:lnTo>
                  <a:lnTo>
                    <a:pt x="75171" y="16932"/>
                  </a:lnTo>
                  <a:lnTo>
                    <a:pt x="75373" y="18950"/>
                  </a:lnTo>
                  <a:lnTo>
                    <a:pt x="75574" y="20806"/>
                  </a:lnTo>
                  <a:lnTo>
                    <a:pt x="75756" y="22703"/>
                  </a:lnTo>
                  <a:lnTo>
                    <a:pt x="75917" y="24741"/>
                  </a:lnTo>
                  <a:lnTo>
                    <a:pt x="75978" y="25791"/>
                  </a:lnTo>
                  <a:lnTo>
                    <a:pt x="76039" y="26901"/>
                  </a:lnTo>
                  <a:lnTo>
                    <a:pt x="76059" y="27627"/>
                  </a:lnTo>
                  <a:lnTo>
                    <a:pt x="76059" y="28354"/>
                  </a:lnTo>
                  <a:lnTo>
                    <a:pt x="76018" y="29080"/>
                  </a:lnTo>
                  <a:lnTo>
                    <a:pt x="75938" y="29766"/>
                  </a:lnTo>
                  <a:lnTo>
                    <a:pt x="75837" y="30452"/>
                  </a:lnTo>
                  <a:lnTo>
                    <a:pt x="75716" y="31118"/>
                  </a:lnTo>
                  <a:lnTo>
                    <a:pt x="75554" y="31764"/>
                  </a:lnTo>
                  <a:lnTo>
                    <a:pt x="75373" y="32370"/>
                  </a:lnTo>
                  <a:lnTo>
                    <a:pt x="75252" y="32733"/>
                  </a:lnTo>
                  <a:lnTo>
                    <a:pt x="75110" y="33056"/>
                  </a:lnTo>
                  <a:lnTo>
                    <a:pt x="74969" y="33399"/>
                  </a:lnTo>
                  <a:lnTo>
                    <a:pt x="74808" y="33701"/>
                  </a:lnTo>
                  <a:lnTo>
                    <a:pt x="74666" y="34024"/>
                  </a:lnTo>
                  <a:lnTo>
                    <a:pt x="74485" y="34307"/>
                  </a:lnTo>
                  <a:lnTo>
                    <a:pt x="74303" y="34589"/>
                  </a:lnTo>
                  <a:lnTo>
                    <a:pt x="74121" y="34872"/>
                  </a:lnTo>
                  <a:lnTo>
                    <a:pt x="73920" y="35134"/>
                  </a:lnTo>
                  <a:lnTo>
                    <a:pt x="73718" y="35397"/>
                  </a:lnTo>
                  <a:lnTo>
                    <a:pt x="73516" y="35639"/>
                  </a:lnTo>
                  <a:lnTo>
                    <a:pt x="73294" y="35861"/>
                  </a:lnTo>
                  <a:lnTo>
                    <a:pt x="73052" y="36083"/>
                  </a:lnTo>
                  <a:lnTo>
                    <a:pt x="72830" y="36284"/>
                  </a:lnTo>
                  <a:lnTo>
                    <a:pt x="72568" y="36486"/>
                  </a:lnTo>
                  <a:lnTo>
                    <a:pt x="72325" y="36668"/>
                  </a:lnTo>
                  <a:lnTo>
                    <a:pt x="72063" y="36829"/>
                  </a:lnTo>
                  <a:lnTo>
                    <a:pt x="71821" y="36991"/>
                  </a:lnTo>
                  <a:lnTo>
                    <a:pt x="71538" y="37132"/>
                  </a:lnTo>
                  <a:lnTo>
                    <a:pt x="71276" y="37253"/>
                  </a:lnTo>
                  <a:lnTo>
                    <a:pt x="70994" y="37374"/>
                  </a:lnTo>
                  <a:lnTo>
                    <a:pt x="70711" y="37475"/>
                  </a:lnTo>
                  <a:lnTo>
                    <a:pt x="70428" y="37576"/>
                  </a:lnTo>
                  <a:lnTo>
                    <a:pt x="70126" y="37657"/>
                  </a:lnTo>
                  <a:lnTo>
                    <a:pt x="69823" y="37717"/>
                  </a:lnTo>
                  <a:lnTo>
                    <a:pt x="69520" y="37778"/>
                  </a:lnTo>
                  <a:lnTo>
                    <a:pt x="69197" y="37838"/>
                  </a:lnTo>
                  <a:lnTo>
                    <a:pt x="68875" y="37859"/>
                  </a:lnTo>
                  <a:lnTo>
                    <a:pt x="68209" y="37899"/>
                  </a:lnTo>
                  <a:lnTo>
                    <a:pt x="67523" y="37879"/>
                  </a:lnTo>
                  <a:lnTo>
                    <a:pt x="66796" y="37818"/>
                  </a:lnTo>
                  <a:lnTo>
                    <a:pt x="66070" y="37717"/>
                  </a:lnTo>
                  <a:lnTo>
                    <a:pt x="65303" y="37556"/>
                  </a:lnTo>
                  <a:lnTo>
                    <a:pt x="64496" y="37354"/>
                  </a:lnTo>
                  <a:lnTo>
                    <a:pt x="63688" y="37112"/>
                  </a:lnTo>
                  <a:lnTo>
                    <a:pt x="62841" y="36829"/>
                  </a:lnTo>
                  <a:lnTo>
                    <a:pt x="61973" y="36486"/>
                  </a:lnTo>
                  <a:lnTo>
                    <a:pt x="61085" y="36083"/>
                  </a:lnTo>
                  <a:lnTo>
                    <a:pt x="59975" y="35558"/>
                  </a:lnTo>
                  <a:lnTo>
                    <a:pt x="58865" y="35013"/>
                  </a:lnTo>
                  <a:lnTo>
                    <a:pt x="57776" y="34448"/>
                  </a:lnTo>
                  <a:lnTo>
                    <a:pt x="56686" y="33863"/>
                  </a:lnTo>
                  <a:lnTo>
                    <a:pt x="54527" y="32672"/>
                  </a:lnTo>
                  <a:lnTo>
                    <a:pt x="52408" y="31461"/>
                  </a:lnTo>
                  <a:lnTo>
                    <a:pt x="49683" y="29928"/>
                  </a:lnTo>
                  <a:lnTo>
                    <a:pt x="48311" y="29161"/>
                  </a:lnTo>
                  <a:lnTo>
                    <a:pt x="46919" y="28414"/>
                  </a:lnTo>
                  <a:lnTo>
                    <a:pt x="45506" y="27708"/>
                  </a:lnTo>
                  <a:lnTo>
                    <a:pt x="44073" y="27022"/>
                  </a:lnTo>
                  <a:lnTo>
                    <a:pt x="43347" y="26679"/>
                  </a:lnTo>
                  <a:lnTo>
                    <a:pt x="42641" y="26376"/>
                  </a:lnTo>
                  <a:lnTo>
                    <a:pt x="41894" y="26053"/>
                  </a:lnTo>
                  <a:lnTo>
                    <a:pt x="41167" y="25771"/>
                  </a:lnTo>
                  <a:lnTo>
                    <a:pt x="40300" y="25448"/>
                  </a:lnTo>
                  <a:lnTo>
                    <a:pt x="39331" y="25125"/>
                  </a:lnTo>
                  <a:lnTo>
                    <a:pt x="38282" y="24822"/>
                  </a:lnTo>
                  <a:lnTo>
                    <a:pt x="37717" y="24681"/>
                  </a:lnTo>
                  <a:lnTo>
                    <a:pt x="37152" y="24560"/>
                  </a:lnTo>
                  <a:lnTo>
                    <a:pt x="36566" y="24439"/>
                  </a:lnTo>
                  <a:lnTo>
                    <a:pt x="35961" y="24318"/>
                  </a:lnTo>
                  <a:lnTo>
                    <a:pt x="35335" y="24237"/>
                  </a:lnTo>
                  <a:lnTo>
                    <a:pt x="34710" y="24156"/>
                  </a:lnTo>
                  <a:lnTo>
                    <a:pt x="34064" y="24096"/>
                  </a:lnTo>
                  <a:lnTo>
                    <a:pt x="33418" y="24055"/>
                  </a:lnTo>
                  <a:lnTo>
                    <a:pt x="32086" y="24055"/>
                  </a:lnTo>
                  <a:lnTo>
                    <a:pt x="31461" y="24096"/>
                  </a:lnTo>
                  <a:lnTo>
                    <a:pt x="30855" y="24136"/>
                  </a:lnTo>
                  <a:lnTo>
                    <a:pt x="30270" y="24217"/>
                  </a:lnTo>
                  <a:lnTo>
                    <a:pt x="29685" y="24318"/>
                  </a:lnTo>
                  <a:lnTo>
                    <a:pt x="29140" y="24439"/>
                  </a:lnTo>
                  <a:lnTo>
                    <a:pt x="28595" y="24580"/>
                  </a:lnTo>
                  <a:lnTo>
                    <a:pt x="28050" y="24741"/>
                  </a:lnTo>
                  <a:lnTo>
                    <a:pt x="27546" y="24943"/>
                  </a:lnTo>
                  <a:lnTo>
                    <a:pt x="27041" y="25145"/>
                  </a:lnTo>
                  <a:lnTo>
                    <a:pt x="26577" y="25367"/>
                  </a:lnTo>
                  <a:lnTo>
                    <a:pt x="26113" y="25629"/>
                  </a:lnTo>
                  <a:lnTo>
                    <a:pt x="25649" y="25912"/>
                  </a:lnTo>
                  <a:lnTo>
                    <a:pt x="25225" y="26194"/>
                  </a:lnTo>
                  <a:lnTo>
                    <a:pt x="24801" y="26517"/>
                  </a:lnTo>
                  <a:lnTo>
                    <a:pt x="24418" y="26860"/>
                  </a:lnTo>
                  <a:lnTo>
                    <a:pt x="24035" y="27224"/>
                  </a:lnTo>
                  <a:lnTo>
                    <a:pt x="23712" y="27546"/>
                  </a:lnTo>
                  <a:lnTo>
                    <a:pt x="23409" y="27890"/>
                  </a:lnTo>
                  <a:lnTo>
                    <a:pt x="23147" y="28253"/>
                  </a:lnTo>
                  <a:lnTo>
                    <a:pt x="22884" y="28616"/>
                  </a:lnTo>
                  <a:lnTo>
                    <a:pt x="22622" y="28999"/>
                  </a:lnTo>
                  <a:lnTo>
                    <a:pt x="22400" y="29383"/>
                  </a:lnTo>
                  <a:lnTo>
                    <a:pt x="22178" y="29766"/>
                  </a:lnTo>
                  <a:lnTo>
                    <a:pt x="21996" y="30170"/>
                  </a:lnTo>
                  <a:lnTo>
                    <a:pt x="21815" y="30573"/>
                  </a:lnTo>
                  <a:lnTo>
                    <a:pt x="21633" y="30977"/>
                  </a:lnTo>
                  <a:lnTo>
                    <a:pt x="21492" y="31401"/>
                  </a:lnTo>
                  <a:lnTo>
                    <a:pt x="21351" y="31825"/>
                  </a:lnTo>
                  <a:lnTo>
                    <a:pt x="21230" y="32248"/>
                  </a:lnTo>
                  <a:lnTo>
                    <a:pt x="21108" y="32672"/>
                  </a:lnTo>
                  <a:lnTo>
                    <a:pt x="21008" y="33116"/>
                  </a:lnTo>
                  <a:lnTo>
                    <a:pt x="20927" y="33540"/>
                  </a:lnTo>
                  <a:lnTo>
                    <a:pt x="20786" y="34428"/>
                  </a:lnTo>
                  <a:lnTo>
                    <a:pt x="20685" y="35296"/>
                  </a:lnTo>
                  <a:lnTo>
                    <a:pt x="20604" y="36163"/>
                  </a:lnTo>
                  <a:lnTo>
                    <a:pt x="20584" y="37031"/>
                  </a:lnTo>
                  <a:lnTo>
                    <a:pt x="20584" y="37879"/>
                  </a:lnTo>
                  <a:lnTo>
                    <a:pt x="20604" y="38706"/>
                  </a:lnTo>
                  <a:lnTo>
                    <a:pt x="20665" y="39513"/>
                  </a:lnTo>
                  <a:lnTo>
                    <a:pt x="20725" y="40280"/>
                  </a:lnTo>
                  <a:lnTo>
                    <a:pt x="20846" y="41329"/>
                  </a:lnTo>
                  <a:lnTo>
                    <a:pt x="20987" y="42359"/>
                  </a:lnTo>
                  <a:lnTo>
                    <a:pt x="21290" y="44437"/>
                  </a:lnTo>
                  <a:lnTo>
                    <a:pt x="21472" y="45628"/>
                  </a:lnTo>
                  <a:lnTo>
                    <a:pt x="21653" y="46818"/>
                  </a:lnTo>
                  <a:lnTo>
                    <a:pt x="21795" y="48029"/>
                  </a:lnTo>
                  <a:lnTo>
                    <a:pt x="21916" y="49240"/>
                  </a:lnTo>
                  <a:lnTo>
                    <a:pt x="21996" y="50451"/>
                  </a:lnTo>
                  <a:lnTo>
                    <a:pt x="22017" y="51056"/>
                  </a:lnTo>
                  <a:lnTo>
                    <a:pt x="22037" y="51662"/>
                  </a:lnTo>
                  <a:lnTo>
                    <a:pt x="22017" y="52267"/>
                  </a:lnTo>
                  <a:lnTo>
                    <a:pt x="21996" y="52872"/>
                  </a:lnTo>
                  <a:lnTo>
                    <a:pt x="21956" y="53478"/>
                  </a:lnTo>
                  <a:lnTo>
                    <a:pt x="21895" y="54083"/>
                  </a:lnTo>
                  <a:lnTo>
                    <a:pt x="21815" y="54648"/>
                  </a:lnTo>
                  <a:lnTo>
                    <a:pt x="21734" y="55193"/>
                  </a:lnTo>
                  <a:lnTo>
                    <a:pt x="21613" y="55718"/>
                  </a:lnTo>
                  <a:lnTo>
                    <a:pt x="21472" y="56243"/>
                  </a:lnTo>
                  <a:lnTo>
                    <a:pt x="21330" y="56727"/>
                  </a:lnTo>
                  <a:lnTo>
                    <a:pt x="21149" y="57211"/>
                  </a:lnTo>
                  <a:lnTo>
                    <a:pt x="20967" y="57675"/>
                  </a:lnTo>
                  <a:lnTo>
                    <a:pt x="20745" y="58119"/>
                  </a:lnTo>
                  <a:lnTo>
                    <a:pt x="20523" y="58543"/>
                  </a:lnTo>
                  <a:lnTo>
                    <a:pt x="20281" y="58967"/>
                  </a:lnTo>
                  <a:lnTo>
                    <a:pt x="20039" y="59350"/>
                  </a:lnTo>
                  <a:lnTo>
                    <a:pt x="19756" y="59714"/>
                  </a:lnTo>
                  <a:lnTo>
                    <a:pt x="19474" y="60057"/>
                  </a:lnTo>
                  <a:lnTo>
                    <a:pt x="19171" y="60359"/>
                  </a:lnTo>
                  <a:lnTo>
                    <a:pt x="18848" y="60662"/>
                  </a:lnTo>
                  <a:lnTo>
                    <a:pt x="18505" y="60945"/>
                  </a:lnTo>
                  <a:lnTo>
                    <a:pt x="18203" y="61167"/>
                  </a:lnTo>
                  <a:lnTo>
                    <a:pt x="17880" y="61368"/>
                  </a:lnTo>
                  <a:lnTo>
                    <a:pt x="17537" y="61570"/>
                  </a:lnTo>
                  <a:lnTo>
                    <a:pt x="17194" y="61732"/>
                  </a:lnTo>
                  <a:lnTo>
                    <a:pt x="16830" y="61893"/>
                  </a:lnTo>
                  <a:lnTo>
                    <a:pt x="16467" y="62034"/>
                  </a:lnTo>
                  <a:lnTo>
                    <a:pt x="16104" y="62176"/>
                  </a:lnTo>
                  <a:lnTo>
                    <a:pt x="15741" y="62297"/>
                  </a:lnTo>
                  <a:lnTo>
                    <a:pt x="14974" y="62519"/>
                  </a:lnTo>
                  <a:lnTo>
                    <a:pt x="14207" y="62700"/>
                  </a:lnTo>
                  <a:lnTo>
                    <a:pt x="13440" y="62862"/>
                  </a:lnTo>
                  <a:lnTo>
                    <a:pt x="12653" y="63003"/>
                  </a:lnTo>
                  <a:lnTo>
                    <a:pt x="11725" y="63185"/>
                  </a:lnTo>
                  <a:lnTo>
                    <a:pt x="10978" y="63346"/>
                  </a:lnTo>
                  <a:lnTo>
                    <a:pt x="10252" y="63528"/>
                  </a:lnTo>
                  <a:lnTo>
                    <a:pt x="9545" y="63709"/>
                  </a:lnTo>
                  <a:lnTo>
                    <a:pt x="8879" y="63911"/>
                  </a:lnTo>
                  <a:lnTo>
                    <a:pt x="8234" y="64113"/>
                  </a:lnTo>
                  <a:lnTo>
                    <a:pt x="7628" y="64335"/>
                  </a:lnTo>
                  <a:lnTo>
                    <a:pt x="7043" y="64577"/>
                  </a:lnTo>
                  <a:lnTo>
                    <a:pt x="6478" y="64819"/>
                  </a:lnTo>
                  <a:lnTo>
                    <a:pt x="5933" y="65081"/>
                  </a:lnTo>
                  <a:lnTo>
                    <a:pt x="5408" y="65364"/>
                  </a:lnTo>
                  <a:lnTo>
                    <a:pt x="4924" y="65646"/>
                  </a:lnTo>
                  <a:lnTo>
                    <a:pt x="4440" y="65969"/>
                  </a:lnTo>
                  <a:lnTo>
                    <a:pt x="3996" y="66272"/>
                  </a:lnTo>
                  <a:lnTo>
                    <a:pt x="3572" y="66615"/>
                  </a:lnTo>
                  <a:lnTo>
                    <a:pt x="3148" y="66958"/>
                  </a:lnTo>
                  <a:lnTo>
                    <a:pt x="2765" y="67321"/>
                  </a:lnTo>
                  <a:lnTo>
                    <a:pt x="2321" y="67786"/>
                  </a:lnTo>
                  <a:lnTo>
                    <a:pt x="1917" y="68270"/>
                  </a:lnTo>
                  <a:lnTo>
                    <a:pt x="1554" y="68795"/>
                  </a:lnTo>
                  <a:lnTo>
                    <a:pt x="1211" y="69339"/>
                  </a:lnTo>
                  <a:lnTo>
                    <a:pt x="928" y="69884"/>
                  </a:lnTo>
                  <a:lnTo>
                    <a:pt x="666" y="70470"/>
                  </a:lnTo>
                  <a:lnTo>
                    <a:pt x="444" y="71055"/>
                  </a:lnTo>
                  <a:lnTo>
                    <a:pt x="262" y="71660"/>
                  </a:lnTo>
                  <a:lnTo>
                    <a:pt x="182" y="71983"/>
                  </a:lnTo>
                  <a:lnTo>
                    <a:pt x="121" y="72306"/>
                  </a:lnTo>
                  <a:lnTo>
                    <a:pt x="81" y="72609"/>
                  </a:lnTo>
                  <a:lnTo>
                    <a:pt x="41" y="72931"/>
                  </a:lnTo>
                  <a:lnTo>
                    <a:pt x="20" y="73254"/>
                  </a:lnTo>
                  <a:lnTo>
                    <a:pt x="0" y="73557"/>
                  </a:lnTo>
                  <a:lnTo>
                    <a:pt x="0" y="73880"/>
                  </a:lnTo>
                  <a:lnTo>
                    <a:pt x="20" y="74183"/>
                  </a:lnTo>
                  <a:lnTo>
                    <a:pt x="61" y="74485"/>
                  </a:lnTo>
                  <a:lnTo>
                    <a:pt x="101" y="74788"/>
                  </a:lnTo>
                  <a:lnTo>
                    <a:pt x="162" y="75071"/>
                  </a:lnTo>
                  <a:lnTo>
                    <a:pt x="222" y="75373"/>
                  </a:lnTo>
                  <a:lnTo>
                    <a:pt x="323" y="75656"/>
                  </a:lnTo>
                  <a:lnTo>
                    <a:pt x="404" y="75938"/>
                  </a:lnTo>
                  <a:lnTo>
                    <a:pt x="525" y="76201"/>
                  </a:lnTo>
                  <a:lnTo>
                    <a:pt x="646" y="76483"/>
                  </a:lnTo>
                  <a:lnTo>
                    <a:pt x="828" y="76846"/>
                  </a:lnTo>
                  <a:lnTo>
                    <a:pt x="1050" y="77189"/>
                  </a:lnTo>
                  <a:lnTo>
                    <a:pt x="1292" y="77533"/>
                  </a:lnTo>
                  <a:lnTo>
                    <a:pt x="1554" y="77855"/>
                  </a:lnTo>
                  <a:lnTo>
                    <a:pt x="1837" y="78158"/>
                  </a:lnTo>
                  <a:lnTo>
                    <a:pt x="2139" y="78441"/>
                  </a:lnTo>
                  <a:lnTo>
                    <a:pt x="2462" y="78703"/>
                  </a:lnTo>
                  <a:lnTo>
                    <a:pt x="2785" y="78945"/>
                  </a:lnTo>
                  <a:lnTo>
                    <a:pt x="3148" y="79187"/>
                  </a:lnTo>
                  <a:lnTo>
                    <a:pt x="3532" y="79389"/>
                  </a:lnTo>
                  <a:lnTo>
                    <a:pt x="3935" y="79591"/>
                  </a:lnTo>
                  <a:lnTo>
                    <a:pt x="4339" y="79773"/>
                  </a:lnTo>
                  <a:lnTo>
                    <a:pt x="4763" y="79914"/>
                  </a:lnTo>
                  <a:lnTo>
                    <a:pt x="5227" y="80055"/>
                  </a:lnTo>
                  <a:lnTo>
                    <a:pt x="5691" y="80176"/>
                  </a:lnTo>
                  <a:lnTo>
                    <a:pt x="6155" y="80277"/>
                  </a:lnTo>
                  <a:lnTo>
                    <a:pt x="6660" y="80338"/>
                  </a:lnTo>
                  <a:lnTo>
                    <a:pt x="7144" y="80398"/>
                  </a:lnTo>
                  <a:lnTo>
                    <a:pt x="7648" y="80438"/>
                  </a:lnTo>
                  <a:lnTo>
                    <a:pt x="8153" y="80438"/>
                  </a:lnTo>
                  <a:lnTo>
                    <a:pt x="8819" y="80418"/>
                  </a:lnTo>
                  <a:lnTo>
                    <a:pt x="9485" y="80378"/>
                  </a:lnTo>
                  <a:lnTo>
                    <a:pt x="10171" y="80277"/>
                  </a:lnTo>
                  <a:lnTo>
                    <a:pt x="10817" y="80156"/>
                  </a:lnTo>
                  <a:lnTo>
                    <a:pt x="11483" y="80015"/>
                  </a:lnTo>
                  <a:lnTo>
                    <a:pt x="12128" y="79813"/>
                  </a:lnTo>
                  <a:lnTo>
                    <a:pt x="12754" y="79591"/>
                  </a:lnTo>
                  <a:lnTo>
                    <a:pt x="13380" y="79329"/>
                  </a:lnTo>
                  <a:lnTo>
                    <a:pt x="14106" y="78986"/>
                  </a:lnTo>
                  <a:lnTo>
                    <a:pt x="14812" y="78622"/>
                  </a:lnTo>
                  <a:lnTo>
                    <a:pt x="15498" y="78219"/>
                  </a:lnTo>
                  <a:lnTo>
                    <a:pt x="16185" y="77795"/>
                  </a:lnTo>
                  <a:lnTo>
                    <a:pt x="16850" y="77351"/>
                  </a:lnTo>
                  <a:lnTo>
                    <a:pt x="17496" y="76887"/>
                  </a:lnTo>
                  <a:lnTo>
                    <a:pt x="18142" y="76402"/>
                  </a:lnTo>
                  <a:lnTo>
                    <a:pt x="18768" y="75898"/>
                  </a:lnTo>
                  <a:lnTo>
                    <a:pt x="19373" y="75393"/>
                  </a:lnTo>
                  <a:lnTo>
                    <a:pt x="19978" y="74869"/>
                  </a:lnTo>
                  <a:lnTo>
                    <a:pt x="21169" y="73779"/>
                  </a:lnTo>
                  <a:lnTo>
                    <a:pt x="22339" y="72669"/>
                  </a:lnTo>
                  <a:lnTo>
                    <a:pt x="23490" y="71559"/>
                  </a:lnTo>
                  <a:lnTo>
                    <a:pt x="25266" y="69824"/>
                  </a:lnTo>
                  <a:lnTo>
                    <a:pt x="26174" y="68976"/>
                  </a:lnTo>
                  <a:lnTo>
                    <a:pt x="27102" y="68149"/>
                  </a:lnTo>
                  <a:lnTo>
                    <a:pt x="27990" y="67382"/>
                  </a:lnTo>
                  <a:lnTo>
                    <a:pt x="28918" y="66615"/>
                  </a:lnTo>
                  <a:lnTo>
                    <a:pt x="29867" y="65889"/>
                  </a:lnTo>
                  <a:lnTo>
                    <a:pt x="30855" y="65182"/>
                  </a:lnTo>
                  <a:lnTo>
                    <a:pt x="31844" y="64496"/>
                  </a:lnTo>
                  <a:lnTo>
                    <a:pt x="32853" y="63850"/>
                  </a:lnTo>
                  <a:lnTo>
                    <a:pt x="33882" y="63225"/>
                  </a:lnTo>
                  <a:lnTo>
                    <a:pt x="34932" y="62599"/>
                  </a:lnTo>
                  <a:lnTo>
                    <a:pt x="36001" y="62034"/>
                  </a:lnTo>
                  <a:lnTo>
                    <a:pt x="37071" y="61469"/>
                  </a:lnTo>
                  <a:lnTo>
                    <a:pt x="38161" y="60945"/>
                  </a:lnTo>
                  <a:lnTo>
                    <a:pt x="39271" y="60440"/>
                  </a:lnTo>
                  <a:lnTo>
                    <a:pt x="40401" y="59976"/>
                  </a:lnTo>
                  <a:lnTo>
                    <a:pt x="41531" y="59532"/>
                  </a:lnTo>
                  <a:lnTo>
                    <a:pt x="42681" y="59108"/>
                  </a:lnTo>
                  <a:lnTo>
                    <a:pt x="43851" y="58725"/>
                  </a:lnTo>
                  <a:lnTo>
                    <a:pt x="45002" y="58361"/>
                  </a:lnTo>
                  <a:lnTo>
                    <a:pt x="46192" y="58039"/>
                  </a:lnTo>
                  <a:lnTo>
                    <a:pt x="47363" y="57736"/>
                  </a:lnTo>
                  <a:lnTo>
                    <a:pt x="48553" y="57474"/>
                  </a:lnTo>
                  <a:lnTo>
                    <a:pt x="49764" y="57231"/>
                  </a:lnTo>
                  <a:lnTo>
                    <a:pt x="50955" y="57030"/>
                  </a:lnTo>
                  <a:lnTo>
                    <a:pt x="52166" y="56868"/>
                  </a:lnTo>
                  <a:lnTo>
                    <a:pt x="53356" y="56707"/>
                  </a:lnTo>
                  <a:lnTo>
                    <a:pt x="54567" y="56606"/>
                  </a:lnTo>
                  <a:lnTo>
                    <a:pt x="55778" y="56525"/>
                  </a:lnTo>
                  <a:lnTo>
                    <a:pt x="56989" y="56465"/>
                  </a:lnTo>
                  <a:lnTo>
                    <a:pt x="58179" y="56444"/>
                  </a:lnTo>
                  <a:lnTo>
                    <a:pt x="59390" y="56465"/>
                  </a:lnTo>
                  <a:lnTo>
                    <a:pt x="60581" y="56505"/>
                  </a:lnTo>
                  <a:lnTo>
                    <a:pt x="61771" y="56586"/>
                  </a:lnTo>
                  <a:lnTo>
                    <a:pt x="62962" y="56687"/>
                  </a:lnTo>
                  <a:lnTo>
                    <a:pt x="64274" y="56848"/>
                  </a:lnTo>
                  <a:lnTo>
                    <a:pt x="65605" y="57030"/>
                  </a:lnTo>
                  <a:lnTo>
                    <a:pt x="66917" y="57231"/>
                  </a:lnTo>
                  <a:lnTo>
                    <a:pt x="68229" y="57433"/>
                  </a:lnTo>
                  <a:lnTo>
                    <a:pt x="69601" y="57655"/>
                  </a:lnTo>
                  <a:lnTo>
                    <a:pt x="70973" y="57857"/>
                  </a:lnTo>
                  <a:lnTo>
                    <a:pt x="72366" y="58039"/>
                  </a:lnTo>
                  <a:lnTo>
                    <a:pt x="73758" y="58200"/>
                  </a:lnTo>
                  <a:lnTo>
                    <a:pt x="74444" y="58261"/>
                  </a:lnTo>
                  <a:lnTo>
                    <a:pt x="75151" y="58321"/>
                  </a:lnTo>
                  <a:lnTo>
                    <a:pt x="75837" y="58361"/>
                  </a:lnTo>
                  <a:lnTo>
                    <a:pt x="76543" y="58382"/>
                  </a:lnTo>
                  <a:lnTo>
                    <a:pt x="77249" y="58382"/>
                  </a:lnTo>
                  <a:lnTo>
                    <a:pt x="77935" y="58361"/>
                  </a:lnTo>
                  <a:lnTo>
                    <a:pt x="78642" y="58341"/>
                  </a:lnTo>
                  <a:lnTo>
                    <a:pt x="79328" y="58281"/>
                  </a:lnTo>
                  <a:lnTo>
                    <a:pt x="79812" y="58220"/>
                  </a:lnTo>
                  <a:lnTo>
                    <a:pt x="80337" y="58160"/>
                  </a:lnTo>
                  <a:lnTo>
                    <a:pt x="80882" y="58059"/>
                  </a:lnTo>
                  <a:lnTo>
                    <a:pt x="81467" y="57918"/>
                  </a:lnTo>
                  <a:lnTo>
                    <a:pt x="82032" y="57736"/>
                  </a:lnTo>
                  <a:lnTo>
                    <a:pt x="82315" y="57635"/>
                  </a:lnTo>
                  <a:lnTo>
                    <a:pt x="82597" y="57514"/>
                  </a:lnTo>
                  <a:lnTo>
                    <a:pt x="82880" y="57373"/>
                  </a:lnTo>
                  <a:lnTo>
                    <a:pt x="83142" y="57231"/>
                  </a:lnTo>
                  <a:lnTo>
                    <a:pt x="83404" y="57050"/>
                  </a:lnTo>
                  <a:lnTo>
                    <a:pt x="83667" y="56868"/>
                  </a:lnTo>
                  <a:lnTo>
                    <a:pt x="83868" y="56707"/>
                  </a:lnTo>
                  <a:lnTo>
                    <a:pt x="84050" y="56525"/>
                  </a:lnTo>
                  <a:lnTo>
                    <a:pt x="84232" y="56343"/>
                  </a:lnTo>
                  <a:lnTo>
                    <a:pt x="84413" y="56162"/>
                  </a:lnTo>
                  <a:lnTo>
                    <a:pt x="84716" y="55778"/>
                  </a:lnTo>
                  <a:lnTo>
                    <a:pt x="84998" y="55355"/>
                  </a:lnTo>
                  <a:lnTo>
                    <a:pt x="85220" y="54931"/>
                  </a:lnTo>
                  <a:lnTo>
                    <a:pt x="85442" y="54467"/>
                  </a:lnTo>
                  <a:lnTo>
                    <a:pt x="85604" y="53982"/>
                  </a:lnTo>
                  <a:lnTo>
                    <a:pt x="85765" y="53498"/>
                  </a:lnTo>
                  <a:lnTo>
                    <a:pt x="85886" y="52994"/>
                  </a:lnTo>
                  <a:lnTo>
                    <a:pt x="86007" y="52489"/>
                  </a:lnTo>
                  <a:lnTo>
                    <a:pt x="86088" y="51964"/>
                  </a:lnTo>
                  <a:lnTo>
                    <a:pt x="86169" y="51420"/>
                  </a:lnTo>
                  <a:lnTo>
                    <a:pt x="86290" y="50350"/>
                  </a:lnTo>
                  <a:lnTo>
                    <a:pt x="86371" y="49260"/>
                  </a:lnTo>
                  <a:lnTo>
                    <a:pt x="86492" y="47949"/>
                  </a:lnTo>
                  <a:lnTo>
                    <a:pt x="86573" y="47283"/>
                  </a:lnTo>
                  <a:lnTo>
                    <a:pt x="86653" y="46637"/>
                  </a:lnTo>
                  <a:lnTo>
                    <a:pt x="86754" y="46052"/>
                  </a:lnTo>
                  <a:lnTo>
                    <a:pt x="86895" y="45487"/>
                  </a:lnTo>
                  <a:lnTo>
                    <a:pt x="87037" y="44901"/>
                  </a:lnTo>
                  <a:lnTo>
                    <a:pt x="87218" y="44336"/>
                  </a:lnTo>
                  <a:lnTo>
                    <a:pt x="87420" y="43771"/>
                  </a:lnTo>
                  <a:lnTo>
                    <a:pt x="87642" y="43206"/>
                  </a:lnTo>
                  <a:lnTo>
                    <a:pt x="87884" y="42661"/>
                  </a:lnTo>
                  <a:lnTo>
                    <a:pt x="88167" y="42117"/>
                  </a:lnTo>
                  <a:lnTo>
                    <a:pt x="88449" y="41592"/>
                  </a:lnTo>
                  <a:lnTo>
                    <a:pt x="88772" y="41067"/>
                  </a:lnTo>
                  <a:lnTo>
                    <a:pt x="89115" y="40563"/>
                  </a:lnTo>
                  <a:lnTo>
                    <a:pt x="89478" y="40058"/>
                  </a:lnTo>
                  <a:lnTo>
                    <a:pt x="89842" y="39574"/>
                  </a:lnTo>
                  <a:lnTo>
                    <a:pt x="90245" y="39089"/>
                  </a:lnTo>
                  <a:lnTo>
                    <a:pt x="90669" y="38646"/>
                  </a:lnTo>
                  <a:lnTo>
                    <a:pt x="91113" y="38202"/>
                  </a:lnTo>
                  <a:lnTo>
                    <a:pt x="91577" y="37758"/>
                  </a:lnTo>
                  <a:lnTo>
                    <a:pt x="92041" y="37354"/>
                  </a:lnTo>
                  <a:lnTo>
                    <a:pt x="92526" y="36971"/>
                  </a:lnTo>
                  <a:lnTo>
                    <a:pt x="93030" y="36607"/>
                  </a:lnTo>
                  <a:lnTo>
                    <a:pt x="93535" y="36264"/>
                  </a:lnTo>
                  <a:lnTo>
                    <a:pt x="94059" y="35941"/>
                  </a:lnTo>
                  <a:lnTo>
                    <a:pt x="94584" y="35639"/>
                  </a:lnTo>
                  <a:lnTo>
                    <a:pt x="95129" y="35376"/>
                  </a:lnTo>
                  <a:lnTo>
                    <a:pt x="95674" y="35114"/>
                  </a:lnTo>
                  <a:lnTo>
                    <a:pt x="96239" y="34892"/>
                  </a:lnTo>
                  <a:lnTo>
                    <a:pt x="96804" y="34690"/>
                  </a:lnTo>
                  <a:lnTo>
                    <a:pt x="97369" y="34529"/>
                  </a:lnTo>
                  <a:lnTo>
                    <a:pt x="97934" y="34367"/>
                  </a:lnTo>
                  <a:lnTo>
                    <a:pt x="98519" y="34246"/>
                  </a:lnTo>
                  <a:lnTo>
                    <a:pt x="99084" y="34166"/>
                  </a:lnTo>
                  <a:lnTo>
                    <a:pt x="99669" y="34085"/>
                  </a:lnTo>
                  <a:lnTo>
                    <a:pt x="100255" y="34044"/>
                  </a:lnTo>
                  <a:lnTo>
                    <a:pt x="100860" y="34024"/>
                  </a:lnTo>
                  <a:lnTo>
                    <a:pt x="101445" y="34044"/>
                  </a:lnTo>
                  <a:lnTo>
                    <a:pt x="102051" y="34085"/>
                  </a:lnTo>
                  <a:lnTo>
                    <a:pt x="102636" y="34145"/>
                  </a:lnTo>
                  <a:lnTo>
                    <a:pt x="103221" y="34246"/>
                  </a:lnTo>
                  <a:lnTo>
                    <a:pt x="103806" y="34367"/>
                  </a:lnTo>
                  <a:lnTo>
                    <a:pt x="104391" y="34509"/>
                  </a:lnTo>
                  <a:lnTo>
                    <a:pt x="104977" y="34690"/>
                  </a:lnTo>
                  <a:lnTo>
                    <a:pt x="105542" y="34892"/>
                  </a:lnTo>
                  <a:lnTo>
                    <a:pt x="106127" y="35114"/>
                  </a:lnTo>
                  <a:lnTo>
                    <a:pt x="106672" y="35356"/>
                  </a:lnTo>
                  <a:lnTo>
                    <a:pt x="107237" y="35639"/>
                  </a:lnTo>
                  <a:lnTo>
                    <a:pt x="107782" y="35941"/>
                  </a:lnTo>
                  <a:lnTo>
                    <a:pt x="108306" y="36264"/>
                  </a:lnTo>
                  <a:lnTo>
                    <a:pt x="108831" y="36607"/>
                  </a:lnTo>
                  <a:lnTo>
                    <a:pt x="109336" y="36971"/>
                  </a:lnTo>
                  <a:lnTo>
                    <a:pt x="109820" y="37354"/>
                  </a:lnTo>
                  <a:lnTo>
                    <a:pt x="110284" y="37758"/>
                  </a:lnTo>
                  <a:lnTo>
                    <a:pt x="110728" y="38161"/>
                  </a:lnTo>
                  <a:lnTo>
                    <a:pt x="111152" y="38585"/>
                  </a:lnTo>
                  <a:lnTo>
                    <a:pt x="111535" y="39029"/>
                  </a:lnTo>
                  <a:lnTo>
                    <a:pt x="111919" y="39493"/>
                  </a:lnTo>
                  <a:lnTo>
                    <a:pt x="112262" y="39957"/>
                  </a:lnTo>
                  <a:lnTo>
                    <a:pt x="112605" y="40442"/>
                  </a:lnTo>
                  <a:lnTo>
                    <a:pt x="112907" y="40946"/>
                  </a:lnTo>
                  <a:lnTo>
                    <a:pt x="113190" y="41451"/>
                  </a:lnTo>
                  <a:lnTo>
                    <a:pt x="113452" y="41955"/>
                  </a:lnTo>
                  <a:lnTo>
                    <a:pt x="113674" y="42480"/>
                  </a:lnTo>
                  <a:lnTo>
                    <a:pt x="113876" y="43025"/>
                  </a:lnTo>
                  <a:lnTo>
                    <a:pt x="114058" y="43569"/>
                  </a:lnTo>
                  <a:lnTo>
                    <a:pt x="114219" y="44114"/>
                  </a:lnTo>
                  <a:lnTo>
                    <a:pt x="114038" y="43610"/>
                  </a:lnTo>
                  <a:lnTo>
                    <a:pt x="113937" y="43368"/>
                  </a:lnTo>
                  <a:lnTo>
                    <a:pt x="113816" y="43126"/>
                  </a:lnTo>
                  <a:lnTo>
                    <a:pt x="113694" y="42904"/>
                  </a:lnTo>
                  <a:lnTo>
                    <a:pt x="113573" y="42682"/>
                  </a:lnTo>
                  <a:lnTo>
                    <a:pt x="113432" y="42500"/>
                  </a:lnTo>
                  <a:lnTo>
                    <a:pt x="113251" y="42318"/>
                  </a:lnTo>
                  <a:lnTo>
                    <a:pt x="113210" y="42379"/>
                  </a:lnTo>
                  <a:lnTo>
                    <a:pt x="113372" y="42560"/>
                  </a:lnTo>
                  <a:lnTo>
                    <a:pt x="113533" y="42782"/>
                  </a:lnTo>
                  <a:lnTo>
                    <a:pt x="113674" y="43025"/>
                  </a:lnTo>
                  <a:lnTo>
                    <a:pt x="113816" y="43267"/>
                  </a:lnTo>
                  <a:lnTo>
                    <a:pt x="113916" y="43529"/>
                  </a:lnTo>
                  <a:lnTo>
                    <a:pt x="114017" y="43812"/>
                  </a:lnTo>
                  <a:lnTo>
                    <a:pt x="114219" y="44377"/>
                  </a:lnTo>
                  <a:lnTo>
                    <a:pt x="114360" y="44760"/>
                  </a:lnTo>
                  <a:lnTo>
                    <a:pt x="114502" y="45144"/>
                  </a:lnTo>
                  <a:lnTo>
                    <a:pt x="114663" y="45507"/>
                  </a:lnTo>
                  <a:lnTo>
                    <a:pt x="114744" y="45668"/>
                  </a:lnTo>
                  <a:lnTo>
                    <a:pt x="114845" y="45809"/>
                  </a:lnTo>
                  <a:lnTo>
                    <a:pt x="114946" y="45951"/>
                  </a:lnTo>
                  <a:lnTo>
                    <a:pt x="115067" y="46072"/>
                  </a:lnTo>
                  <a:lnTo>
                    <a:pt x="115188" y="46173"/>
                  </a:lnTo>
                  <a:lnTo>
                    <a:pt x="115309" y="46274"/>
                  </a:lnTo>
                  <a:lnTo>
                    <a:pt x="115470" y="46334"/>
                  </a:lnTo>
                  <a:lnTo>
                    <a:pt x="115632" y="46375"/>
                  </a:lnTo>
                  <a:lnTo>
                    <a:pt x="115793" y="46395"/>
                  </a:lnTo>
                  <a:lnTo>
                    <a:pt x="115995" y="46395"/>
                  </a:lnTo>
                  <a:lnTo>
                    <a:pt x="116156" y="46375"/>
                  </a:lnTo>
                  <a:lnTo>
                    <a:pt x="116318" y="46334"/>
                  </a:lnTo>
                  <a:lnTo>
                    <a:pt x="116479" y="46274"/>
                  </a:lnTo>
                  <a:lnTo>
                    <a:pt x="116641" y="46173"/>
                  </a:lnTo>
                  <a:lnTo>
                    <a:pt x="116822" y="46072"/>
                  </a:lnTo>
                  <a:lnTo>
                    <a:pt x="116984" y="45931"/>
                  </a:lnTo>
                  <a:lnTo>
                    <a:pt x="117145" y="45769"/>
                  </a:lnTo>
                  <a:lnTo>
                    <a:pt x="117327" y="45587"/>
                  </a:lnTo>
                  <a:lnTo>
                    <a:pt x="117630" y="45224"/>
                  </a:lnTo>
                  <a:lnTo>
                    <a:pt x="117892" y="44841"/>
                  </a:lnTo>
                  <a:lnTo>
                    <a:pt x="118134" y="44437"/>
                  </a:lnTo>
                  <a:lnTo>
                    <a:pt x="118356" y="44034"/>
                  </a:lnTo>
                  <a:lnTo>
                    <a:pt x="118558" y="43630"/>
                  </a:lnTo>
                  <a:lnTo>
                    <a:pt x="118739" y="43186"/>
                  </a:lnTo>
                  <a:lnTo>
                    <a:pt x="118901" y="42762"/>
                  </a:lnTo>
                  <a:lnTo>
                    <a:pt x="119042" y="42318"/>
                  </a:lnTo>
                  <a:lnTo>
                    <a:pt x="119183" y="41854"/>
                  </a:lnTo>
                  <a:lnTo>
                    <a:pt x="119284" y="41410"/>
                  </a:lnTo>
                  <a:lnTo>
                    <a:pt x="119486" y="40482"/>
                  </a:lnTo>
                  <a:lnTo>
                    <a:pt x="119648" y="39554"/>
                  </a:lnTo>
                  <a:lnTo>
                    <a:pt x="119789" y="38625"/>
                  </a:lnTo>
                  <a:lnTo>
                    <a:pt x="119950" y="37394"/>
                  </a:lnTo>
                  <a:lnTo>
                    <a:pt x="120092" y="36184"/>
                  </a:lnTo>
                  <a:lnTo>
                    <a:pt x="120233" y="34953"/>
                  </a:lnTo>
                  <a:lnTo>
                    <a:pt x="120334" y="33742"/>
                  </a:lnTo>
                  <a:lnTo>
                    <a:pt x="120455" y="32511"/>
                  </a:lnTo>
                  <a:lnTo>
                    <a:pt x="120536" y="31280"/>
                  </a:lnTo>
                  <a:lnTo>
                    <a:pt x="120616" y="30069"/>
                  </a:lnTo>
                  <a:lnTo>
                    <a:pt x="120697" y="28838"/>
                  </a:lnTo>
                  <a:lnTo>
                    <a:pt x="120737" y="27607"/>
                  </a:lnTo>
                  <a:lnTo>
                    <a:pt x="120778" y="26376"/>
                  </a:lnTo>
                  <a:lnTo>
                    <a:pt x="120798" y="25145"/>
                  </a:lnTo>
                  <a:lnTo>
                    <a:pt x="120818" y="23914"/>
                  </a:lnTo>
                  <a:lnTo>
                    <a:pt x="120818" y="22683"/>
                  </a:lnTo>
                  <a:lnTo>
                    <a:pt x="120798" y="21452"/>
                  </a:lnTo>
                  <a:lnTo>
                    <a:pt x="120778" y="20241"/>
                  </a:lnTo>
                  <a:lnTo>
                    <a:pt x="120737" y="19010"/>
                  </a:lnTo>
                  <a:lnTo>
                    <a:pt x="120697" y="18143"/>
                  </a:lnTo>
                  <a:lnTo>
                    <a:pt x="120636" y="17275"/>
                  </a:lnTo>
                  <a:lnTo>
                    <a:pt x="120576" y="16407"/>
                  </a:lnTo>
                  <a:lnTo>
                    <a:pt x="120495" y="15519"/>
                  </a:lnTo>
                  <a:lnTo>
                    <a:pt x="120374" y="14651"/>
                  </a:lnTo>
                  <a:lnTo>
                    <a:pt x="120233" y="13763"/>
                  </a:lnTo>
                  <a:lnTo>
                    <a:pt x="120071" y="12896"/>
                  </a:lnTo>
                  <a:lnTo>
                    <a:pt x="119870" y="12048"/>
                  </a:lnTo>
                  <a:lnTo>
                    <a:pt x="119648" y="11201"/>
                  </a:lnTo>
                  <a:lnTo>
                    <a:pt x="119365" y="10353"/>
                  </a:lnTo>
                  <a:lnTo>
                    <a:pt x="119062" y="9546"/>
                  </a:lnTo>
                  <a:lnTo>
                    <a:pt x="118881" y="9142"/>
                  </a:lnTo>
                  <a:lnTo>
                    <a:pt x="118699" y="8759"/>
                  </a:lnTo>
                  <a:lnTo>
                    <a:pt x="118497" y="8375"/>
                  </a:lnTo>
                  <a:lnTo>
                    <a:pt x="118296" y="7992"/>
                  </a:lnTo>
                  <a:lnTo>
                    <a:pt x="118074" y="7609"/>
                  </a:lnTo>
                  <a:lnTo>
                    <a:pt x="117831" y="7245"/>
                  </a:lnTo>
                  <a:lnTo>
                    <a:pt x="117589" y="6902"/>
                  </a:lnTo>
                  <a:lnTo>
                    <a:pt x="117327" y="6559"/>
                  </a:lnTo>
                  <a:lnTo>
                    <a:pt x="117044" y="6216"/>
                  </a:lnTo>
                  <a:lnTo>
                    <a:pt x="116762" y="5873"/>
                  </a:lnTo>
                  <a:lnTo>
                    <a:pt x="116257" y="5369"/>
                  </a:lnTo>
                  <a:lnTo>
                    <a:pt x="115712" y="4884"/>
                  </a:lnTo>
                  <a:lnTo>
                    <a:pt x="115127" y="4420"/>
                  </a:lnTo>
                  <a:lnTo>
                    <a:pt x="114502" y="3976"/>
                  </a:lnTo>
                  <a:lnTo>
                    <a:pt x="113836" y="3573"/>
                  </a:lnTo>
                  <a:lnTo>
                    <a:pt x="113129" y="3189"/>
                  </a:lnTo>
                  <a:lnTo>
                    <a:pt x="112403" y="2846"/>
                  </a:lnTo>
                  <a:lnTo>
                    <a:pt x="111596" y="2503"/>
                  </a:lnTo>
                  <a:lnTo>
                    <a:pt x="110970" y="2261"/>
                  </a:lnTo>
                  <a:lnTo>
                    <a:pt x="110284" y="2039"/>
                  </a:lnTo>
                  <a:lnTo>
                    <a:pt x="109578" y="1837"/>
                  </a:lnTo>
                  <a:lnTo>
                    <a:pt x="108851" y="1635"/>
                  </a:lnTo>
                  <a:lnTo>
                    <a:pt x="108064" y="1433"/>
                  </a:lnTo>
                  <a:lnTo>
                    <a:pt x="107257" y="1272"/>
                  </a:lnTo>
                  <a:lnTo>
                    <a:pt x="106389" y="1090"/>
                  </a:lnTo>
                  <a:lnTo>
                    <a:pt x="105481" y="949"/>
                  </a:lnTo>
                  <a:lnTo>
                    <a:pt x="103988" y="707"/>
                  </a:lnTo>
                  <a:lnTo>
                    <a:pt x="102474" y="505"/>
                  </a:lnTo>
                  <a:lnTo>
                    <a:pt x="100961" y="344"/>
                  </a:lnTo>
                  <a:lnTo>
                    <a:pt x="99447" y="202"/>
                  </a:lnTo>
                  <a:lnTo>
                    <a:pt x="97934" y="102"/>
                  </a:lnTo>
                  <a:lnTo>
                    <a:pt x="96420" y="41"/>
                  </a:lnTo>
                  <a:lnTo>
                    <a:pt x="948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2"/>
            <p:cNvSpPr/>
            <p:nvPr/>
          </p:nvSpPr>
          <p:spPr>
            <a:xfrm flipH="1">
              <a:off x="-1055215" y="-5268675"/>
              <a:ext cx="2289244" cy="1739785"/>
            </a:xfrm>
            <a:custGeom>
              <a:rect b="b" l="l" r="r" t="t"/>
              <a:pathLst>
                <a:path extrusionOk="0" h="31119" w="40947">
                  <a:moveTo>
                    <a:pt x="32571" y="82"/>
                  </a:moveTo>
                  <a:lnTo>
                    <a:pt x="33116" y="102"/>
                  </a:lnTo>
                  <a:lnTo>
                    <a:pt x="33601" y="162"/>
                  </a:lnTo>
                  <a:lnTo>
                    <a:pt x="33823" y="203"/>
                  </a:lnTo>
                  <a:lnTo>
                    <a:pt x="34024" y="243"/>
                  </a:lnTo>
                  <a:lnTo>
                    <a:pt x="34206" y="304"/>
                  </a:lnTo>
                  <a:lnTo>
                    <a:pt x="34388" y="384"/>
                  </a:lnTo>
                  <a:lnTo>
                    <a:pt x="34549" y="465"/>
                  </a:lnTo>
                  <a:lnTo>
                    <a:pt x="34690" y="546"/>
                  </a:lnTo>
                  <a:lnTo>
                    <a:pt x="34832" y="647"/>
                  </a:lnTo>
                  <a:lnTo>
                    <a:pt x="34933" y="748"/>
                  </a:lnTo>
                  <a:lnTo>
                    <a:pt x="35033" y="869"/>
                  </a:lnTo>
                  <a:lnTo>
                    <a:pt x="35134" y="990"/>
                  </a:lnTo>
                  <a:lnTo>
                    <a:pt x="35195" y="1131"/>
                  </a:lnTo>
                  <a:lnTo>
                    <a:pt x="35255" y="1272"/>
                  </a:lnTo>
                  <a:lnTo>
                    <a:pt x="35296" y="1454"/>
                  </a:lnTo>
                  <a:lnTo>
                    <a:pt x="35316" y="1656"/>
                  </a:lnTo>
                  <a:lnTo>
                    <a:pt x="35336" y="1858"/>
                  </a:lnTo>
                  <a:lnTo>
                    <a:pt x="35316" y="2059"/>
                  </a:lnTo>
                  <a:lnTo>
                    <a:pt x="35235" y="2443"/>
                  </a:lnTo>
                  <a:lnTo>
                    <a:pt x="35155" y="2826"/>
                  </a:lnTo>
                  <a:lnTo>
                    <a:pt x="35074" y="3169"/>
                  </a:lnTo>
                  <a:lnTo>
                    <a:pt x="34993" y="3492"/>
                  </a:lnTo>
                  <a:lnTo>
                    <a:pt x="34973" y="3835"/>
                  </a:lnTo>
                  <a:lnTo>
                    <a:pt x="34973" y="3997"/>
                  </a:lnTo>
                  <a:lnTo>
                    <a:pt x="34973" y="4158"/>
                  </a:lnTo>
                  <a:lnTo>
                    <a:pt x="35033" y="4400"/>
                  </a:lnTo>
                  <a:lnTo>
                    <a:pt x="35094" y="4642"/>
                  </a:lnTo>
                  <a:lnTo>
                    <a:pt x="35175" y="4864"/>
                  </a:lnTo>
                  <a:lnTo>
                    <a:pt x="35276" y="5086"/>
                  </a:lnTo>
                  <a:lnTo>
                    <a:pt x="35498" y="5510"/>
                  </a:lnTo>
                  <a:lnTo>
                    <a:pt x="35760" y="5914"/>
                  </a:lnTo>
                  <a:lnTo>
                    <a:pt x="36083" y="6438"/>
                  </a:lnTo>
                  <a:lnTo>
                    <a:pt x="36486" y="7165"/>
                  </a:lnTo>
                  <a:lnTo>
                    <a:pt x="36890" y="7912"/>
                  </a:lnTo>
                  <a:lnTo>
                    <a:pt x="37273" y="8658"/>
                  </a:lnTo>
                  <a:lnTo>
                    <a:pt x="37637" y="9425"/>
                  </a:lnTo>
                  <a:lnTo>
                    <a:pt x="37980" y="10212"/>
                  </a:lnTo>
                  <a:lnTo>
                    <a:pt x="38303" y="10999"/>
                  </a:lnTo>
                  <a:lnTo>
                    <a:pt x="38625" y="11786"/>
                  </a:lnTo>
                  <a:lnTo>
                    <a:pt x="38908" y="12573"/>
                  </a:lnTo>
                  <a:lnTo>
                    <a:pt x="39170" y="13380"/>
                  </a:lnTo>
                  <a:lnTo>
                    <a:pt x="39412" y="14188"/>
                  </a:lnTo>
                  <a:lnTo>
                    <a:pt x="39655" y="14995"/>
                  </a:lnTo>
                  <a:lnTo>
                    <a:pt x="39856" y="15802"/>
                  </a:lnTo>
                  <a:lnTo>
                    <a:pt x="40038" y="16629"/>
                  </a:lnTo>
                  <a:lnTo>
                    <a:pt x="40220" y="17457"/>
                  </a:lnTo>
                  <a:lnTo>
                    <a:pt x="40361" y="18284"/>
                  </a:lnTo>
                  <a:lnTo>
                    <a:pt x="40502" y="19112"/>
                  </a:lnTo>
                  <a:lnTo>
                    <a:pt x="40603" y="19939"/>
                  </a:lnTo>
                  <a:lnTo>
                    <a:pt x="40704" y="20766"/>
                  </a:lnTo>
                  <a:lnTo>
                    <a:pt x="40765" y="21614"/>
                  </a:lnTo>
                  <a:lnTo>
                    <a:pt x="40825" y="22441"/>
                  </a:lnTo>
                  <a:lnTo>
                    <a:pt x="40845" y="23269"/>
                  </a:lnTo>
                  <a:lnTo>
                    <a:pt x="40865" y="24116"/>
                  </a:lnTo>
                  <a:lnTo>
                    <a:pt x="40865" y="24944"/>
                  </a:lnTo>
                  <a:lnTo>
                    <a:pt x="40825" y="25771"/>
                  </a:lnTo>
                  <a:lnTo>
                    <a:pt x="40785" y="26437"/>
                  </a:lnTo>
                  <a:lnTo>
                    <a:pt x="40744" y="26800"/>
                  </a:lnTo>
                  <a:lnTo>
                    <a:pt x="40684" y="27163"/>
                  </a:lnTo>
                  <a:lnTo>
                    <a:pt x="40603" y="27547"/>
                  </a:lnTo>
                  <a:lnTo>
                    <a:pt x="40502" y="27950"/>
                  </a:lnTo>
                  <a:lnTo>
                    <a:pt x="40401" y="28334"/>
                  </a:lnTo>
                  <a:lnTo>
                    <a:pt x="40260" y="28717"/>
                  </a:lnTo>
                  <a:lnTo>
                    <a:pt x="40099" y="29081"/>
                  </a:lnTo>
                  <a:lnTo>
                    <a:pt x="39917" y="29424"/>
                  </a:lnTo>
                  <a:lnTo>
                    <a:pt x="39695" y="29767"/>
                  </a:lnTo>
                  <a:lnTo>
                    <a:pt x="39453" y="30069"/>
                  </a:lnTo>
                  <a:lnTo>
                    <a:pt x="39191" y="30332"/>
                  </a:lnTo>
                  <a:lnTo>
                    <a:pt x="39029" y="30453"/>
                  </a:lnTo>
                  <a:lnTo>
                    <a:pt x="38868" y="30574"/>
                  </a:lnTo>
                  <a:lnTo>
                    <a:pt x="38706" y="30675"/>
                  </a:lnTo>
                  <a:lnTo>
                    <a:pt x="38525" y="30776"/>
                  </a:lnTo>
                  <a:lnTo>
                    <a:pt x="38343" y="30856"/>
                  </a:lnTo>
                  <a:lnTo>
                    <a:pt x="38141" y="30917"/>
                  </a:lnTo>
                  <a:lnTo>
                    <a:pt x="37960" y="30977"/>
                  </a:lnTo>
                  <a:lnTo>
                    <a:pt x="37758" y="30998"/>
                  </a:lnTo>
                  <a:lnTo>
                    <a:pt x="37394" y="31038"/>
                  </a:lnTo>
                  <a:lnTo>
                    <a:pt x="37011" y="31038"/>
                  </a:lnTo>
                  <a:lnTo>
                    <a:pt x="36628" y="30998"/>
                  </a:lnTo>
                  <a:lnTo>
                    <a:pt x="36244" y="30937"/>
                  </a:lnTo>
                  <a:lnTo>
                    <a:pt x="35881" y="30836"/>
                  </a:lnTo>
                  <a:lnTo>
                    <a:pt x="35538" y="30735"/>
                  </a:lnTo>
                  <a:lnTo>
                    <a:pt x="35215" y="30634"/>
                  </a:lnTo>
                  <a:lnTo>
                    <a:pt x="34690" y="30433"/>
                  </a:lnTo>
                  <a:lnTo>
                    <a:pt x="34186" y="30231"/>
                  </a:lnTo>
                  <a:lnTo>
                    <a:pt x="33681" y="30009"/>
                  </a:lnTo>
                  <a:lnTo>
                    <a:pt x="33177" y="29767"/>
                  </a:lnTo>
                  <a:lnTo>
                    <a:pt x="32693" y="29524"/>
                  </a:lnTo>
                  <a:lnTo>
                    <a:pt x="32208" y="29262"/>
                  </a:lnTo>
                  <a:lnTo>
                    <a:pt x="31724" y="28980"/>
                  </a:lnTo>
                  <a:lnTo>
                    <a:pt x="31260" y="28697"/>
                  </a:lnTo>
                  <a:lnTo>
                    <a:pt x="30796" y="28394"/>
                  </a:lnTo>
                  <a:lnTo>
                    <a:pt x="30331" y="28071"/>
                  </a:lnTo>
                  <a:lnTo>
                    <a:pt x="29888" y="27749"/>
                  </a:lnTo>
                  <a:lnTo>
                    <a:pt x="29444" y="27406"/>
                  </a:lnTo>
                  <a:lnTo>
                    <a:pt x="28576" y="26719"/>
                  </a:lnTo>
                  <a:lnTo>
                    <a:pt x="27728" y="25993"/>
                  </a:lnTo>
                  <a:lnTo>
                    <a:pt x="26901" y="25226"/>
                  </a:lnTo>
                  <a:lnTo>
                    <a:pt x="26094" y="24419"/>
                  </a:lnTo>
                  <a:lnTo>
                    <a:pt x="25307" y="23612"/>
                  </a:lnTo>
                  <a:lnTo>
                    <a:pt x="24540" y="22784"/>
                  </a:lnTo>
                  <a:lnTo>
                    <a:pt x="23773" y="21937"/>
                  </a:lnTo>
                  <a:lnTo>
                    <a:pt x="23026" y="21069"/>
                  </a:lnTo>
                  <a:lnTo>
                    <a:pt x="21573" y="19334"/>
                  </a:lnTo>
                  <a:lnTo>
                    <a:pt x="21150" y="18809"/>
                  </a:lnTo>
                  <a:lnTo>
                    <a:pt x="19757" y="17134"/>
                  </a:lnTo>
                  <a:lnTo>
                    <a:pt x="18345" y="15479"/>
                  </a:lnTo>
                  <a:lnTo>
                    <a:pt x="17638" y="14652"/>
                  </a:lnTo>
                  <a:lnTo>
                    <a:pt x="16892" y="13845"/>
                  </a:lnTo>
                  <a:lnTo>
                    <a:pt x="16145" y="13058"/>
                  </a:lnTo>
                  <a:lnTo>
                    <a:pt x="15378" y="12291"/>
                  </a:lnTo>
                  <a:lnTo>
                    <a:pt x="14591" y="11544"/>
                  </a:lnTo>
                  <a:lnTo>
                    <a:pt x="13804" y="10838"/>
                  </a:lnTo>
                  <a:lnTo>
                    <a:pt x="12977" y="10131"/>
                  </a:lnTo>
                  <a:lnTo>
                    <a:pt x="12129" y="9486"/>
                  </a:lnTo>
                  <a:lnTo>
                    <a:pt x="11261" y="8880"/>
                  </a:lnTo>
                  <a:lnTo>
                    <a:pt x="10797" y="8578"/>
                  </a:lnTo>
                  <a:lnTo>
                    <a:pt x="10353" y="8295"/>
                  </a:lnTo>
                  <a:lnTo>
                    <a:pt x="9889" y="8012"/>
                  </a:lnTo>
                  <a:lnTo>
                    <a:pt x="9425" y="7770"/>
                  </a:lnTo>
                  <a:lnTo>
                    <a:pt x="8941" y="7508"/>
                  </a:lnTo>
                  <a:lnTo>
                    <a:pt x="8456" y="7266"/>
                  </a:lnTo>
                  <a:lnTo>
                    <a:pt x="7911" y="7024"/>
                  </a:lnTo>
                  <a:lnTo>
                    <a:pt x="7346" y="6782"/>
                  </a:lnTo>
                  <a:lnTo>
                    <a:pt x="6781" y="6560"/>
                  </a:lnTo>
                  <a:lnTo>
                    <a:pt x="6196" y="6358"/>
                  </a:lnTo>
                  <a:lnTo>
                    <a:pt x="5066" y="5954"/>
                  </a:lnTo>
                  <a:lnTo>
                    <a:pt x="3916" y="5591"/>
                  </a:lnTo>
                  <a:lnTo>
                    <a:pt x="2342" y="5066"/>
                  </a:lnTo>
                  <a:lnTo>
                    <a:pt x="2079" y="4965"/>
                  </a:lnTo>
                  <a:lnTo>
                    <a:pt x="1716" y="4804"/>
                  </a:lnTo>
                  <a:lnTo>
                    <a:pt x="1313" y="4602"/>
                  </a:lnTo>
                  <a:lnTo>
                    <a:pt x="1111" y="4461"/>
                  </a:lnTo>
                  <a:lnTo>
                    <a:pt x="909" y="4340"/>
                  </a:lnTo>
                  <a:lnTo>
                    <a:pt x="727" y="4178"/>
                  </a:lnTo>
                  <a:lnTo>
                    <a:pt x="546" y="4017"/>
                  </a:lnTo>
                  <a:lnTo>
                    <a:pt x="384" y="3835"/>
                  </a:lnTo>
                  <a:lnTo>
                    <a:pt x="263" y="3633"/>
                  </a:lnTo>
                  <a:lnTo>
                    <a:pt x="162" y="3432"/>
                  </a:lnTo>
                  <a:lnTo>
                    <a:pt x="102" y="3210"/>
                  </a:lnTo>
                  <a:lnTo>
                    <a:pt x="82" y="2967"/>
                  </a:lnTo>
                  <a:lnTo>
                    <a:pt x="102" y="2725"/>
                  </a:lnTo>
                  <a:lnTo>
                    <a:pt x="162" y="2544"/>
                  </a:lnTo>
                  <a:lnTo>
                    <a:pt x="223" y="2382"/>
                  </a:lnTo>
                  <a:lnTo>
                    <a:pt x="324" y="2221"/>
                  </a:lnTo>
                  <a:lnTo>
                    <a:pt x="425" y="2080"/>
                  </a:lnTo>
                  <a:lnTo>
                    <a:pt x="526" y="1938"/>
                  </a:lnTo>
                  <a:lnTo>
                    <a:pt x="647" y="1837"/>
                  </a:lnTo>
                  <a:lnTo>
                    <a:pt x="889" y="1636"/>
                  </a:lnTo>
                  <a:lnTo>
                    <a:pt x="1070" y="1494"/>
                  </a:lnTo>
                  <a:lnTo>
                    <a:pt x="1272" y="1393"/>
                  </a:lnTo>
                  <a:lnTo>
                    <a:pt x="1474" y="1293"/>
                  </a:lnTo>
                  <a:lnTo>
                    <a:pt x="1676" y="1192"/>
                  </a:lnTo>
                  <a:lnTo>
                    <a:pt x="2100" y="1030"/>
                  </a:lnTo>
                  <a:lnTo>
                    <a:pt x="2523" y="909"/>
                  </a:lnTo>
                  <a:lnTo>
                    <a:pt x="2967" y="808"/>
                  </a:lnTo>
                  <a:lnTo>
                    <a:pt x="3411" y="727"/>
                  </a:lnTo>
                  <a:lnTo>
                    <a:pt x="3855" y="667"/>
                  </a:lnTo>
                  <a:lnTo>
                    <a:pt x="4279" y="627"/>
                  </a:lnTo>
                  <a:lnTo>
                    <a:pt x="5349" y="526"/>
                  </a:lnTo>
                  <a:lnTo>
                    <a:pt x="6438" y="465"/>
                  </a:lnTo>
                  <a:lnTo>
                    <a:pt x="7528" y="405"/>
                  </a:lnTo>
                  <a:lnTo>
                    <a:pt x="8598" y="364"/>
                  </a:lnTo>
                  <a:lnTo>
                    <a:pt x="10757" y="304"/>
                  </a:lnTo>
                  <a:lnTo>
                    <a:pt x="12896" y="284"/>
                  </a:lnTo>
                  <a:lnTo>
                    <a:pt x="32471" y="82"/>
                  </a:lnTo>
                  <a:close/>
                  <a:moveTo>
                    <a:pt x="32471" y="1"/>
                  </a:moveTo>
                  <a:lnTo>
                    <a:pt x="12896" y="203"/>
                  </a:lnTo>
                  <a:lnTo>
                    <a:pt x="10757" y="223"/>
                  </a:lnTo>
                  <a:lnTo>
                    <a:pt x="8598" y="284"/>
                  </a:lnTo>
                  <a:lnTo>
                    <a:pt x="7508" y="324"/>
                  </a:lnTo>
                  <a:lnTo>
                    <a:pt x="6438" y="384"/>
                  </a:lnTo>
                  <a:lnTo>
                    <a:pt x="5349" y="445"/>
                  </a:lnTo>
                  <a:lnTo>
                    <a:pt x="4279" y="546"/>
                  </a:lnTo>
                  <a:lnTo>
                    <a:pt x="3835" y="586"/>
                  </a:lnTo>
                  <a:lnTo>
                    <a:pt x="3391" y="647"/>
                  </a:lnTo>
                  <a:lnTo>
                    <a:pt x="2947" y="727"/>
                  </a:lnTo>
                  <a:lnTo>
                    <a:pt x="2503" y="828"/>
                  </a:lnTo>
                  <a:lnTo>
                    <a:pt x="2059" y="949"/>
                  </a:lnTo>
                  <a:lnTo>
                    <a:pt x="1635" y="1111"/>
                  </a:lnTo>
                  <a:lnTo>
                    <a:pt x="1434" y="1212"/>
                  </a:lnTo>
                  <a:lnTo>
                    <a:pt x="1232" y="1313"/>
                  </a:lnTo>
                  <a:lnTo>
                    <a:pt x="1030" y="1434"/>
                  </a:lnTo>
                  <a:lnTo>
                    <a:pt x="848" y="1575"/>
                  </a:lnTo>
                  <a:lnTo>
                    <a:pt x="586" y="1777"/>
                  </a:lnTo>
                  <a:lnTo>
                    <a:pt x="465" y="1898"/>
                  </a:lnTo>
                  <a:lnTo>
                    <a:pt x="344" y="2039"/>
                  </a:lnTo>
                  <a:lnTo>
                    <a:pt x="243" y="2180"/>
                  </a:lnTo>
                  <a:lnTo>
                    <a:pt x="142" y="2342"/>
                  </a:lnTo>
                  <a:lnTo>
                    <a:pt x="82" y="2524"/>
                  </a:lnTo>
                  <a:lnTo>
                    <a:pt x="21" y="2705"/>
                  </a:lnTo>
                  <a:lnTo>
                    <a:pt x="1" y="2846"/>
                  </a:lnTo>
                  <a:lnTo>
                    <a:pt x="1" y="2967"/>
                  </a:lnTo>
                  <a:lnTo>
                    <a:pt x="21" y="3210"/>
                  </a:lnTo>
                  <a:lnTo>
                    <a:pt x="82" y="3452"/>
                  </a:lnTo>
                  <a:lnTo>
                    <a:pt x="183" y="3674"/>
                  </a:lnTo>
                  <a:lnTo>
                    <a:pt x="324" y="3876"/>
                  </a:lnTo>
                  <a:lnTo>
                    <a:pt x="465" y="4057"/>
                  </a:lnTo>
                  <a:lnTo>
                    <a:pt x="647" y="4219"/>
                  </a:lnTo>
                  <a:lnTo>
                    <a:pt x="848" y="4380"/>
                  </a:lnTo>
                  <a:lnTo>
                    <a:pt x="1050" y="4521"/>
                  </a:lnTo>
                  <a:lnTo>
                    <a:pt x="1252" y="4663"/>
                  </a:lnTo>
                  <a:lnTo>
                    <a:pt x="1676" y="4864"/>
                  </a:lnTo>
                  <a:lnTo>
                    <a:pt x="2039" y="5026"/>
                  </a:lnTo>
                  <a:lnTo>
                    <a:pt x="2322" y="5147"/>
                  </a:lnTo>
                  <a:lnTo>
                    <a:pt x="3896" y="5651"/>
                  </a:lnTo>
                  <a:lnTo>
                    <a:pt x="5026" y="6035"/>
                  </a:lnTo>
                  <a:lnTo>
                    <a:pt x="6176" y="6438"/>
                  </a:lnTo>
                  <a:lnTo>
                    <a:pt x="6741" y="6640"/>
                  </a:lnTo>
                  <a:lnTo>
                    <a:pt x="7306" y="6862"/>
                  </a:lnTo>
                  <a:lnTo>
                    <a:pt x="7871" y="7104"/>
                  </a:lnTo>
                  <a:lnTo>
                    <a:pt x="8416" y="7347"/>
                  </a:lnTo>
                  <a:lnTo>
                    <a:pt x="8900" y="7589"/>
                  </a:lnTo>
                  <a:lnTo>
                    <a:pt x="9385" y="7831"/>
                  </a:lnTo>
                  <a:lnTo>
                    <a:pt x="9849" y="8093"/>
                  </a:lnTo>
                  <a:lnTo>
                    <a:pt x="10313" y="8356"/>
                  </a:lnTo>
                  <a:lnTo>
                    <a:pt x="10757" y="8638"/>
                  </a:lnTo>
                  <a:lnTo>
                    <a:pt x="11201" y="8941"/>
                  </a:lnTo>
                  <a:lnTo>
                    <a:pt x="12089" y="9546"/>
                  </a:lnTo>
                  <a:lnTo>
                    <a:pt x="12936" y="10212"/>
                  </a:lnTo>
                  <a:lnTo>
                    <a:pt x="13743" y="10898"/>
                  </a:lnTo>
                  <a:lnTo>
                    <a:pt x="14551" y="11605"/>
                  </a:lnTo>
                  <a:lnTo>
                    <a:pt x="15338" y="12351"/>
                  </a:lnTo>
                  <a:lnTo>
                    <a:pt x="16084" y="13118"/>
                  </a:lnTo>
                  <a:lnTo>
                    <a:pt x="16831" y="13905"/>
                  </a:lnTo>
                  <a:lnTo>
                    <a:pt x="17578" y="14712"/>
                  </a:lnTo>
                  <a:lnTo>
                    <a:pt x="18284" y="15519"/>
                  </a:lnTo>
                  <a:lnTo>
                    <a:pt x="19697" y="17194"/>
                  </a:lnTo>
                  <a:lnTo>
                    <a:pt x="21089" y="18869"/>
                  </a:lnTo>
                  <a:lnTo>
                    <a:pt x="21513" y="19394"/>
                  </a:lnTo>
                  <a:lnTo>
                    <a:pt x="22986" y="21130"/>
                  </a:lnTo>
                  <a:lnTo>
                    <a:pt x="23712" y="21977"/>
                  </a:lnTo>
                  <a:lnTo>
                    <a:pt x="24479" y="22845"/>
                  </a:lnTo>
                  <a:lnTo>
                    <a:pt x="25246" y="23672"/>
                  </a:lnTo>
                  <a:lnTo>
                    <a:pt x="26053" y="24500"/>
                  </a:lnTo>
                  <a:lnTo>
                    <a:pt x="26861" y="25287"/>
                  </a:lnTo>
                  <a:lnTo>
                    <a:pt x="27688" y="26053"/>
                  </a:lnTo>
                  <a:lnTo>
                    <a:pt x="28535" y="26780"/>
                  </a:lnTo>
                  <a:lnTo>
                    <a:pt x="29403" y="27486"/>
                  </a:lnTo>
                  <a:lnTo>
                    <a:pt x="29847" y="27809"/>
                  </a:lnTo>
                  <a:lnTo>
                    <a:pt x="30291" y="28152"/>
                  </a:lnTo>
                  <a:lnTo>
                    <a:pt x="30755" y="28455"/>
                  </a:lnTo>
                  <a:lnTo>
                    <a:pt x="31219" y="28758"/>
                  </a:lnTo>
                  <a:lnTo>
                    <a:pt x="31684" y="29040"/>
                  </a:lnTo>
                  <a:lnTo>
                    <a:pt x="32168" y="29323"/>
                  </a:lnTo>
                  <a:lnTo>
                    <a:pt x="32652" y="29585"/>
                  </a:lnTo>
                  <a:lnTo>
                    <a:pt x="33137" y="29847"/>
                  </a:lnTo>
                  <a:lnTo>
                    <a:pt x="33641" y="30090"/>
                  </a:lnTo>
                  <a:lnTo>
                    <a:pt x="34146" y="30311"/>
                  </a:lnTo>
                  <a:lnTo>
                    <a:pt x="34670" y="30513"/>
                  </a:lnTo>
                  <a:lnTo>
                    <a:pt x="35195" y="30715"/>
                  </a:lnTo>
                  <a:lnTo>
                    <a:pt x="35659" y="30856"/>
                  </a:lnTo>
                  <a:lnTo>
                    <a:pt x="36164" y="30998"/>
                  </a:lnTo>
                  <a:lnTo>
                    <a:pt x="36426" y="31058"/>
                  </a:lnTo>
                  <a:lnTo>
                    <a:pt x="36688" y="31099"/>
                  </a:lnTo>
                  <a:lnTo>
                    <a:pt x="36971" y="31119"/>
                  </a:lnTo>
                  <a:lnTo>
                    <a:pt x="37475" y="31119"/>
                  </a:lnTo>
                  <a:lnTo>
                    <a:pt x="37697" y="31099"/>
                  </a:lnTo>
                  <a:lnTo>
                    <a:pt x="37939" y="31058"/>
                  </a:lnTo>
                  <a:lnTo>
                    <a:pt x="38161" y="30998"/>
                  </a:lnTo>
                  <a:lnTo>
                    <a:pt x="38363" y="30917"/>
                  </a:lnTo>
                  <a:lnTo>
                    <a:pt x="38565" y="30836"/>
                  </a:lnTo>
                  <a:lnTo>
                    <a:pt x="38747" y="30755"/>
                  </a:lnTo>
                  <a:lnTo>
                    <a:pt x="38908" y="30655"/>
                  </a:lnTo>
                  <a:lnTo>
                    <a:pt x="39069" y="30533"/>
                  </a:lnTo>
                  <a:lnTo>
                    <a:pt x="39231" y="30412"/>
                  </a:lnTo>
                  <a:lnTo>
                    <a:pt x="39372" y="30271"/>
                  </a:lnTo>
                  <a:lnTo>
                    <a:pt x="39513" y="30130"/>
                  </a:lnTo>
                  <a:lnTo>
                    <a:pt x="39756" y="29827"/>
                  </a:lnTo>
                  <a:lnTo>
                    <a:pt x="39978" y="29484"/>
                  </a:lnTo>
                  <a:lnTo>
                    <a:pt x="40179" y="29121"/>
                  </a:lnTo>
                  <a:lnTo>
                    <a:pt x="40341" y="28758"/>
                  </a:lnTo>
                  <a:lnTo>
                    <a:pt x="40462" y="28374"/>
                  </a:lnTo>
                  <a:lnTo>
                    <a:pt x="40583" y="27971"/>
                  </a:lnTo>
                  <a:lnTo>
                    <a:pt x="40684" y="27587"/>
                  </a:lnTo>
                  <a:lnTo>
                    <a:pt x="40765" y="27184"/>
                  </a:lnTo>
                  <a:lnTo>
                    <a:pt x="40805" y="26820"/>
                  </a:lnTo>
                  <a:lnTo>
                    <a:pt x="40865" y="26437"/>
                  </a:lnTo>
                  <a:lnTo>
                    <a:pt x="40906" y="25771"/>
                  </a:lnTo>
                  <a:lnTo>
                    <a:pt x="40946" y="24944"/>
                  </a:lnTo>
                  <a:lnTo>
                    <a:pt x="40946" y="24116"/>
                  </a:lnTo>
                  <a:lnTo>
                    <a:pt x="40926" y="23269"/>
                  </a:lnTo>
                  <a:lnTo>
                    <a:pt x="40906" y="22441"/>
                  </a:lnTo>
                  <a:lnTo>
                    <a:pt x="40845" y="21594"/>
                  </a:lnTo>
                  <a:lnTo>
                    <a:pt x="40785" y="20766"/>
                  </a:lnTo>
                  <a:lnTo>
                    <a:pt x="40684" y="19939"/>
                  </a:lnTo>
                  <a:lnTo>
                    <a:pt x="40583" y="19091"/>
                  </a:lnTo>
                  <a:lnTo>
                    <a:pt x="40442" y="18264"/>
                  </a:lnTo>
                  <a:lnTo>
                    <a:pt x="40300" y="17437"/>
                  </a:lnTo>
                  <a:lnTo>
                    <a:pt x="40119" y="16609"/>
                  </a:lnTo>
                  <a:lnTo>
                    <a:pt x="39937" y="15782"/>
                  </a:lnTo>
                  <a:lnTo>
                    <a:pt x="39715" y="14975"/>
                  </a:lnTo>
                  <a:lnTo>
                    <a:pt x="39493" y="14147"/>
                  </a:lnTo>
                  <a:lnTo>
                    <a:pt x="39251" y="13360"/>
                  </a:lnTo>
                  <a:lnTo>
                    <a:pt x="38989" y="12553"/>
                  </a:lnTo>
                  <a:lnTo>
                    <a:pt x="38686" y="11746"/>
                  </a:lnTo>
                  <a:lnTo>
                    <a:pt x="38383" y="10959"/>
                  </a:lnTo>
                  <a:lnTo>
                    <a:pt x="38060" y="10172"/>
                  </a:lnTo>
                  <a:lnTo>
                    <a:pt x="37717" y="9405"/>
                  </a:lnTo>
                  <a:lnTo>
                    <a:pt x="37354" y="8638"/>
                  </a:lnTo>
                  <a:lnTo>
                    <a:pt x="36971" y="7871"/>
                  </a:lnTo>
                  <a:lnTo>
                    <a:pt x="36567" y="7125"/>
                  </a:lnTo>
                  <a:lnTo>
                    <a:pt x="36143" y="6398"/>
                  </a:lnTo>
                  <a:lnTo>
                    <a:pt x="35841" y="5873"/>
                  </a:lnTo>
                  <a:lnTo>
                    <a:pt x="35578" y="5470"/>
                  </a:lnTo>
                  <a:lnTo>
                    <a:pt x="35336" y="5046"/>
                  </a:lnTo>
                  <a:lnTo>
                    <a:pt x="35255" y="4844"/>
                  </a:lnTo>
                  <a:lnTo>
                    <a:pt x="35175" y="4622"/>
                  </a:lnTo>
                  <a:lnTo>
                    <a:pt x="35094" y="4380"/>
                  </a:lnTo>
                  <a:lnTo>
                    <a:pt x="35054" y="4158"/>
                  </a:lnTo>
                  <a:lnTo>
                    <a:pt x="35054" y="3997"/>
                  </a:lnTo>
                  <a:lnTo>
                    <a:pt x="35054" y="3835"/>
                  </a:lnTo>
                  <a:lnTo>
                    <a:pt x="35074" y="3492"/>
                  </a:lnTo>
                  <a:lnTo>
                    <a:pt x="35155" y="3169"/>
                  </a:lnTo>
                  <a:lnTo>
                    <a:pt x="35235" y="2846"/>
                  </a:lnTo>
                  <a:lnTo>
                    <a:pt x="35316" y="2463"/>
                  </a:lnTo>
                  <a:lnTo>
                    <a:pt x="35397" y="2059"/>
                  </a:lnTo>
                  <a:lnTo>
                    <a:pt x="35417" y="1858"/>
                  </a:lnTo>
                  <a:lnTo>
                    <a:pt x="35397" y="1656"/>
                  </a:lnTo>
                  <a:lnTo>
                    <a:pt x="35376" y="1454"/>
                  </a:lnTo>
                  <a:lnTo>
                    <a:pt x="35336" y="1252"/>
                  </a:lnTo>
                  <a:lnTo>
                    <a:pt x="35276" y="1091"/>
                  </a:lnTo>
                  <a:lnTo>
                    <a:pt x="35195" y="949"/>
                  </a:lnTo>
                  <a:lnTo>
                    <a:pt x="35094" y="808"/>
                  </a:lnTo>
                  <a:lnTo>
                    <a:pt x="34993" y="687"/>
                  </a:lnTo>
                  <a:lnTo>
                    <a:pt x="34872" y="586"/>
                  </a:lnTo>
                  <a:lnTo>
                    <a:pt x="34731" y="485"/>
                  </a:lnTo>
                  <a:lnTo>
                    <a:pt x="34569" y="384"/>
                  </a:lnTo>
                  <a:lnTo>
                    <a:pt x="34408" y="304"/>
                  </a:lnTo>
                  <a:lnTo>
                    <a:pt x="34226" y="223"/>
                  </a:lnTo>
                  <a:lnTo>
                    <a:pt x="34024" y="162"/>
                  </a:lnTo>
                  <a:lnTo>
                    <a:pt x="33802" y="122"/>
                  </a:lnTo>
                  <a:lnTo>
                    <a:pt x="33560" y="82"/>
                  </a:lnTo>
                  <a:lnTo>
                    <a:pt x="33056" y="21"/>
                  </a:lnTo>
                  <a:lnTo>
                    <a:pt x="32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2"/>
            <p:cNvSpPr/>
            <p:nvPr/>
          </p:nvSpPr>
          <p:spPr>
            <a:xfrm flipH="1">
              <a:off x="2060921" y="-3413869"/>
              <a:ext cx="1001862" cy="1525380"/>
            </a:xfrm>
            <a:custGeom>
              <a:rect b="b" l="l" r="r" t="t"/>
              <a:pathLst>
                <a:path extrusionOk="0" h="27284" w="17920">
                  <a:moveTo>
                    <a:pt x="9041" y="81"/>
                  </a:moveTo>
                  <a:lnTo>
                    <a:pt x="9464" y="101"/>
                  </a:lnTo>
                  <a:lnTo>
                    <a:pt x="9888" y="141"/>
                  </a:lnTo>
                  <a:lnTo>
                    <a:pt x="10312" y="222"/>
                  </a:lnTo>
                  <a:lnTo>
                    <a:pt x="10716" y="323"/>
                  </a:lnTo>
                  <a:lnTo>
                    <a:pt x="11139" y="444"/>
                  </a:lnTo>
                  <a:lnTo>
                    <a:pt x="11543" y="605"/>
                  </a:lnTo>
                  <a:lnTo>
                    <a:pt x="11947" y="767"/>
                  </a:lnTo>
                  <a:lnTo>
                    <a:pt x="12350" y="969"/>
                  </a:lnTo>
                  <a:lnTo>
                    <a:pt x="12734" y="1191"/>
                  </a:lnTo>
                  <a:lnTo>
                    <a:pt x="13117" y="1433"/>
                  </a:lnTo>
                  <a:lnTo>
                    <a:pt x="13480" y="1715"/>
                  </a:lnTo>
                  <a:lnTo>
                    <a:pt x="13844" y="1998"/>
                  </a:lnTo>
                  <a:lnTo>
                    <a:pt x="14187" y="2301"/>
                  </a:lnTo>
                  <a:lnTo>
                    <a:pt x="14530" y="2644"/>
                  </a:lnTo>
                  <a:lnTo>
                    <a:pt x="14832" y="2987"/>
                  </a:lnTo>
                  <a:lnTo>
                    <a:pt x="15155" y="3350"/>
                  </a:lnTo>
                  <a:lnTo>
                    <a:pt x="15397" y="3673"/>
                  </a:lnTo>
                  <a:lnTo>
                    <a:pt x="15619" y="4016"/>
                  </a:lnTo>
                  <a:lnTo>
                    <a:pt x="15841" y="4359"/>
                  </a:lnTo>
                  <a:lnTo>
                    <a:pt x="16063" y="4722"/>
                  </a:lnTo>
                  <a:lnTo>
                    <a:pt x="16265" y="5106"/>
                  </a:lnTo>
                  <a:lnTo>
                    <a:pt x="16447" y="5489"/>
                  </a:lnTo>
                  <a:lnTo>
                    <a:pt x="16628" y="5893"/>
                  </a:lnTo>
                  <a:lnTo>
                    <a:pt x="16790" y="6296"/>
                  </a:lnTo>
                  <a:lnTo>
                    <a:pt x="16931" y="6720"/>
                  </a:lnTo>
                  <a:lnTo>
                    <a:pt x="17072" y="7144"/>
                  </a:lnTo>
                  <a:lnTo>
                    <a:pt x="17214" y="7588"/>
                  </a:lnTo>
                  <a:lnTo>
                    <a:pt x="17315" y="8052"/>
                  </a:lnTo>
                  <a:lnTo>
                    <a:pt x="17436" y="8516"/>
                  </a:lnTo>
                  <a:lnTo>
                    <a:pt x="17516" y="8980"/>
                  </a:lnTo>
                  <a:lnTo>
                    <a:pt x="17597" y="9485"/>
                  </a:lnTo>
                  <a:lnTo>
                    <a:pt x="17678" y="9969"/>
                  </a:lnTo>
                  <a:lnTo>
                    <a:pt x="17738" y="10514"/>
                  </a:lnTo>
                  <a:lnTo>
                    <a:pt x="17779" y="11079"/>
                  </a:lnTo>
                  <a:lnTo>
                    <a:pt x="17819" y="11624"/>
                  </a:lnTo>
                  <a:lnTo>
                    <a:pt x="17839" y="12189"/>
                  </a:lnTo>
                  <a:lnTo>
                    <a:pt x="17839" y="12774"/>
                  </a:lnTo>
                  <a:lnTo>
                    <a:pt x="17819" y="13339"/>
                  </a:lnTo>
                  <a:lnTo>
                    <a:pt x="17799" y="13924"/>
                  </a:lnTo>
                  <a:lnTo>
                    <a:pt x="17758" y="14510"/>
                  </a:lnTo>
                  <a:lnTo>
                    <a:pt x="17718" y="15115"/>
                  </a:lnTo>
                  <a:lnTo>
                    <a:pt x="17637" y="15720"/>
                  </a:lnTo>
                  <a:lnTo>
                    <a:pt x="17557" y="16326"/>
                  </a:lnTo>
                  <a:lnTo>
                    <a:pt x="17456" y="16951"/>
                  </a:lnTo>
                  <a:lnTo>
                    <a:pt x="17355" y="17577"/>
                  </a:lnTo>
                  <a:lnTo>
                    <a:pt x="17234" y="18202"/>
                  </a:lnTo>
                  <a:lnTo>
                    <a:pt x="17093" y="18848"/>
                  </a:lnTo>
                  <a:lnTo>
                    <a:pt x="16931" y="19514"/>
                  </a:lnTo>
                  <a:lnTo>
                    <a:pt x="16709" y="20362"/>
                  </a:lnTo>
                  <a:lnTo>
                    <a:pt x="16447" y="21230"/>
                  </a:lnTo>
                  <a:lnTo>
                    <a:pt x="16285" y="21673"/>
                  </a:lnTo>
                  <a:lnTo>
                    <a:pt x="16124" y="22117"/>
                  </a:lnTo>
                  <a:lnTo>
                    <a:pt x="15942" y="22561"/>
                  </a:lnTo>
                  <a:lnTo>
                    <a:pt x="15740" y="23005"/>
                  </a:lnTo>
                  <a:lnTo>
                    <a:pt x="15518" y="23429"/>
                  </a:lnTo>
                  <a:lnTo>
                    <a:pt x="15276" y="23873"/>
                  </a:lnTo>
                  <a:lnTo>
                    <a:pt x="15014" y="24277"/>
                  </a:lnTo>
                  <a:lnTo>
                    <a:pt x="14731" y="24680"/>
                  </a:lnTo>
                  <a:lnTo>
                    <a:pt x="14429" y="25064"/>
                  </a:lnTo>
                  <a:lnTo>
                    <a:pt x="14106" y="25427"/>
                  </a:lnTo>
                  <a:lnTo>
                    <a:pt x="13743" y="25770"/>
                  </a:lnTo>
                  <a:lnTo>
                    <a:pt x="13359" y="26093"/>
                  </a:lnTo>
                  <a:lnTo>
                    <a:pt x="13077" y="26295"/>
                  </a:lnTo>
                  <a:lnTo>
                    <a:pt x="12774" y="26476"/>
                  </a:lnTo>
                  <a:lnTo>
                    <a:pt x="12491" y="26658"/>
                  </a:lnTo>
                  <a:lnTo>
                    <a:pt x="12209" y="26799"/>
                  </a:lnTo>
                  <a:lnTo>
                    <a:pt x="11906" y="26920"/>
                  </a:lnTo>
                  <a:lnTo>
                    <a:pt x="11624" y="27021"/>
                  </a:lnTo>
                  <a:lnTo>
                    <a:pt x="11321" y="27102"/>
                  </a:lnTo>
                  <a:lnTo>
                    <a:pt x="11018" y="27162"/>
                  </a:lnTo>
                  <a:lnTo>
                    <a:pt x="10716" y="27203"/>
                  </a:lnTo>
                  <a:lnTo>
                    <a:pt x="10110" y="27203"/>
                  </a:lnTo>
                  <a:lnTo>
                    <a:pt x="9808" y="27183"/>
                  </a:lnTo>
                  <a:lnTo>
                    <a:pt x="9485" y="27142"/>
                  </a:lnTo>
                  <a:lnTo>
                    <a:pt x="9182" y="27062"/>
                  </a:lnTo>
                  <a:lnTo>
                    <a:pt x="8859" y="26981"/>
                  </a:lnTo>
                  <a:lnTo>
                    <a:pt x="8556" y="26860"/>
                  </a:lnTo>
                  <a:lnTo>
                    <a:pt x="8234" y="26739"/>
                  </a:lnTo>
                  <a:lnTo>
                    <a:pt x="7931" y="26577"/>
                  </a:lnTo>
                  <a:lnTo>
                    <a:pt x="7628" y="26416"/>
                  </a:lnTo>
                  <a:lnTo>
                    <a:pt x="7346" y="26234"/>
                  </a:lnTo>
                  <a:lnTo>
                    <a:pt x="7063" y="26053"/>
                  </a:lnTo>
                  <a:lnTo>
                    <a:pt x="6781" y="25851"/>
                  </a:lnTo>
                  <a:lnTo>
                    <a:pt x="6256" y="25427"/>
                  </a:lnTo>
                  <a:lnTo>
                    <a:pt x="5772" y="24983"/>
                  </a:lnTo>
                  <a:lnTo>
                    <a:pt x="5328" y="24539"/>
                  </a:lnTo>
                  <a:lnTo>
                    <a:pt x="4944" y="24095"/>
                  </a:lnTo>
                  <a:lnTo>
                    <a:pt x="4581" y="23671"/>
                  </a:lnTo>
                  <a:lnTo>
                    <a:pt x="4238" y="23227"/>
                  </a:lnTo>
                  <a:lnTo>
                    <a:pt x="3895" y="22763"/>
                  </a:lnTo>
                  <a:lnTo>
                    <a:pt x="3572" y="22279"/>
                  </a:lnTo>
                  <a:lnTo>
                    <a:pt x="3249" y="21815"/>
                  </a:lnTo>
                  <a:lnTo>
                    <a:pt x="2967" y="21330"/>
                  </a:lnTo>
                  <a:lnTo>
                    <a:pt x="2664" y="20826"/>
                  </a:lnTo>
                  <a:lnTo>
                    <a:pt x="2401" y="20342"/>
                  </a:lnTo>
                  <a:lnTo>
                    <a:pt x="2139" y="19837"/>
                  </a:lnTo>
                  <a:lnTo>
                    <a:pt x="1897" y="19333"/>
                  </a:lnTo>
                  <a:lnTo>
                    <a:pt x="1675" y="18808"/>
                  </a:lnTo>
                  <a:lnTo>
                    <a:pt x="1453" y="18303"/>
                  </a:lnTo>
                  <a:lnTo>
                    <a:pt x="1251" y="17779"/>
                  </a:lnTo>
                  <a:lnTo>
                    <a:pt x="1070" y="17254"/>
                  </a:lnTo>
                  <a:lnTo>
                    <a:pt x="888" y="16729"/>
                  </a:lnTo>
                  <a:lnTo>
                    <a:pt x="727" y="16205"/>
                  </a:lnTo>
                  <a:lnTo>
                    <a:pt x="585" y="15680"/>
                  </a:lnTo>
                  <a:lnTo>
                    <a:pt x="464" y="15095"/>
                  </a:lnTo>
                  <a:lnTo>
                    <a:pt x="343" y="14530"/>
                  </a:lnTo>
                  <a:lnTo>
                    <a:pt x="262" y="13965"/>
                  </a:lnTo>
                  <a:lnTo>
                    <a:pt x="182" y="13400"/>
                  </a:lnTo>
                  <a:lnTo>
                    <a:pt x="121" y="12835"/>
                  </a:lnTo>
                  <a:lnTo>
                    <a:pt x="101" y="12270"/>
                  </a:lnTo>
                  <a:lnTo>
                    <a:pt x="81" y="11725"/>
                  </a:lnTo>
                  <a:lnTo>
                    <a:pt x="81" y="11160"/>
                  </a:lnTo>
                  <a:lnTo>
                    <a:pt x="101" y="10615"/>
                  </a:lnTo>
                  <a:lnTo>
                    <a:pt x="141" y="10070"/>
                  </a:lnTo>
                  <a:lnTo>
                    <a:pt x="202" y="9525"/>
                  </a:lnTo>
                  <a:lnTo>
                    <a:pt x="283" y="9000"/>
                  </a:lnTo>
                  <a:lnTo>
                    <a:pt x="383" y="8476"/>
                  </a:lnTo>
                  <a:lnTo>
                    <a:pt x="505" y="7951"/>
                  </a:lnTo>
                  <a:lnTo>
                    <a:pt x="646" y="7447"/>
                  </a:lnTo>
                  <a:lnTo>
                    <a:pt x="787" y="6942"/>
                  </a:lnTo>
                  <a:lnTo>
                    <a:pt x="1049" y="6236"/>
                  </a:lnTo>
                  <a:lnTo>
                    <a:pt x="1352" y="5570"/>
                  </a:lnTo>
                  <a:lnTo>
                    <a:pt x="1695" y="4924"/>
                  </a:lnTo>
                  <a:lnTo>
                    <a:pt x="2079" y="4298"/>
                  </a:lnTo>
                  <a:lnTo>
                    <a:pt x="2482" y="3693"/>
                  </a:lnTo>
                  <a:lnTo>
                    <a:pt x="2946" y="3128"/>
                  </a:lnTo>
                  <a:lnTo>
                    <a:pt x="3188" y="2866"/>
                  </a:lnTo>
                  <a:lnTo>
                    <a:pt x="3431" y="2603"/>
                  </a:lnTo>
                  <a:lnTo>
                    <a:pt x="3673" y="2361"/>
                  </a:lnTo>
                  <a:lnTo>
                    <a:pt x="3935" y="2119"/>
                  </a:lnTo>
                  <a:lnTo>
                    <a:pt x="4218" y="1877"/>
                  </a:lnTo>
                  <a:lnTo>
                    <a:pt x="4520" y="1655"/>
                  </a:lnTo>
                  <a:lnTo>
                    <a:pt x="4803" y="1433"/>
                  </a:lnTo>
                  <a:lnTo>
                    <a:pt x="5106" y="1231"/>
                  </a:lnTo>
                  <a:lnTo>
                    <a:pt x="5408" y="1049"/>
                  </a:lnTo>
                  <a:lnTo>
                    <a:pt x="5731" y="888"/>
                  </a:lnTo>
                  <a:lnTo>
                    <a:pt x="6034" y="727"/>
                  </a:lnTo>
                  <a:lnTo>
                    <a:pt x="6337" y="605"/>
                  </a:lnTo>
                  <a:lnTo>
                    <a:pt x="6659" y="484"/>
                  </a:lnTo>
                  <a:lnTo>
                    <a:pt x="6982" y="363"/>
                  </a:lnTo>
                  <a:lnTo>
                    <a:pt x="7305" y="283"/>
                  </a:lnTo>
                  <a:lnTo>
                    <a:pt x="7628" y="202"/>
                  </a:lnTo>
                  <a:lnTo>
                    <a:pt x="7951" y="162"/>
                  </a:lnTo>
                  <a:lnTo>
                    <a:pt x="8274" y="121"/>
                  </a:lnTo>
                  <a:lnTo>
                    <a:pt x="8597" y="81"/>
                  </a:lnTo>
                  <a:close/>
                  <a:moveTo>
                    <a:pt x="8698" y="0"/>
                  </a:moveTo>
                  <a:lnTo>
                    <a:pt x="8355" y="20"/>
                  </a:lnTo>
                  <a:lnTo>
                    <a:pt x="8032" y="61"/>
                  </a:lnTo>
                  <a:lnTo>
                    <a:pt x="7689" y="121"/>
                  </a:lnTo>
                  <a:lnTo>
                    <a:pt x="7366" y="182"/>
                  </a:lnTo>
                  <a:lnTo>
                    <a:pt x="7023" y="283"/>
                  </a:lnTo>
                  <a:lnTo>
                    <a:pt x="6700" y="383"/>
                  </a:lnTo>
                  <a:lnTo>
                    <a:pt x="6377" y="505"/>
                  </a:lnTo>
                  <a:lnTo>
                    <a:pt x="6054" y="646"/>
                  </a:lnTo>
                  <a:lnTo>
                    <a:pt x="5731" y="787"/>
                  </a:lnTo>
                  <a:lnTo>
                    <a:pt x="5408" y="969"/>
                  </a:lnTo>
                  <a:lnTo>
                    <a:pt x="5085" y="1150"/>
                  </a:lnTo>
                  <a:lnTo>
                    <a:pt x="4783" y="1352"/>
                  </a:lnTo>
                  <a:lnTo>
                    <a:pt x="4480" y="1574"/>
                  </a:lnTo>
                  <a:lnTo>
                    <a:pt x="4177" y="1816"/>
                  </a:lnTo>
                  <a:lnTo>
                    <a:pt x="3895" y="2058"/>
                  </a:lnTo>
                  <a:lnTo>
                    <a:pt x="3632" y="2301"/>
                  </a:lnTo>
                  <a:lnTo>
                    <a:pt x="3370" y="2543"/>
                  </a:lnTo>
                  <a:lnTo>
                    <a:pt x="3128" y="2805"/>
                  </a:lnTo>
                  <a:lnTo>
                    <a:pt x="2886" y="3088"/>
                  </a:lnTo>
                  <a:lnTo>
                    <a:pt x="2422" y="3653"/>
                  </a:lnTo>
                  <a:lnTo>
                    <a:pt x="1998" y="4258"/>
                  </a:lnTo>
                  <a:lnTo>
                    <a:pt x="1614" y="4884"/>
                  </a:lnTo>
                  <a:lnTo>
                    <a:pt x="1271" y="5529"/>
                  </a:lnTo>
                  <a:lnTo>
                    <a:pt x="969" y="6216"/>
                  </a:lnTo>
                  <a:lnTo>
                    <a:pt x="848" y="6559"/>
                  </a:lnTo>
                  <a:lnTo>
                    <a:pt x="727" y="6902"/>
                  </a:lnTo>
                  <a:lnTo>
                    <a:pt x="565" y="7406"/>
                  </a:lnTo>
                  <a:lnTo>
                    <a:pt x="424" y="7931"/>
                  </a:lnTo>
                  <a:lnTo>
                    <a:pt x="303" y="8456"/>
                  </a:lnTo>
                  <a:lnTo>
                    <a:pt x="202" y="8980"/>
                  </a:lnTo>
                  <a:lnTo>
                    <a:pt x="121" y="9525"/>
                  </a:lnTo>
                  <a:lnTo>
                    <a:pt x="61" y="10070"/>
                  </a:lnTo>
                  <a:lnTo>
                    <a:pt x="20" y="10615"/>
                  </a:lnTo>
                  <a:lnTo>
                    <a:pt x="0" y="11160"/>
                  </a:lnTo>
                  <a:lnTo>
                    <a:pt x="0" y="11725"/>
                  </a:lnTo>
                  <a:lnTo>
                    <a:pt x="20" y="12270"/>
                  </a:lnTo>
                  <a:lnTo>
                    <a:pt x="40" y="12835"/>
                  </a:lnTo>
                  <a:lnTo>
                    <a:pt x="101" y="13400"/>
                  </a:lnTo>
                  <a:lnTo>
                    <a:pt x="182" y="13965"/>
                  </a:lnTo>
                  <a:lnTo>
                    <a:pt x="262" y="14550"/>
                  </a:lnTo>
                  <a:lnTo>
                    <a:pt x="383" y="15115"/>
                  </a:lnTo>
                  <a:lnTo>
                    <a:pt x="525" y="15700"/>
                  </a:lnTo>
                  <a:lnTo>
                    <a:pt x="666" y="16225"/>
                  </a:lnTo>
                  <a:lnTo>
                    <a:pt x="807" y="16750"/>
                  </a:lnTo>
                  <a:lnTo>
                    <a:pt x="989" y="17274"/>
                  </a:lnTo>
                  <a:lnTo>
                    <a:pt x="1170" y="17799"/>
                  </a:lnTo>
                  <a:lnTo>
                    <a:pt x="1372" y="18324"/>
                  </a:lnTo>
                  <a:lnTo>
                    <a:pt x="1594" y="18848"/>
                  </a:lnTo>
                  <a:lnTo>
                    <a:pt x="1816" y="19353"/>
                  </a:lnTo>
                  <a:lnTo>
                    <a:pt x="2058" y="19877"/>
                  </a:lnTo>
                  <a:lnTo>
                    <a:pt x="2321" y="20382"/>
                  </a:lnTo>
                  <a:lnTo>
                    <a:pt x="2603" y="20866"/>
                  </a:lnTo>
                  <a:lnTo>
                    <a:pt x="2886" y="21371"/>
                  </a:lnTo>
                  <a:lnTo>
                    <a:pt x="3188" y="21855"/>
                  </a:lnTo>
                  <a:lnTo>
                    <a:pt x="3511" y="22339"/>
                  </a:lnTo>
                  <a:lnTo>
                    <a:pt x="3834" y="22804"/>
                  </a:lnTo>
                  <a:lnTo>
                    <a:pt x="4177" y="23268"/>
                  </a:lnTo>
                  <a:lnTo>
                    <a:pt x="4520" y="23732"/>
                  </a:lnTo>
                  <a:lnTo>
                    <a:pt x="4964" y="24236"/>
                  </a:lnTo>
                  <a:lnTo>
                    <a:pt x="5206" y="24519"/>
                  </a:lnTo>
                  <a:lnTo>
                    <a:pt x="5489" y="24822"/>
                  </a:lnTo>
                  <a:lnTo>
                    <a:pt x="5792" y="25104"/>
                  </a:lnTo>
                  <a:lnTo>
                    <a:pt x="6115" y="25407"/>
                  </a:lnTo>
                  <a:lnTo>
                    <a:pt x="6458" y="25689"/>
                  </a:lnTo>
                  <a:lnTo>
                    <a:pt x="6821" y="25972"/>
                  </a:lnTo>
                  <a:lnTo>
                    <a:pt x="7204" y="26254"/>
                  </a:lnTo>
                  <a:lnTo>
                    <a:pt x="7608" y="26497"/>
                  </a:lnTo>
                  <a:lnTo>
                    <a:pt x="8032" y="26718"/>
                  </a:lnTo>
                  <a:lnTo>
                    <a:pt x="8455" y="26900"/>
                  </a:lnTo>
                  <a:lnTo>
                    <a:pt x="8920" y="27062"/>
                  </a:lnTo>
                  <a:lnTo>
                    <a:pt x="9364" y="27183"/>
                  </a:lnTo>
                  <a:lnTo>
                    <a:pt x="9606" y="27223"/>
                  </a:lnTo>
                  <a:lnTo>
                    <a:pt x="9848" y="27263"/>
                  </a:lnTo>
                  <a:lnTo>
                    <a:pt x="10090" y="27284"/>
                  </a:lnTo>
                  <a:lnTo>
                    <a:pt x="10695" y="27284"/>
                  </a:lnTo>
                  <a:lnTo>
                    <a:pt x="11079" y="27223"/>
                  </a:lnTo>
                  <a:lnTo>
                    <a:pt x="11462" y="27142"/>
                  </a:lnTo>
                  <a:lnTo>
                    <a:pt x="11846" y="27021"/>
                  </a:lnTo>
                  <a:lnTo>
                    <a:pt x="12229" y="26880"/>
                  </a:lnTo>
                  <a:lnTo>
                    <a:pt x="12613" y="26678"/>
                  </a:lnTo>
                  <a:lnTo>
                    <a:pt x="12996" y="26436"/>
                  </a:lnTo>
                  <a:lnTo>
                    <a:pt x="13400" y="26153"/>
                  </a:lnTo>
                  <a:lnTo>
                    <a:pt x="13783" y="25831"/>
                  </a:lnTo>
                  <a:lnTo>
                    <a:pt x="14146" y="25488"/>
                  </a:lnTo>
                  <a:lnTo>
                    <a:pt x="14489" y="25124"/>
                  </a:lnTo>
                  <a:lnTo>
                    <a:pt x="14792" y="24721"/>
                  </a:lnTo>
                  <a:lnTo>
                    <a:pt x="15095" y="24317"/>
                  </a:lnTo>
                  <a:lnTo>
                    <a:pt x="15357" y="23913"/>
                  </a:lnTo>
                  <a:lnTo>
                    <a:pt x="15599" y="23490"/>
                  </a:lnTo>
                  <a:lnTo>
                    <a:pt x="15821" y="23046"/>
                  </a:lnTo>
                  <a:lnTo>
                    <a:pt x="16023" y="22602"/>
                  </a:lnTo>
                  <a:lnTo>
                    <a:pt x="16205" y="22158"/>
                  </a:lnTo>
                  <a:lnTo>
                    <a:pt x="16366" y="21714"/>
                  </a:lnTo>
                  <a:lnTo>
                    <a:pt x="16527" y="21270"/>
                  </a:lnTo>
                  <a:lnTo>
                    <a:pt x="16790" y="20382"/>
                  </a:lnTo>
                  <a:lnTo>
                    <a:pt x="17012" y="19534"/>
                  </a:lnTo>
                  <a:lnTo>
                    <a:pt x="17173" y="18868"/>
                  </a:lnTo>
                  <a:lnTo>
                    <a:pt x="17315" y="18223"/>
                  </a:lnTo>
                  <a:lnTo>
                    <a:pt x="17436" y="17597"/>
                  </a:lnTo>
                  <a:lnTo>
                    <a:pt x="17537" y="16951"/>
                  </a:lnTo>
                  <a:lnTo>
                    <a:pt x="17637" y="16346"/>
                  </a:lnTo>
                  <a:lnTo>
                    <a:pt x="17718" y="15720"/>
                  </a:lnTo>
                  <a:lnTo>
                    <a:pt x="17799" y="15115"/>
                  </a:lnTo>
                  <a:lnTo>
                    <a:pt x="17839" y="14530"/>
                  </a:lnTo>
                  <a:lnTo>
                    <a:pt x="17880" y="13924"/>
                  </a:lnTo>
                  <a:lnTo>
                    <a:pt x="17900" y="13339"/>
                  </a:lnTo>
                  <a:lnTo>
                    <a:pt x="17920" y="12774"/>
                  </a:lnTo>
                  <a:lnTo>
                    <a:pt x="17920" y="12189"/>
                  </a:lnTo>
                  <a:lnTo>
                    <a:pt x="17900" y="11624"/>
                  </a:lnTo>
                  <a:lnTo>
                    <a:pt x="17859" y="11059"/>
                  </a:lnTo>
                  <a:lnTo>
                    <a:pt x="17819" y="10514"/>
                  </a:lnTo>
                  <a:lnTo>
                    <a:pt x="17758" y="9969"/>
                  </a:lnTo>
                  <a:lnTo>
                    <a:pt x="17678" y="9465"/>
                  </a:lnTo>
                  <a:lnTo>
                    <a:pt x="17597" y="8980"/>
                  </a:lnTo>
                  <a:lnTo>
                    <a:pt x="17516" y="8496"/>
                  </a:lnTo>
                  <a:lnTo>
                    <a:pt x="17395" y="8032"/>
                  </a:lnTo>
                  <a:lnTo>
                    <a:pt x="17294" y="7568"/>
                  </a:lnTo>
                  <a:lnTo>
                    <a:pt x="17153" y="7124"/>
                  </a:lnTo>
                  <a:lnTo>
                    <a:pt x="17012" y="6700"/>
                  </a:lnTo>
                  <a:lnTo>
                    <a:pt x="16850" y="6276"/>
                  </a:lnTo>
                  <a:lnTo>
                    <a:pt x="16689" y="5852"/>
                  </a:lnTo>
                  <a:lnTo>
                    <a:pt x="16507" y="5449"/>
                  </a:lnTo>
                  <a:lnTo>
                    <a:pt x="16326" y="5065"/>
                  </a:lnTo>
                  <a:lnTo>
                    <a:pt x="16124" y="4682"/>
                  </a:lnTo>
                  <a:lnTo>
                    <a:pt x="15922" y="4319"/>
                  </a:lnTo>
                  <a:lnTo>
                    <a:pt x="15700" y="3976"/>
                  </a:lnTo>
                  <a:lnTo>
                    <a:pt x="15458" y="3632"/>
                  </a:lnTo>
                  <a:lnTo>
                    <a:pt x="15216" y="3310"/>
                  </a:lnTo>
                  <a:lnTo>
                    <a:pt x="14913" y="2926"/>
                  </a:lnTo>
                  <a:lnTo>
                    <a:pt x="14590" y="2583"/>
                  </a:lnTo>
                  <a:lnTo>
                    <a:pt x="14247" y="2240"/>
                  </a:lnTo>
                  <a:lnTo>
                    <a:pt x="13904" y="1937"/>
                  </a:lnTo>
                  <a:lnTo>
                    <a:pt x="13541" y="1635"/>
                  </a:lnTo>
                  <a:lnTo>
                    <a:pt x="13157" y="1372"/>
                  </a:lnTo>
                  <a:lnTo>
                    <a:pt x="12774" y="1130"/>
                  </a:lnTo>
                  <a:lnTo>
                    <a:pt x="12391" y="908"/>
                  </a:lnTo>
                  <a:lnTo>
                    <a:pt x="11987" y="706"/>
                  </a:lnTo>
                  <a:lnTo>
                    <a:pt x="11583" y="525"/>
                  </a:lnTo>
                  <a:lnTo>
                    <a:pt x="11160" y="363"/>
                  </a:lnTo>
                  <a:lnTo>
                    <a:pt x="10736" y="242"/>
                  </a:lnTo>
                  <a:lnTo>
                    <a:pt x="10312" y="141"/>
                  </a:lnTo>
                  <a:lnTo>
                    <a:pt x="9888" y="61"/>
                  </a:lnTo>
                  <a:lnTo>
                    <a:pt x="9464" y="20"/>
                  </a:lnTo>
                  <a:lnTo>
                    <a:pt x="90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2"/>
            <p:cNvSpPr/>
            <p:nvPr/>
          </p:nvSpPr>
          <p:spPr>
            <a:xfrm flipH="1">
              <a:off x="497192" y="-5154682"/>
              <a:ext cx="2383952" cy="1642730"/>
            </a:xfrm>
            <a:custGeom>
              <a:rect b="b" l="l" r="r" t="t"/>
              <a:pathLst>
                <a:path extrusionOk="0" h="29383" w="42641">
                  <a:moveTo>
                    <a:pt x="9364" y="81"/>
                  </a:moveTo>
                  <a:lnTo>
                    <a:pt x="10796" y="141"/>
                  </a:lnTo>
                  <a:lnTo>
                    <a:pt x="12209" y="222"/>
                  </a:lnTo>
                  <a:lnTo>
                    <a:pt x="13642" y="363"/>
                  </a:lnTo>
                  <a:lnTo>
                    <a:pt x="15054" y="505"/>
                  </a:lnTo>
                  <a:lnTo>
                    <a:pt x="16467" y="706"/>
                  </a:lnTo>
                  <a:lnTo>
                    <a:pt x="17880" y="928"/>
                  </a:lnTo>
                  <a:lnTo>
                    <a:pt x="19292" y="1191"/>
                  </a:lnTo>
                  <a:lnTo>
                    <a:pt x="20685" y="1494"/>
                  </a:lnTo>
                  <a:lnTo>
                    <a:pt x="22077" y="1816"/>
                  </a:lnTo>
                  <a:lnTo>
                    <a:pt x="23469" y="2180"/>
                  </a:lnTo>
                  <a:lnTo>
                    <a:pt x="24842" y="2563"/>
                  </a:lnTo>
                  <a:lnTo>
                    <a:pt x="26194" y="2987"/>
                  </a:lnTo>
                  <a:lnTo>
                    <a:pt x="27546" y="3451"/>
                  </a:lnTo>
                  <a:lnTo>
                    <a:pt x="28878" y="3935"/>
                  </a:lnTo>
                  <a:lnTo>
                    <a:pt x="30210" y="4460"/>
                  </a:lnTo>
                  <a:lnTo>
                    <a:pt x="31340" y="4944"/>
                  </a:lnTo>
                  <a:lnTo>
                    <a:pt x="32409" y="5429"/>
                  </a:lnTo>
                  <a:lnTo>
                    <a:pt x="33418" y="5933"/>
                  </a:lnTo>
                  <a:lnTo>
                    <a:pt x="34346" y="6438"/>
                  </a:lnTo>
                  <a:lnTo>
                    <a:pt x="35234" y="6962"/>
                  </a:lnTo>
                  <a:lnTo>
                    <a:pt x="36062" y="7487"/>
                  </a:lnTo>
                  <a:lnTo>
                    <a:pt x="36829" y="8032"/>
                  </a:lnTo>
                  <a:lnTo>
                    <a:pt x="37555" y="8597"/>
                  </a:lnTo>
                  <a:lnTo>
                    <a:pt x="37979" y="8960"/>
                  </a:lnTo>
                  <a:lnTo>
                    <a:pt x="38403" y="9344"/>
                  </a:lnTo>
                  <a:lnTo>
                    <a:pt x="38806" y="9727"/>
                  </a:lnTo>
                  <a:lnTo>
                    <a:pt x="39190" y="10131"/>
                  </a:lnTo>
                  <a:lnTo>
                    <a:pt x="39573" y="10534"/>
                  </a:lnTo>
                  <a:lnTo>
                    <a:pt x="39916" y="10938"/>
                  </a:lnTo>
                  <a:lnTo>
                    <a:pt x="40239" y="11362"/>
                  </a:lnTo>
                  <a:lnTo>
                    <a:pt x="40562" y="11785"/>
                  </a:lnTo>
                  <a:lnTo>
                    <a:pt x="40844" y="12209"/>
                  </a:lnTo>
                  <a:lnTo>
                    <a:pt x="41127" y="12653"/>
                  </a:lnTo>
                  <a:lnTo>
                    <a:pt x="41369" y="13097"/>
                  </a:lnTo>
                  <a:lnTo>
                    <a:pt x="41611" y="13541"/>
                  </a:lnTo>
                  <a:lnTo>
                    <a:pt x="41813" y="14005"/>
                  </a:lnTo>
                  <a:lnTo>
                    <a:pt x="42015" y="14469"/>
                  </a:lnTo>
                  <a:lnTo>
                    <a:pt x="42176" y="14913"/>
                  </a:lnTo>
                  <a:lnTo>
                    <a:pt x="42338" y="15398"/>
                  </a:lnTo>
                  <a:lnTo>
                    <a:pt x="42459" y="15862"/>
                  </a:lnTo>
                  <a:lnTo>
                    <a:pt x="42499" y="16104"/>
                  </a:lnTo>
                  <a:lnTo>
                    <a:pt x="42540" y="16366"/>
                  </a:lnTo>
                  <a:lnTo>
                    <a:pt x="42560" y="16608"/>
                  </a:lnTo>
                  <a:lnTo>
                    <a:pt x="42560" y="16851"/>
                  </a:lnTo>
                  <a:lnTo>
                    <a:pt x="42540" y="17113"/>
                  </a:lnTo>
                  <a:lnTo>
                    <a:pt x="42519" y="17355"/>
                  </a:lnTo>
                  <a:lnTo>
                    <a:pt x="42479" y="17577"/>
                  </a:lnTo>
                  <a:lnTo>
                    <a:pt x="42418" y="17799"/>
                  </a:lnTo>
                  <a:lnTo>
                    <a:pt x="42338" y="18021"/>
                  </a:lnTo>
                  <a:lnTo>
                    <a:pt x="42217" y="18223"/>
                  </a:lnTo>
                  <a:lnTo>
                    <a:pt x="42096" y="18404"/>
                  </a:lnTo>
                  <a:lnTo>
                    <a:pt x="41954" y="18566"/>
                  </a:lnTo>
                  <a:lnTo>
                    <a:pt x="41773" y="18707"/>
                  </a:lnTo>
                  <a:lnTo>
                    <a:pt x="41571" y="18848"/>
                  </a:lnTo>
                  <a:lnTo>
                    <a:pt x="41409" y="18909"/>
                  </a:lnTo>
                  <a:lnTo>
                    <a:pt x="41228" y="18969"/>
                  </a:lnTo>
                  <a:lnTo>
                    <a:pt x="41046" y="19010"/>
                  </a:lnTo>
                  <a:lnTo>
                    <a:pt x="40865" y="19050"/>
                  </a:lnTo>
                  <a:lnTo>
                    <a:pt x="40461" y="19070"/>
                  </a:lnTo>
                  <a:lnTo>
                    <a:pt x="40057" y="19070"/>
                  </a:lnTo>
                  <a:lnTo>
                    <a:pt x="38948" y="19050"/>
                  </a:lnTo>
                  <a:lnTo>
                    <a:pt x="37838" y="19010"/>
                  </a:lnTo>
                  <a:lnTo>
                    <a:pt x="35618" y="18909"/>
                  </a:lnTo>
                  <a:lnTo>
                    <a:pt x="33398" y="18788"/>
                  </a:lnTo>
                  <a:lnTo>
                    <a:pt x="31198" y="18626"/>
                  </a:lnTo>
                  <a:lnTo>
                    <a:pt x="28918" y="18485"/>
                  </a:lnTo>
                  <a:lnTo>
                    <a:pt x="26597" y="18344"/>
                  </a:lnTo>
                  <a:lnTo>
                    <a:pt x="24277" y="18243"/>
                  </a:lnTo>
                  <a:lnTo>
                    <a:pt x="23126" y="18223"/>
                  </a:lnTo>
                  <a:lnTo>
                    <a:pt x="21956" y="18203"/>
                  </a:lnTo>
                  <a:lnTo>
                    <a:pt x="20806" y="18182"/>
                  </a:lnTo>
                  <a:lnTo>
                    <a:pt x="19635" y="18203"/>
                  </a:lnTo>
                  <a:lnTo>
                    <a:pt x="18465" y="18243"/>
                  </a:lnTo>
                  <a:lnTo>
                    <a:pt x="17315" y="18304"/>
                  </a:lnTo>
                  <a:lnTo>
                    <a:pt x="16164" y="18384"/>
                  </a:lnTo>
                  <a:lnTo>
                    <a:pt x="14994" y="18485"/>
                  </a:lnTo>
                  <a:lnTo>
                    <a:pt x="13844" y="18626"/>
                  </a:lnTo>
                  <a:lnTo>
                    <a:pt x="12693" y="18788"/>
                  </a:lnTo>
                  <a:lnTo>
                    <a:pt x="12007" y="18909"/>
                  </a:lnTo>
                  <a:lnTo>
                    <a:pt x="11321" y="19050"/>
                  </a:lnTo>
                  <a:lnTo>
                    <a:pt x="10615" y="19232"/>
                  </a:lnTo>
                  <a:lnTo>
                    <a:pt x="10272" y="19333"/>
                  </a:lnTo>
                  <a:lnTo>
                    <a:pt x="9929" y="19454"/>
                  </a:lnTo>
                  <a:lnTo>
                    <a:pt x="9586" y="19595"/>
                  </a:lnTo>
                  <a:lnTo>
                    <a:pt x="9263" y="19736"/>
                  </a:lnTo>
                  <a:lnTo>
                    <a:pt x="8940" y="19898"/>
                  </a:lnTo>
                  <a:lnTo>
                    <a:pt x="8617" y="20059"/>
                  </a:lnTo>
                  <a:lnTo>
                    <a:pt x="8314" y="20261"/>
                  </a:lnTo>
                  <a:lnTo>
                    <a:pt x="8032" y="20463"/>
                  </a:lnTo>
                  <a:lnTo>
                    <a:pt x="7749" y="20705"/>
                  </a:lnTo>
                  <a:lnTo>
                    <a:pt x="7487" y="20947"/>
                  </a:lnTo>
                  <a:lnTo>
                    <a:pt x="7245" y="21230"/>
                  </a:lnTo>
                  <a:lnTo>
                    <a:pt x="7003" y="21512"/>
                  </a:lnTo>
                  <a:lnTo>
                    <a:pt x="6801" y="21815"/>
                  </a:lnTo>
                  <a:lnTo>
                    <a:pt x="6619" y="22118"/>
                  </a:lnTo>
                  <a:lnTo>
                    <a:pt x="6458" y="22440"/>
                  </a:lnTo>
                  <a:lnTo>
                    <a:pt x="6316" y="22763"/>
                  </a:lnTo>
                  <a:lnTo>
                    <a:pt x="6195" y="23086"/>
                  </a:lnTo>
                  <a:lnTo>
                    <a:pt x="6094" y="23429"/>
                  </a:lnTo>
                  <a:lnTo>
                    <a:pt x="5994" y="23752"/>
                  </a:lnTo>
                  <a:lnTo>
                    <a:pt x="5913" y="24075"/>
                  </a:lnTo>
                  <a:lnTo>
                    <a:pt x="5792" y="24701"/>
                  </a:lnTo>
                  <a:lnTo>
                    <a:pt x="5711" y="25306"/>
                  </a:lnTo>
                  <a:lnTo>
                    <a:pt x="5650" y="25871"/>
                  </a:lnTo>
                  <a:lnTo>
                    <a:pt x="5650" y="26154"/>
                  </a:lnTo>
                  <a:lnTo>
                    <a:pt x="5650" y="26497"/>
                  </a:lnTo>
                  <a:lnTo>
                    <a:pt x="5650" y="27243"/>
                  </a:lnTo>
                  <a:lnTo>
                    <a:pt x="5630" y="27627"/>
                  </a:lnTo>
                  <a:lnTo>
                    <a:pt x="5610" y="28010"/>
                  </a:lnTo>
                  <a:lnTo>
                    <a:pt x="5529" y="28373"/>
                  </a:lnTo>
                  <a:lnTo>
                    <a:pt x="5489" y="28555"/>
                  </a:lnTo>
                  <a:lnTo>
                    <a:pt x="5428" y="28696"/>
                  </a:lnTo>
                  <a:lnTo>
                    <a:pt x="5368" y="28838"/>
                  </a:lnTo>
                  <a:lnTo>
                    <a:pt x="5287" y="28979"/>
                  </a:lnTo>
                  <a:lnTo>
                    <a:pt x="5206" y="29080"/>
                  </a:lnTo>
                  <a:lnTo>
                    <a:pt x="5106" y="29181"/>
                  </a:lnTo>
                  <a:lnTo>
                    <a:pt x="5005" y="29221"/>
                  </a:lnTo>
                  <a:lnTo>
                    <a:pt x="4904" y="29261"/>
                  </a:lnTo>
                  <a:lnTo>
                    <a:pt x="4803" y="29281"/>
                  </a:lnTo>
                  <a:lnTo>
                    <a:pt x="4702" y="29302"/>
                  </a:lnTo>
                  <a:lnTo>
                    <a:pt x="4581" y="29302"/>
                  </a:lnTo>
                  <a:lnTo>
                    <a:pt x="4440" y="29281"/>
                  </a:lnTo>
                  <a:lnTo>
                    <a:pt x="4177" y="29201"/>
                  </a:lnTo>
                  <a:lnTo>
                    <a:pt x="3955" y="29100"/>
                  </a:lnTo>
                  <a:lnTo>
                    <a:pt x="3774" y="28959"/>
                  </a:lnTo>
                  <a:lnTo>
                    <a:pt x="3592" y="28797"/>
                  </a:lnTo>
                  <a:lnTo>
                    <a:pt x="3451" y="28616"/>
                  </a:lnTo>
                  <a:lnTo>
                    <a:pt x="3310" y="28414"/>
                  </a:lnTo>
                  <a:lnTo>
                    <a:pt x="3188" y="28192"/>
                  </a:lnTo>
                  <a:lnTo>
                    <a:pt x="2946" y="27728"/>
                  </a:lnTo>
                  <a:lnTo>
                    <a:pt x="2523" y="26678"/>
                  </a:lnTo>
                  <a:lnTo>
                    <a:pt x="2119" y="25629"/>
                  </a:lnTo>
                  <a:lnTo>
                    <a:pt x="1756" y="24539"/>
                  </a:lnTo>
                  <a:lnTo>
                    <a:pt x="1433" y="23429"/>
                  </a:lnTo>
                  <a:lnTo>
                    <a:pt x="1130" y="22279"/>
                  </a:lnTo>
                  <a:lnTo>
                    <a:pt x="868" y="21129"/>
                  </a:lnTo>
                  <a:lnTo>
                    <a:pt x="646" y="19938"/>
                  </a:lnTo>
                  <a:lnTo>
                    <a:pt x="464" y="18707"/>
                  </a:lnTo>
                  <a:lnTo>
                    <a:pt x="323" y="17476"/>
                  </a:lnTo>
                  <a:lnTo>
                    <a:pt x="202" y="16205"/>
                  </a:lnTo>
                  <a:lnTo>
                    <a:pt x="141" y="14913"/>
                  </a:lnTo>
                  <a:lnTo>
                    <a:pt x="101" y="13602"/>
                  </a:lnTo>
                  <a:lnTo>
                    <a:pt x="81" y="12250"/>
                  </a:lnTo>
                  <a:lnTo>
                    <a:pt x="121" y="10897"/>
                  </a:lnTo>
                  <a:lnTo>
                    <a:pt x="202" y="9505"/>
                  </a:lnTo>
                  <a:lnTo>
                    <a:pt x="303" y="8092"/>
                  </a:lnTo>
                  <a:lnTo>
                    <a:pt x="404" y="7144"/>
                  </a:lnTo>
                  <a:lnTo>
                    <a:pt x="464" y="6639"/>
                  </a:lnTo>
                  <a:lnTo>
                    <a:pt x="545" y="6135"/>
                  </a:lnTo>
                  <a:lnTo>
                    <a:pt x="646" y="5630"/>
                  </a:lnTo>
                  <a:lnTo>
                    <a:pt x="767" y="5106"/>
                  </a:lnTo>
                  <a:lnTo>
                    <a:pt x="928" y="4601"/>
                  </a:lnTo>
                  <a:lnTo>
                    <a:pt x="1090" y="4097"/>
                  </a:lnTo>
                  <a:lnTo>
                    <a:pt x="1292" y="3612"/>
                  </a:lnTo>
                  <a:lnTo>
                    <a:pt x="1514" y="3128"/>
                  </a:lnTo>
                  <a:lnTo>
                    <a:pt x="1776" y="2684"/>
                  </a:lnTo>
                  <a:lnTo>
                    <a:pt x="2058" y="2240"/>
                  </a:lnTo>
                  <a:lnTo>
                    <a:pt x="2220" y="2038"/>
                  </a:lnTo>
                  <a:lnTo>
                    <a:pt x="2381" y="1837"/>
                  </a:lnTo>
                  <a:lnTo>
                    <a:pt x="2563" y="1655"/>
                  </a:lnTo>
                  <a:lnTo>
                    <a:pt x="2765" y="1473"/>
                  </a:lnTo>
                  <a:lnTo>
                    <a:pt x="2967" y="1312"/>
                  </a:lnTo>
                  <a:lnTo>
                    <a:pt x="3168" y="1150"/>
                  </a:lnTo>
                  <a:lnTo>
                    <a:pt x="3390" y="989"/>
                  </a:lnTo>
                  <a:lnTo>
                    <a:pt x="3612" y="848"/>
                  </a:lnTo>
                  <a:lnTo>
                    <a:pt x="3854" y="727"/>
                  </a:lnTo>
                  <a:lnTo>
                    <a:pt x="4117" y="626"/>
                  </a:lnTo>
                  <a:lnTo>
                    <a:pt x="4359" y="525"/>
                  </a:lnTo>
                  <a:lnTo>
                    <a:pt x="4621" y="424"/>
                  </a:lnTo>
                  <a:lnTo>
                    <a:pt x="5146" y="303"/>
                  </a:lnTo>
                  <a:lnTo>
                    <a:pt x="5691" y="202"/>
                  </a:lnTo>
                  <a:lnTo>
                    <a:pt x="6236" y="141"/>
                  </a:lnTo>
                  <a:lnTo>
                    <a:pt x="6760" y="101"/>
                  </a:lnTo>
                  <a:lnTo>
                    <a:pt x="7305" y="81"/>
                  </a:lnTo>
                  <a:close/>
                  <a:moveTo>
                    <a:pt x="7305" y="0"/>
                  </a:moveTo>
                  <a:lnTo>
                    <a:pt x="6760" y="20"/>
                  </a:lnTo>
                  <a:lnTo>
                    <a:pt x="6215" y="61"/>
                  </a:lnTo>
                  <a:lnTo>
                    <a:pt x="5671" y="121"/>
                  </a:lnTo>
                  <a:lnTo>
                    <a:pt x="5126" y="222"/>
                  </a:lnTo>
                  <a:lnTo>
                    <a:pt x="4601" y="363"/>
                  </a:lnTo>
                  <a:lnTo>
                    <a:pt x="4339" y="444"/>
                  </a:lnTo>
                  <a:lnTo>
                    <a:pt x="4076" y="545"/>
                  </a:lnTo>
                  <a:lnTo>
                    <a:pt x="3834" y="666"/>
                  </a:lnTo>
                  <a:lnTo>
                    <a:pt x="3572" y="787"/>
                  </a:lnTo>
                  <a:lnTo>
                    <a:pt x="3350" y="928"/>
                  </a:lnTo>
                  <a:lnTo>
                    <a:pt x="3128" y="1070"/>
                  </a:lnTo>
                  <a:lnTo>
                    <a:pt x="2906" y="1231"/>
                  </a:lnTo>
                  <a:lnTo>
                    <a:pt x="2704" y="1413"/>
                  </a:lnTo>
                  <a:lnTo>
                    <a:pt x="2523" y="1594"/>
                  </a:lnTo>
                  <a:lnTo>
                    <a:pt x="2341" y="1776"/>
                  </a:lnTo>
                  <a:lnTo>
                    <a:pt x="2159" y="1978"/>
                  </a:lnTo>
                  <a:lnTo>
                    <a:pt x="1998" y="2200"/>
                  </a:lnTo>
                  <a:lnTo>
                    <a:pt x="1695" y="2624"/>
                  </a:lnTo>
                  <a:lnTo>
                    <a:pt x="1453" y="3088"/>
                  </a:lnTo>
                  <a:lnTo>
                    <a:pt x="1211" y="3572"/>
                  </a:lnTo>
                  <a:lnTo>
                    <a:pt x="1009" y="4056"/>
                  </a:lnTo>
                  <a:lnTo>
                    <a:pt x="848" y="4561"/>
                  </a:lnTo>
                  <a:lnTo>
                    <a:pt x="706" y="5086"/>
                  </a:lnTo>
                  <a:lnTo>
                    <a:pt x="585" y="5590"/>
                  </a:lnTo>
                  <a:lnTo>
                    <a:pt x="464" y="6115"/>
                  </a:lnTo>
                  <a:lnTo>
                    <a:pt x="383" y="6619"/>
                  </a:lnTo>
                  <a:lnTo>
                    <a:pt x="323" y="7124"/>
                  </a:lnTo>
                  <a:lnTo>
                    <a:pt x="222" y="8092"/>
                  </a:lnTo>
                  <a:lnTo>
                    <a:pt x="121" y="9505"/>
                  </a:lnTo>
                  <a:lnTo>
                    <a:pt x="40" y="10897"/>
                  </a:lnTo>
                  <a:lnTo>
                    <a:pt x="0" y="12250"/>
                  </a:lnTo>
                  <a:lnTo>
                    <a:pt x="20" y="13602"/>
                  </a:lnTo>
                  <a:lnTo>
                    <a:pt x="61" y="14913"/>
                  </a:lnTo>
                  <a:lnTo>
                    <a:pt x="121" y="16205"/>
                  </a:lnTo>
                  <a:lnTo>
                    <a:pt x="242" y="17476"/>
                  </a:lnTo>
                  <a:lnTo>
                    <a:pt x="383" y="18727"/>
                  </a:lnTo>
                  <a:lnTo>
                    <a:pt x="565" y="19938"/>
                  </a:lnTo>
                  <a:lnTo>
                    <a:pt x="787" y="21149"/>
                  </a:lnTo>
                  <a:lnTo>
                    <a:pt x="1049" y="22319"/>
                  </a:lnTo>
                  <a:lnTo>
                    <a:pt x="1352" y="23449"/>
                  </a:lnTo>
                  <a:lnTo>
                    <a:pt x="1675" y="24559"/>
                  </a:lnTo>
                  <a:lnTo>
                    <a:pt x="2038" y="25649"/>
                  </a:lnTo>
                  <a:lnTo>
                    <a:pt x="2442" y="26719"/>
                  </a:lnTo>
                  <a:lnTo>
                    <a:pt x="2886" y="27748"/>
                  </a:lnTo>
                  <a:lnTo>
                    <a:pt x="3108" y="28232"/>
                  </a:lnTo>
                  <a:lnTo>
                    <a:pt x="3249" y="28454"/>
                  </a:lnTo>
                  <a:lnTo>
                    <a:pt x="3390" y="28676"/>
                  </a:lnTo>
                  <a:lnTo>
                    <a:pt x="3552" y="28858"/>
                  </a:lnTo>
                  <a:lnTo>
                    <a:pt x="3733" y="29019"/>
                  </a:lnTo>
                  <a:lnTo>
                    <a:pt x="3915" y="29160"/>
                  </a:lnTo>
                  <a:lnTo>
                    <a:pt x="4137" y="29261"/>
                  </a:lnTo>
                  <a:lnTo>
                    <a:pt x="4419" y="29362"/>
                  </a:lnTo>
                  <a:lnTo>
                    <a:pt x="4541" y="29382"/>
                  </a:lnTo>
                  <a:lnTo>
                    <a:pt x="4662" y="29382"/>
                  </a:lnTo>
                  <a:lnTo>
                    <a:pt x="4803" y="29362"/>
                  </a:lnTo>
                  <a:lnTo>
                    <a:pt x="4924" y="29342"/>
                  </a:lnTo>
                  <a:lnTo>
                    <a:pt x="5045" y="29302"/>
                  </a:lnTo>
                  <a:lnTo>
                    <a:pt x="5146" y="29241"/>
                  </a:lnTo>
                  <a:lnTo>
                    <a:pt x="5247" y="29140"/>
                  </a:lnTo>
                  <a:lnTo>
                    <a:pt x="5348" y="29039"/>
                  </a:lnTo>
                  <a:lnTo>
                    <a:pt x="5428" y="28898"/>
                  </a:lnTo>
                  <a:lnTo>
                    <a:pt x="5509" y="28757"/>
                  </a:lnTo>
                  <a:lnTo>
                    <a:pt x="5570" y="28595"/>
                  </a:lnTo>
                  <a:lnTo>
                    <a:pt x="5610" y="28414"/>
                  </a:lnTo>
                  <a:lnTo>
                    <a:pt x="5671" y="28051"/>
                  </a:lnTo>
                  <a:lnTo>
                    <a:pt x="5711" y="27647"/>
                  </a:lnTo>
                  <a:lnTo>
                    <a:pt x="5731" y="27243"/>
                  </a:lnTo>
                  <a:lnTo>
                    <a:pt x="5731" y="26497"/>
                  </a:lnTo>
                  <a:lnTo>
                    <a:pt x="5731" y="26154"/>
                  </a:lnTo>
                  <a:lnTo>
                    <a:pt x="5731" y="25891"/>
                  </a:lnTo>
                  <a:lnTo>
                    <a:pt x="5792" y="25326"/>
                  </a:lnTo>
                  <a:lnTo>
                    <a:pt x="5872" y="24721"/>
                  </a:lnTo>
                  <a:lnTo>
                    <a:pt x="5994" y="24095"/>
                  </a:lnTo>
                  <a:lnTo>
                    <a:pt x="6074" y="23772"/>
                  </a:lnTo>
                  <a:lnTo>
                    <a:pt x="6155" y="23449"/>
                  </a:lnTo>
                  <a:lnTo>
                    <a:pt x="6276" y="23127"/>
                  </a:lnTo>
                  <a:lnTo>
                    <a:pt x="6397" y="22804"/>
                  </a:lnTo>
                  <a:lnTo>
                    <a:pt x="6538" y="22481"/>
                  </a:lnTo>
                  <a:lnTo>
                    <a:pt x="6700" y="22178"/>
                  </a:lnTo>
                  <a:lnTo>
                    <a:pt x="6881" y="21855"/>
                  </a:lnTo>
                  <a:lnTo>
                    <a:pt x="7083" y="21573"/>
                  </a:lnTo>
                  <a:lnTo>
                    <a:pt x="7305" y="21270"/>
                  </a:lnTo>
                  <a:lnTo>
                    <a:pt x="7547" y="21008"/>
                  </a:lnTo>
                  <a:lnTo>
                    <a:pt x="7810" y="20765"/>
                  </a:lnTo>
                  <a:lnTo>
                    <a:pt x="8092" y="20523"/>
                  </a:lnTo>
                  <a:lnTo>
                    <a:pt x="8375" y="20322"/>
                  </a:lnTo>
                  <a:lnTo>
                    <a:pt x="8677" y="20140"/>
                  </a:lnTo>
                  <a:lnTo>
                    <a:pt x="8980" y="19958"/>
                  </a:lnTo>
                  <a:lnTo>
                    <a:pt x="9303" y="19797"/>
                  </a:lnTo>
                  <a:lnTo>
                    <a:pt x="9626" y="19656"/>
                  </a:lnTo>
                  <a:lnTo>
                    <a:pt x="9969" y="19535"/>
                  </a:lnTo>
                  <a:lnTo>
                    <a:pt x="10292" y="19413"/>
                  </a:lnTo>
                  <a:lnTo>
                    <a:pt x="10635" y="19313"/>
                  </a:lnTo>
                  <a:lnTo>
                    <a:pt x="11341" y="19131"/>
                  </a:lnTo>
                  <a:lnTo>
                    <a:pt x="12027" y="18990"/>
                  </a:lnTo>
                  <a:lnTo>
                    <a:pt x="12713" y="18869"/>
                  </a:lnTo>
                  <a:lnTo>
                    <a:pt x="13864" y="18707"/>
                  </a:lnTo>
                  <a:lnTo>
                    <a:pt x="15014" y="18566"/>
                  </a:lnTo>
                  <a:lnTo>
                    <a:pt x="16164" y="18465"/>
                  </a:lnTo>
                  <a:lnTo>
                    <a:pt x="17315" y="18384"/>
                  </a:lnTo>
                  <a:lnTo>
                    <a:pt x="18485" y="18324"/>
                  </a:lnTo>
                  <a:lnTo>
                    <a:pt x="19635" y="18283"/>
                  </a:lnTo>
                  <a:lnTo>
                    <a:pt x="20806" y="18263"/>
                  </a:lnTo>
                  <a:lnTo>
                    <a:pt x="21956" y="18283"/>
                  </a:lnTo>
                  <a:lnTo>
                    <a:pt x="23126" y="18304"/>
                  </a:lnTo>
                  <a:lnTo>
                    <a:pt x="24277" y="18324"/>
                  </a:lnTo>
                  <a:lnTo>
                    <a:pt x="26597" y="18425"/>
                  </a:lnTo>
                  <a:lnTo>
                    <a:pt x="28918" y="18566"/>
                  </a:lnTo>
                  <a:lnTo>
                    <a:pt x="31198" y="18707"/>
                  </a:lnTo>
                  <a:lnTo>
                    <a:pt x="33398" y="18869"/>
                  </a:lnTo>
                  <a:lnTo>
                    <a:pt x="35618" y="18990"/>
                  </a:lnTo>
                  <a:lnTo>
                    <a:pt x="37838" y="19091"/>
                  </a:lnTo>
                  <a:lnTo>
                    <a:pt x="38948" y="19131"/>
                  </a:lnTo>
                  <a:lnTo>
                    <a:pt x="40057" y="19151"/>
                  </a:lnTo>
                  <a:lnTo>
                    <a:pt x="40481" y="19151"/>
                  </a:lnTo>
                  <a:lnTo>
                    <a:pt x="40885" y="19131"/>
                  </a:lnTo>
                  <a:lnTo>
                    <a:pt x="41066" y="19091"/>
                  </a:lnTo>
                  <a:lnTo>
                    <a:pt x="41248" y="19050"/>
                  </a:lnTo>
                  <a:lnTo>
                    <a:pt x="41430" y="18990"/>
                  </a:lnTo>
                  <a:lnTo>
                    <a:pt x="41611" y="18909"/>
                  </a:lnTo>
                  <a:lnTo>
                    <a:pt x="41813" y="18788"/>
                  </a:lnTo>
                  <a:lnTo>
                    <a:pt x="41995" y="18626"/>
                  </a:lnTo>
                  <a:lnTo>
                    <a:pt x="42156" y="18465"/>
                  </a:lnTo>
                  <a:lnTo>
                    <a:pt x="42297" y="18263"/>
                  </a:lnTo>
                  <a:lnTo>
                    <a:pt x="42398" y="18061"/>
                  </a:lnTo>
                  <a:lnTo>
                    <a:pt x="42479" y="17839"/>
                  </a:lnTo>
                  <a:lnTo>
                    <a:pt x="42560" y="17617"/>
                  </a:lnTo>
                  <a:lnTo>
                    <a:pt x="42600" y="17375"/>
                  </a:lnTo>
                  <a:lnTo>
                    <a:pt x="42620" y="17133"/>
                  </a:lnTo>
                  <a:lnTo>
                    <a:pt x="42640" y="16871"/>
                  </a:lnTo>
                  <a:lnTo>
                    <a:pt x="42640" y="16608"/>
                  </a:lnTo>
                  <a:lnTo>
                    <a:pt x="42620" y="16366"/>
                  </a:lnTo>
                  <a:lnTo>
                    <a:pt x="42580" y="16104"/>
                  </a:lnTo>
                  <a:lnTo>
                    <a:pt x="42540" y="15862"/>
                  </a:lnTo>
                  <a:lnTo>
                    <a:pt x="42418" y="15357"/>
                  </a:lnTo>
                  <a:lnTo>
                    <a:pt x="42257" y="14893"/>
                  </a:lnTo>
                  <a:lnTo>
                    <a:pt x="42096" y="14429"/>
                  </a:lnTo>
                  <a:lnTo>
                    <a:pt x="41894" y="13965"/>
                  </a:lnTo>
                  <a:lnTo>
                    <a:pt x="41672" y="13521"/>
                  </a:lnTo>
                  <a:lnTo>
                    <a:pt x="41450" y="13057"/>
                  </a:lnTo>
                  <a:lnTo>
                    <a:pt x="41187" y="12613"/>
                  </a:lnTo>
                  <a:lnTo>
                    <a:pt x="40925" y="12169"/>
                  </a:lnTo>
                  <a:lnTo>
                    <a:pt x="40622" y="11745"/>
                  </a:lnTo>
                  <a:lnTo>
                    <a:pt x="40320" y="11301"/>
                  </a:lnTo>
                  <a:lnTo>
                    <a:pt x="39977" y="10897"/>
                  </a:lnTo>
                  <a:lnTo>
                    <a:pt x="39634" y="10474"/>
                  </a:lnTo>
                  <a:lnTo>
                    <a:pt x="39250" y="10070"/>
                  </a:lnTo>
                  <a:lnTo>
                    <a:pt x="38867" y="9666"/>
                  </a:lnTo>
                  <a:lnTo>
                    <a:pt x="38463" y="9283"/>
                  </a:lnTo>
                  <a:lnTo>
                    <a:pt x="38039" y="8900"/>
                  </a:lnTo>
                  <a:lnTo>
                    <a:pt x="37595" y="8536"/>
                  </a:lnTo>
                  <a:lnTo>
                    <a:pt x="36869" y="7971"/>
                  </a:lnTo>
                  <a:lnTo>
                    <a:pt x="36102" y="7426"/>
                  </a:lnTo>
                  <a:lnTo>
                    <a:pt x="35275" y="6882"/>
                  </a:lnTo>
                  <a:lnTo>
                    <a:pt x="34387" y="6377"/>
                  </a:lnTo>
                  <a:lnTo>
                    <a:pt x="33459" y="5873"/>
                  </a:lnTo>
                  <a:lnTo>
                    <a:pt x="32450" y="5368"/>
                  </a:lnTo>
                  <a:lnTo>
                    <a:pt x="31380" y="4884"/>
                  </a:lnTo>
                  <a:lnTo>
                    <a:pt x="30230" y="4379"/>
                  </a:lnTo>
                  <a:lnTo>
                    <a:pt x="28918" y="3875"/>
                  </a:lnTo>
                  <a:lnTo>
                    <a:pt x="27586" y="3370"/>
                  </a:lnTo>
                  <a:lnTo>
                    <a:pt x="26234" y="2906"/>
                  </a:lnTo>
                  <a:lnTo>
                    <a:pt x="24862" y="2482"/>
                  </a:lnTo>
                  <a:lnTo>
                    <a:pt x="23490" y="2099"/>
                  </a:lnTo>
                  <a:lnTo>
                    <a:pt x="22097" y="1736"/>
                  </a:lnTo>
                  <a:lnTo>
                    <a:pt x="20705" y="1413"/>
                  </a:lnTo>
                  <a:lnTo>
                    <a:pt x="19312" y="1110"/>
                  </a:lnTo>
                  <a:lnTo>
                    <a:pt x="17900" y="848"/>
                  </a:lnTo>
                  <a:lnTo>
                    <a:pt x="16487" y="626"/>
                  </a:lnTo>
                  <a:lnTo>
                    <a:pt x="15075" y="424"/>
                  </a:lnTo>
                  <a:lnTo>
                    <a:pt x="13642" y="283"/>
                  </a:lnTo>
                  <a:lnTo>
                    <a:pt x="12229" y="141"/>
                  </a:lnTo>
                  <a:lnTo>
                    <a:pt x="10796" y="61"/>
                  </a:lnTo>
                  <a:lnTo>
                    <a:pt x="93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2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2"/>
            <p:cNvSpPr/>
            <p:nvPr/>
          </p:nvSpPr>
          <p:spPr>
            <a:xfrm flipH="1">
              <a:off x="1696475" y="-3953198"/>
              <a:ext cx="631867" cy="441222"/>
            </a:xfrm>
            <a:custGeom>
              <a:rect b="b" l="l" r="r" t="t"/>
              <a:pathLst>
                <a:path extrusionOk="0" h="7892" w="11302">
                  <a:moveTo>
                    <a:pt x="10030" y="82"/>
                  </a:moveTo>
                  <a:lnTo>
                    <a:pt x="10252" y="102"/>
                  </a:lnTo>
                  <a:lnTo>
                    <a:pt x="10494" y="142"/>
                  </a:lnTo>
                  <a:lnTo>
                    <a:pt x="10696" y="203"/>
                  </a:lnTo>
                  <a:lnTo>
                    <a:pt x="10797" y="243"/>
                  </a:lnTo>
                  <a:lnTo>
                    <a:pt x="10897" y="304"/>
                  </a:lnTo>
                  <a:lnTo>
                    <a:pt x="10978" y="364"/>
                  </a:lnTo>
                  <a:lnTo>
                    <a:pt x="11059" y="445"/>
                  </a:lnTo>
                  <a:lnTo>
                    <a:pt x="11119" y="526"/>
                  </a:lnTo>
                  <a:lnTo>
                    <a:pt x="11180" y="627"/>
                  </a:lnTo>
                  <a:lnTo>
                    <a:pt x="11220" y="727"/>
                  </a:lnTo>
                  <a:lnTo>
                    <a:pt x="11220" y="828"/>
                  </a:lnTo>
                  <a:lnTo>
                    <a:pt x="11220" y="949"/>
                  </a:lnTo>
                  <a:lnTo>
                    <a:pt x="11180" y="1050"/>
                  </a:lnTo>
                  <a:lnTo>
                    <a:pt x="11140" y="1131"/>
                  </a:lnTo>
                  <a:lnTo>
                    <a:pt x="11079" y="1192"/>
                  </a:lnTo>
                  <a:lnTo>
                    <a:pt x="11019" y="1252"/>
                  </a:lnTo>
                  <a:lnTo>
                    <a:pt x="10938" y="1313"/>
                  </a:lnTo>
                  <a:lnTo>
                    <a:pt x="10756" y="1393"/>
                  </a:lnTo>
                  <a:lnTo>
                    <a:pt x="10554" y="1474"/>
                  </a:lnTo>
                  <a:lnTo>
                    <a:pt x="10433" y="1535"/>
                  </a:lnTo>
                  <a:lnTo>
                    <a:pt x="10131" y="1676"/>
                  </a:lnTo>
                  <a:lnTo>
                    <a:pt x="9888" y="1858"/>
                  </a:lnTo>
                  <a:lnTo>
                    <a:pt x="9666" y="2039"/>
                  </a:lnTo>
                  <a:lnTo>
                    <a:pt x="9505" y="2261"/>
                  </a:lnTo>
                  <a:lnTo>
                    <a:pt x="9364" y="2503"/>
                  </a:lnTo>
                  <a:lnTo>
                    <a:pt x="9243" y="2745"/>
                  </a:lnTo>
                  <a:lnTo>
                    <a:pt x="9021" y="3290"/>
                  </a:lnTo>
                  <a:lnTo>
                    <a:pt x="8819" y="3795"/>
                  </a:lnTo>
                  <a:lnTo>
                    <a:pt x="8617" y="4239"/>
                  </a:lnTo>
                  <a:lnTo>
                    <a:pt x="8415" y="4663"/>
                  </a:lnTo>
                  <a:lnTo>
                    <a:pt x="8193" y="5046"/>
                  </a:lnTo>
                  <a:lnTo>
                    <a:pt x="7992" y="5389"/>
                  </a:lnTo>
                  <a:lnTo>
                    <a:pt x="7749" y="5712"/>
                  </a:lnTo>
                  <a:lnTo>
                    <a:pt x="7527" y="6015"/>
                  </a:lnTo>
                  <a:lnTo>
                    <a:pt x="7285" y="6277"/>
                  </a:lnTo>
                  <a:lnTo>
                    <a:pt x="7023" y="6519"/>
                  </a:lnTo>
                  <a:lnTo>
                    <a:pt x="6821" y="6701"/>
                  </a:lnTo>
                  <a:lnTo>
                    <a:pt x="6599" y="6862"/>
                  </a:lnTo>
                  <a:lnTo>
                    <a:pt x="6357" y="7024"/>
                  </a:lnTo>
                  <a:lnTo>
                    <a:pt x="6115" y="7165"/>
                  </a:lnTo>
                  <a:lnTo>
                    <a:pt x="5873" y="7286"/>
                  </a:lnTo>
                  <a:lnTo>
                    <a:pt x="5630" y="7407"/>
                  </a:lnTo>
                  <a:lnTo>
                    <a:pt x="5368" y="7508"/>
                  </a:lnTo>
                  <a:lnTo>
                    <a:pt x="5086" y="7589"/>
                  </a:lnTo>
                  <a:lnTo>
                    <a:pt x="4823" y="7669"/>
                  </a:lnTo>
                  <a:lnTo>
                    <a:pt x="4541" y="7730"/>
                  </a:lnTo>
                  <a:lnTo>
                    <a:pt x="4278" y="7770"/>
                  </a:lnTo>
                  <a:lnTo>
                    <a:pt x="3996" y="7790"/>
                  </a:lnTo>
                  <a:lnTo>
                    <a:pt x="3713" y="7811"/>
                  </a:lnTo>
                  <a:lnTo>
                    <a:pt x="3431" y="7811"/>
                  </a:lnTo>
                  <a:lnTo>
                    <a:pt x="3169" y="7790"/>
                  </a:lnTo>
                  <a:lnTo>
                    <a:pt x="2886" y="7750"/>
                  </a:lnTo>
                  <a:lnTo>
                    <a:pt x="2603" y="7690"/>
                  </a:lnTo>
                  <a:lnTo>
                    <a:pt x="2321" y="7629"/>
                  </a:lnTo>
                  <a:lnTo>
                    <a:pt x="2059" y="7528"/>
                  </a:lnTo>
                  <a:lnTo>
                    <a:pt x="1796" y="7427"/>
                  </a:lnTo>
                  <a:lnTo>
                    <a:pt x="1554" y="7306"/>
                  </a:lnTo>
                  <a:lnTo>
                    <a:pt x="1332" y="7165"/>
                  </a:lnTo>
                  <a:lnTo>
                    <a:pt x="1110" y="7024"/>
                  </a:lnTo>
                  <a:lnTo>
                    <a:pt x="908" y="6842"/>
                  </a:lnTo>
                  <a:lnTo>
                    <a:pt x="707" y="6640"/>
                  </a:lnTo>
                  <a:lnTo>
                    <a:pt x="545" y="6418"/>
                  </a:lnTo>
                  <a:lnTo>
                    <a:pt x="384" y="6176"/>
                  </a:lnTo>
                  <a:lnTo>
                    <a:pt x="263" y="5934"/>
                  </a:lnTo>
                  <a:lnTo>
                    <a:pt x="182" y="5692"/>
                  </a:lnTo>
                  <a:lnTo>
                    <a:pt x="101" y="5429"/>
                  </a:lnTo>
                  <a:lnTo>
                    <a:pt x="81" y="5167"/>
                  </a:lnTo>
                  <a:lnTo>
                    <a:pt x="81" y="4905"/>
                  </a:lnTo>
                  <a:lnTo>
                    <a:pt x="101" y="4663"/>
                  </a:lnTo>
                  <a:lnTo>
                    <a:pt x="142" y="4441"/>
                  </a:lnTo>
                  <a:lnTo>
                    <a:pt x="222" y="4239"/>
                  </a:lnTo>
                  <a:lnTo>
                    <a:pt x="303" y="4037"/>
                  </a:lnTo>
                  <a:lnTo>
                    <a:pt x="404" y="3835"/>
                  </a:lnTo>
                  <a:lnTo>
                    <a:pt x="525" y="3654"/>
                  </a:lnTo>
                  <a:lnTo>
                    <a:pt x="646" y="3472"/>
                  </a:lnTo>
                  <a:lnTo>
                    <a:pt x="787" y="3311"/>
                  </a:lnTo>
                  <a:lnTo>
                    <a:pt x="1090" y="3008"/>
                  </a:lnTo>
                  <a:lnTo>
                    <a:pt x="1393" y="2745"/>
                  </a:lnTo>
                  <a:lnTo>
                    <a:pt x="1695" y="2523"/>
                  </a:lnTo>
                  <a:lnTo>
                    <a:pt x="1978" y="2342"/>
                  </a:lnTo>
                  <a:lnTo>
                    <a:pt x="2361" y="2120"/>
                  </a:lnTo>
                  <a:lnTo>
                    <a:pt x="2745" y="1918"/>
                  </a:lnTo>
                  <a:lnTo>
                    <a:pt x="3128" y="1736"/>
                  </a:lnTo>
                  <a:lnTo>
                    <a:pt x="3532" y="1555"/>
                  </a:lnTo>
                  <a:lnTo>
                    <a:pt x="4319" y="1252"/>
                  </a:lnTo>
                  <a:lnTo>
                    <a:pt x="5106" y="990"/>
                  </a:lnTo>
                  <a:lnTo>
                    <a:pt x="6175" y="647"/>
                  </a:lnTo>
                  <a:lnTo>
                    <a:pt x="6740" y="505"/>
                  </a:lnTo>
                  <a:lnTo>
                    <a:pt x="7326" y="364"/>
                  </a:lnTo>
                  <a:lnTo>
                    <a:pt x="7911" y="243"/>
                  </a:lnTo>
                  <a:lnTo>
                    <a:pt x="8496" y="162"/>
                  </a:lnTo>
                  <a:lnTo>
                    <a:pt x="9101" y="102"/>
                  </a:lnTo>
                  <a:lnTo>
                    <a:pt x="9727" y="82"/>
                  </a:lnTo>
                  <a:close/>
                  <a:moveTo>
                    <a:pt x="9384" y="1"/>
                  </a:moveTo>
                  <a:lnTo>
                    <a:pt x="8718" y="62"/>
                  </a:lnTo>
                  <a:lnTo>
                    <a:pt x="8092" y="142"/>
                  </a:lnTo>
                  <a:lnTo>
                    <a:pt x="7447" y="243"/>
                  </a:lnTo>
                  <a:lnTo>
                    <a:pt x="6841" y="384"/>
                  </a:lnTo>
                  <a:lnTo>
                    <a:pt x="6236" y="546"/>
                  </a:lnTo>
                  <a:lnTo>
                    <a:pt x="5651" y="727"/>
                  </a:lnTo>
                  <a:lnTo>
                    <a:pt x="5086" y="909"/>
                  </a:lnTo>
                  <a:lnTo>
                    <a:pt x="4299" y="1171"/>
                  </a:lnTo>
                  <a:lnTo>
                    <a:pt x="3491" y="1474"/>
                  </a:lnTo>
                  <a:lnTo>
                    <a:pt x="3108" y="1656"/>
                  </a:lnTo>
                  <a:lnTo>
                    <a:pt x="2704" y="1837"/>
                  </a:lnTo>
                  <a:lnTo>
                    <a:pt x="2321" y="2039"/>
                  </a:lnTo>
                  <a:lnTo>
                    <a:pt x="1938" y="2261"/>
                  </a:lnTo>
                  <a:lnTo>
                    <a:pt x="1655" y="2443"/>
                  </a:lnTo>
                  <a:lnTo>
                    <a:pt x="1352" y="2685"/>
                  </a:lnTo>
                  <a:lnTo>
                    <a:pt x="1029" y="2947"/>
                  </a:lnTo>
                  <a:lnTo>
                    <a:pt x="727" y="3250"/>
                  </a:lnTo>
                  <a:lnTo>
                    <a:pt x="585" y="3432"/>
                  </a:lnTo>
                  <a:lnTo>
                    <a:pt x="464" y="3613"/>
                  </a:lnTo>
                  <a:lnTo>
                    <a:pt x="343" y="3795"/>
                  </a:lnTo>
                  <a:lnTo>
                    <a:pt x="222" y="3997"/>
                  </a:lnTo>
                  <a:lnTo>
                    <a:pt x="142" y="4219"/>
                  </a:lnTo>
                  <a:lnTo>
                    <a:pt x="61" y="4441"/>
                  </a:lnTo>
                  <a:lnTo>
                    <a:pt x="20" y="4663"/>
                  </a:lnTo>
                  <a:lnTo>
                    <a:pt x="0" y="4905"/>
                  </a:lnTo>
                  <a:lnTo>
                    <a:pt x="0" y="5167"/>
                  </a:lnTo>
                  <a:lnTo>
                    <a:pt x="20" y="5429"/>
                  </a:lnTo>
                  <a:lnTo>
                    <a:pt x="101" y="5712"/>
                  </a:lnTo>
                  <a:lnTo>
                    <a:pt x="202" y="5974"/>
                  </a:lnTo>
                  <a:lnTo>
                    <a:pt x="323" y="6216"/>
                  </a:lnTo>
                  <a:lnTo>
                    <a:pt x="485" y="6459"/>
                  </a:lnTo>
                  <a:lnTo>
                    <a:pt x="646" y="6701"/>
                  </a:lnTo>
                  <a:lnTo>
                    <a:pt x="868" y="6903"/>
                  </a:lnTo>
                  <a:lnTo>
                    <a:pt x="1070" y="7084"/>
                  </a:lnTo>
                  <a:lnTo>
                    <a:pt x="1272" y="7225"/>
                  </a:lnTo>
                  <a:lnTo>
                    <a:pt x="1514" y="7367"/>
                  </a:lnTo>
                  <a:lnTo>
                    <a:pt x="1756" y="7488"/>
                  </a:lnTo>
                  <a:lnTo>
                    <a:pt x="2018" y="7609"/>
                  </a:lnTo>
                  <a:lnTo>
                    <a:pt x="2301" y="7690"/>
                  </a:lnTo>
                  <a:lnTo>
                    <a:pt x="2583" y="7770"/>
                  </a:lnTo>
                  <a:lnTo>
                    <a:pt x="2886" y="7831"/>
                  </a:lnTo>
                  <a:lnTo>
                    <a:pt x="3269" y="7871"/>
                  </a:lnTo>
                  <a:lnTo>
                    <a:pt x="3673" y="7891"/>
                  </a:lnTo>
                  <a:lnTo>
                    <a:pt x="4137" y="7871"/>
                  </a:lnTo>
                  <a:lnTo>
                    <a:pt x="4601" y="7811"/>
                  </a:lnTo>
                  <a:lnTo>
                    <a:pt x="5045" y="7710"/>
                  </a:lnTo>
                  <a:lnTo>
                    <a:pt x="5489" y="7548"/>
                  </a:lnTo>
                  <a:lnTo>
                    <a:pt x="5913" y="7367"/>
                  </a:lnTo>
                  <a:lnTo>
                    <a:pt x="6337" y="7145"/>
                  </a:lnTo>
                  <a:lnTo>
                    <a:pt x="6720" y="6882"/>
                  </a:lnTo>
                  <a:lnTo>
                    <a:pt x="7083" y="6580"/>
                  </a:lnTo>
                  <a:lnTo>
                    <a:pt x="7346" y="6338"/>
                  </a:lnTo>
                  <a:lnTo>
                    <a:pt x="7588" y="6055"/>
                  </a:lnTo>
                  <a:lnTo>
                    <a:pt x="7830" y="5752"/>
                  </a:lnTo>
                  <a:lnTo>
                    <a:pt x="8052" y="5429"/>
                  </a:lnTo>
                  <a:lnTo>
                    <a:pt x="8274" y="5086"/>
                  </a:lnTo>
                  <a:lnTo>
                    <a:pt x="8476" y="4703"/>
                  </a:lnTo>
                  <a:lnTo>
                    <a:pt x="8698" y="4279"/>
                  </a:lnTo>
                  <a:lnTo>
                    <a:pt x="8900" y="3815"/>
                  </a:lnTo>
                  <a:lnTo>
                    <a:pt x="9101" y="3311"/>
                  </a:lnTo>
                  <a:lnTo>
                    <a:pt x="9303" y="2786"/>
                  </a:lnTo>
                  <a:lnTo>
                    <a:pt x="9424" y="2544"/>
                  </a:lnTo>
                  <a:lnTo>
                    <a:pt x="9566" y="2322"/>
                  </a:lnTo>
                  <a:lnTo>
                    <a:pt x="9727" y="2100"/>
                  </a:lnTo>
                  <a:lnTo>
                    <a:pt x="9929" y="1918"/>
                  </a:lnTo>
                  <a:lnTo>
                    <a:pt x="10171" y="1757"/>
                  </a:lnTo>
                  <a:lnTo>
                    <a:pt x="10454" y="1615"/>
                  </a:lnTo>
                  <a:lnTo>
                    <a:pt x="10595" y="1555"/>
                  </a:lnTo>
                  <a:lnTo>
                    <a:pt x="10797" y="1474"/>
                  </a:lnTo>
                  <a:lnTo>
                    <a:pt x="10978" y="1373"/>
                  </a:lnTo>
                  <a:lnTo>
                    <a:pt x="11059" y="1313"/>
                  </a:lnTo>
                  <a:lnTo>
                    <a:pt x="11140" y="1252"/>
                  </a:lnTo>
                  <a:lnTo>
                    <a:pt x="11200" y="1171"/>
                  </a:lnTo>
                  <a:lnTo>
                    <a:pt x="11261" y="1071"/>
                  </a:lnTo>
                  <a:lnTo>
                    <a:pt x="11301" y="970"/>
                  </a:lnTo>
                  <a:lnTo>
                    <a:pt x="11301" y="849"/>
                  </a:lnTo>
                  <a:lnTo>
                    <a:pt x="11301" y="727"/>
                  </a:lnTo>
                  <a:lnTo>
                    <a:pt x="11261" y="606"/>
                  </a:lnTo>
                  <a:lnTo>
                    <a:pt x="11200" y="485"/>
                  </a:lnTo>
                  <a:lnTo>
                    <a:pt x="11119" y="384"/>
                  </a:lnTo>
                  <a:lnTo>
                    <a:pt x="11039" y="304"/>
                  </a:lnTo>
                  <a:lnTo>
                    <a:pt x="10938" y="223"/>
                  </a:lnTo>
                  <a:lnTo>
                    <a:pt x="10837" y="162"/>
                  </a:lnTo>
                  <a:lnTo>
                    <a:pt x="10736" y="122"/>
                  </a:lnTo>
                  <a:lnTo>
                    <a:pt x="10514" y="62"/>
                  </a:lnTo>
                  <a:lnTo>
                    <a:pt x="10272" y="21"/>
                  </a:lnTo>
                  <a:lnTo>
                    <a:pt x="1003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2"/>
            <p:cNvSpPr/>
            <p:nvPr/>
          </p:nvSpPr>
          <p:spPr>
            <a:xfrm flipH="1">
              <a:off x="39193" y="-3980256"/>
              <a:ext cx="262933" cy="275344"/>
            </a:xfrm>
            <a:custGeom>
              <a:rect b="b" l="l" r="r" t="t"/>
              <a:pathLst>
                <a:path extrusionOk="0" h="4925" w="4703">
                  <a:moveTo>
                    <a:pt x="1938" y="81"/>
                  </a:moveTo>
                  <a:lnTo>
                    <a:pt x="2160" y="122"/>
                  </a:lnTo>
                  <a:lnTo>
                    <a:pt x="2382" y="182"/>
                  </a:lnTo>
                  <a:lnTo>
                    <a:pt x="2604" y="283"/>
                  </a:lnTo>
                  <a:lnTo>
                    <a:pt x="2785" y="384"/>
                  </a:lnTo>
                  <a:lnTo>
                    <a:pt x="2967" y="505"/>
                  </a:lnTo>
                  <a:lnTo>
                    <a:pt x="3129" y="626"/>
                  </a:lnTo>
                  <a:lnTo>
                    <a:pt x="3411" y="889"/>
                  </a:lnTo>
                  <a:lnTo>
                    <a:pt x="3613" y="1111"/>
                  </a:lnTo>
                  <a:lnTo>
                    <a:pt x="3794" y="1353"/>
                  </a:lnTo>
                  <a:lnTo>
                    <a:pt x="3976" y="1595"/>
                  </a:lnTo>
                  <a:lnTo>
                    <a:pt x="4117" y="1857"/>
                  </a:lnTo>
                  <a:lnTo>
                    <a:pt x="4259" y="2120"/>
                  </a:lnTo>
                  <a:lnTo>
                    <a:pt x="4380" y="2402"/>
                  </a:lnTo>
                  <a:lnTo>
                    <a:pt x="4460" y="2685"/>
                  </a:lnTo>
                  <a:lnTo>
                    <a:pt x="4541" y="2967"/>
                  </a:lnTo>
                  <a:lnTo>
                    <a:pt x="4602" y="3330"/>
                  </a:lnTo>
                  <a:lnTo>
                    <a:pt x="4622" y="3472"/>
                  </a:lnTo>
                  <a:lnTo>
                    <a:pt x="4622" y="3633"/>
                  </a:lnTo>
                  <a:lnTo>
                    <a:pt x="4602" y="3774"/>
                  </a:lnTo>
                  <a:lnTo>
                    <a:pt x="4561" y="3895"/>
                  </a:lnTo>
                  <a:lnTo>
                    <a:pt x="4521" y="4016"/>
                  </a:lnTo>
                  <a:lnTo>
                    <a:pt x="4481" y="4138"/>
                  </a:lnTo>
                  <a:lnTo>
                    <a:pt x="4380" y="4279"/>
                  </a:lnTo>
                  <a:lnTo>
                    <a:pt x="4238" y="4400"/>
                  </a:lnTo>
                  <a:lnTo>
                    <a:pt x="4097" y="4521"/>
                  </a:lnTo>
                  <a:lnTo>
                    <a:pt x="3916" y="4622"/>
                  </a:lnTo>
                  <a:lnTo>
                    <a:pt x="3673" y="4723"/>
                  </a:lnTo>
                  <a:lnTo>
                    <a:pt x="3431" y="4783"/>
                  </a:lnTo>
                  <a:lnTo>
                    <a:pt x="3189" y="4844"/>
                  </a:lnTo>
                  <a:lnTo>
                    <a:pt x="2685" y="4844"/>
                  </a:lnTo>
                  <a:lnTo>
                    <a:pt x="2442" y="4804"/>
                  </a:lnTo>
                  <a:lnTo>
                    <a:pt x="2200" y="4723"/>
                  </a:lnTo>
                  <a:lnTo>
                    <a:pt x="1958" y="4622"/>
                  </a:lnTo>
                  <a:lnTo>
                    <a:pt x="1676" y="4460"/>
                  </a:lnTo>
                  <a:lnTo>
                    <a:pt x="1393" y="4238"/>
                  </a:lnTo>
                  <a:lnTo>
                    <a:pt x="1111" y="3976"/>
                  </a:lnTo>
                  <a:lnTo>
                    <a:pt x="868" y="3694"/>
                  </a:lnTo>
                  <a:lnTo>
                    <a:pt x="646" y="3391"/>
                  </a:lnTo>
                  <a:lnTo>
                    <a:pt x="445" y="3068"/>
                  </a:lnTo>
                  <a:lnTo>
                    <a:pt x="283" y="2725"/>
                  </a:lnTo>
                  <a:lnTo>
                    <a:pt x="162" y="2382"/>
                  </a:lnTo>
                  <a:lnTo>
                    <a:pt x="122" y="2160"/>
                  </a:lnTo>
                  <a:lnTo>
                    <a:pt x="81" y="1958"/>
                  </a:lnTo>
                  <a:lnTo>
                    <a:pt x="81" y="1756"/>
                  </a:lnTo>
                  <a:lnTo>
                    <a:pt x="81" y="1555"/>
                  </a:lnTo>
                  <a:lnTo>
                    <a:pt x="122" y="1373"/>
                  </a:lnTo>
                  <a:lnTo>
                    <a:pt x="162" y="1191"/>
                  </a:lnTo>
                  <a:lnTo>
                    <a:pt x="243" y="1010"/>
                  </a:lnTo>
                  <a:lnTo>
                    <a:pt x="323" y="848"/>
                  </a:lnTo>
                  <a:lnTo>
                    <a:pt x="445" y="687"/>
                  </a:lnTo>
                  <a:lnTo>
                    <a:pt x="606" y="525"/>
                  </a:lnTo>
                  <a:lnTo>
                    <a:pt x="767" y="404"/>
                  </a:lnTo>
                  <a:lnTo>
                    <a:pt x="949" y="283"/>
                  </a:lnTo>
                  <a:lnTo>
                    <a:pt x="1151" y="202"/>
                  </a:lnTo>
                  <a:lnTo>
                    <a:pt x="1353" y="122"/>
                  </a:lnTo>
                  <a:lnTo>
                    <a:pt x="1554" y="81"/>
                  </a:lnTo>
                  <a:close/>
                  <a:moveTo>
                    <a:pt x="1696" y="1"/>
                  </a:moveTo>
                  <a:lnTo>
                    <a:pt x="1454" y="21"/>
                  </a:lnTo>
                  <a:lnTo>
                    <a:pt x="1211" y="81"/>
                  </a:lnTo>
                  <a:lnTo>
                    <a:pt x="989" y="182"/>
                  </a:lnTo>
                  <a:lnTo>
                    <a:pt x="767" y="303"/>
                  </a:lnTo>
                  <a:lnTo>
                    <a:pt x="586" y="445"/>
                  </a:lnTo>
                  <a:lnTo>
                    <a:pt x="404" y="626"/>
                  </a:lnTo>
                  <a:lnTo>
                    <a:pt x="263" y="808"/>
                  </a:lnTo>
                  <a:lnTo>
                    <a:pt x="162" y="989"/>
                  </a:lnTo>
                  <a:lnTo>
                    <a:pt x="81" y="1171"/>
                  </a:lnTo>
                  <a:lnTo>
                    <a:pt x="41" y="1353"/>
                  </a:lnTo>
                  <a:lnTo>
                    <a:pt x="1" y="1555"/>
                  </a:lnTo>
                  <a:lnTo>
                    <a:pt x="1" y="1756"/>
                  </a:lnTo>
                  <a:lnTo>
                    <a:pt x="1" y="1958"/>
                  </a:lnTo>
                  <a:lnTo>
                    <a:pt x="41" y="2180"/>
                  </a:lnTo>
                  <a:lnTo>
                    <a:pt x="81" y="2402"/>
                  </a:lnTo>
                  <a:lnTo>
                    <a:pt x="202" y="2745"/>
                  </a:lnTo>
                  <a:lnTo>
                    <a:pt x="364" y="3088"/>
                  </a:lnTo>
                  <a:lnTo>
                    <a:pt x="566" y="3431"/>
                  </a:lnTo>
                  <a:lnTo>
                    <a:pt x="808" y="3754"/>
                  </a:lnTo>
                  <a:lnTo>
                    <a:pt x="1050" y="4037"/>
                  </a:lnTo>
                  <a:lnTo>
                    <a:pt x="1332" y="4299"/>
                  </a:lnTo>
                  <a:lnTo>
                    <a:pt x="1635" y="4521"/>
                  </a:lnTo>
                  <a:lnTo>
                    <a:pt x="1938" y="4703"/>
                  </a:lnTo>
                  <a:lnTo>
                    <a:pt x="2160" y="4804"/>
                  </a:lnTo>
                  <a:lnTo>
                    <a:pt x="2422" y="4864"/>
                  </a:lnTo>
                  <a:lnTo>
                    <a:pt x="2664" y="4925"/>
                  </a:lnTo>
                  <a:lnTo>
                    <a:pt x="3189" y="4925"/>
                  </a:lnTo>
                  <a:lnTo>
                    <a:pt x="3451" y="4864"/>
                  </a:lnTo>
                  <a:lnTo>
                    <a:pt x="3714" y="4804"/>
                  </a:lnTo>
                  <a:lnTo>
                    <a:pt x="3956" y="4682"/>
                  </a:lnTo>
                  <a:lnTo>
                    <a:pt x="4138" y="4582"/>
                  </a:lnTo>
                  <a:lnTo>
                    <a:pt x="4299" y="4460"/>
                  </a:lnTo>
                  <a:lnTo>
                    <a:pt x="4440" y="4319"/>
                  </a:lnTo>
                  <a:lnTo>
                    <a:pt x="4541" y="4178"/>
                  </a:lnTo>
                  <a:lnTo>
                    <a:pt x="4602" y="4057"/>
                  </a:lnTo>
                  <a:lnTo>
                    <a:pt x="4642" y="3916"/>
                  </a:lnTo>
                  <a:lnTo>
                    <a:pt x="4682" y="3795"/>
                  </a:lnTo>
                  <a:lnTo>
                    <a:pt x="4703" y="3633"/>
                  </a:lnTo>
                  <a:lnTo>
                    <a:pt x="4703" y="3492"/>
                  </a:lnTo>
                  <a:lnTo>
                    <a:pt x="4682" y="3310"/>
                  </a:lnTo>
                  <a:lnTo>
                    <a:pt x="4622" y="2947"/>
                  </a:lnTo>
                  <a:lnTo>
                    <a:pt x="4541" y="2664"/>
                  </a:lnTo>
                  <a:lnTo>
                    <a:pt x="4440" y="2362"/>
                  </a:lnTo>
                  <a:lnTo>
                    <a:pt x="4339" y="2099"/>
                  </a:lnTo>
                  <a:lnTo>
                    <a:pt x="4198" y="1817"/>
                  </a:lnTo>
                  <a:lnTo>
                    <a:pt x="4037" y="1555"/>
                  </a:lnTo>
                  <a:lnTo>
                    <a:pt x="3855" y="1312"/>
                  </a:lnTo>
                  <a:lnTo>
                    <a:pt x="3673" y="1070"/>
                  </a:lnTo>
                  <a:lnTo>
                    <a:pt x="3472" y="828"/>
                  </a:lnTo>
                  <a:lnTo>
                    <a:pt x="3189" y="566"/>
                  </a:lnTo>
                  <a:lnTo>
                    <a:pt x="3007" y="445"/>
                  </a:lnTo>
                  <a:lnTo>
                    <a:pt x="2826" y="324"/>
                  </a:lnTo>
                  <a:lnTo>
                    <a:pt x="2624" y="202"/>
                  </a:lnTo>
                  <a:lnTo>
                    <a:pt x="2422" y="102"/>
                  </a:lnTo>
                  <a:lnTo>
                    <a:pt x="2180" y="41"/>
                  </a:lnTo>
                  <a:lnTo>
                    <a:pt x="19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2"/>
            <p:cNvSpPr/>
            <p:nvPr/>
          </p:nvSpPr>
          <p:spPr>
            <a:xfrm flipH="1">
              <a:off x="-3393920" y="-1511765"/>
              <a:ext cx="935332" cy="741278"/>
            </a:xfrm>
            <a:custGeom>
              <a:rect b="b" l="l" r="r" t="t"/>
              <a:pathLst>
                <a:path extrusionOk="0" h="13259" w="16730">
                  <a:moveTo>
                    <a:pt x="14550" y="81"/>
                  </a:moveTo>
                  <a:lnTo>
                    <a:pt x="14772" y="122"/>
                  </a:lnTo>
                  <a:lnTo>
                    <a:pt x="15014" y="202"/>
                  </a:lnTo>
                  <a:lnTo>
                    <a:pt x="15216" y="324"/>
                  </a:lnTo>
                  <a:lnTo>
                    <a:pt x="15438" y="465"/>
                  </a:lnTo>
                  <a:lnTo>
                    <a:pt x="15640" y="667"/>
                  </a:lnTo>
                  <a:lnTo>
                    <a:pt x="15821" y="889"/>
                  </a:lnTo>
                  <a:lnTo>
                    <a:pt x="15983" y="1131"/>
                  </a:lnTo>
                  <a:lnTo>
                    <a:pt x="16144" y="1413"/>
                  </a:lnTo>
                  <a:lnTo>
                    <a:pt x="16245" y="1655"/>
                  </a:lnTo>
                  <a:lnTo>
                    <a:pt x="16346" y="1898"/>
                  </a:lnTo>
                  <a:lnTo>
                    <a:pt x="16427" y="2140"/>
                  </a:lnTo>
                  <a:lnTo>
                    <a:pt x="16487" y="2422"/>
                  </a:lnTo>
                  <a:lnTo>
                    <a:pt x="16548" y="2685"/>
                  </a:lnTo>
                  <a:lnTo>
                    <a:pt x="16588" y="2967"/>
                  </a:lnTo>
                  <a:lnTo>
                    <a:pt x="16628" y="3250"/>
                  </a:lnTo>
                  <a:lnTo>
                    <a:pt x="16649" y="3552"/>
                  </a:lnTo>
                  <a:lnTo>
                    <a:pt x="16649" y="3855"/>
                  </a:lnTo>
                  <a:lnTo>
                    <a:pt x="16649" y="4178"/>
                  </a:lnTo>
                  <a:lnTo>
                    <a:pt x="16588" y="4844"/>
                  </a:lnTo>
                  <a:lnTo>
                    <a:pt x="16487" y="5550"/>
                  </a:lnTo>
                  <a:lnTo>
                    <a:pt x="16326" y="6317"/>
                  </a:lnTo>
                  <a:lnTo>
                    <a:pt x="16144" y="7044"/>
                  </a:lnTo>
                  <a:lnTo>
                    <a:pt x="15942" y="7709"/>
                  </a:lnTo>
                  <a:lnTo>
                    <a:pt x="15720" y="8315"/>
                  </a:lnTo>
                  <a:lnTo>
                    <a:pt x="15458" y="8860"/>
                  </a:lnTo>
                  <a:lnTo>
                    <a:pt x="15317" y="9122"/>
                  </a:lnTo>
                  <a:lnTo>
                    <a:pt x="15176" y="9364"/>
                  </a:lnTo>
                  <a:lnTo>
                    <a:pt x="15014" y="9586"/>
                  </a:lnTo>
                  <a:lnTo>
                    <a:pt x="14873" y="9808"/>
                  </a:lnTo>
                  <a:lnTo>
                    <a:pt x="14691" y="10010"/>
                  </a:lnTo>
                  <a:lnTo>
                    <a:pt x="14530" y="10212"/>
                  </a:lnTo>
                  <a:lnTo>
                    <a:pt x="14348" y="10393"/>
                  </a:lnTo>
                  <a:lnTo>
                    <a:pt x="14146" y="10555"/>
                  </a:lnTo>
                  <a:lnTo>
                    <a:pt x="13803" y="10837"/>
                  </a:lnTo>
                  <a:lnTo>
                    <a:pt x="13440" y="11080"/>
                  </a:lnTo>
                  <a:lnTo>
                    <a:pt x="13036" y="11302"/>
                  </a:lnTo>
                  <a:lnTo>
                    <a:pt x="12633" y="11483"/>
                  </a:lnTo>
                  <a:lnTo>
                    <a:pt x="12229" y="11665"/>
                  </a:lnTo>
                  <a:lnTo>
                    <a:pt x="11805" y="11806"/>
                  </a:lnTo>
                  <a:lnTo>
                    <a:pt x="11402" y="11947"/>
                  </a:lnTo>
                  <a:lnTo>
                    <a:pt x="10978" y="12068"/>
                  </a:lnTo>
                  <a:lnTo>
                    <a:pt x="10373" y="12230"/>
                  </a:lnTo>
                  <a:lnTo>
                    <a:pt x="9787" y="12371"/>
                  </a:lnTo>
                  <a:lnTo>
                    <a:pt x="9202" y="12512"/>
                  </a:lnTo>
                  <a:lnTo>
                    <a:pt x="8597" y="12633"/>
                  </a:lnTo>
                  <a:lnTo>
                    <a:pt x="7991" y="12734"/>
                  </a:lnTo>
                  <a:lnTo>
                    <a:pt x="7386" y="12835"/>
                  </a:lnTo>
                  <a:lnTo>
                    <a:pt x="6801" y="12936"/>
                  </a:lnTo>
                  <a:lnTo>
                    <a:pt x="6195" y="12997"/>
                  </a:lnTo>
                  <a:lnTo>
                    <a:pt x="5590" y="13057"/>
                  </a:lnTo>
                  <a:lnTo>
                    <a:pt x="4964" y="13118"/>
                  </a:lnTo>
                  <a:lnTo>
                    <a:pt x="4359" y="13158"/>
                  </a:lnTo>
                  <a:lnTo>
                    <a:pt x="3754" y="13178"/>
                  </a:lnTo>
                  <a:lnTo>
                    <a:pt x="1917" y="13178"/>
                  </a:lnTo>
                  <a:lnTo>
                    <a:pt x="1312" y="13138"/>
                  </a:lnTo>
                  <a:lnTo>
                    <a:pt x="1070" y="13118"/>
                  </a:lnTo>
                  <a:lnTo>
                    <a:pt x="848" y="13077"/>
                  </a:lnTo>
                  <a:lnTo>
                    <a:pt x="646" y="13017"/>
                  </a:lnTo>
                  <a:lnTo>
                    <a:pt x="484" y="12956"/>
                  </a:lnTo>
                  <a:lnTo>
                    <a:pt x="343" y="12855"/>
                  </a:lnTo>
                  <a:lnTo>
                    <a:pt x="242" y="12754"/>
                  </a:lnTo>
                  <a:lnTo>
                    <a:pt x="162" y="12613"/>
                  </a:lnTo>
                  <a:lnTo>
                    <a:pt x="101" y="12472"/>
                  </a:lnTo>
                  <a:lnTo>
                    <a:pt x="81" y="12351"/>
                  </a:lnTo>
                  <a:lnTo>
                    <a:pt x="81" y="12210"/>
                  </a:lnTo>
                  <a:lnTo>
                    <a:pt x="101" y="12068"/>
                  </a:lnTo>
                  <a:lnTo>
                    <a:pt x="121" y="11907"/>
                  </a:lnTo>
                  <a:lnTo>
                    <a:pt x="182" y="11745"/>
                  </a:lnTo>
                  <a:lnTo>
                    <a:pt x="242" y="11584"/>
                  </a:lnTo>
                  <a:lnTo>
                    <a:pt x="384" y="11241"/>
                  </a:lnTo>
                  <a:lnTo>
                    <a:pt x="606" y="10878"/>
                  </a:lnTo>
                  <a:lnTo>
                    <a:pt x="848" y="10515"/>
                  </a:lnTo>
                  <a:lnTo>
                    <a:pt x="1110" y="10131"/>
                  </a:lnTo>
                  <a:lnTo>
                    <a:pt x="1413" y="9768"/>
                  </a:lnTo>
                  <a:lnTo>
                    <a:pt x="1715" y="9405"/>
                  </a:lnTo>
                  <a:lnTo>
                    <a:pt x="2038" y="9062"/>
                  </a:lnTo>
                  <a:lnTo>
                    <a:pt x="2341" y="8739"/>
                  </a:lnTo>
                  <a:lnTo>
                    <a:pt x="2644" y="8456"/>
                  </a:lnTo>
                  <a:lnTo>
                    <a:pt x="2926" y="8194"/>
                  </a:lnTo>
                  <a:lnTo>
                    <a:pt x="3189" y="7972"/>
                  </a:lnTo>
                  <a:lnTo>
                    <a:pt x="3411" y="7790"/>
                  </a:lnTo>
                  <a:lnTo>
                    <a:pt x="3592" y="7669"/>
                  </a:lnTo>
                  <a:lnTo>
                    <a:pt x="4198" y="7306"/>
                  </a:lnTo>
                  <a:lnTo>
                    <a:pt x="4823" y="6983"/>
                  </a:lnTo>
                  <a:lnTo>
                    <a:pt x="6095" y="6357"/>
                  </a:lnTo>
                  <a:lnTo>
                    <a:pt x="6720" y="6055"/>
                  </a:lnTo>
                  <a:lnTo>
                    <a:pt x="7346" y="5752"/>
                  </a:lnTo>
                  <a:lnTo>
                    <a:pt x="7971" y="5409"/>
                  </a:lnTo>
                  <a:lnTo>
                    <a:pt x="8597" y="5066"/>
                  </a:lnTo>
                  <a:lnTo>
                    <a:pt x="9101" y="4723"/>
                  </a:lnTo>
                  <a:lnTo>
                    <a:pt x="9606" y="4360"/>
                  </a:lnTo>
                  <a:lnTo>
                    <a:pt x="10110" y="3976"/>
                  </a:lnTo>
                  <a:lnTo>
                    <a:pt x="10574" y="3573"/>
                  </a:lnTo>
                  <a:lnTo>
                    <a:pt x="11018" y="3149"/>
                  </a:lnTo>
                  <a:lnTo>
                    <a:pt x="11442" y="2705"/>
                  </a:lnTo>
                  <a:lnTo>
                    <a:pt x="11866" y="2241"/>
                  </a:lnTo>
                  <a:lnTo>
                    <a:pt x="12249" y="1756"/>
                  </a:lnTo>
                  <a:lnTo>
                    <a:pt x="12290" y="1716"/>
                  </a:lnTo>
                  <a:lnTo>
                    <a:pt x="12754" y="1131"/>
                  </a:lnTo>
                  <a:lnTo>
                    <a:pt x="12996" y="868"/>
                  </a:lnTo>
                  <a:lnTo>
                    <a:pt x="13238" y="606"/>
                  </a:lnTo>
                  <a:lnTo>
                    <a:pt x="13521" y="404"/>
                  </a:lnTo>
                  <a:lnTo>
                    <a:pt x="13662" y="303"/>
                  </a:lnTo>
                  <a:lnTo>
                    <a:pt x="13803" y="223"/>
                  </a:lnTo>
                  <a:lnTo>
                    <a:pt x="13965" y="162"/>
                  </a:lnTo>
                  <a:lnTo>
                    <a:pt x="14126" y="122"/>
                  </a:lnTo>
                  <a:lnTo>
                    <a:pt x="14288" y="102"/>
                  </a:lnTo>
                  <a:lnTo>
                    <a:pt x="14449" y="81"/>
                  </a:lnTo>
                  <a:close/>
                  <a:moveTo>
                    <a:pt x="14368" y="1"/>
                  </a:moveTo>
                  <a:lnTo>
                    <a:pt x="14187" y="21"/>
                  </a:lnTo>
                  <a:lnTo>
                    <a:pt x="14025" y="61"/>
                  </a:lnTo>
                  <a:lnTo>
                    <a:pt x="13864" y="122"/>
                  </a:lnTo>
                  <a:lnTo>
                    <a:pt x="13702" y="202"/>
                  </a:lnTo>
                  <a:lnTo>
                    <a:pt x="13541" y="283"/>
                  </a:lnTo>
                  <a:lnTo>
                    <a:pt x="13400" y="384"/>
                  </a:lnTo>
                  <a:lnTo>
                    <a:pt x="13238" y="505"/>
                  </a:lnTo>
                  <a:lnTo>
                    <a:pt x="12976" y="768"/>
                  </a:lnTo>
                  <a:lnTo>
                    <a:pt x="12714" y="1050"/>
                  </a:lnTo>
                  <a:lnTo>
                    <a:pt x="12451" y="1353"/>
                  </a:lnTo>
                  <a:lnTo>
                    <a:pt x="12229" y="1655"/>
                  </a:lnTo>
                  <a:lnTo>
                    <a:pt x="12189" y="1716"/>
                  </a:lnTo>
                  <a:lnTo>
                    <a:pt x="11805" y="2200"/>
                  </a:lnTo>
                  <a:lnTo>
                    <a:pt x="11382" y="2664"/>
                  </a:lnTo>
                  <a:lnTo>
                    <a:pt x="10958" y="3088"/>
                  </a:lnTo>
                  <a:lnTo>
                    <a:pt x="10514" y="3512"/>
                  </a:lnTo>
                  <a:lnTo>
                    <a:pt x="10050" y="3916"/>
                  </a:lnTo>
                  <a:lnTo>
                    <a:pt x="9565" y="4299"/>
                  </a:lnTo>
                  <a:lnTo>
                    <a:pt x="9061" y="4662"/>
                  </a:lnTo>
                  <a:lnTo>
                    <a:pt x="8556" y="4985"/>
                  </a:lnTo>
                  <a:lnTo>
                    <a:pt x="7931" y="5348"/>
                  </a:lnTo>
                  <a:lnTo>
                    <a:pt x="7305" y="5671"/>
                  </a:lnTo>
                  <a:lnTo>
                    <a:pt x="6680" y="5994"/>
                  </a:lnTo>
                  <a:lnTo>
                    <a:pt x="6054" y="6297"/>
                  </a:lnTo>
                  <a:lnTo>
                    <a:pt x="4783" y="6902"/>
                  </a:lnTo>
                  <a:lnTo>
                    <a:pt x="4157" y="7245"/>
                  </a:lnTo>
                  <a:lnTo>
                    <a:pt x="3552" y="7588"/>
                  </a:lnTo>
                  <a:lnTo>
                    <a:pt x="3370" y="7709"/>
                  </a:lnTo>
                  <a:lnTo>
                    <a:pt x="3168" y="7891"/>
                  </a:lnTo>
                  <a:lnTo>
                    <a:pt x="2624" y="8375"/>
                  </a:lnTo>
                  <a:lnTo>
                    <a:pt x="2321" y="8658"/>
                  </a:lnTo>
                  <a:lnTo>
                    <a:pt x="1998" y="8981"/>
                  </a:lnTo>
                  <a:lnTo>
                    <a:pt x="1675" y="9344"/>
                  </a:lnTo>
                  <a:lnTo>
                    <a:pt x="1352" y="9707"/>
                  </a:lnTo>
                  <a:lnTo>
                    <a:pt x="1050" y="10071"/>
                  </a:lnTo>
                  <a:lnTo>
                    <a:pt x="787" y="10454"/>
                  </a:lnTo>
                  <a:lnTo>
                    <a:pt x="525" y="10837"/>
                  </a:lnTo>
                  <a:lnTo>
                    <a:pt x="323" y="11201"/>
                  </a:lnTo>
                  <a:lnTo>
                    <a:pt x="162" y="11564"/>
                  </a:lnTo>
                  <a:lnTo>
                    <a:pt x="101" y="11725"/>
                  </a:lnTo>
                  <a:lnTo>
                    <a:pt x="41" y="11907"/>
                  </a:lnTo>
                  <a:lnTo>
                    <a:pt x="20" y="12068"/>
                  </a:lnTo>
                  <a:lnTo>
                    <a:pt x="0" y="12210"/>
                  </a:lnTo>
                  <a:lnTo>
                    <a:pt x="0" y="12371"/>
                  </a:lnTo>
                  <a:lnTo>
                    <a:pt x="41" y="12492"/>
                  </a:lnTo>
                  <a:lnTo>
                    <a:pt x="81" y="12654"/>
                  </a:lnTo>
                  <a:lnTo>
                    <a:pt x="182" y="12795"/>
                  </a:lnTo>
                  <a:lnTo>
                    <a:pt x="283" y="12916"/>
                  </a:lnTo>
                  <a:lnTo>
                    <a:pt x="444" y="13017"/>
                  </a:lnTo>
                  <a:lnTo>
                    <a:pt x="606" y="13098"/>
                  </a:lnTo>
                  <a:lnTo>
                    <a:pt x="807" y="13158"/>
                  </a:lnTo>
                  <a:lnTo>
                    <a:pt x="1050" y="13198"/>
                  </a:lnTo>
                  <a:lnTo>
                    <a:pt x="1312" y="13219"/>
                  </a:lnTo>
                  <a:lnTo>
                    <a:pt x="2099" y="13259"/>
                  </a:lnTo>
                  <a:lnTo>
                    <a:pt x="2886" y="13259"/>
                  </a:lnTo>
                  <a:lnTo>
                    <a:pt x="3915" y="13239"/>
                  </a:lnTo>
                  <a:lnTo>
                    <a:pt x="4944" y="13198"/>
                  </a:lnTo>
                  <a:lnTo>
                    <a:pt x="5973" y="13098"/>
                  </a:lnTo>
                  <a:lnTo>
                    <a:pt x="6982" y="12976"/>
                  </a:lnTo>
                  <a:lnTo>
                    <a:pt x="7991" y="12835"/>
                  </a:lnTo>
                  <a:lnTo>
                    <a:pt x="9000" y="12633"/>
                  </a:lnTo>
                  <a:lnTo>
                    <a:pt x="10009" y="12411"/>
                  </a:lnTo>
                  <a:lnTo>
                    <a:pt x="10998" y="12149"/>
                  </a:lnTo>
                  <a:lnTo>
                    <a:pt x="11422" y="12028"/>
                  </a:lnTo>
                  <a:lnTo>
                    <a:pt x="11846" y="11887"/>
                  </a:lnTo>
                  <a:lnTo>
                    <a:pt x="12270" y="11725"/>
                  </a:lnTo>
                  <a:lnTo>
                    <a:pt x="12673" y="11564"/>
                  </a:lnTo>
                  <a:lnTo>
                    <a:pt x="13077" y="11362"/>
                  </a:lnTo>
                  <a:lnTo>
                    <a:pt x="13480" y="11160"/>
                  </a:lnTo>
                  <a:lnTo>
                    <a:pt x="13844" y="10898"/>
                  </a:lnTo>
                  <a:lnTo>
                    <a:pt x="14207" y="10615"/>
                  </a:lnTo>
                  <a:lnTo>
                    <a:pt x="14409" y="10454"/>
                  </a:lnTo>
                  <a:lnTo>
                    <a:pt x="14590" y="10272"/>
                  </a:lnTo>
                  <a:lnTo>
                    <a:pt x="14752" y="10071"/>
                  </a:lnTo>
                  <a:lnTo>
                    <a:pt x="14933" y="9869"/>
                  </a:lnTo>
                  <a:lnTo>
                    <a:pt x="15095" y="9647"/>
                  </a:lnTo>
                  <a:lnTo>
                    <a:pt x="15236" y="9405"/>
                  </a:lnTo>
                  <a:lnTo>
                    <a:pt x="15398" y="9162"/>
                  </a:lnTo>
                  <a:lnTo>
                    <a:pt x="15519" y="8900"/>
                  </a:lnTo>
                  <a:lnTo>
                    <a:pt x="15781" y="8355"/>
                  </a:lnTo>
                  <a:lnTo>
                    <a:pt x="16023" y="7730"/>
                  </a:lnTo>
                  <a:lnTo>
                    <a:pt x="16225" y="7064"/>
                  </a:lnTo>
                  <a:lnTo>
                    <a:pt x="16407" y="6337"/>
                  </a:lnTo>
                  <a:lnTo>
                    <a:pt x="16568" y="5570"/>
                  </a:lnTo>
                  <a:lnTo>
                    <a:pt x="16669" y="4844"/>
                  </a:lnTo>
                  <a:lnTo>
                    <a:pt x="16729" y="4178"/>
                  </a:lnTo>
                  <a:lnTo>
                    <a:pt x="16729" y="3855"/>
                  </a:lnTo>
                  <a:lnTo>
                    <a:pt x="16729" y="3532"/>
                  </a:lnTo>
                  <a:lnTo>
                    <a:pt x="16709" y="3250"/>
                  </a:lnTo>
                  <a:lnTo>
                    <a:pt x="16669" y="2947"/>
                  </a:lnTo>
                  <a:lnTo>
                    <a:pt x="16628" y="2664"/>
                  </a:lnTo>
                  <a:lnTo>
                    <a:pt x="16568" y="2382"/>
                  </a:lnTo>
                  <a:lnTo>
                    <a:pt x="16507" y="2120"/>
                  </a:lnTo>
                  <a:lnTo>
                    <a:pt x="16427" y="1857"/>
                  </a:lnTo>
                  <a:lnTo>
                    <a:pt x="16326" y="1615"/>
                  </a:lnTo>
                  <a:lnTo>
                    <a:pt x="16205" y="1373"/>
                  </a:lnTo>
                  <a:lnTo>
                    <a:pt x="16063" y="1090"/>
                  </a:lnTo>
                  <a:lnTo>
                    <a:pt x="15882" y="828"/>
                  </a:lnTo>
                  <a:lnTo>
                    <a:pt x="15680" y="606"/>
                  </a:lnTo>
                  <a:lnTo>
                    <a:pt x="15478" y="404"/>
                  </a:lnTo>
                  <a:lnTo>
                    <a:pt x="15256" y="243"/>
                  </a:lnTo>
                  <a:lnTo>
                    <a:pt x="15034" y="122"/>
                  </a:lnTo>
                  <a:lnTo>
                    <a:pt x="14792" y="41"/>
                  </a:lnTo>
                  <a:lnTo>
                    <a:pt x="145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2"/>
            <p:cNvSpPr/>
            <p:nvPr/>
          </p:nvSpPr>
          <p:spPr>
            <a:xfrm flipH="1">
              <a:off x="-2932478" y="-2601605"/>
              <a:ext cx="1395619" cy="1650669"/>
            </a:xfrm>
            <a:custGeom>
              <a:rect b="b" l="l" r="r" t="t"/>
              <a:pathLst>
                <a:path extrusionOk="0" h="29525" w="24963">
                  <a:moveTo>
                    <a:pt x="18727" y="81"/>
                  </a:moveTo>
                  <a:lnTo>
                    <a:pt x="19211" y="102"/>
                  </a:lnTo>
                  <a:lnTo>
                    <a:pt x="19514" y="142"/>
                  </a:lnTo>
                  <a:lnTo>
                    <a:pt x="19837" y="223"/>
                  </a:lnTo>
                  <a:lnTo>
                    <a:pt x="20140" y="303"/>
                  </a:lnTo>
                  <a:lnTo>
                    <a:pt x="20442" y="404"/>
                  </a:lnTo>
                  <a:lnTo>
                    <a:pt x="20745" y="525"/>
                  </a:lnTo>
                  <a:lnTo>
                    <a:pt x="21048" y="667"/>
                  </a:lnTo>
                  <a:lnTo>
                    <a:pt x="21330" y="828"/>
                  </a:lnTo>
                  <a:lnTo>
                    <a:pt x="21613" y="1010"/>
                  </a:lnTo>
                  <a:lnTo>
                    <a:pt x="21895" y="1212"/>
                  </a:lnTo>
                  <a:lnTo>
                    <a:pt x="22158" y="1413"/>
                  </a:lnTo>
                  <a:lnTo>
                    <a:pt x="22420" y="1655"/>
                  </a:lnTo>
                  <a:lnTo>
                    <a:pt x="22662" y="1898"/>
                  </a:lnTo>
                  <a:lnTo>
                    <a:pt x="22904" y="2160"/>
                  </a:lnTo>
                  <a:lnTo>
                    <a:pt x="23126" y="2443"/>
                  </a:lnTo>
                  <a:lnTo>
                    <a:pt x="23328" y="2725"/>
                  </a:lnTo>
                  <a:lnTo>
                    <a:pt x="23530" y="3028"/>
                  </a:lnTo>
                  <a:lnTo>
                    <a:pt x="23691" y="3290"/>
                  </a:lnTo>
                  <a:lnTo>
                    <a:pt x="23833" y="3573"/>
                  </a:lnTo>
                  <a:lnTo>
                    <a:pt x="24095" y="4138"/>
                  </a:lnTo>
                  <a:lnTo>
                    <a:pt x="24317" y="4723"/>
                  </a:lnTo>
                  <a:lnTo>
                    <a:pt x="24499" y="5369"/>
                  </a:lnTo>
                  <a:lnTo>
                    <a:pt x="24660" y="6035"/>
                  </a:lnTo>
                  <a:lnTo>
                    <a:pt x="24761" y="6721"/>
                  </a:lnTo>
                  <a:lnTo>
                    <a:pt x="24842" y="7467"/>
                  </a:lnTo>
                  <a:lnTo>
                    <a:pt x="24882" y="8214"/>
                  </a:lnTo>
                  <a:lnTo>
                    <a:pt x="24882" y="8880"/>
                  </a:lnTo>
                  <a:lnTo>
                    <a:pt x="24862" y="9546"/>
                  </a:lnTo>
                  <a:lnTo>
                    <a:pt x="24822" y="10232"/>
                  </a:lnTo>
                  <a:lnTo>
                    <a:pt x="24761" y="10938"/>
                  </a:lnTo>
                  <a:lnTo>
                    <a:pt x="24660" y="11665"/>
                  </a:lnTo>
                  <a:lnTo>
                    <a:pt x="24539" y="12411"/>
                  </a:lnTo>
                  <a:lnTo>
                    <a:pt x="24398" y="13178"/>
                  </a:lnTo>
                  <a:lnTo>
                    <a:pt x="24216" y="13986"/>
                  </a:lnTo>
                  <a:lnTo>
                    <a:pt x="23994" y="14853"/>
                  </a:lnTo>
                  <a:lnTo>
                    <a:pt x="23873" y="15297"/>
                  </a:lnTo>
                  <a:lnTo>
                    <a:pt x="23732" y="15721"/>
                  </a:lnTo>
                  <a:lnTo>
                    <a:pt x="23570" y="16145"/>
                  </a:lnTo>
                  <a:lnTo>
                    <a:pt x="23369" y="16569"/>
                  </a:lnTo>
                  <a:lnTo>
                    <a:pt x="23167" y="16972"/>
                  </a:lnTo>
                  <a:lnTo>
                    <a:pt x="22925" y="17356"/>
                  </a:lnTo>
                  <a:lnTo>
                    <a:pt x="22682" y="17658"/>
                  </a:lnTo>
                  <a:lnTo>
                    <a:pt x="22440" y="17961"/>
                  </a:lnTo>
                  <a:lnTo>
                    <a:pt x="22158" y="18244"/>
                  </a:lnTo>
                  <a:lnTo>
                    <a:pt x="21875" y="18506"/>
                  </a:lnTo>
                  <a:lnTo>
                    <a:pt x="21573" y="18748"/>
                  </a:lnTo>
                  <a:lnTo>
                    <a:pt x="21270" y="18990"/>
                  </a:lnTo>
                  <a:lnTo>
                    <a:pt x="20947" y="19212"/>
                  </a:lnTo>
                  <a:lnTo>
                    <a:pt x="20604" y="19414"/>
                  </a:lnTo>
                  <a:lnTo>
                    <a:pt x="20261" y="19616"/>
                  </a:lnTo>
                  <a:lnTo>
                    <a:pt x="19918" y="19818"/>
                  </a:lnTo>
                  <a:lnTo>
                    <a:pt x="19211" y="20181"/>
                  </a:lnTo>
                  <a:lnTo>
                    <a:pt x="18465" y="20524"/>
                  </a:lnTo>
                  <a:lnTo>
                    <a:pt x="17738" y="20847"/>
                  </a:lnTo>
                  <a:lnTo>
                    <a:pt x="17133" y="21109"/>
                  </a:lnTo>
                  <a:lnTo>
                    <a:pt x="16245" y="21513"/>
                  </a:lnTo>
                  <a:lnTo>
                    <a:pt x="15418" y="21916"/>
                  </a:lnTo>
                  <a:lnTo>
                    <a:pt x="14651" y="22340"/>
                  </a:lnTo>
                  <a:lnTo>
                    <a:pt x="13924" y="22744"/>
                  </a:lnTo>
                  <a:lnTo>
                    <a:pt x="13258" y="23167"/>
                  </a:lnTo>
                  <a:lnTo>
                    <a:pt x="12633" y="23611"/>
                  </a:lnTo>
                  <a:lnTo>
                    <a:pt x="12048" y="24055"/>
                  </a:lnTo>
                  <a:lnTo>
                    <a:pt x="11503" y="24520"/>
                  </a:lnTo>
                  <a:lnTo>
                    <a:pt x="11099" y="24883"/>
                  </a:lnTo>
                  <a:lnTo>
                    <a:pt x="10695" y="25246"/>
                  </a:lnTo>
                  <a:lnTo>
                    <a:pt x="9949" y="26013"/>
                  </a:lnTo>
                  <a:lnTo>
                    <a:pt x="9323" y="26638"/>
                  </a:lnTo>
                  <a:lnTo>
                    <a:pt x="8698" y="27244"/>
                  </a:lnTo>
                  <a:lnTo>
                    <a:pt x="8355" y="27526"/>
                  </a:lnTo>
                  <a:lnTo>
                    <a:pt x="8032" y="27809"/>
                  </a:lnTo>
                  <a:lnTo>
                    <a:pt x="7668" y="28091"/>
                  </a:lnTo>
                  <a:lnTo>
                    <a:pt x="7325" y="28334"/>
                  </a:lnTo>
                  <a:lnTo>
                    <a:pt x="6902" y="28596"/>
                  </a:lnTo>
                  <a:lnTo>
                    <a:pt x="6498" y="28818"/>
                  </a:lnTo>
                  <a:lnTo>
                    <a:pt x="6094" y="29000"/>
                  </a:lnTo>
                  <a:lnTo>
                    <a:pt x="5711" y="29141"/>
                  </a:lnTo>
                  <a:lnTo>
                    <a:pt x="5328" y="29262"/>
                  </a:lnTo>
                  <a:lnTo>
                    <a:pt x="4964" y="29343"/>
                  </a:lnTo>
                  <a:lnTo>
                    <a:pt x="4601" y="29403"/>
                  </a:lnTo>
                  <a:lnTo>
                    <a:pt x="4238" y="29423"/>
                  </a:lnTo>
                  <a:lnTo>
                    <a:pt x="3915" y="29423"/>
                  </a:lnTo>
                  <a:lnTo>
                    <a:pt x="3592" y="29403"/>
                  </a:lnTo>
                  <a:lnTo>
                    <a:pt x="3289" y="29363"/>
                  </a:lnTo>
                  <a:lnTo>
                    <a:pt x="2987" y="29302"/>
                  </a:lnTo>
                  <a:lnTo>
                    <a:pt x="2724" y="29221"/>
                  </a:lnTo>
                  <a:lnTo>
                    <a:pt x="2462" y="29121"/>
                  </a:lnTo>
                  <a:lnTo>
                    <a:pt x="2240" y="29020"/>
                  </a:lnTo>
                  <a:lnTo>
                    <a:pt x="2018" y="28899"/>
                  </a:lnTo>
                  <a:lnTo>
                    <a:pt x="1715" y="28677"/>
                  </a:lnTo>
                  <a:lnTo>
                    <a:pt x="1433" y="28414"/>
                  </a:lnTo>
                  <a:lnTo>
                    <a:pt x="1170" y="28132"/>
                  </a:lnTo>
                  <a:lnTo>
                    <a:pt x="928" y="27809"/>
                  </a:lnTo>
                  <a:lnTo>
                    <a:pt x="706" y="27446"/>
                  </a:lnTo>
                  <a:lnTo>
                    <a:pt x="525" y="27062"/>
                  </a:lnTo>
                  <a:lnTo>
                    <a:pt x="363" y="26659"/>
                  </a:lnTo>
                  <a:lnTo>
                    <a:pt x="242" y="26235"/>
                  </a:lnTo>
                  <a:lnTo>
                    <a:pt x="182" y="25952"/>
                  </a:lnTo>
                  <a:lnTo>
                    <a:pt x="121" y="25670"/>
                  </a:lnTo>
                  <a:lnTo>
                    <a:pt x="101" y="25387"/>
                  </a:lnTo>
                  <a:lnTo>
                    <a:pt x="81" y="25105"/>
                  </a:lnTo>
                  <a:lnTo>
                    <a:pt x="81" y="24802"/>
                  </a:lnTo>
                  <a:lnTo>
                    <a:pt x="81" y="24520"/>
                  </a:lnTo>
                  <a:lnTo>
                    <a:pt x="101" y="24237"/>
                  </a:lnTo>
                  <a:lnTo>
                    <a:pt x="141" y="23954"/>
                  </a:lnTo>
                  <a:lnTo>
                    <a:pt x="202" y="23672"/>
                  </a:lnTo>
                  <a:lnTo>
                    <a:pt x="262" y="23389"/>
                  </a:lnTo>
                  <a:lnTo>
                    <a:pt x="343" y="23107"/>
                  </a:lnTo>
                  <a:lnTo>
                    <a:pt x="424" y="22824"/>
                  </a:lnTo>
                  <a:lnTo>
                    <a:pt x="545" y="22562"/>
                  </a:lnTo>
                  <a:lnTo>
                    <a:pt x="666" y="22300"/>
                  </a:lnTo>
                  <a:lnTo>
                    <a:pt x="787" y="22037"/>
                  </a:lnTo>
                  <a:lnTo>
                    <a:pt x="928" y="21795"/>
                  </a:lnTo>
                  <a:lnTo>
                    <a:pt x="1211" y="21392"/>
                  </a:lnTo>
                  <a:lnTo>
                    <a:pt x="1514" y="21008"/>
                  </a:lnTo>
                  <a:lnTo>
                    <a:pt x="1836" y="20645"/>
                  </a:lnTo>
                  <a:lnTo>
                    <a:pt x="2200" y="20302"/>
                  </a:lnTo>
                  <a:lnTo>
                    <a:pt x="2563" y="19959"/>
                  </a:lnTo>
                  <a:lnTo>
                    <a:pt x="2926" y="19656"/>
                  </a:lnTo>
                  <a:lnTo>
                    <a:pt x="3693" y="19071"/>
                  </a:lnTo>
                  <a:lnTo>
                    <a:pt x="4238" y="18687"/>
                  </a:lnTo>
                  <a:lnTo>
                    <a:pt x="4803" y="18304"/>
                  </a:lnTo>
                  <a:lnTo>
                    <a:pt x="5368" y="17921"/>
                  </a:lnTo>
                  <a:lnTo>
                    <a:pt x="5953" y="17557"/>
                  </a:lnTo>
                  <a:lnTo>
                    <a:pt x="6518" y="17194"/>
                  </a:lnTo>
                  <a:lnTo>
                    <a:pt x="7124" y="16851"/>
                  </a:lnTo>
                  <a:lnTo>
                    <a:pt x="7709" y="16528"/>
                  </a:lnTo>
                  <a:lnTo>
                    <a:pt x="8314" y="16205"/>
                  </a:lnTo>
                  <a:lnTo>
                    <a:pt x="8556" y="16084"/>
                  </a:lnTo>
                  <a:lnTo>
                    <a:pt x="9162" y="15761"/>
                  </a:lnTo>
                  <a:lnTo>
                    <a:pt x="9464" y="15580"/>
                  </a:lnTo>
                  <a:lnTo>
                    <a:pt x="9767" y="15398"/>
                  </a:lnTo>
                  <a:lnTo>
                    <a:pt x="10050" y="15196"/>
                  </a:lnTo>
                  <a:lnTo>
                    <a:pt x="10312" y="14995"/>
                  </a:lnTo>
                  <a:lnTo>
                    <a:pt x="10574" y="14752"/>
                  </a:lnTo>
                  <a:lnTo>
                    <a:pt x="10796" y="14490"/>
                  </a:lnTo>
                  <a:lnTo>
                    <a:pt x="10938" y="14308"/>
                  </a:lnTo>
                  <a:lnTo>
                    <a:pt x="11059" y="14107"/>
                  </a:lnTo>
                  <a:lnTo>
                    <a:pt x="11180" y="13905"/>
                  </a:lnTo>
                  <a:lnTo>
                    <a:pt x="11281" y="13683"/>
                  </a:lnTo>
                  <a:lnTo>
                    <a:pt x="11482" y="13219"/>
                  </a:lnTo>
                  <a:lnTo>
                    <a:pt x="11624" y="12755"/>
                  </a:lnTo>
                  <a:lnTo>
                    <a:pt x="11745" y="12270"/>
                  </a:lnTo>
                  <a:lnTo>
                    <a:pt x="11846" y="11766"/>
                  </a:lnTo>
                  <a:lnTo>
                    <a:pt x="11926" y="11261"/>
                  </a:lnTo>
                  <a:lnTo>
                    <a:pt x="11987" y="10777"/>
                  </a:lnTo>
                  <a:lnTo>
                    <a:pt x="12088" y="9889"/>
                  </a:lnTo>
                  <a:lnTo>
                    <a:pt x="12169" y="9001"/>
                  </a:lnTo>
                  <a:lnTo>
                    <a:pt x="12229" y="8153"/>
                  </a:lnTo>
                  <a:lnTo>
                    <a:pt x="12330" y="7286"/>
                  </a:lnTo>
                  <a:lnTo>
                    <a:pt x="12451" y="6438"/>
                  </a:lnTo>
                  <a:lnTo>
                    <a:pt x="12532" y="6014"/>
                  </a:lnTo>
                  <a:lnTo>
                    <a:pt x="12633" y="5591"/>
                  </a:lnTo>
                  <a:lnTo>
                    <a:pt x="12814" y="5005"/>
                  </a:lnTo>
                  <a:lnTo>
                    <a:pt x="13016" y="4420"/>
                  </a:lnTo>
                  <a:lnTo>
                    <a:pt x="13258" y="3875"/>
                  </a:lnTo>
                  <a:lnTo>
                    <a:pt x="13541" y="3351"/>
                  </a:lnTo>
                  <a:lnTo>
                    <a:pt x="13844" y="2866"/>
                  </a:lnTo>
                  <a:lnTo>
                    <a:pt x="14187" y="2422"/>
                  </a:lnTo>
                  <a:lnTo>
                    <a:pt x="14550" y="1999"/>
                  </a:lnTo>
                  <a:lnTo>
                    <a:pt x="14933" y="1615"/>
                  </a:lnTo>
                  <a:lnTo>
                    <a:pt x="15135" y="1434"/>
                  </a:lnTo>
                  <a:lnTo>
                    <a:pt x="15357" y="1272"/>
                  </a:lnTo>
                  <a:lnTo>
                    <a:pt x="15801" y="949"/>
                  </a:lnTo>
                  <a:lnTo>
                    <a:pt x="16265" y="707"/>
                  </a:lnTo>
                  <a:lnTo>
                    <a:pt x="16729" y="485"/>
                  </a:lnTo>
                  <a:lnTo>
                    <a:pt x="17234" y="303"/>
                  </a:lnTo>
                  <a:lnTo>
                    <a:pt x="17738" y="182"/>
                  </a:lnTo>
                  <a:lnTo>
                    <a:pt x="17980" y="142"/>
                  </a:lnTo>
                  <a:lnTo>
                    <a:pt x="18223" y="102"/>
                  </a:lnTo>
                  <a:lnTo>
                    <a:pt x="18485" y="81"/>
                  </a:lnTo>
                  <a:close/>
                  <a:moveTo>
                    <a:pt x="18646" y="1"/>
                  </a:moveTo>
                  <a:lnTo>
                    <a:pt x="18364" y="21"/>
                  </a:lnTo>
                  <a:lnTo>
                    <a:pt x="18081" y="41"/>
                  </a:lnTo>
                  <a:lnTo>
                    <a:pt x="17799" y="81"/>
                  </a:lnTo>
                  <a:lnTo>
                    <a:pt x="17516" y="142"/>
                  </a:lnTo>
                  <a:lnTo>
                    <a:pt x="17234" y="223"/>
                  </a:lnTo>
                  <a:lnTo>
                    <a:pt x="16951" y="324"/>
                  </a:lnTo>
                  <a:lnTo>
                    <a:pt x="16669" y="425"/>
                  </a:lnTo>
                  <a:lnTo>
                    <a:pt x="16406" y="546"/>
                  </a:lnTo>
                  <a:lnTo>
                    <a:pt x="16124" y="667"/>
                  </a:lnTo>
                  <a:lnTo>
                    <a:pt x="15862" y="828"/>
                  </a:lnTo>
                  <a:lnTo>
                    <a:pt x="15599" y="990"/>
                  </a:lnTo>
                  <a:lnTo>
                    <a:pt x="15357" y="1151"/>
                  </a:lnTo>
                  <a:lnTo>
                    <a:pt x="15115" y="1353"/>
                  </a:lnTo>
                  <a:lnTo>
                    <a:pt x="14873" y="1555"/>
                  </a:lnTo>
                  <a:lnTo>
                    <a:pt x="14489" y="1938"/>
                  </a:lnTo>
                  <a:lnTo>
                    <a:pt x="14126" y="2362"/>
                  </a:lnTo>
                  <a:lnTo>
                    <a:pt x="13783" y="2826"/>
                  </a:lnTo>
                  <a:lnTo>
                    <a:pt x="13460" y="3310"/>
                  </a:lnTo>
                  <a:lnTo>
                    <a:pt x="13198" y="3835"/>
                  </a:lnTo>
                  <a:lnTo>
                    <a:pt x="12956" y="4400"/>
                  </a:lnTo>
                  <a:lnTo>
                    <a:pt x="12734" y="4965"/>
                  </a:lnTo>
                  <a:lnTo>
                    <a:pt x="12552" y="5570"/>
                  </a:lnTo>
                  <a:lnTo>
                    <a:pt x="12471" y="5994"/>
                  </a:lnTo>
                  <a:lnTo>
                    <a:pt x="12370" y="6418"/>
                  </a:lnTo>
                  <a:lnTo>
                    <a:pt x="12310" y="6842"/>
                  </a:lnTo>
                  <a:lnTo>
                    <a:pt x="12249" y="7286"/>
                  </a:lnTo>
                  <a:lnTo>
                    <a:pt x="12148" y="8133"/>
                  </a:lnTo>
                  <a:lnTo>
                    <a:pt x="12088" y="9001"/>
                  </a:lnTo>
                  <a:lnTo>
                    <a:pt x="12007" y="9889"/>
                  </a:lnTo>
                  <a:lnTo>
                    <a:pt x="11906" y="10777"/>
                  </a:lnTo>
                  <a:lnTo>
                    <a:pt x="11846" y="11261"/>
                  </a:lnTo>
                  <a:lnTo>
                    <a:pt x="11765" y="11746"/>
                  </a:lnTo>
                  <a:lnTo>
                    <a:pt x="11664" y="12230"/>
                  </a:lnTo>
                  <a:lnTo>
                    <a:pt x="11543" y="12714"/>
                  </a:lnTo>
                  <a:lnTo>
                    <a:pt x="11402" y="13198"/>
                  </a:lnTo>
                  <a:lnTo>
                    <a:pt x="11220" y="13642"/>
                  </a:lnTo>
                  <a:lnTo>
                    <a:pt x="11119" y="13844"/>
                  </a:lnTo>
                  <a:lnTo>
                    <a:pt x="10998" y="14066"/>
                  </a:lnTo>
                  <a:lnTo>
                    <a:pt x="10877" y="14248"/>
                  </a:lnTo>
                  <a:lnTo>
                    <a:pt x="10736" y="14450"/>
                  </a:lnTo>
                  <a:lnTo>
                    <a:pt x="10514" y="14692"/>
                  </a:lnTo>
                  <a:lnTo>
                    <a:pt x="10272" y="14934"/>
                  </a:lnTo>
                  <a:lnTo>
                    <a:pt x="9989" y="15136"/>
                  </a:lnTo>
                  <a:lnTo>
                    <a:pt x="9707" y="15338"/>
                  </a:lnTo>
                  <a:lnTo>
                    <a:pt x="9424" y="15519"/>
                  </a:lnTo>
                  <a:lnTo>
                    <a:pt x="9121" y="15681"/>
                  </a:lnTo>
                  <a:lnTo>
                    <a:pt x="8516" y="16004"/>
                  </a:lnTo>
                  <a:lnTo>
                    <a:pt x="8274" y="16145"/>
                  </a:lnTo>
                  <a:lnTo>
                    <a:pt x="7668" y="16447"/>
                  </a:lnTo>
                  <a:lnTo>
                    <a:pt x="7083" y="16791"/>
                  </a:lnTo>
                  <a:lnTo>
                    <a:pt x="6478" y="17134"/>
                  </a:lnTo>
                  <a:lnTo>
                    <a:pt x="5913" y="17497"/>
                  </a:lnTo>
                  <a:lnTo>
                    <a:pt x="5328" y="17860"/>
                  </a:lnTo>
                  <a:lnTo>
                    <a:pt x="4763" y="18223"/>
                  </a:lnTo>
                  <a:lnTo>
                    <a:pt x="4198" y="18607"/>
                  </a:lnTo>
                  <a:lnTo>
                    <a:pt x="3653" y="19010"/>
                  </a:lnTo>
                  <a:lnTo>
                    <a:pt x="2866" y="19596"/>
                  </a:lnTo>
                  <a:lnTo>
                    <a:pt x="2502" y="19918"/>
                  </a:lnTo>
                  <a:lnTo>
                    <a:pt x="2139" y="20241"/>
                  </a:lnTo>
                  <a:lnTo>
                    <a:pt x="1776" y="20584"/>
                  </a:lnTo>
                  <a:lnTo>
                    <a:pt x="1453" y="20948"/>
                  </a:lnTo>
                  <a:lnTo>
                    <a:pt x="1150" y="21331"/>
                  </a:lnTo>
                  <a:lnTo>
                    <a:pt x="868" y="21755"/>
                  </a:lnTo>
                  <a:lnTo>
                    <a:pt x="727" y="21997"/>
                  </a:lnTo>
                  <a:lnTo>
                    <a:pt x="585" y="22259"/>
                  </a:lnTo>
                  <a:lnTo>
                    <a:pt x="464" y="22542"/>
                  </a:lnTo>
                  <a:lnTo>
                    <a:pt x="363" y="22804"/>
                  </a:lnTo>
                  <a:lnTo>
                    <a:pt x="262" y="23087"/>
                  </a:lnTo>
                  <a:lnTo>
                    <a:pt x="182" y="23369"/>
                  </a:lnTo>
                  <a:lnTo>
                    <a:pt x="121" y="23652"/>
                  </a:lnTo>
                  <a:lnTo>
                    <a:pt x="61" y="23934"/>
                  </a:lnTo>
                  <a:lnTo>
                    <a:pt x="20" y="24217"/>
                  </a:lnTo>
                  <a:lnTo>
                    <a:pt x="0" y="24520"/>
                  </a:lnTo>
                  <a:lnTo>
                    <a:pt x="0" y="24802"/>
                  </a:lnTo>
                  <a:lnTo>
                    <a:pt x="0" y="25105"/>
                  </a:lnTo>
                  <a:lnTo>
                    <a:pt x="20" y="25387"/>
                  </a:lnTo>
                  <a:lnTo>
                    <a:pt x="61" y="25690"/>
                  </a:lnTo>
                  <a:lnTo>
                    <a:pt x="101" y="25972"/>
                  </a:lnTo>
                  <a:lnTo>
                    <a:pt x="161" y="26255"/>
                  </a:lnTo>
                  <a:lnTo>
                    <a:pt x="283" y="26699"/>
                  </a:lnTo>
                  <a:lnTo>
                    <a:pt x="444" y="27103"/>
                  </a:lnTo>
                  <a:lnTo>
                    <a:pt x="646" y="27486"/>
                  </a:lnTo>
                  <a:lnTo>
                    <a:pt x="848" y="27849"/>
                  </a:lnTo>
                  <a:lnTo>
                    <a:pt x="1110" y="28172"/>
                  </a:lnTo>
                  <a:lnTo>
                    <a:pt x="1372" y="28475"/>
                  </a:lnTo>
                  <a:lnTo>
                    <a:pt x="1675" y="28737"/>
                  </a:lnTo>
                  <a:lnTo>
                    <a:pt x="1978" y="28959"/>
                  </a:lnTo>
                  <a:lnTo>
                    <a:pt x="2220" y="29100"/>
                  </a:lnTo>
                  <a:lnTo>
                    <a:pt x="2462" y="29221"/>
                  </a:lnTo>
                  <a:lnTo>
                    <a:pt x="2704" y="29302"/>
                  </a:lnTo>
                  <a:lnTo>
                    <a:pt x="2967" y="29383"/>
                  </a:lnTo>
                  <a:lnTo>
                    <a:pt x="3209" y="29443"/>
                  </a:lnTo>
                  <a:lnTo>
                    <a:pt x="3471" y="29484"/>
                  </a:lnTo>
                  <a:lnTo>
                    <a:pt x="3733" y="29504"/>
                  </a:lnTo>
                  <a:lnTo>
                    <a:pt x="3996" y="29524"/>
                  </a:lnTo>
                  <a:lnTo>
                    <a:pt x="4460" y="29484"/>
                  </a:lnTo>
                  <a:lnTo>
                    <a:pt x="4904" y="29423"/>
                  </a:lnTo>
                  <a:lnTo>
                    <a:pt x="5368" y="29322"/>
                  </a:lnTo>
                  <a:lnTo>
                    <a:pt x="5812" y="29181"/>
                  </a:lnTo>
                  <a:lnTo>
                    <a:pt x="6236" y="29020"/>
                  </a:lnTo>
                  <a:lnTo>
                    <a:pt x="6639" y="28838"/>
                  </a:lnTo>
                  <a:lnTo>
                    <a:pt x="7003" y="28636"/>
                  </a:lnTo>
                  <a:lnTo>
                    <a:pt x="7366" y="28414"/>
                  </a:lnTo>
                  <a:lnTo>
                    <a:pt x="7729" y="28152"/>
                  </a:lnTo>
                  <a:lnTo>
                    <a:pt x="8072" y="27890"/>
                  </a:lnTo>
                  <a:lnTo>
                    <a:pt x="8415" y="27587"/>
                  </a:lnTo>
                  <a:lnTo>
                    <a:pt x="8738" y="27304"/>
                  </a:lnTo>
                  <a:lnTo>
                    <a:pt x="9384" y="26699"/>
                  </a:lnTo>
                  <a:lnTo>
                    <a:pt x="9989" y="26073"/>
                  </a:lnTo>
                  <a:lnTo>
                    <a:pt x="10756" y="25307"/>
                  </a:lnTo>
                  <a:lnTo>
                    <a:pt x="11139" y="24943"/>
                  </a:lnTo>
                  <a:lnTo>
                    <a:pt x="11543" y="24580"/>
                  </a:lnTo>
                  <a:lnTo>
                    <a:pt x="12108" y="24116"/>
                  </a:lnTo>
                  <a:lnTo>
                    <a:pt x="12693" y="23672"/>
                  </a:lnTo>
                  <a:lnTo>
                    <a:pt x="13299" y="23248"/>
                  </a:lnTo>
                  <a:lnTo>
                    <a:pt x="13985" y="22824"/>
                  </a:lnTo>
                  <a:lnTo>
                    <a:pt x="14691" y="22401"/>
                  </a:lnTo>
                  <a:lnTo>
                    <a:pt x="15458" y="21997"/>
                  </a:lnTo>
                  <a:lnTo>
                    <a:pt x="16285" y="21593"/>
                  </a:lnTo>
                  <a:lnTo>
                    <a:pt x="17173" y="21170"/>
                  </a:lnTo>
                  <a:lnTo>
                    <a:pt x="17758" y="20907"/>
                  </a:lnTo>
                  <a:lnTo>
                    <a:pt x="18505" y="20584"/>
                  </a:lnTo>
                  <a:lnTo>
                    <a:pt x="19252" y="20241"/>
                  </a:lnTo>
                  <a:lnTo>
                    <a:pt x="19958" y="19878"/>
                  </a:lnTo>
                  <a:lnTo>
                    <a:pt x="20321" y="19696"/>
                  </a:lnTo>
                  <a:lnTo>
                    <a:pt x="20664" y="19495"/>
                  </a:lnTo>
                  <a:lnTo>
                    <a:pt x="20987" y="19273"/>
                  </a:lnTo>
                  <a:lnTo>
                    <a:pt x="21330" y="19051"/>
                  </a:lnTo>
                  <a:lnTo>
                    <a:pt x="21633" y="18809"/>
                  </a:lnTo>
                  <a:lnTo>
                    <a:pt x="21936" y="18566"/>
                  </a:lnTo>
                  <a:lnTo>
                    <a:pt x="22218" y="18304"/>
                  </a:lnTo>
                  <a:lnTo>
                    <a:pt x="22501" y="18022"/>
                  </a:lnTo>
                  <a:lnTo>
                    <a:pt x="22743" y="17719"/>
                  </a:lnTo>
                  <a:lnTo>
                    <a:pt x="22985" y="17396"/>
                  </a:lnTo>
                  <a:lnTo>
                    <a:pt x="23227" y="17013"/>
                  </a:lnTo>
                  <a:lnTo>
                    <a:pt x="23449" y="16589"/>
                  </a:lnTo>
                  <a:lnTo>
                    <a:pt x="23631" y="16185"/>
                  </a:lnTo>
                  <a:lnTo>
                    <a:pt x="23792" y="15761"/>
                  </a:lnTo>
                  <a:lnTo>
                    <a:pt x="23954" y="15317"/>
                  </a:lnTo>
                  <a:lnTo>
                    <a:pt x="24075" y="14873"/>
                  </a:lnTo>
                  <a:lnTo>
                    <a:pt x="24297" y="14006"/>
                  </a:lnTo>
                  <a:lnTo>
                    <a:pt x="24478" y="13198"/>
                  </a:lnTo>
                  <a:lnTo>
                    <a:pt x="24620" y="12432"/>
                  </a:lnTo>
                  <a:lnTo>
                    <a:pt x="24741" y="11685"/>
                  </a:lnTo>
                  <a:lnTo>
                    <a:pt x="24842" y="10938"/>
                  </a:lnTo>
                  <a:lnTo>
                    <a:pt x="24902" y="10232"/>
                  </a:lnTo>
                  <a:lnTo>
                    <a:pt x="24943" y="9546"/>
                  </a:lnTo>
                  <a:lnTo>
                    <a:pt x="24963" y="8880"/>
                  </a:lnTo>
                  <a:lnTo>
                    <a:pt x="24963" y="8214"/>
                  </a:lnTo>
                  <a:lnTo>
                    <a:pt x="24922" y="7447"/>
                  </a:lnTo>
                  <a:lnTo>
                    <a:pt x="24842" y="6721"/>
                  </a:lnTo>
                  <a:lnTo>
                    <a:pt x="24741" y="6014"/>
                  </a:lnTo>
                  <a:lnTo>
                    <a:pt x="24579" y="5348"/>
                  </a:lnTo>
                  <a:lnTo>
                    <a:pt x="24398" y="4703"/>
                  </a:lnTo>
                  <a:lnTo>
                    <a:pt x="24156" y="4097"/>
                  </a:lnTo>
                  <a:lnTo>
                    <a:pt x="23893" y="3532"/>
                  </a:lnTo>
                  <a:lnTo>
                    <a:pt x="23752" y="3250"/>
                  </a:lnTo>
                  <a:lnTo>
                    <a:pt x="23591" y="2987"/>
                  </a:lnTo>
                  <a:lnTo>
                    <a:pt x="23389" y="2685"/>
                  </a:lnTo>
                  <a:lnTo>
                    <a:pt x="23187" y="2382"/>
                  </a:lnTo>
                  <a:lnTo>
                    <a:pt x="22965" y="2099"/>
                  </a:lnTo>
                  <a:lnTo>
                    <a:pt x="22723" y="1837"/>
                  </a:lnTo>
                  <a:lnTo>
                    <a:pt x="22460" y="1595"/>
                  </a:lnTo>
                  <a:lnTo>
                    <a:pt x="22218" y="1353"/>
                  </a:lnTo>
                  <a:lnTo>
                    <a:pt x="21936" y="1151"/>
                  </a:lnTo>
                  <a:lnTo>
                    <a:pt x="21653" y="949"/>
                  </a:lnTo>
                  <a:lnTo>
                    <a:pt x="21371" y="768"/>
                  </a:lnTo>
                  <a:lnTo>
                    <a:pt x="21088" y="606"/>
                  </a:lnTo>
                  <a:lnTo>
                    <a:pt x="20785" y="445"/>
                  </a:lnTo>
                  <a:lnTo>
                    <a:pt x="20483" y="324"/>
                  </a:lnTo>
                  <a:lnTo>
                    <a:pt x="20160" y="223"/>
                  </a:lnTo>
                  <a:lnTo>
                    <a:pt x="19857" y="142"/>
                  </a:lnTo>
                  <a:lnTo>
                    <a:pt x="19534" y="61"/>
                  </a:lnTo>
                  <a:lnTo>
                    <a:pt x="19211" y="21"/>
                  </a:lnTo>
                  <a:lnTo>
                    <a:pt x="18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2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2"/>
            <p:cNvSpPr/>
            <p:nvPr/>
          </p:nvSpPr>
          <p:spPr>
            <a:xfrm flipH="1">
              <a:off x="-3292388" y="-1404593"/>
              <a:ext cx="653335" cy="572101"/>
            </a:xfrm>
            <a:custGeom>
              <a:rect b="b" l="l" r="r" t="t"/>
              <a:pathLst>
                <a:path extrusionOk="0" h="10233" w="11686">
                  <a:moveTo>
                    <a:pt x="10817" y="82"/>
                  </a:moveTo>
                  <a:lnTo>
                    <a:pt x="10918" y="102"/>
                  </a:lnTo>
                  <a:lnTo>
                    <a:pt x="10979" y="142"/>
                  </a:lnTo>
                  <a:lnTo>
                    <a:pt x="11039" y="182"/>
                  </a:lnTo>
                  <a:lnTo>
                    <a:pt x="11120" y="303"/>
                  </a:lnTo>
                  <a:lnTo>
                    <a:pt x="11201" y="445"/>
                  </a:lnTo>
                  <a:lnTo>
                    <a:pt x="11241" y="586"/>
                  </a:lnTo>
                  <a:lnTo>
                    <a:pt x="11382" y="1191"/>
                  </a:lnTo>
                  <a:lnTo>
                    <a:pt x="11504" y="1797"/>
                  </a:lnTo>
                  <a:lnTo>
                    <a:pt x="11564" y="2422"/>
                  </a:lnTo>
                  <a:lnTo>
                    <a:pt x="11604" y="3028"/>
                  </a:lnTo>
                  <a:lnTo>
                    <a:pt x="11584" y="3653"/>
                  </a:lnTo>
                  <a:lnTo>
                    <a:pt x="11544" y="4259"/>
                  </a:lnTo>
                  <a:lnTo>
                    <a:pt x="11463" y="4884"/>
                  </a:lnTo>
                  <a:lnTo>
                    <a:pt x="11342" y="5490"/>
                  </a:lnTo>
                  <a:lnTo>
                    <a:pt x="11241" y="5853"/>
                  </a:lnTo>
                  <a:lnTo>
                    <a:pt x="11140" y="6176"/>
                  </a:lnTo>
                  <a:lnTo>
                    <a:pt x="11019" y="6499"/>
                  </a:lnTo>
                  <a:lnTo>
                    <a:pt x="10878" y="6781"/>
                  </a:lnTo>
                  <a:lnTo>
                    <a:pt x="10737" y="7044"/>
                  </a:lnTo>
                  <a:lnTo>
                    <a:pt x="10575" y="7286"/>
                  </a:lnTo>
                  <a:lnTo>
                    <a:pt x="10414" y="7488"/>
                  </a:lnTo>
                  <a:lnTo>
                    <a:pt x="10212" y="7669"/>
                  </a:lnTo>
                  <a:lnTo>
                    <a:pt x="10030" y="7831"/>
                  </a:lnTo>
                  <a:lnTo>
                    <a:pt x="9849" y="7972"/>
                  </a:lnTo>
                  <a:lnTo>
                    <a:pt x="9647" y="8093"/>
                  </a:lnTo>
                  <a:lnTo>
                    <a:pt x="9425" y="8194"/>
                  </a:lnTo>
                  <a:lnTo>
                    <a:pt x="9001" y="8396"/>
                  </a:lnTo>
                  <a:lnTo>
                    <a:pt x="8557" y="8557"/>
                  </a:lnTo>
                  <a:lnTo>
                    <a:pt x="7730" y="8840"/>
                  </a:lnTo>
                  <a:lnTo>
                    <a:pt x="6862" y="9142"/>
                  </a:lnTo>
                  <a:lnTo>
                    <a:pt x="5974" y="9405"/>
                  </a:lnTo>
                  <a:lnTo>
                    <a:pt x="5066" y="9647"/>
                  </a:lnTo>
                  <a:lnTo>
                    <a:pt x="4158" y="9849"/>
                  </a:lnTo>
                  <a:lnTo>
                    <a:pt x="3714" y="9950"/>
                  </a:lnTo>
                  <a:lnTo>
                    <a:pt x="3270" y="10010"/>
                  </a:lnTo>
                  <a:lnTo>
                    <a:pt x="2806" y="10071"/>
                  </a:lnTo>
                  <a:lnTo>
                    <a:pt x="2362" y="10111"/>
                  </a:lnTo>
                  <a:lnTo>
                    <a:pt x="1918" y="10151"/>
                  </a:lnTo>
                  <a:lnTo>
                    <a:pt x="1252" y="10151"/>
                  </a:lnTo>
                  <a:lnTo>
                    <a:pt x="1070" y="10131"/>
                  </a:lnTo>
                  <a:lnTo>
                    <a:pt x="889" y="10071"/>
                  </a:lnTo>
                  <a:lnTo>
                    <a:pt x="707" y="10010"/>
                  </a:lnTo>
                  <a:lnTo>
                    <a:pt x="566" y="9950"/>
                  </a:lnTo>
                  <a:lnTo>
                    <a:pt x="425" y="9849"/>
                  </a:lnTo>
                  <a:lnTo>
                    <a:pt x="324" y="9748"/>
                  </a:lnTo>
                  <a:lnTo>
                    <a:pt x="223" y="9627"/>
                  </a:lnTo>
                  <a:lnTo>
                    <a:pt x="162" y="9526"/>
                  </a:lnTo>
                  <a:lnTo>
                    <a:pt x="122" y="9405"/>
                  </a:lnTo>
                  <a:lnTo>
                    <a:pt x="102" y="9284"/>
                  </a:lnTo>
                  <a:lnTo>
                    <a:pt x="82" y="9163"/>
                  </a:lnTo>
                  <a:lnTo>
                    <a:pt x="102" y="9021"/>
                  </a:lnTo>
                  <a:lnTo>
                    <a:pt x="122" y="8880"/>
                  </a:lnTo>
                  <a:lnTo>
                    <a:pt x="162" y="8739"/>
                  </a:lnTo>
                  <a:lnTo>
                    <a:pt x="223" y="8577"/>
                  </a:lnTo>
                  <a:lnTo>
                    <a:pt x="324" y="8416"/>
                  </a:lnTo>
                  <a:lnTo>
                    <a:pt x="425" y="8234"/>
                  </a:lnTo>
                  <a:lnTo>
                    <a:pt x="546" y="8073"/>
                  </a:lnTo>
                  <a:lnTo>
                    <a:pt x="667" y="7911"/>
                  </a:lnTo>
                  <a:lnTo>
                    <a:pt x="970" y="7589"/>
                  </a:lnTo>
                  <a:lnTo>
                    <a:pt x="1292" y="7306"/>
                  </a:lnTo>
                  <a:lnTo>
                    <a:pt x="1615" y="7064"/>
                  </a:lnTo>
                  <a:lnTo>
                    <a:pt x="1979" y="6822"/>
                  </a:lnTo>
                  <a:lnTo>
                    <a:pt x="2322" y="6620"/>
                  </a:lnTo>
                  <a:lnTo>
                    <a:pt x="2645" y="6438"/>
                  </a:lnTo>
                  <a:lnTo>
                    <a:pt x="3008" y="6257"/>
                  </a:lnTo>
                  <a:lnTo>
                    <a:pt x="3391" y="6075"/>
                  </a:lnTo>
                  <a:lnTo>
                    <a:pt x="4138" y="5752"/>
                  </a:lnTo>
                  <a:lnTo>
                    <a:pt x="5107" y="5328"/>
                  </a:lnTo>
                  <a:lnTo>
                    <a:pt x="5591" y="5086"/>
                  </a:lnTo>
                  <a:lnTo>
                    <a:pt x="6055" y="4824"/>
                  </a:lnTo>
                  <a:lnTo>
                    <a:pt x="6459" y="4582"/>
                  </a:lnTo>
                  <a:lnTo>
                    <a:pt x="6822" y="4319"/>
                  </a:lnTo>
                  <a:lnTo>
                    <a:pt x="7185" y="4017"/>
                  </a:lnTo>
                  <a:lnTo>
                    <a:pt x="7528" y="3714"/>
                  </a:lnTo>
                  <a:lnTo>
                    <a:pt x="7851" y="3391"/>
                  </a:lnTo>
                  <a:lnTo>
                    <a:pt x="8174" y="3048"/>
                  </a:lnTo>
                  <a:lnTo>
                    <a:pt x="8456" y="2685"/>
                  </a:lnTo>
                  <a:lnTo>
                    <a:pt x="8719" y="2301"/>
                  </a:lnTo>
                  <a:lnTo>
                    <a:pt x="9021" y="1817"/>
                  </a:lnTo>
                  <a:lnTo>
                    <a:pt x="9324" y="1353"/>
                  </a:lnTo>
                  <a:lnTo>
                    <a:pt x="9465" y="1131"/>
                  </a:lnTo>
                  <a:lnTo>
                    <a:pt x="9647" y="909"/>
                  </a:lnTo>
                  <a:lnTo>
                    <a:pt x="9808" y="707"/>
                  </a:lnTo>
                  <a:lnTo>
                    <a:pt x="10010" y="525"/>
                  </a:lnTo>
                  <a:lnTo>
                    <a:pt x="10212" y="344"/>
                  </a:lnTo>
                  <a:lnTo>
                    <a:pt x="10434" y="203"/>
                  </a:lnTo>
                  <a:lnTo>
                    <a:pt x="10575" y="122"/>
                  </a:lnTo>
                  <a:lnTo>
                    <a:pt x="10696" y="102"/>
                  </a:lnTo>
                  <a:lnTo>
                    <a:pt x="10817" y="82"/>
                  </a:lnTo>
                  <a:close/>
                  <a:moveTo>
                    <a:pt x="10838" y="1"/>
                  </a:moveTo>
                  <a:lnTo>
                    <a:pt x="10696" y="21"/>
                  </a:lnTo>
                  <a:lnTo>
                    <a:pt x="10555" y="61"/>
                  </a:lnTo>
                  <a:lnTo>
                    <a:pt x="10394" y="122"/>
                  </a:lnTo>
                  <a:lnTo>
                    <a:pt x="10152" y="283"/>
                  </a:lnTo>
                  <a:lnTo>
                    <a:pt x="9950" y="445"/>
                  </a:lnTo>
                  <a:lnTo>
                    <a:pt x="9748" y="647"/>
                  </a:lnTo>
                  <a:lnTo>
                    <a:pt x="9586" y="848"/>
                  </a:lnTo>
                  <a:lnTo>
                    <a:pt x="9405" y="1070"/>
                  </a:lnTo>
                  <a:lnTo>
                    <a:pt x="9264" y="1312"/>
                  </a:lnTo>
                  <a:lnTo>
                    <a:pt x="8961" y="1777"/>
                  </a:lnTo>
                  <a:lnTo>
                    <a:pt x="8658" y="2261"/>
                  </a:lnTo>
                  <a:lnTo>
                    <a:pt x="8396" y="2624"/>
                  </a:lnTo>
                  <a:lnTo>
                    <a:pt x="8113" y="2987"/>
                  </a:lnTo>
                  <a:lnTo>
                    <a:pt x="7790" y="3331"/>
                  </a:lnTo>
                  <a:lnTo>
                    <a:pt x="7468" y="3653"/>
                  </a:lnTo>
                  <a:lnTo>
                    <a:pt x="7145" y="3956"/>
                  </a:lnTo>
                  <a:lnTo>
                    <a:pt x="6781" y="4239"/>
                  </a:lnTo>
                  <a:lnTo>
                    <a:pt x="6398" y="4521"/>
                  </a:lnTo>
                  <a:lnTo>
                    <a:pt x="6015" y="4763"/>
                  </a:lnTo>
                  <a:lnTo>
                    <a:pt x="5550" y="5026"/>
                  </a:lnTo>
                  <a:lnTo>
                    <a:pt x="5066" y="5248"/>
                  </a:lnTo>
                  <a:lnTo>
                    <a:pt x="4097" y="5692"/>
                  </a:lnTo>
                  <a:lnTo>
                    <a:pt x="3351" y="6014"/>
                  </a:lnTo>
                  <a:lnTo>
                    <a:pt x="2988" y="6176"/>
                  </a:lnTo>
                  <a:lnTo>
                    <a:pt x="2604" y="6358"/>
                  </a:lnTo>
                  <a:lnTo>
                    <a:pt x="2281" y="6539"/>
                  </a:lnTo>
                  <a:lnTo>
                    <a:pt x="1918" y="6761"/>
                  </a:lnTo>
                  <a:lnTo>
                    <a:pt x="1575" y="7003"/>
                  </a:lnTo>
                  <a:lnTo>
                    <a:pt x="1232" y="7266"/>
                  </a:lnTo>
                  <a:lnTo>
                    <a:pt x="909" y="7548"/>
                  </a:lnTo>
                  <a:lnTo>
                    <a:pt x="606" y="7851"/>
                  </a:lnTo>
                  <a:lnTo>
                    <a:pt x="485" y="8012"/>
                  </a:lnTo>
                  <a:lnTo>
                    <a:pt x="364" y="8194"/>
                  </a:lnTo>
                  <a:lnTo>
                    <a:pt x="243" y="8376"/>
                  </a:lnTo>
                  <a:lnTo>
                    <a:pt x="162" y="8557"/>
                  </a:lnTo>
                  <a:lnTo>
                    <a:pt x="102" y="8719"/>
                  </a:lnTo>
                  <a:lnTo>
                    <a:pt x="41" y="8860"/>
                  </a:lnTo>
                  <a:lnTo>
                    <a:pt x="21" y="9021"/>
                  </a:lnTo>
                  <a:lnTo>
                    <a:pt x="1" y="9163"/>
                  </a:lnTo>
                  <a:lnTo>
                    <a:pt x="21" y="9304"/>
                  </a:lnTo>
                  <a:lnTo>
                    <a:pt x="41" y="9425"/>
                  </a:lnTo>
                  <a:lnTo>
                    <a:pt x="102" y="9546"/>
                  </a:lnTo>
                  <a:lnTo>
                    <a:pt x="162" y="9667"/>
                  </a:lnTo>
                  <a:lnTo>
                    <a:pt x="263" y="9808"/>
                  </a:lnTo>
                  <a:lnTo>
                    <a:pt x="384" y="9909"/>
                  </a:lnTo>
                  <a:lnTo>
                    <a:pt x="526" y="10010"/>
                  </a:lnTo>
                  <a:lnTo>
                    <a:pt x="687" y="10091"/>
                  </a:lnTo>
                  <a:lnTo>
                    <a:pt x="849" y="10151"/>
                  </a:lnTo>
                  <a:lnTo>
                    <a:pt x="1050" y="10192"/>
                  </a:lnTo>
                  <a:lnTo>
                    <a:pt x="1252" y="10232"/>
                  </a:lnTo>
                  <a:lnTo>
                    <a:pt x="1918" y="10232"/>
                  </a:lnTo>
                  <a:lnTo>
                    <a:pt x="2362" y="10192"/>
                  </a:lnTo>
                  <a:lnTo>
                    <a:pt x="2826" y="10151"/>
                  </a:lnTo>
                  <a:lnTo>
                    <a:pt x="3270" y="10091"/>
                  </a:lnTo>
                  <a:lnTo>
                    <a:pt x="3734" y="10030"/>
                  </a:lnTo>
                  <a:lnTo>
                    <a:pt x="4178" y="9929"/>
                  </a:lnTo>
                  <a:lnTo>
                    <a:pt x="5086" y="9728"/>
                  </a:lnTo>
                  <a:lnTo>
                    <a:pt x="5994" y="9485"/>
                  </a:lnTo>
                  <a:lnTo>
                    <a:pt x="6882" y="9223"/>
                  </a:lnTo>
                  <a:lnTo>
                    <a:pt x="7750" y="8920"/>
                  </a:lnTo>
                  <a:lnTo>
                    <a:pt x="8577" y="8638"/>
                  </a:lnTo>
                  <a:lnTo>
                    <a:pt x="9021" y="8456"/>
                  </a:lnTo>
                  <a:lnTo>
                    <a:pt x="9465" y="8275"/>
                  </a:lnTo>
                  <a:lnTo>
                    <a:pt x="9687" y="8154"/>
                  </a:lnTo>
                  <a:lnTo>
                    <a:pt x="9889" y="8032"/>
                  </a:lnTo>
                  <a:lnTo>
                    <a:pt x="10091" y="7891"/>
                  </a:lnTo>
                  <a:lnTo>
                    <a:pt x="10273" y="7730"/>
                  </a:lnTo>
                  <a:lnTo>
                    <a:pt x="10474" y="7548"/>
                  </a:lnTo>
                  <a:lnTo>
                    <a:pt x="10636" y="7326"/>
                  </a:lnTo>
                  <a:lnTo>
                    <a:pt x="10817" y="7084"/>
                  </a:lnTo>
                  <a:lnTo>
                    <a:pt x="10959" y="6822"/>
                  </a:lnTo>
                  <a:lnTo>
                    <a:pt x="11100" y="6539"/>
                  </a:lnTo>
                  <a:lnTo>
                    <a:pt x="11221" y="6216"/>
                  </a:lnTo>
                  <a:lnTo>
                    <a:pt x="11322" y="5873"/>
                  </a:lnTo>
                  <a:lnTo>
                    <a:pt x="11423" y="5510"/>
                  </a:lnTo>
                  <a:lnTo>
                    <a:pt x="11544" y="4884"/>
                  </a:lnTo>
                  <a:lnTo>
                    <a:pt x="11625" y="4279"/>
                  </a:lnTo>
                  <a:lnTo>
                    <a:pt x="11665" y="3653"/>
                  </a:lnTo>
                  <a:lnTo>
                    <a:pt x="11685" y="3028"/>
                  </a:lnTo>
                  <a:lnTo>
                    <a:pt x="11645" y="2402"/>
                  </a:lnTo>
                  <a:lnTo>
                    <a:pt x="11584" y="1797"/>
                  </a:lnTo>
                  <a:lnTo>
                    <a:pt x="11463" y="1171"/>
                  </a:lnTo>
                  <a:lnTo>
                    <a:pt x="11322" y="566"/>
                  </a:lnTo>
                  <a:lnTo>
                    <a:pt x="11261" y="404"/>
                  </a:lnTo>
                  <a:lnTo>
                    <a:pt x="11201" y="263"/>
                  </a:lnTo>
                  <a:lnTo>
                    <a:pt x="11140" y="182"/>
                  </a:lnTo>
                  <a:lnTo>
                    <a:pt x="11100" y="122"/>
                  </a:lnTo>
                  <a:lnTo>
                    <a:pt x="11019" y="82"/>
                  </a:lnTo>
                  <a:lnTo>
                    <a:pt x="10959" y="41"/>
                  </a:lnTo>
                  <a:lnTo>
                    <a:pt x="108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42"/>
            <p:cNvSpPr/>
            <p:nvPr/>
          </p:nvSpPr>
          <p:spPr>
            <a:xfrm flipH="1">
              <a:off x="-979618" y="-5128741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2"/>
            <p:cNvSpPr/>
            <p:nvPr/>
          </p:nvSpPr>
          <p:spPr>
            <a:xfrm flipH="1">
              <a:off x="2209809" y="-3290930"/>
              <a:ext cx="560808" cy="1296383"/>
            </a:xfrm>
            <a:custGeom>
              <a:rect b="b" l="l" r="r" t="t"/>
              <a:pathLst>
                <a:path extrusionOk="0" h="23188" w="10031">
                  <a:moveTo>
                    <a:pt x="4703" y="61"/>
                  </a:moveTo>
                  <a:lnTo>
                    <a:pt x="4985" y="81"/>
                  </a:lnTo>
                  <a:lnTo>
                    <a:pt x="5268" y="122"/>
                  </a:lnTo>
                  <a:lnTo>
                    <a:pt x="5550" y="202"/>
                  </a:lnTo>
                  <a:lnTo>
                    <a:pt x="5833" y="303"/>
                  </a:lnTo>
                  <a:lnTo>
                    <a:pt x="6075" y="424"/>
                  </a:lnTo>
                  <a:lnTo>
                    <a:pt x="6297" y="566"/>
                  </a:lnTo>
                  <a:lnTo>
                    <a:pt x="6519" y="707"/>
                  </a:lnTo>
                  <a:lnTo>
                    <a:pt x="6741" y="868"/>
                  </a:lnTo>
                  <a:lnTo>
                    <a:pt x="6963" y="1070"/>
                  </a:lnTo>
                  <a:lnTo>
                    <a:pt x="7165" y="1272"/>
                  </a:lnTo>
                  <a:lnTo>
                    <a:pt x="7366" y="1494"/>
                  </a:lnTo>
                  <a:lnTo>
                    <a:pt x="7548" y="1736"/>
                  </a:lnTo>
                  <a:lnTo>
                    <a:pt x="7730" y="1999"/>
                  </a:lnTo>
                  <a:lnTo>
                    <a:pt x="7911" y="2281"/>
                  </a:lnTo>
                  <a:lnTo>
                    <a:pt x="8073" y="2584"/>
                  </a:lnTo>
                  <a:lnTo>
                    <a:pt x="8234" y="2907"/>
                  </a:lnTo>
                  <a:lnTo>
                    <a:pt x="8396" y="3230"/>
                  </a:lnTo>
                  <a:lnTo>
                    <a:pt x="8537" y="3593"/>
                  </a:lnTo>
                  <a:lnTo>
                    <a:pt x="8678" y="3976"/>
                  </a:lnTo>
                  <a:lnTo>
                    <a:pt x="8819" y="4380"/>
                  </a:lnTo>
                  <a:lnTo>
                    <a:pt x="9082" y="5207"/>
                  </a:lnTo>
                  <a:lnTo>
                    <a:pt x="9304" y="6075"/>
                  </a:lnTo>
                  <a:lnTo>
                    <a:pt x="9505" y="6922"/>
                  </a:lnTo>
                  <a:lnTo>
                    <a:pt x="9647" y="7790"/>
                  </a:lnTo>
                  <a:lnTo>
                    <a:pt x="9788" y="8678"/>
                  </a:lnTo>
                  <a:lnTo>
                    <a:pt x="9869" y="9546"/>
                  </a:lnTo>
                  <a:lnTo>
                    <a:pt x="9929" y="10434"/>
                  </a:lnTo>
                  <a:lnTo>
                    <a:pt x="9949" y="11302"/>
                  </a:lnTo>
                  <a:lnTo>
                    <a:pt x="9949" y="12189"/>
                  </a:lnTo>
                  <a:lnTo>
                    <a:pt x="9909" y="13077"/>
                  </a:lnTo>
                  <a:lnTo>
                    <a:pt x="9828" y="13945"/>
                  </a:lnTo>
                  <a:lnTo>
                    <a:pt x="9727" y="14833"/>
                  </a:lnTo>
                  <a:lnTo>
                    <a:pt x="9586" y="15701"/>
                  </a:lnTo>
                  <a:lnTo>
                    <a:pt x="9405" y="16569"/>
                  </a:lnTo>
                  <a:lnTo>
                    <a:pt x="9203" y="17416"/>
                  </a:lnTo>
                  <a:lnTo>
                    <a:pt x="8961" y="18264"/>
                  </a:lnTo>
                  <a:lnTo>
                    <a:pt x="8799" y="18768"/>
                  </a:lnTo>
                  <a:lnTo>
                    <a:pt x="8618" y="19293"/>
                  </a:lnTo>
                  <a:lnTo>
                    <a:pt x="8396" y="19838"/>
                  </a:lnTo>
                  <a:lnTo>
                    <a:pt x="8133" y="20362"/>
                  </a:lnTo>
                  <a:lnTo>
                    <a:pt x="7992" y="20625"/>
                  </a:lnTo>
                  <a:lnTo>
                    <a:pt x="7831" y="20867"/>
                  </a:lnTo>
                  <a:lnTo>
                    <a:pt x="7669" y="21129"/>
                  </a:lnTo>
                  <a:lnTo>
                    <a:pt x="7487" y="21371"/>
                  </a:lnTo>
                  <a:lnTo>
                    <a:pt x="7286" y="21593"/>
                  </a:lnTo>
                  <a:lnTo>
                    <a:pt x="7084" y="21815"/>
                  </a:lnTo>
                  <a:lnTo>
                    <a:pt x="6862" y="22037"/>
                  </a:lnTo>
                  <a:lnTo>
                    <a:pt x="6620" y="22239"/>
                  </a:lnTo>
                  <a:lnTo>
                    <a:pt x="6398" y="22401"/>
                  </a:lnTo>
                  <a:lnTo>
                    <a:pt x="6196" y="22542"/>
                  </a:lnTo>
                  <a:lnTo>
                    <a:pt x="5974" y="22663"/>
                  </a:lnTo>
                  <a:lnTo>
                    <a:pt x="5772" y="22764"/>
                  </a:lnTo>
                  <a:lnTo>
                    <a:pt x="5550" y="22865"/>
                  </a:lnTo>
                  <a:lnTo>
                    <a:pt x="5348" y="22945"/>
                  </a:lnTo>
                  <a:lnTo>
                    <a:pt x="5147" y="23006"/>
                  </a:lnTo>
                  <a:lnTo>
                    <a:pt x="4945" y="23046"/>
                  </a:lnTo>
                  <a:lnTo>
                    <a:pt x="4743" y="23087"/>
                  </a:lnTo>
                  <a:lnTo>
                    <a:pt x="4541" y="23107"/>
                  </a:lnTo>
                  <a:lnTo>
                    <a:pt x="4339" y="23107"/>
                  </a:lnTo>
                  <a:lnTo>
                    <a:pt x="4138" y="23087"/>
                  </a:lnTo>
                  <a:lnTo>
                    <a:pt x="3936" y="23046"/>
                  </a:lnTo>
                  <a:lnTo>
                    <a:pt x="3754" y="23006"/>
                  </a:lnTo>
                  <a:lnTo>
                    <a:pt x="3552" y="22925"/>
                  </a:lnTo>
                  <a:lnTo>
                    <a:pt x="3351" y="22845"/>
                  </a:lnTo>
                  <a:lnTo>
                    <a:pt x="3169" y="22764"/>
                  </a:lnTo>
                  <a:lnTo>
                    <a:pt x="2987" y="22643"/>
                  </a:lnTo>
                  <a:lnTo>
                    <a:pt x="2806" y="22522"/>
                  </a:lnTo>
                  <a:lnTo>
                    <a:pt x="2644" y="22380"/>
                  </a:lnTo>
                  <a:lnTo>
                    <a:pt x="2321" y="22078"/>
                  </a:lnTo>
                  <a:lnTo>
                    <a:pt x="1999" y="21714"/>
                  </a:lnTo>
                  <a:lnTo>
                    <a:pt x="1716" y="21331"/>
                  </a:lnTo>
                  <a:lnTo>
                    <a:pt x="1454" y="20927"/>
                  </a:lnTo>
                  <a:lnTo>
                    <a:pt x="1211" y="20483"/>
                  </a:lnTo>
                  <a:lnTo>
                    <a:pt x="990" y="20019"/>
                  </a:lnTo>
                  <a:lnTo>
                    <a:pt x="788" y="19535"/>
                  </a:lnTo>
                  <a:lnTo>
                    <a:pt x="626" y="19051"/>
                  </a:lnTo>
                  <a:lnTo>
                    <a:pt x="465" y="18566"/>
                  </a:lnTo>
                  <a:lnTo>
                    <a:pt x="344" y="18082"/>
                  </a:lnTo>
                  <a:lnTo>
                    <a:pt x="243" y="17598"/>
                  </a:lnTo>
                  <a:lnTo>
                    <a:pt x="162" y="17134"/>
                  </a:lnTo>
                  <a:lnTo>
                    <a:pt x="122" y="16690"/>
                  </a:lnTo>
                  <a:lnTo>
                    <a:pt x="102" y="16286"/>
                  </a:lnTo>
                  <a:lnTo>
                    <a:pt x="81" y="15600"/>
                  </a:lnTo>
                  <a:lnTo>
                    <a:pt x="81" y="14934"/>
                  </a:lnTo>
                  <a:lnTo>
                    <a:pt x="102" y="14268"/>
                  </a:lnTo>
                  <a:lnTo>
                    <a:pt x="142" y="13582"/>
                  </a:lnTo>
                  <a:lnTo>
                    <a:pt x="182" y="12916"/>
                  </a:lnTo>
                  <a:lnTo>
                    <a:pt x="243" y="12250"/>
                  </a:lnTo>
                  <a:lnTo>
                    <a:pt x="404" y="10918"/>
                  </a:lnTo>
                  <a:lnTo>
                    <a:pt x="586" y="9586"/>
                  </a:lnTo>
                  <a:lnTo>
                    <a:pt x="788" y="8254"/>
                  </a:lnTo>
                  <a:lnTo>
                    <a:pt x="1252" y="5631"/>
                  </a:lnTo>
                  <a:lnTo>
                    <a:pt x="1454" y="4622"/>
                  </a:lnTo>
                  <a:lnTo>
                    <a:pt x="1555" y="4117"/>
                  </a:lnTo>
                  <a:lnTo>
                    <a:pt x="1676" y="3613"/>
                  </a:lnTo>
                  <a:lnTo>
                    <a:pt x="1837" y="3108"/>
                  </a:lnTo>
                  <a:lnTo>
                    <a:pt x="1999" y="2604"/>
                  </a:lnTo>
                  <a:lnTo>
                    <a:pt x="2200" y="2140"/>
                  </a:lnTo>
                  <a:lnTo>
                    <a:pt x="2442" y="1655"/>
                  </a:lnTo>
                  <a:lnTo>
                    <a:pt x="2584" y="1393"/>
                  </a:lnTo>
                  <a:lnTo>
                    <a:pt x="2745" y="1151"/>
                  </a:lnTo>
                  <a:lnTo>
                    <a:pt x="2927" y="949"/>
                  </a:lnTo>
                  <a:lnTo>
                    <a:pt x="3108" y="747"/>
                  </a:lnTo>
                  <a:lnTo>
                    <a:pt x="3290" y="586"/>
                  </a:lnTo>
                  <a:lnTo>
                    <a:pt x="3472" y="445"/>
                  </a:lnTo>
                  <a:lnTo>
                    <a:pt x="3673" y="324"/>
                  </a:lnTo>
                  <a:lnTo>
                    <a:pt x="3875" y="223"/>
                  </a:lnTo>
                  <a:lnTo>
                    <a:pt x="4077" y="162"/>
                  </a:lnTo>
                  <a:lnTo>
                    <a:pt x="4279" y="102"/>
                  </a:lnTo>
                  <a:lnTo>
                    <a:pt x="4481" y="81"/>
                  </a:lnTo>
                  <a:lnTo>
                    <a:pt x="4703" y="61"/>
                  </a:lnTo>
                  <a:close/>
                  <a:moveTo>
                    <a:pt x="4561" y="1"/>
                  </a:moveTo>
                  <a:lnTo>
                    <a:pt x="4319" y="21"/>
                  </a:lnTo>
                  <a:lnTo>
                    <a:pt x="4077" y="61"/>
                  </a:lnTo>
                  <a:lnTo>
                    <a:pt x="3855" y="142"/>
                  </a:lnTo>
                  <a:lnTo>
                    <a:pt x="3633" y="243"/>
                  </a:lnTo>
                  <a:lnTo>
                    <a:pt x="3431" y="364"/>
                  </a:lnTo>
                  <a:lnTo>
                    <a:pt x="3229" y="525"/>
                  </a:lnTo>
                  <a:lnTo>
                    <a:pt x="3048" y="687"/>
                  </a:lnTo>
                  <a:lnTo>
                    <a:pt x="2866" y="889"/>
                  </a:lnTo>
                  <a:lnTo>
                    <a:pt x="2685" y="1111"/>
                  </a:lnTo>
                  <a:lnTo>
                    <a:pt x="2523" y="1353"/>
                  </a:lnTo>
                  <a:lnTo>
                    <a:pt x="2362" y="1615"/>
                  </a:lnTo>
                  <a:lnTo>
                    <a:pt x="2120" y="2099"/>
                  </a:lnTo>
                  <a:lnTo>
                    <a:pt x="1918" y="2584"/>
                  </a:lnTo>
                  <a:lnTo>
                    <a:pt x="1756" y="3068"/>
                  </a:lnTo>
                  <a:lnTo>
                    <a:pt x="1615" y="3573"/>
                  </a:lnTo>
                  <a:lnTo>
                    <a:pt x="1474" y="4097"/>
                  </a:lnTo>
                  <a:lnTo>
                    <a:pt x="1373" y="4602"/>
                  </a:lnTo>
                  <a:lnTo>
                    <a:pt x="1171" y="5631"/>
                  </a:lnTo>
                  <a:lnTo>
                    <a:pt x="707" y="8254"/>
                  </a:lnTo>
                  <a:lnTo>
                    <a:pt x="505" y="9566"/>
                  </a:lnTo>
                  <a:lnTo>
                    <a:pt x="324" y="10898"/>
                  </a:lnTo>
                  <a:lnTo>
                    <a:pt x="162" y="12250"/>
                  </a:lnTo>
                  <a:lnTo>
                    <a:pt x="102" y="12916"/>
                  </a:lnTo>
                  <a:lnTo>
                    <a:pt x="61" y="13582"/>
                  </a:lnTo>
                  <a:lnTo>
                    <a:pt x="21" y="14268"/>
                  </a:lnTo>
                  <a:lnTo>
                    <a:pt x="1" y="14934"/>
                  </a:lnTo>
                  <a:lnTo>
                    <a:pt x="1" y="15600"/>
                  </a:lnTo>
                  <a:lnTo>
                    <a:pt x="21" y="16286"/>
                  </a:lnTo>
                  <a:lnTo>
                    <a:pt x="41" y="16710"/>
                  </a:lnTo>
                  <a:lnTo>
                    <a:pt x="81" y="17154"/>
                  </a:lnTo>
                  <a:lnTo>
                    <a:pt x="162" y="17618"/>
                  </a:lnTo>
                  <a:lnTo>
                    <a:pt x="263" y="18102"/>
                  </a:lnTo>
                  <a:lnTo>
                    <a:pt x="404" y="18587"/>
                  </a:lnTo>
                  <a:lnTo>
                    <a:pt x="546" y="19071"/>
                  </a:lnTo>
                  <a:lnTo>
                    <a:pt x="727" y="19575"/>
                  </a:lnTo>
                  <a:lnTo>
                    <a:pt x="929" y="20060"/>
                  </a:lnTo>
                  <a:lnTo>
                    <a:pt x="1151" y="20524"/>
                  </a:lnTo>
                  <a:lnTo>
                    <a:pt x="1393" y="20968"/>
                  </a:lnTo>
                  <a:lnTo>
                    <a:pt x="1655" y="21392"/>
                  </a:lnTo>
                  <a:lnTo>
                    <a:pt x="1958" y="21775"/>
                  </a:lnTo>
                  <a:lnTo>
                    <a:pt x="2261" y="22138"/>
                  </a:lnTo>
                  <a:lnTo>
                    <a:pt x="2604" y="22461"/>
                  </a:lnTo>
                  <a:lnTo>
                    <a:pt x="2765" y="22582"/>
                  </a:lnTo>
                  <a:lnTo>
                    <a:pt x="2947" y="22723"/>
                  </a:lnTo>
                  <a:lnTo>
                    <a:pt x="3129" y="22824"/>
                  </a:lnTo>
                  <a:lnTo>
                    <a:pt x="3330" y="22925"/>
                  </a:lnTo>
                  <a:lnTo>
                    <a:pt x="3593" y="23046"/>
                  </a:lnTo>
                  <a:lnTo>
                    <a:pt x="3875" y="23127"/>
                  </a:lnTo>
                  <a:lnTo>
                    <a:pt x="4158" y="23167"/>
                  </a:lnTo>
                  <a:lnTo>
                    <a:pt x="4460" y="23188"/>
                  </a:lnTo>
                  <a:lnTo>
                    <a:pt x="4723" y="23167"/>
                  </a:lnTo>
                  <a:lnTo>
                    <a:pt x="4985" y="23127"/>
                  </a:lnTo>
                  <a:lnTo>
                    <a:pt x="5268" y="23067"/>
                  </a:lnTo>
                  <a:lnTo>
                    <a:pt x="5550" y="22966"/>
                  </a:lnTo>
                  <a:lnTo>
                    <a:pt x="5813" y="22845"/>
                  </a:lnTo>
                  <a:lnTo>
                    <a:pt x="6095" y="22683"/>
                  </a:lnTo>
                  <a:lnTo>
                    <a:pt x="6378" y="22501"/>
                  </a:lnTo>
                  <a:lnTo>
                    <a:pt x="6680" y="22300"/>
                  </a:lnTo>
                  <a:lnTo>
                    <a:pt x="6922" y="22098"/>
                  </a:lnTo>
                  <a:lnTo>
                    <a:pt x="7144" y="21876"/>
                  </a:lnTo>
                  <a:lnTo>
                    <a:pt x="7346" y="21654"/>
                  </a:lnTo>
                  <a:lnTo>
                    <a:pt x="7548" y="21412"/>
                  </a:lnTo>
                  <a:lnTo>
                    <a:pt x="7730" y="21170"/>
                  </a:lnTo>
                  <a:lnTo>
                    <a:pt x="7911" y="20927"/>
                  </a:lnTo>
                  <a:lnTo>
                    <a:pt x="8053" y="20665"/>
                  </a:lnTo>
                  <a:lnTo>
                    <a:pt x="8214" y="20403"/>
                  </a:lnTo>
                  <a:lnTo>
                    <a:pt x="8476" y="19878"/>
                  </a:lnTo>
                  <a:lnTo>
                    <a:pt x="8698" y="19333"/>
                  </a:lnTo>
                  <a:lnTo>
                    <a:pt x="8880" y="18809"/>
                  </a:lnTo>
                  <a:lnTo>
                    <a:pt x="9041" y="18284"/>
                  </a:lnTo>
                  <a:lnTo>
                    <a:pt x="9283" y="17436"/>
                  </a:lnTo>
                  <a:lnTo>
                    <a:pt x="9485" y="16589"/>
                  </a:lnTo>
                  <a:lnTo>
                    <a:pt x="9667" y="15721"/>
                  </a:lnTo>
                  <a:lnTo>
                    <a:pt x="9808" y="14833"/>
                  </a:lnTo>
                  <a:lnTo>
                    <a:pt x="9909" y="13965"/>
                  </a:lnTo>
                  <a:lnTo>
                    <a:pt x="9990" y="13077"/>
                  </a:lnTo>
                  <a:lnTo>
                    <a:pt x="10030" y="12189"/>
                  </a:lnTo>
                  <a:lnTo>
                    <a:pt x="10030" y="11302"/>
                  </a:lnTo>
                  <a:lnTo>
                    <a:pt x="10010" y="10434"/>
                  </a:lnTo>
                  <a:lnTo>
                    <a:pt x="9949" y="9546"/>
                  </a:lnTo>
                  <a:lnTo>
                    <a:pt x="9869" y="8658"/>
                  </a:lnTo>
                  <a:lnTo>
                    <a:pt x="9727" y="7790"/>
                  </a:lnTo>
                  <a:lnTo>
                    <a:pt x="9566" y="6902"/>
                  </a:lnTo>
                  <a:lnTo>
                    <a:pt x="9384" y="6055"/>
                  </a:lnTo>
                  <a:lnTo>
                    <a:pt x="9162" y="5187"/>
                  </a:lnTo>
                  <a:lnTo>
                    <a:pt x="8900" y="4339"/>
                  </a:lnTo>
                  <a:lnTo>
                    <a:pt x="8759" y="3936"/>
                  </a:lnTo>
                  <a:lnTo>
                    <a:pt x="8618" y="3552"/>
                  </a:lnTo>
                  <a:lnTo>
                    <a:pt x="8476" y="3209"/>
                  </a:lnTo>
                  <a:lnTo>
                    <a:pt x="8315" y="2866"/>
                  </a:lnTo>
                  <a:lnTo>
                    <a:pt x="8153" y="2523"/>
                  </a:lnTo>
                  <a:lnTo>
                    <a:pt x="7972" y="2220"/>
                  </a:lnTo>
                  <a:lnTo>
                    <a:pt x="7790" y="1938"/>
                  </a:lnTo>
                  <a:lnTo>
                    <a:pt x="7609" y="1676"/>
                  </a:lnTo>
                  <a:lnTo>
                    <a:pt x="7407" y="1433"/>
                  </a:lnTo>
                  <a:lnTo>
                    <a:pt x="7225" y="1211"/>
                  </a:lnTo>
                  <a:lnTo>
                    <a:pt x="7003" y="990"/>
                  </a:lnTo>
                  <a:lnTo>
                    <a:pt x="6801" y="808"/>
                  </a:lnTo>
                  <a:lnTo>
                    <a:pt x="6579" y="646"/>
                  </a:lnTo>
                  <a:lnTo>
                    <a:pt x="6337" y="485"/>
                  </a:lnTo>
                  <a:lnTo>
                    <a:pt x="6095" y="344"/>
                  </a:lnTo>
                  <a:lnTo>
                    <a:pt x="5853" y="243"/>
                  </a:lnTo>
                  <a:lnTo>
                    <a:pt x="5591" y="142"/>
                  </a:lnTo>
                  <a:lnTo>
                    <a:pt x="5328" y="61"/>
                  </a:lnTo>
                  <a:lnTo>
                    <a:pt x="5066" y="21"/>
                  </a:lnTo>
                  <a:lnTo>
                    <a:pt x="4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2"/>
            <p:cNvSpPr/>
            <p:nvPr/>
          </p:nvSpPr>
          <p:spPr>
            <a:xfrm flipH="1">
              <a:off x="624664" y="-5010276"/>
              <a:ext cx="2123367" cy="1193681"/>
            </a:xfrm>
            <a:custGeom>
              <a:rect b="b" l="l" r="r" t="t"/>
              <a:pathLst>
                <a:path extrusionOk="0" h="21351" w="37980">
                  <a:moveTo>
                    <a:pt x="10776" y="81"/>
                  </a:moveTo>
                  <a:lnTo>
                    <a:pt x="11341" y="101"/>
                  </a:lnTo>
                  <a:lnTo>
                    <a:pt x="11927" y="121"/>
                  </a:lnTo>
                  <a:lnTo>
                    <a:pt x="12532" y="182"/>
                  </a:lnTo>
                  <a:lnTo>
                    <a:pt x="13178" y="222"/>
                  </a:lnTo>
                  <a:lnTo>
                    <a:pt x="13824" y="303"/>
                  </a:lnTo>
                  <a:lnTo>
                    <a:pt x="14510" y="404"/>
                  </a:lnTo>
                  <a:lnTo>
                    <a:pt x="15216" y="505"/>
                  </a:lnTo>
                  <a:lnTo>
                    <a:pt x="15943" y="626"/>
                  </a:lnTo>
                  <a:lnTo>
                    <a:pt x="16709" y="767"/>
                  </a:lnTo>
                  <a:lnTo>
                    <a:pt x="17496" y="949"/>
                  </a:lnTo>
                  <a:lnTo>
                    <a:pt x="18324" y="1130"/>
                  </a:lnTo>
                  <a:lnTo>
                    <a:pt x="19171" y="1332"/>
                  </a:lnTo>
                  <a:lnTo>
                    <a:pt x="20039" y="1554"/>
                  </a:lnTo>
                  <a:lnTo>
                    <a:pt x="20947" y="1796"/>
                  </a:lnTo>
                  <a:lnTo>
                    <a:pt x="21875" y="2059"/>
                  </a:lnTo>
                  <a:lnTo>
                    <a:pt x="23571" y="2583"/>
                  </a:lnTo>
                  <a:lnTo>
                    <a:pt x="24418" y="2866"/>
                  </a:lnTo>
                  <a:lnTo>
                    <a:pt x="25286" y="3148"/>
                  </a:lnTo>
                  <a:lnTo>
                    <a:pt x="26154" y="3471"/>
                  </a:lnTo>
                  <a:lnTo>
                    <a:pt x="27021" y="3794"/>
                  </a:lnTo>
                  <a:lnTo>
                    <a:pt x="27889" y="4157"/>
                  </a:lnTo>
                  <a:lnTo>
                    <a:pt x="28757" y="4541"/>
                  </a:lnTo>
                  <a:lnTo>
                    <a:pt x="29625" y="4944"/>
                  </a:lnTo>
                  <a:lnTo>
                    <a:pt x="30472" y="5368"/>
                  </a:lnTo>
                  <a:lnTo>
                    <a:pt x="31300" y="5832"/>
                  </a:lnTo>
                  <a:lnTo>
                    <a:pt x="32127" y="6317"/>
                  </a:lnTo>
                  <a:lnTo>
                    <a:pt x="32954" y="6841"/>
                  </a:lnTo>
                  <a:lnTo>
                    <a:pt x="33741" y="7406"/>
                  </a:lnTo>
                  <a:lnTo>
                    <a:pt x="34508" y="7992"/>
                  </a:lnTo>
                  <a:lnTo>
                    <a:pt x="35255" y="8637"/>
                  </a:lnTo>
                  <a:lnTo>
                    <a:pt x="35638" y="8980"/>
                  </a:lnTo>
                  <a:lnTo>
                    <a:pt x="36001" y="9344"/>
                  </a:lnTo>
                  <a:lnTo>
                    <a:pt x="36345" y="9687"/>
                  </a:lnTo>
                  <a:lnTo>
                    <a:pt x="36627" y="10030"/>
                  </a:lnTo>
                  <a:lnTo>
                    <a:pt x="36910" y="10373"/>
                  </a:lnTo>
                  <a:lnTo>
                    <a:pt x="37132" y="10696"/>
                  </a:lnTo>
                  <a:lnTo>
                    <a:pt x="37354" y="11039"/>
                  </a:lnTo>
                  <a:lnTo>
                    <a:pt x="37535" y="11382"/>
                  </a:lnTo>
                  <a:lnTo>
                    <a:pt x="37656" y="11624"/>
                  </a:lnTo>
                  <a:lnTo>
                    <a:pt x="37737" y="11846"/>
                  </a:lnTo>
                  <a:lnTo>
                    <a:pt x="37818" y="12068"/>
                  </a:lnTo>
                  <a:lnTo>
                    <a:pt x="37858" y="12290"/>
                  </a:lnTo>
                  <a:lnTo>
                    <a:pt x="37898" y="12492"/>
                  </a:lnTo>
                  <a:lnTo>
                    <a:pt x="37898" y="12694"/>
                  </a:lnTo>
                  <a:lnTo>
                    <a:pt x="37878" y="12875"/>
                  </a:lnTo>
                  <a:lnTo>
                    <a:pt x="37838" y="13057"/>
                  </a:lnTo>
                  <a:lnTo>
                    <a:pt x="37757" y="13259"/>
                  </a:lnTo>
                  <a:lnTo>
                    <a:pt x="37636" y="13460"/>
                  </a:lnTo>
                  <a:lnTo>
                    <a:pt x="37495" y="13662"/>
                  </a:lnTo>
                  <a:lnTo>
                    <a:pt x="37313" y="13824"/>
                  </a:lnTo>
                  <a:lnTo>
                    <a:pt x="37111" y="13985"/>
                  </a:lnTo>
                  <a:lnTo>
                    <a:pt x="36869" y="14106"/>
                  </a:lnTo>
                  <a:lnTo>
                    <a:pt x="36627" y="14207"/>
                  </a:lnTo>
                  <a:lnTo>
                    <a:pt x="36365" y="14288"/>
                  </a:lnTo>
                  <a:lnTo>
                    <a:pt x="36102" y="14328"/>
                  </a:lnTo>
                  <a:lnTo>
                    <a:pt x="35860" y="14368"/>
                  </a:lnTo>
                  <a:lnTo>
                    <a:pt x="35336" y="14368"/>
                  </a:lnTo>
                  <a:lnTo>
                    <a:pt x="34831" y="14328"/>
                  </a:lnTo>
                  <a:lnTo>
                    <a:pt x="34327" y="14268"/>
                  </a:lnTo>
                  <a:lnTo>
                    <a:pt x="34306" y="14268"/>
                  </a:lnTo>
                  <a:lnTo>
                    <a:pt x="32934" y="14106"/>
                  </a:lnTo>
                  <a:lnTo>
                    <a:pt x="31501" y="13945"/>
                  </a:lnTo>
                  <a:lnTo>
                    <a:pt x="30028" y="13803"/>
                  </a:lnTo>
                  <a:lnTo>
                    <a:pt x="28535" y="13682"/>
                  </a:lnTo>
                  <a:lnTo>
                    <a:pt x="26981" y="13561"/>
                  </a:lnTo>
                  <a:lnTo>
                    <a:pt x="25387" y="13481"/>
                  </a:lnTo>
                  <a:lnTo>
                    <a:pt x="23772" y="13420"/>
                  </a:lnTo>
                  <a:lnTo>
                    <a:pt x="22138" y="13400"/>
                  </a:lnTo>
                  <a:lnTo>
                    <a:pt x="20483" y="13420"/>
                  </a:lnTo>
                  <a:lnTo>
                    <a:pt x="18788" y="13460"/>
                  </a:lnTo>
                  <a:lnTo>
                    <a:pt x="17093" y="13561"/>
                  </a:lnTo>
                  <a:lnTo>
                    <a:pt x="16245" y="13622"/>
                  </a:lnTo>
                  <a:lnTo>
                    <a:pt x="15398" y="13703"/>
                  </a:lnTo>
                  <a:lnTo>
                    <a:pt x="14530" y="13803"/>
                  </a:lnTo>
                  <a:lnTo>
                    <a:pt x="13682" y="13904"/>
                  </a:lnTo>
                  <a:lnTo>
                    <a:pt x="12815" y="14025"/>
                  </a:lnTo>
                  <a:lnTo>
                    <a:pt x="11967" y="14146"/>
                  </a:lnTo>
                  <a:lnTo>
                    <a:pt x="11099" y="14308"/>
                  </a:lnTo>
                  <a:lnTo>
                    <a:pt x="10252" y="14469"/>
                  </a:lnTo>
                  <a:lnTo>
                    <a:pt x="9384" y="14651"/>
                  </a:lnTo>
                  <a:lnTo>
                    <a:pt x="8536" y="14833"/>
                  </a:lnTo>
                  <a:lnTo>
                    <a:pt x="7992" y="14974"/>
                  </a:lnTo>
                  <a:lnTo>
                    <a:pt x="7467" y="15115"/>
                  </a:lnTo>
                  <a:lnTo>
                    <a:pt x="6922" y="15277"/>
                  </a:lnTo>
                  <a:lnTo>
                    <a:pt x="6397" y="15458"/>
                  </a:lnTo>
                  <a:lnTo>
                    <a:pt x="5873" y="15660"/>
                  </a:lnTo>
                  <a:lnTo>
                    <a:pt x="5368" y="15902"/>
                  </a:lnTo>
                  <a:lnTo>
                    <a:pt x="4864" y="16164"/>
                  </a:lnTo>
                  <a:lnTo>
                    <a:pt x="4379" y="16467"/>
                  </a:lnTo>
                  <a:lnTo>
                    <a:pt x="4137" y="16649"/>
                  </a:lnTo>
                  <a:lnTo>
                    <a:pt x="3875" y="16851"/>
                  </a:lnTo>
                  <a:lnTo>
                    <a:pt x="3613" y="17073"/>
                  </a:lnTo>
                  <a:lnTo>
                    <a:pt x="3350" y="17335"/>
                  </a:lnTo>
                  <a:lnTo>
                    <a:pt x="3108" y="17617"/>
                  </a:lnTo>
                  <a:lnTo>
                    <a:pt x="2866" y="17940"/>
                  </a:lnTo>
                  <a:lnTo>
                    <a:pt x="2644" y="18283"/>
                  </a:lnTo>
                  <a:lnTo>
                    <a:pt x="2462" y="18667"/>
                  </a:lnTo>
                  <a:lnTo>
                    <a:pt x="2382" y="18889"/>
                  </a:lnTo>
                  <a:lnTo>
                    <a:pt x="2341" y="19131"/>
                  </a:lnTo>
                  <a:lnTo>
                    <a:pt x="2260" y="19635"/>
                  </a:lnTo>
                  <a:lnTo>
                    <a:pt x="2220" y="19918"/>
                  </a:lnTo>
                  <a:lnTo>
                    <a:pt x="2180" y="20201"/>
                  </a:lnTo>
                  <a:lnTo>
                    <a:pt x="2099" y="20463"/>
                  </a:lnTo>
                  <a:lnTo>
                    <a:pt x="2059" y="20584"/>
                  </a:lnTo>
                  <a:lnTo>
                    <a:pt x="1998" y="20705"/>
                  </a:lnTo>
                  <a:lnTo>
                    <a:pt x="1897" y="20846"/>
                  </a:lnTo>
                  <a:lnTo>
                    <a:pt x="1816" y="20988"/>
                  </a:lnTo>
                  <a:lnTo>
                    <a:pt x="1716" y="21088"/>
                  </a:lnTo>
                  <a:lnTo>
                    <a:pt x="1615" y="21169"/>
                  </a:lnTo>
                  <a:lnTo>
                    <a:pt x="1514" y="21210"/>
                  </a:lnTo>
                  <a:lnTo>
                    <a:pt x="1413" y="21250"/>
                  </a:lnTo>
                  <a:lnTo>
                    <a:pt x="1312" y="21270"/>
                  </a:lnTo>
                  <a:lnTo>
                    <a:pt x="1211" y="21250"/>
                  </a:lnTo>
                  <a:lnTo>
                    <a:pt x="1110" y="21210"/>
                  </a:lnTo>
                  <a:lnTo>
                    <a:pt x="1009" y="21149"/>
                  </a:lnTo>
                  <a:lnTo>
                    <a:pt x="908" y="21068"/>
                  </a:lnTo>
                  <a:lnTo>
                    <a:pt x="807" y="20967"/>
                  </a:lnTo>
                  <a:lnTo>
                    <a:pt x="707" y="20846"/>
                  </a:lnTo>
                  <a:lnTo>
                    <a:pt x="626" y="20725"/>
                  </a:lnTo>
                  <a:lnTo>
                    <a:pt x="464" y="20422"/>
                  </a:lnTo>
                  <a:lnTo>
                    <a:pt x="323" y="20100"/>
                  </a:lnTo>
                  <a:lnTo>
                    <a:pt x="222" y="19777"/>
                  </a:lnTo>
                  <a:lnTo>
                    <a:pt x="162" y="19454"/>
                  </a:lnTo>
                  <a:lnTo>
                    <a:pt x="121" y="19151"/>
                  </a:lnTo>
                  <a:lnTo>
                    <a:pt x="101" y="18223"/>
                  </a:lnTo>
                  <a:lnTo>
                    <a:pt x="81" y="17274"/>
                  </a:lnTo>
                  <a:lnTo>
                    <a:pt x="81" y="16326"/>
                  </a:lnTo>
                  <a:lnTo>
                    <a:pt x="101" y="15377"/>
                  </a:lnTo>
                  <a:lnTo>
                    <a:pt x="142" y="14449"/>
                  </a:lnTo>
                  <a:lnTo>
                    <a:pt x="182" y="13501"/>
                  </a:lnTo>
                  <a:lnTo>
                    <a:pt x="263" y="12572"/>
                  </a:lnTo>
                  <a:lnTo>
                    <a:pt x="343" y="11624"/>
                  </a:lnTo>
                  <a:lnTo>
                    <a:pt x="444" y="10696"/>
                  </a:lnTo>
                  <a:lnTo>
                    <a:pt x="545" y="9747"/>
                  </a:lnTo>
                  <a:lnTo>
                    <a:pt x="686" y="8819"/>
                  </a:lnTo>
                  <a:lnTo>
                    <a:pt x="828" y="7891"/>
                  </a:lnTo>
                  <a:lnTo>
                    <a:pt x="989" y="6962"/>
                  </a:lnTo>
                  <a:lnTo>
                    <a:pt x="1171" y="6034"/>
                  </a:lnTo>
                  <a:lnTo>
                    <a:pt x="1373" y="5126"/>
                  </a:lnTo>
                  <a:lnTo>
                    <a:pt x="1574" y="4198"/>
                  </a:lnTo>
                  <a:lnTo>
                    <a:pt x="1736" y="3572"/>
                  </a:lnTo>
                  <a:lnTo>
                    <a:pt x="1837" y="3269"/>
                  </a:lnTo>
                  <a:lnTo>
                    <a:pt x="1958" y="2967"/>
                  </a:lnTo>
                  <a:lnTo>
                    <a:pt x="2079" y="2664"/>
                  </a:lnTo>
                  <a:lnTo>
                    <a:pt x="2220" y="2402"/>
                  </a:lnTo>
                  <a:lnTo>
                    <a:pt x="2402" y="2139"/>
                  </a:lnTo>
                  <a:lnTo>
                    <a:pt x="2604" y="1897"/>
                  </a:lnTo>
                  <a:lnTo>
                    <a:pt x="2825" y="1695"/>
                  </a:lnTo>
                  <a:lnTo>
                    <a:pt x="3068" y="1514"/>
                  </a:lnTo>
                  <a:lnTo>
                    <a:pt x="3330" y="1352"/>
                  </a:lnTo>
                  <a:lnTo>
                    <a:pt x="3592" y="1211"/>
                  </a:lnTo>
                  <a:lnTo>
                    <a:pt x="3875" y="1090"/>
                  </a:lnTo>
                  <a:lnTo>
                    <a:pt x="4157" y="989"/>
                  </a:lnTo>
                  <a:lnTo>
                    <a:pt x="4702" y="807"/>
                  </a:lnTo>
                  <a:lnTo>
                    <a:pt x="5247" y="666"/>
                  </a:lnTo>
                  <a:lnTo>
                    <a:pt x="5832" y="525"/>
                  </a:lnTo>
                  <a:lnTo>
                    <a:pt x="6458" y="404"/>
                  </a:lnTo>
                  <a:lnTo>
                    <a:pt x="7104" y="303"/>
                  </a:lnTo>
                  <a:lnTo>
                    <a:pt x="7810" y="202"/>
                  </a:lnTo>
                  <a:lnTo>
                    <a:pt x="8577" y="142"/>
                  </a:lnTo>
                  <a:lnTo>
                    <a:pt x="9384" y="81"/>
                  </a:lnTo>
                  <a:close/>
                  <a:moveTo>
                    <a:pt x="9848" y="0"/>
                  </a:moveTo>
                  <a:lnTo>
                    <a:pt x="9303" y="20"/>
                  </a:lnTo>
                  <a:lnTo>
                    <a:pt x="8758" y="41"/>
                  </a:lnTo>
                  <a:lnTo>
                    <a:pt x="8234" y="81"/>
                  </a:lnTo>
                  <a:lnTo>
                    <a:pt x="7709" y="142"/>
                  </a:lnTo>
                  <a:lnTo>
                    <a:pt x="7184" y="202"/>
                  </a:lnTo>
                  <a:lnTo>
                    <a:pt x="6680" y="283"/>
                  </a:lnTo>
                  <a:lnTo>
                    <a:pt x="6175" y="384"/>
                  </a:lnTo>
                  <a:lnTo>
                    <a:pt x="5671" y="485"/>
                  </a:lnTo>
                  <a:lnTo>
                    <a:pt x="5166" y="606"/>
                  </a:lnTo>
                  <a:lnTo>
                    <a:pt x="4682" y="727"/>
                  </a:lnTo>
                  <a:lnTo>
                    <a:pt x="4117" y="908"/>
                  </a:lnTo>
                  <a:lnTo>
                    <a:pt x="3834" y="1009"/>
                  </a:lnTo>
                  <a:lnTo>
                    <a:pt x="3552" y="1130"/>
                  </a:lnTo>
                  <a:lnTo>
                    <a:pt x="3269" y="1272"/>
                  </a:lnTo>
                  <a:lnTo>
                    <a:pt x="3007" y="1433"/>
                  </a:lnTo>
                  <a:lnTo>
                    <a:pt x="2765" y="1635"/>
                  </a:lnTo>
                  <a:lnTo>
                    <a:pt x="2543" y="1837"/>
                  </a:lnTo>
                  <a:lnTo>
                    <a:pt x="2341" y="2079"/>
                  </a:lnTo>
                  <a:lnTo>
                    <a:pt x="2160" y="2341"/>
                  </a:lnTo>
                  <a:lnTo>
                    <a:pt x="1998" y="2624"/>
                  </a:lnTo>
                  <a:lnTo>
                    <a:pt x="1877" y="2926"/>
                  </a:lnTo>
                  <a:lnTo>
                    <a:pt x="1776" y="3229"/>
                  </a:lnTo>
                  <a:lnTo>
                    <a:pt x="1675" y="3552"/>
                  </a:lnTo>
                  <a:lnTo>
                    <a:pt x="1514" y="4178"/>
                  </a:lnTo>
                  <a:lnTo>
                    <a:pt x="1292" y="5106"/>
                  </a:lnTo>
                  <a:lnTo>
                    <a:pt x="1090" y="6014"/>
                  </a:lnTo>
                  <a:lnTo>
                    <a:pt x="908" y="6942"/>
                  </a:lnTo>
                  <a:lnTo>
                    <a:pt x="747" y="7870"/>
                  </a:lnTo>
                  <a:lnTo>
                    <a:pt x="606" y="8819"/>
                  </a:lnTo>
                  <a:lnTo>
                    <a:pt x="485" y="9747"/>
                  </a:lnTo>
                  <a:lnTo>
                    <a:pt x="364" y="10676"/>
                  </a:lnTo>
                  <a:lnTo>
                    <a:pt x="263" y="11624"/>
                  </a:lnTo>
                  <a:lnTo>
                    <a:pt x="182" y="12552"/>
                  </a:lnTo>
                  <a:lnTo>
                    <a:pt x="101" y="13501"/>
                  </a:lnTo>
                  <a:lnTo>
                    <a:pt x="61" y="14449"/>
                  </a:lnTo>
                  <a:lnTo>
                    <a:pt x="20" y="15377"/>
                  </a:lnTo>
                  <a:lnTo>
                    <a:pt x="0" y="16326"/>
                  </a:lnTo>
                  <a:lnTo>
                    <a:pt x="0" y="17274"/>
                  </a:lnTo>
                  <a:lnTo>
                    <a:pt x="20" y="18223"/>
                  </a:lnTo>
                  <a:lnTo>
                    <a:pt x="41" y="19171"/>
                  </a:lnTo>
                  <a:lnTo>
                    <a:pt x="81" y="19474"/>
                  </a:lnTo>
                  <a:lnTo>
                    <a:pt x="162" y="19797"/>
                  </a:lnTo>
                  <a:lnTo>
                    <a:pt x="263" y="20140"/>
                  </a:lnTo>
                  <a:lnTo>
                    <a:pt x="404" y="20483"/>
                  </a:lnTo>
                  <a:lnTo>
                    <a:pt x="565" y="20766"/>
                  </a:lnTo>
                  <a:lnTo>
                    <a:pt x="666" y="20907"/>
                  </a:lnTo>
                  <a:lnTo>
                    <a:pt x="767" y="21028"/>
                  </a:lnTo>
                  <a:lnTo>
                    <a:pt x="868" y="21129"/>
                  </a:lnTo>
                  <a:lnTo>
                    <a:pt x="969" y="21210"/>
                  </a:lnTo>
                  <a:lnTo>
                    <a:pt x="1070" y="21290"/>
                  </a:lnTo>
                  <a:lnTo>
                    <a:pt x="1191" y="21331"/>
                  </a:lnTo>
                  <a:lnTo>
                    <a:pt x="1332" y="21351"/>
                  </a:lnTo>
                  <a:lnTo>
                    <a:pt x="1433" y="21331"/>
                  </a:lnTo>
                  <a:lnTo>
                    <a:pt x="1514" y="21310"/>
                  </a:lnTo>
                  <a:lnTo>
                    <a:pt x="1615" y="21250"/>
                  </a:lnTo>
                  <a:lnTo>
                    <a:pt x="1716" y="21189"/>
                  </a:lnTo>
                  <a:lnTo>
                    <a:pt x="1796" y="21109"/>
                  </a:lnTo>
                  <a:lnTo>
                    <a:pt x="1897" y="21008"/>
                  </a:lnTo>
                  <a:lnTo>
                    <a:pt x="2059" y="20745"/>
                  </a:lnTo>
                  <a:lnTo>
                    <a:pt x="2119" y="20624"/>
                  </a:lnTo>
                  <a:lnTo>
                    <a:pt x="2180" y="20503"/>
                  </a:lnTo>
                  <a:lnTo>
                    <a:pt x="2260" y="20221"/>
                  </a:lnTo>
                  <a:lnTo>
                    <a:pt x="2301" y="19938"/>
                  </a:lnTo>
                  <a:lnTo>
                    <a:pt x="2341" y="19635"/>
                  </a:lnTo>
                  <a:lnTo>
                    <a:pt x="2422" y="19151"/>
                  </a:lnTo>
                  <a:lnTo>
                    <a:pt x="2462" y="18909"/>
                  </a:lnTo>
                  <a:lnTo>
                    <a:pt x="2543" y="18687"/>
                  </a:lnTo>
                  <a:lnTo>
                    <a:pt x="2725" y="18324"/>
                  </a:lnTo>
                  <a:lnTo>
                    <a:pt x="2926" y="17981"/>
                  </a:lnTo>
                  <a:lnTo>
                    <a:pt x="3169" y="17678"/>
                  </a:lnTo>
                  <a:lnTo>
                    <a:pt x="3411" y="17395"/>
                  </a:lnTo>
                  <a:lnTo>
                    <a:pt x="3673" y="17133"/>
                  </a:lnTo>
                  <a:lnTo>
                    <a:pt x="3935" y="16911"/>
                  </a:lnTo>
                  <a:lnTo>
                    <a:pt x="4198" y="16709"/>
                  </a:lnTo>
                  <a:lnTo>
                    <a:pt x="4440" y="16528"/>
                  </a:lnTo>
                  <a:lnTo>
                    <a:pt x="4904" y="16245"/>
                  </a:lnTo>
                  <a:lnTo>
                    <a:pt x="5388" y="15983"/>
                  </a:lnTo>
                  <a:lnTo>
                    <a:pt x="5913" y="15741"/>
                  </a:lnTo>
                  <a:lnTo>
                    <a:pt x="6418" y="15539"/>
                  </a:lnTo>
                  <a:lnTo>
                    <a:pt x="6962" y="15357"/>
                  </a:lnTo>
                  <a:lnTo>
                    <a:pt x="7487" y="15196"/>
                  </a:lnTo>
                  <a:lnTo>
                    <a:pt x="8032" y="15055"/>
                  </a:lnTo>
                  <a:lnTo>
                    <a:pt x="8557" y="14913"/>
                  </a:lnTo>
                  <a:lnTo>
                    <a:pt x="9404" y="14732"/>
                  </a:lnTo>
                  <a:lnTo>
                    <a:pt x="10272" y="14550"/>
                  </a:lnTo>
                  <a:lnTo>
                    <a:pt x="11119" y="14389"/>
                  </a:lnTo>
                  <a:lnTo>
                    <a:pt x="11987" y="14227"/>
                  </a:lnTo>
                  <a:lnTo>
                    <a:pt x="12835" y="14106"/>
                  </a:lnTo>
                  <a:lnTo>
                    <a:pt x="13703" y="13985"/>
                  </a:lnTo>
                  <a:lnTo>
                    <a:pt x="14550" y="13884"/>
                  </a:lnTo>
                  <a:lnTo>
                    <a:pt x="15398" y="13783"/>
                  </a:lnTo>
                  <a:lnTo>
                    <a:pt x="16265" y="13703"/>
                  </a:lnTo>
                  <a:lnTo>
                    <a:pt x="17113" y="13642"/>
                  </a:lnTo>
                  <a:lnTo>
                    <a:pt x="18808" y="13541"/>
                  </a:lnTo>
                  <a:lnTo>
                    <a:pt x="20483" y="13501"/>
                  </a:lnTo>
                  <a:lnTo>
                    <a:pt x="22138" y="13481"/>
                  </a:lnTo>
                  <a:lnTo>
                    <a:pt x="23772" y="13501"/>
                  </a:lnTo>
                  <a:lnTo>
                    <a:pt x="25387" y="13561"/>
                  </a:lnTo>
                  <a:lnTo>
                    <a:pt x="26981" y="13642"/>
                  </a:lnTo>
                  <a:lnTo>
                    <a:pt x="28515" y="13763"/>
                  </a:lnTo>
                  <a:lnTo>
                    <a:pt x="30028" y="13884"/>
                  </a:lnTo>
                  <a:lnTo>
                    <a:pt x="31501" y="14025"/>
                  </a:lnTo>
                  <a:lnTo>
                    <a:pt x="32934" y="14187"/>
                  </a:lnTo>
                  <a:lnTo>
                    <a:pt x="34306" y="14348"/>
                  </a:lnTo>
                  <a:lnTo>
                    <a:pt x="34831" y="14409"/>
                  </a:lnTo>
                  <a:lnTo>
                    <a:pt x="35356" y="14449"/>
                  </a:lnTo>
                  <a:lnTo>
                    <a:pt x="35860" y="14449"/>
                  </a:lnTo>
                  <a:lnTo>
                    <a:pt x="36123" y="14409"/>
                  </a:lnTo>
                  <a:lnTo>
                    <a:pt x="36385" y="14368"/>
                  </a:lnTo>
                  <a:lnTo>
                    <a:pt x="36647" y="14288"/>
                  </a:lnTo>
                  <a:lnTo>
                    <a:pt x="36910" y="14187"/>
                  </a:lnTo>
                  <a:lnTo>
                    <a:pt x="37152" y="14046"/>
                  </a:lnTo>
                  <a:lnTo>
                    <a:pt x="37374" y="13884"/>
                  </a:lnTo>
                  <a:lnTo>
                    <a:pt x="37555" y="13703"/>
                  </a:lnTo>
                  <a:lnTo>
                    <a:pt x="37717" y="13501"/>
                  </a:lnTo>
                  <a:lnTo>
                    <a:pt x="37838" y="13299"/>
                  </a:lnTo>
                  <a:lnTo>
                    <a:pt x="37919" y="13077"/>
                  </a:lnTo>
                  <a:lnTo>
                    <a:pt x="37959" y="12895"/>
                  </a:lnTo>
                  <a:lnTo>
                    <a:pt x="37979" y="12694"/>
                  </a:lnTo>
                  <a:lnTo>
                    <a:pt x="37979" y="12492"/>
                  </a:lnTo>
                  <a:lnTo>
                    <a:pt x="37939" y="12290"/>
                  </a:lnTo>
                  <a:lnTo>
                    <a:pt x="37898" y="12068"/>
                  </a:lnTo>
                  <a:lnTo>
                    <a:pt x="37818" y="11826"/>
                  </a:lnTo>
                  <a:lnTo>
                    <a:pt x="37737" y="11604"/>
                  </a:lnTo>
                  <a:lnTo>
                    <a:pt x="37616" y="11341"/>
                  </a:lnTo>
                  <a:lnTo>
                    <a:pt x="37414" y="10998"/>
                  </a:lnTo>
                  <a:lnTo>
                    <a:pt x="37212" y="10655"/>
                  </a:lnTo>
                  <a:lnTo>
                    <a:pt x="36970" y="10312"/>
                  </a:lnTo>
                  <a:lnTo>
                    <a:pt x="36708" y="9969"/>
                  </a:lnTo>
                  <a:lnTo>
                    <a:pt x="36405" y="9626"/>
                  </a:lnTo>
                  <a:lnTo>
                    <a:pt x="36062" y="9283"/>
                  </a:lnTo>
                  <a:lnTo>
                    <a:pt x="35699" y="8920"/>
                  </a:lnTo>
                  <a:lnTo>
                    <a:pt x="35315" y="8577"/>
                  </a:lnTo>
                  <a:lnTo>
                    <a:pt x="34569" y="7931"/>
                  </a:lnTo>
                  <a:lnTo>
                    <a:pt x="33782" y="7346"/>
                  </a:lnTo>
                  <a:lnTo>
                    <a:pt x="32995" y="6781"/>
                  </a:lnTo>
                  <a:lnTo>
                    <a:pt x="32187" y="6256"/>
                  </a:lnTo>
                  <a:lnTo>
                    <a:pt x="31360" y="5772"/>
                  </a:lnTo>
                  <a:lnTo>
                    <a:pt x="30512" y="5308"/>
                  </a:lnTo>
                  <a:lnTo>
                    <a:pt x="29665" y="4864"/>
                  </a:lnTo>
                  <a:lnTo>
                    <a:pt x="28797" y="4460"/>
                  </a:lnTo>
                  <a:lnTo>
                    <a:pt x="27929" y="4077"/>
                  </a:lnTo>
                  <a:lnTo>
                    <a:pt x="27062" y="3734"/>
                  </a:lnTo>
                  <a:lnTo>
                    <a:pt x="26194" y="3390"/>
                  </a:lnTo>
                  <a:lnTo>
                    <a:pt x="25306" y="3088"/>
                  </a:lnTo>
                  <a:lnTo>
                    <a:pt x="24458" y="2785"/>
                  </a:lnTo>
                  <a:lnTo>
                    <a:pt x="23591" y="2503"/>
                  </a:lnTo>
                  <a:lnTo>
                    <a:pt x="21896" y="1998"/>
                  </a:lnTo>
                  <a:lnTo>
                    <a:pt x="20685" y="1635"/>
                  </a:lnTo>
                  <a:lnTo>
                    <a:pt x="19494" y="1332"/>
                  </a:lnTo>
                  <a:lnTo>
                    <a:pt x="18364" y="1050"/>
                  </a:lnTo>
                  <a:lnTo>
                    <a:pt x="17295" y="807"/>
                  </a:lnTo>
                  <a:lnTo>
                    <a:pt x="16245" y="585"/>
                  </a:lnTo>
                  <a:lnTo>
                    <a:pt x="15236" y="404"/>
                  </a:lnTo>
                  <a:lnTo>
                    <a:pt x="14268" y="263"/>
                  </a:lnTo>
                  <a:lnTo>
                    <a:pt x="13299" y="162"/>
                  </a:lnTo>
                  <a:lnTo>
                    <a:pt x="12128" y="61"/>
                  </a:lnTo>
                  <a:lnTo>
                    <a:pt x="10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42"/>
            <p:cNvSpPr/>
            <p:nvPr/>
          </p:nvSpPr>
          <p:spPr>
            <a:xfrm flipH="1">
              <a:off x="1840885" y="-3884377"/>
              <a:ext cx="415281" cy="285520"/>
            </a:xfrm>
            <a:custGeom>
              <a:rect b="b" l="l" r="r" t="t"/>
              <a:pathLst>
                <a:path extrusionOk="0" h="5107" w="7428">
                  <a:moveTo>
                    <a:pt x="7124" y="82"/>
                  </a:moveTo>
                  <a:lnTo>
                    <a:pt x="7205" y="102"/>
                  </a:lnTo>
                  <a:lnTo>
                    <a:pt x="7286" y="142"/>
                  </a:lnTo>
                  <a:lnTo>
                    <a:pt x="7326" y="223"/>
                  </a:lnTo>
                  <a:lnTo>
                    <a:pt x="7346" y="344"/>
                  </a:lnTo>
                  <a:lnTo>
                    <a:pt x="7346" y="485"/>
                  </a:lnTo>
                  <a:lnTo>
                    <a:pt x="7306" y="647"/>
                  </a:lnTo>
                  <a:lnTo>
                    <a:pt x="7225" y="808"/>
                  </a:lnTo>
                  <a:lnTo>
                    <a:pt x="7064" y="1212"/>
                  </a:lnTo>
                  <a:lnTo>
                    <a:pt x="6842" y="1615"/>
                  </a:lnTo>
                  <a:lnTo>
                    <a:pt x="6600" y="1999"/>
                  </a:lnTo>
                  <a:lnTo>
                    <a:pt x="6357" y="2362"/>
                  </a:lnTo>
                  <a:lnTo>
                    <a:pt x="6055" y="2786"/>
                  </a:lnTo>
                  <a:lnTo>
                    <a:pt x="5732" y="3149"/>
                  </a:lnTo>
                  <a:lnTo>
                    <a:pt x="5389" y="3472"/>
                  </a:lnTo>
                  <a:lnTo>
                    <a:pt x="5026" y="3775"/>
                  </a:lnTo>
                  <a:lnTo>
                    <a:pt x="4642" y="4037"/>
                  </a:lnTo>
                  <a:lnTo>
                    <a:pt x="4259" y="4279"/>
                  </a:lnTo>
                  <a:lnTo>
                    <a:pt x="3835" y="4501"/>
                  </a:lnTo>
                  <a:lnTo>
                    <a:pt x="3411" y="4683"/>
                  </a:lnTo>
                  <a:lnTo>
                    <a:pt x="2987" y="4824"/>
                  </a:lnTo>
                  <a:lnTo>
                    <a:pt x="2745" y="4905"/>
                  </a:lnTo>
                  <a:lnTo>
                    <a:pt x="2463" y="4965"/>
                  </a:lnTo>
                  <a:lnTo>
                    <a:pt x="2160" y="5006"/>
                  </a:lnTo>
                  <a:lnTo>
                    <a:pt x="1837" y="5026"/>
                  </a:lnTo>
                  <a:lnTo>
                    <a:pt x="1514" y="5006"/>
                  </a:lnTo>
                  <a:lnTo>
                    <a:pt x="1353" y="4965"/>
                  </a:lnTo>
                  <a:lnTo>
                    <a:pt x="1171" y="4945"/>
                  </a:lnTo>
                  <a:lnTo>
                    <a:pt x="1010" y="4885"/>
                  </a:lnTo>
                  <a:lnTo>
                    <a:pt x="848" y="4824"/>
                  </a:lnTo>
                  <a:lnTo>
                    <a:pt x="707" y="4743"/>
                  </a:lnTo>
                  <a:lnTo>
                    <a:pt x="546" y="4642"/>
                  </a:lnTo>
                  <a:lnTo>
                    <a:pt x="445" y="4562"/>
                  </a:lnTo>
                  <a:lnTo>
                    <a:pt x="364" y="4461"/>
                  </a:lnTo>
                  <a:lnTo>
                    <a:pt x="283" y="4380"/>
                  </a:lnTo>
                  <a:lnTo>
                    <a:pt x="203" y="4279"/>
                  </a:lnTo>
                  <a:lnTo>
                    <a:pt x="162" y="4178"/>
                  </a:lnTo>
                  <a:lnTo>
                    <a:pt x="122" y="4057"/>
                  </a:lnTo>
                  <a:lnTo>
                    <a:pt x="81" y="3956"/>
                  </a:lnTo>
                  <a:lnTo>
                    <a:pt x="81" y="3855"/>
                  </a:lnTo>
                  <a:lnTo>
                    <a:pt x="81" y="3654"/>
                  </a:lnTo>
                  <a:lnTo>
                    <a:pt x="142" y="3492"/>
                  </a:lnTo>
                  <a:lnTo>
                    <a:pt x="243" y="3331"/>
                  </a:lnTo>
                  <a:lnTo>
                    <a:pt x="364" y="3169"/>
                  </a:lnTo>
                  <a:lnTo>
                    <a:pt x="505" y="3028"/>
                  </a:lnTo>
                  <a:lnTo>
                    <a:pt x="647" y="2907"/>
                  </a:lnTo>
                  <a:lnTo>
                    <a:pt x="949" y="2685"/>
                  </a:lnTo>
                  <a:lnTo>
                    <a:pt x="1656" y="2261"/>
                  </a:lnTo>
                  <a:lnTo>
                    <a:pt x="2362" y="1858"/>
                  </a:lnTo>
                  <a:lnTo>
                    <a:pt x="3088" y="1474"/>
                  </a:lnTo>
                  <a:lnTo>
                    <a:pt x="3835" y="1131"/>
                  </a:lnTo>
                  <a:lnTo>
                    <a:pt x="4602" y="828"/>
                  </a:lnTo>
                  <a:lnTo>
                    <a:pt x="5369" y="566"/>
                  </a:lnTo>
                  <a:lnTo>
                    <a:pt x="6156" y="324"/>
                  </a:lnTo>
                  <a:lnTo>
                    <a:pt x="6943" y="122"/>
                  </a:lnTo>
                  <a:lnTo>
                    <a:pt x="7044" y="102"/>
                  </a:lnTo>
                  <a:lnTo>
                    <a:pt x="7124" y="82"/>
                  </a:lnTo>
                  <a:close/>
                  <a:moveTo>
                    <a:pt x="7145" y="1"/>
                  </a:moveTo>
                  <a:lnTo>
                    <a:pt x="7084" y="21"/>
                  </a:lnTo>
                  <a:lnTo>
                    <a:pt x="6923" y="41"/>
                  </a:lnTo>
                  <a:lnTo>
                    <a:pt x="6136" y="243"/>
                  </a:lnTo>
                  <a:lnTo>
                    <a:pt x="5348" y="485"/>
                  </a:lnTo>
                  <a:lnTo>
                    <a:pt x="4561" y="768"/>
                  </a:lnTo>
                  <a:lnTo>
                    <a:pt x="3795" y="1071"/>
                  </a:lnTo>
                  <a:lnTo>
                    <a:pt x="3048" y="1414"/>
                  </a:lnTo>
                  <a:lnTo>
                    <a:pt x="2321" y="1777"/>
                  </a:lnTo>
                  <a:lnTo>
                    <a:pt x="1595" y="2180"/>
                  </a:lnTo>
                  <a:lnTo>
                    <a:pt x="909" y="2624"/>
                  </a:lnTo>
                  <a:lnTo>
                    <a:pt x="586" y="2846"/>
                  </a:lnTo>
                  <a:lnTo>
                    <a:pt x="445" y="2988"/>
                  </a:lnTo>
                  <a:lnTo>
                    <a:pt x="283" y="3129"/>
                  </a:lnTo>
                  <a:lnTo>
                    <a:pt x="162" y="3290"/>
                  </a:lnTo>
                  <a:lnTo>
                    <a:pt x="81" y="3472"/>
                  </a:lnTo>
                  <a:lnTo>
                    <a:pt x="21" y="3654"/>
                  </a:lnTo>
                  <a:lnTo>
                    <a:pt x="1" y="3754"/>
                  </a:lnTo>
                  <a:lnTo>
                    <a:pt x="1" y="3855"/>
                  </a:lnTo>
                  <a:lnTo>
                    <a:pt x="1" y="3976"/>
                  </a:lnTo>
                  <a:lnTo>
                    <a:pt x="41" y="4077"/>
                  </a:lnTo>
                  <a:lnTo>
                    <a:pt x="81" y="4198"/>
                  </a:lnTo>
                  <a:lnTo>
                    <a:pt x="142" y="4320"/>
                  </a:lnTo>
                  <a:lnTo>
                    <a:pt x="203" y="4420"/>
                  </a:lnTo>
                  <a:lnTo>
                    <a:pt x="303" y="4521"/>
                  </a:lnTo>
                  <a:lnTo>
                    <a:pt x="384" y="4622"/>
                  </a:lnTo>
                  <a:lnTo>
                    <a:pt x="505" y="4703"/>
                  </a:lnTo>
                  <a:lnTo>
                    <a:pt x="667" y="4804"/>
                  </a:lnTo>
                  <a:lnTo>
                    <a:pt x="808" y="4885"/>
                  </a:lnTo>
                  <a:lnTo>
                    <a:pt x="990" y="4965"/>
                  </a:lnTo>
                  <a:lnTo>
                    <a:pt x="1151" y="5006"/>
                  </a:lnTo>
                  <a:lnTo>
                    <a:pt x="1312" y="5046"/>
                  </a:lnTo>
                  <a:lnTo>
                    <a:pt x="1494" y="5086"/>
                  </a:lnTo>
                  <a:lnTo>
                    <a:pt x="1837" y="5107"/>
                  </a:lnTo>
                  <a:lnTo>
                    <a:pt x="2160" y="5086"/>
                  </a:lnTo>
                  <a:lnTo>
                    <a:pt x="2483" y="5046"/>
                  </a:lnTo>
                  <a:lnTo>
                    <a:pt x="2765" y="4985"/>
                  </a:lnTo>
                  <a:lnTo>
                    <a:pt x="3008" y="4905"/>
                  </a:lnTo>
                  <a:lnTo>
                    <a:pt x="3452" y="4763"/>
                  </a:lnTo>
                  <a:lnTo>
                    <a:pt x="3875" y="4582"/>
                  </a:lnTo>
                  <a:lnTo>
                    <a:pt x="4299" y="4360"/>
                  </a:lnTo>
                  <a:lnTo>
                    <a:pt x="4703" y="4118"/>
                  </a:lnTo>
                  <a:lnTo>
                    <a:pt x="5086" y="3835"/>
                  </a:lnTo>
                  <a:lnTo>
                    <a:pt x="5449" y="3532"/>
                  </a:lnTo>
                  <a:lnTo>
                    <a:pt x="5792" y="3189"/>
                  </a:lnTo>
                  <a:lnTo>
                    <a:pt x="6115" y="2846"/>
                  </a:lnTo>
                  <a:lnTo>
                    <a:pt x="6398" y="2443"/>
                  </a:lnTo>
                  <a:lnTo>
                    <a:pt x="6640" y="2080"/>
                  </a:lnTo>
                  <a:lnTo>
                    <a:pt x="6882" y="1676"/>
                  </a:lnTo>
                  <a:lnTo>
                    <a:pt x="7124" y="1252"/>
                  </a:lnTo>
                  <a:lnTo>
                    <a:pt x="7306" y="849"/>
                  </a:lnTo>
                  <a:lnTo>
                    <a:pt x="7366" y="667"/>
                  </a:lnTo>
                  <a:lnTo>
                    <a:pt x="7407" y="485"/>
                  </a:lnTo>
                  <a:lnTo>
                    <a:pt x="7427" y="324"/>
                  </a:lnTo>
                  <a:lnTo>
                    <a:pt x="7407" y="203"/>
                  </a:lnTo>
                  <a:lnTo>
                    <a:pt x="7387" y="142"/>
                  </a:lnTo>
                  <a:lnTo>
                    <a:pt x="7346" y="82"/>
                  </a:lnTo>
                  <a:lnTo>
                    <a:pt x="7286" y="41"/>
                  </a:lnTo>
                  <a:lnTo>
                    <a:pt x="7225" y="21"/>
                  </a:lnTo>
                  <a:lnTo>
                    <a:pt x="714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42"/>
            <p:cNvSpPr/>
            <p:nvPr/>
          </p:nvSpPr>
          <p:spPr>
            <a:xfrm flipH="1">
              <a:off x="104606" y="-3909143"/>
              <a:ext cx="135464" cy="154584"/>
            </a:xfrm>
            <a:custGeom>
              <a:rect b="b" l="l" r="r" t="t"/>
              <a:pathLst>
                <a:path extrusionOk="0" h="2765" w="2423">
                  <a:moveTo>
                    <a:pt x="747" y="81"/>
                  </a:moveTo>
                  <a:lnTo>
                    <a:pt x="888" y="101"/>
                  </a:lnTo>
                  <a:lnTo>
                    <a:pt x="1050" y="121"/>
                  </a:lnTo>
                  <a:lnTo>
                    <a:pt x="1191" y="161"/>
                  </a:lnTo>
                  <a:lnTo>
                    <a:pt x="1332" y="202"/>
                  </a:lnTo>
                  <a:lnTo>
                    <a:pt x="1474" y="262"/>
                  </a:lnTo>
                  <a:lnTo>
                    <a:pt x="1615" y="343"/>
                  </a:lnTo>
                  <a:lnTo>
                    <a:pt x="1736" y="424"/>
                  </a:lnTo>
                  <a:lnTo>
                    <a:pt x="1837" y="505"/>
                  </a:lnTo>
                  <a:lnTo>
                    <a:pt x="1998" y="686"/>
                  </a:lnTo>
                  <a:lnTo>
                    <a:pt x="2140" y="888"/>
                  </a:lnTo>
                  <a:lnTo>
                    <a:pt x="2240" y="1130"/>
                  </a:lnTo>
                  <a:lnTo>
                    <a:pt x="2321" y="1372"/>
                  </a:lnTo>
                  <a:lnTo>
                    <a:pt x="2341" y="1635"/>
                  </a:lnTo>
                  <a:lnTo>
                    <a:pt x="2341" y="1897"/>
                  </a:lnTo>
                  <a:lnTo>
                    <a:pt x="2321" y="2018"/>
                  </a:lnTo>
                  <a:lnTo>
                    <a:pt x="2281" y="2139"/>
                  </a:lnTo>
                  <a:lnTo>
                    <a:pt x="2220" y="2260"/>
                  </a:lnTo>
                  <a:lnTo>
                    <a:pt x="2160" y="2381"/>
                  </a:lnTo>
                  <a:lnTo>
                    <a:pt x="2099" y="2442"/>
                  </a:lnTo>
                  <a:lnTo>
                    <a:pt x="2039" y="2543"/>
                  </a:lnTo>
                  <a:lnTo>
                    <a:pt x="1938" y="2603"/>
                  </a:lnTo>
                  <a:lnTo>
                    <a:pt x="1837" y="2664"/>
                  </a:lnTo>
                  <a:lnTo>
                    <a:pt x="1716" y="2684"/>
                  </a:lnTo>
                  <a:lnTo>
                    <a:pt x="1575" y="2684"/>
                  </a:lnTo>
                  <a:lnTo>
                    <a:pt x="1433" y="2623"/>
                  </a:lnTo>
                  <a:lnTo>
                    <a:pt x="1292" y="2563"/>
                  </a:lnTo>
                  <a:lnTo>
                    <a:pt x="1110" y="2422"/>
                  </a:lnTo>
                  <a:lnTo>
                    <a:pt x="929" y="2220"/>
                  </a:lnTo>
                  <a:lnTo>
                    <a:pt x="727" y="1978"/>
                  </a:lnTo>
                  <a:lnTo>
                    <a:pt x="525" y="1715"/>
                  </a:lnTo>
                  <a:lnTo>
                    <a:pt x="344" y="1433"/>
                  </a:lnTo>
                  <a:lnTo>
                    <a:pt x="202" y="1150"/>
                  </a:lnTo>
                  <a:lnTo>
                    <a:pt x="101" y="888"/>
                  </a:lnTo>
                  <a:lnTo>
                    <a:pt x="81" y="787"/>
                  </a:lnTo>
                  <a:lnTo>
                    <a:pt x="81" y="686"/>
                  </a:lnTo>
                  <a:lnTo>
                    <a:pt x="101" y="484"/>
                  </a:lnTo>
                  <a:lnTo>
                    <a:pt x="122" y="404"/>
                  </a:lnTo>
                  <a:lnTo>
                    <a:pt x="162" y="343"/>
                  </a:lnTo>
                  <a:lnTo>
                    <a:pt x="222" y="283"/>
                  </a:lnTo>
                  <a:lnTo>
                    <a:pt x="283" y="222"/>
                  </a:lnTo>
                  <a:lnTo>
                    <a:pt x="344" y="182"/>
                  </a:lnTo>
                  <a:lnTo>
                    <a:pt x="424" y="141"/>
                  </a:lnTo>
                  <a:lnTo>
                    <a:pt x="566" y="101"/>
                  </a:lnTo>
                  <a:lnTo>
                    <a:pt x="747" y="81"/>
                  </a:lnTo>
                  <a:close/>
                  <a:moveTo>
                    <a:pt x="767" y="0"/>
                  </a:moveTo>
                  <a:lnTo>
                    <a:pt x="566" y="20"/>
                  </a:lnTo>
                  <a:lnTo>
                    <a:pt x="384" y="61"/>
                  </a:lnTo>
                  <a:lnTo>
                    <a:pt x="303" y="101"/>
                  </a:lnTo>
                  <a:lnTo>
                    <a:pt x="222" y="161"/>
                  </a:lnTo>
                  <a:lnTo>
                    <a:pt x="162" y="222"/>
                  </a:lnTo>
                  <a:lnTo>
                    <a:pt x="101" y="303"/>
                  </a:lnTo>
                  <a:lnTo>
                    <a:pt x="61" y="383"/>
                  </a:lnTo>
                  <a:lnTo>
                    <a:pt x="21" y="464"/>
                  </a:lnTo>
                  <a:lnTo>
                    <a:pt x="1" y="565"/>
                  </a:lnTo>
                  <a:lnTo>
                    <a:pt x="1" y="666"/>
                  </a:lnTo>
                  <a:lnTo>
                    <a:pt x="1" y="787"/>
                  </a:lnTo>
                  <a:lnTo>
                    <a:pt x="21" y="908"/>
                  </a:lnTo>
                  <a:lnTo>
                    <a:pt x="61" y="1029"/>
                  </a:lnTo>
                  <a:lnTo>
                    <a:pt x="122" y="1170"/>
                  </a:lnTo>
                  <a:lnTo>
                    <a:pt x="263" y="1453"/>
                  </a:lnTo>
                  <a:lnTo>
                    <a:pt x="444" y="1756"/>
                  </a:lnTo>
                  <a:lnTo>
                    <a:pt x="646" y="2018"/>
                  </a:lnTo>
                  <a:lnTo>
                    <a:pt x="868" y="2280"/>
                  </a:lnTo>
                  <a:lnTo>
                    <a:pt x="1070" y="2482"/>
                  </a:lnTo>
                  <a:lnTo>
                    <a:pt x="1231" y="2623"/>
                  </a:lnTo>
                  <a:lnTo>
                    <a:pt x="1353" y="2684"/>
                  </a:lnTo>
                  <a:lnTo>
                    <a:pt x="1453" y="2724"/>
                  </a:lnTo>
                  <a:lnTo>
                    <a:pt x="1575" y="2765"/>
                  </a:lnTo>
                  <a:lnTo>
                    <a:pt x="1776" y="2765"/>
                  </a:lnTo>
                  <a:lnTo>
                    <a:pt x="1857" y="2744"/>
                  </a:lnTo>
                  <a:lnTo>
                    <a:pt x="1958" y="2684"/>
                  </a:lnTo>
                  <a:lnTo>
                    <a:pt x="2059" y="2623"/>
                  </a:lnTo>
                  <a:lnTo>
                    <a:pt x="2160" y="2523"/>
                  </a:lnTo>
                  <a:lnTo>
                    <a:pt x="2240" y="2422"/>
                  </a:lnTo>
                  <a:lnTo>
                    <a:pt x="2301" y="2301"/>
                  </a:lnTo>
                  <a:lnTo>
                    <a:pt x="2362" y="2159"/>
                  </a:lnTo>
                  <a:lnTo>
                    <a:pt x="2402" y="2038"/>
                  </a:lnTo>
                  <a:lnTo>
                    <a:pt x="2422" y="1897"/>
                  </a:lnTo>
                  <a:lnTo>
                    <a:pt x="2422" y="1776"/>
                  </a:lnTo>
                  <a:lnTo>
                    <a:pt x="2422" y="1635"/>
                  </a:lnTo>
                  <a:lnTo>
                    <a:pt x="2402" y="1372"/>
                  </a:lnTo>
                  <a:lnTo>
                    <a:pt x="2321" y="1110"/>
                  </a:lnTo>
                  <a:lnTo>
                    <a:pt x="2200" y="868"/>
                  </a:lnTo>
                  <a:lnTo>
                    <a:pt x="2059" y="626"/>
                  </a:lnTo>
                  <a:lnTo>
                    <a:pt x="1877" y="444"/>
                  </a:lnTo>
                  <a:lnTo>
                    <a:pt x="1736" y="323"/>
                  </a:lnTo>
                  <a:lnTo>
                    <a:pt x="1575" y="222"/>
                  </a:lnTo>
                  <a:lnTo>
                    <a:pt x="1393" y="141"/>
                  </a:lnTo>
                  <a:lnTo>
                    <a:pt x="1171" y="61"/>
                  </a:lnTo>
                  <a:lnTo>
                    <a:pt x="969" y="20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2"/>
            <p:cNvSpPr/>
            <p:nvPr/>
          </p:nvSpPr>
          <p:spPr>
            <a:xfrm flipH="1">
              <a:off x="-2832066" y="-2489904"/>
              <a:ext cx="1193681" cy="1427263"/>
            </a:xfrm>
            <a:custGeom>
              <a:rect b="b" l="l" r="r" t="t"/>
              <a:pathLst>
                <a:path extrusionOk="0" h="25529" w="21351">
                  <a:moveTo>
                    <a:pt x="16709" y="81"/>
                  </a:moveTo>
                  <a:lnTo>
                    <a:pt x="17052" y="122"/>
                  </a:lnTo>
                  <a:lnTo>
                    <a:pt x="17416" y="202"/>
                  </a:lnTo>
                  <a:lnTo>
                    <a:pt x="17759" y="303"/>
                  </a:lnTo>
                  <a:lnTo>
                    <a:pt x="18102" y="424"/>
                  </a:lnTo>
                  <a:lnTo>
                    <a:pt x="18445" y="586"/>
                  </a:lnTo>
                  <a:lnTo>
                    <a:pt x="18788" y="788"/>
                  </a:lnTo>
                  <a:lnTo>
                    <a:pt x="19111" y="1010"/>
                  </a:lnTo>
                  <a:lnTo>
                    <a:pt x="19434" y="1272"/>
                  </a:lnTo>
                  <a:lnTo>
                    <a:pt x="19736" y="1575"/>
                  </a:lnTo>
                  <a:lnTo>
                    <a:pt x="19999" y="1897"/>
                  </a:lnTo>
                  <a:lnTo>
                    <a:pt x="20261" y="2261"/>
                  </a:lnTo>
                  <a:lnTo>
                    <a:pt x="20483" y="2644"/>
                  </a:lnTo>
                  <a:lnTo>
                    <a:pt x="20644" y="2947"/>
                  </a:lnTo>
                  <a:lnTo>
                    <a:pt x="20766" y="3250"/>
                  </a:lnTo>
                  <a:lnTo>
                    <a:pt x="20887" y="3572"/>
                  </a:lnTo>
                  <a:lnTo>
                    <a:pt x="20987" y="3895"/>
                  </a:lnTo>
                  <a:lnTo>
                    <a:pt x="21068" y="4238"/>
                  </a:lnTo>
                  <a:lnTo>
                    <a:pt x="21149" y="4581"/>
                  </a:lnTo>
                  <a:lnTo>
                    <a:pt x="21209" y="4945"/>
                  </a:lnTo>
                  <a:lnTo>
                    <a:pt x="21250" y="5308"/>
                  </a:lnTo>
                  <a:lnTo>
                    <a:pt x="21270" y="5691"/>
                  </a:lnTo>
                  <a:lnTo>
                    <a:pt x="21270" y="6075"/>
                  </a:lnTo>
                  <a:lnTo>
                    <a:pt x="21270" y="6478"/>
                  </a:lnTo>
                  <a:lnTo>
                    <a:pt x="21250" y="6882"/>
                  </a:lnTo>
                  <a:lnTo>
                    <a:pt x="21230" y="7306"/>
                  </a:lnTo>
                  <a:lnTo>
                    <a:pt x="21169" y="7750"/>
                  </a:lnTo>
                  <a:lnTo>
                    <a:pt x="21109" y="8194"/>
                  </a:lnTo>
                  <a:lnTo>
                    <a:pt x="21028" y="8658"/>
                  </a:lnTo>
                  <a:lnTo>
                    <a:pt x="20947" y="9122"/>
                  </a:lnTo>
                  <a:lnTo>
                    <a:pt x="20846" y="9586"/>
                  </a:lnTo>
                  <a:lnTo>
                    <a:pt x="20725" y="10010"/>
                  </a:lnTo>
                  <a:lnTo>
                    <a:pt x="20604" y="10434"/>
                  </a:lnTo>
                  <a:lnTo>
                    <a:pt x="20483" y="10857"/>
                  </a:lnTo>
                  <a:lnTo>
                    <a:pt x="20342" y="11261"/>
                  </a:lnTo>
                  <a:lnTo>
                    <a:pt x="20180" y="11644"/>
                  </a:lnTo>
                  <a:lnTo>
                    <a:pt x="20019" y="12008"/>
                  </a:lnTo>
                  <a:lnTo>
                    <a:pt x="19857" y="12371"/>
                  </a:lnTo>
                  <a:lnTo>
                    <a:pt x="19676" y="12714"/>
                  </a:lnTo>
                  <a:lnTo>
                    <a:pt x="19474" y="13037"/>
                  </a:lnTo>
                  <a:lnTo>
                    <a:pt x="19272" y="13340"/>
                  </a:lnTo>
                  <a:lnTo>
                    <a:pt x="19070" y="13642"/>
                  </a:lnTo>
                  <a:lnTo>
                    <a:pt x="18848" y="13945"/>
                  </a:lnTo>
                  <a:lnTo>
                    <a:pt x="18606" y="14207"/>
                  </a:lnTo>
                  <a:lnTo>
                    <a:pt x="18364" y="14470"/>
                  </a:lnTo>
                  <a:lnTo>
                    <a:pt x="18142" y="14692"/>
                  </a:lnTo>
                  <a:lnTo>
                    <a:pt x="17920" y="14893"/>
                  </a:lnTo>
                  <a:lnTo>
                    <a:pt x="17436" y="15297"/>
                  </a:lnTo>
                  <a:lnTo>
                    <a:pt x="16931" y="15640"/>
                  </a:lnTo>
                  <a:lnTo>
                    <a:pt x="16386" y="15983"/>
                  </a:lnTo>
                  <a:lnTo>
                    <a:pt x="15842" y="16306"/>
                  </a:lnTo>
                  <a:lnTo>
                    <a:pt x="15297" y="16589"/>
                  </a:lnTo>
                  <a:lnTo>
                    <a:pt x="14187" y="17154"/>
                  </a:lnTo>
                  <a:lnTo>
                    <a:pt x="13481" y="17497"/>
                  </a:lnTo>
                  <a:lnTo>
                    <a:pt x="12774" y="17860"/>
                  </a:lnTo>
                  <a:lnTo>
                    <a:pt x="12088" y="18264"/>
                  </a:lnTo>
                  <a:lnTo>
                    <a:pt x="11422" y="18667"/>
                  </a:lnTo>
                  <a:lnTo>
                    <a:pt x="10958" y="18990"/>
                  </a:lnTo>
                  <a:lnTo>
                    <a:pt x="10494" y="19333"/>
                  </a:lnTo>
                  <a:lnTo>
                    <a:pt x="10070" y="19696"/>
                  </a:lnTo>
                  <a:lnTo>
                    <a:pt x="9646" y="20060"/>
                  </a:lnTo>
                  <a:lnTo>
                    <a:pt x="8799" y="20847"/>
                  </a:lnTo>
                  <a:lnTo>
                    <a:pt x="7992" y="21613"/>
                  </a:lnTo>
                  <a:lnTo>
                    <a:pt x="7205" y="22400"/>
                  </a:lnTo>
                  <a:lnTo>
                    <a:pt x="6377" y="23167"/>
                  </a:lnTo>
                  <a:lnTo>
                    <a:pt x="5953" y="23531"/>
                  </a:lnTo>
                  <a:lnTo>
                    <a:pt x="5509" y="23894"/>
                  </a:lnTo>
                  <a:lnTo>
                    <a:pt x="5065" y="24237"/>
                  </a:lnTo>
                  <a:lnTo>
                    <a:pt x="4601" y="24560"/>
                  </a:lnTo>
                  <a:lnTo>
                    <a:pt x="4178" y="24822"/>
                  </a:lnTo>
                  <a:lnTo>
                    <a:pt x="3935" y="24963"/>
                  </a:lnTo>
                  <a:lnTo>
                    <a:pt x="3673" y="25084"/>
                  </a:lnTo>
                  <a:lnTo>
                    <a:pt x="3411" y="25205"/>
                  </a:lnTo>
                  <a:lnTo>
                    <a:pt x="3148" y="25306"/>
                  </a:lnTo>
                  <a:lnTo>
                    <a:pt x="2866" y="25367"/>
                  </a:lnTo>
                  <a:lnTo>
                    <a:pt x="2563" y="25427"/>
                  </a:lnTo>
                  <a:lnTo>
                    <a:pt x="2260" y="25448"/>
                  </a:lnTo>
                  <a:lnTo>
                    <a:pt x="1978" y="25427"/>
                  </a:lnTo>
                  <a:lnTo>
                    <a:pt x="1695" y="25367"/>
                  </a:lnTo>
                  <a:lnTo>
                    <a:pt x="1433" y="25286"/>
                  </a:lnTo>
                  <a:lnTo>
                    <a:pt x="1171" y="25185"/>
                  </a:lnTo>
                  <a:lnTo>
                    <a:pt x="949" y="25044"/>
                  </a:lnTo>
                  <a:lnTo>
                    <a:pt x="747" y="24883"/>
                  </a:lnTo>
                  <a:lnTo>
                    <a:pt x="585" y="24701"/>
                  </a:lnTo>
                  <a:lnTo>
                    <a:pt x="424" y="24459"/>
                  </a:lnTo>
                  <a:lnTo>
                    <a:pt x="303" y="24196"/>
                  </a:lnTo>
                  <a:lnTo>
                    <a:pt x="222" y="23894"/>
                  </a:lnTo>
                  <a:lnTo>
                    <a:pt x="142" y="23551"/>
                  </a:lnTo>
                  <a:lnTo>
                    <a:pt x="101" y="23167"/>
                  </a:lnTo>
                  <a:lnTo>
                    <a:pt x="81" y="22784"/>
                  </a:lnTo>
                  <a:lnTo>
                    <a:pt x="101" y="22421"/>
                  </a:lnTo>
                  <a:lnTo>
                    <a:pt x="142" y="22037"/>
                  </a:lnTo>
                  <a:lnTo>
                    <a:pt x="202" y="21654"/>
                  </a:lnTo>
                  <a:lnTo>
                    <a:pt x="303" y="21291"/>
                  </a:lnTo>
                  <a:lnTo>
                    <a:pt x="424" y="20947"/>
                  </a:lnTo>
                  <a:lnTo>
                    <a:pt x="585" y="20584"/>
                  </a:lnTo>
                  <a:lnTo>
                    <a:pt x="727" y="20342"/>
                  </a:lnTo>
                  <a:lnTo>
                    <a:pt x="868" y="20080"/>
                  </a:lnTo>
                  <a:lnTo>
                    <a:pt x="1029" y="19838"/>
                  </a:lnTo>
                  <a:lnTo>
                    <a:pt x="1211" y="19616"/>
                  </a:lnTo>
                  <a:lnTo>
                    <a:pt x="1393" y="19373"/>
                  </a:lnTo>
                  <a:lnTo>
                    <a:pt x="1574" y="19172"/>
                  </a:lnTo>
                  <a:lnTo>
                    <a:pt x="1978" y="18768"/>
                  </a:lnTo>
                  <a:lnTo>
                    <a:pt x="2402" y="18385"/>
                  </a:lnTo>
                  <a:lnTo>
                    <a:pt x="2825" y="18042"/>
                  </a:lnTo>
                  <a:lnTo>
                    <a:pt x="3249" y="17739"/>
                  </a:lnTo>
                  <a:lnTo>
                    <a:pt x="3673" y="17456"/>
                  </a:lnTo>
                  <a:lnTo>
                    <a:pt x="4561" y="16871"/>
                  </a:lnTo>
                  <a:lnTo>
                    <a:pt x="5489" y="16306"/>
                  </a:lnTo>
                  <a:lnTo>
                    <a:pt x="6438" y="15761"/>
                  </a:lnTo>
                  <a:lnTo>
                    <a:pt x="7366" y="15257"/>
                  </a:lnTo>
                  <a:lnTo>
                    <a:pt x="7568" y="15136"/>
                  </a:lnTo>
                  <a:lnTo>
                    <a:pt x="8153" y="14793"/>
                  </a:lnTo>
                  <a:lnTo>
                    <a:pt x="8758" y="14429"/>
                  </a:lnTo>
                  <a:lnTo>
                    <a:pt x="9041" y="14228"/>
                  </a:lnTo>
                  <a:lnTo>
                    <a:pt x="9323" y="14026"/>
                  </a:lnTo>
                  <a:lnTo>
                    <a:pt x="9606" y="13804"/>
                  </a:lnTo>
                  <a:lnTo>
                    <a:pt x="9868" y="13541"/>
                  </a:lnTo>
                  <a:lnTo>
                    <a:pt x="10070" y="13340"/>
                  </a:lnTo>
                  <a:lnTo>
                    <a:pt x="10232" y="13138"/>
                  </a:lnTo>
                  <a:lnTo>
                    <a:pt x="10393" y="12916"/>
                  </a:lnTo>
                  <a:lnTo>
                    <a:pt x="10534" y="12694"/>
                  </a:lnTo>
                  <a:lnTo>
                    <a:pt x="10675" y="12452"/>
                  </a:lnTo>
                  <a:lnTo>
                    <a:pt x="10797" y="12210"/>
                  </a:lnTo>
                  <a:lnTo>
                    <a:pt x="10897" y="11967"/>
                  </a:lnTo>
                  <a:lnTo>
                    <a:pt x="10978" y="11725"/>
                  </a:lnTo>
                  <a:lnTo>
                    <a:pt x="11140" y="11221"/>
                  </a:lnTo>
                  <a:lnTo>
                    <a:pt x="11261" y="10716"/>
                  </a:lnTo>
                  <a:lnTo>
                    <a:pt x="11362" y="10191"/>
                  </a:lnTo>
                  <a:lnTo>
                    <a:pt x="11463" y="9647"/>
                  </a:lnTo>
                  <a:lnTo>
                    <a:pt x="11563" y="8839"/>
                  </a:lnTo>
                  <a:lnTo>
                    <a:pt x="11664" y="8012"/>
                  </a:lnTo>
                  <a:lnTo>
                    <a:pt x="11846" y="6599"/>
                  </a:lnTo>
                  <a:lnTo>
                    <a:pt x="11947" y="5893"/>
                  </a:lnTo>
                  <a:lnTo>
                    <a:pt x="12088" y="5187"/>
                  </a:lnTo>
                  <a:lnTo>
                    <a:pt x="12209" y="4682"/>
                  </a:lnTo>
                  <a:lnTo>
                    <a:pt x="12330" y="4218"/>
                  </a:lnTo>
                  <a:lnTo>
                    <a:pt x="12472" y="3754"/>
                  </a:lnTo>
                  <a:lnTo>
                    <a:pt x="12633" y="3330"/>
                  </a:lnTo>
                  <a:lnTo>
                    <a:pt x="12794" y="2947"/>
                  </a:lnTo>
                  <a:lnTo>
                    <a:pt x="12976" y="2563"/>
                  </a:lnTo>
                  <a:lnTo>
                    <a:pt x="13158" y="2220"/>
                  </a:lnTo>
                  <a:lnTo>
                    <a:pt x="13359" y="1897"/>
                  </a:lnTo>
                  <a:lnTo>
                    <a:pt x="13561" y="1615"/>
                  </a:lnTo>
                  <a:lnTo>
                    <a:pt x="13803" y="1332"/>
                  </a:lnTo>
                  <a:lnTo>
                    <a:pt x="14025" y="1090"/>
                  </a:lnTo>
                  <a:lnTo>
                    <a:pt x="14288" y="868"/>
                  </a:lnTo>
                  <a:lnTo>
                    <a:pt x="14550" y="687"/>
                  </a:lnTo>
                  <a:lnTo>
                    <a:pt x="14812" y="525"/>
                  </a:lnTo>
                  <a:lnTo>
                    <a:pt x="15115" y="364"/>
                  </a:lnTo>
                  <a:lnTo>
                    <a:pt x="15418" y="263"/>
                  </a:lnTo>
                  <a:lnTo>
                    <a:pt x="15721" y="162"/>
                  </a:lnTo>
                  <a:lnTo>
                    <a:pt x="16043" y="101"/>
                  </a:lnTo>
                  <a:lnTo>
                    <a:pt x="16366" y="81"/>
                  </a:lnTo>
                  <a:close/>
                  <a:moveTo>
                    <a:pt x="16467" y="1"/>
                  </a:moveTo>
                  <a:lnTo>
                    <a:pt x="16104" y="21"/>
                  </a:lnTo>
                  <a:lnTo>
                    <a:pt x="15741" y="81"/>
                  </a:lnTo>
                  <a:lnTo>
                    <a:pt x="15377" y="182"/>
                  </a:lnTo>
                  <a:lnTo>
                    <a:pt x="15075" y="303"/>
                  </a:lnTo>
                  <a:lnTo>
                    <a:pt x="14792" y="445"/>
                  </a:lnTo>
                  <a:lnTo>
                    <a:pt x="14510" y="606"/>
                  </a:lnTo>
                  <a:lnTo>
                    <a:pt x="14227" y="808"/>
                  </a:lnTo>
                  <a:lnTo>
                    <a:pt x="13985" y="1030"/>
                  </a:lnTo>
                  <a:lnTo>
                    <a:pt x="13743" y="1272"/>
                  </a:lnTo>
                  <a:lnTo>
                    <a:pt x="13501" y="1554"/>
                  </a:lnTo>
                  <a:lnTo>
                    <a:pt x="13299" y="1857"/>
                  </a:lnTo>
                  <a:lnTo>
                    <a:pt x="13097" y="2180"/>
                  </a:lnTo>
                  <a:lnTo>
                    <a:pt x="12895" y="2523"/>
                  </a:lnTo>
                  <a:lnTo>
                    <a:pt x="12714" y="2906"/>
                  </a:lnTo>
                  <a:lnTo>
                    <a:pt x="12552" y="3310"/>
                  </a:lnTo>
                  <a:lnTo>
                    <a:pt x="12391" y="3734"/>
                  </a:lnTo>
                  <a:lnTo>
                    <a:pt x="12250" y="4178"/>
                  </a:lnTo>
                  <a:lnTo>
                    <a:pt x="12128" y="4662"/>
                  </a:lnTo>
                  <a:lnTo>
                    <a:pt x="12007" y="5187"/>
                  </a:lnTo>
                  <a:lnTo>
                    <a:pt x="11886" y="5873"/>
                  </a:lnTo>
                  <a:lnTo>
                    <a:pt x="11765" y="6599"/>
                  </a:lnTo>
                  <a:lnTo>
                    <a:pt x="11584" y="7992"/>
                  </a:lnTo>
                  <a:lnTo>
                    <a:pt x="11483" y="8819"/>
                  </a:lnTo>
                  <a:lnTo>
                    <a:pt x="11382" y="9647"/>
                  </a:lnTo>
                  <a:lnTo>
                    <a:pt x="11281" y="10171"/>
                  </a:lnTo>
                  <a:lnTo>
                    <a:pt x="11180" y="10696"/>
                  </a:lnTo>
                  <a:lnTo>
                    <a:pt x="11059" y="11200"/>
                  </a:lnTo>
                  <a:lnTo>
                    <a:pt x="10918" y="11705"/>
                  </a:lnTo>
                  <a:lnTo>
                    <a:pt x="10817" y="11947"/>
                  </a:lnTo>
                  <a:lnTo>
                    <a:pt x="10716" y="12169"/>
                  </a:lnTo>
                  <a:lnTo>
                    <a:pt x="10595" y="12411"/>
                  </a:lnTo>
                  <a:lnTo>
                    <a:pt x="10474" y="12633"/>
                  </a:lnTo>
                  <a:lnTo>
                    <a:pt x="10332" y="12855"/>
                  </a:lnTo>
                  <a:lnTo>
                    <a:pt x="10171" y="13077"/>
                  </a:lnTo>
                  <a:lnTo>
                    <a:pt x="10010" y="13279"/>
                  </a:lnTo>
                  <a:lnTo>
                    <a:pt x="9808" y="13501"/>
                  </a:lnTo>
                  <a:lnTo>
                    <a:pt x="9545" y="13743"/>
                  </a:lnTo>
                  <a:lnTo>
                    <a:pt x="9283" y="13965"/>
                  </a:lnTo>
                  <a:lnTo>
                    <a:pt x="9001" y="14167"/>
                  </a:lnTo>
                  <a:lnTo>
                    <a:pt x="8718" y="14369"/>
                  </a:lnTo>
                  <a:lnTo>
                    <a:pt x="8113" y="14732"/>
                  </a:lnTo>
                  <a:lnTo>
                    <a:pt x="7527" y="15055"/>
                  </a:lnTo>
                  <a:lnTo>
                    <a:pt x="7326" y="15176"/>
                  </a:lnTo>
                  <a:lnTo>
                    <a:pt x="6397" y="15701"/>
                  </a:lnTo>
                  <a:lnTo>
                    <a:pt x="5449" y="16246"/>
                  </a:lnTo>
                  <a:lnTo>
                    <a:pt x="4521" y="16790"/>
                  </a:lnTo>
                  <a:lnTo>
                    <a:pt x="3612" y="17376"/>
                  </a:lnTo>
                  <a:lnTo>
                    <a:pt x="3209" y="17658"/>
                  </a:lnTo>
                  <a:lnTo>
                    <a:pt x="2765" y="17981"/>
                  </a:lnTo>
                  <a:lnTo>
                    <a:pt x="2341" y="18324"/>
                  </a:lnTo>
                  <a:lnTo>
                    <a:pt x="1917" y="18707"/>
                  </a:lnTo>
                  <a:lnTo>
                    <a:pt x="1514" y="19111"/>
                  </a:lnTo>
                  <a:lnTo>
                    <a:pt x="1312" y="19333"/>
                  </a:lnTo>
                  <a:lnTo>
                    <a:pt x="1130" y="19555"/>
                  </a:lnTo>
                  <a:lnTo>
                    <a:pt x="969" y="19797"/>
                  </a:lnTo>
                  <a:lnTo>
                    <a:pt x="807" y="20039"/>
                  </a:lnTo>
                  <a:lnTo>
                    <a:pt x="646" y="20302"/>
                  </a:lnTo>
                  <a:lnTo>
                    <a:pt x="505" y="20564"/>
                  </a:lnTo>
                  <a:lnTo>
                    <a:pt x="364" y="20907"/>
                  </a:lnTo>
                  <a:lnTo>
                    <a:pt x="222" y="21270"/>
                  </a:lnTo>
                  <a:lnTo>
                    <a:pt x="142" y="21654"/>
                  </a:lnTo>
                  <a:lnTo>
                    <a:pt x="61" y="22017"/>
                  </a:lnTo>
                  <a:lnTo>
                    <a:pt x="20" y="22400"/>
                  </a:lnTo>
                  <a:lnTo>
                    <a:pt x="0" y="22784"/>
                  </a:lnTo>
                  <a:lnTo>
                    <a:pt x="20" y="23167"/>
                  </a:lnTo>
                  <a:lnTo>
                    <a:pt x="61" y="23551"/>
                  </a:lnTo>
                  <a:lnTo>
                    <a:pt x="142" y="23914"/>
                  </a:lnTo>
                  <a:lnTo>
                    <a:pt x="242" y="24237"/>
                  </a:lnTo>
                  <a:lnTo>
                    <a:pt x="364" y="24499"/>
                  </a:lnTo>
                  <a:lnTo>
                    <a:pt x="505" y="24741"/>
                  </a:lnTo>
                  <a:lnTo>
                    <a:pt x="666" y="24923"/>
                  </a:lnTo>
                  <a:lnTo>
                    <a:pt x="848" y="25064"/>
                  </a:lnTo>
                  <a:lnTo>
                    <a:pt x="1050" y="25205"/>
                  </a:lnTo>
                  <a:lnTo>
                    <a:pt x="1251" y="25327"/>
                  </a:lnTo>
                  <a:lnTo>
                    <a:pt x="1494" y="25407"/>
                  </a:lnTo>
                  <a:lnTo>
                    <a:pt x="1736" y="25468"/>
                  </a:lnTo>
                  <a:lnTo>
                    <a:pt x="1978" y="25508"/>
                  </a:lnTo>
                  <a:lnTo>
                    <a:pt x="2260" y="25528"/>
                  </a:lnTo>
                  <a:lnTo>
                    <a:pt x="2563" y="25508"/>
                  </a:lnTo>
                  <a:lnTo>
                    <a:pt x="2866" y="25448"/>
                  </a:lnTo>
                  <a:lnTo>
                    <a:pt x="3169" y="25367"/>
                  </a:lnTo>
                  <a:lnTo>
                    <a:pt x="3451" y="25286"/>
                  </a:lnTo>
                  <a:lnTo>
                    <a:pt x="3713" y="25165"/>
                  </a:lnTo>
                  <a:lnTo>
                    <a:pt x="3976" y="25044"/>
                  </a:lnTo>
                  <a:lnTo>
                    <a:pt x="4218" y="24903"/>
                  </a:lnTo>
                  <a:lnTo>
                    <a:pt x="4642" y="24620"/>
                  </a:lnTo>
                  <a:lnTo>
                    <a:pt x="5106" y="24297"/>
                  </a:lnTo>
                  <a:lnTo>
                    <a:pt x="5550" y="23954"/>
                  </a:lnTo>
                  <a:lnTo>
                    <a:pt x="5994" y="23611"/>
                  </a:lnTo>
                  <a:lnTo>
                    <a:pt x="6418" y="23228"/>
                  </a:lnTo>
                  <a:lnTo>
                    <a:pt x="7245" y="22461"/>
                  </a:lnTo>
                  <a:lnTo>
                    <a:pt x="8052" y="21674"/>
                  </a:lnTo>
                  <a:lnTo>
                    <a:pt x="8859" y="20907"/>
                  </a:lnTo>
                  <a:lnTo>
                    <a:pt x="9687" y="20140"/>
                  </a:lnTo>
                  <a:lnTo>
                    <a:pt x="10110" y="19757"/>
                  </a:lnTo>
                  <a:lnTo>
                    <a:pt x="10554" y="19394"/>
                  </a:lnTo>
                  <a:lnTo>
                    <a:pt x="10998" y="19051"/>
                  </a:lnTo>
                  <a:lnTo>
                    <a:pt x="11463" y="18728"/>
                  </a:lnTo>
                  <a:lnTo>
                    <a:pt x="12128" y="18324"/>
                  </a:lnTo>
                  <a:lnTo>
                    <a:pt x="12815" y="17941"/>
                  </a:lnTo>
                  <a:lnTo>
                    <a:pt x="13521" y="17577"/>
                  </a:lnTo>
                  <a:lnTo>
                    <a:pt x="14207" y="17234"/>
                  </a:lnTo>
                  <a:lnTo>
                    <a:pt x="15337" y="16669"/>
                  </a:lnTo>
                  <a:lnTo>
                    <a:pt x="15902" y="16367"/>
                  </a:lnTo>
                  <a:lnTo>
                    <a:pt x="16447" y="16044"/>
                  </a:lnTo>
                  <a:lnTo>
                    <a:pt x="16972" y="15721"/>
                  </a:lnTo>
                  <a:lnTo>
                    <a:pt x="17476" y="15358"/>
                  </a:lnTo>
                  <a:lnTo>
                    <a:pt x="17981" y="14954"/>
                  </a:lnTo>
                  <a:lnTo>
                    <a:pt x="18203" y="14752"/>
                  </a:lnTo>
                  <a:lnTo>
                    <a:pt x="18425" y="14530"/>
                  </a:lnTo>
                  <a:lnTo>
                    <a:pt x="18667" y="14268"/>
                  </a:lnTo>
                  <a:lnTo>
                    <a:pt x="18909" y="13985"/>
                  </a:lnTo>
                  <a:lnTo>
                    <a:pt x="19131" y="13703"/>
                  </a:lnTo>
                  <a:lnTo>
                    <a:pt x="19333" y="13400"/>
                  </a:lnTo>
                  <a:lnTo>
                    <a:pt x="19535" y="13077"/>
                  </a:lnTo>
                  <a:lnTo>
                    <a:pt x="19736" y="12754"/>
                  </a:lnTo>
                  <a:lnTo>
                    <a:pt x="19918" y="12411"/>
                  </a:lnTo>
                  <a:lnTo>
                    <a:pt x="20100" y="12048"/>
                  </a:lnTo>
                  <a:lnTo>
                    <a:pt x="20261" y="11665"/>
                  </a:lnTo>
                  <a:lnTo>
                    <a:pt x="20402" y="11281"/>
                  </a:lnTo>
                  <a:lnTo>
                    <a:pt x="20544" y="10878"/>
                  </a:lnTo>
                  <a:lnTo>
                    <a:pt x="20685" y="10474"/>
                  </a:lnTo>
                  <a:lnTo>
                    <a:pt x="20806" y="10050"/>
                  </a:lnTo>
                  <a:lnTo>
                    <a:pt x="20927" y="9606"/>
                  </a:lnTo>
                  <a:lnTo>
                    <a:pt x="21028" y="9142"/>
                  </a:lnTo>
                  <a:lnTo>
                    <a:pt x="21109" y="8678"/>
                  </a:lnTo>
                  <a:lnTo>
                    <a:pt x="21189" y="8214"/>
                  </a:lnTo>
                  <a:lnTo>
                    <a:pt x="21250" y="7750"/>
                  </a:lnTo>
                  <a:lnTo>
                    <a:pt x="21310" y="7326"/>
                  </a:lnTo>
                  <a:lnTo>
                    <a:pt x="21331" y="6882"/>
                  </a:lnTo>
                  <a:lnTo>
                    <a:pt x="21351" y="6478"/>
                  </a:lnTo>
                  <a:lnTo>
                    <a:pt x="21351" y="6075"/>
                  </a:lnTo>
                  <a:lnTo>
                    <a:pt x="21351" y="5671"/>
                  </a:lnTo>
                  <a:lnTo>
                    <a:pt x="21331" y="5288"/>
                  </a:lnTo>
                  <a:lnTo>
                    <a:pt x="21270" y="4924"/>
                  </a:lnTo>
                  <a:lnTo>
                    <a:pt x="21230" y="4561"/>
                  </a:lnTo>
                  <a:lnTo>
                    <a:pt x="21149" y="4218"/>
                  </a:lnTo>
                  <a:lnTo>
                    <a:pt x="21068" y="3875"/>
                  </a:lnTo>
                  <a:lnTo>
                    <a:pt x="20967" y="3532"/>
                  </a:lnTo>
                  <a:lnTo>
                    <a:pt x="20846" y="3229"/>
                  </a:lnTo>
                  <a:lnTo>
                    <a:pt x="20705" y="2906"/>
                  </a:lnTo>
                  <a:lnTo>
                    <a:pt x="20564" y="2624"/>
                  </a:lnTo>
                  <a:lnTo>
                    <a:pt x="20362" y="2281"/>
                  </a:lnTo>
                  <a:lnTo>
                    <a:pt x="20140" y="1958"/>
                  </a:lnTo>
                  <a:lnTo>
                    <a:pt x="19898" y="1655"/>
                  </a:lnTo>
                  <a:lnTo>
                    <a:pt x="19615" y="1373"/>
                  </a:lnTo>
                  <a:lnTo>
                    <a:pt x="19333" y="1110"/>
                  </a:lnTo>
                  <a:lnTo>
                    <a:pt x="19010" y="868"/>
                  </a:lnTo>
                  <a:lnTo>
                    <a:pt x="18687" y="646"/>
                  </a:lnTo>
                  <a:lnTo>
                    <a:pt x="18344" y="465"/>
                  </a:lnTo>
                  <a:lnTo>
                    <a:pt x="17981" y="283"/>
                  </a:lnTo>
                  <a:lnTo>
                    <a:pt x="17597" y="162"/>
                  </a:lnTo>
                  <a:lnTo>
                    <a:pt x="17214" y="61"/>
                  </a:lnTo>
                  <a:lnTo>
                    <a:pt x="16851" y="21"/>
                  </a:lnTo>
                  <a:lnTo>
                    <a:pt x="1646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2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2"/>
            <p:cNvSpPr/>
            <p:nvPr/>
          </p:nvSpPr>
          <p:spPr>
            <a:xfrm flipH="1">
              <a:off x="749899" y="-4949394"/>
              <a:ext cx="1884195" cy="733450"/>
            </a:xfrm>
            <a:custGeom>
              <a:rect b="b" l="l" r="r" t="t"/>
              <a:pathLst>
                <a:path extrusionOk="0" h="13119" w="33702">
                  <a:moveTo>
                    <a:pt x="8436" y="82"/>
                  </a:moveTo>
                  <a:lnTo>
                    <a:pt x="9041" y="102"/>
                  </a:lnTo>
                  <a:lnTo>
                    <a:pt x="9667" y="142"/>
                  </a:lnTo>
                  <a:lnTo>
                    <a:pt x="10312" y="183"/>
                  </a:lnTo>
                  <a:lnTo>
                    <a:pt x="10978" y="263"/>
                  </a:lnTo>
                  <a:lnTo>
                    <a:pt x="12532" y="465"/>
                  </a:lnTo>
                  <a:lnTo>
                    <a:pt x="14005" y="707"/>
                  </a:lnTo>
                  <a:lnTo>
                    <a:pt x="15398" y="949"/>
                  </a:lnTo>
                  <a:lnTo>
                    <a:pt x="16689" y="1192"/>
                  </a:lnTo>
                  <a:lnTo>
                    <a:pt x="17900" y="1454"/>
                  </a:lnTo>
                  <a:lnTo>
                    <a:pt x="19030" y="1716"/>
                  </a:lnTo>
                  <a:lnTo>
                    <a:pt x="20080" y="1979"/>
                  </a:lnTo>
                  <a:lnTo>
                    <a:pt x="21048" y="2241"/>
                  </a:lnTo>
                  <a:lnTo>
                    <a:pt x="21956" y="2523"/>
                  </a:lnTo>
                  <a:lnTo>
                    <a:pt x="22804" y="2786"/>
                  </a:lnTo>
                  <a:lnTo>
                    <a:pt x="23571" y="3068"/>
                  </a:lnTo>
                  <a:lnTo>
                    <a:pt x="24277" y="3331"/>
                  </a:lnTo>
                  <a:lnTo>
                    <a:pt x="24943" y="3593"/>
                  </a:lnTo>
                  <a:lnTo>
                    <a:pt x="25548" y="3835"/>
                  </a:lnTo>
                  <a:lnTo>
                    <a:pt x="26598" y="4320"/>
                  </a:lnTo>
                  <a:lnTo>
                    <a:pt x="27607" y="4824"/>
                  </a:lnTo>
                  <a:lnTo>
                    <a:pt x="28071" y="5066"/>
                  </a:lnTo>
                  <a:lnTo>
                    <a:pt x="28535" y="5329"/>
                  </a:lnTo>
                  <a:lnTo>
                    <a:pt x="28999" y="5611"/>
                  </a:lnTo>
                  <a:lnTo>
                    <a:pt x="29423" y="5894"/>
                  </a:lnTo>
                  <a:lnTo>
                    <a:pt x="29847" y="6176"/>
                  </a:lnTo>
                  <a:lnTo>
                    <a:pt x="30271" y="6459"/>
                  </a:lnTo>
                  <a:lnTo>
                    <a:pt x="30654" y="6761"/>
                  </a:lnTo>
                  <a:lnTo>
                    <a:pt x="31058" y="7064"/>
                  </a:lnTo>
                  <a:lnTo>
                    <a:pt x="31421" y="7367"/>
                  </a:lnTo>
                  <a:lnTo>
                    <a:pt x="31784" y="7690"/>
                  </a:lnTo>
                  <a:lnTo>
                    <a:pt x="32127" y="8012"/>
                  </a:lnTo>
                  <a:lnTo>
                    <a:pt x="32450" y="8335"/>
                  </a:lnTo>
                  <a:lnTo>
                    <a:pt x="32773" y="8678"/>
                  </a:lnTo>
                  <a:lnTo>
                    <a:pt x="33076" y="9021"/>
                  </a:lnTo>
                  <a:lnTo>
                    <a:pt x="33237" y="9223"/>
                  </a:lnTo>
                  <a:lnTo>
                    <a:pt x="33378" y="9425"/>
                  </a:lnTo>
                  <a:lnTo>
                    <a:pt x="33520" y="9667"/>
                  </a:lnTo>
                  <a:lnTo>
                    <a:pt x="33560" y="9788"/>
                  </a:lnTo>
                  <a:lnTo>
                    <a:pt x="33600" y="9909"/>
                  </a:lnTo>
                  <a:lnTo>
                    <a:pt x="33620" y="10030"/>
                  </a:lnTo>
                  <a:lnTo>
                    <a:pt x="33620" y="10172"/>
                  </a:lnTo>
                  <a:lnTo>
                    <a:pt x="33600" y="10293"/>
                  </a:lnTo>
                  <a:lnTo>
                    <a:pt x="33580" y="10414"/>
                  </a:lnTo>
                  <a:lnTo>
                    <a:pt x="33520" y="10535"/>
                  </a:lnTo>
                  <a:lnTo>
                    <a:pt x="33459" y="10636"/>
                  </a:lnTo>
                  <a:lnTo>
                    <a:pt x="33378" y="10737"/>
                  </a:lnTo>
                  <a:lnTo>
                    <a:pt x="33257" y="10797"/>
                  </a:lnTo>
                  <a:lnTo>
                    <a:pt x="33176" y="10838"/>
                  </a:lnTo>
                  <a:lnTo>
                    <a:pt x="33096" y="10858"/>
                  </a:lnTo>
                  <a:lnTo>
                    <a:pt x="32894" y="10878"/>
                  </a:lnTo>
                  <a:lnTo>
                    <a:pt x="32692" y="10858"/>
                  </a:lnTo>
                  <a:lnTo>
                    <a:pt x="32470" y="10817"/>
                  </a:lnTo>
                  <a:lnTo>
                    <a:pt x="29019" y="10152"/>
                  </a:lnTo>
                  <a:lnTo>
                    <a:pt x="26840" y="9748"/>
                  </a:lnTo>
                  <a:lnTo>
                    <a:pt x="25750" y="9566"/>
                  </a:lnTo>
                  <a:lnTo>
                    <a:pt x="24640" y="9385"/>
                  </a:lnTo>
                  <a:lnTo>
                    <a:pt x="23551" y="9223"/>
                  </a:lnTo>
                  <a:lnTo>
                    <a:pt x="22420" y="9102"/>
                  </a:lnTo>
                  <a:lnTo>
                    <a:pt x="21311" y="9021"/>
                  </a:lnTo>
                  <a:lnTo>
                    <a:pt x="20201" y="8981"/>
                  </a:lnTo>
                  <a:lnTo>
                    <a:pt x="19071" y="8961"/>
                  </a:lnTo>
                  <a:lnTo>
                    <a:pt x="17941" y="9021"/>
                  </a:lnTo>
                  <a:lnTo>
                    <a:pt x="16831" y="9102"/>
                  </a:lnTo>
                  <a:lnTo>
                    <a:pt x="15721" y="9223"/>
                  </a:lnTo>
                  <a:lnTo>
                    <a:pt x="14591" y="9385"/>
                  </a:lnTo>
                  <a:lnTo>
                    <a:pt x="13501" y="9566"/>
                  </a:lnTo>
                  <a:lnTo>
                    <a:pt x="12391" y="9788"/>
                  </a:lnTo>
                  <a:lnTo>
                    <a:pt x="11281" y="10051"/>
                  </a:lnTo>
                  <a:lnTo>
                    <a:pt x="10191" y="10313"/>
                  </a:lnTo>
                  <a:lnTo>
                    <a:pt x="9081" y="10596"/>
                  </a:lnTo>
                  <a:lnTo>
                    <a:pt x="7992" y="10918"/>
                  </a:lnTo>
                  <a:lnTo>
                    <a:pt x="6922" y="11241"/>
                  </a:lnTo>
                  <a:lnTo>
                    <a:pt x="4763" y="11907"/>
                  </a:lnTo>
                  <a:lnTo>
                    <a:pt x="2604" y="12593"/>
                  </a:lnTo>
                  <a:lnTo>
                    <a:pt x="1595" y="12936"/>
                  </a:lnTo>
                  <a:lnTo>
                    <a:pt x="1433" y="12977"/>
                  </a:lnTo>
                  <a:lnTo>
                    <a:pt x="1231" y="13017"/>
                  </a:lnTo>
                  <a:lnTo>
                    <a:pt x="1050" y="13037"/>
                  </a:lnTo>
                  <a:lnTo>
                    <a:pt x="949" y="13037"/>
                  </a:lnTo>
                  <a:lnTo>
                    <a:pt x="868" y="13017"/>
                  </a:lnTo>
                  <a:lnTo>
                    <a:pt x="767" y="12997"/>
                  </a:lnTo>
                  <a:lnTo>
                    <a:pt x="687" y="12957"/>
                  </a:lnTo>
                  <a:lnTo>
                    <a:pt x="606" y="12896"/>
                  </a:lnTo>
                  <a:lnTo>
                    <a:pt x="525" y="12835"/>
                  </a:lnTo>
                  <a:lnTo>
                    <a:pt x="404" y="12674"/>
                  </a:lnTo>
                  <a:lnTo>
                    <a:pt x="323" y="12492"/>
                  </a:lnTo>
                  <a:lnTo>
                    <a:pt x="243" y="12291"/>
                  </a:lnTo>
                  <a:lnTo>
                    <a:pt x="202" y="12089"/>
                  </a:lnTo>
                  <a:lnTo>
                    <a:pt x="162" y="11867"/>
                  </a:lnTo>
                  <a:lnTo>
                    <a:pt x="142" y="11665"/>
                  </a:lnTo>
                  <a:lnTo>
                    <a:pt x="101" y="10838"/>
                  </a:lnTo>
                  <a:lnTo>
                    <a:pt x="81" y="9990"/>
                  </a:lnTo>
                  <a:lnTo>
                    <a:pt x="101" y="9163"/>
                  </a:lnTo>
                  <a:lnTo>
                    <a:pt x="142" y="8315"/>
                  </a:lnTo>
                  <a:lnTo>
                    <a:pt x="202" y="7488"/>
                  </a:lnTo>
                  <a:lnTo>
                    <a:pt x="283" y="6660"/>
                  </a:lnTo>
                  <a:lnTo>
                    <a:pt x="404" y="5833"/>
                  </a:lnTo>
                  <a:lnTo>
                    <a:pt x="545" y="5006"/>
                  </a:lnTo>
                  <a:lnTo>
                    <a:pt x="666" y="4441"/>
                  </a:lnTo>
                  <a:lnTo>
                    <a:pt x="808" y="3896"/>
                  </a:lnTo>
                  <a:lnTo>
                    <a:pt x="909" y="3654"/>
                  </a:lnTo>
                  <a:lnTo>
                    <a:pt x="989" y="3411"/>
                  </a:lnTo>
                  <a:lnTo>
                    <a:pt x="1110" y="3189"/>
                  </a:lnTo>
                  <a:lnTo>
                    <a:pt x="1231" y="2967"/>
                  </a:lnTo>
                  <a:lnTo>
                    <a:pt x="1413" y="2685"/>
                  </a:lnTo>
                  <a:lnTo>
                    <a:pt x="1635" y="2402"/>
                  </a:lnTo>
                  <a:lnTo>
                    <a:pt x="1877" y="2140"/>
                  </a:lnTo>
                  <a:lnTo>
                    <a:pt x="2160" y="1898"/>
                  </a:lnTo>
                  <a:lnTo>
                    <a:pt x="2462" y="1656"/>
                  </a:lnTo>
                  <a:lnTo>
                    <a:pt x="2805" y="1434"/>
                  </a:lnTo>
                  <a:lnTo>
                    <a:pt x="3189" y="1232"/>
                  </a:lnTo>
                  <a:lnTo>
                    <a:pt x="3572" y="1030"/>
                  </a:lnTo>
                  <a:lnTo>
                    <a:pt x="4117" y="808"/>
                  </a:lnTo>
                  <a:lnTo>
                    <a:pt x="4662" y="627"/>
                  </a:lnTo>
                  <a:lnTo>
                    <a:pt x="5227" y="465"/>
                  </a:lnTo>
                  <a:lnTo>
                    <a:pt x="5832" y="324"/>
                  </a:lnTo>
                  <a:lnTo>
                    <a:pt x="6438" y="223"/>
                  </a:lnTo>
                  <a:lnTo>
                    <a:pt x="7084" y="142"/>
                  </a:lnTo>
                  <a:lnTo>
                    <a:pt x="7750" y="102"/>
                  </a:lnTo>
                  <a:lnTo>
                    <a:pt x="8436" y="82"/>
                  </a:lnTo>
                  <a:close/>
                  <a:moveTo>
                    <a:pt x="8335" y="1"/>
                  </a:moveTo>
                  <a:lnTo>
                    <a:pt x="7830" y="21"/>
                  </a:lnTo>
                  <a:lnTo>
                    <a:pt x="7346" y="41"/>
                  </a:lnTo>
                  <a:lnTo>
                    <a:pt x="6882" y="82"/>
                  </a:lnTo>
                  <a:lnTo>
                    <a:pt x="6438" y="142"/>
                  </a:lnTo>
                  <a:lnTo>
                    <a:pt x="5974" y="223"/>
                  </a:lnTo>
                  <a:lnTo>
                    <a:pt x="5550" y="304"/>
                  </a:lnTo>
                  <a:lnTo>
                    <a:pt x="5126" y="405"/>
                  </a:lnTo>
                  <a:lnTo>
                    <a:pt x="4723" y="526"/>
                  </a:lnTo>
                  <a:lnTo>
                    <a:pt x="4319" y="647"/>
                  </a:lnTo>
                  <a:lnTo>
                    <a:pt x="3915" y="808"/>
                  </a:lnTo>
                  <a:lnTo>
                    <a:pt x="3552" y="970"/>
                  </a:lnTo>
                  <a:lnTo>
                    <a:pt x="3149" y="1151"/>
                  </a:lnTo>
                  <a:lnTo>
                    <a:pt x="2765" y="1373"/>
                  </a:lnTo>
                  <a:lnTo>
                    <a:pt x="2422" y="1595"/>
                  </a:lnTo>
                  <a:lnTo>
                    <a:pt x="2099" y="1837"/>
                  </a:lnTo>
                  <a:lnTo>
                    <a:pt x="1817" y="2080"/>
                  </a:lnTo>
                  <a:lnTo>
                    <a:pt x="1575" y="2362"/>
                  </a:lnTo>
                  <a:lnTo>
                    <a:pt x="1353" y="2624"/>
                  </a:lnTo>
                  <a:lnTo>
                    <a:pt x="1151" y="2927"/>
                  </a:lnTo>
                  <a:lnTo>
                    <a:pt x="1030" y="3169"/>
                  </a:lnTo>
                  <a:lnTo>
                    <a:pt x="909" y="3432"/>
                  </a:lnTo>
                  <a:lnTo>
                    <a:pt x="808" y="3694"/>
                  </a:lnTo>
                  <a:lnTo>
                    <a:pt x="707" y="3956"/>
                  </a:lnTo>
                  <a:lnTo>
                    <a:pt x="586" y="4481"/>
                  </a:lnTo>
                  <a:lnTo>
                    <a:pt x="465" y="4985"/>
                  </a:lnTo>
                  <a:lnTo>
                    <a:pt x="323" y="5813"/>
                  </a:lnTo>
                  <a:lnTo>
                    <a:pt x="222" y="6660"/>
                  </a:lnTo>
                  <a:lnTo>
                    <a:pt x="122" y="7488"/>
                  </a:lnTo>
                  <a:lnTo>
                    <a:pt x="61" y="8315"/>
                  </a:lnTo>
                  <a:lnTo>
                    <a:pt x="21" y="9163"/>
                  </a:lnTo>
                  <a:lnTo>
                    <a:pt x="0" y="9990"/>
                  </a:lnTo>
                  <a:lnTo>
                    <a:pt x="21" y="10838"/>
                  </a:lnTo>
                  <a:lnTo>
                    <a:pt x="61" y="11665"/>
                  </a:lnTo>
                  <a:lnTo>
                    <a:pt x="101" y="11968"/>
                  </a:lnTo>
                  <a:lnTo>
                    <a:pt x="142" y="12230"/>
                  </a:lnTo>
                  <a:lnTo>
                    <a:pt x="222" y="12452"/>
                  </a:lnTo>
                  <a:lnTo>
                    <a:pt x="303" y="12654"/>
                  </a:lnTo>
                  <a:lnTo>
                    <a:pt x="404" y="12815"/>
                  </a:lnTo>
                  <a:lnTo>
                    <a:pt x="545" y="12936"/>
                  </a:lnTo>
                  <a:lnTo>
                    <a:pt x="687" y="13037"/>
                  </a:lnTo>
                  <a:lnTo>
                    <a:pt x="848" y="13098"/>
                  </a:lnTo>
                  <a:lnTo>
                    <a:pt x="949" y="13118"/>
                  </a:lnTo>
                  <a:lnTo>
                    <a:pt x="1191" y="13118"/>
                  </a:lnTo>
                  <a:lnTo>
                    <a:pt x="1353" y="13078"/>
                  </a:lnTo>
                  <a:lnTo>
                    <a:pt x="1615" y="12997"/>
                  </a:lnTo>
                  <a:lnTo>
                    <a:pt x="2644" y="12674"/>
                  </a:lnTo>
                  <a:lnTo>
                    <a:pt x="4783" y="11988"/>
                  </a:lnTo>
                  <a:lnTo>
                    <a:pt x="6942" y="11302"/>
                  </a:lnTo>
                  <a:lnTo>
                    <a:pt x="8012" y="10999"/>
                  </a:lnTo>
                  <a:lnTo>
                    <a:pt x="9102" y="10676"/>
                  </a:lnTo>
                  <a:lnTo>
                    <a:pt x="10191" y="10394"/>
                  </a:lnTo>
                  <a:lnTo>
                    <a:pt x="11301" y="10131"/>
                  </a:lnTo>
                  <a:lnTo>
                    <a:pt x="12391" y="9869"/>
                  </a:lnTo>
                  <a:lnTo>
                    <a:pt x="13501" y="9647"/>
                  </a:lnTo>
                  <a:lnTo>
                    <a:pt x="14611" y="9465"/>
                  </a:lnTo>
                  <a:lnTo>
                    <a:pt x="15721" y="9304"/>
                  </a:lnTo>
                  <a:lnTo>
                    <a:pt x="16831" y="9183"/>
                  </a:lnTo>
                  <a:lnTo>
                    <a:pt x="17961" y="9102"/>
                  </a:lnTo>
                  <a:lnTo>
                    <a:pt x="19071" y="9042"/>
                  </a:lnTo>
                  <a:lnTo>
                    <a:pt x="20201" y="9062"/>
                  </a:lnTo>
                  <a:lnTo>
                    <a:pt x="21311" y="9102"/>
                  </a:lnTo>
                  <a:lnTo>
                    <a:pt x="22420" y="9183"/>
                  </a:lnTo>
                  <a:lnTo>
                    <a:pt x="23530" y="9304"/>
                  </a:lnTo>
                  <a:lnTo>
                    <a:pt x="24640" y="9465"/>
                  </a:lnTo>
                  <a:lnTo>
                    <a:pt x="25750" y="9647"/>
                  </a:lnTo>
                  <a:lnTo>
                    <a:pt x="26840" y="9829"/>
                  </a:lnTo>
                  <a:lnTo>
                    <a:pt x="28999" y="10232"/>
                  </a:lnTo>
                  <a:lnTo>
                    <a:pt x="32470" y="10898"/>
                  </a:lnTo>
                  <a:lnTo>
                    <a:pt x="32692" y="10939"/>
                  </a:lnTo>
                  <a:lnTo>
                    <a:pt x="32894" y="10959"/>
                  </a:lnTo>
                  <a:lnTo>
                    <a:pt x="33116" y="10939"/>
                  </a:lnTo>
                  <a:lnTo>
                    <a:pt x="33197" y="10918"/>
                  </a:lnTo>
                  <a:lnTo>
                    <a:pt x="33298" y="10878"/>
                  </a:lnTo>
                  <a:lnTo>
                    <a:pt x="33419" y="10797"/>
                  </a:lnTo>
                  <a:lnTo>
                    <a:pt x="33520" y="10696"/>
                  </a:lnTo>
                  <a:lnTo>
                    <a:pt x="33600" y="10575"/>
                  </a:lnTo>
                  <a:lnTo>
                    <a:pt x="33661" y="10454"/>
                  </a:lnTo>
                  <a:lnTo>
                    <a:pt x="33681" y="10313"/>
                  </a:lnTo>
                  <a:lnTo>
                    <a:pt x="33701" y="10172"/>
                  </a:lnTo>
                  <a:lnTo>
                    <a:pt x="33701" y="10030"/>
                  </a:lnTo>
                  <a:lnTo>
                    <a:pt x="33681" y="9889"/>
                  </a:lnTo>
                  <a:lnTo>
                    <a:pt x="33641" y="9768"/>
                  </a:lnTo>
                  <a:lnTo>
                    <a:pt x="33600" y="9627"/>
                  </a:lnTo>
                  <a:lnTo>
                    <a:pt x="33459" y="9385"/>
                  </a:lnTo>
                  <a:lnTo>
                    <a:pt x="33298" y="9163"/>
                  </a:lnTo>
                  <a:lnTo>
                    <a:pt x="33136" y="8961"/>
                  </a:lnTo>
                  <a:lnTo>
                    <a:pt x="32833" y="8618"/>
                  </a:lnTo>
                  <a:lnTo>
                    <a:pt x="32511" y="8275"/>
                  </a:lnTo>
                  <a:lnTo>
                    <a:pt x="32188" y="7952"/>
                  </a:lnTo>
                  <a:lnTo>
                    <a:pt x="31824" y="7629"/>
                  </a:lnTo>
                  <a:lnTo>
                    <a:pt x="31481" y="7306"/>
                  </a:lnTo>
                  <a:lnTo>
                    <a:pt x="31098" y="7003"/>
                  </a:lnTo>
                  <a:lnTo>
                    <a:pt x="30714" y="6701"/>
                  </a:lnTo>
                  <a:lnTo>
                    <a:pt x="30311" y="6398"/>
                  </a:lnTo>
                  <a:lnTo>
                    <a:pt x="29907" y="6095"/>
                  </a:lnTo>
                  <a:lnTo>
                    <a:pt x="29483" y="5813"/>
                  </a:lnTo>
                  <a:lnTo>
                    <a:pt x="29040" y="5530"/>
                  </a:lnTo>
                  <a:lnTo>
                    <a:pt x="28575" y="5268"/>
                  </a:lnTo>
                  <a:lnTo>
                    <a:pt x="28111" y="5006"/>
                  </a:lnTo>
                  <a:lnTo>
                    <a:pt x="27627" y="4743"/>
                  </a:lnTo>
                  <a:lnTo>
                    <a:pt x="26638" y="4259"/>
                  </a:lnTo>
                  <a:lnTo>
                    <a:pt x="25569" y="3775"/>
                  </a:lnTo>
                  <a:lnTo>
                    <a:pt x="24963" y="3512"/>
                  </a:lnTo>
                  <a:lnTo>
                    <a:pt x="24317" y="3250"/>
                  </a:lnTo>
                  <a:lnTo>
                    <a:pt x="23591" y="2988"/>
                  </a:lnTo>
                  <a:lnTo>
                    <a:pt x="22824" y="2725"/>
                  </a:lnTo>
                  <a:lnTo>
                    <a:pt x="21977" y="2443"/>
                  </a:lnTo>
                  <a:lnTo>
                    <a:pt x="21068" y="2180"/>
                  </a:lnTo>
                  <a:lnTo>
                    <a:pt x="20100" y="1898"/>
                  </a:lnTo>
                  <a:lnTo>
                    <a:pt x="19050" y="1636"/>
                  </a:lnTo>
                  <a:lnTo>
                    <a:pt x="17920" y="1373"/>
                  </a:lnTo>
                  <a:lnTo>
                    <a:pt x="16710" y="1111"/>
                  </a:lnTo>
                  <a:lnTo>
                    <a:pt x="15398" y="869"/>
                  </a:lnTo>
                  <a:lnTo>
                    <a:pt x="14026" y="627"/>
                  </a:lnTo>
                  <a:lnTo>
                    <a:pt x="12552" y="405"/>
                  </a:lnTo>
                  <a:lnTo>
                    <a:pt x="10978" y="183"/>
                  </a:lnTo>
                  <a:lnTo>
                    <a:pt x="10413" y="122"/>
                  </a:lnTo>
                  <a:lnTo>
                    <a:pt x="9889" y="62"/>
                  </a:lnTo>
                  <a:lnTo>
                    <a:pt x="9344" y="41"/>
                  </a:lnTo>
                  <a:lnTo>
                    <a:pt x="8839" y="21"/>
                  </a:lnTo>
                  <a:lnTo>
                    <a:pt x="83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42"/>
            <p:cNvSpPr/>
            <p:nvPr/>
          </p:nvSpPr>
          <p:spPr>
            <a:xfrm flipH="1">
              <a:off x="1985352" y="-3774912"/>
              <a:ext cx="166996" cy="99348"/>
            </a:xfrm>
            <a:custGeom>
              <a:rect b="b" l="l" r="r" t="t"/>
              <a:pathLst>
                <a:path extrusionOk="0" h="1777" w="2987">
                  <a:moveTo>
                    <a:pt x="2240" y="81"/>
                  </a:moveTo>
                  <a:lnTo>
                    <a:pt x="2442" y="101"/>
                  </a:lnTo>
                  <a:lnTo>
                    <a:pt x="2644" y="122"/>
                  </a:lnTo>
                  <a:lnTo>
                    <a:pt x="2745" y="162"/>
                  </a:lnTo>
                  <a:lnTo>
                    <a:pt x="2805" y="182"/>
                  </a:lnTo>
                  <a:lnTo>
                    <a:pt x="2866" y="243"/>
                  </a:lnTo>
                  <a:lnTo>
                    <a:pt x="2906" y="283"/>
                  </a:lnTo>
                  <a:lnTo>
                    <a:pt x="2906" y="364"/>
                  </a:lnTo>
                  <a:lnTo>
                    <a:pt x="2906" y="444"/>
                  </a:lnTo>
                  <a:lnTo>
                    <a:pt x="2846" y="525"/>
                  </a:lnTo>
                  <a:lnTo>
                    <a:pt x="2765" y="626"/>
                  </a:lnTo>
                  <a:lnTo>
                    <a:pt x="2543" y="868"/>
                  </a:lnTo>
                  <a:lnTo>
                    <a:pt x="2281" y="1070"/>
                  </a:lnTo>
                  <a:lnTo>
                    <a:pt x="1998" y="1252"/>
                  </a:lnTo>
                  <a:lnTo>
                    <a:pt x="1716" y="1413"/>
                  </a:lnTo>
                  <a:lnTo>
                    <a:pt x="1393" y="1534"/>
                  </a:lnTo>
                  <a:lnTo>
                    <a:pt x="1090" y="1615"/>
                  </a:lnTo>
                  <a:lnTo>
                    <a:pt x="747" y="1675"/>
                  </a:lnTo>
                  <a:lnTo>
                    <a:pt x="424" y="1696"/>
                  </a:lnTo>
                  <a:lnTo>
                    <a:pt x="263" y="1696"/>
                  </a:lnTo>
                  <a:lnTo>
                    <a:pt x="182" y="1655"/>
                  </a:lnTo>
                  <a:lnTo>
                    <a:pt x="121" y="1615"/>
                  </a:lnTo>
                  <a:lnTo>
                    <a:pt x="81" y="1554"/>
                  </a:lnTo>
                  <a:lnTo>
                    <a:pt x="81" y="1494"/>
                  </a:lnTo>
                  <a:lnTo>
                    <a:pt x="81" y="1433"/>
                  </a:lnTo>
                  <a:lnTo>
                    <a:pt x="101" y="1373"/>
                  </a:lnTo>
                  <a:lnTo>
                    <a:pt x="182" y="1252"/>
                  </a:lnTo>
                  <a:lnTo>
                    <a:pt x="263" y="1151"/>
                  </a:lnTo>
                  <a:lnTo>
                    <a:pt x="485" y="949"/>
                  </a:lnTo>
                  <a:lnTo>
                    <a:pt x="686" y="747"/>
                  </a:lnTo>
                  <a:lnTo>
                    <a:pt x="929" y="586"/>
                  </a:lnTo>
                  <a:lnTo>
                    <a:pt x="1171" y="424"/>
                  </a:lnTo>
                  <a:lnTo>
                    <a:pt x="1413" y="283"/>
                  </a:lnTo>
                  <a:lnTo>
                    <a:pt x="1675" y="182"/>
                  </a:lnTo>
                  <a:lnTo>
                    <a:pt x="1958" y="101"/>
                  </a:lnTo>
                  <a:lnTo>
                    <a:pt x="2240" y="81"/>
                  </a:lnTo>
                  <a:close/>
                  <a:moveTo>
                    <a:pt x="2119" y="0"/>
                  </a:moveTo>
                  <a:lnTo>
                    <a:pt x="1938" y="21"/>
                  </a:lnTo>
                  <a:lnTo>
                    <a:pt x="1776" y="61"/>
                  </a:lnTo>
                  <a:lnTo>
                    <a:pt x="1615" y="122"/>
                  </a:lnTo>
                  <a:lnTo>
                    <a:pt x="1453" y="182"/>
                  </a:lnTo>
                  <a:lnTo>
                    <a:pt x="1292" y="243"/>
                  </a:lnTo>
                  <a:lnTo>
                    <a:pt x="1009" y="424"/>
                  </a:lnTo>
                  <a:lnTo>
                    <a:pt x="727" y="626"/>
                  </a:lnTo>
                  <a:lnTo>
                    <a:pt x="464" y="848"/>
                  </a:lnTo>
                  <a:lnTo>
                    <a:pt x="222" y="1090"/>
                  </a:lnTo>
                  <a:lnTo>
                    <a:pt x="101" y="1211"/>
                  </a:lnTo>
                  <a:lnTo>
                    <a:pt x="21" y="1332"/>
                  </a:lnTo>
                  <a:lnTo>
                    <a:pt x="0" y="1433"/>
                  </a:lnTo>
                  <a:lnTo>
                    <a:pt x="0" y="1514"/>
                  </a:lnTo>
                  <a:lnTo>
                    <a:pt x="21" y="1595"/>
                  </a:lnTo>
                  <a:lnTo>
                    <a:pt x="61" y="1655"/>
                  </a:lnTo>
                  <a:lnTo>
                    <a:pt x="121" y="1716"/>
                  </a:lnTo>
                  <a:lnTo>
                    <a:pt x="222" y="1756"/>
                  </a:lnTo>
                  <a:lnTo>
                    <a:pt x="303" y="1776"/>
                  </a:lnTo>
                  <a:lnTo>
                    <a:pt x="424" y="1776"/>
                  </a:lnTo>
                  <a:lnTo>
                    <a:pt x="767" y="1756"/>
                  </a:lnTo>
                  <a:lnTo>
                    <a:pt x="1110" y="1696"/>
                  </a:lnTo>
                  <a:lnTo>
                    <a:pt x="1433" y="1615"/>
                  </a:lnTo>
                  <a:lnTo>
                    <a:pt x="1736" y="1474"/>
                  </a:lnTo>
                  <a:lnTo>
                    <a:pt x="2039" y="1332"/>
                  </a:lnTo>
                  <a:lnTo>
                    <a:pt x="2321" y="1131"/>
                  </a:lnTo>
                  <a:lnTo>
                    <a:pt x="2604" y="929"/>
                  </a:lnTo>
                  <a:lnTo>
                    <a:pt x="2826" y="687"/>
                  </a:lnTo>
                  <a:lnTo>
                    <a:pt x="2926" y="565"/>
                  </a:lnTo>
                  <a:lnTo>
                    <a:pt x="2987" y="465"/>
                  </a:lnTo>
                  <a:lnTo>
                    <a:pt x="2987" y="343"/>
                  </a:lnTo>
                  <a:lnTo>
                    <a:pt x="2967" y="263"/>
                  </a:lnTo>
                  <a:lnTo>
                    <a:pt x="2926" y="182"/>
                  </a:lnTo>
                  <a:lnTo>
                    <a:pt x="2866" y="122"/>
                  </a:lnTo>
                  <a:lnTo>
                    <a:pt x="2765" y="81"/>
                  </a:lnTo>
                  <a:lnTo>
                    <a:pt x="2664" y="41"/>
                  </a:lnTo>
                  <a:lnTo>
                    <a:pt x="2462" y="21"/>
                  </a:lnTo>
                  <a:lnTo>
                    <a:pt x="22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2"/>
            <p:cNvSpPr/>
            <p:nvPr/>
          </p:nvSpPr>
          <p:spPr>
            <a:xfrm flipH="1">
              <a:off x="-2673006" y="-2347734"/>
              <a:ext cx="901508" cy="1104564"/>
            </a:xfrm>
            <a:custGeom>
              <a:rect b="b" l="l" r="r" t="t"/>
              <a:pathLst>
                <a:path extrusionOk="0" h="19757" w="16125">
                  <a:moveTo>
                    <a:pt x="13945" y="81"/>
                  </a:moveTo>
                  <a:lnTo>
                    <a:pt x="14187" y="142"/>
                  </a:lnTo>
                  <a:lnTo>
                    <a:pt x="14449" y="222"/>
                  </a:lnTo>
                  <a:lnTo>
                    <a:pt x="14671" y="323"/>
                  </a:lnTo>
                  <a:lnTo>
                    <a:pt x="14893" y="464"/>
                  </a:lnTo>
                  <a:lnTo>
                    <a:pt x="15095" y="626"/>
                  </a:lnTo>
                  <a:lnTo>
                    <a:pt x="15277" y="807"/>
                  </a:lnTo>
                  <a:lnTo>
                    <a:pt x="15438" y="1009"/>
                  </a:lnTo>
                  <a:lnTo>
                    <a:pt x="15620" y="1332"/>
                  </a:lnTo>
                  <a:lnTo>
                    <a:pt x="15761" y="1655"/>
                  </a:lnTo>
                  <a:lnTo>
                    <a:pt x="15862" y="1998"/>
                  </a:lnTo>
                  <a:lnTo>
                    <a:pt x="15943" y="2341"/>
                  </a:lnTo>
                  <a:lnTo>
                    <a:pt x="16003" y="2704"/>
                  </a:lnTo>
                  <a:lnTo>
                    <a:pt x="16023" y="3068"/>
                  </a:lnTo>
                  <a:lnTo>
                    <a:pt x="16044" y="3431"/>
                  </a:lnTo>
                  <a:lnTo>
                    <a:pt x="16044" y="3814"/>
                  </a:lnTo>
                  <a:lnTo>
                    <a:pt x="16023" y="4319"/>
                  </a:lnTo>
                  <a:lnTo>
                    <a:pt x="16003" y="4803"/>
                  </a:lnTo>
                  <a:lnTo>
                    <a:pt x="15963" y="5287"/>
                  </a:lnTo>
                  <a:lnTo>
                    <a:pt x="15923" y="5731"/>
                  </a:lnTo>
                  <a:lnTo>
                    <a:pt x="15862" y="6175"/>
                  </a:lnTo>
                  <a:lnTo>
                    <a:pt x="15781" y="6599"/>
                  </a:lnTo>
                  <a:lnTo>
                    <a:pt x="15701" y="7003"/>
                  </a:lnTo>
                  <a:lnTo>
                    <a:pt x="15600" y="7386"/>
                  </a:lnTo>
                  <a:lnTo>
                    <a:pt x="15479" y="7749"/>
                  </a:lnTo>
                  <a:lnTo>
                    <a:pt x="15337" y="8113"/>
                  </a:lnTo>
                  <a:lnTo>
                    <a:pt x="15196" y="8436"/>
                  </a:lnTo>
                  <a:lnTo>
                    <a:pt x="15055" y="8758"/>
                  </a:lnTo>
                  <a:lnTo>
                    <a:pt x="14873" y="9081"/>
                  </a:lnTo>
                  <a:lnTo>
                    <a:pt x="14692" y="9364"/>
                  </a:lnTo>
                  <a:lnTo>
                    <a:pt x="14490" y="9646"/>
                  </a:lnTo>
                  <a:lnTo>
                    <a:pt x="14268" y="9909"/>
                  </a:lnTo>
                  <a:lnTo>
                    <a:pt x="14086" y="10131"/>
                  </a:lnTo>
                  <a:lnTo>
                    <a:pt x="13884" y="10332"/>
                  </a:lnTo>
                  <a:lnTo>
                    <a:pt x="13683" y="10514"/>
                  </a:lnTo>
                  <a:lnTo>
                    <a:pt x="13461" y="10716"/>
                  </a:lnTo>
                  <a:lnTo>
                    <a:pt x="13017" y="11059"/>
                  </a:lnTo>
                  <a:lnTo>
                    <a:pt x="12532" y="11362"/>
                  </a:lnTo>
                  <a:lnTo>
                    <a:pt x="12048" y="11664"/>
                  </a:lnTo>
                  <a:lnTo>
                    <a:pt x="11543" y="11947"/>
                  </a:lnTo>
                  <a:lnTo>
                    <a:pt x="10514" y="12451"/>
                  </a:lnTo>
                  <a:lnTo>
                    <a:pt x="9586" y="12915"/>
                  </a:lnTo>
                  <a:lnTo>
                    <a:pt x="9122" y="13178"/>
                  </a:lnTo>
                  <a:lnTo>
                    <a:pt x="8678" y="13420"/>
                  </a:lnTo>
                  <a:lnTo>
                    <a:pt x="8032" y="13844"/>
                  </a:lnTo>
                  <a:lnTo>
                    <a:pt x="7427" y="14288"/>
                  </a:lnTo>
                  <a:lnTo>
                    <a:pt x="6821" y="14752"/>
                  </a:lnTo>
                  <a:lnTo>
                    <a:pt x="6236" y="15236"/>
                  </a:lnTo>
                  <a:lnTo>
                    <a:pt x="5671" y="15761"/>
                  </a:lnTo>
                  <a:lnTo>
                    <a:pt x="5106" y="16265"/>
                  </a:lnTo>
                  <a:lnTo>
                    <a:pt x="4037" y="17335"/>
                  </a:lnTo>
                  <a:lnTo>
                    <a:pt x="3350" y="18001"/>
                  </a:lnTo>
                  <a:lnTo>
                    <a:pt x="2644" y="18667"/>
                  </a:lnTo>
                  <a:lnTo>
                    <a:pt x="2281" y="18990"/>
                  </a:lnTo>
                  <a:lnTo>
                    <a:pt x="2099" y="19151"/>
                  </a:lnTo>
                  <a:lnTo>
                    <a:pt x="1897" y="19292"/>
                  </a:lnTo>
                  <a:lnTo>
                    <a:pt x="1696" y="19413"/>
                  </a:lnTo>
                  <a:lnTo>
                    <a:pt x="1474" y="19514"/>
                  </a:lnTo>
                  <a:lnTo>
                    <a:pt x="1272" y="19595"/>
                  </a:lnTo>
                  <a:lnTo>
                    <a:pt x="1030" y="19656"/>
                  </a:lnTo>
                  <a:lnTo>
                    <a:pt x="808" y="19676"/>
                  </a:lnTo>
                  <a:lnTo>
                    <a:pt x="687" y="19656"/>
                  </a:lnTo>
                  <a:lnTo>
                    <a:pt x="566" y="19635"/>
                  </a:lnTo>
                  <a:lnTo>
                    <a:pt x="444" y="19595"/>
                  </a:lnTo>
                  <a:lnTo>
                    <a:pt x="344" y="19555"/>
                  </a:lnTo>
                  <a:lnTo>
                    <a:pt x="243" y="19474"/>
                  </a:lnTo>
                  <a:lnTo>
                    <a:pt x="162" y="19373"/>
                  </a:lnTo>
                  <a:lnTo>
                    <a:pt x="101" y="19232"/>
                  </a:lnTo>
                  <a:lnTo>
                    <a:pt x="81" y="19091"/>
                  </a:lnTo>
                  <a:lnTo>
                    <a:pt x="81" y="18929"/>
                  </a:lnTo>
                  <a:lnTo>
                    <a:pt x="122" y="18788"/>
                  </a:lnTo>
                  <a:lnTo>
                    <a:pt x="162" y="18667"/>
                  </a:lnTo>
                  <a:lnTo>
                    <a:pt x="222" y="18546"/>
                  </a:lnTo>
                  <a:lnTo>
                    <a:pt x="323" y="18364"/>
                  </a:lnTo>
                  <a:lnTo>
                    <a:pt x="444" y="18203"/>
                  </a:lnTo>
                  <a:lnTo>
                    <a:pt x="566" y="18021"/>
                  </a:lnTo>
                  <a:lnTo>
                    <a:pt x="868" y="17718"/>
                  </a:lnTo>
                  <a:lnTo>
                    <a:pt x="1171" y="17436"/>
                  </a:lnTo>
                  <a:lnTo>
                    <a:pt x="1494" y="17173"/>
                  </a:lnTo>
                  <a:lnTo>
                    <a:pt x="2220" y="16588"/>
                  </a:lnTo>
                  <a:lnTo>
                    <a:pt x="2987" y="16043"/>
                  </a:lnTo>
                  <a:lnTo>
                    <a:pt x="3754" y="15499"/>
                  </a:lnTo>
                  <a:lnTo>
                    <a:pt x="4521" y="14974"/>
                  </a:lnTo>
                  <a:lnTo>
                    <a:pt x="5308" y="14429"/>
                  </a:lnTo>
                  <a:lnTo>
                    <a:pt x="6075" y="13884"/>
                  </a:lnTo>
                  <a:lnTo>
                    <a:pt x="6862" y="13319"/>
                  </a:lnTo>
                  <a:lnTo>
                    <a:pt x="7608" y="12734"/>
                  </a:lnTo>
                  <a:lnTo>
                    <a:pt x="8153" y="12270"/>
                  </a:lnTo>
                  <a:lnTo>
                    <a:pt x="8436" y="12007"/>
                  </a:lnTo>
                  <a:lnTo>
                    <a:pt x="8718" y="11725"/>
                  </a:lnTo>
                  <a:lnTo>
                    <a:pt x="9001" y="11422"/>
                  </a:lnTo>
                  <a:lnTo>
                    <a:pt x="9283" y="11119"/>
                  </a:lnTo>
                  <a:lnTo>
                    <a:pt x="9546" y="10776"/>
                  </a:lnTo>
                  <a:lnTo>
                    <a:pt x="9788" y="10413"/>
                  </a:lnTo>
                  <a:lnTo>
                    <a:pt x="9949" y="10131"/>
                  </a:lnTo>
                  <a:lnTo>
                    <a:pt x="10111" y="9828"/>
                  </a:lnTo>
                  <a:lnTo>
                    <a:pt x="10252" y="9525"/>
                  </a:lnTo>
                  <a:lnTo>
                    <a:pt x="10393" y="9202"/>
                  </a:lnTo>
                  <a:lnTo>
                    <a:pt x="10494" y="8879"/>
                  </a:lnTo>
                  <a:lnTo>
                    <a:pt x="10615" y="8557"/>
                  </a:lnTo>
                  <a:lnTo>
                    <a:pt x="10777" y="7911"/>
                  </a:lnTo>
                  <a:lnTo>
                    <a:pt x="10938" y="7245"/>
                  </a:lnTo>
                  <a:lnTo>
                    <a:pt x="11039" y="6559"/>
                  </a:lnTo>
                  <a:lnTo>
                    <a:pt x="11241" y="5207"/>
                  </a:lnTo>
                  <a:lnTo>
                    <a:pt x="11342" y="4399"/>
                  </a:lnTo>
                  <a:lnTo>
                    <a:pt x="11463" y="3612"/>
                  </a:lnTo>
                  <a:lnTo>
                    <a:pt x="11604" y="2825"/>
                  </a:lnTo>
                  <a:lnTo>
                    <a:pt x="11685" y="2422"/>
                  </a:lnTo>
                  <a:lnTo>
                    <a:pt x="11786" y="2038"/>
                  </a:lnTo>
                  <a:lnTo>
                    <a:pt x="11866" y="1756"/>
                  </a:lnTo>
                  <a:lnTo>
                    <a:pt x="11987" y="1473"/>
                  </a:lnTo>
                  <a:lnTo>
                    <a:pt x="12109" y="1171"/>
                  </a:lnTo>
                  <a:lnTo>
                    <a:pt x="12250" y="888"/>
                  </a:lnTo>
                  <a:lnTo>
                    <a:pt x="12452" y="626"/>
                  </a:lnTo>
                  <a:lnTo>
                    <a:pt x="12552" y="525"/>
                  </a:lnTo>
                  <a:lnTo>
                    <a:pt x="12674" y="404"/>
                  </a:lnTo>
                  <a:lnTo>
                    <a:pt x="12795" y="323"/>
                  </a:lnTo>
                  <a:lnTo>
                    <a:pt x="12916" y="242"/>
                  </a:lnTo>
                  <a:lnTo>
                    <a:pt x="13077" y="182"/>
                  </a:lnTo>
                  <a:lnTo>
                    <a:pt x="13218" y="121"/>
                  </a:lnTo>
                  <a:lnTo>
                    <a:pt x="13461" y="81"/>
                  </a:lnTo>
                  <a:close/>
                  <a:moveTo>
                    <a:pt x="13541" y="0"/>
                  </a:moveTo>
                  <a:lnTo>
                    <a:pt x="13380" y="20"/>
                  </a:lnTo>
                  <a:lnTo>
                    <a:pt x="13218" y="41"/>
                  </a:lnTo>
                  <a:lnTo>
                    <a:pt x="13037" y="101"/>
                  </a:lnTo>
                  <a:lnTo>
                    <a:pt x="12896" y="162"/>
                  </a:lnTo>
                  <a:lnTo>
                    <a:pt x="12754" y="242"/>
                  </a:lnTo>
                  <a:lnTo>
                    <a:pt x="12613" y="343"/>
                  </a:lnTo>
                  <a:lnTo>
                    <a:pt x="12492" y="464"/>
                  </a:lnTo>
                  <a:lnTo>
                    <a:pt x="12391" y="565"/>
                  </a:lnTo>
                  <a:lnTo>
                    <a:pt x="12189" y="848"/>
                  </a:lnTo>
                  <a:lnTo>
                    <a:pt x="12028" y="1130"/>
                  </a:lnTo>
                  <a:lnTo>
                    <a:pt x="11907" y="1433"/>
                  </a:lnTo>
                  <a:lnTo>
                    <a:pt x="11806" y="1736"/>
                  </a:lnTo>
                  <a:lnTo>
                    <a:pt x="11705" y="2018"/>
                  </a:lnTo>
                  <a:lnTo>
                    <a:pt x="11604" y="2402"/>
                  </a:lnTo>
                  <a:lnTo>
                    <a:pt x="11523" y="2805"/>
                  </a:lnTo>
                  <a:lnTo>
                    <a:pt x="11382" y="3592"/>
                  </a:lnTo>
                  <a:lnTo>
                    <a:pt x="11261" y="4399"/>
                  </a:lnTo>
                  <a:lnTo>
                    <a:pt x="11160" y="5187"/>
                  </a:lnTo>
                  <a:lnTo>
                    <a:pt x="10958" y="6539"/>
                  </a:lnTo>
                  <a:lnTo>
                    <a:pt x="10857" y="7225"/>
                  </a:lnTo>
                  <a:lnTo>
                    <a:pt x="10716" y="7870"/>
                  </a:lnTo>
                  <a:lnTo>
                    <a:pt x="10534" y="8536"/>
                  </a:lnTo>
                  <a:lnTo>
                    <a:pt x="10434" y="8859"/>
                  </a:lnTo>
                  <a:lnTo>
                    <a:pt x="10313" y="9162"/>
                  </a:lnTo>
                  <a:lnTo>
                    <a:pt x="10191" y="9485"/>
                  </a:lnTo>
                  <a:lnTo>
                    <a:pt x="10050" y="9788"/>
                  </a:lnTo>
                  <a:lnTo>
                    <a:pt x="9889" y="10090"/>
                  </a:lnTo>
                  <a:lnTo>
                    <a:pt x="9707" y="10373"/>
                  </a:lnTo>
                  <a:lnTo>
                    <a:pt x="9465" y="10736"/>
                  </a:lnTo>
                  <a:lnTo>
                    <a:pt x="9223" y="11059"/>
                  </a:lnTo>
                  <a:lnTo>
                    <a:pt x="8940" y="11382"/>
                  </a:lnTo>
                  <a:lnTo>
                    <a:pt x="8658" y="11664"/>
                  </a:lnTo>
                  <a:lnTo>
                    <a:pt x="8375" y="11947"/>
                  </a:lnTo>
                  <a:lnTo>
                    <a:pt x="8093" y="12209"/>
                  </a:lnTo>
                  <a:lnTo>
                    <a:pt x="7568" y="12653"/>
                  </a:lnTo>
                  <a:lnTo>
                    <a:pt x="6801" y="13259"/>
                  </a:lnTo>
                  <a:lnTo>
                    <a:pt x="6034" y="13824"/>
                  </a:lnTo>
                  <a:lnTo>
                    <a:pt x="5247" y="14368"/>
                  </a:lnTo>
                  <a:lnTo>
                    <a:pt x="4480" y="14913"/>
                  </a:lnTo>
                  <a:lnTo>
                    <a:pt x="3714" y="15438"/>
                  </a:lnTo>
                  <a:lnTo>
                    <a:pt x="2927" y="15983"/>
                  </a:lnTo>
                  <a:lnTo>
                    <a:pt x="2180" y="16528"/>
                  </a:lnTo>
                  <a:lnTo>
                    <a:pt x="1433" y="17113"/>
                  </a:lnTo>
                  <a:lnTo>
                    <a:pt x="1131" y="17375"/>
                  </a:lnTo>
                  <a:lnTo>
                    <a:pt x="808" y="17658"/>
                  </a:lnTo>
                  <a:lnTo>
                    <a:pt x="505" y="17981"/>
                  </a:lnTo>
                  <a:lnTo>
                    <a:pt x="384" y="18142"/>
                  </a:lnTo>
                  <a:lnTo>
                    <a:pt x="243" y="18324"/>
                  </a:lnTo>
                  <a:lnTo>
                    <a:pt x="142" y="18526"/>
                  </a:lnTo>
                  <a:lnTo>
                    <a:pt x="81" y="18667"/>
                  </a:lnTo>
                  <a:lnTo>
                    <a:pt x="21" y="18808"/>
                  </a:lnTo>
                  <a:lnTo>
                    <a:pt x="1" y="18949"/>
                  </a:lnTo>
                  <a:lnTo>
                    <a:pt x="1" y="19111"/>
                  </a:lnTo>
                  <a:lnTo>
                    <a:pt x="21" y="19272"/>
                  </a:lnTo>
                  <a:lnTo>
                    <a:pt x="101" y="19434"/>
                  </a:lnTo>
                  <a:lnTo>
                    <a:pt x="162" y="19514"/>
                  </a:lnTo>
                  <a:lnTo>
                    <a:pt x="243" y="19575"/>
                  </a:lnTo>
                  <a:lnTo>
                    <a:pt x="323" y="19635"/>
                  </a:lnTo>
                  <a:lnTo>
                    <a:pt x="424" y="19676"/>
                  </a:lnTo>
                  <a:lnTo>
                    <a:pt x="626" y="19736"/>
                  </a:lnTo>
                  <a:lnTo>
                    <a:pt x="828" y="19757"/>
                  </a:lnTo>
                  <a:lnTo>
                    <a:pt x="1050" y="19736"/>
                  </a:lnTo>
                  <a:lnTo>
                    <a:pt x="1292" y="19676"/>
                  </a:lnTo>
                  <a:lnTo>
                    <a:pt x="1514" y="19595"/>
                  </a:lnTo>
                  <a:lnTo>
                    <a:pt x="1736" y="19494"/>
                  </a:lnTo>
                  <a:lnTo>
                    <a:pt x="1938" y="19353"/>
                  </a:lnTo>
                  <a:lnTo>
                    <a:pt x="2140" y="19212"/>
                  </a:lnTo>
                  <a:lnTo>
                    <a:pt x="2341" y="19050"/>
                  </a:lnTo>
                  <a:lnTo>
                    <a:pt x="2705" y="18727"/>
                  </a:lnTo>
                  <a:lnTo>
                    <a:pt x="3411" y="18061"/>
                  </a:lnTo>
                  <a:lnTo>
                    <a:pt x="4077" y="17395"/>
                  </a:lnTo>
                  <a:lnTo>
                    <a:pt x="5167" y="16326"/>
                  </a:lnTo>
                  <a:lnTo>
                    <a:pt x="5732" y="15821"/>
                  </a:lnTo>
                  <a:lnTo>
                    <a:pt x="6297" y="15297"/>
                  </a:lnTo>
                  <a:lnTo>
                    <a:pt x="6862" y="14812"/>
                  </a:lnTo>
                  <a:lnTo>
                    <a:pt x="7467" y="14348"/>
                  </a:lnTo>
                  <a:lnTo>
                    <a:pt x="8093" y="13904"/>
                  </a:lnTo>
                  <a:lnTo>
                    <a:pt x="8718" y="13501"/>
                  </a:lnTo>
                  <a:lnTo>
                    <a:pt x="9162" y="13238"/>
                  </a:lnTo>
                  <a:lnTo>
                    <a:pt x="9626" y="12996"/>
                  </a:lnTo>
                  <a:lnTo>
                    <a:pt x="10555" y="12532"/>
                  </a:lnTo>
                  <a:lnTo>
                    <a:pt x="11584" y="12007"/>
                  </a:lnTo>
                  <a:lnTo>
                    <a:pt x="12088" y="11725"/>
                  </a:lnTo>
                  <a:lnTo>
                    <a:pt x="12573" y="11442"/>
                  </a:lnTo>
                  <a:lnTo>
                    <a:pt x="13057" y="11119"/>
                  </a:lnTo>
                  <a:lnTo>
                    <a:pt x="13521" y="10776"/>
                  </a:lnTo>
                  <a:lnTo>
                    <a:pt x="13743" y="10575"/>
                  </a:lnTo>
                  <a:lnTo>
                    <a:pt x="13945" y="10393"/>
                  </a:lnTo>
                  <a:lnTo>
                    <a:pt x="14147" y="10171"/>
                  </a:lnTo>
                  <a:lnTo>
                    <a:pt x="14328" y="9969"/>
                  </a:lnTo>
                  <a:lnTo>
                    <a:pt x="14550" y="9687"/>
                  </a:lnTo>
                  <a:lnTo>
                    <a:pt x="14752" y="9404"/>
                  </a:lnTo>
                  <a:lnTo>
                    <a:pt x="14934" y="9122"/>
                  </a:lnTo>
                  <a:lnTo>
                    <a:pt x="15115" y="8799"/>
                  </a:lnTo>
                  <a:lnTo>
                    <a:pt x="15277" y="8476"/>
                  </a:lnTo>
                  <a:lnTo>
                    <a:pt x="15418" y="8133"/>
                  </a:lnTo>
                  <a:lnTo>
                    <a:pt x="15559" y="7790"/>
                  </a:lnTo>
                  <a:lnTo>
                    <a:pt x="15660" y="7406"/>
                  </a:lnTo>
                  <a:lnTo>
                    <a:pt x="15761" y="7023"/>
                  </a:lnTo>
                  <a:lnTo>
                    <a:pt x="15862" y="6619"/>
                  </a:lnTo>
                  <a:lnTo>
                    <a:pt x="15943" y="6196"/>
                  </a:lnTo>
                  <a:lnTo>
                    <a:pt x="16003" y="5752"/>
                  </a:lnTo>
                  <a:lnTo>
                    <a:pt x="16044" y="5287"/>
                  </a:lnTo>
                  <a:lnTo>
                    <a:pt x="16084" y="4823"/>
                  </a:lnTo>
                  <a:lnTo>
                    <a:pt x="16104" y="4319"/>
                  </a:lnTo>
                  <a:lnTo>
                    <a:pt x="16124" y="3814"/>
                  </a:lnTo>
                  <a:lnTo>
                    <a:pt x="16124" y="3431"/>
                  </a:lnTo>
                  <a:lnTo>
                    <a:pt x="16104" y="3068"/>
                  </a:lnTo>
                  <a:lnTo>
                    <a:pt x="16084" y="2684"/>
                  </a:lnTo>
                  <a:lnTo>
                    <a:pt x="16023" y="2321"/>
                  </a:lnTo>
                  <a:lnTo>
                    <a:pt x="15943" y="1958"/>
                  </a:lnTo>
                  <a:lnTo>
                    <a:pt x="15842" y="1615"/>
                  </a:lnTo>
                  <a:lnTo>
                    <a:pt x="15701" y="1292"/>
                  </a:lnTo>
                  <a:lnTo>
                    <a:pt x="15519" y="969"/>
                  </a:lnTo>
                  <a:lnTo>
                    <a:pt x="15418" y="828"/>
                  </a:lnTo>
                  <a:lnTo>
                    <a:pt x="15297" y="707"/>
                  </a:lnTo>
                  <a:lnTo>
                    <a:pt x="15196" y="585"/>
                  </a:lnTo>
                  <a:lnTo>
                    <a:pt x="15055" y="485"/>
                  </a:lnTo>
                  <a:lnTo>
                    <a:pt x="14934" y="384"/>
                  </a:lnTo>
                  <a:lnTo>
                    <a:pt x="14792" y="303"/>
                  </a:lnTo>
                  <a:lnTo>
                    <a:pt x="14490" y="142"/>
                  </a:lnTo>
                  <a:lnTo>
                    <a:pt x="14187" y="61"/>
                  </a:lnTo>
                  <a:lnTo>
                    <a:pt x="14026" y="20"/>
                  </a:lnTo>
                  <a:lnTo>
                    <a:pt x="13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2"/>
            <p:cNvSpPr/>
            <p:nvPr/>
          </p:nvSpPr>
          <p:spPr>
            <a:xfrm flipH="1">
              <a:off x="-3379293" y="-5020451"/>
              <a:ext cx="1990251" cy="2226013"/>
            </a:xfrm>
            <a:custGeom>
              <a:rect b="b" l="l" r="r" t="t"/>
              <a:pathLst>
                <a:path extrusionOk="0" h="39816" w="35599">
                  <a:moveTo>
                    <a:pt x="16346" y="81"/>
                  </a:moveTo>
                  <a:lnTo>
                    <a:pt x="18606" y="102"/>
                  </a:lnTo>
                  <a:lnTo>
                    <a:pt x="19737" y="122"/>
                  </a:lnTo>
                  <a:lnTo>
                    <a:pt x="20867" y="162"/>
                  </a:lnTo>
                  <a:lnTo>
                    <a:pt x="22017" y="223"/>
                  </a:lnTo>
                  <a:lnTo>
                    <a:pt x="23147" y="283"/>
                  </a:lnTo>
                  <a:lnTo>
                    <a:pt x="24277" y="364"/>
                  </a:lnTo>
                  <a:lnTo>
                    <a:pt x="25407" y="465"/>
                  </a:lnTo>
                  <a:lnTo>
                    <a:pt x="26537" y="586"/>
                  </a:lnTo>
                  <a:lnTo>
                    <a:pt x="27667" y="747"/>
                  </a:lnTo>
                  <a:lnTo>
                    <a:pt x="28555" y="868"/>
                  </a:lnTo>
                  <a:lnTo>
                    <a:pt x="29443" y="1050"/>
                  </a:lnTo>
                  <a:lnTo>
                    <a:pt x="29887" y="1151"/>
                  </a:lnTo>
                  <a:lnTo>
                    <a:pt x="30311" y="1272"/>
                  </a:lnTo>
                  <a:lnTo>
                    <a:pt x="30755" y="1413"/>
                  </a:lnTo>
                  <a:lnTo>
                    <a:pt x="31179" y="1554"/>
                  </a:lnTo>
                  <a:lnTo>
                    <a:pt x="31582" y="1736"/>
                  </a:lnTo>
                  <a:lnTo>
                    <a:pt x="31986" y="1918"/>
                  </a:lnTo>
                  <a:lnTo>
                    <a:pt x="32369" y="2140"/>
                  </a:lnTo>
                  <a:lnTo>
                    <a:pt x="32732" y="2382"/>
                  </a:lnTo>
                  <a:lnTo>
                    <a:pt x="33076" y="2644"/>
                  </a:lnTo>
                  <a:lnTo>
                    <a:pt x="33419" y="2927"/>
                  </a:lnTo>
                  <a:lnTo>
                    <a:pt x="33721" y="3250"/>
                  </a:lnTo>
                  <a:lnTo>
                    <a:pt x="34004" y="3593"/>
                  </a:lnTo>
                  <a:lnTo>
                    <a:pt x="34165" y="3815"/>
                  </a:lnTo>
                  <a:lnTo>
                    <a:pt x="34307" y="4057"/>
                  </a:lnTo>
                  <a:lnTo>
                    <a:pt x="34448" y="4299"/>
                  </a:lnTo>
                  <a:lnTo>
                    <a:pt x="34569" y="4561"/>
                  </a:lnTo>
                  <a:lnTo>
                    <a:pt x="34771" y="5066"/>
                  </a:lnTo>
                  <a:lnTo>
                    <a:pt x="34932" y="5611"/>
                  </a:lnTo>
                  <a:lnTo>
                    <a:pt x="35073" y="6135"/>
                  </a:lnTo>
                  <a:lnTo>
                    <a:pt x="35174" y="6680"/>
                  </a:lnTo>
                  <a:lnTo>
                    <a:pt x="35255" y="7205"/>
                  </a:lnTo>
                  <a:lnTo>
                    <a:pt x="35316" y="7730"/>
                  </a:lnTo>
                  <a:lnTo>
                    <a:pt x="35416" y="8577"/>
                  </a:lnTo>
                  <a:lnTo>
                    <a:pt x="35477" y="9445"/>
                  </a:lnTo>
                  <a:lnTo>
                    <a:pt x="35517" y="10333"/>
                  </a:lnTo>
                  <a:lnTo>
                    <a:pt x="35517" y="11261"/>
                  </a:lnTo>
                  <a:lnTo>
                    <a:pt x="35517" y="12230"/>
                  </a:lnTo>
                  <a:lnTo>
                    <a:pt x="35497" y="13219"/>
                  </a:lnTo>
                  <a:lnTo>
                    <a:pt x="35457" y="14248"/>
                  </a:lnTo>
                  <a:lnTo>
                    <a:pt x="35376" y="15337"/>
                  </a:lnTo>
                  <a:lnTo>
                    <a:pt x="35316" y="16165"/>
                  </a:lnTo>
                  <a:lnTo>
                    <a:pt x="35235" y="17033"/>
                  </a:lnTo>
                  <a:lnTo>
                    <a:pt x="35134" y="17921"/>
                  </a:lnTo>
                  <a:lnTo>
                    <a:pt x="34993" y="18808"/>
                  </a:lnTo>
                  <a:lnTo>
                    <a:pt x="34831" y="19717"/>
                  </a:lnTo>
                  <a:lnTo>
                    <a:pt x="34629" y="20625"/>
                  </a:lnTo>
                  <a:lnTo>
                    <a:pt x="34508" y="21089"/>
                  </a:lnTo>
                  <a:lnTo>
                    <a:pt x="34367" y="21533"/>
                  </a:lnTo>
                  <a:lnTo>
                    <a:pt x="34226" y="21997"/>
                  </a:lnTo>
                  <a:lnTo>
                    <a:pt x="34064" y="22441"/>
                  </a:lnTo>
                  <a:lnTo>
                    <a:pt x="33943" y="22784"/>
                  </a:lnTo>
                  <a:lnTo>
                    <a:pt x="33782" y="23127"/>
                  </a:lnTo>
                  <a:lnTo>
                    <a:pt x="33620" y="23490"/>
                  </a:lnTo>
                  <a:lnTo>
                    <a:pt x="33419" y="23833"/>
                  </a:lnTo>
                  <a:lnTo>
                    <a:pt x="33197" y="24176"/>
                  </a:lnTo>
                  <a:lnTo>
                    <a:pt x="32934" y="24479"/>
                  </a:lnTo>
                  <a:lnTo>
                    <a:pt x="32793" y="24641"/>
                  </a:lnTo>
                  <a:lnTo>
                    <a:pt x="32632" y="24782"/>
                  </a:lnTo>
                  <a:lnTo>
                    <a:pt x="32470" y="24903"/>
                  </a:lnTo>
                  <a:lnTo>
                    <a:pt x="32309" y="25024"/>
                  </a:lnTo>
                  <a:lnTo>
                    <a:pt x="32107" y="25145"/>
                  </a:lnTo>
                  <a:lnTo>
                    <a:pt x="31925" y="25226"/>
                  </a:lnTo>
                  <a:lnTo>
                    <a:pt x="31723" y="25327"/>
                  </a:lnTo>
                  <a:lnTo>
                    <a:pt x="31522" y="25387"/>
                  </a:lnTo>
                  <a:lnTo>
                    <a:pt x="31118" y="25508"/>
                  </a:lnTo>
                  <a:lnTo>
                    <a:pt x="30694" y="25569"/>
                  </a:lnTo>
                  <a:lnTo>
                    <a:pt x="30250" y="25609"/>
                  </a:lnTo>
                  <a:lnTo>
                    <a:pt x="29403" y="25609"/>
                  </a:lnTo>
                  <a:lnTo>
                    <a:pt x="28979" y="25589"/>
                  </a:lnTo>
                  <a:lnTo>
                    <a:pt x="27809" y="25488"/>
                  </a:lnTo>
                  <a:lnTo>
                    <a:pt x="26658" y="25347"/>
                  </a:lnTo>
                  <a:lnTo>
                    <a:pt x="25508" y="25185"/>
                  </a:lnTo>
                  <a:lnTo>
                    <a:pt x="24358" y="25004"/>
                  </a:lnTo>
                  <a:lnTo>
                    <a:pt x="23248" y="24842"/>
                  </a:lnTo>
                  <a:lnTo>
                    <a:pt x="22118" y="24681"/>
                  </a:lnTo>
                  <a:lnTo>
                    <a:pt x="20988" y="24540"/>
                  </a:lnTo>
                  <a:lnTo>
                    <a:pt x="19837" y="24439"/>
                  </a:lnTo>
                  <a:lnTo>
                    <a:pt x="19272" y="24398"/>
                  </a:lnTo>
                  <a:lnTo>
                    <a:pt x="18707" y="24378"/>
                  </a:lnTo>
                  <a:lnTo>
                    <a:pt x="17577" y="24378"/>
                  </a:lnTo>
                  <a:lnTo>
                    <a:pt x="17012" y="24419"/>
                  </a:lnTo>
                  <a:lnTo>
                    <a:pt x="16447" y="24459"/>
                  </a:lnTo>
                  <a:lnTo>
                    <a:pt x="15882" y="24540"/>
                  </a:lnTo>
                  <a:lnTo>
                    <a:pt x="15317" y="24620"/>
                  </a:lnTo>
                  <a:lnTo>
                    <a:pt x="14631" y="24762"/>
                  </a:lnTo>
                  <a:lnTo>
                    <a:pt x="13965" y="24943"/>
                  </a:lnTo>
                  <a:lnTo>
                    <a:pt x="13319" y="25165"/>
                  </a:lnTo>
                  <a:lnTo>
                    <a:pt x="12674" y="25407"/>
                  </a:lnTo>
                  <a:lnTo>
                    <a:pt x="12048" y="25690"/>
                  </a:lnTo>
                  <a:lnTo>
                    <a:pt x="11422" y="25993"/>
                  </a:lnTo>
                  <a:lnTo>
                    <a:pt x="10817" y="26336"/>
                  </a:lnTo>
                  <a:lnTo>
                    <a:pt x="10232" y="26699"/>
                  </a:lnTo>
                  <a:lnTo>
                    <a:pt x="9667" y="27102"/>
                  </a:lnTo>
                  <a:lnTo>
                    <a:pt x="9122" y="27526"/>
                  </a:lnTo>
                  <a:lnTo>
                    <a:pt x="8597" y="27990"/>
                  </a:lnTo>
                  <a:lnTo>
                    <a:pt x="8093" y="28455"/>
                  </a:lnTo>
                  <a:lnTo>
                    <a:pt x="7608" y="28959"/>
                  </a:lnTo>
                  <a:lnTo>
                    <a:pt x="7164" y="29484"/>
                  </a:lnTo>
                  <a:lnTo>
                    <a:pt x="6741" y="30029"/>
                  </a:lnTo>
                  <a:lnTo>
                    <a:pt x="6357" y="30594"/>
                  </a:lnTo>
                  <a:lnTo>
                    <a:pt x="6014" y="31159"/>
                  </a:lnTo>
                  <a:lnTo>
                    <a:pt x="5691" y="31744"/>
                  </a:lnTo>
                  <a:lnTo>
                    <a:pt x="5389" y="32329"/>
                  </a:lnTo>
                  <a:lnTo>
                    <a:pt x="5106" y="32914"/>
                  </a:lnTo>
                  <a:lnTo>
                    <a:pt x="4844" y="33520"/>
                  </a:lnTo>
                  <a:lnTo>
                    <a:pt x="4581" y="34125"/>
                  </a:lnTo>
                  <a:lnTo>
                    <a:pt x="4097" y="35336"/>
                  </a:lnTo>
                  <a:lnTo>
                    <a:pt x="3714" y="36264"/>
                  </a:lnTo>
                  <a:lnTo>
                    <a:pt x="3330" y="37172"/>
                  </a:lnTo>
                  <a:lnTo>
                    <a:pt x="2927" y="38080"/>
                  </a:lnTo>
                  <a:lnTo>
                    <a:pt x="2705" y="38524"/>
                  </a:lnTo>
                  <a:lnTo>
                    <a:pt x="2483" y="38948"/>
                  </a:lnTo>
                  <a:lnTo>
                    <a:pt x="2402" y="39089"/>
                  </a:lnTo>
                  <a:lnTo>
                    <a:pt x="2321" y="39211"/>
                  </a:lnTo>
                  <a:lnTo>
                    <a:pt x="2220" y="39332"/>
                  </a:lnTo>
                  <a:lnTo>
                    <a:pt x="2099" y="39453"/>
                  </a:lnTo>
                  <a:lnTo>
                    <a:pt x="1978" y="39554"/>
                  </a:lnTo>
                  <a:lnTo>
                    <a:pt x="1857" y="39634"/>
                  </a:lnTo>
                  <a:lnTo>
                    <a:pt x="1736" y="39695"/>
                  </a:lnTo>
                  <a:lnTo>
                    <a:pt x="1615" y="39715"/>
                  </a:lnTo>
                  <a:lnTo>
                    <a:pt x="1413" y="39715"/>
                  </a:lnTo>
                  <a:lnTo>
                    <a:pt x="1312" y="39654"/>
                  </a:lnTo>
                  <a:lnTo>
                    <a:pt x="1231" y="39594"/>
                  </a:lnTo>
                  <a:lnTo>
                    <a:pt x="1191" y="39513"/>
                  </a:lnTo>
                  <a:lnTo>
                    <a:pt x="1131" y="39433"/>
                  </a:lnTo>
                  <a:lnTo>
                    <a:pt x="1110" y="39352"/>
                  </a:lnTo>
                  <a:lnTo>
                    <a:pt x="1090" y="39251"/>
                  </a:lnTo>
                  <a:lnTo>
                    <a:pt x="1090" y="39049"/>
                  </a:lnTo>
                  <a:lnTo>
                    <a:pt x="1110" y="38847"/>
                  </a:lnTo>
                  <a:lnTo>
                    <a:pt x="1252" y="38040"/>
                  </a:lnTo>
                  <a:lnTo>
                    <a:pt x="1393" y="37253"/>
                  </a:lnTo>
                  <a:lnTo>
                    <a:pt x="1575" y="36466"/>
                  </a:lnTo>
                  <a:lnTo>
                    <a:pt x="1776" y="35699"/>
                  </a:lnTo>
                  <a:lnTo>
                    <a:pt x="2018" y="34630"/>
                  </a:lnTo>
                  <a:lnTo>
                    <a:pt x="2261" y="33560"/>
                  </a:lnTo>
                  <a:lnTo>
                    <a:pt x="2422" y="32551"/>
                  </a:lnTo>
                  <a:lnTo>
                    <a:pt x="2563" y="31562"/>
                  </a:lnTo>
                  <a:lnTo>
                    <a:pt x="2664" y="30533"/>
                  </a:lnTo>
                  <a:lnTo>
                    <a:pt x="2705" y="29524"/>
                  </a:lnTo>
                  <a:lnTo>
                    <a:pt x="2745" y="28515"/>
                  </a:lnTo>
                  <a:lnTo>
                    <a:pt x="2745" y="27506"/>
                  </a:lnTo>
                  <a:lnTo>
                    <a:pt x="2705" y="26477"/>
                  </a:lnTo>
                  <a:lnTo>
                    <a:pt x="2644" y="25468"/>
                  </a:lnTo>
                  <a:lnTo>
                    <a:pt x="2563" y="24439"/>
                  </a:lnTo>
                  <a:lnTo>
                    <a:pt x="2462" y="23430"/>
                  </a:lnTo>
                  <a:lnTo>
                    <a:pt x="2362" y="22401"/>
                  </a:lnTo>
                  <a:lnTo>
                    <a:pt x="2240" y="21392"/>
                  </a:lnTo>
                  <a:lnTo>
                    <a:pt x="1958" y="19374"/>
                  </a:lnTo>
                  <a:lnTo>
                    <a:pt x="1655" y="17355"/>
                  </a:lnTo>
                  <a:lnTo>
                    <a:pt x="1595" y="16972"/>
                  </a:lnTo>
                  <a:lnTo>
                    <a:pt x="1030" y="13219"/>
                  </a:lnTo>
                  <a:lnTo>
                    <a:pt x="485" y="9465"/>
                  </a:lnTo>
                  <a:lnTo>
                    <a:pt x="323" y="8234"/>
                  </a:lnTo>
                  <a:lnTo>
                    <a:pt x="182" y="7043"/>
                  </a:lnTo>
                  <a:lnTo>
                    <a:pt x="142" y="6458"/>
                  </a:lnTo>
                  <a:lnTo>
                    <a:pt x="101" y="5873"/>
                  </a:lnTo>
                  <a:lnTo>
                    <a:pt x="81" y="5308"/>
                  </a:lnTo>
                  <a:lnTo>
                    <a:pt x="81" y="4723"/>
                  </a:lnTo>
                  <a:lnTo>
                    <a:pt x="81" y="4521"/>
                  </a:lnTo>
                  <a:lnTo>
                    <a:pt x="101" y="3633"/>
                  </a:lnTo>
                  <a:lnTo>
                    <a:pt x="142" y="3129"/>
                  </a:lnTo>
                  <a:lnTo>
                    <a:pt x="202" y="2604"/>
                  </a:lnTo>
                  <a:lnTo>
                    <a:pt x="283" y="2099"/>
                  </a:lnTo>
                  <a:lnTo>
                    <a:pt x="323" y="1857"/>
                  </a:lnTo>
                  <a:lnTo>
                    <a:pt x="404" y="1635"/>
                  </a:lnTo>
                  <a:lnTo>
                    <a:pt x="465" y="1413"/>
                  </a:lnTo>
                  <a:lnTo>
                    <a:pt x="566" y="1211"/>
                  </a:lnTo>
                  <a:lnTo>
                    <a:pt x="666" y="1010"/>
                  </a:lnTo>
                  <a:lnTo>
                    <a:pt x="767" y="848"/>
                  </a:lnTo>
                  <a:lnTo>
                    <a:pt x="848" y="747"/>
                  </a:lnTo>
                  <a:lnTo>
                    <a:pt x="929" y="687"/>
                  </a:lnTo>
                  <a:lnTo>
                    <a:pt x="1110" y="545"/>
                  </a:lnTo>
                  <a:lnTo>
                    <a:pt x="1332" y="445"/>
                  </a:lnTo>
                  <a:lnTo>
                    <a:pt x="1575" y="364"/>
                  </a:lnTo>
                  <a:lnTo>
                    <a:pt x="1837" y="303"/>
                  </a:lnTo>
                  <a:lnTo>
                    <a:pt x="2099" y="283"/>
                  </a:lnTo>
                  <a:lnTo>
                    <a:pt x="2382" y="263"/>
                  </a:lnTo>
                  <a:lnTo>
                    <a:pt x="2684" y="243"/>
                  </a:lnTo>
                  <a:lnTo>
                    <a:pt x="3169" y="263"/>
                  </a:lnTo>
                  <a:lnTo>
                    <a:pt x="3633" y="283"/>
                  </a:lnTo>
                  <a:lnTo>
                    <a:pt x="4057" y="303"/>
                  </a:lnTo>
                  <a:lnTo>
                    <a:pt x="4440" y="303"/>
                  </a:lnTo>
                  <a:lnTo>
                    <a:pt x="9586" y="202"/>
                  </a:lnTo>
                  <a:lnTo>
                    <a:pt x="11826" y="142"/>
                  </a:lnTo>
                  <a:lnTo>
                    <a:pt x="14066" y="102"/>
                  </a:lnTo>
                  <a:lnTo>
                    <a:pt x="16346" y="81"/>
                  </a:lnTo>
                  <a:close/>
                  <a:moveTo>
                    <a:pt x="16346" y="1"/>
                  </a:moveTo>
                  <a:lnTo>
                    <a:pt x="14066" y="21"/>
                  </a:lnTo>
                  <a:lnTo>
                    <a:pt x="11826" y="61"/>
                  </a:lnTo>
                  <a:lnTo>
                    <a:pt x="9586" y="122"/>
                  </a:lnTo>
                  <a:lnTo>
                    <a:pt x="4420" y="223"/>
                  </a:lnTo>
                  <a:lnTo>
                    <a:pt x="4057" y="223"/>
                  </a:lnTo>
                  <a:lnTo>
                    <a:pt x="3633" y="202"/>
                  </a:lnTo>
                  <a:lnTo>
                    <a:pt x="2805" y="162"/>
                  </a:lnTo>
                  <a:lnTo>
                    <a:pt x="2382" y="182"/>
                  </a:lnTo>
                  <a:lnTo>
                    <a:pt x="1978" y="202"/>
                  </a:lnTo>
                  <a:lnTo>
                    <a:pt x="1595" y="283"/>
                  </a:lnTo>
                  <a:lnTo>
                    <a:pt x="1413" y="324"/>
                  </a:lnTo>
                  <a:lnTo>
                    <a:pt x="1252" y="384"/>
                  </a:lnTo>
                  <a:lnTo>
                    <a:pt x="1090" y="465"/>
                  </a:lnTo>
                  <a:lnTo>
                    <a:pt x="949" y="566"/>
                  </a:lnTo>
                  <a:lnTo>
                    <a:pt x="828" y="667"/>
                  </a:lnTo>
                  <a:lnTo>
                    <a:pt x="707" y="788"/>
                  </a:lnTo>
                  <a:lnTo>
                    <a:pt x="586" y="969"/>
                  </a:lnTo>
                  <a:lnTo>
                    <a:pt x="485" y="1151"/>
                  </a:lnTo>
                  <a:lnTo>
                    <a:pt x="404" y="1373"/>
                  </a:lnTo>
                  <a:lnTo>
                    <a:pt x="323" y="1575"/>
                  </a:lnTo>
                  <a:lnTo>
                    <a:pt x="263" y="1817"/>
                  </a:lnTo>
                  <a:lnTo>
                    <a:pt x="202" y="2059"/>
                  </a:lnTo>
                  <a:lnTo>
                    <a:pt x="122" y="2563"/>
                  </a:lnTo>
                  <a:lnTo>
                    <a:pt x="61" y="3068"/>
                  </a:lnTo>
                  <a:lnTo>
                    <a:pt x="21" y="3593"/>
                  </a:lnTo>
                  <a:lnTo>
                    <a:pt x="0" y="4521"/>
                  </a:lnTo>
                  <a:lnTo>
                    <a:pt x="0" y="4723"/>
                  </a:lnTo>
                  <a:lnTo>
                    <a:pt x="0" y="5308"/>
                  </a:lnTo>
                  <a:lnTo>
                    <a:pt x="21" y="5873"/>
                  </a:lnTo>
                  <a:lnTo>
                    <a:pt x="61" y="6458"/>
                  </a:lnTo>
                  <a:lnTo>
                    <a:pt x="101" y="7043"/>
                  </a:lnTo>
                  <a:lnTo>
                    <a:pt x="243" y="8234"/>
                  </a:lnTo>
                  <a:lnTo>
                    <a:pt x="404" y="9465"/>
                  </a:lnTo>
                  <a:lnTo>
                    <a:pt x="949" y="13219"/>
                  </a:lnTo>
                  <a:lnTo>
                    <a:pt x="1514" y="16992"/>
                  </a:lnTo>
                  <a:lnTo>
                    <a:pt x="1575" y="17376"/>
                  </a:lnTo>
                  <a:lnTo>
                    <a:pt x="1877" y="19374"/>
                  </a:lnTo>
                  <a:lnTo>
                    <a:pt x="2160" y="21392"/>
                  </a:lnTo>
                  <a:lnTo>
                    <a:pt x="2281" y="22421"/>
                  </a:lnTo>
                  <a:lnTo>
                    <a:pt x="2382" y="23430"/>
                  </a:lnTo>
                  <a:lnTo>
                    <a:pt x="2483" y="24439"/>
                  </a:lnTo>
                  <a:lnTo>
                    <a:pt x="2563" y="25468"/>
                  </a:lnTo>
                  <a:lnTo>
                    <a:pt x="2624" y="26477"/>
                  </a:lnTo>
                  <a:lnTo>
                    <a:pt x="2664" y="27486"/>
                  </a:lnTo>
                  <a:lnTo>
                    <a:pt x="2664" y="28515"/>
                  </a:lnTo>
                  <a:lnTo>
                    <a:pt x="2644" y="29524"/>
                  </a:lnTo>
                  <a:lnTo>
                    <a:pt x="2584" y="30533"/>
                  </a:lnTo>
                  <a:lnTo>
                    <a:pt x="2483" y="31542"/>
                  </a:lnTo>
                  <a:lnTo>
                    <a:pt x="2341" y="32551"/>
                  </a:lnTo>
                  <a:lnTo>
                    <a:pt x="2180" y="33540"/>
                  </a:lnTo>
                  <a:lnTo>
                    <a:pt x="1938" y="34630"/>
                  </a:lnTo>
                  <a:lnTo>
                    <a:pt x="1696" y="35679"/>
                  </a:lnTo>
                  <a:lnTo>
                    <a:pt x="1494" y="36466"/>
                  </a:lnTo>
                  <a:lnTo>
                    <a:pt x="1332" y="37233"/>
                  </a:lnTo>
                  <a:lnTo>
                    <a:pt x="1171" y="38040"/>
                  </a:lnTo>
                  <a:lnTo>
                    <a:pt x="1030" y="38827"/>
                  </a:lnTo>
                  <a:lnTo>
                    <a:pt x="1009" y="39049"/>
                  </a:lnTo>
                  <a:lnTo>
                    <a:pt x="1009" y="39271"/>
                  </a:lnTo>
                  <a:lnTo>
                    <a:pt x="1030" y="39372"/>
                  </a:lnTo>
                  <a:lnTo>
                    <a:pt x="1070" y="39473"/>
                  </a:lnTo>
                  <a:lnTo>
                    <a:pt x="1110" y="39574"/>
                  </a:lnTo>
                  <a:lnTo>
                    <a:pt x="1191" y="39654"/>
                  </a:lnTo>
                  <a:lnTo>
                    <a:pt x="1252" y="39715"/>
                  </a:lnTo>
                  <a:lnTo>
                    <a:pt x="1353" y="39776"/>
                  </a:lnTo>
                  <a:lnTo>
                    <a:pt x="1433" y="39796"/>
                  </a:lnTo>
                  <a:lnTo>
                    <a:pt x="1534" y="39816"/>
                  </a:lnTo>
                  <a:lnTo>
                    <a:pt x="1615" y="39796"/>
                  </a:lnTo>
                  <a:lnTo>
                    <a:pt x="1756" y="39776"/>
                  </a:lnTo>
                  <a:lnTo>
                    <a:pt x="1897" y="39695"/>
                  </a:lnTo>
                  <a:lnTo>
                    <a:pt x="2018" y="39614"/>
                  </a:lnTo>
                  <a:lnTo>
                    <a:pt x="2160" y="39513"/>
                  </a:lnTo>
                  <a:lnTo>
                    <a:pt x="2281" y="39392"/>
                  </a:lnTo>
                  <a:lnTo>
                    <a:pt x="2382" y="39271"/>
                  </a:lnTo>
                  <a:lnTo>
                    <a:pt x="2483" y="39130"/>
                  </a:lnTo>
                  <a:lnTo>
                    <a:pt x="2563" y="38989"/>
                  </a:lnTo>
                  <a:lnTo>
                    <a:pt x="2785" y="38565"/>
                  </a:lnTo>
                  <a:lnTo>
                    <a:pt x="3007" y="38101"/>
                  </a:lnTo>
                  <a:lnTo>
                    <a:pt x="3411" y="37193"/>
                  </a:lnTo>
                  <a:lnTo>
                    <a:pt x="3794" y="36284"/>
                  </a:lnTo>
                  <a:lnTo>
                    <a:pt x="4158" y="35376"/>
                  </a:lnTo>
                  <a:lnTo>
                    <a:pt x="4662" y="34166"/>
                  </a:lnTo>
                  <a:lnTo>
                    <a:pt x="4904" y="33560"/>
                  </a:lnTo>
                  <a:lnTo>
                    <a:pt x="5187" y="32955"/>
                  </a:lnTo>
                  <a:lnTo>
                    <a:pt x="5469" y="32369"/>
                  </a:lnTo>
                  <a:lnTo>
                    <a:pt x="5752" y="31784"/>
                  </a:lnTo>
                  <a:lnTo>
                    <a:pt x="6075" y="31199"/>
                  </a:lnTo>
                  <a:lnTo>
                    <a:pt x="6418" y="30654"/>
                  </a:lnTo>
                  <a:lnTo>
                    <a:pt x="6821" y="30089"/>
                  </a:lnTo>
                  <a:lnTo>
                    <a:pt x="7225" y="29544"/>
                  </a:lnTo>
                  <a:lnTo>
                    <a:pt x="7669" y="29020"/>
                  </a:lnTo>
                  <a:lnTo>
                    <a:pt x="8153" y="28515"/>
                  </a:lnTo>
                  <a:lnTo>
                    <a:pt x="8638" y="28051"/>
                  </a:lnTo>
                  <a:lnTo>
                    <a:pt x="9162" y="27587"/>
                  </a:lnTo>
                  <a:lnTo>
                    <a:pt x="9707" y="27163"/>
                  </a:lnTo>
                  <a:lnTo>
                    <a:pt x="10272" y="26780"/>
                  </a:lnTo>
                  <a:lnTo>
                    <a:pt x="10857" y="26396"/>
                  </a:lnTo>
                  <a:lnTo>
                    <a:pt x="11463" y="26073"/>
                  </a:lnTo>
                  <a:lnTo>
                    <a:pt x="12068" y="25750"/>
                  </a:lnTo>
                  <a:lnTo>
                    <a:pt x="12694" y="25468"/>
                  </a:lnTo>
                  <a:lnTo>
                    <a:pt x="13339" y="25226"/>
                  </a:lnTo>
                  <a:lnTo>
                    <a:pt x="14005" y="25024"/>
                  </a:lnTo>
                  <a:lnTo>
                    <a:pt x="14651" y="24842"/>
                  </a:lnTo>
                  <a:lnTo>
                    <a:pt x="15337" y="24701"/>
                  </a:lnTo>
                  <a:lnTo>
                    <a:pt x="15882" y="24600"/>
                  </a:lnTo>
                  <a:lnTo>
                    <a:pt x="16447" y="24540"/>
                  </a:lnTo>
                  <a:lnTo>
                    <a:pt x="17012" y="24499"/>
                  </a:lnTo>
                  <a:lnTo>
                    <a:pt x="17577" y="24459"/>
                  </a:lnTo>
                  <a:lnTo>
                    <a:pt x="18707" y="24459"/>
                  </a:lnTo>
                  <a:lnTo>
                    <a:pt x="19272" y="24479"/>
                  </a:lnTo>
                  <a:lnTo>
                    <a:pt x="19837" y="24519"/>
                  </a:lnTo>
                  <a:lnTo>
                    <a:pt x="20968" y="24620"/>
                  </a:lnTo>
                  <a:lnTo>
                    <a:pt x="22098" y="24762"/>
                  </a:lnTo>
                  <a:lnTo>
                    <a:pt x="23228" y="24923"/>
                  </a:lnTo>
                  <a:lnTo>
                    <a:pt x="24338" y="25084"/>
                  </a:lnTo>
                  <a:lnTo>
                    <a:pt x="25488" y="25266"/>
                  </a:lnTo>
                  <a:lnTo>
                    <a:pt x="26638" y="25428"/>
                  </a:lnTo>
                  <a:lnTo>
                    <a:pt x="27809" y="25569"/>
                  </a:lnTo>
                  <a:lnTo>
                    <a:pt x="28979" y="25670"/>
                  </a:lnTo>
                  <a:lnTo>
                    <a:pt x="29403" y="25690"/>
                  </a:lnTo>
                  <a:lnTo>
                    <a:pt x="30271" y="25690"/>
                  </a:lnTo>
                  <a:lnTo>
                    <a:pt x="30714" y="25650"/>
                  </a:lnTo>
                  <a:lnTo>
                    <a:pt x="31138" y="25569"/>
                  </a:lnTo>
                  <a:lnTo>
                    <a:pt x="31562" y="25468"/>
                  </a:lnTo>
                  <a:lnTo>
                    <a:pt x="31764" y="25387"/>
                  </a:lnTo>
                  <a:lnTo>
                    <a:pt x="31966" y="25306"/>
                  </a:lnTo>
                  <a:lnTo>
                    <a:pt x="32147" y="25206"/>
                  </a:lnTo>
                  <a:lnTo>
                    <a:pt x="32349" y="25084"/>
                  </a:lnTo>
                  <a:lnTo>
                    <a:pt x="32511" y="24963"/>
                  </a:lnTo>
                  <a:lnTo>
                    <a:pt x="32692" y="24842"/>
                  </a:lnTo>
                  <a:lnTo>
                    <a:pt x="32833" y="24701"/>
                  </a:lnTo>
                  <a:lnTo>
                    <a:pt x="32995" y="24540"/>
                  </a:lnTo>
                  <a:lnTo>
                    <a:pt x="33257" y="24217"/>
                  </a:lnTo>
                  <a:lnTo>
                    <a:pt x="33479" y="23874"/>
                  </a:lnTo>
                  <a:lnTo>
                    <a:pt x="33681" y="23531"/>
                  </a:lnTo>
                  <a:lnTo>
                    <a:pt x="33863" y="23167"/>
                  </a:lnTo>
                  <a:lnTo>
                    <a:pt x="34004" y="22804"/>
                  </a:lnTo>
                  <a:lnTo>
                    <a:pt x="34145" y="22461"/>
                  </a:lnTo>
                  <a:lnTo>
                    <a:pt x="34307" y="22017"/>
                  </a:lnTo>
                  <a:lnTo>
                    <a:pt x="34448" y="21573"/>
                  </a:lnTo>
                  <a:lnTo>
                    <a:pt x="34569" y="21109"/>
                  </a:lnTo>
                  <a:lnTo>
                    <a:pt x="34690" y="20645"/>
                  </a:lnTo>
                  <a:lnTo>
                    <a:pt x="34912" y="19737"/>
                  </a:lnTo>
                  <a:lnTo>
                    <a:pt x="35073" y="18829"/>
                  </a:lnTo>
                  <a:lnTo>
                    <a:pt x="35215" y="17921"/>
                  </a:lnTo>
                  <a:lnTo>
                    <a:pt x="35316" y="17033"/>
                  </a:lnTo>
                  <a:lnTo>
                    <a:pt x="35396" y="16185"/>
                  </a:lnTo>
                  <a:lnTo>
                    <a:pt x="35457" y="15337"/>
                  </a:lnTo>
                  <a:lnTo>
                    <a:pt x="35538" y="14248"/>
                  </a:lnTo>
                  <a:lnTo>
                    <a:pt x="35578" y="13219"/>
                  </a:lnTo>
                  <a:lnTo>
                    <a:pt x="35598" y="12230"/>
                  </a:lnTo>
                  <a:lnTo>
                    <a:pt x="35598" y="11261"/>
                  </a:lnTo>
                  <a:lnTo>
                    <a:pt x="35598" y="10333"/>
                  </a:lnTo>
                  <a:lnTo>
                    <a:pt x="35558" y="9445"/>
                  </a:lnTo>
                  <a:lnTo>
                    <a:pt x="35497" y="8557"/>
                  </a:lnTo>
                  <a:lnTo>
                    <a:pt x="35396" y="7709"/>
                  </a:lnTo>
                  <a:lnTo>
                    <a:pt x="35336" y="7185"/>
                  </a:lnTo>
                  <a:lnTo>
                    <a:pt x="35255" y="6660"/>
                  </a:lnTo>
                  <a:lnTo>
                    <a:pt x="35154" y="6115"/>
                  </a:lnTo>
                  <a:lnTo>
                    <a:pt x="35013" y="5570"/>
                  </a:lnTo>
                  <a:lnTo>
                    <a:pt x="34851" y="5046"/>
                  </a:lnTo>
                  <a:lnTo>
                    <a:pt x="34629" y="4521"/>
                  </a:lnTo>
                  <a:lnTo>
                    <a:pt x="34508" y="4259"/>
                  </a:lnTo>
                  <a:lnTo>
                    <a:pt x="34387" y="4016"/>
                  </a:lnTo>
                  <a:lnTo>
                    <a:pt x="34226" y="3774"/>
                  </a:lnTo>
                  <a:lnTo>
                    <a:pt x="34064" y="3552"/>
                  </a:lnTo>
                  <a:lnTo>
                    <a:pt x="33782" y="3189"/>
                  </a:lnTo>
                  <a:lnTo>
                    <a:pt x="33479" y="2866"/>
                  </a:lnTo>
                  <a:lnTo>
                    <a:pt x="33136" y="2584"/>
                  </a:lnTo>
                  <a:lnTo>
                    <a:pt x="32793" y="2301"/>
                  </a:lnTo>
                  <a:lnTo>
                    <a:pt x="32410" y="2079"/>
                  </a:lnTo>
                  <a:lnTo>
                    <a:pt x="32026" y="1857"/>
                  </a:lnTo>
                  <a:lnTo>
                    <a:pt x="31623" y="1655"/>
                  </a:lnTo>
                  <a:lnTo>
                    <a:pt x="31199" y="1494"/>
                  </a:lnTo>
                  <a:lnTo>
                    <a:pt x="30775" y="1333"/>
                  </a:lnTo>
                  <a:lnTo>
                    <a:pt x="30351" y="1191"/>
                  </a:lnTo>
                  <a:lnTo>
                    <a:pt x="29907" y="1070"/>
                  </a:lnTo>
                  <a:lnTo>
                    <a:pt x="29463" y="969"/>
                  </a:lnTo>
                  <a:lnTo>
                    <a:pt x="28555" y="788"/>
                  </a:lnTo>
                  <a:lnTo>
                    <a:pt x="27667" y="667"/>
                  </a:lnTo>
                  <a:lnTo>
                    <a:pt x="26557" y="525"/>
                  </a:lnTo>
                  <a:lnTo>
                    <a:pt x="25427" y="384"/>
                  </a:lnTo>
                  <a:lnTo>
                    <a:pt x="24277" y="283"/>
                  </a:lnTo>
                  <a:lnTo>
                    <a:pt x="23147" y="202"/>
                  </a:lnTo>
                  <a:lnTo>
                    <a:pt x="22017" y="142"/>
                  </a:lnTo>
                  <a:lnTo>
                    <a:pt x="20887" y="81"/>
                  </a:lnTo>
                  <a:lnTo>
                    <a:pt x="19737" y="41"/>
                  </a:lnTo>
                  <a:lnTo>
                    <a:pt x="18606" y="21"/>
                  </a:lnTo>
                  <a:lnTo>
                    <a:pt x="163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42"/>
            <p:cNvSpPr/>
            <p:nvPr/>
          </p:nvSpPr>
          <p:spPr>
            <a:xfrm flipH="1">
              <a:off x="-1455741" y="-3455631"/>
              <a:ext cx="2960526" cy="1551321"/>
            </a:xfrm>
            <a:custGeom>
              <a:rect b="b" l="l" r="r" t="t"/>
              <a:pathLst>
                <a:path extrusionOk="0" h="27748" w="52954">
                  <a:moveTo>
                    <a:pt x="8698" y="81"/>
                  </a:moveTo>
                  <a:lnTo>
                    <a:pt x="9162" y="121"/>
                  </a:lnTo>
                  <a:lnTo>
                    <a:pt x="9647" y="162"/>
                  </a:lnTo>
                  <a:lnTo>
                    <a:pt x="10111" y="243"/>
                  </a:lnTo>
                  <a:lnTo>
                    <a:pt x="10555" y="343"/>
                  </a:lnTo>
                  <a:lnTo>
                    <a:pt x="10999" y="444"/>
                  </a:lnTo>
                  <a:lnTo>
                    <a:pt x="11443" y="565"/>
                  </a:lnTo>
                  <a:lnTo>
                    <a:pt x="11887" y="707"/>
                  </a:lnTo>
                  <a:lnTo>
                    <a:pt x="12311" y="848"/>
                  </a:lnTo>
                  <a:lnTo>
                    <a:pt x="12734" y="1009"/>
                  </a:lnTo>
                  <a:lnTo>
                    <a:pt x="13582" y="1373"/>
                  </a:lnTo>
                  <a:lnTo>
                    <a:pt x="14389" y="1756"/>
                  </a:lnTo>
                  <a:lnTo>
                    <a:pt x="15176" y="2160"/>
                  </a:lnTo>
                  <a:lnTo>
                    <a:pt x="15943" y="2563"/>
                  </a:lnTo>
                  <a:lnTo>
                    <a:pt x="16669" y="2987"/>
                  </a:lnTo>
                  <a:lnTo>
                    <a:pt x="18021" y="3754"/>
                  </a:lnTo>
                  <a:lnTo>
                    <a:pt x="19353" y="4561"/>
                  </a:lnTo>
                  <a:lnTo>
                    <a:pt x="22017" y="6176"/>
                  </a:lnTo>
                  <a:lnTo>
                    <a:pt x="24439" y="7649"/>
                  </a:lnTo>
                  <a:lnTo>
                    <a:pt x="25670" y="8395"/>
                  </a:lnTo>
                  <a:lnTo>
                    <a:pt x="26901" y="9102"/>
                  </a:lnTo>
                  <a:lnTo>
                    <a:pt x="28152" y="9808"/>
                  </a:lnTo>
                  <a:lnTo>
                    <a:pt x="29403" y="10494"/>
                  </a:lnTo>
                  <a:lnTo>
                    <a:pt x="30654" y="11160"/>
                  </a:lnTo>
                  <a:lnTo>
                    <a:pt x="31925" y="11806"/>
                  </a:lnTo>
                  <a:lnTo>
                    <a:pt x="33217" y="12391"/>
                  </a:lnTo>
                  <a:lnTo>
                    <a:pt x="34509" y="12956"/>
                  </a:lnTo>
                  <a:lnTo>
                    <a:pt x="35820" y="13481"/>
                  </a:lnTo>
                  <a:lnTo>
                    <a:pt x="36486" y="13743"/>
                  </a:lnTo>
                  <a:lnTo>
                    <a:pt x="37152" y="13965"/>
                  </a:lnTo>
                  <a:lnTo>
                    <a:pt x="37818" y="14187"/>
                  </a:lnTo>
                  <a:lnTo>
                    <a:pt x="38484" y="14389"/>
                  </a:lnTo>
                  <a:lnTo>
                    <a:pt x="39170" y="14591"/>
                  </a:lnTo>
                  <a:lnTo>
                    <a:pt x="39856" y="14772"/>
                  </a:lnTo>
                  <a:lnTo>
                    <a:pt x="40542" y="14934"/>
                  </a:lnTo>
                  <a:lnTo>
                    <a:pt x="41228" y="15075"/>
                  </a:lnTo>
                  <a:lnTo>
                    <a:pt x="41935" y="15216"/>
                  </a:lnTo>
                  <a:lnTo>
                    <a:pt x="42621" y="15317"/>
                  </a:lnTo>
                  <a:lnTo>
                    <a:pt x="43246" y="15418"/>
                  </a:lnTo>
                  <a:lnTo>
                    <a:pt x="43852" y="15479"/>
                  </a:lnTo>
                  <a:lnTo>
                    <a:pt x="44437" y="15519"/>
                  </a:lnTo>
                  <a:lnTo>
                    <a:pt x="45002" y="15539"/>
                  </a:lnTo>
                  <a:lnTo>
                    <a:pt x="45567" y="15539"/>
                  </a:lnTo>
                  <a:lnTo>
                    <a:pt x="46092" y="15519"/>
                  </a:lnTo>
                  <a:lnTo>
                    <a:pt x="46596" y="15479"/>
                  </a:lnTo>
                  <a:lnTo>
                    <a:pt x="47081" y="15398"/>
                  </a:lnTo>
                  <a:lnTo>
                    <a:pt x="47565" y="15317"/>
                  </a:lnTo>
                  <a:lnTo>
                    <a:pt x="48009" y="15216"/>
                  </a:lnTo>
                  <a:lnTo>
                    <a:pt x="48453" y="15075"/>
                  </a:lnTo>
                  <a:lnTo>
                    <a:pt x="48877" y="14934"/>
                  </a:lnTo>
                  <a:lnTo>
                    <a:pt x="49280" y="14752"/>
                  </a:lnTo>
                  <a:lnTo>
                    <a:pt x="49664" y="14550"/>
                  </a:lnTo>
                  <a:lnTo>
                    <a:pt x="50027" y="14348"/>
                  </a:lnTo>
                  <a:lnTo>
                    <a:pt x="50390" y="14106"/>
                  </a:lnTo>
                  <a:lnTo>
                    <a:pt x="50612" y="13925"/>
                  </a:lnTo>
                  <a:lnTo>
                    <a:pt x="50814" y="13763"/>
                  </a:lnTo>
                  <a:lnTo>
                    <a:pt x="51036" y="13622"/>
                  </a:lnTo>
                  <a:lnTo>
                    <a:pt x="51258" y="13481"/>
                  </a:lnTo>
                  <a:lnTo>
                    <a:pt x="51500" y="13380"/>
                  </a:lnTo>
                  <a:lnTo>
                    <a:pt x="51662" y="13339"/>
                  </a:lnTo>
                  <a:lnTo>
                    <a:pt x="51823" y="13299"/>
                  </a:lnTo>
                  <a:lnTo>
                    <a:pt x="51984" y="13299"/>
                  </a:lnTo>
                  <a:lnTo>
                    <a:pt x="52146" y="13319"/>
                  </a:lnTo>
                  <a:lnTo>
                    <a:pt x="52307" y="13360"/>
                  </a:lnTo>
                  <a:lnTo>
                    <a:pt x="52449" y="13420"/>
                  </a:lnTo>
                  <a:lnTo>
                    <a:pt x="52570" y="13521"/>
                  </a:lnTo>
                  <a:lnTo>
                    <a:pt x="52691" y="13642"/>
                  </a:lnTo>
                  <a:lnTo>
                    <a:pt x="52771" y="13804"/>
                  </a:lnTo>
                  <a:lnTo>
                    <a:pt x="52832" y="13985"/>
                  </a:lnTo>
                  <a:lnTo>
                    <a:pt x="52852" y="14167"/>
                  </a:lnTo>
                  <a:lnTo>
                    <a:pt x="52872" y="14348"/>
                  </a:lnTo>
                  <a:lnTo>
                    <a:pt x="52872" y="14893"/>
                  </a:lnTo>
                  <a:lnTo>
                    <a:pt x="52832" y="15398"/>
                  </a:lnTo>
                  <a:lnTo>
                    <a:pt x="52751" y="15902"/>
                  </a:lnTo>
                  <a:lnTo>
                    <a:pt x="52630" y="16366"/>
                  </a:lnTo>
                  <a:lnTo>
                    <a:pt x="52489" y="16831"/>
                  </a:lnTo>
                  <a:lnTo>
                    <a:pt x="52307" y="17254"/>
                  </a:lnTo>
                  <a:lnTo>
                    <a:pt x="52085" y="17658"/>
                  </a:lnTo>
                  <a:lnTo>
                    <a:pt x="51823" y="18041"/>
                  </a:lnTo>
                  <a:lnTo>
                    <a:pt x="51540" y="18405"/>
                  </a:lnTo>
                  <a:lnTo>
                    <a:pt x="51238" y="18728"/>
                  </a:lnTo>
                  <a:lnTo>
                    <a:pt x="50895" y="19030"/>
                  </a:lnTo>
                  <a:lnTo>
                    <a:pt x="50511" y="19293"/>
                  </a:lnTo>
                  <a:lnTo>
                    <a:pt x="50128" y="19535"/>
                  </a:lnTo>
                  <a:lnTo>
                    <a:pt x="49684" y="19737"/>
                  </a:lnTo>
                  <a:lnTo>
                    <a:pt x="49240" y="19898"/>
                  </a:lnTo>
                  <a:lnTo>
                    <a:pt x="48756" y="20039"/>
                  </a:lnTo>
                  <a:lnTo>
                    <a:pt x="48211" y="20140"/>
                  </a:lnTo>
                  <a:lnTo>
                    <a:pt x="47666" y="20221"/>
                  </a:lnTo>
                  <a:lnTo>
                    <a:pt x="47121" y="20261"/>
                  </a:lnTo>
                  <a:lnTo>
                    <a:pt x="46031" y="20261"/>
                  </a:lnTo>
                  <a:lnTo>
                    <a:pt x="45507" y="20241"/>
                  </a:lnTo>
                  <a:lnTo>
                    <a:pt x="44437" y="20160"/>
                  </a:lnTo>
                  <a:lnTo>
                    <a:pt x="42924" y="20019"/>
                  </a:lnTo>
                  <a:lnTo>
                    <a:pt x="41410" y="19858"/>
                  </a:lnTo>
                  <a:lnTo>
                    <a:pt x="38403" y="19494"/>
                  </a:lnTo>
                  <a:lnTo>
                    <a:pt x="36183" y="19212"/>
                  </a:lnTo>
                  <a:lnTo>
                    <a:pt x="33964" y="18970"/>
                  </a:lnTo>
                  <a:lnTo>
                    <a:pt x="32834" y="18849"/>
                  </a:lnTo>
                  <a:lnTo>
                    <a:pt x="31724" y="18768"/>
                  </a:lnTo>
                  <a:lnTo>
                    <a:pt x="30614" y="18687"/>
                  </a:lnTo>
                  <a:lnTo>
                    <a:pt x="29484" y="18627"/>
                  </a:lnTo>
                  <a:lnTo>
                    <a:pt x="28374" y="18606"/>
                  </a:lnTo>
                  <a:lnTo>
                    <a:pt x="27264" y="18606"/>
                  </a:lnTo>
                  <a:lnTo>
                    <a:pt x="26134" y="18627"/>
                  </a:lnTo>
                  <a:lnTo>
                    <a:pt x="25024" y="18687"/>
                  </a:lnTo>
                  <a:lnTo>
                    <a:pt x="23914" y="18788"/>
                  </a:lnTo>
                  <a:lnTo>
                    <a:pt x="22824" y="18909"/>
                  </a:lnTo>
                  <a:lnTo>
                    <a:pt x="21714" y="19091"/>
                  </a:lnTo>
                  <a:lnTo>
                    <a:pt x="20625" y="19313"/>
                  </a:lnTo>
                  <a:lnTo>
                    <a:pt x="19555" y="19595"/>
                  </a:lnTo>
                  <a:lnTo>
                    <a:pt x="18486" y="19898"/>
                  </a:lnTo>
                  <a:lnTo>
                    <a:pt x="17456" y="20241"/>
                  </a:lnTo>
                  <a:lnTo>
                    <a:pt x="16407" y="20645"/>
                  </a:lnTo>
                  <a:lnTo>
                    <a:pt x="15398" y="21048"/>
                  </a:lnTo>
                  <a:lnTo>
                    <a:pt x="14389" y="21512"/>
                  </a:lnTo>
                  <a:lnTo>
                    <a:pt x="13400" y="21977"/>
                  </a:lnTo>
                  <a:lnTo>
                    <a:pt x="12411" y="22481"/>
                  </a:lnTo>
                  <a:lnTo>
                    <a:pt x="11423" y="23006"/>
                  </a:lnTo>
                  <a:lnTo>
                    <a:pt x="10454" y="23551"/>
                  </a:lnTo>
                  <a:lnTo>
                    <a:pt x="9505" y="24116"/>
                  </a:lnTo>
                  <a:lnTo>
                    <a:pt x="8537" y="24681"/>
                  </a:lnTo>
                  <a:lnTo>
                    <a:pt x="6660" y="25851"/>
                  </a:lnTo>
                  <a:lnTo>
                    <a:pt x="4783" y="27022"/>
                  </a:lnTo>
                  <a:lnTo>
                    <a:pt x="4703" y="27082"/>
                  </a:lnTo>
                  <a:lnTo>
                    <a:pt x="4339" y="27304"/>
                  </a:lnTo>
                  <a:lnTo>
                    <a:pt x="4017" y="27465"/>
                  </a:lnTo>
                  <a:lnTo>
                    <a:pt x="3694" y="27587"/>
                  </a:lnTo>
                  <a:lnTo>
                    <a:pt x="3411" y="27647"/>
                  </a:lnTo>
                  <a:lnTo>
                    <a:pt x="3149" y="27667"/>
                  </a:lnTo>
                  <a:lnTo>
                    <a:pt x="3028" y="27667"/>
                  </a:lnTo>
                  <a:lnTo>
                    <a:pt x="2907" y="27647"/>
                  </a:lnTo>
                  <a:lnTo>
                    <a:pt x="2806" y="27607"/>
                  </a:lnTo>
                  <a:lnTo>
                    <a:pt x="2685" y="27566"/>
                  </a:lnTo>
                  <a:lnTo>
                    <a:pt x="2584" y="27506"/>
                  </a:lnTo>
                  <a:lnTo>
                    <a:pt x="2503" y="27445"/>
                  </a:lnTo>
                  <a:lnTo>
                    <a:pt x="2382" y="27344"/>
                  </a:lnTo>
                  <a:lnTo>
                    <a:pt x="2301" y="27223"/>
                  </a:lnTo>
                  <a:lnTo>
                    <a:pt x="2220" y="27082"/>
                  </a:lnTo>
                  <a:lnTo>
                    <a:pt x="2140" y="26941"/>
                  </a:lnTo>
                  <a:lnTo>
                    <a:pt x="2039" y="26638"/>
                  </a:lnTo>
                  <a:lnTo>
                    <a:pt x="1958" y="26295"/>
                  </a:lnTo>
                  <a:lnTo>
                    <a:pt x="1716" y="25064"/>
                  </a:lnTo>
                  <a:lnTo>
                    <a:pt x="1474" y="23813"/>
                  </a:lnTo>
                  <a:lnTo>
                    <a:pt x="1232" y="22562"/>
                  </a:lnTo>
                  <a:lnTo>
                    <a:pt x="1030" y="21311"/>
                  </a:lnTo>
                  <a:lnTo>
                    <a:pt x="828" y="20059"/>
                  </a:lnTo>
                  <a:lnTo>
                    <a:pt x="667" y="18808"/>
                  </a:lnTo>
                  <a:lnTo>
                    <a:pt x="505" y="17537"/>
                  </a:lnTo>
                  <a:lnTo>
                    <a:pt x="364" y="16286"/>
                  </a:lnTo>
                  <a:lnTo>
                    <a:pt x="283" y="15378"/>
                  </a:lnTo>
                  <a:lnTo>
                    <a:pt x="202" y="14550"/>
                  </a:lnTo>
                  <a:lnTo>
                    <a:pt x="162" y="13743"/>
                  </a:lnTo>
                  <a:lnTo>
                    <a:pt x="122" y="13017"/>
                  </a:lnTo>
                  <a:lnTo>
                    <a:pt x="102" y="12310"/>
                  </a:lnTo>
                  <a:lnTo>
                    <a:pt x="81" y="11664"/>
                  </a:lnTo>
                  <a:lnTo>
                    <a:pt x="102" y="11059"/>
                  </a:lnTo>
                  <a:lnTo>
                    <a:pt x="102" y="10494"/>
                  </a:lnTo>
                  <a:lnTo>
                    <a:pt x="162" y="9485"/>
                  </a:lnTo>
                  <a:lnTo>
                    <a:pt x="263" y="8597"/>
                  </a:lnTo>
                  <a:lnTo>
                    <a:pt x="364" y="7810"/>
                  </a:lnTo>
                  <a:lnTo>
                    <a:pt x="505" y="7124"/>
                  </a:lnTo>
                  <a:lnTo>
                    <a:pt x="606" y="6680"/>
                  </a:lnTo>
                  <a:lnTo>
                    <a:pt x="707" y="6236"/>
                  </a:lnTo>
                  <a:lnTo>
                    <a:pt x="828" y="5812"/>
                  </a:lnTo>
                  <a:lnTo>
                    <a:pt x="969" y="5409"/>
                  </a:lnTo>
                  <a:lnTo>
                    <a:pt x="1111" y="5005"/>
                  </a:lnTo>
                  <a:lnTo>
                    <a:pt x="1252" y="4642"/>
                  </a:lnTo>
                  <a:lnTo>
                    <a:pt x="1413" y="4279"/>
                  </a:lnTo>
                  <a:lnTo>
                    <a:pt x="1595" y="3915"/>
                  </a:lnTo>
                  <a:lnTo>
                    <a:pt x="1777" y="3592"/>
                  </a:lnTo>
                  <a:lnTo>
                    <a:pt x="1978" y="3270"/>
                  </a:lnTo>
                  <a:lnTo>
                    <a:pt x="2180" y="2967"/>
                  </a:lnTo>
                  <a:lnTo>
                    <a:pt x="2402" y="2684"/>
                  </a:lnTo>
                  <a:lnTo>
                    <a:pt x="2624" y="2402"/>
                  </a:lnTo>
                  <a:lnTo>
                    <a:pt x="2866" y="2160"/>
                  </a:lnTo>
                  <a:lnTo>
                    <a:pt x="3108" y="1918"/>
                  </a:lnTo>
                  <a:lnTo>
                    <a:pt x="3371" y="1675"/>
                  </a:lnTo>
                  <a:lnTo>
                    <a:pt x="3613" y="1494"/>
                  </a:lnTo>
                  <a:lnTo>
                    <a:pt x="3855" y="1312"/>
                  </a:lnTo>
                  <a:lnTo>
                    <a:pt x="4117" y="1151"/>
                  </a:lnTo>
                  <a:lnTo>
                    <a:pt x="4400" y="989"/>
                  </a:lnTo>
                  <a:lnTo>
                    <a:pt x="4682" y="848"/>
                  </a:lnTo>
                  <a:lnTo>
                    <a:pt x="4965" y="707"/>
                  </a:lnTo>
                  <a:lnTo>
                    <a:pt x="5268" y="586"/>
                  </a:lnTo>
                  <a:lnTo>
                    <a:pt x="5570" y="485"/>
                  </a:lnTo>
                  <a:lnTo>
                    <a:pt x="5893" y="384"/>
                  </a:lnTo>
                  <a:lnTo>
                    <a:pt x="6196" y="303"/>
                  </a:lnTo>
                  <a:lnTo>
                    <a:pt x="6539" y="243"/>
                  </a:lnTo>
                  <a:lnTo>
                    <a:pt x="6862" y="182"/>
                  </a:lnTo>
                  <a:lnTo>
                    <a:pt x="7205" y="121"/>
                  </a:lnTo>
                  <a:lnTo>
                    <a:pt x="7548" y="101"/>
                  </a:lnTo>
                  <a:lnTo>
                    <a:pt x="7891" y="81"/>
                  </a:lnTo>
                  <a:close/>
                  <a:moveTo>
                    <a:pt x="7730" y="0"/>
                  </a:moveTo>
                  <a:lnTo>
                    <a:pt x="7265" y="41"/>
                  </a:lnTo>
                  <a:lnTo>
                    <a:pt x="6801" y="101"/>
                  </a:lnTo>
                  <a:lnTo>
                    <a:pt x="6378" y="182"/>
                  </a:lnTo>
                  <a:lnTo>
                    <a:pt x="5934" y="283"/>
                  </a:lnTo>
                  <a:lnTo>
                    <a:pt x="5530" y="424"/>
                  </a:lnTo>
                  <a:lnTo>
                    <a:pt x="5106" y="565"/>
                  </a:lnTo>
                  <a:lnTo>
                    <a:pt x="4723" y="727"/>
                  </a:lnTo>
                  <a:lnTo>
                    <a:pt x="4339" y="929"/>
                  </a:lnTo>
                  <a:lnTo>
                    <a:pt x="3976" y="1130"/>
                  </a:lnTo>
                  <a:lnTo>
                    <a:pt x="3633" y="1373"/>
                  </a:lnTo>
                  <a:lnTo>
                    <a:pt x="3310" y="1615"/>
                  </a:lnTo>
                  <a:lnTo>
                    <a:pt x="3048" y="1857"/>
                  </a:lnTo>
                  <a:lnTo>
                    <a:pt x="2806" y="2099"/>
                  </a:lnTo>
                  <a:lnTo>
                    <a:pt x="2564" y="2361"/>
                  </a:lnTo>
                  <a:lnTo>
                    <a:pt x="2342" y="2624"/>
                  </a:lnTo>
                  <a:lnTo>
                    <a:pt x="2120" y="2927"/>
                  </a:lnTo>
                  <a:lnTo>
                    <a:pt x="1918" y="3229"/>
                  </a:lnTo>
                  <a:lnTo>
                    <a:pt x="1716" y="3552"/>
                  </a:lnTo>
                  <a:lnTo>
                    <a:pt x="1534" y="3875"/>
                  </a:lnTo>
                  <a:lnTo>
                    <a:pt x="1353" y="4238"/>
                  </a:lnTo>
                  <a:lnTo>
                    <a:pt x="1191" y="4601"/>
                  </a:lnTo>
                  <a:lnTo>
                    <a:pt x="1030" y="4985"/>
                  </a:lnTo>
                  <a:lnTo>
                    <a:pt x="889" y="5388"/>
                  </a:lnTo>
                  <a:lnTo>
                    <a:pt x="747" y="5792"/>
                  </a:lnTo>
                  <a:lnTo>
                    <a:pt x="626" y="6216"/>
                  </a:lnTo>
                  <a:lnTo>
                    <a:pt x="525" y="6660"/>
                  </a:lnTo>
                  <a:lnTo>
                    <a:pt x="424" y="7104"/>
                  </a:lnTo>
                  <a:lnTo>
                    <a:pt x="283" y="7810"/>
                  </a:lnTo>
                  <a:lnTo>
                    <a:pt x="182" y="8577"/>
                  </a:lnTo>
                  <a:lnTo>
                    <a:pt x="81" y="9485"/>
                  </a:lnTo>
                  <a:lnTo>
                    <a:pt x="21" y="10494"/>
                  </a:lnTo>
                  <a:lnTo>
                    <a:pt x="21" y="11059"/>
                  </a:lnTo>
                  <a:lnTo>
                    <a:pt x="1" y="11664"/>
                  </a:lnTo>
                  <a:lnTo>
                    <a:pt x="21" y="12310"/>
                  </a:lnTo>
                  <a:lnTo>
                    <a:pt x="41" y="13017"/>
                  </a:lnTo>
                  <a:lnTo>
                    <a:pt x="81" y="13743"/>
                  </a:lnTo>
                  <a:lnTo>
                    <a:pt x="122" y="14550"/>
                  </a:lnTo>
                  <a:lnTo>
                    <a:pt x="202" y="15398"/>
                  </a:lnTo>
                  <a:lnTo>
                    <a:pt x="283" y="16306"/>
                  </a:lnTo>
                  <a:lnTo>
                    <a:pt x="424" y="17557"/>
                  </a:lnTo>
                  <a:lnTo>
                    <a:pt x="586" y="18808"/>
                  </a:lnTo>
                  <a:lnTo>
                    <a:pt x="768" y="20080"/>
                  </a:lnTo>
                  <a:lnTo>
                    <a:pt x="949" y="21331"/>
                  </a:lnTo>
                  <a:lnTo>
                    <a:pt x="1151" y="22582"/>
                  </a:lnTo>
                  <a:lnTo>
                    <a:pt x="1393" y="23833"/>
                  </a:lnTo>
                  <a:lnTo>
                    <a:pt x="1635" y="25084"/>
                  </a:lnTo>
                  <a:lnTo>
                    <a:pt x="1877" y="26315"/>
                  </a:lnTo>
                  <a:lnTo>
                    <a:pt x="1978" y="26658"/>
                  </a:lnTo>
                  <a:lnTo>
                    <a:pt x="2079" y="26981"/>
                  </a:lnTo>
                  <a:lnTo>
                    <a:pt x="2140" y="27143"/>
                  </a:lnTo>
                  <a:lnTo>
                    <a:pt x="2241" y="27264"/>
                  </a:lnTo>
                  <a:lnTo>
                    <a:pt x="2342" y="27405"/>
                  </a:lnTo>
                  <a:lnTo>
                    <a:pt x="2442" y="27506"/>
                  </a:lnTo>
                  <a:lnTo>
                    <a:pt x="2604" y="27607"/>
                  </a:lnTo>
                  <a:lnTo>
                    <a:pt x="2786" y="27687"/>
                  </a:lnTo>
                  <a:lnTo>
                    <a:pt x="2967" y="27728"/>
                  </a:lnTo>
                  <a:lnTo>
                    <a:pt x="3169" y="27748"/>
                  </a:lnTo>
                  <a:lnTo>
                    <a:pt x="3330" y="27748"/>
                  </a:lnTo>
                  <a:lnTo>
                    <a:pt x="3512" y="27708"/>
                  </a:lnTo>
                  <a:lnTo>
                    <a:pt x="3694" y="27667"/>
                  </a:lnTo>
                  <a:lnTo>
                    <a:pt x="3875" y="27607"/>
                  </a:lnTo>
                  <a:lnTo>
                    <a:pt x="4077" y="27526"/>
                  </a:lnTo>
                  <a:lnTo>
                    <a:pt x="4299" y="27425"/>
                  </a:lnTo>
                  <a:lnTo>
                    <a:pt x="4743" y="27163"/>
                  </a:lnTo>
                  <a:lnTo>
                    <a:pt x="4844" y="27102"/>
                  </a:lnTo>
                  <a:lnTo>
                    <a:pt x="6700" y="25912"/>
                  </a:lnTo>
                  <a:lnTo>
                    <a:pt x="8577" y="24761"/>
                  </a:lnTo>
                  <a:lnTo>
                    <a:pt x="9546" y="24176"/>
                  </a:lnTo>
                  <a:lnTo>
                    <a:pt x="10494" y="23631"/>
                  </a:lnTo>
                  <a:lnTo>
                    <a:pt x="11463" y="23086"/>
                  </a:lnTo>
                  <a:lnTo>
                    <a:pt x="12432" y="22562"/>
                  </a:lnTo>
                  <a:lnTo>
                    <a:pt x="13420" y="22057"/>
                  </a:lnTo>
                  <a:lnTo>
                    <a:pt x="14429" y="21573"/>
                  </a:lnTo>
                  <a:lnTo>
                    <a:pt x="15418" y="21129"/>
                  </a:lnTo>
                  <a:lnTo>
                    <a:pt x="16447" y="20705"/>
                  </a:lnTo>
                  <a:lnTo>
                    <a:pt x="17477" y="20322"/>
                  </a:lnTo>
                  <a:lnTo>
                    <a:pt x="18506" y="19979"/>
                  </a:lnTo>
                  <a:lnTo>
                    <a:pt x="19575" y="19676"/>
                  </a:lnTo>
                  <a:lnTo>
                    <a:pt x="20645" y="19393"/>
                  </a:lnTo>
                  <a:lnTo>
                    <a:pt x="21735" y="19171"/>
                  </a:lnTo>
                  <a:lnTo>
                    <a:pt x="22824" y="18990"/>
                  </a:lnTo>
                  <a:lnTo>
                    <a:pt x="23934" y="18869"/>
                  </a:lnTo>
                  <a:lnTo>
                    <a:pt x="25044" y="18768"/>
                  </a:lnTo>
                  <a:lnTo>
                    <a:pt x="26154" y="18707"/>
                  </a:lnTo>
                  <a:lnTo>
                    <a:pt x="27264" y="18687"/>
                  </a:lnTo>
                  <a:lnTo>
                    <a:pt x="28374" y="18687"/>
                  </a:lnTo>
                  <a:lnTo>
                    <a:pt x="29484" y="18707"/>
                  </a:lnTo>
                  <a:lnTo>
                    <a:pt x="30614" y="18768"/>
                  </a:lnTo>
                  <a:lnTo>
                    <a:pt x="31724" y="18849"/>
                  </a:lnTo>
                  <a:lnTo>
                    <a:pt x="32834" y="18929"/>
                  </a:lnTo>
                  <a:lnTo>
                    <a:pt x="33944" y="19050"/>
                  </a:lnTo>
                  <a:lnTo>
                    <a:pt x="36183" y="19293"/>
                  </a:lnTo>
                  <a:lnTo>
                    <a:pt x="38383" y="19575"/>
                  </a:lnTo>
                  <a:lnTo>
                    <a:pt x="41390" y="19938"/>
                  </a:lnTo>
                  <a:lnTo>
                    <a:pt x="42924" y="20100"/>
                  </a:lnTo>
                  <a:lnTo>
                    <a:pt x="44437" y="20241"/>
                  </a:lnTo>
                  <a:lnTo>
                    <a:pt x="45507" y="20322"/>
                  </a:lnTo>
                  <a:lnTo>
                    <a:pt x="46031" y="20342"/>
                  </a:lnTo>
                  <a:lnTo>
                    <a:pt x="47141" y="20342"/>
                  </a:lnTo>
                  <a:lnTo>
                    <a:pt x="47686" y="20302"/>
                  </a:lnTo>
                  <a:lnTo>
                    <a:pt x="48231" y="20221"/>
                  </a:lnTo>
                  <a:lnTo>
                    <a:pt x="48776" y="20120"/>
                  </a:lnTo>
                  <a:lnTo>
                    <a:pt x="49260" y="19979"/>
                  </a:lnTo>
                  <a:lnTo>
                    <a:pt x="49724" y="19797"/>
                  </a:lnTo>
                  <a:lnTo>
                    <a:pt x="50168" y="19595"/>
                  </a:lnTo>
                  <a:lnTo>
                    <a:pt x="50572" y="19353"/>
                  </a:lnTo>
                  <a:lnTo>
                    <a:pt x="50955" y="19071"/>
                  </a:lnTo>
                  <a:lnTo>
                    <a:pt x="51319" y="18748"/>
                  </a:lnTo>
                  <a:lnTo>
                    <a:pt x="51641" y="18405"/>
                  </a:lnTo>
                  <a:lnTo>
                    <a:pt x="51924" y="18041"/>
                  </a:lnTo>
                  <a:lnTo>
                    <a:pt x="52186" y="17638"/>
                  </a:lnTo>
                  <a:lnTo>
                    <a:pt x="52388" y="17234"/>
                  </a:lnTo>
                  <a:lnTo>
                    <a:pt x="52570" y="16790"/>
                  </a:lnTo>
                  <a:lnTo>
                    <a:pt x="52731" y="16346"/>
                  </a:lnTo>
                  <a:lnTo>
                    <a:pt x="52832" y="15862"/>
                  </a:lnTo>
                  <a:lnTo>
                    <a:pt x="52913" y="15378"/>
                  </a:lnTo>
                  <a:lnTo>
                    <a:pt x="52953" y="14873"/>
                  </a:lnTo>
                  <a:lnTo>
                    <a:pt x="52953" y="14348"/>
                  </a:lnTo>
                  <a:lnTo>
                    <a:pt x="52933" y="14147"/>
                  </a:lnTo>
                  <a:lnTo>
                    <a:pt x="52913" y="13965"/>
                  </a:lnTo>
                  <a:lnTo>
                    <a:pt x="52852" y="13763"/>
                  </a:lnTo>
                  <a:lnTo>
                    <a:pt x="52812" y="13662"/>
                  </a:lnTo>
                  <a:lnTo>
                    <a:pt x="52751" y="13582"/>
                  </a:lnTo>
                  <a:lnTo>
                    <a:pt x="52630" y="13461"/>
                  </a:lnTo>
                  <a:lnTo>
                    <a:pt x="52489" y="13360"/>
                  </a:lnTo>
                  <a:lnTo>
                    <a:pt x="52348" y="13279"/>
                  </a:lnTo>
                  <a:lnTo>
                    <a:pt x="52166" y="13239"/>
                  </a:lnTo>
                  <a:lnTo>
                    <a:pt x="51984" y="13218"/>
                  </a:lnTo>
                  <a:lnTo>
                    <a:pt x="51823" y="13218"/>
                  </a:lnTo>
                  <a:lnTo>
                    <a:pt x="51641" y="13259"/>
                  </a:lnTo>
                  <a:lnTo>
                    <a:pt x="51480" y="13299"/>
                  </a:lnTo>
                  <a:lnTo>
                    <a:pt x="51238" y="13400"/>
                  </a:lnTo>
                  <a:lnTo>
                    <a:pt x="50996" y="13541"/>
                  </a:lnTo>
                  <a:lnTo>
                    <a:pt x="50774" y="13703"/>
                  </a:lnTo>
                  <a:lnTo>
                    <a:pt x="50572" y="13864"/>
                  </a:lnTo>
                  <a:lnTo>
                    <a:pt x="50330" y="14026"/>
                  </a:lnTo>
                  <a:lnTo>
                    <a:pt x="49987" y="14268"/>
                  </a:lnTo>
                  <a:lnTo>
                    <a:pt x="49623" y="14490"/>
                  </a:lnTo>
                  <a:lnTo>
                    <a:pt x="49240" y="14691"/>
                  </a:lnTo>
                  <a:lnTo>
                    <a:pt x="48836" y="14853"/>
                  </a:lnTo>
                  <a:lnTo>
                    <a:pt x="48433" y="15014"/>
                  </a:lnTo>
                  <a:lnTo>
                    <a:pt x="47989" y="15135"/>
                  </a:lnTo>
                  <a:lnTo>
                    <a:pt x="47545" y="15236"/>
                  </a:lnTo>
                  <a:lnTo>
                    <a:pt x="47061" y="15337"/>
                  </a:lnTo>
                  <a:lnTo>
                    <a:pt x="46576" y="15398"/>
                  </a:lnTo>
                  <a:lnTo>
                    <a:pt x="46072" y="15438"/>
                  </a:lnTo>
                  <a:lnTo>
                    <a:pt x="45547" y="15458"/>
                  </a:lnTo>
                  <a:lnTo>
                    <a:pt x="45002" y="15458"/>
                  </a:lnTo>
                  <a:lnTo>
                    <a:pt x="44437" y="15438"/>
                  </a:lnTo>
                  <a:lnTo>
                    <a:pt x="43872" y="15398"/>
                  </a:lnTo>
                  <a:lnTo>
                    <a:pt x="43267" y="15337"/>
                  </a:lnTo>
                  <a:lnTo>
                    <a:pt x="42641" y="15236"/>
                  </a:lnTo>
                  <a:lnTo>
                    <a:pt x="41935" y="15135"/>
                  </a:lnTo>
                  <a:lnTo>
                    <a:pt x="41249" y="14994"/>
                  </a:lnTo>
                  <a:lnTo>
                    <a:pt x="40563" y="14853"/>
                  </a:lnTo>
                  <a:lnTo>
                    <a:pt x="39876" y="14691"/>
                  </a:lnTo>
                  <a:lnTo>
                    <a:pt x="39190" y="14510"/>
                  </a:lnTo>
                  <a:lnTo>
                    <a:pt x="38504" y="14308"/>
                  </a:lnTo>
                  <a:lnTo>
                    <a:pt x="37838" y="14106"/>
                  </a:lnTo>
                  <a:lnTo>
                    <a:pt x="37172" y="13884"/>
                  </a:lnTo>
                  <a:lnTo>
                    <a:pt x="36506" y="13662"/>
                  </a:lnTo>
                  <a:lnTo>
                    <a:pt x="35840" y="13420"/>
                  </a:lnTo>
                  <a:lnTo>
                    <a:pt x="34529" y="12895"/>
                  </a:lnTo>
                  <a:lnTo>
                    <a:pt x="33237" y="12330"/>
                  </a:lnTo>
                  <a:lnTo>
                    <a:pt x="31966" y="11725"/>
                  </a:lnTo>
                  <a:lnTo>
                    <a:pt x="30695" y="11079"/>
                  </a:lnTo>
                  <a:lnTo>
                    <a:pt x="29423" y="10434"/>
                  </a:lnTo>
                  <a:lnTo>
                    <a:pt x="28172" y="9747"/>
                  </a:lnTo>
                  <a:lnTo>
                    <a:pt x="26941" y="9041"/>
                  </a:lnTo>
                  <a:lnTo>
                    <a:pt x="25710" y="8315"/>
                  </a:lnTo>
                  <a:lnTo>
                    <a:pt x="24479" y="7588"/>
                  </a:lnTo>
                  <a:lnTo>
                    <a:pt x="22057" y="6115"/>
                  </a:lnTo>
                  <a:lnTo>
                    <a:pt x="19394" y="4501"/>
                  </a:lnTo>
                  <a:lnTo>
                    <a:pt x="18062" y="3693"/>
                  </a:lnTo>
                  <a:lnTo>
                    <a:pt x="16710" y="2906"/>
                  </a:lnTo>
                  <a:lnTo>
                    <a:pt x="15983" y="2503"/>
                  </a:lnTo>
                  <a:lnTo>
                    <a:pt x="15216" y="2079"/>
                  </a:lnTo>
                  <a:lnTo>
                    <a:pt x="14429" y="1675"/>
                  </a:lnTo>
                  <a:lnTo>
                    <a:pt x="13602" y="1292"/>
                  </a:lnTo>
                  <a:lnTo>
                    <a:pt x="12775" y="949"/>
                  </a:lnTo>
                  <a:lnTo>
                    <a:pt x="12331" y="787"/>
                  </a:lnTo>
                  <a:lnTo>
                    <a:pt x="11907" y="626"/>
                  </a:lnTo>
                  <a:lnTo>
                    <a:pt x="11463" y="485"/>
                  </a:lnTo>
                  <a:lnTo>
                    <a:pt x="11019" y="364"/>
                  </a:lnTo>
                  <a:lnTo>
                    <a:pt x="10575" y="263"/>
                  </a:lnTo>
                  <a:lnTo>
                    <a:pt x="10131" y="162"/>
                  </a:lnTo>
                  <a:lnTo>
                    <a:pt x="9627" y="81"/>
                  </a:lnTo>
                  <a:lnTo>
                    <a:pt x="9142" y="41"/>
                  </a:lnTo>
                  <a:lnTo>
                    <a:pt x="86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2"/>
            <p:cNvSpPr/>
            <p:nvPr/>
          </p:nvSpPr>
          <p:spPr>
            <a:xfrm flipH="1">
              <a:off x="1864587" y="-1494826"/>
              <a:ext cx="530339" cy="361051"/>
            </a:xfrm>
            <a:custGeom>
              <a:rect b="b" l="l" r="r" t="t"/>
              <a:pathLst>
                <a:path extrusionOk="0" h="6458" w="9486">
                  <a:moveTo>
                    <a:pt x="8880" y="81"/>
                  </a:moveTo>
                  <a:lnTo>
                    <a:pt x="9021" y="101"/>
                  </a:lnTo>
                  <a:lnTo>
                    <a:pt x="9142" y="142"/>
                  </a:lnTo>
                  <a:lnTo>
                    <a:pt x="9203" y="182"/>
                  </a:lnTo>
                  <a:lnTo>
                    <a:pt x="9263" y="243"/>
                  </a:lnTo>
                  <a:lnTo>
                    <a:pt x="9324" y="364"/>
                  </a:lnTo>
                  <a:lnTo>
                    <a:pt x="9364" y="505"/>
                  </a:lnTo>
                  <a:lnTo>
                    <a:pt x="9384" y="646"/>
                  </a:lnTo>
                  <a:lnTo>
                    <a:pt x="9405" y="868"/>
                  </a:lnTo>
                  <a:lnTo>
                    <a:pt x="9384" y="1070"/>
                  </a:lnTo>
                  <a:lnTo>
                    <a:pt x="9364" y="1272"/>
                  </a:lnTo>
                  <a:lnTo>
                    <a:pt x="9324" y="1474"/>
                  </a:lnTo>
                  <a:lnTo>
                    <a:pt x="9263" y="1675"/>
                  </a:lnTo>
                  <a:lnTo>
                    <a:pt x="9183" y="1877"/>
                  </a:lnTo>
                  <a:lnTo>
                    <a:pt x="9001" y="2261"/>
                  </a:lnTo>
                  <a:lnTo>
                    <a:pt x="8779" y="2624"/>
                  </a:lnTo>
                  <a:lnTo>
                    <a:pt x="8537" y="2967"/>
                  </a:lnTo>
                  <a:lnTo>
                    <a:pt x="8274" y="3290"/>
                  </a:lnTo>
                  <a:lnTo>
                    <a:pt x="8012" y="3592"/>
                  </a:lnTo>
                  <a:lnTo>
                    <a:pt x="7689" y="3936"/>
                  </a:lnTo>
                  <a:lnTo>
                    <a:pt x="7346" y="4299"/>
                  </a:lnTo>
                  <a:lnTo>
                    <a:pt x="6983" y="4662"/>
                  </a:lnTo>
                  <a:lnTo>
                    <a:pt x="6579" y="5005"/>
                  </a:lnTo>
                  <a:lnTo>
                    <a:pt x="6135" y="5348"/>
                  </a:lnTo>
                  <a:lnTo>
                    <a:pt x="5691" y="5651"/>
                  </a:lnTo>
                  <a:lnTo>
                    <a:pt x="5449" y="5772"/>
                  </a:lnTo>
                  <a:lnTo>
                    <a:pt x="5207" y="5913"/>
                  </a:lnTo>
                  <a:lnTo>
                    <a:pt x="4945" y="6014"/>
                  </a:lnTo>
                  <a:lnTo>
                    <a:pt x="4682" y="6115"/>
                  </a:lnTo>
                  <a:lnTo>
                    <a:pt x="4460" y="6196"/>
                  </a:lnTo>
                  <a:lnTo>
                    <a:pt x="4218" y="6256"/>
                  </a:lnTo>
                  <a:lnTo>
                    <a:pt x="3956" y="6317"/>
                  </a:lnTo>
                  <a:lnTo>
                    <a:pt x="3714" y="6357"/>
                  </a:lnTo>
                  <a:lnTo>
                    <a:pt x="3451" y="6377"/>
                  </a:lnTo>
                  <a:lnTo>
                    <a:pt x="2927" y="6377"/>
                  </a:lnTo>
                  <a:lnTo>
                    <a:pt x="2664" y="6337"/>
                  </a:lnTo>
                  <a:lnTo>
                    <a:pt x="2402" y="6297"/>
                  </a:lnTo>
                  <a:lnTo>
                    <a:pt x="2140" y="6236"/>
                  </a:lnTo>
                  <a:lnTo>
                    <a:pt x="1898" y="6155"/>
                  </a:lnTo>
                  <a:lnTo>
                    <a:pt x="1655" y="6054"/>
                  </a:lnTo>
                  <a:lnTo>
                    <a:pt x="1413" y="5933"/>
                  </a:lnTo>
                  <a:lnTo>
                    <a:pt x="1191" y="5792"/>
                  </a:lnTo>
                  <a:lnTo>
                    <a:pt x="969" y="5631"/>
                  </a:lnTo>
                  <a:lnTo>
                    <a:pt x="767" y="5429"/>
                  </a:lnTo>
                  <a:lnTo>
                    <a:pt x="586" y="5227"/>
                  </a:lnTo>
                  <a:lnTo>
                    <a:pt x="424" y="4985"/>
                  </a:lnTo>
                  <a:lnTo>
                    <a:pt x="303" y="4743"/>
                  </a:lnTo>
                  <a:lnTo>
                    <a:pt x="202" y="4501"/>
                  </a:lnTo>
                  <a:lnTo>
                    <a:pt x="122" y="4258"/>
                  </a:lnTo>
                  <a:lnTo>
                    <a:pt x="81" y="4016"/>
                  </a:lnTo>
                  <a:lnTo>
                    <a:pt x="81" y="3774"/>
                  </a:lnTo>
                  <a:lnTo>
                    <a:pt x="122" y="3532"/>
                  </a:lnTo>
                  <a:lnTo>
                    <a:pt x="182" y="3370"/>
                  </a:lnTo>
                  <a:lnTo>
                    <a:pt x="243" y="3189"/>
                  </a:lnTo>
                  <a:lnTo>
                    <a:pt x="344" y="3048"/>
                  </a:lnTo>
                  <a:lnTo>
                    <a:pt x="445" y="2906"/>
                  </a:lnTo>
                  <a:lnTo>
                    <a:pt x="586" y="2785"/>
                  </a:lnTo>
                  <a:lnTo>
                    <a:pt x="747" y="2664"/>
                  </a:lnTo>
                  <a:lnTo>
                    <a:pt x="909" y="2563"/>
                  </a:lnTo>
                  <a:lnTo>
                    <a:pt x="1111" y="2483"/>
                  </a:lnTo>
                  <a:lnTo>
                    <a:pt x="3310" y="1655"/>
                  </a:lnTo>
                  <a:lnTo>
                    <a:pt x="5530" y="868"/>
                  </a:lnTo>
                  <a:lnTo>
                    <a:pt x="6357" y="606"/>
                  </a:lnTo>
                  <a:lnTo>
                    <a:pt x="7165" y="364"/>
                  </a:lnTo>
                  <a:lnTo>
                    <a:pt x="7568" y="263"/>
                  </a:lnTo>
                  <a:lnTo>
                    <a:pt x="7972" y="182"/>
                  </a:lnTo>
                  <a:lnTo>
                    <a:pt x="8375" y="121"/>
                  </a:lnTo>
                  <a:lnTo>
                    <a:pt x="8779" y="81"/>
                  </a:lnTo>
                  <a:close/>
                  <a:moveTo>
                    <a:pt x="8759" y="0"/>
                  </a:moveTo>
                  <a:lnTo>
                    <a:pt x="8355" y="41"/>
                  </a:lnTo>
                  <a:lnTo>
                    <a:pt x="7952" y="101"/>
                  </a:lnTo>
                  <a:lnTo>
                    <a:pt x="7548" y="182"/>
                  </a:lnTo>
                  <a:lnTo>
                    <a:pt x="7144" y="283"/>
                  </a:lnTo>
                  <a:lnTo>
                    <a:pt x="6337" y="525"/>
                  </a:lnTo>
                  <a:lnTo>
                    <a:pt x="5510" y="787"/>
                  </a:lnTo>
                  <a:lnTo>
                    <a:pt x="3290" y="1574"/>
                  </a:lnTo>
                  <a:lnTo>
                    <a:pt x="1070" y="2402"/>
                  </a:lnTo>
                  <a:lnTo>
                    <a:pt x="868" y="2503"/>
                  </a:lnTo>
                  <a:lnTo>
                    <a:pt x="687" y="2604"/>
                  </a:lnTo>
                  <a:lnTo>
                    <a:pt x="525" y="2725"/>
                  </a:lnTo>
                  <a:lnTo>
                    <a:pt x="384" y="2846"/>
                  </a:lnTo>
                  <a:lnTo>
                    <a:pt x="263" y="3007"/>
                  </a:lnTo>
                  <a:lnTo>
                    <a:pt x="182" y="3169"/>
                  </a:lnTo>
                  <a:lnTo>
                    <a:pt x="102" y="3330"/>
                  </a:lnTo>
                  <a:lnTo>
                    <a:pt x="41" y="3512"/>
                  </a:lnTo>
                  <a:lnTo>
                    <a:pt x="1" y="3754"/>
                  </a:lnTo>
                  <a:lnTo>
                    <a:pt x="1" y="4016"/>
                  </a:lnTo>
                  <a:lnTo>
                    <a:pt x="41" y="4279"/>
                  </a:lnTo>
                  <a:lnTo>
                    <a:pt x="122" y="4521"/>
                  </a:lnTo>
                  <a:lnTo>
                    <a:pt x="223" y="4783"/>
                  </a:lnTo>
                  <a:lnTo>
                    <a:pt x="364" y="5025"/>
                  </a:lnTo>
                  <a:lnTo>
                    <a:pt x="525" y="5267"/>
                  </a:lnTo>
                  <a:lnTo>
                    <a:pt x="707" y="5489"/>
                  </a:lnTo>
                  <a:lnTo>
                    <a:pt x="969" y="5732"/>
                  </a:lnTo>
                  <a:lnTo>
                    <a:pt x="1252" y="5933"/>
                  </a:lnTo>
                  <a:lnTo>
                    <a:pt x="1554" y="6095"/>
                  </a:lnTo>
                  <a:lnTo>
                    <a:pt x="1877" y="6236"/>
                  </a:lnTo>
                  <a:lnTo>
                    <a:pt x="2200" y="6337"/>
                  </a:lnTo>
                  <a:lnTo>
                    <a:pt x="2523" y="6397"/>
                  </a:lnTo>
                  <a:lnTo>
                    <a:pt x="2866" y="6438"/>
                  </a:lnTo>
                  <a:lnTo>
                    <a:pt x="3189" y="6458"/>
                  </a:lnTo>
                  <a:lnTo>
                    <a:pt x="3593" y="6438"/>
                  </a:lnTo>
                  <a:lnTo>
                    <a:pt x="3976" y="6397"/>
                  </a:lnTo>
                  <a:lnTo>
                    <a:pt x="4360" y="6317"/>
                  </a:lnTo>
                  <a:lnTo>
                    <a:pt x="4723" y="6196"/>
                  </a:lnTo>
                  <a:lnTo>
                    <a:pt x="4985" y="6095"/>
                  </a:lnTo>
                  <a:lnTo>
                    <a:pt x="5227" y="5974"/>
                  </a:lnTo>
                  <a:lnTo>
                    <a:pt x="5490" y="5853"/>
                  </a:lnTo>
                  <a:lnTo>
                    <a:pt x="5712" y="5711"/>
                  </a:lnTo>
                  <a:lnTo>
                    <a:pt x="6176" y="5409"/>
                  </a:lnTo>
                  <a:lnTo>
                    <a:pt x="6620" y="5066"/>
                  </a:lnTo>
                  <a:lnTo>
                    <a:pt x="7023" y="4723"/>
                  </a:lnTo>
                  <a:lnTo>
                    <a:pt x="7407" y="4359"/>
                  </a:lnTo>
                  <a:lnTo>
                    <a:pt x="7750" y="3996"/>
                  </a:lnTo>
                  <a:lnTo>
                    <a:pt x="8073" y="3653"/>
                  </a:lnTo>
                  <a:lnTo>
                    <a:pt x="8335" y="3330"/>
                  </a:lnTo>
                  <a:lnTo>
                    <a:pt x="8597" y="3007"/>
                  </a:lnTo>
                  <a:lnTo>
                    <a:pt x="8860" y="2664"/>
                  </a:lnTo>
                  <a:lnTo>
                    <a:pt x="9082" y="2281"/>
                  </a:lnTo>
                  <a:lnTo>
                    <a:pt x="9263" y="1897"/>
                  </a:lnTo>
                  <a:lnTo>
                    <a:pt x="9324" y="1696"/>
                  </a:lnTo>
                  <a:lnTo>
                    <a:pt x="9405" y="1494"/>
                  </a:lnTo>
                  <a:lnTo>
                    <a:pt x="9445" y="1292"/>
                  </a:lnTo>
                  <a:lnTo>
                    <a:pt x="9465" y="1070"/>
                  </a:lnTo>
                  <a:lnTo>
                    <a:pt x="9485" y="868"/>
                  </a:lnTo>
                  <a:lnTo>
                    <a:pt x="9465" y="646"/>
                  </a:lnTo>
                  <a:lnTo>
                    <a:pt x="9445" y="444"/>
                  </a:lnTo>
                  <a:lnTo>
                    <a:pt x="9384" y="283"/>
                  </a:lnTo>
                  <a:lnTo>
                    <a:pt x="9304" y="162"/>
                  </a:lnTo>
                  <a:lnTo>
                    <a:pt x="9183" y="61"/>
                  </a:lnTo>
                  <a:lnTo>
                    <a:pt x="9082" y="21"/>
                  </a:lnTo>
                  <a:lnTo>
                    <a:pt x="89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2"/>
            <p:cNvSpPr/>
            <p:nvPr/>
          </p:nvSpPr>
          <p:spPr>
            <a:xfrm flipH="1">
              <a:off x="-756203" y="-5057684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2"/>
            <p:cNvSpPr/>
            <p:nvPr/>
          </p:nvSpPr>
          <p:spPr>
            <a:xfrm flipH="1">
              <a:off x="-2591759" y="-2237207"/>
              <a:ext cx="130935" cy="390458"/>
            </a:xfrm>
            <a:custGeom>
              <a:rect b="b" l="l" r="r" t="t"/>
              <a:pathLst>
                <a:path extrusionOk="0" h="6984" w="2342">
                  <a:moveTo>
                    <a:pt x="1494" y="82"/>
                  </a:moveTo>
                  <a:lnTo>
                    <a:pt x="1615" y="122"/>
                  </a:lnTo>
                  <a:lnTo>
                    <a:pt x="1716" y="162"/>
                  </a:lnTo>
                  <a:lnTo>
                    <a:pt x="1817" y="223"/>
                  </a:lnTo>
                  <a:lnTo>
                    <a:pt x="1897" y="304"/>
                  </a:lnTo>
                  <a:lnTo>
                    <a:pt x="1978" y="404"/>
                  </a:lnTo>
                  <a:lnTo>
                    <a:pt x="2039" y="485"/>
                  </a:lnTo>
                  <a:lnTo>
                    <a:pt x="2099" y="586"/>
                  </a:lnTo>
                  <a:lnTo>
                    <a:pt x="2160" y="707"/>
                  </a:lnTo>
                  <a:lnTo>
                    <a:pt x="2200" y="828"/>
                  </a:lnTo>
                  <a:lnTo>
                    <a:pt x="2240" y="1070"/>
                  </a:lnTo>
                  <a:lnTo>
                    <a:pt x="2261" y="1333"/>
                  </a:lnTo>
                  <a:lnTo>
                    <a:pt x="2261" y="1595"/>
                  </a:lnTo>
                  <a:lnTo>
                    <a:pt x="2240" y="2281"/>
                  </a:lnTo>
                  <a:lnTo>
                    <a:pt x="2180" y="2967"/>
                  </a:lnTo>
                  <a:lnTo>
                    <a:pt x="2059" y="3694"/>
                  </a:lnTo>
                  <a:lnTo>
                    <a:pt x="1897" y="4521"/>
                  </a:lnTo>
                  <a:lnTo>
                    <a:pt x="1837" y="4763"/>
                  </a:lnTo>
                  <a:lnTo>
                    <a:pt x="1776" y="5026"/>
                  </a:lnTo>
                  <a:lnTo>
                    <a:pt x="1675" y="5308"/>
                  </a:lnTo>
                  <a:lnTo>
                    <a:pt x="1554" y="5591"/>
                  </a:lnTo>
                  <a:lnTo>
                    <a:pt x="1413" y="5893"/>
                  </a:lnTo>
                  <a:lnTo>
                    <a:pt x="1231" y="6176"/>
                  </a:lnTo>
                  <a:lnTo>
                    <a:pt x="1030" y="6459"/>
                  </a:lnTo>
                  <a:lnTo>
                    <a:pt x="808" y="6741"/>
                  </a:lnTo>
                  <a:lnTo>
                    <a:pt x="707" y="6822"/>
                  </a:lnTo>
                  <a:lnTo>
                    <a:pt x="626" y="6862"/>
                  </a:lnTo>
                  <a:lnTo>
                    <a:pt x="566" y="6902"/>
                  </a:lnTo>
                  <a:lnTo>
                    <a:pt x="485" y="6882"/>
                  </a:lnTo>
                  <a:lnTo>
                    <a:pt x="444" y="6862"/>
                  </a:lnTo>
                  <a:lnTo>
                    <a:pt x="384" y="6822"/>
                  </a:lnTo>
                  <a:lnTo>
                    <a:pt x="303" y="6701"/>
                  </a:lnTo>
                  <a:lnTo>
                    <a:pt x="243" y="6539"/>
                  </a:lnTo>
                  <a:lnTo>
                    <a:pt x="182" y="6317"/>
                  </a:lnTo>
                  <a:lnTo>
                    <a:pt x="142" y="6055"/>
                  </a:lnTo>
                  <a:lnTo>
                    <a:pt x="101" y="5752"/>
                  </a:lnTo>
                  <a:lnTo>
                    <a:pt x="81" y="5086"/>
                  </a:lnTo>
                  <a:lnTo>
                    <a:pt x="81" y="4602"/>
                  </a:lnTo>
                  <a:lnTo>
                    <a:pt x="81" y="4097"/>
                  </a:lnTo>
                  <a:lnTo>
                    <a:pt x="101" y="3976"/>
                  </a:lnTo>
                  <a:lnTo>
                    <a:pt x="122" y="3310"/>
                  </a:lnTo>
                  <a:lnTo>
                    <a:pt x="162" y="2685"/>
                  </a:lnTo>
                  <a:lnTo>
                    <a:pt x="222" y="2100"/>
                  </a:lnTo>
                  <a:lnTo>
                    <a:pt x="283" y="1535"/>
                  </a:lnTo>
                  <a:lnTo>
                    <a:pt x="323" y="1353"/>
                  </a:lnTo>
                  <a:lnTo>
                    <a:pt x="384" y="1131"/>
                  </a:lnTo>
                  <a:lnTo>
                    <a:pt x="444" y="909"/>
                  </a:lnTo>
                  <a:lnTo>
                    <a:pt x="545" y="667"/>
                  </a:lnTo>
                  <a:lnTo>
                    <a:pt x="687" y="465"/>
                  </a:lnTo>
                  <a:lnTo>
                    <a:pt x="767" y="364"/>
                  </a:lnTo>
                  <a:lnTo>
                    <a:pt x="848" y="263"/>
                  </a:lnTo>
                  <a:lnTo>
                    <a:pt x="949" y="203"/>
                  </a:lnTo>
                  <a:lnTo>
                    <a:pt x="1070" y="142"/>
                  </a:lnTo>
                  <a:lnTo>
                    <a:pt x="1191" y="102"/>
                  </a:lnTo>
                  <a:lnTo>
                    <a:pt x="1312" y="82"/>
                  </a:lnTo>
                  <a:close/>
                  <a:moveTo>
                    <a:pt x="1312" y="1"/>
                  </a:moveTo>
                  <a:lnTo>
                    <a:pt x="1171" y="21"/>
                  </a:lnTo>
                  <a:lnTo>
                    <a:pt x="1030" y="61"/>
                  </a:lnTo>
                  <a:lnTo>
                    <a:pt x="868" y="162"/>
                  </a:lnTo>
                  <a:lnTo>
                    <a:pt x="707" y="304"/>
                  </a:lnTo>
                  <a:lnTo>
                    <a:pt x="566" y="485"/>
                  </a:lnTo>
                  <a:lnTo>
                    <a:pt x="485" y="606"/>
                  </a:lnTo>
                  <a:lnTo>
                    <a:pt x="424" y="748"/>
                  </a:lnTo>
                  <a:lnTo>
                    <a:pt x="364" y="909"/>
                  </a:lnTo>
                  <a:lnTo>
                    <a:pt x="303" y="1091"/>
                  </a:lnTo>
                  <a:lnTo>
                    <a:pt x="263" y="1292"/>
                  </a:lnTo>
                  <a:lnTo>
                    <a:pt x="222" y="1514"/>
                  </a:lnTo>
                  <a:lnTo>
                    <a:pt x="142" y="2079"/>
                  </a:lnTo>
                  <a:lnTo>
                    <a:pt x="81" y="2685"/>
                  </a:lnTo>
                  <a:lnTo>
                    <a:pt x="41" y="3310"/>
                  </a:lnTo>
                  <a:lnTo>
                    <a:pt x="21" y="3976"/>
                  </a:lnTo>
                  <a:lnTo>
                    <a:pt x="1" y="4097"/>
                  </a:lnTo>
                  <a:lnTo>
                    <a:pt x="1" y="4602"/>
                  </a:lnTo>
                  <a:lnTo>
                    <a:pt x="1" y="5106"/>
                  </a:lnTo>
                  <a:lnTo>
                    <a:pt x="21" y="5752"/>
                  </a:lnTo>
                  <a:lnTo>
                    <a:pt x="61" y="6055"/>
                  </a:lnTo>
                  <a:lnTo>
                    <a:pt x="101" y="6337"/>
                  </a:lnTo>
                  <a:lnTo>
                    <a:pt x="142" y="6499"/>
                  </a:lnTo>
                  <a:lnTo>
                    <a:pt x="202" y="6680"/>
                  </a:lnTo>
                  <a:lnTo>
                    <a:pt x="263" y="6781"/>
                  </a:lnTo>
                  <a:lnTo>
                    <a:pt x="303" y="6862"/>
                  </a:lnTo>
                  <a:lnTo>
                    <a:pt x="384" y="6923"/>
                  </a:lnTo>
                  <a:lnTo>
                    <a:pt x="465" y="6963"/>
                  </a:lnTo>
                  <a:lnTo>
                    <a:pt x="525" y="6983"/>
                  </a:lnTo>
                  <a:lnTo>
                    <a:pt x="606" y="6963"/>
                  </a:lnTo>
                  <a:lnTo>
                    <a:pt x="687" y="6923"/>
                  </a:lnTo>
                  <a:lnTo>
                    <a:pt x="767" y="6882"/>
                  </a:lnTo>
                  <a:lnTo>
                    <a:pt x="868" y="6802"/>
                  </a:lnTo>
                  <a:lnTo>
                    <a:pt x="1090" y="6519"/>
                  </a:lnTo>
                  <a:lnTo>
                    <a:pt x="1292" y="6237"/>
                  </a:lnTo>
                  <a:lnTo>
                    <a:pt x="1474" y="5934"/>
                  </a:lnTo>
                  <a:lnTo>
                    <a:pt x="1615" y="5631"/>
                  </a:lnTo>
                  <a:lnTo>
                    <a:pt x="1736" y="5349"/>
                  </a:lnTo>
                  <a:lnTo>
                    <a:pt x="1837" y="5046"/>
                  </a:lnTo>
                  <a:lnTo>
                    <a:pt x="1918" y="4784"/>
                  </a:lnTo>
                  <a:lnTo>
                    <a:pt x="1978" y="4521"/>
                  </a:lnTo>
                  <a:lnTo>
                    <a:pt x="2140" y="3714"/>
                  </a:lnTo>
                  <a:lnTo>
                    <a:pt x="2261" y="2967"/>
                  </a:lnTo>
                  <a:lnTo>
                    <a:pt x="2321" y="2281"/>
                  </a:lnTo>
                  <a:lnTo>
                    <a:pt x="2341" y="1595"/>
                  </a:lnTo>
                  <a:lnTo>
                    <a:pt x="2341" y="1333"/>
                  </a:lnTo>
                  <a:lnTo>
                    <a:pt x="2321" y="1050"/>
                  </a:lnTo>
                  <a:lnTo>
                    <a:pt x="2261" y="788"/>
                  </a:lnTo>
                  <a:lnTo>
                    <a:pt x="2220" y="667"/>
                  </a:lnTo>
                  <a:lnTo>
                    <a:pt x="2180" y="546"/>
                  </a:lnTo>
                  <a:lnTo>
                    <a:pt x="2119" y="445"/>
                  </a:lnTo>
                  <a:lnTo>
                    <a:pt x="2039" y="324"/>
                  </a:lnTo>
                  <a:lnTo>
                    <a:pt x="1938" y="243"/>
                  </a:lnTo>
                  <a:lnTo>
                    <a:pt x="1837" y="142"/>
                  </a:lnTo>
                  <a:lnTo>
                    <a:pt x="1716" y="82"/>
                  </a:lnTo>
                  <a:lnTo>
                    <a:pt x="1595" y="21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2"/>
            <p:cNvSpPr/>
            <p:nvPr/>
          </p:nvSpPr>
          <p:spPr>
            <a:xfrm flipH="1">
              <a:off x="-3345409" y="-5067803"/>
              <a:ext cx="1707024" cy="174879"/>
            </a:xfrm>
            <a:custGeom>
              <a:rect b="b" l="l" r="r" t="t"/>
              <a:pathLst>
                <a:path extrusionOk="0" h="3128" w="30533">
                  <a:moveTo>
                    <a:pt x="17960" y="0"/>
                  </a:moveTo>
                  <a:lnTo>
                    <a:pt x="16750" y="20"/>
                  </a:lnTo>
                  <a:lnTo>
                    <a:pt x="16326" y="20"/>
                  </a:lnTo>
                  <a:lnTo>
                    <a:pt x="13057" y="61"/>
                  </a:lnTo>
                  <a:lnTo>
                    <a:pt x="11422" y="101"/>
                  </a:lnTo>
                  <a:lnTo>
                    <a:pt x="9767" y="182"/>
                  </a:lnTo>
                  <a:lnTo>
                    <a:pt x="8133" y="262"/>
                  </a:lnTo>
                  <a:lnTo>
                    <a:pt x="6478" y="404"/>
                  </a:lnTo>
                  <a:lnTo>
                    <a:pt x="5671" y="484"/>
                  </a:lnTo>
                  <a:lnTo>
                    <a:pt x="4843" y="585"/>
                  </a:lnTo>
                  <a:lnTo>
                    <a:pt x="4036" y="686"/>
                  </a:lnTo>
                  <a:lnTo>
                    <a:pt x="3209" y="807"/>
                  </a:lnTo>
                  <a:lnTo>
                    <a:pt x="2785" y="868"/>
                  </a:lnTo>
                  <a:lnTo>
                    <a:pt x="2361" y="969"/>
                  </a:lnTo>
                  <a:lnTo>
                    <a:pt x="1917" y="1070"/>
                  </a:lnTo>
                  <a:lnTo>
                    <a:pt x="1494" y="1211"/>
                  </a:lnTo>
                  <a:lnTo>
                    <a:pt x="1090" y="1372"/>
                  </a:lnTo>
                  <a:lnTo>
                    <a:pt x="888" y="1473"/>
                  </a:lnTo>
                  <a:lnTo>
                    <a:pt x="686" y="1574"/>
                  </a:lnTo>
                  <a:lnTo>
                    <a:pt x="505" y="1695"/>
                  </a:lnTo>
                  <a:lnTo>
                    <a:pt x="323" y="1836"/>
                  </a:lnTo>
                  <a:lnTo>
                    <a:pt x="162" y="1978"/>
                  </a:lnTo>
                  <a:lnTo>
                    <a:pt x="0" y="2139"/>
                  </a:lnTo>
                  <a:lnTo>
                    <a:pt x="61" y="2200"/>
                  </a:lnTo>
                  <a:lnTo>
                    <a:pt x="222" y="2038"/>
                  </a:lnTo>
                  <a:lnTo>
                    <a:pt x="384" y="1897"/>
                  </a:lnTo>
                  <a:lnTo>
                    <a:pt x="565" y="1756"/>
                  </a:lnTo>
                  <a:lnTo>
                    <a:pt x="747" y="1655"/>
                  </a:lnTo>
                  <a:lnTo>
                    <a:pt x="929" y="1534"/>
                  </a:lnTo>
                  <a:lnTo>
                    <a:pt x="1130" y="1433"/>
                  </a:lnTo>
                  <a:lnTo>
                    <a:pt x="1534" y="1271"/>
                  </a:lnTo>
                  <a:lnTo>
                    <a:pt x="1958" y="1150"/>
                  </a:lnTo>
                  <a:lnTo>
                    <a:pt x="2382" y="1049"/>
                  </a:lnTo>
                  <a:lnTo>
                    <a:pt x="2805" y="949"/>
                  </a:lnTo>
                  <a:lnTo>
                    <a:pt x="3229" y="888"/>
                  </a:lnTo>
                  <a:lnTo>
                    <a:pt x="4036" y="767"/>
                  </a:lnTo>
                  <a:lnTo>
                    <a:pt x="4864" y="666"/>
                  </a:lnTo>
                  <a:lnTo>
                    <a:pt x="5671" y="565"/>
                  </a:lnTo>
                  <a:lnTo>
                    <a:pt x="6498" y="484"/>
                  </a:lnTo>
                  <a:lnTo>
                    <a:pt x="8133" y="343"/>
                  </a:lnTo>
                  <a:lnTo>
                    <a:pt x="9788" y="262"/>
                  </a:lnTo>
                  <a:lnTo>
                    <a:pt x="11422" y="182"/>
                  </a:lnTo>
                  <a:lnTo>
                    <a:pt x="13057" y="141"/>
                  </a:lnTo>
                  <a:lnTo>
                    <a:pt x="16326" y="101"/>
                  </a:lnTo>
                  <a:lnTo>
                    <a:pt x="16750" y="101"/>
                  </a:lnTo>
                  <a:lnTo>
                    <a:pt x="17960" y="81"/>
                  </a:lnTo>
                  <a:lnTo>
                    <a:pt x="19191" y="81"/>
                  </a:lnTo>
                  <a:lnTo>
                    <a:pt x="20402" y="101"/>
                  </a:lnTo>
                  <a:lnTo>
                    <a:pt x="21613" y="161"/>
                  </a:lnTo>
                  <a:lnTo>
                    <a:pt x="22239" y="202"/>
                  </a:lnTo>
                  <a:lnTo>
                    <a:pt x="22844" y="242"/>
                  </a:lnTo>
                  <a:lnTo>
                    <a:pt x="23449" y="303"/>
                  </a:lnTo>
                  <a:lnTo>
                    <a:pt x="24055" y="383"/>
                  </a:lnTo>
                  <a:lnTo>
                    <a:pt x="24640" y="484"/>
                  </a:lnTo>
                  <a:lnTo>
                    <a:pt x="25245" y="585"/>
                  </a:lnTo>
                  <a:lnTo>
                    <a:pt x="25831" y="727"/>
                  </a:lnTo>
                  <a:lnTo>
                    <a:pt x="26436" y="868"/>
                  </a:lnTo>
                  <a:lnTo>
                    <a:pt x="27102" y="1070"/>
                  </a:lnTo>
                  <a:lnTo>
                    <a:pt x="27707" y="1292"/>
                  </a:lnTo>
                  <a:lnTo>
                    <a:pt x="28293" y="1534"/>
                  </a:lnTo>
                  <a:lnTo>
                    <a:pt x="28817" y="1816"/>
                  </a:lnTo>
                  <a:lnTo>
                    <a:pt x="29281" y="2099"/>
                  </a:lnTo>
                  <a:lnTo>
                    <a:pt x="29725" y="2422"/>
                  </a:lnTo>
                  <a:lnTo>
                    <a:pt x="30109" y="2745"/>
                  </a:lnTo>
                  <a:lnTo>
                    <a:pt x="30290" y="2926"/>
                  </a:lnTo>
                  <a:lnTo>
                    <a:pt x="30472" y="3128"/>
                  </a:lnTo>
                  <a:lnTo>
                    <a:pt x="30533" y="3067"/>
                  </a:lnTo>
                  <a:lnTo>
                    <a:pt x="30351" y="2886"/>
                  </a:lnTo>
                  <a:lnTo>
                    <a:pt x="30169" y="2704"/>
                  </a:lnTo>
                  <a:lnTo>
                    <a:pt x="29786" y="2361"/>
                  </a:lnTo>
                  <a:lnTo>
                    <a:pt x="29342" y="2038"/>
                  </a:lnTo>
                  <a:lnTo>
                    <a:pt x="28858" y="1736"/>
                  </a:lnTo>
                  <a:lnTo>
                    <a:pt x="28333" y="1473"/>
                  </a:lnTo>
                  <a:lnTo>
                    <a:pt x="27748" y="1231"/>
                  </a:lnTo>
                  <a:lnTo>
                    <a:pt x="27122" y="989"/>
                  </a:lnTo>
                  <a:lnTo>
                    <a:pt x="26456" y="787"/>
                  </a:lnTo>
                  <a:lnTo>
                    <a:pt x="25851" y="646"/>
                  </a:lnTo>
                  <a:lnTo>
                    <a:pt x="25266" y="525"/>
                  </a:lnTo>
                  <a:lnTo>
                    <a:pt x="24660" y="404"/>
                  </a:lnTo>
                  <a:lnTo>
                    <a:pt x="24055" y="303"/>
                  </a:lnTo>
                  <a:lnTo>
                    <a:pt x="23449" y="222"/>
                  </a:lnTo>
                  <a:lnTo>
                    <a:pt x="22844" y="161"/>
                  </a:lnTo>
                  <a:lnTo>
                    <a:pt x="22239" y="121"/>
                  </a:lnTo>
                  <a:lnTo>
                    <a:pt x="21633" y="81"/>
                  </a:lnTo>
                  <a:lnTo>
                    <a:pt x="20402" y="20"/>
                  </a:lnTo>
                  <a:lnTo>
                    <a:pt x="19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2"/>
            <p:cNvSpPr/>
            <p:nvPr/>
          </p:nvSpPr>
          <p:spPr>
            <a:xfrm flipH="1">
              <a:off x="-3431139" y="-4896338"/>
              <a:ext cx="206522" cy="1040271"/>
            </a:xfrm>
            <a:custGeom>
              <a:rect b="b" l="l" r="r" t="t"/>
              <a:pathLst>
                <a:path extrusionOk="0" h="18607" w="3694">
                  <a:moveTo>
                    <a:pt x="2160" y="0"/>
                  </a:moveTo>
                  <a:lnTo>
                    <a:pt x="2099" y="61"/>
                  </a:lnTo>
                  <a:lnTo>
                    <a:pt x="2281" y="283"/>
                  </a:lnTo>
                  <a:lnTo>
                    <a:pt x="2462" y="545"/>
                  </a:lnTo>
                  <a:lnTo>
                    <a:pt x="2624" y="787"/>
                  </a:lnTo>
                  <a:lnTo>
                    <a:pt x="2765" y="1050"/>
                  </a:lnTo>
                  <a:lnTo>
                    <a:pt x="2886" y="1292"/>
                  </a:lnTo>
                  <a:lnTo>
                    <a:pt x="3007" y="1554"/>
                  </a:lnTo>
                  <a:lnTo>
                    <a:pt x="3209" y="2079"/>
                  </a:lnTo>
                  <a:lnTo>
                    <a:pt x="3350" y="2604"/>
                  </a:lnTo>
                  <a:lnTo>
                    <a:pt x="3471" y="3108"/>
                  </a:lnTo>
                  <a:lnTo>
                    <a:pt x="3532" y="3592"/>
                  </a:lnTo>
                  <a:lnTo>
                    <a:pt x="3572" y="4036"/>
                  </a:lnTo>
                  <a:lnTo>
                    <a:pt x="3613" y="4581"/>
                  </a:lnTo>
                  <a:lnTo>
                    <a:pt x="3613" y="5126"/>
                  </a:lnTo>
                  <a:lnTo>
                    <a:pt x="3592" y="5671"/>
                  </a:lnTo>
                  <a:lnTo>
                    <a:pt x="3552" y="6216"/>
                  </a:lnTo>
                  <a:lnTo>
                    <a:pt x="3431" y="7285"/>
                  </a:lnTo>
                  <a:lnTo>
                    <a:pt x="3290" y="8355"/>
                  </a:lnTo>
                  <a:lnTo>
                    <a:pt x="2684" y="12734"/>
                  </a:lnTo>
                  <a:lnTo>
                    <a:pt x="2604" y="13360"/>
                  </a:lnTo>
                  <a:lnTo>
                    <a:pt x="2503" y="14026"/>
                  </a:lnTo>
                  <a:lnTo>
                    <a:pt x="2361" y="14712"/>
                  </a:lnTo>
                  <a:lnTo>
                    <a:pt x="2281" y="15055"/>
                  </a:lnTo>
                  <a:lnTo>
                    <a:pt x="2180" y="15398"/>
                  </a:lnTo>
                  <a:lnTo>
                    <a:pt x="2059" y="15741"/>
                  </a:lnTo>
                  <a:lnTo>
                    <a:pt x="1938" y="16084"/>
                  </a:lnTo>
                  <a:lnTo>
                    <a:pt x="1796" y="16407"/>
                  </a:lnTo>
                  <a:lnTo>
                    <a:pt x="1635" y="16730"/>
                  </a:lnTo>
                  <a:lnTo>
                    <a:pt x="1453" y="17053"/>
                  </a:lnTo>
                  <a:lnTo>
                    <a:pt x="1252" y="17355"/>
                  </a:lnTo>
                  <a:lnTo>
                    <a:pt x="1030" y="17638"/>
                  </a:lnTo>
                  <a:lnTo>
                    <a:pt x="787" y="17900"/>
                  </a:lnTo>
                  <a:lnTo>
                    <a:pt x="606" y="18082"/>
                  </a:lnTo>
                  <a:lnTo>
                    <a:pt x="404" y="18243"/>
                  </a:lnTo>
                  <a:lnTo>
                    <a:pt x="202" y="18384"/>
                  </a:lnTo>
                  <a:lnTo>
                    <a:pt x="0" y="18526"/>
                  </a:lnTo>
                  <a:lnTo>
                    <a:pt x="41" y="18606"/>
                  </a:lnTo>
                  <a:lnTo>
                    <a:pt x="263" y="18465"/>
                  </a:lnTo>
                  <a:lnTo>
                    <a:pt x="465" y="18304"/>
                  </a:lnTo>
                  <a:lnTo>
                    <a:pt x="666" y="18142"/>
                  </a:lnTo>
                  <a:lnTo>
                    <a:pt x="848" y="17961"/>
                  </a:lnTo>
                  <a:lnTo>
                    <a:pt x="1090" y="17678"/>
                  </a:lnTo>
                  <a:lnTo>
                    <a:pt x="1332" y="17396"/>
                  </a:lnTo>
                  <a:lnTo>
                    <a:pt x="1534" y="17093"/>
                  </a:lnTo>
                  <a:lnTo>
                    <a:pt x="1716" y="16790"/>
                  </a:lnTo>
                  <a:lnTo>
                    <a:pt x="1877" y="16447"/>
                  </a:lnTo>
                  <a:lnTo>
                    <a:pt x="2018" y="16124"/>
                  </a:lnTo>
                  <a:lnTo>
                    <a:pt x="2139" y="15781"/>
                  </a:lnTo>
                  <a:lnTo>
                    <a:pt x="2240" y="15438"/>
                  </a:lnTo>
                  <a:lnTo>
                    <a:pt x="2341" y="15075"/>
                  </a:lnTo>
                  <a:lnTo>
                    <a:pt x="2442" y="14732"/>
                  </a:lnTo>
                  <a:lnTo>
                    <a:pt x="2563" y="14046"/>
                  </a:lnTo>
                  <a:lnTo>
                    <a:pt x="2684" y="13380"/>
                  </a:lnTo>
                  <a:lnTo>
                    <a:pt x="2765" y="12734"/>
                  </a:lnTo>
                  <a:lnTo>
                    <a:pt x="3370" y="8375"/>
                  </a:lnTo>
                  <a:lnTo>
                    <a:pt x="3512" y="7306"/>
                  </a:lnTo>
                  <a:lnTo>
                    <a:pt x="3633" y="6216"/>
                  </a:lnTo>
                  <a:lnTo>
                    <a:pt x="3673" y="5671"/>
                  </a:lnTo>
                  <a:lnTo>
                    <a:pt x="3693" y="5126"/>
                  </a:lnTo>
                  <a:lnTo>
                    <a:pt x="3693" y="4581"/>
                  </a:lnTo>
                  <a:lnTo>
                    <a:pt x="3653" y="4036"/>
                  </a:lnTo>
                  <a:lnTo>
                    <a:pt x="3613" y="3572"/>
                  </a:lnTo>
                  <a:lnTo>
                    <a:pt x="3532" y="3088"/>
                  </a:lnTo>
                  <a:lnTo>
                    <a:pt x="3431" y="2583"/>
                  </a:lnTo>
                  <a:lnTo>
                    <a:pt x="3290" y="2059"/>
                  </a:lnTo>
                  <a:lnTo>
                    <a:pt x="3088" y="1534"/>
                  </a:lnTo>
                  <a:lnTo>
                    <a:pt x="2967" y="1272"/>
                  </a:lnTo>
                  <a:lnTo>
                    <a:pt x="2826" y="1009"/>
                  </a:lnTo>
                  <a:lnTo>
                    <a:pt x="2684" y="747"/>
                  </a:lnTo>
                  <a:lnTo>
                    <a:pt x="2523" y="485"/>
                  </a:lnTo>
                  <a:lnTo>
                    <a:pt x="2341" y="243"/>
                  </a:lnTo>
                  <a:lnTo>
                    <a:pt x="2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2"/>
            <p:cNvSpPr/>
            <p:nvPr/>
          </p:nvSpPr>
          <p:spPr>
            <a:xfrm flipH="1">
              <a:off x="-3448112" y="-5027215"/>
              <a:ext cx="1867255" cy="1352794"/>
            </a:xfrm>
            <a:custGeom>
              <a:rect b="b" l="l" r="r" t="t"/>
              <a:pathLst>
                <a:path extrusionOk="0" h="24197" w="33399">
                  <a:moveTo>
                    <a:pt x="13521" y="1"/>
                  </a:moveTo>
                  <a:lnTo>
                    <a:pt x="12391" y="21"/>
                  </a:lnTo>
                  <a:lnTo>
                    <a:pt x="11200" y="61"/>
                  </a:lnTo>
                  <a:lnTo>
                    <a:pt x="10009" y="101"/>
                  </a:lnTo>
                  <a:lnTo>
                    <a:pt x="8012" y="223"/>
                  </a:lnTo>
                  <a:lnTo>
                    <a:pt x="5832" y="364"/>
                  </a:lnTo>
                  <a:lnTo>
                    <a:pt x="5287" y="404"/>
                  </a:lnTo>
                  <a:lnTo>
                    <a:pt x="4702" y="424"/>
                  </a:lnTo>
                  <a:lnTo>
                    <a:pt x="3996" y="445"/>
                  </a:lnTo>
                  <a:lnTo>
                    <a:pt x="3289" y="485"/>
                  </a:lnTo>
                  <a:lnTo>
                    <a:pt x="2926" y="525"/>
                  </a:lnTo>
                  <a:lnTo>
                    <a:pt x="2603" y="586"/>
                  </a:lnTo>
                  <a:lnTo>
                    <a:pt x="2260" y="646"/>
                  </a:lnTo>
                  <a:lnTo>
                    <a:pt x="1958" y="747"/>
                  </a:lnTo>
                  <a:lnTo>
                    <a:pt x="1796" y="808"/>
                  </a:lnTo>
                  <a:lnTo>
                    <a:pt x="1655" y="868"/>
                  </a:lnTo>
                  <a:lnTo>
                    <a:pt x="1514" y="949"/>
                  </a:lnTo>
                  <a:lnTo>
                    <a:pt x="1372" y="1050"/>
                  </a:lnTo>
                  <a:lnTo>
                    <a:pt x="1251" y="1151"/>
                  </a:lnTo>
                  <a:lnTo>
                    <a:pt x="1130" y="1272"/>
                  </a:lnTo>
                  <a:lnTo>
                    <a:pt x="1009" y="1413"/>
                  </a:lnTo>
                  <a:lnTo>
                    <a:pt x="888" y="1554"/>
                  </a:lnTo>
                  <a:lnTo>
                    <a:pt x="686" y="1877"/>
                  </a:lnTo>
                  <a:lnTo>
                    <a:pt x="505" y="2241"/>
                  </a:lnTo>
                  <a:lnTo>
                    <a:pt x="343" y="2664"/>
                  </a:lnTo>
                  <a:lnTo>
                    <a:pt x="222" y="3128"/>
                  </a:lnTo>
                  <a:lnTo>
                    <a:pt x="141" y="3532"/>
                  </a:lnTo>
                  <a:lnTo>
                    <a:pt x="81" y="3956"/>
                  </a:lnTo>
                  <a:lnTo>
                    <a:pt x="40" y="4380"/>
                  </a:lnTo>
                  <a:lnTo>
                    <a:pt x="0" y="4783"/>
                  </a:lnTo>
                  <a:lnTo>
                    <a:pt x="0" y="5187"/>
                  </a:lnTo>
                  <a:lnTo>
                    <a:pt x="20" y="5550"/>
                  </a:lnTo>
                  <a:lnTo>
                    <a:pt x="40" y="5893"/>
                  </a:lnTo>
                  <a:lnTo>
                    <a:pt x="61" y="6216"/>
                  </a:lnTo>
                  <a:lnTo>
                    <a:pt x="121" y="6680"/>
                  </a:lnTo>
                  <a:lnTo>
                    <a:pt x="222" y="7144"/>
                  </a:lnTo>
                  <a:lnTo>
                    <a:pt x="323" y="7608"/>
                  </a:lnTo>
                  <a:lnTo>
                    <a:pt x="424" y="8052"/>
                  </a:lnTo>
                  <a:lnTo>
                    <a:pt x="686" y="8960"/>
                  </a:lnTo>
                  <a:lnTo>
                    <a:pt x="969" y="9848"/>
                  </a:lnTo>
                  <a:lnTo>
                    <a:pt x="1191" y="10595"/>
                  </a:lnTo>
                  <a:lnTo>
                    <a:pt x="1413" y="11362"/>
                  </a:lnTo>
                  <a:lnTo>
                    <a:pt x="1635" y="12230"/>
                  </a:lnTo>
                  <a:lnTo>
                    <a:pt x="1836" y="13118"/>
                  </a:lnTo>
                  <a:lnTo>
                    <a:pt x="1998" y="14026"/>
                  </a:lnTo>
                  <a:lnTo>
                    <a:pt x="2119" y="14914"/>
                  </a:lnTo>
                  <a:lnTo>
                    <a:pt x="2220" y="15822"/>
                  </a:lnTo>
                  <a:lnTo>
                    <a:pt x="2280" y="16730"/>
                  </a:lnTo>
                  <a:lnTo>
                    <a:pt x="2321" y="17638"/>
                  </a:lnTo>
                  <a:lnTo>
                    <a:pt x="2321" y="18546"/>
                  </a:lnTo>
                  <a:lnTo>
                    <a:pt x="2280" y="19656"/>
                  </a:lnTo>
                  <a:lnTo>
                    <a:pt x="2260" y="20403"/>
                  </a:lnTo>
                  <a:lnTo>
                    <a:pt x="2240" y="21169"/>
                  </a:lnTo>
                  <a:lnTo>
                    <a:pt x="2260" y="21936"/>
                  </a:lnTo>
                  <a:lnTo>
                    <a:pt x="2301" y="22320"/>
                  </a:lnTo>
                  <a:lnTo>
                    <a:pt x="2341" y="22703"/>
                  </a:lnTo>
                  <a:lnTo>
                    <a:pt x="2381" y="23046"/>
                  </a:lnTo>
                  <a:lnTo>
                    <a:pt x="2442" y="23248"/>
                  </a:lnTo>
                  <a:lnTo>
                    <a:pt x="2502" y="23430"/>
                  </a:lnTo>
                  <a:lnTo>
                    <a:pt x="2583" y="23611"/>
                  </a:lnTo>
                  <a:lnTo>
                    <a:pt x="2684" y="23773"/>
                  </a:lnTo>
                  <a:lnTo>
                    <a:pt x="2825" y="23914"/>
                  </a:lnTo>
                  <a:lnTo>
                    <a:pt x="2987" y="24055"/>
                  </a:lnTo>
                  <a:lnTo>
                    <a:pt x="3128" y="24116"/>
                  </a:lnTo>
                  <a:lnTo>
                    <a:pt x="3249" y="24156"/>
                  </a:lnTo>
                  <a:lnTo>
                    <a:pt x="3390" y="24196"/>
                  </a:lnTo>
                  <a:lnTo>
                    <a:pt x="3532" y="24196"/>
                  </a:lnTo>
                  <a:lnTo>
                    <a:pt x="3733" y="24176"/>
                  </a:lnTo>
                  <a:lnTo>
                    <a:pt x="3955" y="24136"/>
                  </a:lnTo>
                  <a:lnTo>
                    <a:pt x="4177" y="24055"/>
                  </a:lnTo>
                  <a:lnTo>
                    <a:pt x="4379" y="23934"/>
                  </a:lnTo>
                  <a:lnTo>
                    <a:pt x="4601" y="23813"/>
                  </a:lnTo>
                  <a:lnTo>
                    <a:pt x="4823" y="23652"/>
                  </a:lnTo>
                  <a:lnTo>
                    <a:pt x="5247" y="23329"/>
                  </a:lnTo>
                  <a:lnTo>
                    <a:pt x="5630" y="23026"/>
                  </a:lnTo>
                  <a:lnTo>
                    <a:pt x="6014" y="22743"/>
                  </a:lnTo>
                  <a:lnTo>
                    <a:pt x="6417" y="22481"/>
                  </a:lnTo>
                  <a:lnTo>
                    <a:pt x="6821" y="22239"/>
                  </a:lnTo>
                  <a:lnTo>
                    <a:pt x="7245" y="21997"/>
                  </a:lnTo>
                  <a:lnTo>
                    <a:pt x="7689" y="21775"/>
                  </a:lnTo>
                  <a:lnTo>
                    <a:pt x="8133" y="21553"/>
                  </a:lnTo>
                  <a:lnTo>
                    <a:pt x="8577" y="21371"/>
                  </a:lnTo>
                  <a:lnTo>
                    <a:pt x="9041" y="21169"/>
                  </a:lnTo>
                  <a:lnTo>
                    <a:pt x="9525" y="21008"/>
                  </a:lnTo>
                  <a:lnTo>
                    <a:pt x="10009" y="20867"/>
                  </a:lnTo>
                  <a:lnTo>
                    <a:pt x="10494" y="20725"/>
                  </a:lnTo>
                  <a:lnTo>
                    <a:pt x="10998" y="20604"/>
                  </a:lnTo>
                  <a:lnTo>
                    <a:pt x="11503" y="20483"/>
                  </a:lnTo>
                  <a:lnTo>
                    <a:pt x="12027" y="20403"/>
                  </a:lnTo>
                  <a:lnTo>
                    <a:pt x="12552" y="20322"/>
                  </a:lnTo>
                  <a:lnTo>
                    <a:pt x="13460" y="20221"/>
                  </a:lnTo>
                  <a:lnTo>
                    <a:pt x="14409" y="20160"/>
                  </a:lnTo>
                  <a:lnTo>
                    <a:pt x="15377" y="20160"/>
                  </a:lnTo>
                  <a:lnTo>
                    <a:pt x="16366" y="20201"/>
                  </a:lnTo>
                  <a:lnTo>
                    <a:pt x="17355" y="20302"/>
                  </a:lnTo>
                  <a:lnTo>
                    <a:pt x="18384" y="20423"/>
                  </a:lnTo>
                  <a:lnTo>
                    <a:pt x="19433" y="20604"/>
                  </a:lnTo>
                  <a:lnTo>
                    <a:pt x="20503" y="20826"/>
                  </a:lnTo>
                  <a:lnTo>
                    <a:pt x="21714" y="21129"/>
                  </a:lnTo>
                  <a:lnTo>
                    <a:pt x="22642" y="21351"/>
                  </a:lnTo>
                  <a:lnTo>
                    <a:pt x="23591" y="21553"/>
                  </a:lnTo>
                  <a:lnTo>
                    <a:pt x="24055" y="21654"/>
                  </a:lnTo>
                  <a:lnTo>
                    <a:pt x="24539" y="21714"/>
                  </a:lnTo>
                  <a:lnTo>
                    <a:pt x="25023" y="21775"/>
                  </a:lnTo>
                  <a:lnTo>
                    <a:pt x="25508" y="21815"/>
                  </a:lnTo>
                  <a:lnTo>
                    <a:pt x="26053" y="21835"/>
                  </a:lnTo>
                  <a:lnTo>
                    <a:pt x="26597" y="21815"/>
                  </a:lnTo>
                  <a:lnTo>
                    <a:pt x="27122" y="21755"/>
                  </a:lnTo>
                  <a:lnTo>
                    <a:pt x="27647" y="21654"/>
                  </a:lnTo>
                  <a:lnTo>
                    <a:pt x="28131" y="21533"/>
                  </a:lnTo>
                  <a:lnTo>
                    <a:pt x="28595" y="21371"/>
                  </a:lnTo>
                  <a:lnTo>
                    <a:pt x="29039" y="21169"/>
                  </a:lnTo>
                  <a:lnTo>
                    <a:pt x="29443" y="20947"/>
                  </a:lnTo>
                  <a:lnTo>
                    <a:pt x="29402" y="20867"/>
                  </a:lnTo>
                  <a:lnTo>
                    <a:pt x="28999" y="21089"/>
                  </a:lnTo>
                  <a:lnTo>
                    <a:pt x="28555" y="21291"/>
                  </a:lnTo>
                  <a:lnTo>
                    <a:pt x="28111" y="21452"/>
                  </a:lnTo>
                  <a:lnTo>
                    <a:pt x="27627" y="21573"/>
                  </a:lnTo>
                  <a:lnTo>
                    <a:pt x="27122" y="21674"/>
                  </a:lnTo>
                  <a:lnTo>
                    <a:pt x="26597" y="21734"/>
                  </a:lnTo>
                  <a:lnTo>
                    <a:pt x="26053" y="21755"/>
                  </a:lnTo>
                  <a:lnTo>
                    <a:pt x="25508" y="21734"/>
                  </a:lnTo>
                  <a:lnTo>
                    <a:pt x="25023" y="21694"/>
                  </a:lnTo>
                  <a:lnTo>
                    <a:pt x="24539" y="21634"/>
                  </a:lnTo>
                  <a:lnTo>
                    <a:pt x="24075" y="21573"/>
                  </a:lnTo>
                  <a:lnTo>
                    <a:pt x="23591" y="21472"/>
                  </a:lnTo>
                  <a:lnTo>
                    <a:pt x="22662" y="21270"/>
                  </a:lnTo>
                  <a:lnTo>
                    <a:pt x="21734" y="21048"/>
                  </a:lnTo>
                  <a:lnTo>
                    <a:pt x="20503" y="20746"/>
                  </a:lnTo>
                  <a:lnTo>
                    <a:pt x="19454" y="20524"/>
                  </a:lnTo>
                  <a:lnTo>
                    <a:pt x="18404" y="20342"/>
                  </a:lnTo>
                  <a:lnTo>
                    <a:pt x="17375" y="20221"/>
                  </a:lnTo>
                  <a:lnTo>
                    <a:pt x="16366" y="20120"/>
                  </a:lnTo>
                  <a:lnTo>
                    <a:pt x="15377" y="20080"/>
                  </a:lnTo>
                  <a:lnTo>
                    <a:pt x="14409" y="20080"/>
                  </a:lnTo>
                  <a:lnTo>
                    <a:pt x="13460" y="20140"/>
                  </a:lnTo>
                  <a:lnTo>
                    <a:pt x="12532" y="20241"/>
                  </a:lnTo>
                  <a:lnTo>
                    <a:pt x="12007" y="20322"/>
                  </a:lnTo>
                  <a:lnTo>
                    <a:pt x="11503" y="20403"/>
                  </a:lnTo>
                  <a:lnTo>
                    <a:pt x="10978" y="20524"/>
                  </a:lnTo>
                  <a:lnTo>
                    <a:pt x="10474" y="20645"/>
                  </a:lnTo>
                  <a:lnTo>
                    <a:pt x="9989" y="20786"/>
                  </a:lnTo>
                  <a:lnTo>
                    <a:pt x="9505" y="20927"/>
                  </a:lnTo>
                  <a:lnTo>
                    <a:pt x="9021" y="21109"/>
                  </a:lnTo>
                  <a:lnTo>
                    <a:pt x="8556" y="21291"/>
                  </a:lnTo>
                  <a:lnTo>
                    <a:pt x="8092" y="21492"/>
                  </a:lnTo>
                  <a:lnTo>
                    <a:pt x="7648" y="21694"/>
                  </a:lnTo>
                  <a:lnTo>
                    <a:pt x="7204" y="21916"/>
                  </a:lnTo>
                  <a:lnTo>
                    <a:pt x="6781" y="22158"/>
                  </a:lnTo>
                  <a:lnTo>
                    <a:pt x="6377" y="22421"/>
                  </a:lnTo>
                  <a:lnTo>
                    <a:pt x="5973" y="22683"/>
                  </a:lnTo>
                  <a:lnTo>
                    <a:pt x="5590" y="22965"/>
                  </a:lnTo>
                  <a:lnTo>
                    <a:pt x="5207" y="23268"/>
                  </a:lnTo>
                  <a:lnTo>
                    <a:pt x="4924" y="23490"/>
                  </a:lnTo>
                  <a:lnTo>
                    <a:pt x="4641" y="23692"/>
                  </a:lnTo>
                  <a:lnTo>
                    <a:pt x="4359" y="23853"/>
                  </a:lnTo>
                  <a:lnTo>
                    <a:pt x="4076" y="23995"/>
                  </a:lnTo>
                  <a:lnTo>
                    <a:pt x="3935" y="24055"/>
                  </a:lnTo>
                  <a:lnTo>
                    <a:pt x="3814" y="24096"/>
                  </a:lnTo>
                  <a:lnTo>
                    <a:pt x="3673" y="24116"/>
                  </a:lnTo>
                  <a:lnTo>
                    <a:pt x="3411" y="24116"/>
                  </a:lnTo>
                  <a:lnTo>
                    <a:pt x="3269" y="24096"/>
                  </a:lnTo>
                  <a:lnTo>
                    <a:pt x="3148" y="24035"/>
                  </a:lnTo>
                  <a:lnTo>
                    <a:pt x="3027" y="23974"/>
                  </a:lnTo>
                  <a:lnTo>
                    <a:pt x="2886" y="23853"/>
                  </a:lnTo>
                  <a:lnTo>
                    <a:pt x="2745" y="23712"/>
                  </a:lnTo>
                  <a:lnTo>
                    <a:pt x="2644" y="23551"/>
                  </a:lnTo>
                  <a:lnTo>
                    <a:pt x="2583" y="23389"/>
                  </a:lnTo>
                  <a:lnTo>
                    <a:pt x="2523" y="23208"/>
                  </a:lnTo>
                  <a:lnTo>
                    <a:pt x="2462" y="23026"/>
                  </a:lnTo>
                  <a:lnTo>
                    <a:pt x="2422" y="22683"/>
                  </a:lnTo>
                  <a:lnTo>
                    <a:pt x="2381" y="22300"/>
                  </a:lnTo>
                  <a:lnTo>
                    <a:pt x="2341" y="21936"/>
                  </a:lnTo>
                  <a:lnTo>
                    <a:pt x="2321" y="21169"/>
                  </a:lnTo>
                  <a:lnTo>
                    <a:pt x="2341" y="20403"/>
                  </a:lnTo>
                  <a:lnTo>
                    <a:pt x="2361" y="19656"/>
                  </a:lnTo>
                  <a:lnTo>
                    <a:pt x="2402" y="18546"/>
                  </a:lnTo>
                  <a:lnTo>
                    <a:pt x="2402" y="17638"/>
                  </a:lnTo>
                  <a:lnTo>
                    <a:pt x="2361" y="16710"/>
                  </a:lnTo>
                  <a:lnTo>
                    <a:pt x="2301" y="15802"/>
                  </a:lnTo>
                  <a:lnTo>
                    <a:pt x="2200" y="14914"/>
                  </a:lnTo>
                  <a:lnTo>
                    <a:pt x="2079" y="14006"/>
                  </a:lnTo>
                  <a:lnTo>
                    <a:pt x="1917" y="13118"/>
                  </a:lnTo>
                  <a:lnTo>
                    <a:pt x="1715" y="12230"/>
                  </a:lnTo>
                  <a:lnTo>
                    <a:pt x="1493" y="11342"/>
                  </a:lnTo>
                  <a:lnTo>
                    <a:pt x="1271" y="10575"/>
                  </a:lnTo>
                  <a:lnTo>
                    <a:pt x="1029" y="9828"/>
                  </a:lnTo>
                  <a:lnTo>
                    <a:pt x="767" y="8940"/>
                  </a:lnTo>
                  <a:lnTo>
                    <a:pt x="505" y="8032"/>
                  </a:lnTo>
                  <a:lnTo>
                    <a:pt x="404" y="7588"/>
                  </a:lnTo>
                  <a:lnTo>
                    <a:pt x="303" y="7124"/>
                  </a:lnTo>
                  <a:lnTo>
                    <a:pt x="202" y="6660"/>
                  </a:lnTo>
                  <a:lnTo>
                    <a:pt x="141" y="6196"/>
                  </a:lnTo>
                  <a:lnTo>
                    <a:pt x="101" y="5853"/>
                  </a:lnTo>
                  <a:lnTo>
                    <a:pt x="81" y="5469"/>
                  </a:lnTo>
                  <a:lnTo>
                    <a:pt x="81" y="5086"/>
                  </a:lnTo>
                  <a:lnTo>
                    <a:pt x="101" y="4682"/>
                  </a:lnTo>
                  <a:lnTo>
                    <a:pt x="121" y="4279"/>
                  </a:lnTo>
                  <a:lnTo>
                    <a:pt x="162" y="3855"/>
                  </a:lnTo>
                  <a:lnTo>
                    <a:pt x="242" y="3451"/>
                  </a:lnTo>
                  <a:lnTo>
                    <a:pt x="323" y="3048"/>
                  </a:lnTo>
                  <a:lnTo>
                    <a:pt x="424" y="2664"/>
                  </a:lnTo>
                  <a:lnTo>
                    <a:pt x="565" y="2301"/>
                  </a:lnTo>
                  <a:lnTo>
                    <a:pt x="727" y="1958"/>
                  </a:lnTo>
                  <a:lnTo>
                    <a:pt x="928" y="1655"/>
                  </a:lnTo>
                  <a:lnTo>
                    <a:pt x="1130" y="1373"/>
                  </a:lnTo>
                  <a:lnTo>
                    <a:pt x="1251" y="1252"/>
                  </a:lnTo>
                  <a:lnTo>
                    <a:pt x="1393" y="1151"/>
                  </a:lnTo>
                  <a:lnTo>
                    <a:pt x="1514" y="1050"/>
                  </a:lnTo>
                  <a:lnTo>
                    <a:pt x="1655" y="949"/>
                  </a:lnTo>
                  <a:lnTo>
                    <a:pt x="1816" y="888"/>
                  </a:lnTo>
                  <a:lnTo>
                    <a:pt x="1978" y="828"/>
                  </a:lnTo>
                  <a:lnTo>
                    <a:pt x="2280" y="727"/>
                  </a:lnTo>
                  <a:lnTo>
                    <a:pt x="2603" y="666"/>
                  </a:lnTo>
                  <a:lnTo>
                    <a:pt x="2946" y="606"/>
                  </a:lnTo>
                  <a:lnTo>
                    <a:pt x="3289" y="566"/>
                  </a:lnTo>
                  <a:lnTo>
                    <a:pt x="3996" y="525"/>
                  </a:lnTo>
                  <a:lnTo>
                    <a:pt x="4702" y="505"/>
                  </a:lnTo>
                  <a:lnTo>
                    <a:pt x="5287" y="485"/>
                  </a:lnTo>
                  <a:lnTo>
                    <a:pt x="5852" y="445"/>
                  </a:lnTo>
                  <a:lnTo>
                    <a:pt x="8012" y="303"/>
                  </a:lnTo>
                  <a:lnTo>
                    <a:pt x="10009" y="182"/>
                  </a:lnTo>
                  <a:lnTo>
                    <a:pt x="11200" y="142"/>
                  </a:lnTo>
                  <a:lnTo>
                    <a:pt x="12391" y="101"/>
                  </a:lnTo>
                  <a:lnTo>
                    <a:pt x="13521" y="81"/>
                  </a:lnTo>
                  <a:lnTo>
                    <a:pt x="14651" y="81"/>
                  </a:lnTo>
                  <a:lnTo>
                    <a:pt x="15741" y="101"/>
                  </a:lnTo>
                  <a:lnTo>
                    <a:pt x="16790" y="122"/>
                  </a:lnTo>
                  <a:lnTo>
                    <a:pt x="17839" y="182"/>
                  </a:lnTo>
                  <a:lnTo>
                    <a:pt x="18868" y="243"/>
                  </a:lnTo>
                  <a:lnTo>
                    <a:pt x="19857" y="323"/>
                  </a:lnTo>
                  <a:lnTo>
                    <a:pt x="20826" y="404"/>
                  </a:lnTo>
                  <a:lnTo>
                    <a:pt x="21795" y="525"/>
                  </a:lnTo>
                  <a:lnTo>
                    <a:pt x="22723" y="666"/>
                  </a:lnTo>
                  <a:lnTo>
                    <a:pt x="23651" y="808"/>
                  </a:lnTo>
                  <a:lnTo>
                    <a:pt x="24559" y="969"/>
                  </a:lnTo>
                  <a:lnTo>
                    <a:pt x="25447" y="1151"/>
                  </a:lnTo>
                  <a:lnTo>
                    <a:pt x="26335" y="1353"/>
                  </a:lnTo>
                  <a:lnTo>
                    <a:pt x="27082" y="1534"/>
                  </a:lnTo>
                  <a:lnTo>
                    <a:pt x="27828" y="1756"/>
                  </a:lnTo>
                  <a:lnTo>
                    <a:pt x="28575" y="2019"/>
                  </a:lnTo>
                  <a:lnTo>
                    <a:pt x="28958" y="2160"/>
                  </a:lnTo>
                  <a:lnTo>
                    <a:pt x="29322" y="2321"/>
                  </a:lnTo>
                  <a:lnTo>
                    <a:pt x="29665" y="2503"/>
                  </a:lnTo>
                  <a:lnTo>
                    <a:pt x="30028" y="2684"/>
                  </a:lnTo>
                  <a:lnTo>
                    <a:pt x="30371" y="2886"/>
                  </a:lnTo>
                  <a:lnTo>
                    <a:pt x="30694" y="3108"/>
                  </a:lnTo>
                  <a:lnTo>
                    <a:pt x="30997" y="3350"/>
                  </a:lnTo>
                  <a:lnTo>
                    <a:pt x="31299" y="3613"/>
                  </a:lnTo>
                  <a:lnTo>
                    <a:pt x="31582" y="3895"/>
                  </a:lnTo>
                  <a:lnTo>
                    <a:pt x="31844" y="4198"/>
                  </a:lnTo>
                  <a:lnTo>
                    <a:pt x="32086" y="4521"/>
                  </a:lnTo>
                  <a:lnTo>
                    <a:pt x="32288" y="4844"/>
                  </a:lnTo>
                  <a:lnTo>
                    <a:pt x="32470" y="5167"/>
                  </a:lnTo>
                  <a:lnTo>
                    <a:pt x="32631" y="5490"/>
                  </a:lnTo>
                  <a:lnTo>
                    <a:pt x="32772" y="5833"/>
                  </a:lnTo>
                  <a:lnTo>
                    <a:pt x="32894" y="6176"/>
                  </a:lnTo>
                  <a:lnTo>
                    <a:pt x="33015" y="6519"/>
                  </a:lnTo>
                  <a:lnTo>
                    <a:pt x="33095" y="6862"/>
                  </a:lnTo>
                  <a:lnTo>
                    <a:pt x="33156" y="7205"/>
                  </a:lnTo>
                  <a:lnTo>
                    <a:pt x="33216" y="7548"/>
                  </a:lnTo>
                  <a:lnTo>
                    <a:pt x="33277" y="8214"/>
                  </a:lnTo>
                  <a:lnTo>
                    <a:pt x="33317" y="8860"/>
                  </a:lnTo>
                  <a:lnTo>
                    <a:pt x="33297" y="9445"/>
                  </a:lnTo>
                  <a:lnTo>
                    <a:pt x="33277" y="9949"/>
                  </a:lnTo>
                  <a:lnTo>
                    <a:pt x="33216" y="10454"/>
                  </a:lnTo>
                  <a:lnTo>
                    <a:pt x="33156" y="10938"/>
                  </a:lnTo>
                  <a:lnTo>
                    <a:pt x="33095" y="11443"/>
                  </a:lnTo>
                  <a:lnTo>
                    <a:pt x="32914" y="12431"/>
                  </a:lnTo>
                  <a:lnTo>
                    <a:pt x="32732" y="13420"/>
                  </a:lnTo>
                  <a:lnTo>
                    <a:pt x="32450" y="14954"/>
                  </a:lnTo>
                  <a:lnTo>
                    <a:pt x="32288" y="15923"/>
                  </a:lnTo>
                  <a:lnTo>
                    <a:pt x="32167" y="16710"/>
                  </a:lnTo>
                  <a:lnTo>
                    <a:pt x="32026" y="17497"/>
                  </a:lnTo>
                  <a:lnTo>
                    <a:pt x="31844" y="18284"/>
                  </a:lnTo>
                  <a:lnTo>
                    <a:pt x="31743" y="18667"/>
                  </a:lnTo>
                  <a:lnTo>
                    <a:pt x="31622" y="19051"/>
                  </a:lnTo>
                  <a:lnTo>
                    <a:pt x="31481" y="19454"/>
                  </a:lnTo>
                  <a:lnTo>
                    <a:pt x="31319" y="19898"/>
                  </a:lnTo>
                  <a:lnTo>
                    <a:pt x="31098" y="20342"/>
                  </a:lnTo>
                  <a:lnTo>
                    <a:pt x="30835" y="20806"/>
                  </a:lnTo>
                  <a:lnTo>
                    <a:pt x="30553" y="21250"/>
                  </a:lnTo>
                  <a:lnTo>
                    <a:pt x="30371" y="21472"/>
                  </a:lnTo>
                  <a:lnTo>
                    <a:pt x="30210" y="21674"/>
                  </a:lnTo>
                  <a:lnTo>
                    <a:pt x="30008" y="21876"/>
                  </a:lnTo>
                  <a:lnTo>
                    <a:pt x="29806" y="22078"/>
                  </a:lnTo>
                  <a:lnTo>
                    <a:pt x="29584" y="22259"/>
                  </a:lnTo>
                  <a:lnTo>
                    <a:pt x="29362" y="22441"/>
                  </a:lnTo>
                  <a:lnTo>
                    <a:pt x="29402" y="22501"/>
                  </a:lnTo>
                  <a:lnTo>
                    <a:pt x="29766" y="22219"/>
                  </a:lnTo>
                  <a:lnTo>
                    <a:pt x="30129" y="21876"/>
                  </a:lnTo>
                  <a:lnTo>
                    <a:pt x="30452" y="21513"/>
                  </a:lnTo>
                  <a:lnTo>
                    <a:pt x="30754" y="21089"/>
                  </a:lnTo>
                  <a:lnTo>
                    <a:pt x="31037" y="20645"/>
                  </a:lnTo>
                  <a:lnTo>
                    <a:pt x="31279" y="20160"/>
                  </a:lnTo>
                  <a:lnTo>
                    <a:pt x="31501" y="19636"/>
                  </a:lnTo>
                  <a:lnTo>
                    <a:pt x="31703" y="19071"/>
                  </a:lnTo>
                  <a:lnTo>
                    <a:pt x="31824" y="18687"/>
                  </a:lnTo>
                  <a:lnTo>
                    <a:pt x="31925" y="18304"/>
                  </a:lnTo>
                  <a:lnTo>
                    <a:pt x="32086" y="17517"/>
                  </a:lnTo>
                  <a:lnTo>
                    <a:pt x="32248" y="16730"/>
                  </a:lnTo>
                  <a:lnTo>
                    <a:pt x="32369" y="15943"/>
                  </a:lnTo>
                  <a:lnTo>
                    <a:pt x="32530" y="14954"/>
                  </a:lnTo>
                  <a:lnTo>
                    <a:pt x="32813" y="13440"/>
                  </a:lnTo>
                  <a:lnTo>
                    <a:pt x="32994" y="12452"/>
                  </a:lnTo>
                  <a:lnTo>
                    <a:pt x="33176" y="11463"/>
                  </a:lnTo>
                  <a:lnTo>
                    <a:pt x="33237" y="10958"/>
                  </a:lnTo>
                  <a:lnTo>
                    <a:pt x="33297" y="10454"/>
                  </a:lnTo>
                  <a:lnTo>
                    <a:pt x="33358" y="9949"/>
                  </a:lnTo>
                  <a:lnTo>
                    <a:pt x="33378" y="9445"/>
                  </a:lnTo>
                  <a:lnTo>
                    <a:pt x="33398" y="8860"/>
                  </a:lnTo>
                  <a:lnTo>
                    <a:pt x="33358" y="8214"/>
                  </a:lnTo>
                  <a:lnTo>
                    <a:pt x="33337" y="7871"/>
                  </a:lnTo>
                  <a:lnTo>
                    <a:pt x="33297" y="7548"/>
                  </a:lnTo>
                  <a:lnTo>
                    <a:pt x="33237" y="7205"/>
                  </a:lnTo>
                  <a:lnTo>
                    <a:pt x="33176" y="6842"/>
                  </a:lnTo>
                  <a:lnTo>
                    <a:pt x="33075" y="6499"/>
                  </a:lnTo>
                  <a:lnTo>
                    <a:pt x="32974" y="6155"/>
                  </a:lnTo>
                  <a:lnTo>
                    <a:pt x="32853" y="5812"/>
                  </a:lnTo>
                  <a:lnTo>
                    <a:pt x="32712" y="5469"/>
                  </a:lnTo>
                  <a:lnTo>
                    <a:pt x="32550" y="5126"/>
                  </a:lnTo>
                  <a:lnTo>
                    <a:pt x="32369" y="4783"/>
                  </a:lnTo>
                  <a:lnTo>
                    <a:pt x="32147" y="4460"/>
                  </a:lnTo>
                  <a:lnTo>
                    <a:pt x="31925" y="4158"/>
                  </a:lnTo>
                  <a:lnTo>
                    <a:pt x="31642" y="3855"/>
                  </a:lnTo>
                  <a:lnTo>
                    <a:pt x="31360" y="3552"/>
                  </a:lnTo>
                  <a:lnTo>
                    <a:pt x="31057" y="3290"/>
                  </a:lnTo>
                  <a:lnTo>
                    <a:pt x="30734" y="3048"/>
                  </a:lnTo>
                  <a:lnTo>
                    <a:pt x="30411" y="2826"/>
                  </a:lnTo>
                  <a:lnTo>
                    <a:pt x="30068" y="2624"/>
                  </a:lnTo>
                  <a:lnTo>
                    <a:pt x="29725" y="2422"/>
                  </a:lnTo>
                  <a:lnTo>
                    <a:pt x="29362" y="2241"/>
                  </a:lnTo>
                  <a:lnTo>
                    <a:pt x="28979" y="2079"/>
                  </a:lnTo>
                  <a:lnTo>
                    <a:pt x="28615" y="1938"/>
                  </a:lnTo>
                  <a:lnTo>
                    <a:pt x="27849" y="1675"/>
                  </a:lnTo>
                  <a:lnTo>
                    <a:pt x="27102" y="1454"/>
                  </a:lnTo>
                  <a:lnTo>
                    <a:pt x="26355" y="1272"/>
                  </a:lnTo>
                  <a:lnTo>
                    <a:pt x="25467" y="1070"/>
                  </a:lnTo>
                  <a:lnTo>
                    <a:pt x="24579" y="888"/>
                  </a:lnTo>
                  <a:lnTo>
                    <a:pt x="23671" y="727"/>
                  </a:lnTo>
                  <a:lnTo>
                    <a:pt x="22743" y="586"/>
                  </a:lnTo>
                  <a:lnTo>
                    <a:pt x="21795" y="445"/>
                  </a:lnTo>
                  <a:lnTo>
                    <a:pt x="20846" y="344"/>
                  </a:lnTo>
                  <a:lnTo>
                    <a:pt x="19857" y="243"/>
                  </a:lnTo>
                  <a:lnTo>
                    <a:pt x="18868" y="162"/>
                  </a:lnTo>
                  <a:lnTo>
                    <a:pt x="17839" y="101"/>
                  </a:lnTo>
                  <a:lnTo>
                    <a:pt x="16810" y="41"/>
                  </a:lnTo>
                  <a:lnTo>
                    <a:pt x="15741" y="21"/>
                  </a:lnTo>
                  <a:lnTo>
                    <a:pt x="146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2"/>
            <p:cNvSpPr/>
            <p:nvPr/>
          </p:nvSpPr>
          <p:spPr>
            <a:xfrm flipH="1">
              <a:off x="-3224708" y="-4984335"/>
              <a:ext cx="1754433" cy="1582965"/>
            </a:xfrm>
            <a:custGeom>
              <a:rect b="b" l="l" r="r" t="t"/>
              <a:pathLst>
                <a:path extrusionOk="0" h="28314" w="31381">
                  <a:moveTo>
                    <a:pt x="3310" y="0"/>
                  </a:moveTo>
                  <a:lnTo>
                    <a:pt x="1938" y="121"/>
                  </a:lnTo>
                  <a:lnTo>
                    <a:pt x="1554" y="162"/>
                  </a:lnTo>
                  <a:lnTo>
                    <a:pt x="1231" y="222"/>
                  </a:lnTo>
                  <a:lnTo>
                    <a:pt x="989" y="303"/>
                  </a:lnTo>
                  <a:lnTo>
                    <a:pt x="868" y="343"/>
                  </a:lnTo>
                  <a:lnTo>
                    <a:pt x="787" y="404"/>
                  </a:lnTo>
                  <a:lnTo>
                    <a:pt x="687" y="485"/>
                  </a:lnTo>
                  <a:lnTo>
                    <a:pt x="626" y="565"/>
                  </a:lnTo>
                  <a:lnTo>
                    <a:pt x="545" y="666"/>
                  </a:lnTo>
                  <a:lnTo>
                    <a:pt x="485" y="787"/>
                  </a:lnTo>
                  <a:lnTo>
                    <a:pt x="384" y="1070"/>
                  </a:lnTo>
                  <a:lnTo>
                    <a:pt x="283" y="1453"/>
                  </a:lnTo>
                  <a:lnTo>
                    <a:pt x="162" y="2180"/>
                  </a:lnTo>
                  <a:lnTo>
                    <a:pt x="61" y="2926"/>
                  </a:lnTo>
                  <a:lnTo>
                    <a:pt x="21" y="3693"/>
                  </a:lnTo>
                  <a:lnTo>
                    <a:pt x="0" y="4501"/>
                  </a:lnTo>
                  <a:lnTo>
                    <a:pt x="21" y="5247"/>
                  </a:lnTo>
                  <a:lnTo>
                    <a:pt x="61" y="5974"/>
                  </a:lnTo>
                  <a:lnTo>
                    <a:pt x="122" y="6700"/>
                  </a:lnTo>
                  <a:lnTo>
                    <a:pt x="202" y="7447"/>
                  </a:lnTo>
                  <a:lnTo>
                    <a:pt x="303" y="8193"/>
                  </a:lnTo>
                  <a:lnTo>
                    <a:pt x="424" y="8940"/>
                  </a:lnTo>
                  <a:lnTo>
                    <a:pt x="666" y="10514"/>
                  </a:lnTo>
                  <a:lnTo>
                    <a:pt x="909" y="11826"/>
                  </a:lnTo>
                  <a:lnTo>
                    <a:pt x="1534" y="15559"/>
                  </a:lnTo>
                  <a:lnTo>
                    <a:pt x="1837" y="17436"/>
                  </a:lnTo>
                  <a:lnTo>
                    <a:pt x="2099" y="19333"/>
                  </a:lnTo>
                  <a:lnTo>
                    <a:pt x="2341" y="21230"/>
                  </a:lnTo>
                  <a:lnTo>
                    <a:pt x="2442" y="22198"/>
                  </a:lnTo>
                  <a:lnTo>
                    <a:pt x="2543" y="23147"/>
                  </a:lnTo>
                  <a:lnTo>
                    <a:pt x="2604" y="24095"/>
                  </a:lnTo>
                  <a:lnTo>
                    <a:pt x="2684" y="25044"/>
                  </a:lnTo>
                  <a:lnTo>
                    <a:pt x="2725" y="26013"/>
                  </a:lnTo>
                  <a:lnTo>
                    <a:pt x="2745" y="26961"/>
                  </a:lnTo>
                  <a:lnTo>
                    <a:pt x="2765" y="27143"/>
                  </a:lnTo>
                  <a:lnTo>
                    <a:pt x="2785" y="27304"/>
                  </a:lnTo>
                  <a:lnTo>
                    <a:pt x="2826" y="27486"/>
                  </a:lnTo>
                  <a:lnTo>
                    <a:pt x="2866" y="27667"/>
                  </a:lnTo>
                  <a:lnTo>
                    <a:pt x="2927" y="27829"/>
                  </a:lnTo>
                  <a:lnTo>
                    <a:pt x="3007" y="27970"/>
                  </a:lnTo>
                  <a:lnTo>
                    <a:pt x="3108" y="28091"/>
                  </a:lnTo>
                  <a:lnTo>
                    <a:pt x="3209" y="28192"/>
                  </a:lnTo>
                  <a:lnTo>
                    <a:pt x="3290" y="28253"/>
                  </a:lnTo>
                  <a:lnTo>
                    <a:pt x="3371" y="28273"/>
                  </a:lnTo>
                  <a:lnTo>
                    <a:pt x="3451" y="28313"/>
                  </a:lnTo>
                  <a:lnTo>
                    <a:pt x="3532" y="28313"/>
                  </a:lnTo>
                  <a:lnTo>
                    <a:pt x="3673" y="28293"/>
                  </a:lnTo>
                  <a:lnTo>
                    <a:pt x="3754" y="28273"/>
                  </a:lnTo>
                  <a:lnTo>
                    <a:pt x="3835" y="28232"/>
                  </a:lnTo>
                  <a:lnTo>
                    <a:pt x="3956" y="28131"/>
                  </a:lnTo>
                  <a:lnTo>
                    <a:pt x="4077" y="28031"/>
                  </a:lnTo>
                  <a:lnTo>
                    <a:pt x="4178" y="27909"/>
                  </a:lnTo>
                  <a:lnTo>
                    <a:pt x="4380" y="27667"/>
                  </a:lnTo>
                  <a:lnTo>
                    <a:pt x="5126" y="26820"/>
                  </a:lnTo>
                  <a:lnTo>
                    <a:pt x="5510" y="26396"/>
                  </a:lnTo>
                  <a:lnTo>
                    <a:pt x="5893" y="25992"/>
                  </a:lnTo>
                  <a:lnTo>
                    <a:pt x="6297" y="25589"/>
                  </a:lnTo>
                  <a:lnTo>
                    <a:pt x="6700" y="25205"/>
                  </a:lnTo>
                  <a:lnTo>
                    <a:pt x="7124" y="24842"/>
                  </a:lnTo>
                  <a:lnTo>
                    <a:pt x="7588" y="24499"/>
                  </a:lnTo>
                  <a:lnTo>
                    <a:pt x="8012" y="24196"/>
                  </a:lnTo>
                  <a:lnTo>
                    <a:pt x="8476" y="23914"/>
                  </a:lnTo>
                  <a:lnTo>
                    <a:pt x="8940" y="23651"/>
                  </a:lnTo>
                  <a:lnTo>
                    <a:pt x="9445" y="23409"/>
                  </a:lnTo>
                  <a:lnTo>
                    <a:pt x="9949" y="23187"/>
                  </a:lnTo>
                  <a:lnTo>
                    <a:pt x="10474" y="22985"/>
                  </a:lnTo>
                  <a:lnTo>
                    <a:pt x="11039" y="22804"/>
                  </a:lnTo>
                  <a:lnTo>
                    <a:pt x="11604" y="22642"/>
                  </a:lnTo>
                  <a:lnTo>
                    <a:pt x="12209" y="22501"/>
                  </a:lnTo>
                  <a:lnTo>
                    <a:pt x="12815" y="22380"/>
                  </a:lnTo>
                  <a:lnTo>
                    <a:pt x="13440" y="22279"/>
                  </a:lnTo>
                  <a:lnTo>
                    <a:pt x="14086" y="22219"/>
                  </a:lnTo>
                  <a:lnTo>
                    <a:pt x="14752" y="22158"/>
                  </a:lnTo>
                  <a:lnTo>
                    <a:pt x="15438" y="22118"/>
                  </a:lnTo>
                  <a:lnTo>
                    <a:pt x="16144" y="22098"/>
                  </a:lnTo>
                  <a:lnTo>
                    <a:pt x="16871" y="22098"/>
                  </a:lnTo>
                  <a:lnTo>
                    <a:pt x="18082" y="22138"/>
                  </a:lnTo>
                  <a:lnTo>
                    <a:pt x="19293" y="22219"/>
                  </a:lnTo>
                  <a:lnTo>
                    <a:pt x="20503" y="22320"/>
                  </a:lnTo>
                  <a:lnTo>
                    <a:pt x="21694" y="22441"/>
                  </a:lnTo>
                  <a:lnTo>
                    <a:pt x="22905" y="22562"/>
                  </a:lnTo>
                  <a:lnTo>
                    <a:pt x="24156" y="22663"/>
                  </a:lnTo>
                  <a:lnTo>
                    <a:pt x="25387" y="22743"/>
                  </a:lnTo>
                  <a:lnTo>
                    <a:pt x="26638" y="22784"/>
                  </a:lnTo>
                  <a:lnTo>
                    <a:pt x="27788" y="22784"/>
                  </a:lnTo>
                  <a:lnTo>
                    <a:pt x="28414" y="22723"/>
                  </a:lnTo>
                  <a:lnTo>
                    <a:pt x="29019" y="22642"/>
                  </a:lnTo>
                  <a:lnTo>
                    <a:pt x="29342" y="22582"/>
                  </a:lnTo>
                  <a:lnTo>
                    <a:pt x="29645" y="22501"/>
                  </a:lnTo>
                  <a:lnTo>
                    <a:pt x="29948" y="22420"/>
                  </a:lnTo>
                  <a:lnTo>
                    <a:pt x="30250" y="22320"/>
                  </a:lnTo>
                  <a:lnTo>
                    <a:pt x="30533" y="22198"/>
                  </a:lnTo>
                  <a:lnTo>
                    <a:pt x="30836" y="22057"/>
                  </a:lnTo>
                  <a:lnTo>
                    <a:pt x="31118" y="21896"/>
                  </a:lnTo>
                  <a:lnTo>
                    <a:pt x="31380" y="21734"/>
                  </a:lnTo>
                  <a:lnTo>
                    <a:pt x="31340" y="21674"/>
                  </a:lnTo>
                  <a:lnTo>
                    <a:pt x="31037" y="21855"/>
                  </a:lnTo>
                  <a:lnTo>
                    <a:pt x="30674" y="22057"/>
                  </a:lnTo>
                  <a:lnTo>
                    <a:pt x="30250" y="22239"/>
                  </a:lnTo>
                  <a:lnTo>
                    <a:pt x="30008" y="22320"/>
                  </a:lnTo>
                  <a:lnTo>
                    <a:pt x="29746" y="22400"/>
                  </a:lnTo>
                  <a:lnTo>
                    <a:pt x="29463" y="22461"/>
                  </a:lnTo>
                  <a:lnTo>
                    <a:pt x="29140" y="22542"/>
                  </a:lnTo>
                  <a:lnTo>
                    <a:pt x="28797" y="22582"/>
                  </a:lnTo>
                  <a:lnTo>
                    <a:pt x="28434" y="22642"/>
                  </a:lnTo>
                  <a:lnTo>
                    <a:pt x="28031" y="22683"/>
                  </a:lnTo>
                  <a:lnTo>
                    <a:pt x="27607" y="22703"/>
                  </a:lnTo>
                  <a:lnTo>
                    <a:pt x="26638" y="22703"/>
                  </a:lnTo>
                  <a:lnTo>
                    <a:pt x="25387" y="22663"/>
                  </a:lnTo>
                  <a:lnTo>
                    <a:pt x="24156" y="22582"/>
                  </a:lnTo>
                  <a:lnTo>
                    <a:pt x="22925" y="22481"/>
                  </a:lnTo>
                  <a:lnTo>
                    <a:pt x="21694" y="22360"/>
                  </a:lnTo>
                  <a:lnTo>
                    <a:pt x="20503" y="22259"/>
                  </a:lnTo>
                  <a:lnTo>
                    <a:pt x="19293" y="22138"/>
                  </a:lnTo>
                  <a:lnTo>
                    <a:pt x="18082" y="22057"/>
                  </a:lnTo>
                  <a:lnTo>
                    <a:pt x="16871" y="22017"/>
                  </a:lnTo>
                  <a:lnTo>
                    <a:pt x="16144" y="22017"/>
                  </a:lnTo>
                  <a:lnTo>
                    <a:pt x="15438" y="22037"/>
                  </a:lnTo>
                  <a:lnTo>
                    <a:pt x="14752" y="22077"/>
                  </a:lnTo>
                  <a:lnTo>
                    <a:pt x="14086" y="22138"/>
                  </a:lnTo>
                  <a:lnTo>
                    <a:pt x="13420" y="22219"/>
                  </a:lnTo>
                  <a:lnTo>
                    <a:pt x="12795" y="22299"/>
                  </a:lnTo>
                  <a:lnTo>
                    <a:pt x="12189" y="22420"/>
                  </a:lnTo>
                  <a:lnTo>
                    <a:pt x="11584" y="22562"/>
                  </a:lnTo>
                  <a:lnTo>
                    <a:pt x="11019" y="22723"/>
                  </a:lnTo>
                  <a:lnTo>
                    <a:pt x="10454" y="22905"/>
                  </a:lnTo>
                  <a:lnTo>
                    <a:pt x="9909" y="23107"/>
                  </a:lnTo>
                  <a:lnTo>
                    <a:pt x="9404" y="23329"/>
                  </a:lnTo>
                  <a:lnTo>
                    <a:pt x="8900" y="23571"/>
                  </a:lnTo>
                  <a:lnTo>
                    <a:pt x="8416" y="23833"/>
                  </a:lnTo>
                  <a:lnTo>
                    <a:pt x="7972" y="24116"/>
                  </a:lnTo>
                  <a:lnTo>
                    <a:pt x="7528" y="24418"/>
                  </a:lnTo>
                  <a:lnTo>
                    <a:pt x="7084" y="24782"/>
                  </a:lnTo>
                  <a:lnTo>
                    <a:pt x="6660" y="25145"/>
                  </a:lnTo>
                  <a:lnTo>
                    <a:pt x="6236" y="25528"/>
                  </a:lnTo>
                  <a:lnTo>
                    <a:pt x="5832" y="25932"/>
                  </a:lnTo>
                  <a:lnTo>
                    <a:pt x="5449" y="26356"/>
                  </a:lnTo>
                  <a:lnTo>
                    <a:pt x="5066" y="26759"/>
                  </a:lnTo>
                  <a:lnTo>
                    <a:pt x="4319" y="27607"/>
                  </a:lnTo>
                  <a:lnTo>
                    <a:pt x="4117" y="27869"/>
                  </a:lnTo>
                  <a:lnTo>
                    <a:pt x="3996" y="27990"/>
                  </a:lnTo>
                  <a:lnTo>
                    <a:pt x="3895" y="28091"/>
                  </a:lnTo>
                  <a:lnTo>
                    <a:pt x="3774" y="28172"/>
                  </a:lnTo>
                  <a:lnTo>
                    <a:pt x="3653" y="28212"/>
                  </a:lnTo>
                  <a:lnTo>
                    <a:pt x="3552" y="28232"/>
                  </a:lnTo>
                  <a:lnTo>
                    <a:pt x="3451" y="28212"/>
                  </a:lnTo>
                  <a:lnTo>
                    <a:pt x="3350" y="28192"/>
                  </a:lnTo>
                  <a:lnTo>
                    <a:pt x="3270" y="28131"/>
                  </a:lnTo>
                  <a:lnTo>
                    <a:pt x="3169" y="28031"/>
                  </a:lnTo>
                  <a:lnTo>
                    <a:pt x="3068" y="27909"/>
                  </a:lnTo>
                  <a:lnTo>
                    <a:pt x="3007" y="27768"/>
                  </a:lnTo>
                  <a:lnTo>
                    <a:pt x="2947" y="27627"/>
                  </a:lnTo>
                  <a:lnTo>
                    <a:pt x="2906" y="27465"/>
                  </a:lnTo>
                  <a:lnTo>
                    <a:pt x="2866" y="27284"/>
                  </a:lnTo>
                  <a:lnTo>
                    <a:pt x="2826" y="26961"/>
                  </a:lnTo>
                  <a:lnTo>
                    <a:pt x="2805" y="26013"/>
                  </a:lnTo>
                  <a:lnTo>
                    <a:pt x="2765" y="25044"/>
                  </a:lnTo>
                  <a:lnTo>
                    <a:pt x="2684" y="24095"/>
                  </a:lnTo>
                  <a:lnTo>
                    <a:pt x="2624" y="23147"/>
                  </a:lnTo>
                  <a:lnTo>
                    <a:pt x="2523" y="22178"/>
                  </a:lnTo>
                  <a:lnTo>
                    <a:pt x="2422" y="21230"/>
                  </a:lnTo>
                  <a:lnTo>
                    <a:pt x="2180" y="19333"/>
                  </a:lnTo>
                  <a:lnTo>
                    <a:pt x="1918" y="17436"/>
                  </a:lnTo>
                  <a:lnTo>
                    <a:pt x="1615" y="15539"/>
                  </a:lnTo>
                  <a:lnTo>
                    <a:pt x="989" y="11806"/>
                  </a:lnTo>
                  <a:lnTo>
                    <a:pt x="747" y="10494"/>
                  </a:lnTo>
                  <a:lnTo>
                    <a:pt x="505" y="8940"/>
                  </a:lnTo>
                  <a:lnTo>
                    <a:pt x="384" y="8173"/>
                  </a:lnTo>
                  <a:lnTo>
                    <a:pt x="283" y="7447"/>
                  </a:lnTo>
                  <a:lnTo>
                    <a:pt x="202" y="6700"/>
                  </a:lnTo>
                  <a:lnTo>
                    <a:pt x="142" y="5974"/>
                  </a:lnTo>
                  <a:lnTo>
                    <a:pt x="101" y="5247"/>
                  </a:lnTo>
                  <a:lnTo>
                    <a:pt x="81" y="4501"/>
                  </a:lnTo>
                  <a:lnTo>
                    <a:pt x="101" y="3693"/>
                  </a:lnTo>
                  <a:lnTo>
                    <a:pt x="142" y="2926"/>
                  </a:lnTo>
                  <a:lnTo>
                    <a:pt x="243" y="2180"/>
                  </a:lnTo>
                  <a:lnTo>
                    <a:pt x="364" y="1474"/>
                  </a:lnTo>
                  <a:lnTo>
                    <a:pt x="444" y="1110"/>
                  </a:lnTo>
                  <a:lnTo>
                    <a:pt x="545" y="828"/>
                  </a:lnTo>
                  <a:lnTo>
                    <a:pt x="606" y="707"/>
                  </a:lnTo>
                  <a:lnTo>
                    <a:pt x="666" y="626"/>
                  </a:lnTo>
                  <a:lnTo>
                    <a:pt x="747" y="545"/>
                  </a:lnTo>
                  <a:lnTo>
                    <a:pt x="828" y="465"/>
                  </a:lnTo>
                  <a:lnTo>
                    <a:pt x="909" y="404"/>
                  </a:lnTo>
                  <a:lnTo>
                    <a:pt x="1009" y="364"/>
                  </a:lnTo>
                  <a:lnTo>
                    <a:pt x="1252" y="303"/>
                  </a:lnTo>
                  <a:lnTo>
                    <a:pt x="1574" y="243"/>
                  </a:lnTo>
                  <a:lnTo>
                    <a:pt x="1958" y="202"/>
                  </a:lnTo>
                  <a:lnTo>
                    <a:pt x="3310" y="81"/>
                  </a:lnTo>
                  <a:lnTo>
                    <a:pt x="33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2"/>
            <p:cNvSpPr/>
            <p:nvPr/>
          </p:nvSpPr>
          <p:spPr>
            <a:xfrm flipH="1">
              <a:off x="-3298053" y="-5040745"/>
              <a:ext cx="1571672" cy="1149682"/>
            </a:xfrm>
            <a:custGeom>
              <a:rect b="b" l="l" r="r" t="t"/>
              <a:pathLst>
                <a:path extrusionOk="0" h="20564" w="28112">
                  <a:moveTo>
                    <a:pt x="7083" y="81"/>
                  </a:moveTo>
                  <a:lnTo>
                    <a:pt x="8436" y="142"/>
                  </a:lnTo>
                  <a:lnTo>
                    <a:pt x="9767" y="202"/>
                  </a:lnTo>
                  <a:lnTo>
                    <a:pt x="12956" y="384"/>
                  </a:lnTo>
                  <a:lnTo>
                    <a:pt x="14550" y="485"/>
                  </a:lnTo>
                  <a:lnTo>
                    <a:pt x="16165" y="586"/>
                  </a:lnTo>
                  <a:lnTo>
                    <a:pt x="17779" y="727"/>
                  </a:lnTo>
                  <a:lnTo>
                    <a:pt x="19393" y="868"/>
                  </a:lnTo>
                  <a:lnTo>
                    <a:pt x="21008" y="1030"/>
                  </a:lnTo>
                  <a:lnTo>
                    <a:pt x="22602" y="1211"/>
                  </a:lnTo>
                  <a:lnTo>
                    <a:pt x="23248" y="1312"/>
                  </a:lnTo>
                  <a:lnTo>
                    <a:pt x="23873" y="1433"/>
                  </a:lnTo>
                  <a:lnTo>
                    <a:pt x="24499" y="1574"/>
                  </a:lnTo>
                  <a:lnTo>
                    <a:pt x="24781" y="1675"/>
                  </a:lnTo>
                  <a:lnTo>
                    <a:pt x="25084" y="1776"/>
                  </a:lnTo>
                  <a:lnTo>
                    <a:pt x="25346" y="1877"/>
                  </a:lnTo>
                  <a:lnTo>
                    <a:pt x="25629" y="2018"/>
                  </a:lnTo>
                  <a:lnTo>
                    <a:pt x="25871" y="2160"/>
                  </a:lnTo>
                  <a:lnTo>
                    <a:pt x="26113" y="2301"/>
                  </a:lnTo>
                  <a:lnTo>
                    <a:pt x="26355" y="2483"/>
                  </a:lnTo>
                  <a:lnTo>
                    <a:pt x="26557" y="2684"/>
                  </a:lnTo>
                  <a:lnTo>
                    <a:pt x="26759" y="2886"/>
                  </a:lnTo>
                  <a:lnTo>
                    <a:pt x="26941" y="3128"/>
                  </a:lnTo>
                  <a:lnTo>
                    <a:pt x="27082" y="3370"/>
                  </a:lnTo>
                  <a:lnTo>
                    <a:pt x="27203" y="3613"/>
                  </a:lnTo>
                  <a:lnTo>
                    <a:pt x="27304" y="3855"/>
                  </a:lnTo>
                  <a:lnTo>
                    <a:pt x="27405" y="4137"/>
                  </a:lnTo>
                  <a:lnTo>
                    <a:pt x="27486" y="4400"/>
                  </a:lnTo>
                  <a:lnTo>
                    <a:pt x="27546" y="4662"/>
                  </a:lnTo>
                  <a:lnTo>
                    <a:pt x="27667" y="5207"/>
                  </a:lnTo>
                  <a:lnTo>
                    <a:pt x="27748" y="5772"/>
                  </a:lnTo>
                  <a:lnTo>
                    <a:pt x="27829" y="6337"/>
                  </a:lnTo>
                  <a:lnTo>
                    <a:pt x="27909" y="6922"/>
                  </a:lnTo>
                  <a:lnTo>
                    <a:pt x="27950" y="7487"/>
                  </a:lnTo>
                  <a:lnTo>
                    <a:pt x="27990" y="8072"/>
                  </a:lnTo>
                  <a:lnTo>
                    <a:pt x="28030" y="8678"/>
                  </a:lnTo>
                  <a:lnTo>
                    <a:pt x="28030" y="9283"/>
                  </a:lnTo>
                  <a:lnTo>
                    <a:pt x="28030" y="9889"/>
                  </a:lnTo>
                  <a:lnTo>
                    <a:pt x="28010" y="10494"/>
                  </a:lnTo>
                  <a:lnTo>
                    <a:pt x="27990" y="11120"/>
                  </a:lnTo>
                  <a:lnTo>
                    <a:pt x="27950" y="11765"/>
                  </a:lnTo>
                  <a:lnTo>
                    <a:pt x="27889" y="12411"/>
                  </a:lnTo>
                  <a:lnTo>
                    <a:pt x="27829" y="13057"/>
                  </a:lnTo>
                  <a:lnTo>
                    <a:pt x="27748" y="13723"/>
                  </a:lnTo>
                  <a:lnTo>
                    <a:pt x="27526" y="15075"/>
                  </a:lnTo>
                  <a:lnTo>
                    <a:pt x="27405" y="15700"/>
                  </a:lnTo>
                  <a:lnTo>
                    <a:pt x="27344" y="16003"/>
                  </a:lnTo>
                  <a:lnTo>
                    <a:pt x="27264" y="16306"/>
                  </a:lnTo>
                  <a:lnTo>
                    <a:pt x="27142" y="16609"/>
                  </a:lnTo>
                  <a:lnTo>
                    <a:pt x="27021" y="16891"/>
                  </a:lnTo>
                  <a:lnTo>
                    <a:pt x="26880" y="17174"/>
                  </a:lnTo>
                  <a:lnTo>
                    <a:pt x="26698" y="17436"/>
                  </a:lnTo>
                  <a:lnTo>
                    <a:pt x="26577" y="17597"/>
                  </a:lnTo>
                  <a:lnTo>
                    <a:pt x="26436" y="17739"/>
                  </a:lnTo>
                  <a:lnTo>
                    <a:pt x="26275" y="17900"/>
                  </a:lnTo>
                  <a:lnTo>
                    <a:pt x="26113" y="18021"/>
                  </a:lnTo>
                  <a:lnTo>
                    <a:pt x="25932" y="18162"/>
                  </a:lnTo>
                  <a:lnTo>
                    <a:pt x="25750" y="18284"/>
                  </a:lnTo>
                  <a:lnTo>
                    <a:pt x="25548" y="18384"/>
                  </a:lnTo>
                  <a:lnTo>
                    <a:pt x="25326" y="18485"/>
                  </a:lnTo>
                  <a:lnTo>
                    <a:pt x="25104" y="18586"/>
                  </a:lnTo>
                  <a:lnTo>
                    <a:pt x="24862" y="18667"/>
                  </a:lnTo>
                  <a:lnTo>
                    <a:pt x="24337" y="18828"/>
                  </a:lnTo>
                  <a:lnTo>
                    <a:pt x="23772" y="18949"/>
                  </a:lnTo>
                  <a:lnTo>
                    <a:pt x="23147" y="19030"/>
                  </a:lnTo>
                  <a:lnTo>
                    <a:pt x="22299" y="19091"/>
                  </a:lnTo>
                  <a:lnTo>
                    <a:pt x="21452" y="19111"/>
                  </a:lnTo>
                  <a:lnTo>
                    <a:pt x="20604" y="19091"/>
                  </a:lnTo>
                  <a:lnTo>
                    <a:pt x="19757" y="19050"/>
                  </a:lnTo>
                  <a:lnTo>
                    <a:pt x="18909" y="18990"/>
                  </a:lnTo>
                  <a:lnTo>
                    <a:pt x="18061" y="18909"/>
                  </a:lnTo>
                  <a:lnTo>
                    <a:pt x="16386" y="18727"/>
                  </a:lnTo>
                  <a:lnTo>
                    <a:pt x="15277" y="18606"/>
                  </a:lnTo>
                  <a:lnTo>
                    <a:pt x="14187" y="18485"/>
                  </a:lnTo>
                  <a:lnTo>
                    <a:pt x="13077" y="18405"/>
                  </a:lnTo>
                  <a:lnTo>
                    <a:pt x="11987" y="18344"/>
                  </a:lnTo>
                  <a:lnTo>
                    <a:pt x="10877" y="18344"/>
                  </a:lnTo>
                  <a:lnTo>
                    <a:pt x="10332" y="18384"/>
                  </a:lnTo>
                  <a:lnTo>
                    <a:pt x="9788" y="18425"/>
                  </a:lnTo>
                  <a:lnTo>
                    <a:pt x="9243" y="18485"/>
                  </a:lnTo>
                  <a:lnTo>
                    <a:pt x="8698" y="18566"/>
                  </a:lnTo>
                  <a:lnTo>
                    <a:pt x="8153" y="18667"/>
                  </a:lnTo>
                  <a:lnTo>
                    <a:pt x="7608" y="18808"/>
                  </a:lnTo>
                  <a:lnTo>
                    <a:pt x="7184" y="18929"/>
                  </a:lnTo>
                  <a:lnTo>
                    <a:pt x="6761" y="19071"/>
                  </a:lnTo>
                  <a:lnTo>
                    <a:pt x="5933" y="19373"/>
                  </a:lnTo>
                  <a:lnTo>
                    <a:pt x="5126" y="19716"/>
                  </a:lnTo>
                  <a:lnTo>
                    <a:pt x="4319" y="20059"/>
                  </a:lnTo>
                  <a:lnTo>
                    <a:pt x="4117" y="20140"/>
                  </a:lnTo>
                  <a:lnTo>
                    <a:pt x="3693" y="20322"/>
                  </a:lnTo>
                  <a:lnTo>
                    <a:pt x="3491" y="20382"/>
                  </a:lnTo>
                  <a:lnTo>
                    <a:pt x="3269" y="20443"/>
                  </a:lnTo>
                  <a:lnTo>
                    <a:pt x="3068" y="20463"/>
                  </a:lnTo>
                  <a:lnTo>
                    <a:pt x="2866" y="20483"/>
                  </a:lnTo>
                  <a:lnTo>
                    <a:pt x="2664" y="20443"/>
                  </a:lnTo>
                  <a:lnTo>
                    <a:pt x="2462" y="20382"/>
                  </a:lnTo>
                  <a:lnTo>
                    <a:pt x="2301" y="20302"/>
                  </a:lnTo>
                  <a:lnTo>
                    <a:pt x="2139" y="20180"/>
                  </a:lnTo>
                  <a:lnTo>
                    <a:pt x="2018" y="20059"/>
                  </a:lnTo>
                  <a:lnTo>
                    <a:pt x="1917" y="19898"/>
                  </a:lnTo>
                  <a:lnTo>
                    <a:pt x="1817" y="19737"/>
                  </a:lnTo>
                  <a:lnTo>
                    <a:pt x="1756" y="19575"/>
                  </a:lnTo>
                  <a:lnTo>
                    <a:pt x="1695" y="19414"/>
                  </a:lnTo>
                  <a:lnTo>
                    <a:pt x="1655" y="19252"/>
                  </a:lnTo>
                  <a:lnTo>
                    <a:pt x="1635" y="18909"/>
                  </a:lnTo>
                  <a:lnTo>
                    <a:pt x="1635" y="18586"/>
                  </a:lnTo>
                  <a:lnTo>
                    <a:pt x="1655" y="18243"/>
                  </a:lnTo>
                  <a:lnTo>
                    <a:pt x="1695" y="17920"/>
                  </a:lnTo>
                  <a:lnTo>
                    <a:pt x="1716" y="17759"/>
                  </a:lnTo>
                  <a:lnTo>
                    <a:pt x="1796" y="16851"/>
                  </a:lnTo>
                  <a:lnTo>
                    <a:pt x="1857" y="15922"/>
                  </a:lnTo>
                  <a:lnTo>
                    <a:pt x="1857" y="15014"/>
                  </a:lnTo>
                  <a:lnTo>
                    <a:pt x="1817" y="14106"/>
                  </a:lnTo>
                  <a:lnTo>
                    <a:pt x="1736" y="13198"/>
                  </a:lnTo>
                  <a:lnTo>
                    <a:pt x="1615" y="12290"/>
                  </a:lnTo>
                  <a:lnTo>
                    <a:pt x="1453" y="11382"/>
                  </a:lnTo>
                  <a:lnTo>
                    <a:pt x="1251" y="10474"/>
                  </a:lnTo>
                  <a:lnTo>
                    <a:pt x="1050" y="9747"/>
                  </a:lnTo>
                  <a:lnTo>
                    <a:pt x="848" y="9021"/>
                  </a:lnTo>
                  <a:lnTo>
                    <a:pt x="626" y="8234"/>
                  </a:lnTo>
                  <a:lnTo>
                    <a:pt x="424" y="7447"/>
                  </a:lnTo>
                  <a:lnTo>
                    <a:pt x="323" y="7043"/>
                  </a:lnTo>
                  <a:lnTo>
                    <a:pt x="242" y="6640"/>
                  </a:lnTo>
                  <a:lnTo>
                    <a:pt x="182" y="6236"/>
                  </a:lnTo>
                  <a:lnTo>
                    <a:pt x="121" y="5812"/>
                  </a:lnTo>
                  <a:lnTo>
                    <a:pt x="101" y="5510"/>
                  </a:lnTo>
                  <a:lnTo>
                    <a:pt x="81" y="5227"/>
                  </a:lnTo>
                  <a:lnTo>
                    <a:pt x="81" y="4924"/>
                  </a:lnTo>
                  <a:lnTo>
                    <a:pt x="101" y="4642"/>
                  </a:lnTo>
                  <a:lnTo>
                    <a:pt x="121" y="4339"/>
                  </a:lnTo>
                  <a:lnTo>
                    <a:pt x="162" y="4077"/>
                  </a:lnTo>
                  <a:lnTo>
                    <a:pt x="222" y="3794"/>
                  </a:lnTo>
                  <a:lnTo>
                    <a:pt x="283" y="3532"/>
                  </a:lnTo>
                  <a:lnTo>
                    <a:pt x="343" y="3270"/>
                  </a:lnTo>
                  <a:lnTo>
                    <a:pt x="444" y="3027"/>
                  </a:lnTo>
                  <a:lnTo>
                    <a:pt x="545" y="2765"/>
                  </a:lnTo>
                  <a:lnTo>
                    <a:pt x="646" y="2543"/>
                  </a:lnTo>
                  <a:lnTo>
                    <a:pt x="767" y="2301"/>
                  </a:lnTo>
                  <a:lnTo>
                    <a:pt x="908" y="2099"/>
                  </a:lnTo>
                  <a:lnTo>
                    <a:pt x="1050" y="1877"/>
                  </a:lnTo>
                  <a:lnTo>
                    <a:pt x="1211" y="1675"/>
                  </a:lnTo>
                  <a:lnTo>
                    <a:pt x="1494" y="1352"/>
                  </a:lnTo>
                  <a:lnTo>
                    <a:pt x="1837" y="1070"/>
                  </a:lnTo>
                  <a:lnTo>
                    <a:pt x="2200" y="828"/>
                  </a:lnTo>
                  <a:lnTo>
                    <a:pt x="2583" y="606"/>
                  </a:lnTo>
                  <a:lnTo>
                    <a:pt x="2987" y="444"/>
                  </a:lnTo>
                  <a:lnTo>
                    <a:pt x="3431" y="303"/>
                  </a:lnTo>
                  <a:lnTo>
                    <a:pt x="3895" y="202"/>
                  </a:lnTo>
                  <a:lnTo>
                    <a:pt x="4379" y="142"/>
                  </a:lnTo>
                  <a:lnTo>
                    <a:pt x="5045" y="101"/>
                  </a:lnTo>
                  <a:lnTo>
                    <a:pt x="5731" y="81"/>
                  </a:lnTo>
                  <a:close/>
                  <a:moveTo>
                    <a:pt x="5731" y="0"/>
                  </a:moveTo>
                  <a:lnTo>
                    <a:pt x="5045" y="21"/>
                  </a:lnTo>
                  <a:lnTo>
                    <a:pt x="4359" y="61"/>
                  </a:lnTo>
                  <a:lnTo>
                    <a:pt x="3875" y="121"/>
                  </a:lnTo>
                  <a:lnTo>
                    <a:pt x="3411" y="222"/>
                  </a:lnTo>
                  <a:lnTo>
                    <a:pt x="2967" y="364"/>
                  </a:lnTo>
                  <a:lnTo>
                    <a:pt x="2543" y="545"/>
                  </a:lnTo>
                  <a:lnTo>
                    <a:pt x="2139" y="767"/>
                  </a:lnTo>
                  <a:lnTo>
                    <a:pt x="1776" y="1009"/>
                  </a:lnTo>
                  <a:lnTo>
                    <a:pt x="1453" y="1312"/>
                  </a:lnTo>
                  <a:lnTo>
                    <a:pt x="1151" y="1635"/>
                  </a:lnTo>
                  <a:lnTo>
                    <a:pt x="989" y="1837"/>
                  </a:lnTo>
                  <a:lnTo>
                    <a:pt x="828" y="2039"/>
                  </a:lnTo>
                  <a:lnTo>
                    <a:pt x="707" y="2261"/>
                  </a:lnTo>
                  <a:lnTo>
                    <a:pt x="565" y="2503"/>
                  </a:lnTo>
                  <a:lnTo>
                    <a:pt x="464" y="2745"/>
                  </a:lnTo>
                  <a:lnTo>
                    <a:pt x="364" y="2987"/>
                  </a:lnTo>
                  <a:lnTo>
                    <a:pt x="283" y="3249"/>
                  </a:lnTo>
                  <a:lnTo>
                    <a:pt x="202" y="3512"/>
                  </a:lnTo>
                  <a:lnTo>
                    <a:pt x="142" y="3774"/>
                  </a:lnTo>
                  <a:lnTo>
                    <a:pt x="81" y="4057"/>
                  </a:lnTo>
                  <a:lnTo>
                    <a:pt x="41" y="4339"/>
                  </a:lnTo>
                  <a:lnTo>
                    <a:pt x="20" y="4622"/>
                  </a:lnTo>
                  <a:lnTo>
                    <a:pt x="0" y="4924"/>
                  </a:lnTo>
                  <a:lnTo>
                    <a:pt x="0" y="5227"/>
                  </a:lnTo>
                  <a:lnTo>
                    <a:pt x="20" y="5530"/>
                  </a:lnTo>
                  <a:lnTo>
                    <a:pt x="41" y="5832"/>
                  </a:lnTo>
                  <a:lnTo>
                    <a:pt x="101" y="6236"/>
                  </a:lnTo>
                  <a:lnTo>
                    <a:pt x="162" y="6660"/>
                  </a:lnTo>
                  <a:lnTo>
                    <a:pt x="242" y="7063"/>
                  </a:lnTo>
                  <a:lnTo>
                    <a:pt x="343" y="7467"/>
                  </a:lnTo>
                  <a:lnTo>
                    <a:pt x="545" y="8254"/>
                  </a:lnTo>
                  <a:lnTo>
                    <a:pt x="767" y="9041"/>
                  </a:lnTo>
                  <a:lnTo>
                    <a:pt x="969" y="9768"/>
                  </a:lnTo>
                  <a:lnTo>
                    <a:pt x="1171" y="10494"/>
                  </a:lnTo>
                  <a:lnTo>
                    <a:pt x="1373" y="11402"/>
                  </a:lnTo>
                  <a:lnTo>
                    <a:pt x="1534" y="12290"/>
                  </a:lnTo>
                  <a:lnTo>
                    <a:pt x="1655" y="13198"/>
                  </a:lnTo>
                  <a:lnTo>
                    <a:pt x="1736" y="14106"/>
                  </a:lnTo>
                  <a:lnTo>
                    <a:pt x="1776" y="15014"/>
                  </a:lnTo>
                  <a:lnTo>
                    <a:pt x="1776" y="15922"/>
                  </a:lnTo>
                  <a:lnTo>
                    <a:pt x="1716" y="16851"/>
                  </a:lnTo>
                  <a:lnTo>
                    <a:pt x="1635" y="17759"/>
                  </a:lnTo>
                  <a:lnTo>
                    <a:pt x="1615" y="17900"/>
                  </a:lnTo>
                  <a:lnTo>
                    <a:pt x="1574" y="18243"/>
                  </a:lnTo>
                  <a:lnTo>
                    <a:pt x="1554" y="18586"/>
                  </a:lnTo>
                  <a:lnTo>
                    <a:pt x="1554" y="18929"/>
                  </a:lnTo>
                  <a:lnTo>
                    <a:pt x="1595" y="19252"/>
                  </a:lnTo>
                  <a:lnTo>
                    <a:pt x="1615" y="19434"/>
                  </a:lnTo>
                  <a:lnTo>
                    <a:pt x="1675" y="19595"/>
                  </a:lnTo>
                  <a:lnTo>
                    <a:pt x="1756" y="19777"/>
                  </a:lnTo>
                  <a:lnTo>
                    <a:pt x="1837" y="19938"/>
                  </a:lnTo>
                  <a:lnTo>
                    <a:pt x="1958" y="20100"/>
                  </a:lnTo>
                  <a:lnTo>
                    <a:pt x="2099" y="20241"/>
                  </a:lnTo>
                  <a:lnTo>
                    <a:pt x="2260" y="20362"/>
                  </a:lnTo>
                  <a:lnTo>
                    <a:pt x="2422" y="20463"/>
                  </a:lnTo>
                  <a:lnTo>
                    <a:pt x="2563" y="20503"/>
                  </a:lnTo>
                  <a:lnTo>
                    <a:pt x="2684" y="20544"/>
                  </a:lnTo>
                  <a:lnTo>
                    <a:pt x="2926" y="20564"/>
                  </a:lnTo>
                  <a:lnTo>
                    <a:pt x="3088" y="20544"/>
                  </a:lnTo>
                  <a:lnTo>
                    <a:pt x="3229" y="20524"/>
                  </a:lnTo>
                  <a:lnTo>
                    <a:pt x="3532" y="20463"/>
                  </a:lnTo>
                  <a:lnTo>
                    <a:pt x="3855" y="20342"/>
                  </a:lnTo>
                  <a:lnTo>
                    <a:pt x="4157" y="20221"/>
                  </a:lnTo>
                  <a:lnTo>
                    <a:pt x="4339" y="20140"/>
                  </a:lnTo>
                  <a:lnTo>
                    <a:pt x="5146" y="19777"/>
                  </a:lnTo>
                  <a:lnTo>
                    <a:pt x="5974" y="19454"/>
                  </a:lnTo>
                  <a:lnTo>
                    <a:pt x="6801" y="19131"/>
                  </a:lnTo>
                  <a:lnTo>
                    <a:pt x="7205" y="19010"/>
                  </a:lnTo>
                  <a:lnTo>
                    <a:pt x="7628" y="18889"/>
                  </a:lnTo>
                  <a:lnTo>
                    <a:pt x="8173" y="18748"/>
                  </a:lnTo>
                  <a:lnTo>
                    <a:pt x="8718" y="18647"/>
                  </a:lnTo>
                  <a:lnTo>
                    <a:pt x="9243" y="18566"/>
                  </a:lnTo>
                  <a:lnTo>
                    <a:pt x="9788" y="18506"/>
                  </a:lnTo>
                  <a:lnTo>
                    <a:pt x="10332" y="18465"/>
                  </a:lnTo>
                  <a:lnTo>
                    <a:pt x="10877" y="18425"/>
                  </a:lnTo>
                  <a:lnTo>
                    <a:pt x="11987" y="18425"/>
                  </a:lnTo>
                  <a:lnTo>
                    <a:pt x="13077" y="18485"/>
                  </a:lnTo>
                  <a:lnTo>
                    <a:pt x="14187" y="18566"/>
                  </a:lnTo>
                  <a:lnTo>
                    <a:pt x="15277" y="18687"/>
                  </a:lnTo>
                  <a:lnTo>
                    <a:pt x="16366" y="18808"/>
                  </a:lnTo>
                  <a:lnTo>
                    <a:pt x="18061" y="18990"/>
                  </a:lnTo>
                  <a:lnTo>
                    <a:pt x="18909" y="19071"/>
                  </a:lnTo>
                  <a:lnTo>
                    <a:pt x="19757" y="19131"/>
                  </a:lnTo>
                  <a:lnTo>
                    <a:pt x="20604" y="19171"/>
                  </a:lnTo>
                  <a:lnTo>
                    <a:pt x="21472" y="19192"/>
                  </a:lnTo>
                  <a:lnTo>
                    <a:pt x="22319" y="19171"/>
                  </a:lnTo>
                  <a:lnTo>
                    <a:pt x="23167" y="19111"/>
                  </a:lnTo>
                  <a:lnTo>
                    <a:pt x="23793" y="19010"/>
                  </a:lnTo>
                  <a:lnTo>
                    <a:pt x="24358" y="18909"/>
                  </a:lnTo>
                  <a:lnTo>
                    <a:pt x="24902" y="18748"/>
                  </a:lnTo>
                  <a:lnTo>
                    <a:pt x="25145" y="18667"/>
                  </a:lnTo>
                  <a:lnTo>
                    <a:pt x="25367" y="18566"/>
                  </a:lnTo>
                  <a:lnTo>
                    <a:pt x="25589" y="18465"/>
                  </a:lnTo>
                  <a:lnTo>
                    <a:pt x="25790" y="18344"/>
                  </a:lnTo>
                  <a:lnTo>
                    <a:pt x="25992" y="18223"/>
                  </a:lnTo>
                  <a:lnTo>
                    <a:pt x="26174" y="18082"/>
                  </a:lnTo>
                  <a:lnTo>
                    <a:pt x="26335" y="17961"/>
                  </a:lnTo>
                  <a:lnTo>
                    <a:pt x="26497" y="17799"/>
                  </a:lnTo>
                  <a:lnTo>
                    <a:pt x="26638" y="17638"/>
                  </a:lnTo>
                  <a:lnTo>
                    <a:pt x="26779" y="17476"/>
                  </a:lnTo>
                  <a:lnTo>
                    <a:pt x="26941" y="17214"/>
                  </a:lnTo>
                  <a:lnTo>
                    <a:pt x="27102" y="16931"/>
                  </a:lnTo>
                  <a:lnTo>
                    <a:pt x="27223" y="16629"/>
                  </a:lnTo>
                  <a:lnTo>
                    <a:pt x="27324" y="16326"/>
                  </a:lnTo>
                  <a:lnTo>
                    <a:pt x="27425" y="16023"/>
                  </a:lnTo>
                  <a:lnTo>
                    <a:pt x="27486" y="15721"/>
                  </a:lnTo>
                  <a:lnTo>
                    <a:pt x="27607" y="15095"/>
                  </a:lnTo>
                  <a:lnTo>
                    <a:pt x="27728" y="14409"/>
                  </a:lnTo>
                  <a:lnTo>
                    <a:pt x="27829" y="13723"/>
                  </a:lnTo>
                  <a:lnTo>
                    <a:pt x="27909" y="13057"/>
                  </a:lnTo>
                  <a:lnTo>
                    <a:pt x="27970" y="12411"/>
                  </a:lnTo>
                  <a:lnTo>
                    <a:pt x="28030" y="11765"/>
                  </a:lnTo>
                  <a:lnTo>
                    <a:pt x="28071" y="11140"/>
                  </a:lnTo>
                  <a:lnTo>
                    <a:pt x="28091" y="10494"/>
                  </a:lnTo>
                  <a:lnTo>
                    <a:pt x="28111" y="9889"/>
                  </a:lnTo>
                  <a:lnTo>
                    <a:pt x="28111" y="9263"/>
                  </a:lnTo>
                  <a:lnTo>
                    <a:pt x="28111" y="8678"/>
                  </a:lnTo>
                  <a:lnTo>
                    <a:pt x="28071" y="8072"/>
                  </a:lnTo>
                  <a:lnTo>
                    <a:pt x="28030" y="7487"/>
                  </a:lnTo>
                  <a:lnTo>
                    <a:pt x="27990" y="6902"/>
                  </a:lnTo>
                  <a:lnTo>
                    <a:pt x="27909" y="6337"/>
                  </a:lnTo>
                  <a:lnTo>
                    <a:pt x="27829" y="5752"/>
                  </a:lnTo>
                  <a:lnTo>
                    <a:pt x="27748" y="5207"/>
                  </a:lnTo>
                  <a:lnTo>
                    <a:pt x="27627" y="4642"/>
                  </a:lnTo>
                  <a:lnTo>
                    <a:pt x="27566" y="4379"/>
                  </a:lnTo>
                  <a:lnTo>
                    <a:pt x="27486" y="4097"/>
                  </a:lnTo>
                  <a:lnTo>
                    <a:pt x="27385" y="3835"/>
                  </a:lnTo>
                  <a:lnTo>
                    <a:pt x="27284" y="3572"/>
                  </a:lnTo>
                  <a:lnTo>
                    <a:pt x="27142" y="3330"/>
                  </a:lnTo>
                  <a:lnTo>
                    <a:pt x="27001" y="3088"/>
                  </a:lnTo>
                  <a:lnTo>
                    <a:pt x="26820" y="2846"/>
                  </a:lnTo>
                  <a:lnTo>
                    <a:pt x="26618" y="2624"/>
                  </a:lnTo>
                  <a:lnTo>
                    <a:pt x="26396" y="2422"/>
                  </a:lnTo>
                  <a:lnTo>
                    <a:pt x="26174" y="2240"/>
                  </a:lnTo>
                  <a:lnTo>
                    <a:pt x="25932" y="2079"/>
                  </a:lnTo>
                  <a:lnTo>
                    <a:pt x="25669" y="1938"/>
                  </a:lnTo>
                  <a:lnTo>
                    <a:pt x="25407" y="1817"/>
                  </a:lnTo>
                  <a:lnTo>
                    <a:pt x="25124" y="1696"/>
                  </a:lnTo>
                  <a:lnTo>
                    <a:pt x="24822" y="1595"/>
                  </a:lnTo>
                  <a:lnTo>
                    <a:pt x="24519" y="1494"/>
                  </a:lnTo>
                  <a:lnTo>
                    <a:pt x="23914" y="1352"/>
                  </a:lnTo>
                  <a:lnTo>
                    <a:pt x="23268" y="1231"/>
                  </a:lnTo>
                  <a:lnTo>
                    <a:pt x="22622" y="1130"/>
                  </a:lnTo>
                  <a:lnTo>
                    <a:pt x="21008" y="949"/>
                  </a:lnTo>
                  <a:lnTo>
                    <a:pt x="19413" y="787"/>
                  </a:lnTo>
                  <a:lnTo>
                    <a:pt x="17799" y="646"/>
                  </a:lnTo>
                  <a:lnTo>
                    <a:pt x="16185" y="505"/>
                  </a:lnTo>
                  <a:lnTo>
                    <a:pt x="14570" y="404"/>
                  </a:lnTo>
                  <a:lnTo>
                    <a:pt x="12956" y="303"/>
                  </a:lnTo>
                  <a:lnTo>
                    <a:pt x="9767" y="121"/>
                  </a:lnTo>
                  <a:lnTo>
                    <a:pt x="8436" y="61"/>
                  </a:lnTo>
                  <a:lnTo>
                    <a:pt x="70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42"/>
            <p:cNvSpPr/>
            <p:nvPr/>
          </p:nvSpPr>
          <p:spPr>
            <a:xfrm flipH="1">
              <a:off x="-3275464" y="-5033980"/>
              <a:ext cx="1393383" cy="700689"/>
            </a:xfrm>
            <a:custGeom>
              <a:rect b="b" l="l" r="r" t="t"/>
              <a:pathLst>
                <a:path extrusionOk="0" h="12533" w="24923">
                  <a:moveTo>
                    <a:pt x="9525" y="0"/>
                  </a:moveTo>
                  <a:lnTo>
                    <a:pt x="8536" y="21"/>
                  </a:lnTo>
                  <a:lnTo>
                    <a:pt x="7547" y="41"/>
                  </a:lnTo>
                  <a:lnTo>
                    <a:pt x="6579" y="61"/>
                  </a:lnTo>
                  <a:lnTo>
                    <a:pt x="5630" y="122"/>
                  </a:lnTo>
                  <a:lnTo>
                    <a:pt x="4682" y="182"/>
                  </a:lnTo>
                  <a:lnTo>
                    <a:pt x="3754" y="263"/>
                  </a:lnTo>
                  <a:lnTo>
                    <a:pt x="3269" y="303"/>
                  </a:lnTo>
                  <a:lnTo>
                    <a:pt x="2785" y="384"/>
                  </a:lnTo>
                  <a:lnTo>
                    <a:pt x="2301" y="485"/>
                  </a:lnTo>
                  <a:lnTo>
                    <a:pt x="2079" y="545"/>
                  </a:lnTo>
                  <a:lnTo>
                    <a:pt x="1857" y="626"/>
                  </a:lnTo>
                  <a:lnTo>
                    <a:pt x="1635" y="727"/>
                  </a:lnTo>
                  <a:lnTo>
                    <a:pt x="1433" y="828"/>
                  </a:lnTo>
                  <a:lnTo>
                    <a:pt x="1231" y="949"/>
                  </a:lnTo>
                  <a:lnTo>
                    <a:pt x="1029" y="1090"/>
                  </a:lnTo>
                  <a:lnTo>
                    <a:pt x="868" y="1252"/>
                  </a:lnTo>
                  <a:lnTo>
                    <a:pt x="686" y="1413"/>
                  </a:lnTo>
                  <a:lnTo>
                    <a:pt x="545" y="1615"/>
                  </a:lnTo>
                  <a:lnTo>
                    <a:pt x="404" y="1817"/>
                  </a:lnTo>
                  <a:lnTo>
                    <a:pt x="283" y="2059"/>
                  </a:lnTo>
                  <a:lnTo>
                    <a:pt x="182" y="2301"/>
                  </a:lnTo>
                  <a:lnTo>
                    <a:pt x="81" y="2543"/>
                  </a:lnTo>
                  <a:lnTo>
                    <a:pt x="0" y="2805"/>
                  </a:lnTo>
                  <a:lnTo>
                    <a:pt x="61" y="2826"/>
                  </a:lnTo>
                  <a:lnTo>
                    <a:pt x="162" y="2584"/>
                  </a:lnTo>
                  <a:lnTo>
                    <a:pt x="242" y="2321"/>
                  </a:lnTo>
                  <a:lnTo>
                    <a:pt x="363" y="2079"/>
                  </a:lnTo>
                  <a:lnTo>
                    <a:pt x="484" y="1857"/>
                  </a:lnTo>
                  <a:lnTo>
                    <a:pt x="606" y="1655"/>
                  </a:lnTo>
                  <a:lnTo>
                    <a:pt x="767" y="1474"/>
                  </a:lnTo>
                  <a:lnTo>
                    <a:pt x="908" y="1292"/>
                  </a:lnTo>
                  <a:lnTo>
                    <a:pt x="1090" y="1151"/>
                  </a:lnTo>
                  <a:lnTo>
                    <a:pt x="1271" y="1009"/>
                  </a:lnTo>
                  <a:lnTo>
                    <a:pt x="1473" y="909"/>
                  </a:lnTo>
                  <a:lnTo>
                    <a:pt x="1675" y="787"/>
                  </a:lnTo>
                  <a:lnTo>
                    <a:pt x="1897" y="707"/>
                  </a:lnTo>
                  <a:lnTo>
                    <a:pt x="2119" y="626"/>
                  </a:lnTo>
                  <a:lnTo>
                    <a:pt x="2341" y="566"/>
                  </a:lnTo>
                  <a:lnTo>
                    <a:pt x="2805" y="465"/>
                  </a:lnTo>
                  <a:lnTo>
                    <a:pt x="3269" y="384"/>
                  </a:lnTo>
                  <a:lnTo>
                    <a:pt x="3754" y="344"/>
                  </a:lnTo>
                  <a:lnTo>
                    <a:pt x="4682" y="263"/>
                  </a:lnTo>
                  <a:lnTo>
                    <a:pt x="5630" y="202"/>
                  </a:lnTo>
                  <a:lnTo>
                    <a:pt x="6579" y="142"/>
                  </a:lnTo>
                  <a:lnTo>
                    <a:pt x="7547" y="122"/>
                  </a:lnTo>
                  <a:lnTo>
                    <a:pt x="8536" y="101"/>
                  </a:lnTo>
                  <a:lnTo>
                    <a:pt x="9525" y="81"/>
                  </a:lnTo>
                  <a:lnTo>
                    <a:pt x="10514" y="81"/>
                  </a:lnTo>
                  <a:lnTo>
                    <a:pt x="11523" y="101"/>
                  </a:lnTo>
                  <a:lnTo>
                    <a:pt x="12552" y="142"/>
                  </a:lnTo>
                  <a:lnTo>
                    <a:pt x="13601" y="182"/>
                  </a:lnTo>
                  <a:lnTo>
                    <a:pt x="14651" y="243"/>
                  </a:lnTo>
                  <a:lnTo>
                    <a:pt x="15720" y="323"/>
                  </a:lnTo>
                  <a:lnTo>
                    <a:pt x="17900" y="505"/>
                  </a:lnTo>
                  <a:lnTo>
                    <a:pt x="20140" y="727"/>
                  </a:lnTo>
                  <a:lnTo>
                    <a:pt x="20927" y="848"/>
                  </a:lnTo>
                  <a:lnTo>
                    <a:pt x="21330" y="909"/>
                  </a:lnTo>
                  <a:lnTo>
                    <a:pt x="21694" y="989"/>
                  </a:lnTo>
                  <a:lnTo>
                    <a:pt x="22057" y="1110"/>
                  </a:lnTo>
                  <a:lnTo>
                    <a:pt x="22400" y="1231"/>
                  </a:lnTo>
                  <a:lnTo>
                    <a:pt x="22723" y="1413"/>
                  </a:lnTo>
                  <a:lnTo>
                    <a:pt x="23046" y="1615"/>
                  </a:lnTo>
                  <a:lnTo>
                    <a:pt x="23248" y="1796"/>
                  </a:lnTo>
                  <a:lnTo>
                    <a:pt x="23449" y="1978"/>
                  </a:lnTo>
                  <a:lnTo>
                    <a:pt x="23631" y="2200"/>
                  </a:lnTo>
                  <a:lnTo>
                    <a:pt x="23792" y="2422"/>
                  </a:lnTo>
                  <a:lnTo>
                    <a:pt x="23954" y="2664"/>
                  </a:lnTo>
                  <a:lnTo>
                    <a:pt x="24075" y="2906"/>
                  </a:lnTo>
                  <a:lnTo>
                    <a:pt x="24196" y="3149"/>
                  </a:lnTo>
                  <a:lnTo>
                    <a:pt x="24297" y="3411"/>
                  </a:lnTo>
                  <a:lnTo>
                    <a:pt x="24378" y="3673"/>
                  </a:lnTo>
                  <a:lnTo>
                    <a:pt x="24458" y="3915"/>
                  </a:lnTo>
                  <a:lnTo>
                    <a:pt x="24579" y="4440"/>
                  </a:lnTo>
                  <a:lnTo>
                    <a:pt x="24660" y="4945"/>
                  </a:lnTo>
                  <a:lnTo>
                    <a:pt x="24721" y="5409"/>
                  </a:lnTo>
                  <a:lnTo>
                    <a:pt x="24781" y="6095"/>
                  </a:lnTo>
                  <a:lnTo>
                    <a:pt x="24822" y="6781"/>
                  </a:lnTo>
                  <a:lnTo>
                    <a:pt x="24842" y="7487"/>
                  </a:lnTo>
                  <a:lnTo>
                    <a:pt x="24822" y="8173"/>
                  </a:lnTo>
                  <a:lnTo>
                    <a:pt x="24801" y="8860"/>
                  </a:lnTo>
                  <a:lnTo>
                    <a:pt x="24741" y="9566"/>
                  </a:lnTo>
                  <a:lnTo>
                    <a:pt x="24660" y="10252"/>
                  </a:lnTo>
                  <a:lnTo>
                    <a:pt x="24559" y="10938"/>
                  </a:lnTo>
                  <a:lnTo>
                    <a:pt x="24479" y="11362"/>
                  </a:lnTo>
                  <a:lnTo>
                    <a:pt x="24398" y="11765"/>
                  </a:lnTo>
                  <a:lnTo>
                    <a:pt x="24297" y="12149"/>
                  </a:lnTo>
                  <a:lnTo>
                    <a:pt x="24196" y="12512"/>
                  </a:lnTo>
                  <a:lnTo>
                    <a:pt x="24257" y="12532"/>
                  </a:lnTo>
                  <a:lnTo>
                    <a:pt x="24378" y="12169"/>
                  </a:lnTo>
                  <a:lnTo>
                    <a:pt x="24479" y="11765"/>
                  </a:lnTo>
                  <a:lnTo>
                    <a:pt x="24559" y="11362"/>
                  </a:lnTo>
                  <a:lnTo>
                    <a:pt x="24640" y="10938"/>
                  </a:lnTo>
                  <a:lnTo>
                    <a:pt x="24741" y="10252"/>
                  </a:lnTo>
                  <a:lnTo>
                    <a:pt x="24822" y="9566"/>
                  </a:lnTo>
                  <a:lnTo>
                    <a:pt x="24882" y="8880"/>
                  </a:lnTo>
                  <a:lnTo>
                    <a:pt x="24902" y="8173"/>
                  </a:lnTo>
                  <a:lnTo>
                    <a:pt x="24922" y="7487"/>
                  </a:lnTo>
                  <a:lnTo>
                    <a:pt x="24902" y="6781"/>
                  </a:lnTo>
                  <a:lnTo>
                    <a:pt x="24862" y="6095"/>
                  </a:lnTo>
                  <a:lnTo>
                    <a:pt x="24801" y="5409"/>
                  </a:lnTo>
                  <a:lnTo>
                    <a:pt x="24741" y="4924"/>
                  </a:lnTo>
                  <a:lnTo>
                    <a:pt x="24660" y="4420"/>
                  </a:lnTo>
                  <a:lnTo>
                    <a:pt x="24539" y="3895"/>
                  </a:lnTo>
                  <a:lnTo>
                    <a:pt x="24458" y="3633"/>
                  </a:lnTo>
                  <a:lnTo>
                    <a:pt x="24357" y="3371"/>
                  </a:lnTo>
                  <a:lnTo>
                    <a:pt x="24257" y="3108"/>
                  </a:lnTo>
                  <a:lnTo>
                    <a:pt x="24156" y="2866"/>
                  </a:lnTo>
                  <a:lnTo>
                    <a:pt x="24014" y="2604"/>
                  </a:lnTo>
                  <a:lnTo>
                    <a:pt x="23873" y="2362"/>
                  </a:lnTo>
                  <a:lnTo>
                    <a:pt x="23692" y="2140"/>
                  </a:lnTo>
                  <a:lnTo>
                    <a:pt x="23510" y="1918"/>
                  </a:lnTo>
                  <a:lnTo>
                    <a:pt x="23308" y="1736"/>
                  </a:lnTo>
                  <a:lnTo>
                    <a:pt x="23086" y="1534"/>
                  </a:lnTo>
                  <a:lnTo>
                    <a:pt x="22763" y="1332"/>
                  </a:lnTo>
                  <a:lnTo>
                    <a:pt x="22440" y="1171"/>
                  </a:lnTo>
                  <a:lnTo>
                    <a:pt x="22077" y="1030"/>
                  </a:lnTo>
                  <a:lnTo>
                    <a:pt x="21714" y="929"/>
                  </a:lnTo>
                  <a:lnTo>
                    <a:pt x="21351" y="828"/>
                  </a:lnTo>
                  <a:lnTo>
                    <a:pt x="20947" y="767"/>
                  </a:lnTo>
                  <a:lnTo>
                    <a:pt x="20160" y="646"/>
                  </a:lnTo>
                  <a:lnTo>
                    <a:pt x="17900" y="424"/>
                  </a:lnTo>
                  <a:lnTo>
                    <a:pt x="15720" y="243"/>
                  </a:lnTo>
                  <a:lnTo>
                    <a:pt x="14651" y="162"/>
                  </a:lnTo>
                  <a:lnTo>
                    <a:pt x="13601" y="101"/>
                  </a:lnTo>
                  <a:lnTo>
                    <a:pt x="12552" y="61"/>
                  </a:lnTo>
                  <a:lnTo>
                    <a:pt x="11543" y="21"/>
                  </a:lnTo>
                  <a:lnTo>
                    <a:pt x="105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2"/>
            <p:cNvSpPr/>
            <p:nvPr/>
          </p:nvSpPr>
          <p:spPr>
            <a:xfrm flipH="1">
              <a:off x="-3238229" y="-4877163"/>
              <a:ext cx="1371970" cy="810100"/>
            </a:xfrm>
            <a:custGeom>
              <a:rect b="b" l="l" r="r" t="t"/>
              <a:pathLst>
                <a:path extrusionOk="0" h="14490" w="24540">
                  <a:moveTo>
                    <a:pt x="283" y="0"/>
                  </a:moveTo>
                  <a:lnTo>
                    <a:pt x="182" y="364"/>
                  </a:lnTo>
                  <a:lnTo>
                    <a:pt x="102" y="747"/>
                  </a:lnTo>
                  <a:lnTo>
                    <a:pt x="41" y="1131"/>
                  </a:lnTo>
                  <a:lnTo>
                    <a:pt x="21" y="1534"/>
                  </a:lnTo>
                  <a:lnTo>
                    <a:pt x="1" y="1938"/>
                  </a:lnTo>
                  <a:lnTo>
                    <a:pt x="21" y="2341"/>
                  </a:lnTo>
                  <a:lnTo>
                    <a:pt x="61" y="2765"/>
                  </a:lnTo>
                  <a:lnTo>
                    <a:pt x="122" y="3189"/>
                  </a:lnTo>
                  <a:lnTo>
                    <a:pt x="223" y="3633"/>
                  </a:lnTo>
                  <a:lnTo>
                    <a:pt x="324" y="4097"/>
                  </a:lnTo>
                  <a:lnTo>
                    <a:pt x="566" y="4985"/>
                  </a:lnTo>
                  <a:lnTo>
                    <a:pt x="848" y="6055"/>
                  </a:lnTo>
                  <a:lnTo>
                    <a:pt x="969" y="6599"/>
                  </a:lnTo>
                  <a:lnTo>
                    <a:pt x="1050" y="7144"/>
                  </a:lnTo>
                  <a:lnTo>
                    <a:pt x="1111" y="7649"/>
                  </a:lnTo>
                  <a:lnTo>
                    <a:pt x="1151" y="8173"/>
                  </a:lnTo>
                  <a:lnTo>
                    <a:pt x="1151" y="8718"/>
                  </a:lnTo>
                  <a:lnTo>
                    <a:pt x="1151" y="9243"/>
                  </a:lnTo>
                  <a:lnTo>
                    <a:pt x="1131" y="9768"/>
                  </a:lnTo>
                  <a:lnTo>
                    <a:pt x="1090" y="10292"/>
                  </a:lnTo>
                  <a:lnTo>
                    <a:pt x="989" y="11342"/>
                  </a:lnTo>
                  <a:lnTo>
                    <a:pt x="929" y="12088"/>
                  </a:lnTo>
                  <a:lnTo>
                    <a:pt x="868" y="12855"/>
                  </a:lnTo>
                  <a:lnTo>
                    <a:pt x="848" y="13218"/>
                  </a:lnTo>
                  <a:lnTo>
                    <a:pt x="868" y="13400"/>
                  </a:lnTo>
                  <a:lnTo>
                    <a:pt x="889" y="13582"/>
                  </a:lnTo>
                  <a:lnTo>
                    <a:pt x="929" y="13743"/>
                  </a:lnTo>
                  <a:lnTo>
                    <a:pt x="989" y="13905"/>
                  </a:lnTo>
                  <a:lnTo>
                    <a:pt x="1070" y="14046"/>
                  </a:lnTo>
                  <a:lnTo>
                    <a:pt x="1171" y="14187"/>
                  </a:lnTo>
                  <a:lnTo>
                    <a:pt x="1252" y="14268"/>
                  </a:lnTo>
                  <a:lnTo>
                    <a:pt x="1353" y="14328"/>
                  </a:lnTo>
                  <a:lnTo>
                    <a:pt x="1433" y="14369"/>
                  </a:lnTo>
                  <a:lnTo>
                    <a:pt x="1534" y="14409"/>
                  </a:lnTo>
                  <a:lnTo>
                    <a:pt x="1756" y="14470"/>
                  </a:lnTo>
                  <a:lnTo>
                    <a:pt x="1958" y="14490"/>
                  </a:lnTo>
                  <a:lnTo>
                    <a:pt x="2180" y="14470"/>
                  </a:lnTo>
                  <a:lnTo>
                    <a:pt x="2402" y="14429"/>
                  </a:lnTo>
                  <a:lnTo>
                    <a:pt x="2644" y="14349"/>
                  </a:lnTo>
                  <a:lnTo>
                    <a:pt x="2886" y="14227"/>
                  </a:lnTo>
                  <a:lnTo>
                    <a:pt x="3330" y="13965"/>
                  </a:lnTo>
                  <a:lnTo>
                    <a:pt x="3532" y="13844"/>
                  </a:lnTo>
                  <a:lnTo>
                    <a:pt x="3895" y="13642"/>
                  </a:lnTo>
                  <a:lnTo>
                    <a:pt x="4259" y="13461"/>
                  </a:lnTo>
                  <a:lnTo>
                    <a:pt x="4642" y="13299"/>
                  </a:lnTo>
                  <a:lnTo>
                    <a:pt x="5046" y="13138"/>
                  </a:lnTo>
                  <a:lnTo>
                    <a:pt x="5449" y="12996"/>
                  </a:lnTo>
                  <a:lnTo>
                    <a:pt x="5873" y="12875"/>
                  </a:lnTo>
                  <a:lnTo>
                    <a:pt x="6317" y="12754"/>
                  </a:lnTo>
                  <a:lnTo>
                    <a:pt x="6761" y="12653"/>
                  </a:lnTo>
                  <a:lnTo>
                    <a:pt x="7225" y="12573"/>
                  </a:lnTo>
                  <a:lnTo>
                    <a:pt x="7689" y="12512"/>
                  </a:lnTo>
                  <a:lnTo>
                    <a:pt x="8174" y="12472"/>
                  </a:lnTo>
                  <a:lnTo>
                    <a:pt x="8678" y="12431"/>
                  </a:lnTo>
                  <a:lnTo>
                    <a:pt x="9183" y="12411"/>
                  </a:lnTo>
                  <a:lnTo>
                    <a:pt x="10232" y="12411"/>
                  </a:lnTo>
                  <a:lnTo>
                    <a:pt x="10777" y="12431"/>
                  </a:lnTo>
                  <a:lnTo>
                    <a:pt x="11887" y="12532"/>
                  </a:lnTo>
                  <a:lnTo>
                    <a:pt x="12976" y="12653"/>
                  </a:lnTo>
                  <a:lnTo>
                    <a:pt x="14066" y="12815"/>
                  </a:lnTo>
                  <a:lnTo>
                    <a:pt x="15156" y="12976"/>
                  </a:lnTo>
                  <a:lnTo>
                    <a:pt x="16690" y="13198"/>
                  </a:lnTo>
                  <a:lnTo>
                    <a:pt x="17477" y="13299"/>
                  </a:lnTo>
                  <a:lnTo>
                    <a:pt x="18243" y="13400"/>
                  </a:lnTo>
                  <a:lnTo>
                    <a:pt x="18768" y="13440"/>
                  </a:lnTo>
                  <a:lnTo>
                    <a:pt x="19273" y="13481"/>
                  </a:lnTo>
                  <a:lnTo>
                    <a:pt x="19797" y="13481"/>
                  </a:lnTo>
                  <a:lnTo>
                    <a:pt x="20302" y="13461"/>
                  </a:lnTo>
                  <a:lnTo>
                    <a:pt x="20806" y="13400"/>
                  </a:lnTo>
                  <a:lnTo>
                    <a:pt x="21048" y="13360"/>
                  </a:lnTo>
                  <a:lnTo>
                    <a:pt x="21291" y="13299"/>
                  </a:lnTo>
                  <a:lnTo>
                    <a:pt x="21533" y="13218"/>
                  </a:lnTo>
                  <a:lnTo>
                    <a:pt x="21775" y="13138"/>
                  </a:lnTo>
                  <a:lnTo>
                    <a:pt x="21997" y="13037"/>
                  </a:lnTo>
                  <a:lnTo>
                    <a:pt x="22219" y="12936"/>
                  </a:lnTo>
                  <a:lnTo>
                    <a:pt x="22421" y="12815"/>
                  </a:lnTo>
                  <a:lnTo>
                    <a:pt x="22602" y="12694"/>
                  </a:lnTo>
                  <a:lnTo>
                    <a:pt x="22784" y="12553"/>
                  </a:lnTo>
                  <a:lnTo>
                    <a:pt x="22966" y="12411"/>
                  </a:lnTo>
                  <a:lnTo>
                    <a:pt x="23127" y="12250"/>
                  </a:lnTo>
                  <a:lnTo>
                    <a:pt x="23288" y="12068"/>
                  </a:lnTo>
                  <a:lnTo>
                    <a:pt x="23450" y="11887"/>
                  </a:lnTo>
                  <a:lnTo>
                    <a:pt x="23591" y="11685"/>
                  </a:lnTo>
                  <a:lnTo>
                    <a:pt x="23874" y="11261"/>
                  </a:lnTo>
                  <a:lnTo>
                    <a:pt x="24116" y="10797"/>
                  </a:lnTo>
                  <a:lnTo>
                    <a:pt x="24358" y="10292"/>
                  </a:lnTo>
                  <a:lnTo>
                    <a:pt x="24540" y="9727"/>
                  </a:lnTo>
                  <a:lnTo>
                    <a:pt x="24479" y="9707"/>
                  </a:lnTo>
                  <a:lnTo>
                    <a:pt x="24277" y="10252"/>
                  </a:lnTo>
                  <a:lnTo>
                    <a:pt x="24055" y="10756"/>
                  </a:lnTo>
                  <a:lnTo>
                    <a:pt x="23813" y="11221"/>
                  </a:lnTo>
                  <a:lnTo>
                    <a:pt x="23531" y="11644"/>
                  </a:lnTo>
                  <a:lnTo>
                    <a:pt x="23228" y="12008"/>
                  </a:lnTo>
                  <a:lnTo>
                    <a:pt x="23066" y="12189"/>
                  </a:lnTo>
                  <a:lnTo>
                    <a:pt x="22905" y="12351"/>
                  </a:lnTo>
                  <a:lnTo>
                    <a:pt x="22744" y="12492"/>
                  </a:lnTo>
                  <a:lnTo>
                    <a:pt x="22562" y="12613"/>
                  </a:lnTo>
                  <a:lnTo>
                    <a:pt x="22380" y="12754"/>
                  </a:lnTo>
                  <a:lnTo>
                    <a:pt x="22178" y="12855"/>
                  </a:lnTo>
                  <a:lnTo>
                    <a:pt x="21957" y="12976"/>
                  </a:lnTo>
                  <a:lnTo>
                    <a:pt x="21735" y="13077"/>
                  </a:lnTo>
                  <a:lnTo>
                    <a:pt x="21492" y="13158"/>
                  </a:lnTo>
                  <a:lnTo>
                    <a:pt x="21270" y="13218"/>
                  </a:lnTo>
                  <a:lnTo>
                    <a:pt x="21028" y="13279"/>
                  </a:lnTo>
                  <a:lnTo>
                    <a:pt x="20786" y="13319"/>
                  </a:lnTo>
                  <a:lnTo>
                    <a:pt x="20282" y="13380"/>
                  </a:lnTo>
                  <a:lnTo>
                    <a:pt x="19777" y="13400"/>
                  </a:lnTo>
                  <a:lnTo>
                    <a:pt x="19273" y="13400"/>
                  </a:lnTo>
                  <a:lnTo>
                    <a:pt x="18768" y="13360"/>
                  </a:lnTo>
                  <a:lnTo>
                    <a:pt x="18264" y="13319"/>
                  </a:lnTo>
                  <a:lnTo>
                    <a:pt x="17477" y="13218"/>
                  </a:lnTo>
                  <a:lnTo>
                    <a:pt x="16710" y="13118"/>
                  </a:lnTo>
                  <a:lnTo>
                    <a:pt x="15156" y="12896"/>
                  </a:lnTo>
                  <a:lnTo>
                    <a:pt x="14086" y="12734"/>
                  </a:lnTo>
                  <a:lnTo>
                    <a:pt x="12997" y="12573"/>
                  </a:lnTo>
                  <a:lnTo>
                    <a:pt x="11887" y="12452"/>
                  </a:lnTo>
                  <a:lnTo>
                    <a:pt x="10797" y="12351"/>
                  </a:lnTo>
                  <a:lnTo>
                    <a:pt x="10252" y="12331"/>
                  </a:lnTo>
                  <a:lnTo>
                    <a:pt x="9183" y="12331"/>
                  </a:lnTo>
                  <a:lnTo>
                    <a:pt x="8658" y="12351"/>
                  </a:lnTo>
                  <a:lnTo>
                    <a:pt x="8174" y="12391"/>
                  </a:lnTo>
                  <a:lnTo>
                    <a:pt x="7669" y="12431"/>
                  </a:lnTo>
                  <a:lnTo>
                    <a:pt x="7205" y="12492"/>
                  </a:lnTo>
                  <a:lnTo>
                    <a:pt x="6741" y="12573"/>
                  </a:lnTo>
                  <a:lnTo>
                    <a:pt x="6277" y="12674"/>
                  </a:lnTo>
                  <a:lnTo>
                    <a:pt x="5853" y="12795"/>
                  </a:lnTo>
                  <a:lnTo>
                    <a:pt x="5429" y="12916"/>
                  </a:lnTo>
                  <a:lnTo>
                    <a:pt x="5005" y="13057"/>
                  </a:lnTo>
                  <a:lnTo>
                    <a:pt x="4602" y="13218"/>
                  </a:lnTo>
                  <a:lnTo>
                    <a:pt x="4218" y="13380"/>
                  </a:lnTo>
                  <a:lnTo>
                    <a:pt x="3855" y="13582"/>
                  </a:lnTo>
                  <a:lnTo>
                    <a:pt x="3492" y="13783"/>
                  </a:lnTo>
                  <a:lnTo>
                    <a:pt x="3290" y="13905"/>
                  </a:lnTo>
                  <a:lnTo>
                    <a:pt x="2846" y="14147"/>
                  </a:lnTo>
                  <a:lnTo>
                    <a:pt x="2624" y="14268"/>
                  </a:lnTo>
                  <a:lnTo>
                    <a:pt x="2382" y="14349"/>
                  </a:lnTo>
                  <a:lnTo>
                    <a:pt x="2241" y="14389"/>
                  </a:lnTo>
                  <a:lnTo>
                    <a:pt x="2079" y="14409"/>
                  </a:lnTo>
                  <a:lnTo>
                    <a:pt x="1938" y="14409"/>
                  </a:lnTo>
                  <a:lnTo>
                    <a:pt x="1776" y="14389"/>
                  </a:lnTo>
                  <a:lnTo>
                    <a:pt x="1635" y="14369"/>
                  </a:lnTo>
                  <a:lnTo>
                    <a:pt x="1494" y="14308"/>
                  </a:lnTo>
                  <a:lnTo>
                    <a:pt x="1353" y="14227"/>
                  </a:lnTo>
                  <a:lnTo>
                    <a:pt x="1232" y="14127"/>
                  </a:lnTo>
                  <a:lnTo>
                    <a:pt x="1131" y="14005"/>
                  </a:lnTo>
                  <a:lnTo>
                    <a:pt x="1050" y="13864"/>
                  </a:lnTo>
                  <a:lnTo>
                    <a:pt x="1010" y="13723"/>
                  </a:lnTo>
                  <a:lnTo>
                    <a:pt x="969" y="13562"/>
                  </a:lnTo>
                  <a:lnTo>
                    <a:pt x="949" y="13380"/>
                  </a:lnTo>
                  <a:lnTo>
                    <a:pt x="929" y="13218"/>
                  </a:lnTo>
                  <a:lnTo>
                    <a:pt x="949" y="12855"/>
                  </a:lnTo>
                  <a:lnTo>
                    <a:pt x="1010" y="12109"/>
                  </a:lnTo>
                  <a:lnTo>
                    <a:pt x="1070" y="11342"/>
                  </a:lnTo>
                  <a:lnTo>
                    <a:pt x="1171" y="10292"/>
                  </a:lnTo>
                  <a:lnTo>
                    <a:pt x="1211" y="9768"/>
                  </a:lnTo>
                  <a:lnTo>
                    <a:pt x="1232" y="9243"/>
                  </a:lnTo>
                  <a:lnTo>
                    <a:pt x="1232" y="8698"/>
                  </a:lnTo>
                  <a:lnTo>
                    <a:pt x="1232" y="8173"/>
                  </a:lnTo>
                  <a:lnTo>
                    <a:pt x="1191" y="7649"/>
                  </a:lnTo>
                  <a:lnTo>
                    <a:pt x="1131" y="7124"/>
                  </a:lnTo>
                  <a:lnTo>
                    <a:pt x="1050" y="6579"/>
                  </a:lnTo>
                  <a:lnTo>
                    <a:pt x="929" y="6034"/>
                  </a:lnTo>
                  <a:lnTo>
                    <a:pt x="646" y="4965"/>
                  </a:lnTo>
                  <a:lnTo>
                    <a:pt x="404" y="4077"/>
                  </a:lnTo>
                  <a:lnTo>
                    <a:pt x="303" y="3633"/>
                  </a:lnTo>
                  <a:lnTo>
                    <a:pt x="202" y="3169"/>
                  </a:lnTo>
                  <a:lnTo>
                    <a:pt x="142" y="2765"/>
                  </a:lnTo>
                  <a:lnTo>
                    <a:pt x="102" y="2341"/>
                  </a:lnTo>
                  <a:lnTo>
                    <a:pt x="81" y="1938"/>
                  </a:lnTo>
                  <a:lnTo>
                    <a:pt x="102" y="1534"/>
                  </a:lnTo>
                  <a:lnTo>
                    <a:pt x="122" y="1151"/>
                  </a:lnTo>
                  <a:lnTo>
                    <a:pt x="182" y="767"/>
                  </a:lnTo>
                  <a:lnTo>
                    <a:pt x="243" y="384"/>
                  </a:lnTo>
                  <a:lnTo>
                    <a:pt x="344" y="21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42"/>
            <p:cNvSpPr/>
            <p:nvPr/>
          </p:nvSpPr>
          <p:spPr>
            <a:xfrm flipH="1">
              <a:off x="-3249516" y="-5106211"/>
              <a:ext cx="1060565" cy="526984"/>
            </a:xfrm>
            <a:custGeom>
              <a:rect b="b" l="l" r="r" t="t"/>
              <a:pathLst>
                <a:path extrusionOk="0" h="9426" w="18970">
                  <a:moveTo>
                    <a:pt x="7103" y="1"/>
                  </a:moveTo>
                  <a:lnTo>
                    <a:pt x="5812" y="41"/>
                  </a:lnTo>
                  <a:lnTo>
                    <a:pt x="4480" y="142"/>
                  </a:lnTo>
                  <a:lnTo>
                    <a:pt x="3976" y="183"/>
                  </a:lnTo>
                  <a:lnTo>
                    <a:pt x="3552" y="223"/>
                  </a:lnTo>
                  <a:lnTo>
                    <a:pt x="3168" y="263"/>
                  </a:lnTo>
                  <a:lnTo>
                    <a:pt x="2805" y="324"/>
                  </a:lnTo>
                  <a:lnTo>
                    <a:pt x="2462" y="425"/>
                  </a:lnTo>
                  <a:lnTo>
                    <a:pt x="2301" y="505"/>
                  </a:lnTo>
                  <a:lnTo>
                    <a:pt x="2139" y="586"/>
                  </a:lnTo>
                  <a:lnTo>
                    <a:pt x="1958" y="667"/>
                  </a:lnTo>
                  <a:lnTo>
                    <a:pt x="1796" y="788"/>
                  </a:lnTo>
                  <a:lnTo>
                    <a:pt x="1635" y="909"/>
                  </a:lnTo>
                  <a:lnTo>
                    <a:pt x="1453" y="1070"/>
                  </a:lnTo>
                  <a:lnTo>
                    <a:pt x="1090" y="1434"/>
                  </a:lnTo>
                  <a:lnTo>
                    <a:pt x="827" y="1736"/>
                  </a:lnTo>
                  <a:lnTo>
                    <a:pt x="585" y="2059"/>
                  </a:lnTo>
                  <a:lnTo>
                    <a:pt x="404" y="2362"/>
                  </a:lnTo>
                  <a:lnTo>
                    <a:pt x="242" y="2665"/>
                  </a:lnTo>
                  <a:lnTo>
                    <a:pt x="121" y="2988"/>
                  </a:lnTo>
                  <a:lnTo>
                    <a:pt x="40" y="3290"/>
                  </a:lnTo>
                  <a:lnTo>
                    <a:pt x="0" y="3593"/>
                  </a:lnTo>
                  <a:lnTo>
                    <a:pt x="0" y="3896"/>
                  </a:lnTo>
                  <a:lnTo>
                    <a:pt x="81" y="3896"/>
                  </a:lnTo>
                  <a:lnTo>
                    <a:pt x="81" y="3593"/>
                  </a:lnTo>
                  <a:lnTo>
                    <a:pt x="121" y="3290"/>
                  </a:lnTo>
                  <a:lnTo>
                    <a:pt x="202" y="3008"/>
                  </a:lnTo>
                  <a:lnTo>
                    <a:pt x="323" y="2705"/>
                  </a:lnTo>
                  <a:lnTo>
                    <a:pt x="464" y="2402"/>
                  </a:lnTo>
                  <a:lnTo>
                    <a:pt x="666" y="2100"/>
                  </a:lnTo>
                  <a:lnTo>
                    <a:pt x="888" y="1797"/>
                  </a:lnTo>
                  <a:lnTo>
                    <a:pt x="1150" y="1474"/>
                  </a:lnTo>
                  <a:lnTo>
                    <a:pt x="1514" y="1131"/>
                  </a:lnTo>
                  <a:lnTo>
                    <a:pt x="1675" y="970"/>
                  </a:lnTo>
                  <a:lnTo>
                    <a:pt x="1837" y="848"/>
                  </a:lnTo>
                  <a:lnTo>
                    <a:pt x="2018" y="748"/>
                  </a:lnTo>
                  <a:lnTo>
                    <a:pt x="2180" y="647"/>
                  </a:lnTo>
                  <a:lnTo>
                    <a:pt x="2341" y="566"/>
                  </a:lnTo>
                  <a:lnTo>
                    <a:pt x="2502" y="505"/>
                  </a:lnTo>
                  <a:lnTo>
                    <a:pt x="2825" y="405"/>
                  </a:lnTo>
                  <a:lnTo>
                    <a:pt x="3189" y="344"/>
                  </a:lnTo>
                  <a:lnTo>
                    <a:pt x="3572" y="304"/>
                  </a:lnTo>
                  <a:lnTo>
                    <a:pt x="3996" y="263"/>
                  </a:lnTo>
                  <a:lnTo>
                    <a:pt x="4500" y="223"/>
                  </a:lnTo>
                  <a:lnTo>
                    <a:pt x="5812" y="122"/>
                  </a:lnTo>
                  <a:lnTo>
                    <a:pt x="7103" y="82"/>
                  </a:lnTo>
                  <a:lnTo>
                    <a:pt x="8355" y="82"/>
                  </a:lnTo>
                  <a:lnTo>
                    <a:pt x="9586" y="102"/>
                  </a:lnTo>
                  <a:lnTo>
                    <a:pt x="10574" y="162"/>
                  </a:lnTo>
                  <a:lnTo>
                    <a:pt x="11099" y="223"/>
                  </a:lnTo>
                  <a:lnTo>
                    <a:pt x="11664" y="283"/>
                  </a:lnTo>
                  <a:lnTo>
                    <a:pt x="12209" y="384"/>
                  </a:lnTo>
                  <a:lnTo>
                    <a:pt x="12794" y="505"/>
                  </a:lnTo>
                  <a:lnTo>
                    <a:pt x="13359" y="647"/>
                  </a:lnTo>
                  <a:lnTo>
                    <a:pt x="13945" y="828"/>
                  </a:lnTo>
                  <a:lnTo>
                    <a:pt x="14348" y="990"/>
                  </a:lnTo>
                  <a:lnTo>
                    <a:pt x="14812" y="1171"/>
                  </a:lnTo>
                  <a:lnTo>
                    <a:pt x="15276" y="1414"/>
                  </a:lnTo>
                  <a:lnTo>
                    <a:pt x="15741" y="1696"/>
                  </a:lnTo>
                  <a:lnTo>
                    <a:pt x="16205" y="2019"/>
                  </a:lnTo>
                  <a:lnTo>
                    <a:pt x="16447" y="2201"/>
                  </a:lnTo>
                  <a:lnTo>
                    <a:pt x="16669" y="2382"/>
                  </a:lnTo>
                  <a:lnTo>
                    <a:pt x="16891" y="2604"/>
                  </a:lnTo>
                  <a:lnTo>
                    <a:pt x="17113" y="2826"/>
                  </a:lnTo>
                  <a:lnTo>
                    <a:pt x="17315" y="3068"/>
                  </a:lnTo>
                  <a:lnTo>
                    <a:pt x="17516" y="3310"/>
                  </a:lnTo>
                  <a:lnTo>
                    <a:pt x="17698" y="3593"/>
                  </a:lnTo>
                  <a:lnTo>
                    <a:pt x="17880" y="3876"/>
                  </a:lnTo>
                  <a:lnTo>
                    <a:pt x="18041" y="4178"/>
                  </a:lnTo>
                  <a:lnTo>
                    <a:pt x="18182" y="4501"/>
                  </a:lnTo>
                  <a:lnTo>
                    <a:pt x="18324" y="4824"/>
                  </a:lnTo>
                  <a:lnTo>
                    <a:pt x="18445" y="5187"/>
                  </a:lnTo>
                  <a:lnTo>
                    <a:pt x="18546" y="5530"/>
                  </a:lnTo>
                  <a:lnTo>
                    <a:pt x="18646" y="5914"/>
                  </a:lnTo>
                  <a:lnTo>
                    <a:pt x="18727" y="6297"/>
                  </a:lnTo>
                  <a:lnTo>
                    <a:pt x="18788" y="6701"/>
                  </a:lnTo>
                  <a:lnTo>
                    <a:pt x="18828" y="7125"/>
                  </a:lnTo>
                  <a:lnTo>
                    <a:pt x="18868" y="7548"/>
                  </a:lnTo>
                  <a:lnTo>
                    <a:pt x="18889" y="7992"/>
                  </a:lnTo>
                  <a:lnTo>
                    <a:pt x="18889" y="8456"/>
                  </a:lnTo>
                  <a:lnTo>
                    <a:pt x="18889" y="8941"/>
                  </a:lnTo>
                  <a:lnTo>
                    <a:pt x="18868" y="9425"/>
                  </a:lnTo>
                  <a:lnTo>
                    <a:pt x="18949" y="9425"/>
                  </a:lnTo>
                  <a:lnTo>
                    <a:pt x="18969" y="8941"/>
                  </a:lnTo>
                  <a:lnTo>
                    <a:pt x="18969" y="8456"/>
                  </a:lnTo>
                  <a:lnTo>
                    <a:pt x="18969" y="7992"/>
                  </a:lnTo>
                  <a:lnTo>
                    <a:pt x="18949" y="7528"/>
                  </a:lnTo>
                  <a:lnTo>
                    <a:pt x="18909" y="7104"/>
                  </a:lnTo>
                  <a:lnTo>
                    <a:pt x="18868" y="6681"/>
                  </a:lnTo>
                  <a:lnTo>
                    <a:pt x="18788" y="6277"/>
                  </a:lnTo>
                  <a:lnTo>
                    <a:pt x="18727" y="5894"/>
                  </a:lnTo>
                  <a:lnTo>
                    <a:pt x="18626" y="5510"/>
                  </a:lnTo>
                  <a:lnTo>
                    <a:pt x="18525" y="5147"/>
                  </a:lnTo>
                  <a:lnTo>
                    <a:pt x="18404" y="4804"/>
                  </a:lnTo>
                  <a:lnTo>
                    <a:pt x="18263" y="4461"/>
                  </a:lnTo>
                  <a:lnTo>
                    <a:pt x="18102" y="4138"/>
                  </a:lnTo>
                  <a:lnTo>
                    <a:pt x="17940" y="3835"/>
                  </a:lnTo>
                  <a:lnTo>
                    <a:pt x="17759" y="3553"/>
                  </a:lnTo>
                  <a:lnTo>
                    <a:pt x="17577" y="3270"/>
                  </a:lnTo>
                  <a:lnTo>
                    <a:pt x="17375" y="3008"/>
                  </a:lnTo>
                  <a:lnTo>
                    <a:pt x="17173" y="2766"/>
                  </a:lnTo>
                  <a:lnTo>
                    <a:pt x="16951" y="2544"/>
                  </a:lnTo>
                  <a:lnTo>
                    <a:pt x="16729" y="2322"/>
                  </a:lnTo>
                  <a:lnTo>
                    <a:pt x="16507" y="2140"/>
                  </a:lnTo>
                  <a:lnTo>
                    <a:pt x="16265" y="1958"/>
                  </a:lnTo>
                  <a:lnTo>
                    <a:pt x="15781" y="1615"/>
                  </a:lnTo>
                  <a:lnTo>
                    <a:pt x="15317" y="1333"/>
                  </a:lnTo>
                  <a:lnTo>
                    <a:pt x="14832" y="1111"/>
                  </a:lnTo>
                  <a:lnTo>
                    <a:pt x="14388" y="909"/>
                  </a:lnTo>
                  <a:lnTo>
                    <a:pt x="13965" y="748"/>
                  </a:lnTo>
                  <a:lnTo>
                    <a:pt x="13400" y="566"/>
                  </a:lnTo>
                  <a:lnTo>
                    <a:pt x="12814" y="425"/>
                  </a:lnTo>
                  <a:lnTo>
                    <a:pt x="12229" y="304"/>
                  </a:lnTo>
                  <a:lnTo>
                    <a:pt x="11664" y="223"/>
                  </a:lnTo>
                  <a:lnTo>
                    <a:pt x="11119" y="142"/>
                  </a:lnTo>
                  <a:lnTo>
                    <a:pt x="10574" y="82"/>
                  </a:lnTo>
                  <a:lnTo>
                    <a:pt x="9586" y="21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2"/>
            <p:cNvSpPr/>
            <p:nvPr/>
          </p:nvSpPr>
          <p:spPr>
            <a:xfrm flipH="1">
              <a:off x="-3364577" y="-5090390"/>
              <a:ext cx="1339208" cy="816864"/>
            </a:xfrm>
            <a:custGeom>
              <a:rect b="b" l="l" r="r" t="t"/>
              <a:pathLst>
                <a:path extrusionOk="0" h="14611" w="23954">
                  <a:moveTo>
                    <a:pt x="8637" y="0"/>
                  </a:moveTo>
                  <a:lnTo>
                    <a:pt x="7870" y="41"/>
                  </a:lnTo>
                  <a:lnTo>
                    <a:pt x="7083" y="81"/>
                  </a:lnTo>
                  <a:lnTo>
                    <a:pt x="6296" y="162"/>
                  </a:lnTo>
                  <a:lnTo>
                    <a:pt x="5509" y="243"/>
                  </a:lnTo>
                  <a:lnTo>
                    <a:pt x="5065" y="303"/>
                  </a:lnTo>
                  <a:lnTo>
                    <a:pt x="4601" y="384"/>
                  </a:lnTo>
                  <a:lnTo>
                    <a:pt x="4097" y="485"/>
                  </a:lnTo>
                  <a:lnTo>
                    <a:pt x="3592" y="626"/>
                  </a:lnTo>
                  <a:lnTo>
                    <a:pt x="3067" y="787"/>
                  </a:lnTo>
                  <a:lnTo>
                    <a:pt x="2563" y="1009"/>
                  </a:lnTo>
                  <a:lnTo>
                    <a:pt x="2321" y="1131"/>
                  </a:lnTo>
                  <a:lnTo>
                    <a:pt x="2079" y="1252"/>
                  </a:lnTo>
                  <a:lnTo>
                    <a:pt x="1836" y="1393"/>
                  </a:lnTo>
                  <a:lnTo>
                    <a:pt x="1614" y="1554"/>
                  </a:lnTo>
                  <a:lnTo>
                    <a:pt x="1392" y="1716"/>
                  </a:lnTo>
                  <a:lnTo>
                    <a:pt x="1191" y="1897"/>
                  </a:lnTo>
                  <a:lnTo>
                    <a:pt x="1009" y="2079"/>
                  </a:lnTo>
                  <a:lnTo>
                    <a:pt x="827" y="2261"/>
                  </a:lnTo>
                  <a:lnTo>
                    <a:pt x="686" y="2462"/>
                  </a:lnTo>
                  <a:lnTo>
                    <a:pt x="545" y="2664"/>
                  </a:lnTo>
                  <a:lnTo>
                    <a:pt x="404" y="2866"/>
                  </a:lnTo>
                  <a:lnTo>
                    <a:pt x="303" y="3088"/>
                  </a:lnTo>
                  <a:lnTo>
                    <a:pt x="222" y="3330"/>
                  </a:lnTo>
                  <a:lnTo>
                    <a:pt x="141" y="3552"/>
                  </a:lnTo>
                  <a:lnTo>
                    <a:pt x="81" y="3814"/>
                  </a:lnTo>
                  <a:lnTo>
                    <a:pt x="40" y="4057"/>
                  </a:lnTo>
                  <a:lnTo>
                    <a:pt x="0" y="4319"/>
                  </a:lnTo>
                  <a:lnTo>
                    <a:pt x="0" y="4581"/>
                  </a:lnTo>
                  <a:lnTo>
                    <a:pt x="0" y="4864"/>
                  </a:lnTo>
                  <a:lnTo>
                    <a:pt x="20" y="5146"/>
                  </a:lnTo>
                  <a:lnTo>
                    <a:pt x="81" y="5611"/>
                  </a:lnTo>
                  <a:lnTo>
                    <a:pt x="182" y="6095"/>
                  </a:lnTo>
                  <a:lnTo>
                    <a:pt x="303" y="6559"/>
                  </a:lnTo>
                  <a:lnTo>
                    <a:pt x="424" y="7023"/>
                  </a:lnTo>
                  <a:lnTo>
                    <a:pt x="565" y="7588"/>
                  </a:lnTo>
                  <a:lnTo>
                    <a:pt x="706" y="8173"/>
                  </a:lnTo>
                  <a:lnTo>
                    <a:pt x="767" y="8537"/>
                  </a:lnTo>
                  <a:lnTo>
                    <a:pt x="827" y="8920"/>
                  </a:lnTo>
                  <a:lnTo>
                    <a:pt x="868" y="9324"/>
                  </a:lnTo>
                  <a:lnTo>
                    <a:pt x="888" y="9707"/>
                  </a:lnTo>
                  <a:lnTo>
                    <a:pt x="908" y="10090"/>
                  </a:lnTo>
                  <a:lnTo>
                    <a:pt x="888" y="10474"/>
                  </a:lnTo>
                  <a:lnTo>
                    <a:pt x="868" y="10857"/>
                  </a:lnTo>
                  <a:lnTo>
                    <a:pt x="827" y="11241"/>
                  </a:lnTo>
                  <a:lnTo>
                    <a:pt x="807" y="11483"/>
                  </a:lnTo>
                  <a:lnTo>
                    <a:pt x="767" y="11765"/>
                  </a:lnTo>
                  <a:lnTo>
                    <a:pt x="747" y="12068"/>
                  </a:lnTo>
                  <a:lnTo>
                    <a:pt x="747" y="12351"/>
                  </a:lnTo>
                  <a:lnTo>
                    <a:pt x="767" y="12653"/>
                  </a:lnTo>
                  <a:lnTo>
                    <a:pt x="807" y="12815"/>
                  </a:lnTo>
                  <a:lnTo>
                    <a:pt x="848" y="12976"/>
                  </a:lnTo>
                  <a:lnTo>
                    <a:pt x="928" y="13138"/>
                  </a:lnTo>
                  <a:lnTo>
                    <a:pt x="1029" y="13299"/>
                  </a:lnTo>
                  <a:lnTo>
                    <a:pt x="1130" y="13440"/>
                  </a:lnTo>
                  <a:lnTo>
                    <a:pt x="1271" y="13561"/>
                  </a:lnTo>
                  <a:lnTo>
                    <a:pt x="1433" y="13662"/>
                  </a:lnTo>
                  <a:lnTo>
                    <a:pt x="1614" y="13723"/>
                  </a:lnTo>
                  <a:lnTo>
                    <a:pt x="1715" y="13763"/>
                  </a:lnTo>
                  <a:lnTo>
                    <a:pt x="2058" y="13763"/>
                  </a:lnTo>
                  <a:lnTo>
                    <a:pt x="2280" y="13723"/>
                  </a:lnTo>
                  <a:lnTo>
                    <a:pt x="2502" y="13683"/>
                  </a:lnTo>
                  <a:lnTo>
                    <a:pt x="3794" y="13420"/>
                  </a:lnTo>
                  <a:lnTo>
                    <a:pt x="4419" y="13299"/>
                  </a:lnTo>
                  <a:lnTo>
                    <a:pt x="5065" y="13198"/>
                  </a:lnTo>
                  <a:lnTo>
                    <a:pt x="5691" y="13118"/>
                  </a:lnTo>
                  <a:lnTo>
                    <a:pt x="6337" y="13057"/>
                  </a:lnTo>
                  <a:lnTo>
                    <a:pt x="6962" y="13037"/>
                  </a:lnTo>
                  <a:lnTo>
                    <a:pt x="7588" y="13037"/>
                  </a:lnTo>
                  <a:lnTo>
                    <a:pt x="8133" y="13077"/>
                  </a:lnTo>
                  <a:lnTo>
                    <a:pt x="8657" y="13138"/>
                  </a:lnTo>
                  <a:lnTo>
                    <a:pt x="9202" y="13218"/>
                  </a:lnTo>
                  <a:lnTo>
                    <a:pt x="9747" y="13319"/>
                  </a:lnTo>
                  <a:lnTo>
                    <a:pt x="10796" y="13561"/>
                  </a:lnTo>
                  <a:lnTo>
                    <a:pt x="11846" y="13824"/>
                  </a:lnTo>
                  <a:lnTo>
                    <a:pt x="13218" y="14167"/>
                  </a:lnTo>
                  <a:lnTo>
                    <a:pt x="13924" y="14328"/>
                  </a:lnTo>
                  <a:lnTo>
                    <a:pt x="14610" y="14449"/>
                  </a:lnTo>
                  <a:lnTo>
                    <a:pt x="15095" y="14530"/>
                  </a:lnTo>
                  <a:lnTo>
                    <a:pt x="15559" y="14570"/>
                  </a:lnTo>
                  <a:lnTo>
                    <a:pt x="16023" y="14611"/>
                  </a:lnTo>
                  <a:lnTo>
                    <a:pt x="16871" y="14611"/>
                  </a:lnTo>
                  <a:lnTo>
                    <a:pt x="17274" y="14570"/>
                  </a:lnTo>
                  <a:lnTo>
                    <a:pt x="17658" y="14530"/>
                  </a:lnTo>
                  <a:lnTo>
                    <a:pt x="18021" y="14449"/>
                  </a:lnTo>
                  <a:lnTo>
                    <a:pt x="18485" y="14328"/>
                  </a:lnTo>
                  <a:lnTo>
                    <a:pt x="18909" y="14187"/>
                  </a:lnTo>
                  <a:lnTo>
                    <a:pt x="19312" y="14005"/>
                  </a:lnTo>
                  <a:lnTo>
                    <a:pt x="19676" y="13783"/>
                  </a:lnTo>
                  <a:lnTo>
                    <a:pt x="20039" y="13541"/>
                  </a:lnTo>
                  <a:lnTo>
                    <a:pt x="20341" y="13279"/>
                  </a:lnTo>
                  <a:lnTo>
                    <a:pt x="20644" y="12976"/>
                  </a:lnTo>
                  <a:lnTo>
                    <a:pt x="20886" y="12674"/>
                  </a:lnTo>
                  <a:lnTo>
                    <a:pt x="21028" y="12472"/>
                  </a:lnTo>
                  <a:lnTo>
                    <a:pt x="21149" y="12270"/>
                  </a:lnTo>
                  <a:lnTo>
                    <a:pt x="21250" y="12048"/>
                  </a:lnTo>
                  <a:lnTo>
                    <a:pt x="21350" y="11846"/>
                  </a:lnTo>
                  <a:lnTo>
                    <a:pt x="21512" y="11402"/>
                  </a:lnTo>
                  <a:lnTo>
                    <a:pt x="21633" y="10958"/>
                  </a:lnTo>
                  <a:lnTo>
                    <a:pt x="21734" y="10494"/>
                  </a:lnTo>
                  <a:lnTo>
                    <a:pt x="21794" y="10030"/>
                  </a:lnTo>
                  <a:lnTo>
                    <a:pt x="21835" y="9586"/>
                  </a:lnTo>
                  <a:lnTo>
                    <a:pt x="21875" y="9142"/>
                  </a:lnTo>
                  <a:lnTo>
                    <a:pt x="21794" y="9142"/>
                  </a:lnTo>
                  <a:lnTo>
                    <a:pt x="21754" y="9586"/>
                  </a:lnTo>
                  <a:lnTo>
                    <a:pt x="21714" y="10030"/>
                  </a:lnTo>
                  <a:lnTo>
                    <a:pt x="21653" y="10474"/>
                  </a:lnTo>
                  <a:lnTo>
                    <a:pt x="21552" y="10918"/>
                  </a:lnTo>
                  <a:lnTo>
                    <a:pt x="21431" y="11362"/>
                  </a:lnTo>
                  <a:lnTo>
                    <a:pt x="21270" y="11806"/>
                  </a:lnTo>
                  <a:lnTo>
                    <a:pt x="21189" y="12008"/>
                  </a:lnTo>
                  <a:lnTo>
                    <a:pt x="21068" y="12230"/>
                  </a:lnTo>
                  <a:lnTo>
                    <a:pt x="20947" y="12431"/>
                  </a:lnTo>
                  <a:lnTo>
                    <a:pt x="20826" y="12613"/>
                  </a:lnTo>
                  <a:lnTo>
                    <a:pt x="20584" y="12936"/>
                  </a:lnTo>
                  <a:lnTo>
                    <a:pt x="20301" y="13218"/>
                  </a:lnTo>
                  <a:lnTo>
                    <a:pt x="19978" y="13481"/>
                  </a:lnTo>
                  <a:lnTo>
                    <a:pt x="19635" y="13723"/>
                  </a:lnTo>
                  <a:lnTo>
                    <a:pt x="19272" y="13925"/>
                  </a:lnTo>
                  <a:lnTo>
                    <a:pt x="18868" y="14106"/>
                  </a:lnTo>
                  <a:lnTo>
                    <a:pt x="18445" y="14248"/>
                  </a:lnTo>
                  <a:lnTo>
                    <a:pt x="18001" y="14369"/>
                  </a:lnTo>
                  <a:lnTo>
                    <a:pt x="17637" y="14449"/>
                  </a:lnTo>
                  <a:lnTo>
                    <a:pt x="17254" y="14490"/>
                  </a:lnTo>
                  <a:lnTo>
                    <a:pt x="16871" y="14530"/>
                  </a:lnTo>
                  <a:lnTo>
                    <a:pt x="16023" y="14530"/>
                  </a:lnTo>
                  <a:lnTo>
                    <a:pt x="15579" y="14490"/>
                  </a:lnTo>
                  <a:lnTo>
                    <a:pt x="15115" y="14449"/>
                  </a:lnTo>
                  <a:lnTo>
                    <a:pt x="14631" y="14369"/>
                  </a:lnTo>
                  <a:lnTo>
                    <a:pt x="13924" y="14248"/>
                  </a:lnTo>
                  <a:lnTo>
                    <a:pt x="13238" y="14086"/>
                  </a:lnTo>
                  <a:lnTo>
                    <a:pt x="11866" y="13743"/>
                  </a:lnTo>
                  <a:lnTo>
                    <a:pt x="10817" y="13481"/>
                  </a:lnTo>
                  <a:lnTo>
                    <a:pt x="9747" y="13239"/>
                  </a:lnTo>
                  <a:lnTo>
                    <a:pt x="9222" y="13138"/>
                  </a:lnTo>
                  <a:lnTo>
                    <a:pt x="8677" y="13057"/>
                  </a:lnTo>
                  <a:lnTo>
                    <a:pt x="8133" y="12996"/>
                  </a:lnTo>
                  <a:lnTo>
                    <a:pt x="7588" y="12956"/>
                  </a:lnTo>
                  <a:lnTo>
                    <a:pt x="6962" y="12956"/>
                  </a:lnTo>
                  <a:lnTo>
                    <a:pt x="6316" y="12976"/>
                  </a:lnTo>
                  <a:lnTo>
                    <a:pt x="5691" y="13037"/>
                  </a:lnTo>
                  <a:lnTo>
                    <a:pt x="5065" y="13118"/>
                  </a:lnTo>
                  <a:lnTo>
                    <a:pt x="4419" y="13218"/>
                  </a:lnTo>
                  <a:lnTo>
                    <a:pt x="3774" y="13339"/>
                  </a:lnTo>
                  <a:lnTo>
                    <a:pt x="2482" y="13602"/>
                  </a:lnTo>
                  <a:lnTo>
                    <a:pt x="2280" y="13642"/>
                  </a:lnTo>
                  <a:lnTo>
                    <a:pt x="2058" y="13683"/>
                  </a:lnTo>
                  <a:lnTo>
                    <a:pt x="1735" y="13683"/>
                  </a:lnTo>
                  <a:lnTo>
                    <a:pt x="1635" y="13662"/>
                  </a:lnTo>
                  <a:lnTo>
                    <a:pt x="1453" y="13582"/>
                  </a:lnTo>
                  <a:lnTo>
                    <a:pt x="1312" y="13501"/>
                  </a:lnTo>
                  <a:lnTo>
                    <a:pt x="1191" y="13380"/>
                  </a:lnTo>
                  <a:lnTo>
                    <a:pt x="1090" y="13239"/>
                  </a:lnTo>
                  <a:lnTo>
                    <a:pt x="989" y="13097"/>
                  </a:lnTo>
                  <a:lnTo>
                    <a:pt x="928" y="12936"/>
                  </a:lnTo>
                  <a:lnTo>
                    <a:pt x="888" y="12795"/>
                  </a:lnTo>
                  <a:lnTo>
                    <a:pt x="848" y="12633"/>
                  </a:lnTo>
                  <a:lnTo>
                    <a:pt x="827" y="12351"/>
                  </a:lnTo>
                  <a:lnTo>
                    <a:pt x="827" y="12068"/>
                  </a:lnTo>
                  <a:lnTo>
                    <a:pt x="848" y="11765"/>
                  </a:lnTo>
                  <a:lnTo>
                    <a:pt x="888" y="11483"/>
                  </a:lnTo>
                  <a:lnTo>
                    <a:pt x="908" y="11261"/>
                  </a:lnTo>
                  <a:lnTo>
                    <a:pt x="948" y="10857"/>
                  </a:lnTo>
                  <a:lnTo>
                    <a:pt x="969" y="10474"/>
                  </a:lnTo>
                  <a:lnTo>
                    <a:pt x="989" y="10090"/>
                  </a:lnTo>
                  <a:lnTo>
                    <a:pt x="969" y="9707"/>
                  </a:lnTo>
                  <a:lnTo>
                    <a:pt x="948" y="9303"/>
                  </a:lnTo>
                  <a:lnTo>
                    <a:pt x="908" y="8920"/>
                  </a:lnTo>
                  <a:lnTo>
                    <a:pt x="848" y="8537"/>
                  </a:lnTo>
                  <a:lnTo>
                    <a:pt x="787" y="8153"/>
                  </a:lnTo>
                  <a:lnTo>
                    <a:pt x="646" y="7568"/>
                  </a:lnTo>
                  <a:lnTo>
                    <a:pt x="505" y="7003"/>
                  </a:lnTo>
                  <a:lnTo>
                    <a:pt x="383" y="6539"/>
                  </a:lnTo>
                  <a:lnTo>
                    <a:pt x="262" y="6075"/>
                  </a:lnTo>
                  <a:lnTo>
                    <a:pt x="161" y="5611"/>
                  </a:lnTo>
                  <a:lnTo>
                    <a:pt x="101" y="5126"/>
                  </a:lnTo>
                  <a:lnTo>
                    <a:pt x="81" y="4844"/>
                  </a:lnTo>
                  <a:lnTo>
                    <a:pt x="81" y="4581"/>
                  </a:lnTo>
                  <a:lnTo>
                    <a:pt x="81" y="4319"/>
                  </a:lnTo>
                  <a:lnTo>
                    <a:pt x="121" y="4077"/>
                  </a:lnTo>
                  <a:lnTo>
                    <a:pt x="161" y="3835"/>
                  </a:lnTo>
                  <a:lnTo>
                    <a:pt x="222" y="3593"/>
                  </a:lnTo>
                  <a:lnTo>
                    <a:pt x="283" y="3350"/>
                  </a:lnTo>
                  <a:lnTo>
                    <a:pt x="383" y="3128"/>
                  </a:lnTo>
                  <a:lnTo>
                    <a:pt x="484" y="2906"/>
                  </a:lnTo>
                  <a:lnTo>
                    <a:pt x="605" y="2705"/>
                  </a:lnTo>
                  <a:lnTo>
                    <a:pt x="747" y="2503"/>
                  </a:lnTo>
                  <a:lnTo>
                    <a:pt x="888" y="2301"/>
                  </a:lnTo>
                  <a:lnTo>
                    <a:pt x="1070" y="2119"/>
                  </a:lnTo>
                  <a:lnTo>
                    <a:pt x="1251" y="1938"/>
                  </a:lnTo>
                  <a:lnTo>
                    <a:pt x="1453" y="1776"/>
                  </a:lnTo>
                  <a:lnTo>
                    <a:pt x="1655" y="1615"/>
                  </a:lnTo>
                  <a:lnTo>
                    <a:pt x="1897" y="1453"/>
                  </a:lnTo>
                  <a:lnTo>
                    <a:pt x="2119" y="1332"/>
                  </a:lnTo>
                  <a:lnTo>
                    <a:pt x="2361" y="1191"/>
                  </a:lnTo>
                  <a:lnTo>
                    <a:pt x="2603" y="1070"/>
                  </a:lnTo>
                  <a:lnTo>
                    <a:pt x="3108" y="868"/>
                  </a:lnTo>
                  <a:lnTo>
                    <a:pt x="3612" y="707"/>
                  </a:lnTo>
                  <a:lnTo>
                    <a:pt x="4117" y="565"/>
                  </a:lnTo>
                  <a:lnTo>
                    <a:pt x="4621" y="465"/>
                  </a:lnTo>
                  <a:lnTo>
                    <a:pt x="5085" y="384"/>
                  </a:lnTo>
                  <a:lnTo>
                    <a:pt x="5529" y="323"/>
                  </a:lnTo>
                  <a:lnTo>
                    <a:pt x="6316" y="243"/>
                  </a:lnTo>
                  <a:lnTo>
                    <a:pt x="7083" y="162"/>
                  </a:lnTo>
                  <a:lnTo>
                    <a:pt x="7870" y="122"/>
                  </a:lnTo>
                  <a:lnTo>
                    <a:pt x="8637" y="81"/>
                  </a:lnTo>
                  <a:lnTo>
                    <a:pt x="10171" y="81"/>
                  </a:lnTo>
                  <a:lnTo>
                    <a:pt x="10938" y="101"/>
                  </a:lnTo>
                  <a:lnTo>
                    <a:pt x="11704" y="142"/>
                  </a:lnTo>
                  <a:lnTo>
                    <a:pt x="12451" y="202"/>
                  </a:lnTo>
                  <a:lnTo>
                    <a:pt x="13218" y="283"/>
                  </a:lnTo>
                  <a:lnTo>
                    <a:pt x="13965" y="364"/>
                  </a:lnTo>
                  <a:lnTo>
                    <a:pt x="14711" y="485"/>
                  </a:lnTo>
                  <a:lnTo>
                    <a:pt x="15458" y="606"/>
                  </a:lnTo>
                  <a:lnTo>
                    <a:pt x="16225" y="767"/>
                  </a:lnTo>
                  <a:lnTo>
                    <a:pt x="16971" y="929"/>
                  </a:lnTo>
                  <a:lnTo>
                    <a:pt x="17718" y="1110"/>
                  </a:lnTo>
                  <a:lnTo>
                    <a:pt x="18445" y="1312"/>
                  </a:lnTo>
                  <a:lnTo>
                    <a:pt x="19191" y="1554"/>
                  </a:lnTo>
                  <a:lnTo>
                    <a:pt x="19554" y="1675"/>
                  </a:lnTo>
                  <a:lnTo>
                    <a:pt x="19938" y="1817"/>
                  </a:lnTo>
                  <a:lnTo>
                    <a:pt x="20301" y="1978"/>
                  </a:lnTo>
                  <a:lnTo>
                    <a:pt x="20644" y="2140"/>
                  </a:lnTo>
                  <a:lnTo>
                    <a:pt x="20987" y="2321"/>
                  </a:lnTo>
                  <a:lnTo>
                    <a:pt x="21330" y="2523"/>
                  </a:lnTo>
                  <a:lnTo>
                    <a:pt x="21653" y="2745"/>
                  </a:lnTo>
                  <a:lnTo>
                    <a:pt x="21956" y="2967"/>
                  </a:lnTo>
                  <a:lnTo>
                    <a:pt x="22259" y="3229"/>
                  </a:lnTo>
                  <a:lnTo>
                    <a:pt x="22541" y="3492"/>
                  </a:lnTo>
                  <a:lnTo>
                    <a:pt x="22783" y="3794"/>
                  </a:lnTo>
                  <a:lnTo>
                    <a:pt x="23025" y="4097"/>
                  </a:lnTo>
                  <a:lnTo>
                    <a:pt x="23207" y="4380"/>
                  </a:lnTo>
                  <a:lnTo>
                    <a:pt x="23368" y="4682"/>
                  </a:lnTo>
                  <a:lnTo>
                    <a:pt x="23510" y="4965"/>
                  </a:lnTo>
                  <a:lnTo>
                    <a:pt x="23611" y="5288"/>
                  </a:lnTo>
                  <a:lnTo>
                    <a:pt x="23712" y="5611"/>
                  </a:lnTo>
                  <a:lnTo>
                    <a:pt x="23792" y="5933"/>
                  </a:lnTo>
                  <a:lnTo>
                    <a:pt x="23833" y="6256"/>
                  </a:lnTo>
                  <a:lnTo>
                    <a:pt x="23873" y="6579"/>
                  </a:lnTo>
                  <a:lnTo>
                    <a:pt x="23873" y="6922"/>
                  </a:lnTo>
                  <a:lnTo>
                    <a:pt x="23873" y="7245"/>
                  </a:lnTo>
                  <a:lnTo>
                    <a:pt x="23833" y="7588"/>
                  </a:lnTo>
                  <a:lnTo>
                    <a:pt x="23772" y="7911"/>
                  </a:lnTo>
                  <a:lnTo>
                    <a:pt x="23712" y="8234"/>
                  </a:lnTo>
                  <a:lnTo>
                    <a:pt x="23611" y="8537"/>
                  </a:lnTo>
                  <a:lnTo>
                    <a:pt x="23490" y="8860"/>
                  </a:lnTo>
                  <a:lnTo>
                    <a:pt x="23328" y="9162"/>
                  </a:lnTo>
                  <a:lnTo>
                    <a:pt x="23409" y="9182"/>
                  </a:lnTo>
                  <a:lnTo>
                    <a:pt x="23550" y="8880"/>
                  </a:lnTo>
                  <a:lnTo>
                    <a:pt x="23671" y="8577"/>
                  </a:lnTo>
                  <a:lnTo>
                    <a:pt x="23772" y="8254"/>
                  </a:lnTo>
                  <a:lnTo>
                    <a:pt x="23853" y="7931"/>
                  </a:lnTo>
                  <a:lnTo>
                    <a:pt x="23913" y="7588"/>
                  </a:lnTo>
                  <a:lnTo>
                    <a:pt x="23954" y="7265"/>
                  </a:lnTo>
                  <a:lnTo>
                    <a:pt x="23954" y="6922"/>
                  </a:lnTo>
                  <a:lnTo>
                    <a:pt x="23954" y="6579"/>
                  </a:lnTo>
                  <a:lnTo>
                    <a:pt x="23913" y="6236"/>
                  </a:lnTo>
                  <a:lnTo>
                    <a:pt x="23873" y="5913"/>
                  </a:lnTo>
                  <a:lnTo>
                    <a:pt x="23792" y="5590"/>
                  </a:lnTo>
                  <a:lnTo>
                    <a:pt x="23691" y="5267"/>
                  </a:lnTo>
                  <a:lnTo>
                    <a:pt x="23570" y="4945"/>
                  </a:lnTo>
                  <a:lnTo>
                    <a:pt x="23429" y="4642"/>
                  </a:lnTo>
                  <a:lnTo>
                    <a:pt x="23268" y="4339"/>
                  </a:lnTo>
                  <a:lnTo>
                    <a:pt x="23086" y="4057"/>
                  </a:lnTo>
                  <a:lnTo>
                    <a:pt x="22844" y="3734"/>
                  </a:lnTo>
                  <a:lnTo>
                    <a:pt x="22602" y="3451"/>
                  </a:lnTo>
                  <a:lnTo>
                    <a:pt x="22319" y="3169"/>
                  </a:lnTo>
                  <a:lnTo>
                    <a:pt x="22016" y="2906"/>
                  </a:lnTo>
                  <a:lnTo>
                    <a:pt x="21694" y="2684"/>
                  </a:lnTo>
                  <a:lnTo>
                    <a:pt x="21371" y="2462"/>
                  </a:lnTo>
                  <a:lnTo>
                    <a:pt x="21048" y="2261"/>
                  </a:lnTo>
                  <a:lnTo>
                    <a:pt x="20685" y="2079"/>
                  </a:lnTo>
                  <a:lnTo>
                    <a:pt x="20341" y="1897"/>
                  </a:lnTo>
                  <a:lnTo>
                    <a:pt x="19978" y="1756"/>
                  </a:lnTo>
                  <a:lnTo>
                    <a:pt x="19595" y="1595"/>
                  </a:lnTo>
                  <a:lnTo>
                    <a:pt x="19232" y="1474"/>
                  </a:lnTo>
                  <a:lnTo>
                    <a:pt x="18465" y="1231"/>
                  </a:lnTo>
                  <a:lnTo>
                    <a:pt x="17738" y="1030"/>
                  </a:lnTo>
                  <a:lnTo>
                    <a:pt x="16971" y="848"/>
                  </a:lnTo>
                  <a:lnTo>
                    <a:pt x="16225" y="687"/>
                  </a:lnTo>
                  <a:lnTo>
                    <a:pt x="15478" y="545"/>
                  </a:lnTo>
                  <a:lnTo>
                    <a:pt x="14731" y="404"/>
                  </a:lnTo>
                  <a:lnTo>
                    <a:pt x="13985" y="283"/>
                  </a:lnTo>
                  <a:lnTo>
                    <a:pt x="13218" y="202"/>
                  </a:lnTo>
                  <a:lnTo>
                    <a:pt x="12471" y="122"/>
                  </a:lnTo>
                  <a:lnTo>
                    <a:pt x="11704" y="61"/>
                  </a:lnTo>
                  <a:lnTo>
                    <a:pt x="10938" y="21"/>
                  </a:lnTo>
                  <a:lnTo>
                    <a:pt x="10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42"/>
            <p:cNvSpPr/>
            <p:nvPr/>
          </p:nvSpPr>
          <p:spPr>
            <a:xfrm flipH="1">
              <a:off x="-3334104" y="-4888456"/>
              <a:ext cx="1145153" cy="459224"/>
            </a:xfrm>
            <a:custGeom>
              <a:rect b="b" l="l" r="r" t="t"/>
              <a:pathLst>
                <a:path extrusionOk="0" h="8214" w="20483">
                  <a:moveTo>
                    <a:pt x="0" y="1"/>
                  </a:moveTo>
                  <a:lnTo>
                    <a:pt x="20" y="182"/>
                  </a:lnTo>
                  <a:lnTo>
                    <a:pt x="40" y="384"/>
                  </a:lnTo>
                  <a:lnTo>
                    <a:pt x="141" y="768"/>
                  </a:lnTo>
                  <a:lnTo>
                    <a:pt x="283" y="1131"/>
                  </a:lnTo>
                  <a:lnTo>
                    <a:pt x="424" y="1494"/>
                  </a:lnTo>
                  <a:lnTo>
                    <a:pt x="585" y="1877"/>
                  </a:lnTo>
                  <a:lnTo>
                    <a:pt x="727" y="2261"/>
                  </a:lnTo>
                  <a:lnTo>
                    <a:pt x="787" y="2463"/>
                  </a:lnTo>
                  <a:lnTo>
                    <a:pt x="827" y="2664"/>
                  </a:lnTo>
                  <a:lnTo>
                    <a:pt x="848" y="2886"/>
                  </a:lnTo>
                  <a:lnTo>
                    <a:pt x="868" y="3088"/>
                  </a:lnTo>
                  <a:lnTo>
                    <a:pt x="848" y="3330"/>
                  </a:lnTo>
                  <a:lnTo>
                    <a:pt x="807" y="3573"/>
                  </a:lnTo>
                  <a:lnTo>
                    <a:pt x="686" y="4057"/>
                  </a:lnTo>
                  <a:lnTo>
                    <a:pt x="585" y="4460"/>
                  </a:lnTo>
                  <a:lnTo>
                    <a:pt x="545" y="4662"/>
                  </a:lnTo>
                  <a:lnTo>
                    <a:pt x="525" y="4864"/>
                  </a:lnTo>
                  <a:lnTo>
                    <a:pt x="525" y="5066"/>
                  </a:lnTo>
                  <a:lnTo>
                    <a:pt x="525" y="5248"/>
                  </a:lnTo>
                  <a:lnTo>
                    <a:pt x="565" y="5449"/>
                  </a:lnTo>
                  <a:lnTo>
                    <a:pt x="646" y="5631"/>
                  </a:lnTo>
                  <a:lnTo>
                    <a:pt x="706" y="5752"/>
                  </a:lnTo>
                  <a:lnTo>
                    <a:pt x="767" y="5873"/>
                  </a:lnTo>
                  <a:lnTo>
                    <a:pt x="848" y="5974"/>
                  </a:lnTo>
                  <a:lnTo>
                    <a:pt x="949" y="6075"/>
                  </a:lnTo>
                  <a:lnTo>
                    <a:pt x="1049" y="6156"/>
                  </a:lnTo>
                  <a:lnTo>
                    <a:pt x="1171" y="6236"/>
                  </a:lnTo>
                  <a:lnTo>
                    <a:pt x="1453" y="6378"/>
                  </a:lnTo>
                  <a:lnTo>
                    <a:pt x="1756" y="6478"/>
                  </a:lnTo>
                  <a:lnTo>
                    <a:pt x="2139" y="6559"/>
                  </a:lnTo>
                  <a:lnTo>
                    <a:pt x="2543" y="6600"/>
                  </a:lnTo>
                  <a:lnTo>
                    <a:pt x="3007" y="6620"/>
                  </a:lnTo>
                  <a:lnTo>
                    <a:pt x="4682" y="6600"/>
                  </a:lnTo>
                  <a:lnTo>
                    <a:pt x="7426" y="6600"/>
                  </a:lnTo>
                  <a:lnTo>
                    <a:pt x="8334" y="6640"/>
                  </a:lnTo>
                  <a:lnTo>
                    <a:pt x="9243" y="6721"/>
                  </a:lnTo>
                  <a:lnTo>
                    <a:pt x="10151" y="6822"/>
                  </a:lnTo>
                  <a:lnTo>
                    <a:pt x="10595" y="6902"/>
                  </a:lnTo>
                  <a:lnTo>
                    <a:pt x="11059" y="6983"/>
                  </a:lnTo>
                  <a:lnTo>
                    <a:pt x="11503" y="7084"/>
                  </a:lnTo>
                  <a:lnTo>
                    <a:pt x="11927" y="7205"/>
                  </a:lnTo>
                  <a:lnTo>
                    <a:pt x="12512" y="7387"/>
                  </a:lnTo>
                  <a:lnTo>
                    <a:pt x="13077" y="7568"/>
                  </a:lnTo>
                  <a:lnTo>
                    <a:pt x="13803" y="7790"/>
                  </a:lnTo>
                  <a:lnTo>
                    <a:pt x="14167" y="7911"/>
                  </a:lnTo>
                  <a:lnTo>
                    <a:pt x="14550" y="8012"/>
                  </a:lnTo>
                  <a:lnTo>
                    <a:pt x="14913" y="8093"/>
                  </a:lnTo>
                  <a:lnTo>
                    <a:pt x="15297" y="8153"/>
                  </a:lnTo>
                  <a:lnTo>
                    <a:pt x="15680" y="8194"/>
                  </a:lnTo>
                  <a:lnTo>
                    <a:pt x="16063" y="8214"/>
                  </a:lnTo>
                  <a:lnTo>
                    <a:pt x="16427" y="8214"/>
                  </a:lnTo>
                  <a:lnTo>
                    <a:pt x="16770" y="8174"/>
                  </a:lnTo>
                  <a:lnTo>
                    <a:pt x="17093" y="8113"/>
                  </a:lnTo>
                  <a:lnTo>
                    <a:pt x="17415" y="8032"/>
                  </a:lnTo>
                  <a:lnTo>
                    <a:pt x="17738" y="7931"/>
                  </a:lnTo>
                  <a:lnTo>
                    <a:pt x="18061" y="7810"/>
                  </a:lnTo>
                  <a:lnTo>
                    <a:pt x="18364" y="7649"/>
                  </a:lnTo>
                  <a:lnTo>
                    <a:pt x="18646" y="7488"/>
                  </a:lnTo>
                  <a:lnTo>
                    <a:pt x="18929" y="7306"/>
                  </a:lnTo>
                  <a:lnTo>
                    <a:pt x="19191" y="7104"/>
                  </a:lnTo>
                  <a:lnTo>
                    <a:pt x="19454" y="6902"/>
                  </a:lnTo>
                  <a:lnTo>
                    <a:pt x="19696" y="6660"/>
                  </a:lnTo>
                  <a:lnTo>
                    <a:pt x="19918" y="6418"/>
                  </a:lnTo>
                  <a:lnTo>
                    <a:pt x="20120" y="6156"/>
                  </a:lnTo>
                  <a:lnTo>
                    <a:pt x="20321" y="5873"/>
                  </a:lnTo>
                  <a:lnTo>
                    <a:pt x="20483" y="5570"/>
                  </a:lnTo>
                  <a:lnTo>
                    <a:pt x="20402" y="5550"/>
                  </a:lnTo>
                  <a:lnTo>
                    <a:pt x="20241" y="5833"/>
                  </a:lnTo>
                  <a:lnTo>
                    <a:pt x="20059" y="6095"/>
                  </a:lnTo>
                  <a:lnTo>
                    <a:pt x="19857" y="6357"/>
                  </a:lnTo>
                  <a:lnTo>
                    <a:pt x="19635" y="6600"/>
                  </a:lnTo>
                  <a:lnTo>
                    <a:pt x="19393" y="6842"/>
                  </a:lnTo>
                  <a:lnTo>
                    <a:pt x="19151" y="7044"/>
                  </a:lnTo>
                  <a:lnTo>
                    <a:pt x="18889" y="7245"/>
                  </a:lnTo>
                  <a:lnTo>
                    <a:pt x="18606" y="7427"/>
                  </a:lnTo>
                  <a:lnTo>
                    <a:pt x="18324" y="7588"/>
                  </a:lnTo>
                  <a:lnTo>
                    <a:pt x="18021" y="7730"/>
                  </a:lnTo>
                  <a:lnTo>
                    <a:pt x="17718" y="7851"/>
                  </a:lnTo>
                  <a:lnTo>
                    <a:pt x="17395" y="7952"/>
                  </a:lnTo>
                  <a:lnTo>
                    <a:pt x="17072" y="8032"/>
                  </a:lnTo>
                  <a:lnTo>
                    <a:pt x="16750" y="8093"/>
                  </a:lnTo>
                  <a:lnTo>
                    <a:pt x="16427" y="8133"/>
                  </a:lnTo>
                  <a:lnTo>
                    <a:pt x="16063" y="8133"/>
                  </a:lnTo>
                  <a:lnTo>
                    <a:pt x="15680" y="8113"/>
                  </a:lnTo>
                  <a:lnTo>
                    <a:pt x="15317" y="8073"/>
                  </a:lnTo>
                  <a:lnTo>
                    <a:pt x="14933" y="8012"/>
                  </a:lnTo>
                  <a:lnTo>
                    <a:pt x="14550" y="7931"/>
                  </a:lnTo>
                  <a:lnTo>
                    <a:pt x="14187" y="7831"/>
                  </a:lnTo>
                  <a:lnTo>
                    <a:pt x="13823" y="7730"/>
                  </a:lnTo>
                  <a:lnTo>
                    <a:pt x="13097" y="7488"/>
                  </a:lnTo>
                  <a:lnTo>
                    <a:pt x="12532" y="7306"/>
                  </a:lnTo>
                  <a:lnTo>
                    <a:pt x="11947" y="7124"/>
                  </a:lnTo>
                  <a:lnTo>
                    <a:pt x="11523" y="7003"/>
                  </a:lnTo>
                  <a:lnTo>
                    <a:pt x="11059" y="6902"/>
                  </a:lnTo>
                  <a:lnTo>
                    <a:pt x="10615" y="6822"/>
                  </a:lnTo>
                  <a:lnTo>
                    <a:pt x="10171" y="6741"/>
                  </a:lnTo>
                  <a:lnTo>
                    <a:pt x="9263" y="6640"/>
                  </a:lnTo>
                  <a:lnTo>
                    <a:pt x="8355" y="6559"/>
                  </a:lnTo>
                  <a:lnTo>
                    <a:pt x="7426" y="6519"/>
                  </a:lnTo>
                  <a:lnTo>
                    <a:pt x="4682" y="6519"/>
                  </a:lnTo>
                  <a:lnTo>
                    <a:pt x="3007" y="6539"/>
                  </a:lnTo>
                  <a:lnTo>
                    <a:pt x="2563" y="6519"/>
                  </a:lnTo>
                  <a:lnTo>
                    <a:pt x="2159" y="6478"/>
                  </a:lnTo>
                  <a:lnTo>
                    <a:pt x="1796" y="6398"/>
                  </a:lnTo>
                  <a:lnTo>
                    <a:pt x="1493" y="6297"/>
                  </a:lnTo>
                  <a:lnTo>
                    <a:pt x="1231" y="6176"/>
                  </a:lnTo>
                  <a:lnTo>
                    <a:pt x="1110" y="6095"/>
                  </a:lnTo>
                  <a:lnTo>
                    <a:pt x="1009" y="6014"/>
                  </a:lnTo>
                  <a:lnTo>
                    <a:pt x="928" y="5913"/>
                  </a:lnTo>
                  <a:lnTo>
                    <a:pt x="848" y="5833"/>
                  </a:lnTo>
                  <a:lnTo>
                    <a:pt x="767" y="5712"/>
                  </a:lnTo>
                  <a:lnTo>
                    <a:pt x="706" y="5611"/>
                  </a:lnTo>
                  <a:lnTo>
                    <a:pt x="646" y="5429"/>
                  </a:lnTo>
                  <a:lnTo>
                    <a:pt x="606" y="5248"/>
                  </a:lnTo>
                  <a:lnTo>
                    <a:pt x="606" y="5046"/>
                  </a:lnTo>
                  <a:lnTo>
                    <a:pt x="606" y="4864"/>
                  </a:lnTo>
                  <a:lnTo>
                    <a:pt x="626" y="4662"/>
                  </a:lnTo>
                  <a:lnTo>
                    <a:pt x="666" y="4481"/>
                  </a:lnTo>
                  <a:lnTo>
                    <a:pt x="767" y="4077"/>
                  </a:lnTo>
                  <a:lnTo>
                    <a:pt x="888" y="3593"/>
                  </a:lnTo>
                  <a:lnTo>
                    <a:pt x="928" y="3330"/>
                  </a:lnTo>
                  <a:lnTo>
                    <a:pt x="949" y="3088"/>
                  </a:lnTo>
                  <a:lnTo>
                    <a:pt x="928" y="2866"/>
                  </a:lnTo>
                  <a:lnTo>
                    <a:pt x="908" y="2664"/>
                  </a:lnTo>
                  <a:lnTo>
                    <a:pt x="868" y="2463"/>
                  </a:lnTo>
                  <a:lnTo>
                    <a:pt x="807" y="2261"/>
                  </a:lnTo>
                  <a:lnTo>
                    <a:pt x="666" y="1857"/>
                  </a:lnTo>
                  <a:lnTo>
                    <a:pt x="505" y="1454"/>
                  </a:lnTo>
                  <a:lnTo>
                    <a:pt x="363" y="1090"/>
                  </a:lnTo>
                  <a:lnTo>
                    <a:pt x="222" y="727"/>
                  </a:lnTo>
                  <a:lnTo>
                    <a:pt x="121" y="364"/>
                  </a:lnTo>
                  <a:lnTo>
                    <a:pt x="101" y="182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42"/>
            <p:cNvSpPr/>
            <p:nvPr/>
          </p:nvSpPr>
          <p:spPr>
            <a:xfrm flipH="1">
              <a:off x="-3310451" y="-5112976"/>
              <a:ext cx="886861" cy="530339"/>
            </a:xfrm>
            <a:custGeom>
              <a:rect b="b" l="l" r="r" t="t"/>
              <a:pathLst>
                <a:path extrusionOk="0" h="9486" w="15863">
                  <a:moveTo>
                    <a:pt x="4117" y="82"/>
                  </a:moveTo>
                  <a:lnTo>
                    <a:pt x="4581" y="122"/>
                  </a:lnTo>
                  <a:lnTo>
                    <a:pt x="5025" y="162"/>
                  </a:lnTo>
                  <a:lnTo>
                    <a:pt x="5429" y="223"/>
                  </a:lnTo>
                  <a:lnTo>
                    <a:pt x="6176" y="344"/>
                  </a:lnTo>
                  <a:lnTo>
                    <a:pt x="6741" y="465"/>
                  </a:lnTo>
                  <a:lnTo>
                    <a:pt x="7427" y="626"/>
                  </a:lnTo>
                  <a:lnTo>
                    <a:pt x="8113" y="788"/>
                  </a:lnTo>
                  <a:lnTo>
                    <a:pt x="8799" y="990"/>
                  </a:lnTo>
                  <a:lnTo>
                    <a:pt x="9485" y="1171"/>
                  </a:lnTo>
                  <a:lnTo>
                    <a:pt x="10171" y="1393"/>
                  </a:lnTo>
                  <a:lnTo>
                    <a:pt x="10837" y="1615"/>
                  </a:lnTo>
                  <a:lnTo>
                    <a:pt x="11503" y="1857"/>
                  </a:lnTo>
                  <a:lnTo>
                    <a:pt x="12169" y="2100"/>
                  </a:lnTo>
                  <a:lnTo>
                    <a:pt x="12815" y="2382"/>
                  </a:lnTo>
                  <a:lnTo>
                    <a:pt x="13158" y="2523"/>
                  </a:lnTo>
                  <a:lnTo>
                    <a:pt x="13481" y="2705"/>
                  </a:lnTo>
                  <a:lnTo>
                    <a:pt x="13824" y="2887"/>
                  </a:lnTo>
                  <a:lnTo>
                    <a:pt x="14127" y="3109"/>
                  </a:lnTo>
                  <a:lnTo>
                    <a:pt x="14429" y="3331"/>
                  </a:lnTo>
                  <a:lnTo>
                    <a:pt x="14712" y="3593"/>
                  </a:lnTo>
                  <a:lnTo>
                    <a:pt x="14954" y="3875"/>
                  </a:lnTo>
                  <a:lnTo>
                    <a:pt x="15176" y="4158"/>
                  </a:lnTo>
                  <a:lnTo>
                    <a:pt x="15358" y="4481"/>
                  </a:lnTo>
                  <a:lnTo>
                    <a:pt x="15519" y="4804"/>
                  </a:lnTo>
                  <a:lnTo>
                    <a:pt x="15620" y="5127"/>
                  </a:lnTo>
                  <a:lnTo>
                    <a:pt x="15721" y="5490"/>
                  </a:lnTo>
                  <a:lnTo>
                    <a:pt x="15761" y="5833"/>
                  </a:lnTo>
                  <a:lnTo>
                    <a:pt x="15781" y="6176"/>
                  </a:lnTo>
                  <a:lnTo>
                    <a:pt x="15741" y="6539"/>
                  </a:lnTo>
                  <a:lnTo>
                    <a:pt x="15680" y="6902"/>
                  </a:lnTo>
                  <a:lnTo>
                    <a:pt x="15580" y="7246"/>
                  </a:lnTo>
                  <a:lnTo>
                    <a:pt x="15438" y="7589"/>
                  </a:lnTo>
                  <a:lnTo>
                    <a:pt x="15257" y="7891"/>
                  </a:lnTo>
                  <a:lnTo>
                    <a:pt x="15055" y="8174"/>
                  </a:lnTo>
                  <a:lnTo>
                    <a:pt x="14813" y="8436"/>
                  </a:lnTo>
                  <a:lnTo>
                    <a:pt x="14550" y="8678"/>
                  </a:lnTo>
                  <a:lnTo>
                    <a:pt x="14389" y="8799"/>
                  </a:lnTo>
                  <a:lnTo>
                    <a:pt x="14207" y="8900"/>
                  </a:lnTo>
                  <a:lnTo>
                    <a:pt x="14026" y="8981"/>
                  </a:lnTo>
                  <a:lnTo>
                    <a:pt x="13844" y="9082"/>
                  </a:lnTo>
                  <a:lnTo>
                    <a:pt x="13481" y="9203"/>
                  </a:lnTo>
                  <a:lnTo>
                    <a:pt x="13097" y="9304"/>
                  </a:lnTo>
                  <a:lnTo>
                    <a:pt x="12734" y="9364"/>
                  </a:lnTo>
                  <a:lnTo>
                    <a:pt x="12371" y="9385"/>
                  </a:lnTo>
                  <a:lnTo>
                    <a:pt x="12028" y="9405"/>
                  </a:lnTo>
                  <a:lnTo>
                    <a:pt x="11725" y="9385"/>
                  </a:lnTo>
                  <a:lnTo>
                    <a:pt x="11362" y="9364"/>
                  </a:lnTo>
                  <a:lnTo>
                    <a:pt x="10999" y="9324"/>
                  </a:lnTo>
                  <a:lnTo>
                    <a:pt x="10615" y="9264"/>
                  </a:lnTo>
                  <a:lnTo>
                    <a:pt x="10272" y="9183"/>
                  </a:lnTo>
                  <a:lnTo>
                    <a:pt x="9546" y="9021"/>
                  </a:lnTo>
                  <a:lnTo>
                    <a:pt x="8839" y="8840"/>
                  </a:lnTo>
                  <a:lnTo>
                    <a:pt x="7810" y="8577"/>
                  </a:lnTo>
                  <a:lnTo>
                    <a:pt x="7306" y="8476"/>
                  </a:lnTo>
                  <a:lnTo>
                    <a:pt x="6781" y="8376"/>
                  </a:lnTo>
                  <a:lnTo>
                    <a:pt x="6055" y="8295"/>
                  </a:lnTo>
                  <a:lnTo>
                    <a:pt x="5328" y="8234"/>
                  </a:lnTo>
                  <a:lnTo>
                    <a:pt x="4622" y="8214"/>
                  </a:lnTo>
                  <a:lnTo>
                    <a:pt x="3895" y="8214"/>
                  </a:lnTo>
                  <a:lnTo>
                    <a:pt x="2866" y="8194"/>
                  </a:lnTo>
                  <a:lnTo>
                    <a:pt x="2341" y="8174"/>
                  </a:lnTo>
                  <a:lnTo>
                    <a:pt x="1837" y="8133"/>
                  </a:lnTo>
                  <a:lnTo>
                    <a:pt x="1393" y="8073"/>
                  </a:lnTo>
                  <a:lnTo>
                    <a:pt x="1171" y="8033"/>
                  </a:lnTo>
                  <a:lnTo>
                    <a:pt x="969" y="7972"/>
                  </a:lnTo>
                  <a:lnTo>
                    <a:pt x="767" y="7871"/>
                  </a:lnTo>
                  <a:lnTo>
                    <a:pt x="586" y="7770"/>
                  </a:lnTo>
                  <a:lnTo>
                    <a:pt x="404" y="7629"/>
                  </a:lnTo>
                  <a:lnTo>
                    <a:pt x="283" y="7467"/>
                  </a:lnTo>
                  <a:lnTo>
                    <a:pt x="223" y="7367"/>
                  </a:lnTo>
                  <a:lnTo>
                    <a:pt x="162" y="7246"/>
                  </a:lnTo>
                  <a:lnTo>
                    <a:pt x="101" y="7024"/>
                  </a:lnTo>
                  <a:lnTo>
                    <a:pt x="81" y="6802"/>
                  </a:lnTo>
                  <a:lnTo>
                    <a:pt x="101" y="6580"/>
                  </a:lnTo>
                  <a:lnTo>
                    <a:pt x="142" y="6337"/>
                  </a:lnTo>
                  <a:lnTo>
                    <a:pt x="182" y="6095"/>
                  </a:lnTo>
                  <a:lnTo>
                    <a:pt x="323" y="5611"/>
                  </a:lnTo>
                  <a:lnTo>
                    <a:pt x="445" y="5248"/>
                  </a:lnTo>
                  <a:lnTo>
                    <a:pt x="525" y="4905"/>
                  </a:lnTo>
                  <a:lnTo>
                    <a:pt x="545" y="4723"/>
                  </a:lnTo>
                  <a:lnTo>
                    <a:pt x="566" y="4562"/>
                  </a:lnTo>
                  <a:lnTo>
                    <a:pt x="586" y="4380"/>
                  </a:lnTo>
                  <a:lnTo>
                    <a:pt x="566" y="4218"/>
                  </a:lnTo>
                  <a:lnTo>
                    <a:pt x="485" y="3795"/>
                  </a:lnTo>
                  <a:lnTo>
                    <a:pt x="384" y="3391"/>
                  </a:lnTo>
                  <a:lnTo>
                    <a:pt x="263" y="2887"/>
                  </a:lnTo>
                  <a:lnTo>
                    <a:pt x="223" y="2644"/>
                  </a:lnTo>
                  <a:lnTo>
                    <a:pt x="182" y="2382"/>
                  </a:lnTo>
                  <a:lnTo>
                    <a:pt x="202" y="2140"/>
                  </a:lnTo>
                  <a:lnTo>
                    <a:pt x="243" y="1898"/>
                  </a:lnTo>
                  <a:lnTo>
                    <a:pt x="323" y="1656"/>
                  </a:lnTo>
                  <a:lnTo>
                    <a:pt x="445" y="1393"/>
                  </a:lnTo>
                  <a:lnTo>
                    <a:pt x="566" y="1212"/>
                  </a:lnTo>
                  <a:lnTo>
                    <a:pt x="707" y="1050"/>
                  </a:lnTo>
                  <a:lnTo>
                    <a:pt x="868" y="889"/>
                  </a:lnTo>
                  <a:lnTo>
                    <a:pt x="1030" y="748"/>
                  </a:lnTo>
                  <a:lnTo>
                    <a:pt x="1211" y="626"/>
                  </a:lnTo>
                  <a:lnTo>
                    <a:pt x="1393" y="526"/>
                  </a:lnTo>
                  <a:lnTo>
                    <a:pt x="1595" y="425"/>
                  </a:lnTo>
                  <a:lnTo>
                    <a:pt x="1797" y="344"/>
                  </a:lnTo>
                  <a:lnTo>
                    <a:pt x="2019" y="283"/>
                  </a:lnTo>
                  <a:lnTo>
                    <a:pt x="2241" y="223"/>
                  </a:lnTo>
                  <a:lnTo>
                    <a:pt x="2705" y="142"/>
                  </a:lnTo>
                  <a:lnTo>
                    <a:pt x="3189" y="82"/>
                  </a:lnTo>
                  <a:close/>
                  <a:moveTo>
                    <a:pt x="3552" y="1"/>
                  </a:moveTo>
                  <a:lnTo>
                    <a:pt x="3088" y="21"/>
                  </a:lnTo>
                  <a:lnTo>
                    <a:pt x="2604" y="61"/>
                  </a:lnTo>
                  <a:lnTo>
                    <a:pt x="2160" y="162"/>
                  </a:lnTo>
                  <a:lnTo>
                    <a:pt x="1938" y="223"/>
                  </a:lnTo>
                  <a:lnTo>
                    <a:pt x="1716" y="283"/>
                  </a:lnTo>
                  <a:lnTo>
                    <a:pt x="1514" y="384"/>
                  </a:lnTo>
                  <a:lnTo>
                    <a:pt x="1312" y="465"/>
                  </a:lnTo>
                  <a:lnTo>
                    <a:pt x="1131" y="586"/>
                  </a:lnTo>
                  <a:lnTo>
                    <a:pt x="949" y="707"/>
                  </a:lnTo>
                  <a:lnTo>
                    <a:pt x="788" y="848"/>
                  </a:lnTo>
                  <a:lnTo>
                    <a:pt x="646" y="990"/>
                  </a:lnTo>
                  <a:lnTo>
                    <a:pt x="505" y="1171"/>
                  </a:lnTo>
                  <a:lnTo>
                    <a:pt x="384" y="1353"/>
                  </a:lnTo>
                  <a:lnTo>
                    <a:pt x="243" y="1615"/>
                  </a:lnTo>
                  <a:lnTo>
                    <a:pt x="162" y="1878"/>
                  </a:lnTo>
                  <a:lnTo>
                    <a:pt x="122" y="2140"/>
                  </a:lnTo>
                  <a:lnTo>
                    <a:pt x="101" y="2382"/>
                  </a:lnTo>
                  <a:lnTo>
                    <a:pt x="142" y="2644"/>
                  </a:lnTo>
                  <a:lnTo>
                    <a:pt x="182" y="2887"/>
                  </a:lnTo>
                  <a:lnTo>
                    <a:pt x="303" y="3411"/>
                  </a:lnTo>
                  <a:lnTo>
                    <a:pt x="404" y="3815"/>
                  </a:lnTo>
                  <a:lnTo>
                    <a:pt x="485" y="4218"/>
                  </a:lnTo>
                  <a:lnTo>
                    <a:pt x="505" y="4380"/>
                  </a:lnTo>
                  <a:lnTo>
                    <a:pt x="485" y="4541"/>
                  </a:lnTo>
                  <a:lnTo>
                    <a:pt x="445" y="4884"/>
                  </a:lnTo>
                  <a:lnTo>
                    <a:pt x="364" y="5227"/>
                  </a:lnTo>
                  <a:lnTo>
                    <a:pt x="263" y="5591"/>
                  </a:lnTo>
                  <a:lnTo>
                    <a:pt x="101" y="6075"/>
                  </a:lnTo>
                  <a:lnTo>
                    <a:pt x="61" y="6337"/>
                  </a:lnTo>
                  <a:lnTo>
                    <a:pt x="21" y="6580"/>
                  </a:lnTo>
                  <a:lnTo>
                    <a:pt x="1" y="6822"/>
                  </a:lnTo>
                  <a:lnTo>
                    <a:pt x="41" y="7064"/>
                  </a:lnTo>
                  <a:lnTo>
                    <a:pt x="101" y="7286"/>
                  </a:lnTo>
                  <a:lnTo>
                    <a:pt x="142" y="7387"/>
                  </a:lnTo>
                  <a:lnTo>
                    <a:pt x="202" y="7508"/>
                  </a:lnTo>
                  <a:lnTo>
                    <a:pt x="344" y="7689"/>
                  </a:lnTo>
                  <a:lnTo>
                    <a:pt x="525" y="7831"/>
                  </a:lnTo>
                  <a:lnTo>
                    <a:pt x="727" y="7952"/>
                  </a:lnTo>
                  <a:lnTo>
                    <a:pt x="929" y="8033"/>
                  </a:lnTo>
                  <a:lnTo>
                    <a:pt x="1151" y="8113"/>
                  </a:lnTo>
                  <a:lnTo>
                    <a:pt x="1373" y="8154"/>
                  </a:lnTo>
                  <a:lnTo>
                    <a:pt x="1817" y="8214"/>
                  </a:lnTo>
                  <a:lnTo>
                    <a:pt x="2341" y="8255"/>
                  </a:lnTo>
                  <a:lnTo>
                    <a:pt x="2866" y="8275"/>
                  </a:lnTo>
                  <a:lnTo>
                    <a:pt x="3895" y="8295"/>
                  </a:lnTo>
                  <a:lnTo>
                    <a:pt x="4602" y="8295"/>
                  </a:lnTo>
                  <a:lnTo>
                    <a:pt x="5328" y="8315"/>
                  </a:lnTo>
                  <a:lnTo>
                    <a:pt x="6055" y="8376"/>
                  </a:lnTo>
                  <a:lnTo>
                    <a:pt x="6761" y="8456"/>
                  </a:lnTo>
                  <a:lnTo>
                    <a:pt x="7286" y="8557"/>
                  </a:lnTo>
                  <a:lnTo>
                    <a:pt x="7790" y="8658"/>
                  </a:lnTo>
                  <a:lnTo>
                    <a:pt x="8819" y="8920"/>
                  </a:lnTo>
                  <a:lnTo>
                    <a:pt x="9526" y="9102"/>
                  </a:lnTo>
                  <a:lnTo>
                    <a:pt x="10252" y="9264"/>
                  </a:lnTo>
                  <a:lnTo>
                    <a:pt x="10615" y="9344"/>
                  </a:lnTo>
                  <a:lnTo>
                    <a:pt x="10979" y="9385"/>
                  </a:lnTo>
                  <a:lnTo>
                    <a:pt x="11342" y="9445"/>
                  </a:lnTo>
                  <a:lnTo>
                    <a:pt x="11725" y="9465"/>
                  </a:lnTo>
                  <a:lnTo>
                    <a:pt x="12048" y="9485"/>
                  </a:lnTo>
                  <a:lnTo>
                    <a:pt x="12351" y="9465"/>
                  </a:lnTo>
                  <a:lnTo>
                    <a:pt x="12674" y="9445"/>
                  </a:lnTo>
                  <a:lnTo>
                    <a:pt x="12997" y="9405"/>
                  </a:lnTo>
                  <a:lnTo>
                    <a:pt x="13319" y="9324"/>
                  </a:lnTo>
                  <a:lnTo>
                    <a:pt x="13662" y="9223"/>
                  </a:lnTo>
                  <a:lnTo>
                    <a:pt x="13985" y="9102"/>
                  </a:lnTo>
                  <a:lnTo>
                    <a:pt x="14288" y="8941"/>
                  </a:lnTo>
                  <a:lnTo>
                    <a:pt x="14591" y="8739"/>
                  </a:lnTo>
                  <a:lnTo>
                    <a:pt x="14873" y="8497"/>
                  </a:lnTo>
                  <a:lnTo>
                    <a:pt x="15115" y="8234"/>
                  </a:lnTo>
                  <a:lnTo>
                    <a:pt x="15337" y="7932"/>
                  </a:lnTo>
                  <a:lnTo>
                    <a:pt x="15499" y="7609"/>
                  </a:lnTo>
                  <a:lnTo>
                    <a:pt x="15660" y="7286"/>
                  </a:lnTo>
                  <a:lnTo>
                    <a:pt x="15761" y="6923"/>
                  </a:lnTo>
                  <a:lnTo>
                    <a:pt x="15822" y="6559"/>
                  </a:lnTo>
                  <a:lnTo>
                    <a:pt x="15862" y="6176"/>
                  </a:lnTo>
                  <a:lnTo>
                    <a:pt x="15842" y="5833"/>
                  </a:lnTo>
                  <a:lnTo>
                    <a:pt x="15802" y="5470"/>
                  </a:lnTo>
                  <a:lnTo>
                    <a:pt x="15701" y="5106"/>
                  </a:lnTo>
                  <a:lnTo>
                    <a:pt x="15580" y="4763"/>
                  </a:lnTo>
                  <a:lnTo>
                    <a:pt x="15418" y="4440"/>
                  </a:lnTo>
                  <a:lnTo>
                    <a:pt x="15236" y="4118"/>
                  </a:lnTo>
                  <a:lnTo>
                    <a:pt x="15015" y="3815"/>
                  </a:lnTo>
                  <a:lnTo>
                    <a:pt x="14772" y="3532"/>
                  </a:lnTo>
                  <a:lnTo>
                    <a:pt x="14490" y="3270"/>
                  </a:lnTo>
                  <a:lnTo>
                    <a:pt x="14187" y="3028"/>
                  </a:lnTo>
                  <a:lnTo>
                    <a:pt x="13864" y="2826"/>
                  </a:lnTo>
                  <a:lnTo>
                    <a:pt x="13541" y="2624"/>
                  </a:lnTo>
                  <a:lnTo>
                    <a:pt x="13198" y="2463"/>
                  </a:lnTo>
                  <a:lnTo>
                    <a:pt x="12855" y="2301"/>
                  </a:lnTo>
                  <a:lnTo>
                    <a:pt x="12189" y="2039"/>
                  </a:lnTo>
                  <a:lnTo>
                    <a:pt x="11523" y="1777"/>
                  </a:lnTo>
                  <a:lnTo>
                    <a:pt x="10857" y="1535"/>
                  </a:lnTo>
                  <a:lnTo>
                    <a:pt x="10191" y="1313"/>
                  </a:lnTo>
                  <a:lnTo>
                    <a:pt x="9505" y="1111"/>
                  </a:lnTo>
                  <a:lnTo>
                    <a:pt x="8819" y="909"/>
                  </a:lnTo>
                  <a:lnTo>
                    <a:pt x="8133" y="707"/>
                  </a:lnTo>
                  <a:lnTo>
                    <a:pt x="7447" y="546"/>
                  </a:lnTo>
                  <a:lnTo>
                    <a:pt x="6761" y="384"/>
                  </a:lnTo>
                  <a:lnTo>
                    <a:pt x="6176" y="263"/>
                  </a:lnTo>
                  <a:lnTo>
                    <a:pt x="5389" y="142"/>
                  </a:lnTo>
                  <a:lnTo>
                    <a:pt x="4965" y="82"/>
                  </a:lnTo>
                  <a:lnTo>
                    <a:pt x="4501" y="21"/>
                  </a:lnTo>
                  <a:lnTo>
                    <a:pt x="40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2"/>
            <p:cNvSpPr/>
            <p:nvPr/>
          </p:nvSpPr>
          <p:spPr>
            <a:xfrm flipH="1">
              <a:off x="-3290097" y="-5084743"/>
              <a:ext cx="669045" cy="364461"/>
            </a:xfrm>
            <a:custGeom>
              <a:rect b="b" l="l" r="r" t="t"/>
              <a:pathLst>
                <a:path extrusionOk="0" h="6519" w="11967">
                  <a:moveTo>
                    <a:pt x="6216" y="81"/>
                  </a:moveTo>
                  <a:lnTo>
                    <a:pt x="6720" y="121"/>
                  </a:lnTo>
                  <a:lnTo>
                    <a:pt x="7204" y="202"/>
                  </a:lnTo>
                  <a:lnTo>
                    <a:pt x="7709" y="283"/>
                  </a:lnTo>
                  <a:lnTo>
                    <a:pt x="8173" y="404"/>
                  </a:lnTo>
                  <a:lnTo>
                    <a:pt x="8657" y="565"/>
                  </a:lnTo>
                  <a:lnTo>
                    <a:pt x="9121" y="727"/>
                  </a:lnTo>
                  <a:lnTo>
                    <a:pt x="9565" y="929"/>
                  </a:lnTo>
                  <a:lnTo>
                    <a:pt x="9868" y="1090"/>
                  </a:lnTo>
                  <a:lnTo>
                    <a:pt x="10171" y="1272"/>
                  </a:lnTo>
                  <a:lnTo>
                    <a:pt x="10433" y="1433"/>
                  </a:lnTo>
                  <a:lnTo>
                    <a:pt x="10675" y="1615"/>
                  </a:lnTo>
                  <a:lnTo>
                    <a:pt x="10897" y="1796"/>
                  </a:lnTo>
                  <a:lnTo>
                    <a:pt x="11099" y="1998"/>
                  </a:lnTo>
                  <a:lnTo>
                    <a:pt x="11261" y="2200"/>
                  </a:lnTo>
                  <a:lnTo>
                    <a:pt x="11422" y="2402"/>
                  </a:lnTo>
                  <a:lnTo>
                    <a:pt x="11583" y="2684"/>
                  </a:lnTo>
                  <a:lnTo>
                    <a:pt x="11725" y="2967"/>
                  </a:lnTo>
                  <a:lnTo>
                    <a:pt x="11805" y="3270"/>
                  </a:lnTo>
                  <a:lnTo>
                    <a:pt x="11866" y="3552"/>
                  </a:lnTo>
                  <a:lnTo>
                    <a:pt x="11886" y="3855"/>
                  </a:lnTo>
                  <a:lnTo>
                    <a:pt x="11866" y="4137"/>
                  </a:lnTo>
                  <a:lnTo>
                    <a:pt x="11805" y="4420"/>
                  </a:lnTo>
                  <a:lnTo>
                    <a:pt x="11725" y="4662"/>
                  </a:lnTo>
                  <a:lnTo>
                    <a:pt x="11644" y="4823"/>
                  </a:lnTo>
                  <a:lnTo>
                    <a:pt x="11543" y="4965"/>
                  </a:lnTo>
                  <a:lnTo>
                    <a:pt x="11442" y="5106"/>
                  </a:lnTo>
                  <a:lnTo>
                    <a:pt x="11321" y="5247"/>
                  </a:lnTo>
                  <a:lnTo>
                    <a:pt x="11180" y="5388"/>
                  </a:lnTo>
                  <a:lnTo>
                    <a:pt x="11039" y="5510"/>
                  </a:lnTo>
                  <a:lnTo>
                    <a:pt x="10877" y="5631"/>
                  </a:lnTo>
                  <a:lnTo>
                    <a:pt x="10695" y="5752"/>
                  </a:lnTo>
                  <a:lnTo>
                    <a:pt x="10494" y="5853"/>
                  </a:lnTo>
                  <a:lnTo>
                    <a:pt x="10292" y="5953"/>
                  </a:lnTo>
                  <a:lnTo>
                    <a:pt x="10070" y="6054"/>
                  </a:lnTo>
                  <a:lnTo>
                    <a:pt x="9848" y="6135"/>
                  </a:lnTo>
                  <a:lnTo>
                    <a:pt x="9606" y="6216"/>
                  </a:lnTo>
                  <a:lnTo>
                    <a:pt x="9364" y="6276"/>
                  </a:lnTo>
                  <a:lnTo>
                    <a:pt x="8859" y="6377"/>
                  </a:lnTo>
                  <a:lnTo>
                    <a:pt x="8314" y="6438"/>
                  </a:lnTo>
                  <a:lnTo>
                    <a:pt x="7729" y="6438"/>
                  </a:lnTo>
                  <a:lnTo>
                    <a:pt x="7103" y="6418"/>
                  </a:lnTo>
                  <a:lnTo>
                    <a:pt x="6438" y="6357"/>
                  </a:lnTo>
                  <a:lnTo>
                    <a:pt x="5731" y="6256"/>
                  </a:lnTo>
                  <a:lnTo>
                    <a:pt x="5025" y="6115"/>
                  </a:lnTo>
                  <a:lnTo>
                    <a:pt x="4339" y="5953"/>
                  </a:lnTo>
                  <a:lnTo>
                    <a:pt x="3653" y="5772"/>
                  </a:lnTo>
                  <a:lnTo>
                    <a:pt x="2987" y="5550"/>
                  </a:lnTo>
                  <a:lnTo>
                    <a:pt x="2321" y="5308"/>
                  </a:lnTo>
                  <a:lnTo>
                    <a:pt x="1655" y="5025"/>
                  </a:lnTo>
                  <a:lnTo>
                    <a:pt x="1009" y="4722"/>
                  </a:lnTo>
                  <a:lnTo>
                    <a:pt x="787" y="4581"/>
                  </a:lnTo>
                  <a:lnTo>
                    <a:pt x="585" y="4460"/>
                  </a:lnTo>
                  <a:lnTo>
                    <a:pt x="424" y="4299"/>
                  </a:lnTo>
                  <a:lnTo>
                    <a:pt x="283" y="4137"/>
                  </a:lnTo>
                  <a:lnTo>
                    <a:pt x="182" y="3956"/>
                  </a:lnTo>
                  <a:lnTo>
                    <a:pt x="121" y="3754"/>
                  </a:lnTo>
                  <a:lnTo>
                    <a:pt x="81" y="3552"/>
                  </a:lnTo>
                  <a:lnTo>
                    <a:pt x="81" y="3350"/>
                  </a:lnTo>
                  <a:lnTo>
                    <a:pt x="101" y="3148"/>
                  </a:lnTo>
                  <a:lnTo>
                    <a:pt x="141" y="2947"/>
                  </a:lnTo>
                  <a:lnTo>
                    <a:pt x="222" y="2745"/>
                  </a:lnTo>
                  <a:lnTo>
                    <a:pt x="303" y="2543"/>
                  </a:lnTo>
                  <a:lnTo>
                    <a:pt x="424" y="2341"/>
                  </a:lnTo>
                  <a:lnTo>
                    <a:pt x="545" y="2139"/>
                  </a:lnTo>
                  <a:lnTo>
                    <a:pt x="686" y="1958"/>
                  </a:lnTo>
                  <a:lnTo>
                    <a:pt x="827" y="1776"/>
                  </a:lnTo>
                  <a:lnTo>
                    <a:pt x="989" y="1595"/>
                  </a:lnTo>
                  <a:lnTo>
                    <a:pt x="1171" y="1433"/>
                  </a:lnTo>
                  <a:lnTo>
                    <a:pt x="1352" y="1272"/>
                  </a:lnTo>
                  <a:lnTo>
                    <a:pt x="1534" y="1130"/>
                  </a:lnTo>
                  <a:lnTo>
                    <a:pt x="1715" y="1009"/>
                  </a:lnTo>
                  <a:lnTo>
                    <a:pt x="1917" y="888"/>
                  </a:lnTo>
                  <a:lnTo>
                    <a:pt x="2099" y="787"/>
                  </a:lnTo>
                  <a:lnTo>
                    <a:pt x="2301" y="707"/>
                  </a:lnTo>
                  <a:lnTo>
                    <a:pt x="2724" y="565"/>
                  </a:lnTo>
                  <a:lnTo>
                    <a:pt x="3148" y="424"/>
                  </a:lnTo>
                  <a:lnTo>
                    <a:pt x="3572" y="323"/>
                  </a:lnTo>
                  <a:lnTo>
                    <a:pt x="3996" y="222"/>
                  </a:lnTo>
                  <a:lnTo>
                    <a:pt x="4419" y="162"/>
                  </a:lnTo>
                  <a:lnTo>
                    <a:pt x="4863" y="121"/>
                  </a:lnTo>
                  <a:lnTo>
                    <a:pt x="5287" y="81"/>
                  </a:lnTo>
                  <a:close/>
                  <a:moveTo>
                    <a:pt x="5550" y="0"/>
                  </a:moveTo>
                  <a:lnTo>
                    <a:pt x="5085" y="21"/>
                  </a:lnTo>
                  <a:lnTo>
                    <a:pt x="4601" y="61"/>
                  </a:lnTo>
                  <a:lnTo>
                    <a:pt x="4137" y="121"/>
                  </a:lnTo>
                  <a:lnTo>
                    <a:pt x="3653" y="222"/>
                  </a:lnTo>
                  <a:lnTo>
                    <a:pt x="3189" y="323"/>
                  </a:lnTo>
                  <a:lnTo>
                    <a:pt x="2724" y="464"/>
                  </a:lnTo>
                  <a:lnTo>
                    <a:pt x="2260" y="626"/>
                  </a:lnTo>
                  <a:lnTo>
                    <a:pt x="2079" y="707"/>
                  </a:lnTo>
                  <a:lnTo>
                    <a:pt x="1877" y="808"/>
                  </a:lnTo>
                  <a:lnTo>
                    <a:pt x="1675" y="929"/>
                  </a:lnTo>
                  <a:lnTo>
                    <a:pt x="1493" y="1070"/>
                  </a:lnTo>
                  <a:lnTo>
                    <a:pt x="1292" y="1211"/>
                  </a:lnTo>
                  <a:lnTo>
                    <a:pt x="1110" y="1373"/>
                  </a:lnTo>
                  <a:lnTo>
                    <a:pt x="928" y="1554"/>
                  </a:lnTo>
                  <a:lnTo>
                    <a:pt x="767" y="1716"/>
                  </a:lnTo>
                  <a:lnTo>
                    <a:pt x="605" y="1917"/>
                  </a:lnTo>
                  <a:lnTo>
                    <a:pt x="464" y="2119"/>
                  </a:lnTo>
                  <a:lnTo>
                    <a:pt x="343" y="2301"/>
                  </a:lnTo>
                  <a:lnTo>
                    <a:pt x="242" y="2523"/>
                  </a:lnTo>
                  <a:lnTo>
                    <a:pt x="141" y="2725"/>
                  </a:lnTo>
                  <a:lnTo>
                    <a:pt x="81" y="2926"/>
                  </a:lnTo>
                  <a:lnTo>
                    <a:pt x="20" y="3128"/>
                  </a:lnTo>
                  <a:lnTo>
                    <a:pt x="0" y="3330"/>
                  </a:lnTo>
                  <a:lnTo>
                    <a:pt x="0" y="3572"/>
                  </a:lnTo>
                  <a:lnTo>
                    <a:pt x="40" y="3774"/>
                  </a:lnTo>
                  <a:lnTo>
                    <a:pt x="121" y="3976"/>
                  </a:lnTo>
                  <a:lnTo>
                    <a:pt x="222" y="4178"/>
                  </a:lnTo>
                  <a:lnTo>
                    <a:pt x="363" y="4339"/>
                  </a:lnTo>
                  <a:lnTo>
                    <a:pt x="525" y="4501"/>
                  </a:lnTo>
                  <a:lnTo>
                    <a:pt x="747" y="4662"/>
                  </a:lnTo>
                  <a:lnTo>
                    <a:pt x="969" y="4783"/>
                  </a:lnTo>
                  <a:lnTo>
                    <a:pt x="1614" y="5106"/>
                  </a:lnTo>
                  <a:lnTo>
                    <a:pt x="2280" y="5368"/>
                  </a:lnTo>
                  <a:lnTo>
                    <a:pt x="2946" y="5631"/>
                  </a:lnTo>
                  <a:lnTo>
                    <a:pt x="3632" y="5853"/>
                  </a:lnTo>
                  <a:lnTo>
                    <a:pt x="4319" y="6034"/>
                  </a:lnTo>
                  <a:lnTo>
                    <a:pt x="5025" y="6196"/>
                  </a:lnTo>
                  <a:lnTo>
                    <a:pt x="5731" y="6337"/>
                  </a:lnTo>
                  <a:lnTo>
                    <a:pt x="6438" y="6438"/>
                  </a:lnTo>
                  <a:lnTo>
                    <a:pt x="7144" y="6498"/>
                  </a:lnTo>
                  <a:lnTo>
                    <a:pt x="7790" y="6519"/>
                  </a:lnTo>
                  <a:lnTo>
                    <a:pt x="8234" y="6519"/>
                  </a:lnTo>
                  <a:lnTo>
                    <a:pt x="8637" y="6478"/>
                  </a:lnTo>
                  <a:lnTo>
                    <a:pt x="9041" y="6418"/>
                  </a:lnTo>
                  <a:lnTo>
                    <a:pt x="9424" y="6357"/>
                  </a:lnTo>
                  <a:lnTo>
                    <a:pt x="9767" y="6256"/>
                  </a:lnTo>
                  <a:lnTo>
                    <a:pt x="10110" y="6135"/>
                  </a:lnTo>
                  <a:lnTo>
                    <a:pt x="10433" y="5974"/>
                  </a:lnTo>
                  <a:lnTo>
                    <a:pt x="10736" y="5812"/>
                  </a:lnTo>
                  <a:lnTo>
                    <a:pt x="10917" y="5691"/>
                  </a:lnTo>
                  <a:lnTo>
                    <a:pt x="11079" y="5570"/>
                  </a:lnTo>
                  <a:lnTo>
                    <a:pt x="11240" y="5429"/>
                  </a:lnTo>
                  <a:lnTo>
                    <a:pt x="11382" y="5308"/>
                  </a:lnTo>
                  <a:lnTo>
                    <a:pt x="11503" y="5166"/>
                  </a:lnTo>
                  <a:lnTo>
                    <a:pt x="11604" y="5005"/>
                  </a:lnTo>
                  <a:lnTo>
                    <a:pt x="11704" y="4864"/>
                  </a:lnTo>
                  <a:lnTo>
                    <a:pt x="11785" y="4702"/>
                  </a:lnTo>
                  <a:lnTo>
                    <a:pt x="11886" y="4440"/>
                  </a:lnTo>
                  <a:lnTo>
                    <a:pt x="11947" y="4137"/>
                  </a:lnTo>
                  <a:lnTo>
                    <a:pt x="11967" y="3855"/>
                  </a:lnTo>
                  <a:lnTo>
                    <a:pt x="11947" y="3552"/>
                  </a:lnTo>
                  <a:lnTo>
                    <a:pt x="11886" y="3249"/>
                  </a:lnTo>
                  <a:lnTo>
                    <a:pt x="11805" y="2947"/>
                  </a:lnTo>
                  <a:lnTo>
                    <a:pt x="11664" y="2644"/>
                  </a:lnTo>
                  <a:lnTo>
                    <a:pt x="11483" y="2361"/>
                  </a:lnTo>
                  <a:lnTo>
                    <a:pt x="11341" y="2160"/>
                  </a:lnTo>
                  <a:lnTo>
                    <a:pt x="11160" y="1938"/>
                  </a:lnTo>
                  <a:lnTo>
                    <a:pt x="10958" y="1736"/>
                  </a:lnTo>
                  <a:lnTo>
                    <a:pt x="10716" y="1554"/>
                  </a:lnTo>
                  <a:lnTo>
                    <a:pt x="10474" y="1373"/>
                  </a:lnTo>
                  <a:lnTo>
                    <a:pt x="10211" y="1191"/>
                  </a:lnTo>
                  <a:lnTo>
                    <a:pt x="9908" y="1030"/>
                  </a:lnTo>
                  <a:lnTo>
                    <a:pt x="9606" y="868"/>
                  </a:lnTo>
                  <a:lnTo>
                    <a:pt x="9182" y="666"/>
                  </a:lnTo>
                  <a:lnTo>
                    <a:pt x="8758" y="505"/>
                  </a:lnTo>
                  <a:lnTo>
                    <a:pt x="8314" y="364"/>
                  </a:lnTo>
                  <a:lnTo>
                    <a:pt x="7870" y="243"/>
                  </a:lnTo>
                  <a:lnTo>
                    <a:pt x="7406" y="142"/>
                  </a:lnTo>
                  <a:lnTo>
                    <a:pt x="6942" y="81"/>
                  </a:lnTo>
                  <a:lnTo>
                    <a:pt x="6478" y="21"/>
                  </a:lnTo>
                  <a:lnTo>
                    <a:pt x="60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42"/>
            <p:cNvSpPr/>
            <p:nvPr/>
          </p:nvSpPr>
          <p:spPr>
            <a:xfrm flipH="1">
              <a:off x="-246264" y="-1063843"/>
              <a:ext cx="235874" cy="188464"/>
            </a:xfrm>
            <a:custGeom>
              <a:rect b="b" l="l" r="r" t="t"/>
              <a:pathLst>
                <a:path extrusionOk="0" h="3371" w="4219">
                  <a:moveTo>
                    <a:pt x="3875" y="81"/>
                  </a:moveTo>
                  <a:lnTo>
                    <a:pt x="3976" y="101"/>
                  </a:lnTo>
                  <a:lnTo>
                    <a:pt x="4057" y="182"/>
                  </a:lnTo>
                  <a:lnTo>
                    <a:pt x="4097" y="263"/>
                  </a:lnTo>
                  <a:lnTo>
                    <a:pt x="4137" y="363"/>
                  </a:lnTo>
                  <a:lnTo>
                    <a:pt x="4137" y="464"/>
                  </a:lnTo>
                  <a:lnTo>
                    <a:pt x="4137" y="585"/>
                  </a:lnTo>
                  <a:lnTo>
                    <a:pt x="4077" y="807"/>
                  </a:lnTo>
                  <a:lnTo>
                    <a:pt x="3936" y="1130"/>
                  </a:lnTo>
                  <a:lnTo>
                    <a:pt x="3794" y="1433"/>
                  </a:lnTo>
                  <a:lnTo>
                    <a:pt x="3613" y="1715"/>
                  </a:lnTo>
                  <a:lnTo>
                    <a:pt x="3411" y="1998"/>
                  </a:lnTo>
                  <a:lnTo>
                    <a:pt x="3189" y="2240"/>
                  </a:lnTo>
                  <a:lnTo>
                    <a:pt x="2947" y="2482"/>
                  </a:lnTo>
                  <a:lnTo>
                    <a:pt x="2684" y="2684"/>
                  </a:lnTo>
                  <a:lnTo>
                    <a:pt x="2422" y="2866"/>
                  </a:lnTo>
                  <a:lnTo>
                    <a:pt x="2180" y="2967"/>
                  </a:lnTo>
                  <a:lnTo>
                    <a:pt x="1897" y="3088"/>
                  </a:lnTo>
                  <a:lnTo>
                    <a:pt x="1575" y="3189"/>
                  </a:lnTo>
                  <a:lnTo>
                    <a:pt x="1252" y="3249"/>
                  </a:lnTo>
                  <a:lnTo>
                    <a:pt x="929" y="3290"/>
                  </a:lnTo>
                  <a:lnTo>
                    <a:pt x="626" y="3290"/>
                  </a:lnTo>
                  <a:lnTo>
                    <a:pt x="505" y="3269"/>
                  </a:lnTo>
                  <a:lnTo>
                    <a:pt x="384" y="3249"/>
                  </a:lnTo>
                  <a:lnTo>
                    <a:pt x="283" y="3209"/>
                  </a:lnTo>
                  <a:lnTo>
                    <a:pt x="202" y="3148"/>
                  </a:lnTo>
                  <a:lnTo>
                    <a:pt x="142" y="3088"/>
                  </a:lnTo>
                  <a:lnTo>
                    <a:pt x="122" y="3007"/>
                  </a:lnTo>
                  <a:lnTo>
                    <a:pt x="101" y="2926"/>
                  </a:lnTo>
                  <a:lnTo>
                    <a:pt x="81" y="2846"/>
                  </a:lnTo>
                  <a:lnTo>
                    <a:pt x="101" y="2745"/>
                  </a:lnTo>
                  <a:lnTo>
                    <a:pt x="122" y="2624"/>
                  </a:lnTo>
                  <a:lnTo>
                    <a:pt x="222" y="2381"/>
                  </a:lnTo>
                  <a:lnTo>
                    <a:pt x="344" y="2159"/>
                  </a:lnTo>
                  <a:lnTo>
                    <a:pt x="485" y="1958"/>
                  </a:lnTo>
                  <a:lnTo>
                    <a:pt x="666" y="1756"/>
                  </a:lnTo>
                  <a:lnTo>
                    <a:pt x="848" y="1574"/>
                  </a:lnTo>
                  <a:lnTo>
                    <a:pt x="1070" y="1393"/>
                  </a:lnTo>
                  <a:lnTo>
                    <a:pt x="1292" y="1231"/>
                  </a:lnTo>
                  <a:lnTo>
                    <a:pt x="1534" y="1070"/>
                  </a:lnTo>
                  <a:lnTo>
                    <a:pt x="1776" y="928"/>
                  </a:lnTo>
                  <a:lnTo>
                    <a:pt x="2261" y="666"/>
                  </a:lnTo>
                  <a:lnTo>
                    <a:pt x="2765" y="444"/>
                  </a:lnTo>
                  <a:lnTo>
                    <a:pt x="3229" y="263"/>
                  </a:lnTo>
                  <a:lnTo>
                    <a:pt x="3653" y="101"/>
                  </a:lnTo>
                  <a:lnTo>
                    <a:pt x="3774" y="81"/>
                  </a:lnTo>
                  <a:close/>
                  <a:moveTo>
                    <a:pt x="3754" y="0"/>
                  </a:moveTo>
                  <a:lnTo>
                    <a:pt x="3633" y="41"/>
                  </a:lnTo>
                  <a:lnTo>
                    <a:pt x="3209" y="182"/>
                  </a:lnTo>
                  <a:lnTo>
                    <a:pt x="2725" y="363"/>
                  </a:lnTo>
                  <a:lnTo>
                    <a:pt x="2220" y="606"/>
                  </a:lnTo>
                  <a:lnTo>
                    <a:pt x="1716" y="868"/>
                  </a:lnTo>
                  <a:lnTo>
                    <a:pt x="1474" y="1009"/>
                  </a:lnTo>
                  <a:lnTo>
                    <a:pt x="1231" y="1171"/>
                  </a:lnTo>
                  <a:lnTo>
                    <a:pt x="1009" y="1352"/>
                  </a:lnTo>
                  <a:lnTo>
                    <a:pt x="787" y="1514"/>
                  </a:lnTo>
                  <a:lnTo>
                    <a:pt x="606" y="1715"/>
                  </a:lnTo>
                  <a:lnTo>
                    <a:pt x="424" y="1917"/>
                  </a:lnTo>
                  <a:lnTo>
                    <a:pt x="283" y="2119"/>
                  </a:lnTo>
                  <a:lnTo>
                    <a:pt x="142" y="2341"/>
                  </a:lnTo>
                  <a:lnTo>
                    <a:pt x="81" y="2482"/>
                  </a:lnTo>
                  <a:lnTo>
                    <a:pt x="41" y="2624"/>
                  </a:lnTo>
                  <a:lnTo>
                    <a:pt x="21" y="2745"/>
                  </a:lnTo>
                  <a:lnTo>
                    <a:pt x="0" y="2866"/>
                  </a:lnTo>
                  <a:lnTo>
                    <a:pt x="21" y="2967"/>
                  </a:lnTo>
                  <a:lnTo>
                    <a:pt x="41" y="3047"/>
                  </a:lnTo>
                  <a:lnTo>
                    <a:pt x="81" y="3128"/>
                  </a:lnTo>
                  <a:lnTo>
                    <a:pt x="142" y="3209"/>
                  </a:lnTo>
                  <a:lnTo>
                    <a:pt x="263" y="3290"/>
                  </a:lnTo>
                  <a:lnTo>
                    <a:pt x="404" y="3330"/>
                  </a:lnTo>
                  <a:lnTo>
                    <a:pt x="586" y="3370"/>
                  </a:lnTo>
                  <a:lnTo>
                    <a:pt x="989" y="3370"/>
                  </a:lnTo>
                  <a:lnTo>
                    <a:pt x="1211" y="3350"/>
                  </a:lnTo>
                  <a:lnTo>
                    <a:pt x="1453" y="3290"/>
                  </a:lnTo>
                  <a:lnTo>
                    <a:pt x="1675" y="3229"/>
                  </a:lnTo>
                  <a:lnTo>
                    <a:pt x="2119" y="3088"/>
                  </a:lnTo>
                  <a:lnTo>
                    <a:pt x="2301" y="3007"/>
                  </a:lnTo>
                  <a:lnTo>
                    <a:pt x="2462" y="2926"/>
                  </a:lnTo>
                  <a:lnTo>
                    <a:pt x="2745" y="2745"/>
                  </a:lnTo>
                  <a:lnTo>
                    <a:pt x="3007" y="2543"/>
                  </a:lnTo>
                  <a:lnTo>
                    <a:pt x="3249" y="2301"/>
                  </a:lnTo>
                  <a:lnTo>
                    <a:pt x="3471" y="2038"/>
                  </a:lnTo>
                  <a:lnTo>
                    <a:pt x="3673" y="1776"/>
                  </a:lnTo>
                  <a:lnTo>
                    <a:pt x="3855" y="1473"/>
                  </a:lnTo>
                  <a:lnTo>
                    <a:pt x="4016" y="1150"/>
                  </a:lnTo>
                  <a:lnTo>
                    <a:pt x="4137" y="828"/>
                  </a:lnTo>
                  <a:lnTo>
                    <a:pt x="4218" y="585"/>
                  </a:lnTo>
                  <a:lnTo>
                    <a:pt x="4218" y="464"/>
                  </a:lnTo>
                  <a:lnTo>
                    <a:pt x="4218" y="343"/>
                  </a:lnTo>
                  <a:lnTo>
                    <a:pt x="4178" y="222"/>
                  </a:lnTo>
                  <a:lnTo>
                    <a:pt x="4097" y="121"/>
                  </a:lnTo>
                  <a:lnTo>
                    <a:pt x="3996" y="41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42"/>
            <p:cNvSpPr/>
            <p:nvPr/>
          </p:nvSpPr>
          <p:spPr>
            <a:xfrm flipH="1">
              <a:off x="-486582" y="-3332637"/>
              <a:ext cx="1826666" cy="1093271"/>
            </a:xfrm>
            <a:custGeom>
              <a:rect b="b" l="l" r="r" t="t"/>
              <a:pathLst>
                <a:path extrusionOk="0" h="19555" w="32673">
                  <a:moveTo>
                    <a:pt x="4340" y="81"/>
                  </a:moveTo>
                  <a:lnTo>
                    <a:pt x="4622" y="101"/>
                  </a:lnTo>
                  <a:lnTo>
                    <a:pt x="4885" y="121"/>
                  </a:lnTo>
                  <a:lnTo>
                    <a:pt x="5167" y="161"/>
                  </a:lnTo>
                  <a:lnTo>
                    <a:pt x="5450" y="222"/>
                  </a:lnTo>
                  <a:lnTo>
                    <a:pt x="5712" y="283"/>
                  </a:lnTo>
                  <a:lnTo>
                    <a:pt x="6216" y="444"/>
                  </a:lnTo>
                  <a:lnTo>
                    <a:pt x="6640" y="626"/>
                  </a:lnTo>
                  <a:lnTo>
                    <a:pt x="7003" y="787"/>
                  </a:lnTo>
                  <a:lnTo>
                    <a:pt x="7266" y="928"/>
                  </a:lnTo>
                  <a:lnTo>
                    <a:pt x="7629" y="1130"/>
                  </a:lnTo>
                  <a:lnTo>
                    <a:pt x="7972" y="1352"/>
                  </a:lnTo>
                  <a:lnTo>
                    <a:pt x="8315" y="1594"/>
                  </a:lnTo>
                  <a:lnTo>
                    <a:pt x="8658" y="1836"/>
                  </a:lnTo>
                  <a:lnTo>
                    <a:pt x="9324" y="2341"/>
                  </a:lnTo>
                  <a:lnTo>
                    <a:pt x="9950" y="2866"/>
                  </a:lnTo>
                  <a:lnTo>
                    <a:pt x="10918" y="3632"/>
                  </a:lnTo>
                  <a:lnTo>
                    <a:pt x="11746" y="4258"/>
                  </a:lnTo>
                  <a:lnTo>
                    <a:pt x="12613" y="4843"/>
                  </a:lnTo>
                  <a:lnTo>
                    <a:pt x="13481" y="5388"/>
                  </a:lnTo>
                  <a:lnTo>
                    <a:pt x="14369" y="5913"/>
                  </a:lnTo>
                  <a:lnTo>
                    <a:pt x="15297" y="6397"/>
                  </a:lnTo>
                  <a:lnTo>
                    <a:pt x="16226" y="6861"/>
                  </a:lnTo>
                  <a:lnTo>
                    <a:pt x="17174" y="7285"/>
                  </a:lnTo>
                  <a:lnTo>
                    <a:pt x="18143" y="7709"/>
                  </a:lnTo>
                  <a:lnTo>
                    <a:pt x="19132" y="8092"/>
                  </a:lnTo>
                  <a:lnTo>
                    <a:pt x="20120" y="8476"/>
                  </a:lnTo>
                  <a:lnTo>
                    <a:pt x="21129" y="8839"/>
                  </a:lnTo>
                  <a:lnTo>
                    <a:pt x="22138" y="9182"/>
                  </a:lnTo>
                  <a:lnTo>
                    <a:pt x="23168" y="9505"/>
                  </a:lnTo>
                  <a:lnTo>
                    <a:pt x="24217" y="9848"/>
                  </a:lnTo>
                  <a:lnTo>
                    <a:pt x="26316" y="10473"/>
                  </a:lnTo>
                  <a:lnTo>
                    <a:pt x="26376" y="10494"/>
                  </a:lnTo>
                  <a:lnTo>
                    <a:pt x="27627" y="10877"/>
                  </a:lnTo>
                  <a:lnTo>
                    <a:pt x="28253" y="11079"/>
                  </a:lnTo>
                  <a:lnTo>
                    <a:pt x="28879" y="11301"/>
                  </a:lnTo>
                  <a:lnTo>
                    <a:pt x="29484" y="11523"/>
                  </a:lnTo>
                  <a:lnTo>
                    <a:pt x="30089" y="11805"/>
                  </a:lnTo>
                  <a:lnTo>
                    <a:pt x="30675" y="12088"/>
                  </a:lnTo>
                  <a:lnTo>
                    <a:pt x="31240" y="12411"/>
                  </a:lnTo>
                  <a:lnTo>
                    <a:pt x="31583" y="12633"/>
                  </a:lnTo>
                  <a:lnTo>
                    <a:pt x="31744" y="12754"/>
                  </a:lnTo>
                  <a:lnTo>
                    <a:pt x="31906" y="12895"/>
                  </a:lnTo>
                  <a:lnTo>
                    <a:pt x="32067" y="13036"/>
                  </a:lnTo>
                  <a:lnTo>
                    <a:pt x="32208" y="13198"/>
                  </a:lnTo>
                  <a:lnTo>
                    <a:pt x="32329" y="13379"/>
                  </a:lnTo>
                  <a:lnTo>
                    <a:pt x="32450" y="13581"/>
                  </a:lnTo>
                  <a:lnTo>
                    <a:pt x="32511" y="13763"/>
                  </a:lnTo>
                  <a:lnTo>
                    <a:pt x="32572" y="13965"/>
                  </a:lnTo>
                  <a:lnTo>
                    <a:pt x="32592" y="14166"/>
                  </a:lnTo>
                  <a:lnTo>
                    <a:pt x="32592" y="14368"/>
                  </a:lnTo>
                  <a:lnTo>
                    <a:pt x="32551" y="14570"/>
                  </a:lnTo>
                  <a:lnTo>
                    <a:pt x="32471" y="14772"/>
                  </a:lnTo>
                  <a:lnTo>
                    <a:pt x="32370" y="14953"/>
                  </a:lnTo>
                  <a:lnTo>
                    <a:pt x="32289" y="15034"/>
                  </a:lnTo>
                  <a:lnTo>
                    <a:pt x="32208" y="15095"/>
                  </a:lnTo>
                  <a:lnTo>
                    <a:pt x="32067" y="15196"/>
                  </a:lnTo>
                  <a:lnTo>
                    <a:pt x="31926" y="15256"/>
                  </a:lnTo>
                  <a:lnTo>
                    <a:pt x="31764" y="15317"/>
                  </a:lnTo>
                  <a:lnTo>
                    <a:pt x="31603" y="15337"/>
                  </a:lnTo>
                  <a:lnTo>
                    <a:pt x="31421" y="15357"/>
                  </a:lnTo>
                  <a:lnTo>
                    <a:pt x="31240" y="15377"/>
                  </a:lnTo>
                  <a:lnTo>
                    <a:pt x="30876" y="15357"/>
                  </a:lnTo>
                  <a:lnTo>
                    <a:pt x="29625" y="15276"/>
                  </a:lnTo>
                  <a:lnTo>
                    <a:pt x="28354" y="15196"/>
                  </a:lnTo>
                  <a:lnTo>
                    <a:pt x="25872" y="14974"/>
                  </a:lnTo>
                  <a:lnTo>
                    <a:pt x="24116" y="14832"/>
                  </a:lnTo>
                  <a:lnTo>
                    <a:pt x="22360" y="14691"/>
                  </a:lnTo>
                  <a:lnTo>
                    <a:pt x="20585" y="14590"/>
                  </a:lnTo>
                  <a:lnTo>
                    <a:pt x="19697" y="14550"/>
                  </a:lnTo>
                  <a:lnTo>
                    <a:pt x="18809" y="14530"/>
                  </a:lnTo>
                  <a:lnTo>
                    <a:pt x="17073" y="14530"/>
                  </a:lnTo>
                  <a:lnTo>
                    <a:pt x="16226" y="14570"/>
                  </a:lnTo>
                  <a:lnTo>
                    <a:pt x="15398" y="14631"/>
                  </a:lnTo>
                  <a:lnTo>
                    <a:pt x="14591" y="14691"/>
                  </a:lnTo>
                  <a:lnTo>
                    <a:pt x="13824" y="14792"/>
                  </a:lnTo>
                  <a:lnTo>
                    <a:pt x="13057" y="14893"/>
                  </a:lnTo>
                  <a:lnTo>
                    <a:pt x="12311" y="15034"/>
                  </a:lnTo>
                  <a:lnTo>
                    <a:pt x="11584" y="15175"/>
                  </a:lnTo>
                  <a:lnTo>
                    <a:pt x="10878" y="15337"/>
                  </a:lnTo>
                  <a:lnTo>
                    <a:pt x="10192" y="15539"/>
                  </a:lnTo>
                  <a:lnTo>
                    <a:pt x="9526" y="15740"/>
                  </a:lnTo>
                  <a:lnTo>
                    <a:pt x="8880" y="15962"/>
                  </a:lnTo>
                  <a:lnTo>
                    <a:pt x="8255" y="16205"/>
                  </a:lnTo>
                  <a:lnTo>
                    <a:pt x="7629" y="16487"/>
                  </a:lnTo>
                  <a:lnTo>
                    <a:pt x="7024" y="16770"/>
                  </a:lnTo>
                  <a:lnTo>
                    <a:pt x="6539" y="17012"/>
                  </a:lnTo>
                  <a:lnTo>
                    <a:pt x="6055" y="17294"/>
                  </a:lnTo>
                  <a:lnTo>
                    <a:pt x="5086" y="17839"/>
                  </a:lnTo>
                  <a:lnTo>
                    <a:pt x="4441" y="18202"/>
                  </a:lnTo>
                  <a:lnTo>
                    <a:pt x="3775" y="18586"/>
                  </a:lnTo>
                  <a:lnTo>
                    <a:pt x="3089" y="18929"/>
                  </a:lnTo>
                  <a:lnTo>
                    <a:pt x="2382" y="19252"/>
                  </a:lnTo>
                  <a:lnTo>
                    <a:pt x="2160" y="19353"/>
                  </a:lnTo>
                  <a:lnTo>
                    <a:pt x="1918" y="19413"/>
                  </a:lnTo>
                  <a:lnTo>
                    <a:pt x="1676" y="19454"/>
                  </a:lnTo>
                  <a:lnTo>
                    <a:pt x="1434" y="19454"/>
                  </a:lnTo>
                  <a:lnTo>
                    <a:pt x="1333" y="19413"/>
                  </a:lnTo>
                  <a:lnTo>
                    <a:pt x="1212" y="19373"/>
                  </a:lnTo>
                  <a:lnTo>
                    <a:pt x="1030" y="19272"/>
                  </a:lnTo>
                  <a:lnTo>
                    <a:pt x="869" y="19111"/>
                  </a:lnTo>
                  <a:lnTo>
                    <a:pt x="748" y="18949"/>
                  </a:lnTo>
                  <a:lnTo>
                    <a:pt x="627" y="18788"/>
                  </a:lnTo>
                  <a:lnTo>
                    <a:pt x="546" y="18606"/>
                  </a:lnTo>
                  <a:lnTo>
                    <a:pt x="425" y="18324"/>
                  </a:lnTo>
                  <a:lnTo>
                    <a:pt x="324" y="18001"/>
                  </a:lnTo>
                  <a:lnTo>
                    <a:pt x="263" y="17678"/>
                  </a:lnTo>
                  <a:lnTo>
                    <a:pt x="203" y="17335"/>
                  </a:lnTo>
                  <a:lnTo>
                    <a:pt x="162" y="16992"/>
                  </a:lnTo>
                  <a:lnTo>
                    <a:pt x="122" y="16326"/>
                  </a:lnTo>
                  <a:lnTo>
                    <a:pt x="102" y="15660"/>
                  </a:lnTo>
                  <a:lnTo>
                    <a:pt x="102" y="14368"/>
                  </a:lnTo>
                  <a:lnTo>
                    <a:pt x="82" y="13137"/>
                  </a:lnTo>
                  <a:lnTo>
                    <a:pt x="102" y="11947"/>
                  </a:lnTo>
                  <a:lnTo>
                    <a:pt x="122" y="10756"/>
                  </a:lnTo>
                  <a:lnTo>
                    <a:pt x="203" y="9485"/>
                  </a:lnTo>
                  <a:lnTo>
                    <a:pt x="324" y="8274"/>
                  </a:lnTo>
                  <a:lnTo>
                    <a:pt x="405" y="7689"/>
                  </a:lnTo>
                  <a:lnTo>
                    <a:pt x="485" y="7124"/>
                  </a:lnTo>
                  <a:lnTo>
                    <a:pt x="586" y="6579"/>
                  </a:lnTo>
                  <a:lnTo>
                    <a:pt x="687" y="6054"/>
                  </a:lnTo>
                  <a:lnTo>
                    <a:pt x="808" y="5529"/>
                  </a:lnTo>
                  <a:lnTo>
                    <a:pt x="929" y="5025"/>
                  </a:lnTo>
                  <a:lnTo>
                    <a:pt x="1071" y="4541"/>
                  </a:lnTo>
                  <a:lnTo>
                    <a:pt x="1232" y="4056"/>
                  </a:lnTo>
                  <a:lnTo>
                    <a:pt x="1393" y="3592"/>
                  </a:lnTo>
                  <a:lnTo>
                    <a:pt x="1555" y="3128"/>
                  </a:lnTo>
                  <a:lnTo>
                    <a:pt x="1736" y="2684"/>
                  </a:lnTo>
                  <a:lnTo>
                    <a:pt x="1938" y="2260"/>
                  </a:lnTo>
                  <a:lnTo>
                    <a:pt x="2039" y="2038"/>
                  </a:lnTo>
                  <a:lnTo>
                    <a:pt x="2301" y="1493"/>
                  </a:lnTo>
                  <a:lnTo>
                    <a:pt x="2463" y="1231"/>
                  </a:lnTo>
                  <a:lnTo>
                    <a:pt x="2624" y="969"/>
                  </a:lnTo>
                  <a:lnTo>
                    <a:pt x="2806" y="727"/>
                  </a:lnTo>
                  <a:lnTo>
                    <a:pt x="3008" y="525"/>
                  </a:lnTo>
                  <a:lnTo>
                    <a:pt x="3129" y="444"/>
                  </a:lnTo>
                  <a:lnTo>
                    <a:pt x="3250" y="363"/>
                  </a:lnTo>
                  <a:lnTo>
                    <a:pt x="3391" y="283"/>
                  </a:lnTo>
                  <a:lnTo>
                    <a:pt x="3532" y="222"/>
                  </a:lnTo>
                  <a:lnTo>
                    <a:pt x="3795" y="161"/>
                  </a:lnTo>
                  <a:lnTo>
                    <a:pt x="4057" y="101"/>
                  </a:lnTo>
                  <a:lnTo>
                    <a:pt x="4340" y="81"/>
                  </a:lnTo>
                  <a:close/>
                  <a:moveTo>
                    <a:pt x="4360" y="0"/>
                  </a:moveTo>
                  <a:lnTo>
                    <a:pt x="3997" y="40"/>
                  </a:lnTo>
                  <a:lnTo>
                    <a:pt x="3714" y="81"/>
                  </a:lnTo>
                  <a:lnTo>
                    <a:pt x="3492" y="161"/>
                  </a:lnTo>
                  <a:lnTo>
                    <a:pt x="3351" y="222"/>
                  </a:lnTo>
                  <a:lnTo>
                    <a:pt x="3210" y="283"/>
                  </a:lnTo>
                  <a:lnTo>
                    <a:pt x="3089" y="363"/>
                  </a:lnTo>
                  <a:lnTo>
                    <a:pt x="2967" y="464"/>
                  </a:lnTo>
                  <a:lnTo>
                    <a:pt x="2745" y="666"/>
                  </a:lnTo>
                  <a:lnTo>
                    <a:pt x="2564" y="908"/>
                  </a:lnTo>
                  <a:lnTo>
                    <a:pt x="2382" y="1170"/>
                  </a:lnTo>
                  <a:lnTo>
                    <a:pt x="2241" y="1453"/>
                  </a:lnTo>
                  <a:lnTo>
                    <a:pt x="1958" y="2018"/>
                  </a:lnTo>
                  <a:lnTo>
                    <a:pt x="1878" y="2220"/>
                  </a:lnTo>
                  <a:lnTo>
                    <a:pt x="1676" y="2664"/>
                  </a:lnTo>
                  <a:lnTo>
                    <a:pt x="1494" y="3108"/>
                  </a:lnTo>
                  <a:lnTo>
                    <a:pt x="1313" y="3552"/>
                  </a:lnTo>
                  <a:lnTo>
                    <a:pt x="1151" y="4036"/>
                  </a:lnTo>
                  <a:lnTo>
                    <a:pt x="990" y="4500"/>
                  </a:lnTo>
                  <a:lnTo>
                    <a:pt x="849" y="5005"/>
                  </a:lnTo>
                  <a:lnTo>
                    <a:pt x="727" y="5509"/>
                  </a:lnTo>
                  <a:lnTo>
                    <a:pt x="606" y="6034"/>
                  </a:lnTo>
                  <a:lnTo>
                    <a:pt x="505" y="6559"/>
                  </a:lnTo>
                  <a:lnTo>
                    <a:pt x="405" y="7103"/>
                  </a:lnTo>
                  <a:lnTo>
                    <a:pt x="324" y="7668"/>
                  </a:lnTo>
                  <a:lnTo>
                    <a:pt x="243" y="8254"/>
                  </a:lnTo>
                  <a:lnTo>
                    <a:pt x="122" y="9464"/>
                  </a:lnTo>
                  <a:lnTo>
                    <a:pt x="41" y="10756"/>
                  </a:lnTo>
                  <a:lnTo>
                    <a:pt x="21" y="11947"/>
                  </a:lnTo>
                  <a:lnTo>
                    <a:pt x="1" y="13137"/>
                  </a:lnTo>
                  <a:lnTo>
                    <a:pt x="21" y="14368"/>
                  </a:lnTo>
                  <a:lnTo>
                    <a:pt x="21" y="15660"/>
                  </a:lnTo>
                  <a:lnTo>
                    <a:pt x="41" y="16326"/>
                  </a:lnTo>
                  <a:lnTo>
                    <a:pt x="82" y="17012"/>
                  </a:lnTo>
                  <a:lnTo>
                    <a:pt x="122" y="17355"/>
                  </a:lnTo>
                  <a:lnTo>
                    <a:pt x="183" y="17678"/>
                  </a:lnTo>
                  <a:lnTo>
                    <a:pt x="263" y="18021"/>
                  </a:lnTo>
                  <a:lnTo>
                    <a:pt x="344" y="18344"/>
                  </a:lnTo>
                  <a:lnTo>
                    <a:pt x="405" y="18505"/>
                  </a:lnTo>
                  <a:lnTo>
                    <a:pt x="485" y="18687"/>
                  </a:lnTo>
                  <a:lnTo>
                    <a:pt x="586" y="18868"/>
                  </a:lnTo>
                  <a:lnTo>
                    <a:pt x="707" y="19030"/>
                  </a:lnTo>
                  <a:lnTo>
                    <a:pt x="849" y="19211"/>
                  </a:lnTo>
                  <a:lnTo>
                    <a:pt x="1010" y="19353"/>
                  </a:lnTo>
                  <a:lnTo>
                    <a:pt x="1192" y="19454"/>
                  </a:lnTo>
                  <a:lnTo>
                    <a:pt x="1313" y="19494"/>
                  </a:lnTo>
                  <a:lnTo>
                    <a:pt x="1414" y="19534"/>
                  </a:lnTo>
                  <a:lnTo>
                    <a:pt x="1615" y="19555"/>
                  </a:lnTo>
                  <a:lnTo>
                    <a:pt x="1817" y="19534"/>
                  </a:lnTo>
                  <a:lnTo>
                    <a:pt x="2039" y="19474"/>
                  </a:lnTo>
                  <a:lnTo>
                    <a:pt x="2241" y="19413"/>
                  </a:lnTo>
                  <a:lnTo>
                    <a:pt x="2423" y="19333"/>
                  </a:lnTo>
                  <a:lnTo>
                    <a:pt x="3129" y="19010"/>
                  </a:lnTo>
                  <a:lnTo>
                    <a:pt x="3795" y="18646"/>
                  </a:lnTo>
                  <a:lnTo>
                    <a:pt x="4481" y="18283"/>
                  </a:lnTo>
                  <a:lnTo>
                    <a:pt x="5127" y="17900"/>
                  </a:lnTo>
                  <a:lnTo>
                    <a:pt x="6095" y="17355"/>
                  </a:lnTo>
                  <a:lnTo>
                    <a:pt x="6580" y="17093"/>
                  </a:lnTo>
                  <a:lnTo>
                    <a:pt x="7064" y="16830"/>
                  </a:lnTo>
                  <a:lnTo>
                    <a:pt x="7669" y="16548"/>
                  </a:lnTo>
                  <a:lnTo>
                    <a:pt x="8275" y="16285"/>
                  </a:lnTo>
                  <a:lnTo>
                    <a:pt x="8900" y="16043"/>
                  </a:lnTo>
                  <a:lnTo>
                    <a:pt x="9566" y="15821"/>
                  </a:lnTo>
                  <a:lnTo>
                    <a:pt x="10232" y="15619"/>
                  </a:lnTo>
                  <a:lnTo>
                    <a:pt x="10898" y="15418"/>
                  </a:lnTo>
                  <a:lnTo>
                    <a:pt x="11604" y="15256"/>
                  </a:lnTo>
                  <a:lnTo>
                    <a:pt x="12331" y="15115"/>
                  </a:lnTo>
                  <a:lnTo>
                    <a:pt x="13078" y="14974"/>
                  </a:lnTo>
                  <a:lnTo>
                    <a:pt x="13824" y="14873"/>
                  </a:lnTo>
                  <a:lnTo>
                    <a:pt x="14611" y="14772"/>
                  </a:lnTo>
                  <a:lnTo>
                    <a:pt x="15419" y="14711"/>
                  </a:lnTo>
                  <a:lnTo>
                    <a:pt x="16226" y="14651"/>
                  </a:lnTo>
                  <a:lnTo>
                    <a:pt x="17073" y="14610"/>
                  </a:lnTo>
                  <a:lnTo>
                    <a:pt x="18809" y="14610"/>
                  </a:lnTo>
                  <a:lnTo>
                    <a:pt x="19697" y="14631"/>
                  </a:lnTo>
                  <a:lnTo>
                    <a:pt x="20585" y="14671"/>
                  </a:lnTo>
                  <a:lnTo>
                    <a:pt x="22360" y="14772"/>
                  </a:lnTo>
                  <a:lnTo>
                    <a:pt x="24116" y="14913"/>
                  </a:lnTo>
                  <a:lnTo>
                    <a:pt x="25852" y="15054"/>
                  </a:lnTo>
                  <a:lnTo>
                    <a:pt x="28354" y="15276"/>
                  </a:lnTo>
                  <a:lnTo>
                    <a:pt x="29605" y="15357"/>
                  </a:lnTo>
                  <a:lnTo>
                    <a:pt x="30876" y="15438"/>
                  </a:lnTo>
                  <a:lnTo>
                    <a:pt x="31240" y="15458"/>
                  </a:lnTo>
                  <a:lnTo>
                    <a:pt x="31441" y="15438"/>
                  </a:lnTo>
                  <a:lnTo>
                    <a:pt x="31623" y="15418"/>
                  </a:lnTo>
                  <a:lnTo>
                    <a:pt x="31785" y="15397"/>
                  </a:lnTo>
                  <a:lnTo>
                    <a:pt x="31966" y="15337"/>
                  </a:lnTo>
                  <a:lnTo>
                    <a:pt x="32128" y="15256"/>
                  </a:lnTo>
                  <a:lnTo>
                    <a:pt x="32269" y="15155"/>
                  </a:lnTo>
                  <a:lnTo>
                    <a:pt x="32350" y="15075"/>
                  </a:lnTo>
                  <a:lnTo>
                    <a:pt x="32430" y="14994"/>
                  </a:lnTo>
                  <a:lnTo>
                    <a:pt x="32551" y="14812"/>
                  </a:lnTo>
                  <a:lnTo>
                    <a:pt x="32612" y="14610"/>
                  </a:lnTo>
                  <a:lnTo>
                    <a:pt x="32672" y="14388"/>
                  </a:lnTo>
                  <a:lnTo>
                    <a:pt x="32672" y="14166"/>
                  </a:lnTo>
                  <a:lnTo>
                    <a:pt x="32652" y="13944"/>
                  </a:lnTo>
                  <a:lnTo>
                    <a:pt x="32592" y="13743"/>
                  </a:lnTo>
                  <a:lnTo>
                    <a:pt x="32511" y="13541"/>
                  </a:lnTo>
                  <a:lnTo>
                    <a:pt x="32410" y="13339"/>
                  </a:lnTo>
                  <a:lnTo>
                    <a:pt x="32269" y="13157"/>
                  </a:lnTo>
                  <a:lnTo>
                    <a:pt x="32128" y="12996"/>
                  </a:lnTo>
                  <a:lnTo>
                    <a:pt x="31966" y="12835"/>
                  </a:lnTo>
                  <a:lnTo>
                    <a:pt x="31805" y="12693"/>
                  </a:lnTo>
                  <a:lnTo>
                    <a:pt x="31623" y="12572"/>
                  </a:lnTo>
                  <a:lnTo>
                    <a:pt x="31280" y="12350"/>
                  </a:lnTo>
                  <a:lnTo>
                    <a:pt x="30715" y="12027"/>
                  </a:lnTo>
                  <a:lnTo>
                    <a:pt x="30130" y="11725"/>
                  </a:lnTo>
                  <a:lnTo>
                    <a:pt x="29524" y="11462"/>
                  </a:lnTo>
                  <a:lnTo>
                    <a:pt x="28919" y="11220"/>
                  </a:lnTo>
                  <a:lnTo>
                    <a:pt x="28293" y="10998"/>
                  </a:lnTo>
                  <a:lnTo>
                    <a:pt x="27648" y="10796"/>
                  </a:lnTo>
                  <a:lnTo>
                    <a:pt x="26396" y="10413"/>
                  </a:lnTo>
                  <a:lnTo>
                    <a:pt x="26336" y="10393"/>
                  </a:lnTo>
                  <a:lnTo>
                    <a:pt x="24237" y="9767"/>
                  </a:lnTo>
                  <a:lnTo>
                    <a:pt x="23208" y="9444"/>
                  </a:lnTo>
                  <a:lnTo>
                    <a:pt x="22179" y="9101"/>
                  </a:lnTo>
                  <a:lnTo>
                    <a:pt x="21170" y="8758"/>
                  </a:lnTo>
                  <a:lnTo>
                    <a:pt x="20161" y="8395"/>
                  </a:lnTo>
                  <a:lnTo>
                    <a:pt x="19152" y="8032"/>
                  </a:lnTo>
                  <a:lnTo>
                    <a:pt x="18183" y="7628"/>
                  </a:lnTo>
                  <a:lnTo>
                    <a:pt x="17215" y="7224"/>
                  </a:lnTo>
                  <a:lnTo>
                    <a:pt x="16266" y="6781"/>
                  </a:lnTo>
                  <a:lnTo>
                    <a:pt x="15338" y="6316"/>
                  </a:lnTo>
                  <a:lnTo>
                    <a:pt x="14410" y="5832"/>
                  </a:lnTo>
                  <a:lnTo>
                    <a:pt x="13522" y="5328"/>
                  </a:lnTo>
                  <a:lnTo>
                    <a:pt x="12654" y="4783"/>
                  </a:lnTo>
                  <a:lnTo>
                    <a:pt x="11806" y="4197"/>
                  </a:lnTo>
                  <a:lnTo>
                    <a:pt x="10979" y="3572"/>
                  </a:lnTo>
                  <a:lnTo>
                    <a:pt x="10010" y="2805"/>
                  </a:lnTo>
                  <a:lnTo>
                    <a:pt x="9365" y="2280"/>
                  </a:lnTo>
                  <a:lnTo>
                    <a:pt x="8699" y="1776"/>
                  </a:lnTo>
                  <a:lnTo>
                    <a:pt x="8356" y="1514"/>
                  </a:lnTo>
                  <a:lnTo>
                    <a:pt x="8012" y="1292"/>
                  </a:lnTo>
                  <a:lnTo>
                    <a:pt x="7669" y="1070"/>
                  </a:lnTo>
                  <a:lnTo>
                    <a:pt x="7306" y="848"/>
                  </a:lnTo>
                  <a:lnTo>
                    <a:pt x="6923" y="666"/>
                  </a:lnTo>
                  <a:lnTo>
                    <a:pt x="6559" y="505"/>
                  </a:lnTo>
                  <a:lnTo>
                    <a:pt x="6216" y="363"/>
                  </a:lnTo>
                  <a:lnTo>
                    <a:pt x="5894" y="242"/>
                  </a:lnTo>
                  <a:lnTo>
                    <a:pt x="5591" y="161"/>
                  </a:lnTo>
                  <a:lnTo>
                    <a:pt x="5308" y="101"/>
                  </a:lnTo>
                  <a:lnTo>
                    <a:pt x="5046" y="61"/>
                  </a:lnTo>
                  <a:lnTo>
                    <a:pt x="4804" y="20"/>
                  </a:lnTo>
                  <a:lnTo>
                    <a:pt x="456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42"/>
            <p:cNvSpPr/>
            <p:nvPr/>
          </p:nvSpPr>
          <p:spPr>
            <a:xfrm flipH="1">
              <a:off x="396816" y="-3077703"/>
              <a:ext cx="794334" cy="541632"/>
            </a:xfrm>
            <a:custGeom>
              <a:rect b="b" l="l" r="r" t="t"/>
              <a:pathLst>
                <a:path extrusionOk="0" h="9688" w="14208">
                  <a:moveTo>
                    <a:pt x="2765" y="81"/>
                  </a:moveTo>
                  <a:lnTo>
                    <a:pt x="2967" y="142"/>
                  </a:lnTo>
                  <a:lnTo>
                    <a:pt x="3189" y="223"/>
                  </a:lnTo>
                  <a:lnTo>
                    <a:pt x="3431" y="324"/>
                  </a:lnTo>
                  <a:lnTo>
                    <a:pt x="3694" y="465"/>
                  </a:lnTo>
                  <a:lnTo>
                    <a:pt x="3956" y="626"/>
                  </a:lnTo>
                  <a:lnTo>
                    <a:pt x="4218" y="828"/>
                  </a:lnTo>
                  <a:lnTo>
                    <a:pt x="4501" y="1070"/>
                  </a:lnTo>
                  <a:lnTo>
                    <a:pt x="5005" y="1474"/>
                  </a:lnTo>
                  <a:lnTo>
                    <a:pt x="5510" y="1837"/>
                  </a:lnTo>
                  <a:lnTo>
                    <a:pt x="6055" y="2200"/>
                  </a:lnTo>
                  <a:lnTo>
                    <a:pt x="6600" y="2523"/>
                  </a:lnTo>
                  <a:lnTo>
                    <a:pt x="7165" y="2826"/>
                  </a:lnTo>
                  <a:lnTo>
                    <a:pt x="7750" y="3088"/>
                  </a:lnTo>
                  <a:lnTo>
                    <a:pt x="8335" y="3330"/>
                  </a:lnTo>
                  <a:lnTo>
                    <a:pt x="8940" y="3532"/>
                  </a:lnTo>
                  <a:lnTo>
                    <a:pt x="9566" y="3714"/>
                  </a:lnTo>
                  <a:lnTo>
                    <a:pt x="10171" y="3895"/>
                  </a:lnTo>
                  <a:lnTo>
                    <a:pt x="11140" y="4158"/>
                  </a:lnTo>
                  <a:lnTo>
                    <a:pt x="11624" y="4319"/>
                  </a:lnTo>
                  <a:lnTo>
                    <a:pt x="12089" y="4481"/>
                  </a:lnTo>
                  <a:lnTo>
                    <a:pt x="12533" y="4683"/>
                  </a:lnTo>
                  <a:lnTo>
                    <a:pt x="12956" y="4904"/>
                  </a:lnTo>
                  <a:lnTo>
                    <a:pt x="13178" y="5046"/>
                  </a:lnTo>
                  <a:lnTo>
                    <a:pt x="13380" y="5167"/>
                  </a:lnTo>
                  <a:lnTo>
                    <a:pt x="13562" y="5328"/>
                  </a:lnTo>
                  <a:lnTo>
                    <a:pt x="13764" y="5490"/>
                  </a:lnTo>
                  <a:lnTo>
                    <a:pt x="13945" y="5671"/>
                  </a:lnTo>
                  <a:lnTo>
                    <a:pt x="14066" y="5853"/>
                  </a:lnTo>
                  <a:lnTo>
                    <a:pt x="14086" y="5934"/>
                  </a:lnTo>
                  <a:lnTo>
                    <a:pt x="14127" y="6014"/>
                  </a:lnTo>
                  <a:lnTo>
                    <a:pt x="14127" y="6095"/>
                  </a:lnTo>
                  <a:lnTo>
                    <a:pt x="14127" y="6176"/>
                  </a:lnTo>
                  <a:lnTo>
                    <a:pt x="14086" y="6317"/>
                  </a:lnTo>
                  <a:lnTo>
                    <a:pt x="14006" y="6458"/>
                  </a:lnTo>
                  <a:lnTo>
                    <a:pt x="13864" y="6579"/>
                  </a:lnTo>
                  <a:lnTo>
                    <a:pt x="13683" y="6721"/>
                  </a:lnTo>
                  <a:lnTo>
                    <a:pt x="13461" y="6842"/>
                  </a:lnTo>
                  <a:lnTo>
                    <a:pt x="13239" y="6963"/>
                  </a:lnTo>
                  <a:lnTo>
                    <a:pt x="12997" y="7064"/>
                  </a:lnTo>
                  <a:lnTo>
                    <a:pt x="12755" y="7165"/>
                  </a:lnTo>
                  <a:lnTo>
                    <a:pt x="12512" y="7225"/>
                  </a:lnTo>
                  <a:lnTo>
                    <a:pt x="12270" y="7286"/>
                  </a:lnTo>
                  <a:lnTo>
                    <a:pt x="11766" y="7387"/>
                  </a:lnTo>
                  <a:lnTo>
                    <a:pt x="11261" y="7447"/>
                  </a:lnTo>
                  <a:lnTo>
                    <a:pt x="10716" y="7467"/>
                  </a:lnTo>
                  <a:lnTo>
                    <a:pt x="9647" y="7488"/>
                  </a:lnTo>
                  <a:lnTo>
                    <a:pt x="8940" y="7508"/>
                  </a:lnTo>
                  <a:lnTo>
                    <a:pt x="8234" y="7528"/>
                  </a:lnTo>
                  <a:lnTo>
                    <a:pt x="7891" y="7548"/>
                  </a:lnTo>
                  <a:lnTo>
                    <a:pt x="7548" y="7588"/>
                  </a:lnTo>
                  <a:lnTo>
                    <a:pt x="7205" y="7649"/>
                  </a:lnTo>
                  <a:lnTo>
                    <a:pt x="6862" y="7710"/>
                  </a:lnTo>
                  <a:lnTo>
                    <a:pt x="6559" y="7790"/>
                  </a:lnTo>
                  <a:lnTo>
                    <a:pt x="6236" y="7891"/>
                  </a:lnTo>
                  <a:lnTo>
                    <a:pt x="5651" y="8113"/>
                  </a:lnTo>
                  <a:lnTo>
                    <a:pt x="5066" y="8375"/>
                  </a:lnTo>
                  <a:lnTo>
                    <a:pt x="4501" y="8658"/>
                  </a:lnTo>
                  <a:lnTo>
                    <a:pt x="3653" y="9041"/>
                  </a:lnTo>
                  <a:lnTo>
                    <a:pt x="3209" y="9223"/>
                  </a:lnTo>
                  <a:lnTo>
                    <a:pt x="2786" y="9384"/>
                  </a:lnTo>
                  <a:lnTo>
                    <a:pt x="2483" y="9485"/>
                  </a:lnTo>
                  <a:lnTo>
                    <a:pt x="2221" y="9546"/>
                  </a:lnTo>
                  <a:lnTo>
                    <a:pt x="1978" y="9586"/>
                  </a:lnTo>
                  <a:lnTo>
                    <a:pt x="1756" y="9606"/>
                  </a:lnTo>
                  <a:lnTo>
                    <a:pt x="1555" y="9606"/>
                  </a:lnTo>
                  <a:lnTo>
                    <a:pt x="1373" y="9586"/>
                  </a:lnTo>
                  <a:lnTo>
                    <a:pt x="1212" y="9566"/>
                  </a:lnTo>
                  <a:lnTo>
                    <a:pt x="1070" y="9526"/>
                  </a:lnTo>
                  <a:lnTo>
                    <a:pt x="929" y="9465"/>
                  </a:lnTo>
                  <a:lnTo>
                    <a:pt x="808" y="9405"/>
                  </a:lnTo>
                  <a:lnTo>
                    <a:pt x="626" y="9284"/>
                  </a:lnTo>
                  <a:lnTo>
                    <a:pt x="485" y="9162"/>
                  </a:lnTo>
                  <a:lnTo>
                    <a:pt x="404" y="9082"/>
                  </a:lnTo>
                  <a:lnTo>
                    <a:pt x="303" y="8920"/>
                  </a:lnTo>
                  <a:lnTo>
                    <a:pt x="243" y="8759"/>
                  </a:lnTo>
                  <a:lnTo>
                    <a:pt x="182" y="8597"/>
                  </a:lnTo>
                  <a:lnTo>
                    <a:pt x="142" y="8436"/>
                  </a:lnTo>
                  <a:lnTo>
                    <a:pt x="102" y="8073"/>
                  </a:lnTo>
                  <a:lnTo>
                    <a:pt x="81" y="7730"/>
                  </a:lnTo>
                  <a:lnTo>
                    <a:pt x="102" y="6983"/>
                  </a:lnTo>
                  <a:lnTo>
                    <a:pt x="142" y="6236"/>
                  </a:lnTo>
                  <a:lnTo>
                    <a:pt x="243" y="5470"/>
                  </a:lnTo>
                  <a:lnTo>
                    <a:pt x="364" y="4703"/>
                  </a:lnTo>
                  <a:lnTo>
                    <a:pt x="525" y="3895"/>
                  </a:lnTo>
                  <a:lnTo>
                    <a:pt x="727" y="3068"/>
                  </a:lnTo>
                  <a:lnTo>
                    <a:pt x="990" y="2200"/>
                  </a:lnTo>
                  <a:lnTo>
                    <a:pt x="1272" y="1292"/>
                  </a:lnTo>
                  <a:lnTo>
                    <a:pt x="1373" y="1050"/>
                  </a:lnTo>
                  <a:lnTo>
                    <a:pt x="1454" y="848"/>
                  </a:lnTo>
                  <a:lnTo>
                    <a:pt x="1575" y="667"/>
                  </a:lnTo>
                  <a:lnTo>
                    <a:pt x="1696" y="505"/>
                  </a:lnTo>
                  <a:lnTo>
                    <a:pt x="1817" y="364"/>
                  </a:lnTo>
                  <a:lnTo>
                    <a:pt x="1958" y="263"/>
                  </a:lnTo>
                  <a:lnTo>
                    <a:pt x="2099" y="162"/>
                  </a:lnTo>
                  <a:lnTo>
                    <a:pt x="2261" y="122"/>
                  </a:lnTo>
                  <a:lnTo>
                    <a:pt x="2402" y="81"/>
                  </a:lnTo>
                  <a:close/>
                  <a:moveTo>
                    <a:pt x="2463" y="1"/>
                  </a:moveTo>
                  <a:lnTo>
                    <a:pt x="2241" y="41"/>
                  </a:lnTo>
                  <a:lnTo>
                    <a:pt x="2079" y="102"/>
                  </a:lnTo>
                  <a:lnTo>
                    <a:pt x="1918" y="182"/>
                  </a:lnTo>
                  <a:lnTo>
                    <a:pt x="1777" y="303"/>
                  </a:lnTo>
                  <a:lnTo>
                    <a:pt x="1635" y="445"/>
                  </a:lnTo>
                  <a:lnTo>
                    <a:pt x="1514" y="606"/>
                  </a:lnTo>
                  <a:lnTo>
                    <a:pt x="1393" y="808"/>
                  </a:lnTo>
                  <a:lnTo>
                    <a:pt x="1292" y="1030"/>
                  </a:lnTo>
                  <a:lnTo>
                    <a:pt x="1191" y="1272"/>
                  </a:lnTo>
                  <a:lnTo>
                    <a:pt x="909" y="2180"/>
                  </a:lnTo>
                  <a:lnTo>
                    <a:pt x="646" y="3048"/>
                  </a:lnTo>
                  <a:lnTo>
                    <a:pt x="445" y="3875"/>
                  </a:lnTo>
                  <a:lnTo>
                    <a:pt x="283" y="4683"/>
                  </a:lnTo>
                  <a:lnTo>
                    <a:pt x="162" y="5470"/>
                  </a:lnTo>
                  <a:lnTo>
                    <a:pt x="61" y="6236"/>
                  </a:lnTo>
                  <a:lnTo>
                    <a:pt x="21" y="6983"/>
                  </a:lnTo>
                  <a:lnTo>
                    <a:pt x="1" y="7730"/>
                  </a:lnTo>
                  <a:lnTo>
                    <a:pt x="21" y="8093"/>
                  </a:lnTo>
                  <a:lnTo>
                    <a:pt x="41" y="8275"/>
                  </a:lnTo>
                  <a:lnTo>
                    <a:pt x="61" y="8456"/>
                  </a:lnTo>
                  <a:lnTo>
                    <a:pt x="102" y="8638"/>
                  </a:lnTo>
                  <a:lnTo>
                    <a:pt x="162" y="8799"/>
                  </a:lnTo>
                  <a:lnTo>
                    <a:pt x="243" y="8961"/>
                  </a:lnTo>
                  <a:lnTo>
                    <a:pt x="344" y="9122"/>
                  </a:lnTo>
                  <a:lnTo>
                    <a:pt x="465" y="9263"/>
                  </a:lnTo>
                  <a:lnTo>
                    <a:pt x="606" y="9384"/>
                  </a:lnTo>
                  <a:lnTo>
                    <a:pt x="768" y="9485"/>
                  </a:lnTo>
                  <a:lnTo>
                    <a:pt x="929" y="9566"/>
                  </a:lnTo>
                  <a:lnTo>
                    <a:pt x="1111" y="9627"/>
                  </a:lnTo>
                  <a:lnTo>
                    <a:pt x="1272" y="9647"/>
                  </a:lnTo>
                  <a:lnTo>
                    <a:pt x="1454" y="9667"/>
                  </a:lnTo>
                  <a:lnTo>
                    <a:pt x="1635" y="9687"/>
                  </a:lnTo>
                  <a:lnTo>
                    <a:pt x="1999" y="9667"/>
                  </a:lnTo>
                  <a:lnTo>
                    <a:pt x="2321" y="9606"/>
                  </a:lnTo>
                  <a:lnTo>
                    <a:pt x="2604" y="9526"/>
                  </a:lnTo>
                  <a:lnTo>
                    <a:pt x="2806" y="9465"/>
                  </a:lnTo>
                  <a:lnTo>
                    <a:pt x="3250" y="9304"/>
                  </a:lnTo>
                  <a:lnTo>
                    <a:pt x="3673" y="9122"/>
                  </a:lnTo>
                  <a:lnTo>
                    <a:pt x="4521" y="8719"/>
                  </a:lnTo>
                  <a:lnTo>
                    <a:pt x="5106" y="8456"/>
                  </a:lnTo>
                  <a:lnTo>
                    <a:pt x="5671" y="8194"/>
                  </a:lnTo>
                  <a:lnTo>
                    <a:pt x="6277" y="7972"/>
                  </a:lnTo>
                  <a:lnTo>
                    <a:pt x="6579" y="7871"/>
                  </a:lnTo>
                  <a:lnTo>
                    <a:pt x="6882" y="7790"/>
                  </a:lnTo>
                  <a:lnTo>
                    <a:pt x="7205" y="7730"/>
                  </a:lnTo>
                  <a:lnTo>
                    <a:pt x="7548" y="7669"/>
                  </a:lnTo>
                  <a:lnTo>
                    <a:pt x="7891" y="7629"/>
                  </a:lnTo>
                  <a:lnTo>
                    <a:pt x="8254" y="7609"/>
                  </a:lnTo>
                  <a:lnTo>
                    <a:pt x="8940" y="7588"/>
                  </a:lnTo>
                  <a:lnTo>
                    <a:pt x="9647" y="7568"/>
                  </a:lnTo>
                  <a:lnTo>
                    <a:pt x="10716" y="7548"/>
                  </a:lnTo>
                  <a:lnTo>
                    <a:pt x="11241" y="7528"/>
                  </a:lnTo>
                  <a:lnTo>
                    <a:pt x="11766" y="7467"/>
                  </a:lnTo>
                  <a:lnTo>
                    <a:pt x="12290" y="7366"/>
                  </a:lnTo>
                  <a:lnTo>
                    <a:pt x="12533" y="7306"/>
                  </a:lnTo>
                  <a:lnTo>
                    <a:pt x="12775" y="7225"/>
                  </a:lnTo>
                  <a:lnTo>
                    <a:pt x="13037" y="7144"/>
                  </a:lnTo>
                  <a:lnTo>
                    <a:pt x="13259" y="7044"/>
                  </a:lnTo>
                  <a:lnTo>
                    <a:pt x="13501" y="6922"/>
                  </a:lnTo>
                  <a:lnTo>
                    <a:pt x="13723" y="6781"/>
                  </a:lnTo>
                  <a:lnTo>
                    <a:pt x="13885" y="6680"/>
                  </a:lnTo>
                  <a:lnTo>
                    <a:pt x="14026" y="6559"/>
                  </a:lnTo>
                  <a:lnTo>
                    <a:pt x="14086" y="6479"/>
                  </a:lnTo>
                  <a:lnTo>
                    <a:pt x="14147" y="6398"/>
                  </a:lnTo>
                  <a:lnTo>
                    <a:pt x="14187" y="6297"/>
                  </a:lnTo>
                  <a:lnTo>
                    <a:pt x="14207" y="6196"/>
                  </a:lnTo>
                  <a:lnTo>
                    <a:pt x="14207" y="6095"/>
                  </a:lnTo>
                  <a:lnTo>
                    <a:pt x="14207" y="6014"/>
                  </a:lnTo>
                  <a:lnTo>
                    <a:pt x="14167" y="5913"/>
                  </a:lnTo>
                  <a:lnTo>
                    <a:pt x="14127" y="5813"/>
                  </a:lnTo>
                  <a:lnTo>
                    <a:pt x="14086" y="5712"/>
                  </a:lnTo>
                  <a:lnTo>
                    <a:pt x="14006" y="5631"/>
                  </a:lnTo>
                  <a:lnTo>
                    <a:pt x="13804" y="5429"/>
                  </a:lnTo>
                  <a:lnTo>
                    <a:pt x="13622" y="5268"/>
                  </a:lnTo>
                  <a:lnTo>
                    <a:pt x="13420" y="5106"/>
                  </a:lnTo>
                  <a:lnTo>
                    <a:pt x="13219" y="4965"/>
                  </a:lnTo>
                  <a:lnTo>
                    <a:pt x="13017" y="4844"/>
                  </a:lnTo>
                  <a:lnTo>
                    <a:pt x="12573" y="4602"/>
                  </a:lnTo>
                  <a:lnTo>
                    <a:pt x="12109" y="4420"/>
                  </a:lnTo>
                  <a:lnTo>
                    <a:pt x="11645" y="4239"/>
                  </a:lnTo>
                  <a:lnTo>
                    <a:pt x="11160" y="4077"/>
                  </a:lnTo>
                  <a:lnTo>
                    <a:pt x="10192" y="3815"/>
                  </a:lnTo>
                  <a:lnTo>
                    <a:pt x="9586" y="3653"/>
                  </a:lnTo>
                  <a:lnTo>
                    <a:pt x="8961" y="3452"/>
                  </a:lnTo>
                  <a:lnTo>
                    <a:pt x="8375" y="3250"/>
                  </a:lnTo>
                  <a:lnTo>
                    <a:pt x="7770" y="3008"/>
                  </a:lnTo>
                  <a:lnTo>
                    <a:pt x="7205" y="2745"/>
                  </a:lnTo>
                  <a:lnTo>
                    <a:pt x="6640" y="2443"/>
                  </a:lnTo>
                  <a:lnTo>
                    <a:pt x="6095" y="2120"/>
                  </a:lnTo>
                  <a:lnTo>
                    <a:pt x="5570" y="1777"/>
                  </a:lnTo>
                  <a:lnTo>
                    <a:pt x="5046" y="1413"/>
                  </a:lnTo>
                  <a:lnTo>
                    <a:pt x="4561" y="1010"/>
                  </a:lnTo>
                  <a:lnTo>
                    <a:pt x="4218" y="727"/>
                  </a:lnTo>
                  <a:lnTo>
                    <a:pt x="3875" y="485"/>
                  </a:lnTo>
                  <a:lnTo>
                    <a:pt x="3573" y="303"/>
                  </a:lnTo>
                  <a:lnTo>
                    <a:pt x="3270" y="162"/>
                  </a:lnTo>
                  <a:lnTo>
                    <a:pt x="2987" y="61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42"/>
            <p:cNvSpPr/>
            <p:nvPr/>
          </p:nvSpPr>
          <p:spPr>
            <a:xfrm flipH="1">
              <a:off x="2086879" y="-1327833"/>
              <a:ext cx="152348" cy="92527"/>
            </a:xfrm>
            <a:custGeom>
              <a:rect b="b" l="l" r="r" t="t"/>
              <a:pathLst>
                <a:path extrusionOk="0" h="1655" w="2725">
                  <a:moveTo>
                    <a:pt x="2099" y="81"/>
                  </a:moveTo>
                  <a:lnTo>
                    <a:pt x="2240" y="101"/>
                  </a:lnTo>
                  <a:lnTo>
                    <a:pt x="2382" y="121"/>
                  </a:lnTo>
                  <a:lnTo>
                    <a:pt x="2483" y="182"/>
                  </a:lnTo>
                  <a:lnTo>
                    <a:pt x="2563" y="262"/>
                  </a:lnTo>
                  <a:lnTo>
                    <a:pt x="2624" y="363"/>
                  </a:lnTo>
                  <a:lnTo>
                    <a:pt x="2644" y="424"/>
                  </a:lnTo>
                  <a:lnTo>
                    <a:pt x="2644" y="484"/>
                  </a:lnTo>
                  <a:lnTo>
                    <a:pt x="2644" y="565"/>
                  </a:lnTo>
                  <a:lnTo>
                    <a:pt x="2604" y="626"/>
                  </a:lnTo>
                  <a:lnTo>
                    <a:pt x="2503" y="767"/>
                  </a:lnTo>
                  <a:lnTo>
                    <a:pt x="2321" y="969"/>
                  </a:lnTo>
                  <a:lnTo>
                    <a:pt x="2099" y="1150"/>
                  </a:lnTo>
                  <a:lnTo>
                    <a:pt x="1857" y="1312"/>
                  </a:lnTo>
                  <a:lnTo>
                    <a:pt x="1595" y="1433"/>
                  </a:lnTo>
                  <a:lnTo>
                    <a:pt x="1332" y="1534"/>
                  </a:lnTo>
                  <a:lnTo>
                    <a:pt x="1191" y="1554"/>
                  </a:lnTo>
                  <a:lnTo>
                    <a:pt x="1050" y="1574"/>
                  </a:lnTo>
                  <a:lnTo>
                    <a:pt x="909" y="1574"/>
                  </a:lnTo>
                  <a:lnTo>
                    <a:pt x="767" y="1554"/>
                  </a:lnTo>
                  <a:lnTo>
                    <a:pt x="646" y="1514"/>
                  </a:lnTo>
                  <a:lnTo>
                    <a:pt x="505" y="1473"/>
                  </a:lnTo>
                  <a:lnTo>
                    <a:pt x="364" y="1392"/>
                  </a:lnTo>
                  <a:lnTo>
                    <a:pt x="263" y="1312"/>
                  </a:lnTo>
                  <a:lnTo>
                    <a:pt x="182" y="1231"/>
                  </a:lnTo>
                  <a:lnTo>
                    <a:pt x="122" y="1110"/>
                  </a:lnTo>
                  <a:lnTo>
                    <a:pt x="81" y="1009"/>
                  </a:lnTo>
                  <a:lnTo>
                    <a:pt x="101" y="868"/>
                  </a:lnTo>
                  <a:lnTo>
                    <a:pt x="142" y="747"/>
                  </a:lnTo>
                  <a:lnTo>
                    <a:pt x="222" y="646"/>
                  </a:lnTo>
                  <a:lnTo>
                    <a:pt x="364" y="505"/>
                  </a:lnTo>
                  <a:lnTo>
                    <a:pt x="566" y="404"/>
                  </a:lnTo>
                  <a:lnTo>
                    <a:pt x="787" y="303"/>
                  </a:lnTo>
                  <a:lnTo>
                    <a:pt x="1030" y="242"/>
                  </a:lnTo>
                  <a:lnTo>
                    <a:pt x="1252" y="182"/>
                  </a:lnTo>
                  <a:lnTo>
                    <a:pt x="1474" y="161"/>
                  </a:lnTo>
                  <a:lnTo>
                    <a:pt x="1655" y="121"/>
                  </a:lnTo>
                  <a:lnTo>
                    <a:pt x="1877" y="101"/>
                  </a:lnTo>
                  <a:lnTo>
                    <a:pt x="2099" y="81"/>
                  </a:lnTo>
                  <a:close/>
                  <a:moveTo>
                    <a:pt x="2018" y="0"/>
                  </a:moveTo>
                  <a:lnTo>
                    <a:pt x="1837" y="20"/>
                  </a:lnTo>
                  <a:lnTo>
                    <a:pt x="1635" y="40"/>
                  </a:lnTo>
                  <a:lnTo>
                    <a:pt x="1474" y="81"/>
                  </a:lnTo>
                  <a:lnTo>
                    <a:pt x="1231" y="101"/>
                  </a:lnTo>
                  <a:lnTo>
                    <a:pt x="989" y="161"/>
                  </a:lnTo>
                  <a:lnTo>
                    <a:pt x="767" y="222"/>
                  </a:lnTo>
                  <a:lnTo>
                    <a:pt x="525" y="323"/>
                  </a:lnTo>
                  <a:lnTo>
                    <a:pt x="323" y="444"/>
                  </a:lnTo>
                  <a:lnTo>
                    <a:pt x="162" y="585"/>
                  </a:lnTo>
                  <a:lnTo>
                    <a:pt x="61" y="727"/>
                  </a:lnTo>
                  <a:lnTo>
                    <a:pt x="21" y="868"/>
                  </a:lnTo>
                  <a:lnTo>
                    <a:pt x="0" y="1009"/>
                  </a:lnTo>
                  <a:lnTo>
                    <a:pt x="41" y="1150"/>
                  </a:lnTo>
                  <a:lnTo>
                    <a:pt x="101" y="1271"/>
                  </a:lnTo>
                  <a:lnTo>
                    <a:pt x="202" y="1372"/>
                  </a:lnTo>
                  <a:lnTo>
                    <a:pt x="323" y="1473"/>
                  </a:lnTo>
                  <a:lnTo>
                    <a:pt x="465" y="1554"/>
                  </a:lnTo>
                  <a:lnTo>
                    <a:pt x="606" y="1594"/>
                  </a:lnTo>
                  <a:lnTo>
                    <a:pt x="727" y="1635"/>
                  </a:lnTo>
                  <a:lnTo>
                    <a:pt x="868" y="1635"/>
                  </a:lnTo>
                  <a:lnTo>
                    <a:pt x="989" y="1655"/>
                  </a:lnTo>
                  <a:lnTo>
                    <a:pt x="1211" y="1635"/>
                  </a:lnTo>
                  <a:lnTo>
                    <a:pt x="1433" y="1574"/>
                  </a:lnTo>
                  <a:lnTo>
                    <a:pt x="1655" y="1514"/>
                  </a:lnTo>
                  <a:lnTo>
                    <a:pt x="1857" y="1392"/>
                  </a:lnTo>
                  <a:lnTo>
                    <a:pt x="2059" y="1271"/>
                  </a:lnTo>
                  <a:lnTo>
                    <a:pt x="2240" y="1130"/>
                  </a:lnTo>
                  <a:lnTo>
                    <a:pt x="2422" y="969"/>
                  </a:lnTo>
                  <a:lnTo>
                    <a:pt x="2563" y="807"/>
                  </a:lnTo>
                  <a:lnTo>
                    <a:pt x="2684" y="666"/>
                  </a:lnTo>
                  <a:lnTo>
                    <a:pt x="2705" y="585"/>
                  </a:lnTo>
                  <a:lnTo>
                    <a:pt x="2725" y="484"/>
                  </a:lnTo>
                  <a:lnTo>
                    <a:pt x="2725" y="424"/>
                  </a:lnTo>
                  <a:lnTo>
                    <a:pt x="2705" y="343"/>
                  </a:lnTo>
                  <a:lnTo>
                    <a:pt x="2684" y="283"/>
                  </a:lnTo>
                  <a:lnTo>
                    <a:pt x="2644" y="222"/>
                  </a:lnTo>
                  <a:lnTo>
                    <a:pt x="2523" y="121"/>
                  </a:lnTo>
                  <a:lnTo>
                    <a:pt x="2402" y="40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42"/>
            <p:cNvSpPr/>
            <p:nvPr/>
          </p:nvSpPr>
          <p:spPr>
            <a:xfrm flipH="1">
              <a:off x="-459496" y="-4947101"/>
              <a:ext cx="453633" cy="455870"/>
            </a:xfrm>
            <a:custGeom>
              <a:rect b="b" l="l" r="r" t="t"/>
              <a:pathLst>
                <a:path extrusionOk="0" h="8154" w="8114">
                  <a:moveTo>
                    <a:pt x="1010" y="81"/>
                  </a:moveTo>
                  <a:lnTo>
                    <a:pt x="1151" y="101"/>
                  </a:lnTo>
                  <a:lnTo>
                    <a:pt x="1413" y="162"/>
                  </a:lnTo>
                  <a:lnTo>
                    <a:pt x="1696" y="263"/>
                  </a:lnTo>
                  <a:lnTo>
                    <a:pt x="1938" y="384"/>
                  </a:lnTo>
                  <a:lnTo>
                    <a:pt x="2200" y="545"/>
                  </a:lnTo>
                  <a:lnTo>
                    <a:pt x="2422" y="707"/>
                  </a:lnTo>
                  <a:lnTo>
                    <a:pt x="2644" y="888"/>
                  </a:lnTo>
                  <a:lnTo>
                    <a:pt x="3108" y="1251"/>
                  </a:lnTo>
                  <a:lnTo>
                    <a:pt x="3552" y="1635"/>
                  </a:lnTo>
                  <a:lnTo>
                    <a:pt x="3976" y="2039"/>
                  </a:lnTo>
                  <a:lnTo>
                    <a:pt x="4400" y="2422"/>
                  </a:lnTo>
                  <a:lnTo>
                    <a:pt x="4783" y="2826"/>
                  </a:lnTo>
                  <a:lnTo>
                    <a:pt x="5167" y="3229"/>
                  </a:lnTo>
                  <a:lnTo>
                    <a:pt x="5530" y="3653"/>
                  </a:lnTo>
                  <a:lnTo>
                    <a:pt x="5873" y="4077"/>
                  </a:lnTo>
                  <a:lnTo>
                    <a:pt x="6196" y="4500"/>
                  </a:lnTo>
                  <a:lnTo>
                    <a:pt x="6499" y="4924"/>
                  </a:lnTo>
                  <a:lnTo>
                    <a:pt x="6781" y="5348"/>
                  </a:lnTo>
                  <a:lnTo>
                    <a:pt x="7064" y="5792"/>
                  </a:lnTo>
                  <a:lnTo>
                    <a:pt x="7306" y="6236"/>
                  </a:lnTo>
                  <a:lnTo>
                    <a:pt x="7548" y="6680"/>
                  </a:lnTo>
                  <a:lnTo>
                    <a:pt x="7770" y="7144"/>
                  </a:lnTo>
                  <a:lnTo>
                    <a:pt x="7972" y="7588"/>
                  </a:lnTo>
                  <a:lnTo>
                    <a:pt x="8012" y="7729"/>
                  </a:lnTo>
                  <a:lnTo>
                    <a:pt x="8032" y="7871"/>
                  </a:lnTo>
                  <a:lnTo>
                    <a:pt x="8032" y="7931"/>
                  </a:lnTo>
                  <a:lnTo>
                    <a:pt x="8012" y="7992"/>
                  </a:lnTo>
                  <a:lnTo>
                    <a:pt x="7972" y="8032"/>
                  </a:lnTo>
                  <a:lnTo>
                    <a:pt x="7932" y="8052"/>
                  </a:lnTo>
                  <a:lnTo>
                    <a:pt x="7851" y="8072"/>
                  </a:lnTo>
                  <a:lnTo>
                    <a:pt x="7790" y="8072"/>
                  </a:lnTo>
                  <a:lnTo>
                    <a:pt x="7649" y="8012"/>
                  </a:lnTo>
                  <a:lnTo>
                    <a:pt x="7346" y="7830"/>
                  </a:lnTo>
                  <a:lnTo>
                    <a:pt x="7084" y="7628"/>
                  </a:lnTo>
                  <a:lnTo>
                    <a:pt x="6822" y="7386"/>
                  </a:lnTo>
                  <a:lnTo>
                    <a:pt x="6559" y="7164"/>
                  </a:lnTo>
                  <a:lnTo>
                    <a:pt x="2523" y="3310"/>
                  </a:lnTo>
                  <a:lnTo>
                    <a:pt x="2180" y="3007"/>
                  </a:lnTo>
                  <a:lnTo>
                    <a:pt x="1514" y="2462"/>
                  </a:lnTo>
                  <a:lnTo>
                    <a:pt x="1151" y="2119"/>
                  </a:lnTo>
                  <a:lnTo>
                    <a:pt x="808" y="1776"/>
                  </a:lnTo>
                  <a:lnTo>
                    <a:pt x="485" y="1413"/>
                  </a:lnTo>
                  <a:lnTo>
                    <a:pt x="364" y="1251"/>
                  </a:lnTo>
                  <a:lnTo>
                    <a:pt x="243" y="1070"/>
                  </a:lnTo>
                  <a:lnTo>
                    <a:pt x="162" y="908"/>
                  </a:lnTo>
                  <a:lnTo>
                    <a:pt x="102" y="767"/>
                  </a:lnTo>
                  <a:lnTo>
                    <a:pt x="81" y="626"/>
                  </a:lnTo>
                  <a:lnTo>
                    <a:pt x="81" y="485"/>
                  </a:lnTo>
                  <a:lnTo>
                    <a:pt x="122" y="424"/>
                  </a:lnTo>
                  <a:lnTo>
                    <a:pt x="142" y="364"/>
                  </a:lnTo>
                  <a:lnTo>
                    <a:pt x="243" y="263"/>
                  </a:lnTo>
                  <a:lnTo>
                    <a:pt x="404" y="182"/>
                  </a:lnTo>
                  <a:lnTo>
                    <a:pt x="606" y="101"/>
                  </a:lnTo>
                  <a:lnTo>
                    <a:pt x="747" y="81"/>
                  </a:lnTo>
                  <a:close/>
                  <a:moveTo>
                    <a:pt x="727" y="0"/>
                  </a:moveTo>
                  <a:lnTo>
                    <a:pt x="586" y="41"/>
                  </a:lnTo>
                  <a:lnTo>
                    <a:pt x="364" y="101"/>
                  </a:lnTo>
                  <a:lnTo>
                    <a:pt x="203" y="202"/>
                  </a:lnTo>
                  <a:lnTo>
                    <a:pt x="122" y="263"/>
                  </a:lnTo>
                  <a:lnTo>
                    <a:pt x="81" y="323"/>
                  </a:lnTo>
                  <a:lnTo>
                    <a:pt x="41" y="384"/>
                  </a:lnTo>
                  <a:lnTo>
                    <a:pt x="21" y="464"/>
                  </a:lnTo>
                  <a:lnTo>
                    <a:pt x="1" y="606"/>
                  </a:lnTo>
                  <a:lnTo>
                    <a:pt x="21" y="767"/>
                  </a:lnTo>
                  <a:lnTo>
                    <a:pt x="81" y="908"/>
                  </a:lnTo>
                  <a:lnTo>
                    <a:pt x="162" y="1090"/>
                  </a:lnTo>
                  <a:lnTo>
                    <a:pt x="263" y="1251"/>
                  </a:lnTo>
                  <a:lnTo>
                    <a:pt x="404" y="1433"/>
                  </a:lnTo>
                  <a:lnTo>
                    <a:pt x="707" y="1796"/>
                  </a:lnTo>
                  <a:lnTo>
                    <a:pt x="1070" y="2139"/>
                  </a:lnTo>
                  <a:lnTo>
                    <a:pt x="1434" y="2482"/>
                  </a:lnTo>
                  <a:lnTo>
                    <a:pt x="2120" y="3088"/>
                  </a:lnTo>
                  <a:lnTo>
                    <a:pt x="2463" y="3370"/>
                  </a:lnTo>
                  <a:lnTo>
                    <a:pt x="6499" y="7225"/>
                  </a:lnTo>
                  <a:lnTo>
                    <a:pt x="6761" y="7467"/>
                  </a:lnTo>
                  <a:lnTo>
                    <a:pt x="7023" y="7689"/>
                  </a:lnTo>
                  <a:lnTo>
                    <a:pt x="7306" y="7911"/>
                  </a:lnTo>
                  <a:lnTo>
                    <a:pt x="7609" y="8093"/>
                  </a:lnTo>
                  <a:lnTo>
                    <a:pt x="7730" y="8133"/>
                  </a:lnTo>
                  <a:lnTo>
                    <a:pt x="7851" y="8153"/>
                  </a:lnTo>
                  <a:lnTo>
                    <a:pt x="7911" y="8153"/>
                  </a:lnTo>
                  <a:lnTo>
                    <a:pt x="7972" y="8133"/>
                  </a:lnTo>
                  <a:lnTo>
                    <a:pt x="8032" y="8093"/>
                  </a:lnTo>
                  <a:lnTo>
                    <a:pt x="8073" y="8032"/>
                  </a:lnTo>
                  <a:lnTo>
                    <a:pt x="8093" y="7971"/>
                  </a:lnTo>
                  <a:lnTo>
                    <a:pt x="8113" y="7891"/>
                  </a:lnTo>
                  <a:lnTo>
                    <a:pt x="8093" y="7729"/>
                  </a:lnTo>
                  <a:lnTo>
                    <a:pt x="8032" y="7568"/>
                  </a:lnTo>
                  <a:lnTo>
                    <a:pt x="7831" y="7104"/>
                  </a:lnTo>
                  <a:lnTo>
                    <a:pt x="7629" y="6640"/>
                  </a:lnTo>
                  <a:lnTo>
                    <a:pt x="7387" y="6196"/>
                  </a:lnTo>
                  <a:lnTo>
                    <a:pt x="7124" y="5752"/>
                  </a:lnTo>
                  <a:lnTo>
                    <a:pt x="6862" y="5308"/>
                  </a:lnTo>
                  <a:lnTo>
                    <a:pt x="6559" y="4884"/>
                  </a:lnTo>
                  <a:lnTo>
                    <a:pt x="6257" y="4440"/>
                  </a:lnTo>
                  <a:lnTo>
                    <a:pt x="5934" y="4016"/>
                  </a:lnTo>
                  <a:lnTo>
                    <a:pt x="5591" y="3592"/>
                  </a:lnTo>
                  <a:lnTo>
                    <a:pt x="5227" y="3189"/>
                  </a:lnTo>
                  <a:lnTo>
                    <a:pt x="4844" y="2785"/>
                  </a:lnTo>
                  <a:lnTo>
                    <a:pt x="4461" y="2382"/>
                  </a:lnTo>
                  <a:lnTo>
                    <a:pt x="4037" y="1978"/>
                  </a:lnTo>
                  <a:lnTo>
                    <a:pt x="3613" y="1574"/>
                  </a:lnTo>
                  <a:lnTo>
                    <a:pt x="3169" y="1191"/>
                  </a:lnTo>
                  <a:lnTo>
                    <a:pt x="2705" y="808"/>
                  </a:lnTo>
                  <a:lnTo>
                    <a:pt x="2463" y="646"/>
                  </a:lnTo>
                  <a:lnTo>
                    <a:pt x="2221" y="464"/>
                  </a:lnTo>
                  <a:lnTo>
                    <a:pt x="1978" y="323"/>
                  </a:lnTo>
                  <a:lnTo>
                    <a:pt x="1716" y="182"/>
                  </a:lnTo>
                  <a:lnTo>
                    <a:pt x="1434" y="81"/>
                  </a:lnTo>
                  <a:lnTo>
                    <a:pt x="1151" y="21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2"/>
            <p:cNvSpPr/>
            <p:nvPr/>
          </p:nvSpPr>
          <p:spPr>
            <a:xfrm flipH="1">
              <a:off x="2120703" y="-1885164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8" y="0"/>
                  </a:moveTo>
                  <a:lnTo>
                    <a:pt x="727" y="20"/>
                  </a:lnTo>
                  <a:lnTo>
                    <a:pt x="545" y="61"/>
                  </a:lnTo>
                  <a:lnTo>
                    <a:pt x="404" y="162"/>
                  </a:lnTo>
                  <a:lnTo>
                    <a:pt x="263" y="262"/>
                  </a:lnTo>
                  <a:lnTo>
                    <a:pt x="162" y="404"/>
                  </a:lnTo>
                  <a:lnTo>
                    <a:pt x="81" y="545"/>
                  </a:lnTo>
                  <a:lnTo>
                    <a:pt x="21" y="727"/>
                  </a:lnTo>
                  <a:lnTo>
                    <a:pt x="0" y="908"/>
                  </a:lnTo>
                  <a:lnTo>
                    <a:pt x="21" y="1090"/>
                  </a:lnTo>
                  <a:lnTo>
                    <a:pt x="81" y="1251"/>
                  </a:lnTo>
                  <a:lnTo>
                    <a:pt x="162" y="141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5" y="1736"/>
                  </a:lnTo>
                  <a:lnTo>
                    <a:pt x="727" y="1776"/>
                  </a:lnTo>
                  <a:lnTo>
                    <a:pt x="908" y="1796"/>
                  </a:lnTo>
                  <a:lnTo>
                    <a:pt x="1090" y="1776"/>
                  </a:lnTo>
                  <a:lnTo>
                    <a:pt x="1252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413"/>
                  </a:lnTo>
                  <a:lnTo>
                    <a:pt x="1736" y="1251"/>
                  </a:lnTo>
                  <a:lnTo>
                    <a:pt x="1776" y="1090"/>
                  </a:lnTo>
                  <a:lnTo>
                    <a:pt x="1796" y="908"/>
                  </a:lnTo>
                  <a:lnTo>
                    <a:pt x="1776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2"/>
                  </a:lnTo>
                  <a:lnTo>
                    <a:pt x="1413" y="162"/>
                  </a:lnTo>
                  <a:lnTo>
                    <a:pt x="1252" y="61"/>
                  </a:lnTo>
                  <a:lnTo>
                    <a:pt x="1090" y="2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42"/>
            <p:cNvSpPr/>
            <p:nvPr/>
          </p:nvSpPr>
          <p:spPr>
            <a:xfrm flipH="1">
              <a:off x="2118467" y="-1887456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1"/>
                  </a:moveTo>
                  <a:lnTo>
                    <a:pt x="1111" y="102"/>
                  </a:lnTo>
                  <a:lnTo>
                    <a:pt x="1272" y="142"/>
                  </a:lnTo>
                  <a:lnTo>
                    <a:pt x="1414" y="223"/>
                  </a:lnTo>
                  <a:lnTo>
                    <a:pt x="1555" y="32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77" y="768"/>
                  </a:lnTo>
                  <a:lnTo>
                    <a:pt x="1797" y="949"/>
                  </a:lnTo>
                  <a:lnTo>
                    <a:pt x="1777" y="1111"/>
                  </a:lnTo>
                  <a:lnTo>
                    <a:pt x="1736" y="1272"/>
                  </a:lnTo>
                  <a:lnTo>
                    <a:pt x="1656" y="1413"/>
                  </a:lnTo>
                  <a:lnTo>
                    <a:pt x="1555" y="1555"/>
                  </a:lnTo>
                  <a:lnTo>
                    <a:pt x="1414" y="1655"/>
                  </a:lnTo>
                  <a:lnTo>
                    <a:pt x="1272" y="1736"/>
                  </a:lnTo>
                  <a:lnTo>
                    <a:pt x="1111" y="1777"/>
                  </a:lnTo>
                  <a:lnTo>
                    <a:pt x="949" y="1797"/>
                  </a:lnTo>
                  <a:lnTo>
                    <a:pt x="768" y="177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44" y="1555"/>
                  </a:lnTo>
                  <a:lnTo>
                    <a:pt x="223" y="1413"/>
                  </a:lnTo>
                  <a:lnTo>
                    <a:pt x="142" y="1272"/>
                  </a:lnTo>
                  <a:lnTo>
                    <a:pt x="102" y="1111"/>
                  </a:lnTo>
                  <a:lnTo>
                    <a:pt x="82" y="949"/>
                  </a:lnTo>
                  <a:lnTo>
                    <a:pt x="102" y="768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44" y="324"/>
                  </a:lnTo>
                  <a:lnTo>
                    <a:pt x="465" y="223"/>
                  </a:lnTo>
                  <a:lnTo>
                    <a:pt x="606" y="142"/>
                  </a:lnTo>
                  <a:lnTo>
                    <a:pt x="768" y="102"/>
                  </a:lnTo>
                  <a:lnTo>
                    <a:pt x="949" y="81"/>
                  </a:lnTo>
                  <a:close/>
                  <a:moveTo>
                    <a:pt x="949" y="1"/>
                  </a:moveTo>
                  <a:lnTo>
                    <a:pt x="748" y="21"/>
                  </a:lnTo>
                  <a:lnTo>
                    <a:pt x="586" y="81"/>
                  </a:lnTo>
                  <a:lnTo>
                    <a:pt x="425" y="162"/>
                  </a:lnTo>
                  <a:lnTo>
                    <a:pt x="284" y="283"/>
                  </a:lnTo>
                  <a:lnTo>
                    <a:pt x="162" y="404"/>
                  </a:lnTo>
                  <a:lnTo>
                    <a:pt x="82" y="566"/>
                  </a:lnTo>
                  <a:lnTo>
                    <a:pt x="21" y="74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2" y="1312"/>
                  </a:lnTo>
                  <a:lnTo>
                    <a:pt x="162" y="1474"/>
                  </a:lnTo>
                  <a:lnTo>
                    <a:pt x="284" y="1615"/>
                  </a:lnTo>
                  <a:lnTo>
                    <a:pt x="425" y="1716"/>
                  </a:lnTo>
                  <a:lnTo>
                    <a:pt x="586" y="1817"/>
                  </a:lnTo>
                  <a:lnTo>
                    <a:pt x="748" y="1857"/>
                  </a:lnTo>
                  <a:lnTo>
                    <a:pt x="949" y="1877"/>
                  </a:lnTo>
                  <a:lnTo>
                    <a:pt x="1131" y="1857"/>
                  </a:lnTo>
                  <a:lnTo>
                    <a:pt x="1313" y="1817"/>
                  </a:lnTo>
                  <a:lnTo>
                    <a:pt x="1474" y="1716"/>
                  </a:lnTo>
                  <a:lnTo>
                    <a:pt x="1615" y="1615"/>
                  </a:lnTo>
                  <a:lnTo>
                    <a:pt x="1716" y="1474"/>
                  </a:lnTo>
                  <a:lnTo>
                    <a:pt x="1817" y="1312"/>
                  </a:lnTo>
                  <a:lnTo>
                    <a:pt x="1858" y="1131"/>
                  </a:lnTo>
                  <a:lnTo>
                    <a:pt x="1878" y="949"/>
                  </a:lnTo>
                  <a:lnTo>
                    <a:pt x="1858" y="747"/>
                  </a:lnTo>
                  <a:lnTo>
                    <a:pt x="1817" y="566"/>
                  </a:lnTo>
                  <a:lnTo>
                    <a:pt x="1716" y="40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3" y="81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2"/>
            <p:cNvSpPr/>
            <p:nvPr/>
          </p:nvSpPr>
          <p:spPr>
            <a:xfrm flipH="1">
              <a:off x="1892829" y="-3305578"/>
              <a:ext cx="100466" cy="101584"/>
            </a:xfrm>
            <a:custGeom>
              <a:rect b="b" l="l" r="r" t="t"/>
              <a:pathLst>
                <a:path extrusionOk="0" h="1817" w="1797">
                  <a:moveTo>
                    <a:pt x="889" y="0"/>
                  </a:moveTo>
                  <a:lnTo>
                    <a:pt x="707" y="21"/>
                  </a:lnTo>
                  <a:lnTo>
                    <a:pt x="546" y="81"/>
                  </a:lnTo>
                  <a:lnTo>
                    <a:pt x="384" y="162"/>
                  </a:lnTo>
                  <a:lnTo>
                    <a:pt x="263" y="263"/>
                  </a:lnTo>
                  <a:lnTo>
                    <a:pt x="142" y="404"/>
                  </a:lnTo>
                  <a:lnTo>
                    <a:pt x="61" y="565"/>
                  </a:lnTo>
                  <a:lnTo>
                    <a:pt x="21" y="727"/>
                  </a:lnTo>
                  <a:lnTo>
                    <a:pt x="1" y="908"/>
                  </a:lnTo>
                  <a:lnTo>
                    <a:pt x="21" y="1090"/>
                  </a:lnTo>
                  <a:lnTo>
                    <a:pt x="61" y="1252"/>
                  </a:lnTo>
                  <a:lnTo>
                    <a:pt x="142" y="1413"/>
                  </a:lnTo>
                  <a:lnTo>
                    <a:pt x="263" y="1554"/>
                  </a:lnTo>
                  <a:lnTo>
                    <a:pt x="384" y="1655"/>
                  </a:lnTo>
                  <a:lnTo>
                    <a:pt x="546" y="1736"/>
                  </a:lnTo>
                  <a:lnTo>
                    <a:pt x="707" y="1796"/>
                  </a:lnTo>
                  <a:lnTo>
                    <a:pt x="889" y="1817"/>
                  </a:lnTo>
                  <a:lnTo>
                    <a:pt x="1070" y="1796"/>
                  </a:lnTo>
                  <a:lnTo>
                    <a:pt x="1252" y="1736"/>
                  </a:lnTo>
                  <a:lnTo>
                    <a:pt x="1393" y="1655"/>
                  </a:lnTo>
                  <a:lnTo>
                    <a:pt x="1534" y="1554"/>
                  </a:lnTo>
                  <a:lnTo>
                    <a:pt x="1635" y="1413"/>
                  </a:lnTo>
                  <a:lnTo>
                    <a:pt x="1736" y="1252"/>
                  </a:lnTo>
                  <a:lnTo>
                    <a:pt x="1777" y="1090"/>
                  </a:lnTo>
                  <a:lnTo>
                    <a:pt x="1797" y="908"/>
                  </a:lnTo>
                  <a:lnTo>
                    <a:pt x="1777" y="727"/>
                  </a:lnTo>
                  <a:lnTo>
                    <a:pt x="1736" y="565"/>
                  </a:lnTo>
                  <a:lnTo>
                    <a:pt x="1635" y="404"/>
                  </a:lnTo>
                  <a:lnTo>
                    <a:pt x="1534" y="263"/>
                  </a:lnTo>
                  <a:lnTo>
                    <a:pt x="1393" y="162"/>
                  </a:lnTo>
                  <a:lnTo>
                    <a:pt x="1252" y="81"/>
                  </a:lnTo>
                  <a:lnTo>
                    <a:pt x="1070" y="21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2"/>
            <p:cNvSpPr/>
            <p:nvPr/>
          </p:nvSpPr>
          <p:spPr>
            <a:xfrm flipH="1">
              <a:off x="1890536" y="-3307870"/>
              <a:ext cx="104994" cy="106112"/>
            </a:xfrm>
            <a:custGeom>
              <a:rect b="b" l="l" r="r" t="t"/>
              <a:pathLst>
                <a:path extrusionOk="0" h="1898" w="1878">
                  <a:moveTo>
                    <a:pt x="929" y="82"/>
                  </a:moveTo>
                  <a:lnTo>
                    <a:pt x="1110" y="102"/>
                  </a:lnTo>
                  <a:lnTo>
                    <a:pt x="1272" y="162"/>
                  </a:lnTo>
                  <a:lnTo>
                    <a:pt x="1413" y="243"/>
                  </a:lnTo>
                  <a:lnTo>
                    <a:pt x="1554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6" y="768"/>
                  </a:lnTo>
                  <a:lnTo>
                    <a:pt x="1796" y="949"/>
                  </a:lnTo>
                  <a:lnTo>
                    <a:pt x="1776" y="1131"/>
                  </a:lnTo>
                  <a:lnTo>
                    <a:pt x="1736" y="1293"/>
                  </a:lnTo>
                  <a:lnTo>
                    <a:pt x="1655" y="1434"/>
                  </a:lnTo>
                  <a:lnTo>
                    <a:pt x="1554" y="1555"/>
                  </a:lnTo>
                  <a:lnTo>
                    <a:pt x="1413" y="1656"/>
                  </a:lnTo>
                  <a:lnTo>
                    <a:pt x="1272" y="1736"/>
                  </a:lnTo>
                  <a:lnTo>
                    <a:pt x="1110" y="1797"/>
                  </a:lnTo>
                  <a:lnTo>
                    <a:pt x="929" y="1817"/>
                  </a:lnTo>
                  <a:lnTo>
                    <a:pt x="767" y="1797"/>
                  </a:lnTo>
                  <a:lnTo>
                    <a:pt x="606" y="1736"/>
                  </a:lnTo>
                  <a:lnTo>
                    <a:pt x="465" y="1656"/>
                  </a:lnTo>
                  <a:lnTo>
                    <a:pt x="323" y="1555"/>
                  </a:lnTo>
                  <a:lnTo>
                    <a:pt x="222" y="1434"/>
                  </a:lnTo>
                  <a:lnTo>
                    <a:pt x="142" y="1293"/>
                  </a:lnTo>
                  <a:lnTo>
                    <a:pt x="101" y="1131"/>
                  </a:lnTo>
                  <a:lnTo>
                    <a:pt x="81" y="949"/>
                  </a:lnTo>
                  <a:lnTo>
                    <a:pt x="101" y="768"/>
                  </a:lnTo>
                  <a:lnTo>
                    <a:pt x="142" y="606"/>
                  </a:lnTo>
                  <a:lnTo>
                    <a:pt x="222" y="465"/>
                  </a:lnTo>
                  <a:lnTo>
                    <a:pt x="323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7" y="102"/>
                  </a:lnTo>
                  <a:lnTo>
                    <a:pt x="929" y="82"/>
                  </a:lnTo>
                  <a:close/>
                  <a:moveTo>
                    <a:pt x="929" y="1"/>
                  </a:moveTo>
                  <a:lnTo>
                    <a:pt x="747" y="21"/>
                  </a:lnTo>
                  <a:lnTo>
                    <a:pt x="565" y="82"/>
                  </a:lnTo>
                  <a:lnTo>
                    <a:pt x="404" y="162"/>
                  </a:lnTo>
                  <a:lnTo>
                    <a:pt x="263" y="284"/>
                  </a:lnTo>
                  <a:lnTo>
                    <a:pt x="162" y="425"/>
                  </a:lnTo>
                  <a:lnTo>
                    <a:pt x="61" y="586"/>
                  </a:lnTo>
                  <a:lnTo>
                    <a:pt x="21" y="768"/>
                  </a:lnTo>
                  <a:lnTo>
                    <a:pt x="0" y="949"/>
                  </a:lnTo>
                  <a:lnTo>
                    <a:pt x="21" y="1131"/>
                  </a:lnTo>
                  <a:lnTo>
                    <a:pt x="61" y="1313"/>
                  </a:lnTo>
                  <a:lnTo>
                    <a:pt x="162" y="1474"/>
                  </a:lnTo>
                  <a:lnTo>
                    <a:pt x="263" y="1615"/>
                  </a:lnTo>
                  <a:lnTo>
                    <a:pt x="404" y="1736"/>
                  </a:lnTo>
                  <a:lnTo>
                    <a:pt x="565" y="1817"/>
                  </a:lnTo>
                  <a:lnTo>
                    <a:pt x="747" y="1878"/>
                  </a:lnTo>
                  <a:lnTo>
                    <a:pt x="929" y="1898"/>
                  </a:lnTo>
                  <a:lnTo>
                    <a:pt x="1130" y="1878"/>
                  </a:lnTo>
                  <a:lnTo>
                    <a:pt x="1312" y="1817"/>
                  </a:lnTo>
                  <a:lnTo>
                    <a:pt x="1453" y="1736"/>
                  </a:lnTo>
                  <a:lnTo>
                    <a:pt x="1595" y="1615"/>
                  </a:lnTo>
                  <a:lnTo>
                    <a:pt x="1716" y="1474"/>
                  </a:lnTo>
                  <a:lnTo>
                    <a:pt x="1796" y="1313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68"/>
                  </a:lnTo>
                  <a:lnTo>
                    <a:pt x="1796" y="586"/>
                  </a:lnTo>
                  <a:lnTo>
                    <a:pt x="1716" y="425"/>
                  </a:lnTo>
                  <a:lnTo>
                    <a:pt x="1595" y="284"/>
                  </a:lnTo>
                  <a:lnTo>
                    <a:pt x="1453" y="162"/>
                  </a:lnTo>
                  <a:lnTo>
                    <a:pt x="1312" y="82"/>
                  </a:lnTo>
                  <a:lnTo>
                    <a:pt x="1130" y="21"/>
                  </a:lnTo>
                  <a:lnTo>
                    <a:pt x="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2"/>
            <p:cNvSpPr/>
            <p:nvPr/>
          </p:nvSpPr>
          <p:spPr>
            <a:xfrm flipH="1">
              <a:off x="511885" y="-3871966"/>
              <a:ext cx="100466" cy="101640"/>
            </a:xfrm>
            <a:custGeom>
              <a:rect b="b" l="l" r="r" t="t"/>
              <a:pathLst>
                <a:path extrusionOk="0" h="1818" w="1797">
                  <a:moveTo>
                    <a:pt x="908" y="1"/>
                  </a:moveTo>
                  <a:lnTo>
                    <a:pt x="727" y="21"/>
                  </a:lnTo>
                  <a:lnTo>
                    <a:pt x="545" y="82"/>
                  </a:lnTo>
                  <a:lnTo>
                    <a:pt x="404" y="162"/>
                  </a:lnTo>
                  <a:lnTo>
                    <a:pt x="262" y="263"/>
                  </a:lnTo>
                  <a:lnTo>
                    <a:pt x="162" y="405"/>
                  </a:lnTo>
                  <a:lnTo>
                    <a:pt x="61" y="566"/>
                  </a:lnTo>
                  <a:lnTo>
                    <a:pt x="20" y="727"/>
                  </a:lnTo>
                  <a:lnTo>
                    <a:pt x="0" y="909"/>
                  </a:lnTo>
                  <a:lnTo>
                    <a:pt x="20" y="1091"/>
                  </a:lnTo>
                  <a:lnTo>
                    <a:pt x="61" y="1252"/>
                  </a:lnTo>
                  <a:lnTo>
                    <a:pt x="162" y="1414"/>
                  </a:lnTo>
                  <a:lnTo>
                    <a:pt x="262" y="1535"/>
                  </a:lnTo>
                  <a:lnTo>
                    <a:pt x="404" y="1656"/>
                  </a:lnTo>
                  <a:lnTo>
                    <a:pt x="545" y="1736"/>
                  </a:lnTo>
                  <a:lnTo>
                    <a:pt x="727" y="1797"/>
                  </a:lnTo>
                  <a:lnTo>
                    <a:pt x="908" y="1817"/>
                  </a:lnTo>
                  <a:lnTo>
                    <a:pt x="1090" y="1797"/>
                  </a:lnTo>
                  <a:lnTo>
                    <a:pt x="1251" y="1736"/>
                  </a:lnTo>
                  <a:lnTo>
                    <a:pt x="1413" y="1656"/>
                  </a:lnTo>
                  <a:lnTo>
                    <a:pt x="1534" y="1535"/>
                  </a:lnTo>
                  <a:lnTo>
                    <a:pt x="1655" y="1414"/>
                  </a:lnTo>
                  <a:lnTo>
                    <a:pt x="1736" y="1252"/>
                  </a:lnTo>
                  <a:lnTo>
                    <a:pt x="1776" y="1091"/>
                  </a:lnTo>
                  <a:lnTo>
                    <a:pt x="1796" y="909"/>
                  </a:lnTo>
                  <a:lnTo>
                    <a:pt x="1776" y="727"/>
                  </a:lnTo>
                  <a:lnTo>
                    <a:pt x="1736" y="566"/>
                  </a:lnTo>
                  <a:lnTo>
                    <a:pt x="1655" y="405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82"/>
                  </a:lnTo>
                  <a:lnTo>
                    <a:pt x="1090" y="21"/>
                  </a:lnTo>
                  <a:lnTo>
                    <a:pt x="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2"/>
            <p:cNvSpPr/>
            <p:nvPr/>
          </p:nvSpPr>
          <p:spPr>
            <a:xfrm flipH="1">
              <a:off x="509648" y="-3874202"/>
              <a:ext cx="104994" cy="106112"/>
            </a:xfrm>
            <a:custGeom>
              <a:rect b="b" l="l" r="r" t="t"/>
              <a:pathLst>
                <a:path extrusionOk="0" h="1898" w="1878">
                  <a:moveTo>
                    <a:pt x="949" y="81"/>
                  </a:moveTo>
                  <a:lnTo>
                    <a:pt x="1111" y="101"/>
                  </a:lnTo>
                  <a:lnTo>
                    <a:pt x="1272" y="162"/>
                  </a:lnTo>
                  <a:lnTo>
                    <a:pt x="1413" y="243"/>
                  </a:lnTo>
                  <a:lnTo>
                    <a:pt x="1555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7" y="767"/>
                  </a:lnTo>
                  <a:lnTo>
                    <a:pt x="1797" y="949"/>
                  </a:lnTo>
                  <a:lnTo>
                    <a:pt x="1777" y="1110"/>
                  </a:lnTo>
                  <a:lnTo>
                    <a:pt x="1736" y="1272"/>
                  </a:lnTo>
                  <a:lnTo>
                    <a:pt x="1655" y="1433"/>
                  </a:lnTo>
                  <a:lnTo>
                    <a:pt x="1555" y="1554"/>
                  </a:lnTo>
                  <a:lnTo>
                    <a:pt x="1413" y="1655"/>
                  </a:lnTo>
                  <a:lnTo>
                    <a:pt x="1272" y="1736"/>
                  </a:lnTo>
                  <a:lnTo>
                    <a:pt x="1111" y="1797"/>
                  </a:lnTo>
                  <a:lnTo>
                    <a:pt x="949" y="181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24" y="1554"/>
                  </a:lnTo>
                  <a:lnTo>
                    <a:pt x="223" y="1433"/>
                  </a:lnTo>
                  <a:lnTo>
                    <a:pt x="142" y="1272"/>
                  </a:lnTo>
                  <a:lnTo>
                    <a:pt x="102" y="1110"/>
                  </a:lnTo>
                  <a:lnTo>
                    <a:pt x="81" y="949"/>
                  </a:lnTo>
                  <a:lnTo>
                    <a:pt x="102" y="767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24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8" y="101"/>
                  </a:lnTo>
                  <a:lnTo>
                    <a:pt x="949" y="81"/>
                  </a:lnTo>
                  <a:close/>
                  <a:moveTo>
                    <a:pt x="949" y="1"/>
                  </a:moveTo>
                  <a:lnTo>
                    <a:pt x="747" y="21"/>
                  </a:lnTo>
                  <a:lnTo>
                    <a:pt x="566" y="81"/>
                  </a:lnTo>
                  <a:lnTo>
                    <a:pt x="425" y="162"/>
                  </a:lnTo>
                  <a:lnTo>
                    <a:pt x="283" y="283"/>
                  </a:lnTo>
                  <a:lnTo>
                    <a:pt x="162" y="424"/>
                  </a:lnTo>
                  <a:lnTo>
                    <a:pt x="81" y="586"/>
                  </a:lnTo>
                  <a:lnTo>
                    <a:pt x="21" y="76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1" y="1312"/>
                  </a:lnTo>
                  <a:lnTo>
                    <a:pt x="162" y="1474"/>
                  </a:lnTo>
                  <a:lnTo>
                    <a:pt x="283" y="1615"/>
                  </a:lnTo>
                  <a:lnTo>
                    <a:pt x="425" y="1736"/>
                  </a:lnTo>
                  <a:lnTo>
                    <a:pt x="566" y="1817"/>
                  </a:lnTo>
                  <a:lnTo>
                    <a:pt x="747" y="1877"/>
                  </a:lnTo>
                  <a:lnTo>
                    <a:pt x="949" y="1898"/>
                  </a:lnTo>
                  <a:lnTo>
                    <a:pt x="1131" y="1877"/>
                  </a:lnTo>
                  <a:lnTo>
                    <a:pt x="1312" y="1817"/>
                  </a:lnTo>
                  <a:lnTo>
                    <a:pt x="1474" y="1736"/>
                  </a:lnTo>
                  <a:lnTo>
                    <a:pt x="1615" y="1615"/>
                  </a:lnTo>
                  <a:lnTo>
                    <a:pt x="1716" y="1474"/>
                  </a:lnTo>
                  <a:lnTo>
                    <a:pt x="1817" y="1312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67"/>
                  </a:lnTo>
                  <a:lnTo>
                    <a:pt x="1817" y="586"/>
                  </a:lnTo>
                  <a:lnTo>
                    <a:pt x="1716" y="42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2" y="81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42"/>
            <p:cNvSpPr/>
            <p:nvPr/>
          </p:nvSpPr>
          <p:spPr>
            <a:xfrm flipH="1">
              <a:off x="-1037114" y="-3361987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8" y="0"/>
                  </a:moveTo>
                  <a:lnTo>
                    <a:pt x="727" y="21"/>
                  </a:lnTo>
                  <a:lnTo>
                    <a:pt x="545" y="61"/>
                  </a:lnTo>
                  <a:lnTo>
                    <a:pt x="404" y="162"/>
                  </a:lnTo>
                  <a:lnTo>
                    <a:pt x="263" y="263"/>
                  </a:lnTo>
                  <a:lnTo>
                    <a:pt x="162" y="404"/>
                  </a:lnTo>
                  <a:lnTo>
                    <a:pt x="81" y="545"/>
                  </a:lnTo>
                  <a:lnTo>
                    <a:pt x="20" y="727"/>
                  </a:lnTo>
                  <a:lnTo>
                    <a:pt x="0" y="908"/>
                  </a:lnTo>
                  <a:lnTo>
                    <a:pt x="20" y="1090"/>
                  </a:lnTo>
                  <a:lnTo>
                    <a:pt x="81" y="1252"/>
                  </a:lnTo>
                  <a:lnTo>
                    <a:pt x="162" y="139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5" y="1736"/>
                  </a:lnTo>
                  <a:lnTo>
                    <a:pt x="727" y="1776"/>
                  </a:lnTo>
                  <a:lnTo>
                    <a:pt x="908" y="1796"/>
                  </a:lnTo>
                  <a:lnTo>
                    <a:pt x="1090" y="1776"/>
                  </a:lnTo>
                  <a:lnTo>
                    <a:pt x="1251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393"/>
                  </a:lnTo>
                  <a:lnTo>
                    <a:pt x="1736" y="1252"/>
                  </a:lnTo>
                  <a:lnTo>
                    <a:pt x="1796" y="1090"/>
                  </a:lnTo>
                  <a:lnTo>
                    <a:pt x="1796" y="908"/>
                  </a:lnTo>
                  <a:lnTo>
                    <a:pt x="1796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61"/>
                  </a:lnTo>
                  <a:lnTo>
                    <a:pt x="1090" y="21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42"/>
            <p:cNvSpPr/>
            <p:nvPr/>
          </p:nvSpPr>
          <p:spPr>
            <a:xfrm flipH="1">
              <a:off x="-1039350" y="-3364280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2"/>
                  </a:moveTo>
                  <a:lnTo>
                    <a:pt x="1111" y="102"/>
                  </a:lnTo>
                  <a:lnTo>
                    <a:pt x="1272" y="142"/>
                  </a:lnTo>
                  <a:lnTo>
                    <a:pt x="1434" y="223"/>
                  </a:lnTo>
                  <a:lnTo>
                    <a:pt x="1555" y="32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97" y="768"/>
                  </a:lnTo>
                  <a:lnTo>
                    <a:pt x="1797" y="949"/>
                  </a:lnTo>
                  <a:lnTo>
                    <a:pt x="1797" y="1111"/>
                  </a:lnTo>
                  <a:lnTo>
                    <a:pt x="1736" y="1272"/>
                  </a:lnTo>
                  <a:lnTo>
                    <a:pt x="1656" y="1414"/>
                  </a:lnTo>
                  <a:lnTo>
                    <a:pt x="1555" y="1555"/>
                  </a:lnTo>
                  <a:lnTo>
                    <a:pt x="1434" y="1656"/>
                  </a:lnTo>
                  <a:lnTo>
                    <a:pt x="1272" y="1736"/>
                  </a:lnTo>
                  <a:lnTo>
                    <a:pt x="1111" y="1777"/>
                  </a:lnTo>
                  <a:lnTo>
                    <a:pt x="949" y="1797"/>
                  </a:lnTo>
                  <a:lnTo>
                    <a:pt x="768" y="1777"/>
                  </a:lnTo>
                  <a:lnTo>
                    <a:pt x="606" y="1736"/>
                  </a:lnTo>
                  <a:lnTo>
                    <a:pt x="465" y="1656"/>
                  </a:lnTo>
                  <a:lnTo>
                    <a:pt x="344" y="1555"/>
                  </a:lnTo>
                  <a:lnTo>
                    <a:pt x="223" y="1414"/>
                  </a:lnTo>
                  <a:lnTo>
                    <a:pt x="162" y="1272"/>
                  </a:lnTo>
                  <a:lnTo>
                    <a:pt x="102" y="1111"/>
                  </a:lnTo>
                  <a:lnTo>
                    <a:pt x="82" y="949"/>
                  </a:lnTo>
                  <a:lnTo>
                    <a:pt x="102" y="768"/>
                  </a:lnTo>
                  <a:lnTo>
                    <a:pt x="162" y="606"/>
                  </a:lnTo>
                  <a:lnTo>
                    <a:pt x="223" y="465"/>
                  </a:lnTo>
                  <a:lnTo>
                    <a:pt x="344" y="324"/>
                  </a:lnTo>
                  <a:lnTo>
                    <a:pt x="465" y="223"/>
                  </a:lnTo>
                  <a:lnTo>
                    <a:pt x="606" y="142"/>
                  </a:lnTo>
                  <a:lnTo>
                    <a:pt x="768" y="102"/>
                  </a:lnTo>
                  <a:lnTo>
                    <a:pt x="949" y="82"/>
                  </a:lnTo>
                  <a:close/>
                  <a:moveTo>
                    <a:pt x="949" y="1"/>
                  </a:moveTo>
                  <a:lnTo>
                    <a:pt x="748" y="21"/>
                  </a:lnTo>
                  <a:lnTo>
                    <a:pt x="586" y="82"/>
                  </a:lnTo>
                  <a:lnTo>
                    <a:pt x="425" y="162"/>
                  </a:lnTo>
                  <a:lnTo>
                    <a:pt x="283" y="284"/>
                  </a:lnTo>
                  <a:lnTo>
                    <a:pt x="162" y="405"/>
                  </a:lnTo>
                  <a:lnTo>
                    <a:pt x="82" y="566"/>
                  </a:lnTo>
                  <a:lnTo>
                    <a:pt x="21" y="748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2" y="1313"/>
                  </a:lnTo>
                  <a:lnTo>
                    <a:pt x="162" y="1474"/>
                  </a:lnTo>
                  <a:lnTo>
                    <a:pt x="283" y="1595"/>
                  </a:lnTo>
                  <a:lnTo>
                    <a:pt x="425" y="1716"/>
                  </a:lnTo>
                  <a:lnTo>
                    <a:pt x="586" y="1817"/>
                  </a:lnTo>
                  <a:lnTo>
                    <a:pt x="748" y="1858"/>
                  </a:lnTo>
                  <a:lnTo>
                    <a:pt x="949" y="1878"/>
                  </a:lnTo>
                  <a:lnTo>
                    <a:pt x="1131" y="1858"/>
                  </a:lnTo>
                  <a:lnTo>
                    <a:pt x="1313" y="1817"/>
                  </a:lnTo>
                  <a:lnTo>
                    <a:pt x="1474" y="1716"/>
                  </a:lnTo>
                  <a:lnTo>
                    <a:pt x="1615" y="1595"/>
                  </a:lnTo>
                  <a:lnTo>
                    <a:pt x="1716" y="1474"/>
                  </a:lnTo>
                  <a:lnTo>
                    <a:pt x="1817" y="1313"/>
                  </a:lnTo>
                  <a:lnTo>
                    <a:pt x="1878" y="1131"/>
                  </a:lnTo>
                  <a:lnTo>
                    <a:pt x="1878" y="949"/>
                  </a:lnTo>
                  <a:lnTo>
                    <a:pt x="1878" y="748"/>
                  </a:lnTo>
                  <a:lnTo>
                    <a:pt x="1817" y="566"/>
                  </a:lnTo>
                  <a:lnTo>
                    <a:pt x="1716" y="405"/>
                  </a:lnTo>
                  <a:lnTo>
                    <a:pt x="1615" y="284"/>
                  </a:lnTo>
                  <a:lnTo>
                    <a:pt x="1474" y="162"/>
                  </a:lnTo>
                  <a:lnTo>
                    <a:pt x="1313" y="82"/>
                  </a:lnTo>
                  <a:lnTo>
                    <a:pt x="1131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42"/>
            <p:cNvSpPr/>
            <p:nvPr/>
          </p:nvSpPr>
          <p:spPr>
            <a:xfrm flipH="1">
              <a:off x="1080509" y="-1366241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888" y="1"/>
                  </a:moveTo>
                  <a:lnTo>
                    <a:pt x="707" y="21"/>
                  </a:lnTo>
                  <a:lnTo>
                    <a:pt x="545" y="82"/>
                  </a:lnTo>
                  <a:lnTo>
                    <a:pt x="384" y="162"/>
                  </a:lnTo>
                  <a:lnTo>
                    <a:pt x="263" y="263"/>
                  </a:lnTo>
                  <a:lnTo>
                    <a:pt x="142" y="405"/>
                  </a:lnTo>
                  <a:lnTo>
                    <a:pt x="61" y="546"/>
                  </a:lnTo>
                  <a:lnTo>
                    <a:pt x="21" y="727"/>
                  </a:lnTo>
                  <a:lnTo>
                    <a:pt x="0" y="909"/>
                  </a:lnTo>
                  <a:lnTo>
                    <a:pt x="21" y="1091"/>
                  </a:lnTo>
                  <a:lnTo>
                    <a:pt x="61" y="1252"/>
                  </a:lnTo>
                  <a:lnTo>
                    <a:pt x="142" y="1414"/>
                  </a:lnTo>
                  <a:lnTo>
                    <a:pt x="263" y="1535"/>
                  </a:lnTo>
                  <a:lnTo>
                    <a:pt x="384" y="1656"/>
                  </a:lnTo>
                  <a:lnTo>
                    <a:pt x="545" y="1736"/>
                  </a:lnTo>
                  <a:lnTo>
                    <a:pt x="707" y="1797"/>
                  </a:lnTo>
                  <a:lnTo>
                    <a:pt x="1070" y="1797"/>
                  </a:lnTo>
                  <a:lnTo>
                    <a:pt x="1252" y="1736"/>
                  </a:lnTo>
                  <a:lnTo>
                    <a:pt x="1393" y="1656"/>
                  </a:lnTo>
                  <a:lnTo>
                    <a:pt x="1534" y="1535"/>
                  </a:lnTo>
                  <a:lnTo>
                    <a:pt x="1635" y="1414"/>
                  </a:lnTo>
                  <a:lnTo>
                    <a:pt x="1716" y="1252"/>
                  </a:lnTo>
                  <a:lnTo>
                    <a:pt x="1776" y="1091"/>
                  </a:lnTo>
                  <a:lnTo>
                    <a:pt x="1796" y="909"/>
                  </a:lnTo>
                  <a:lnTo>
                    <a:pt x="1776" y="727"/>
                  </a:lnTo>
                  <a:lnTo>
                    <a:pt x="1716" y="546"/>
                  </a:lnTo>
                  <a:lnTo>
                    <a:pt x="1635" y="405"/>
                  </a:lnTo>
                  <a:lnTo>
                    <a:pt x="1534" y="263"/>
                  </a:lnTo>
                  <a:lnTo>
                    <a:pt x="1393" y="162"/>
                  </a:lnTo>
                  <a:lnTo>
                    <a:pt x="1252" y="82"/>
                  </a:lnTo>
                  <a:lnTo>
                    <a:pt x="1070" y="21"/>
                  </a:lnTo>
                  <a:lnTo>
                    <a:pt x="8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2"/>
            <p:cNvSpPr/>
            <p:nvPr/>
          </p:nvSpPr>
          <p:spPr>
            <a:xfrm flipH="1">
              <a:off x="1078272" y="-1368477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29" y="81"/>
                  </a:moveTo>
                  <a:lnTo>
                    <a:pt x="1111" y="101"/>
                  </a:lnTo>
                  <a:lnTo>
                    <a:pt x="1272" y="142"/>
                  </a:lnTo>
                  <a:lnTo>
                    <a:pt x="1414" y="223"/>
                  </a:lnTo>
                  <a:lnTo>
                    <a:pt x="1535" y="344"/>
                  </a:lnTo>
                  <a:lnTo>
                    <a:pt x="1656" y="465"/>
                  </a:lnTo>
                  <a:lnTo>
                    <a:pt x="1736" y="606"/>
                  </a:lnTo>
                  <a:lnTo>
                    <a:pt x="1777" y="767"/>
                  </a:lnTo>
                  <a:lnTo>
                    <a:pt x="1797" y="949"/>
                  </a:lnTo>
                  <a:lnTo>
                    <a:pt x="1777" y="1110"/>
                  </a:lnTo>
                  <a:lnTo>
                    <a:pt x="1736" y="1272"/>
                  </a:lnTo>
                  <a:lnTo>
                    <a:pt x="1656" y="1433"/>
                  </a:lnTo>
                  <a:lnTo>
                    <a:pt x="1535" y="1554"/>
                  </a:lnTo>
                  <a:lnTo>
                    <a:pt x="1414" y="1655"/>
                  </a:lnTo>
                  <a:lnTo>
                    <a:pt x="1272" y="1736"/>
                  </a:lnTo>
                  <a:lnTo>
                    <a:pt x="1111" y="179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45" y="1655"/>
                  </a:lnTo>
                  <a:lnTo>
                    <a:pt x="324" y="1554"/>
                  </a:lnTo>
                  <a:lnTo>
                    <a:pt x="223" y="1433"/>
                  </a:lnTo>
                  <a:lnTo>
                    <a:pt x="142" y="1272"/>
                  </a:lnTo>
                  <a:lnTo>
                    <a:pt x="82" y="1110"/>
                  </a:lnTo>
                  <a:lnTo>
                    <a:pt x="82" y="949"/>
                  </a:lnTo>
                  <a:lnTo>
                    <a:pt x="82" y="767"/>
                  </a:lnTo>
                  <a:lnTo>
                    <a:pt x="142" y="606"/>
                  </a:lnTo>
                  <a:lnTo>
                    <a:pt x="223" y="465"/>
                  </a:lnTo>
                  <a:lnTo>
                    <a:pt x="324" y="344"/>
                  </a:lnTo>
                  <a:lnTo>
                    <a:pt x="445" y="223"/>
                  </a:lnTo>
                  <a:lnTo>
                    <a:pt x="606" y="142"/>
                  </a:lnTo>
                  <a:lnTo>
                    <a:pt x="768" y="101"/>
                  </a:lnTo>
                  <a:lnTo>
                    <a:pt x="929" y="81"/>
                  </a:lnTo>
                  <a:close/>
                  <a:moveTo>
                    <a:pt x="929" y="1"/>
                  </a:moveTo>
                  <a:lnTo>
                    <a:pt x="748" y="21"/>
                  </a:lnTo>
                  <a:lnTo>
                    <a:pt x="566" y="81"/>
                  </a:lnTo>
                  <a:lnTo>
                    <a:pt x="405" y="162"/>
                  </a:lnTo>
                  <a:lnTo>
                    <a:pt x="263" y="283"/>
                  </a:lnTo>
                  <a:lnTo>
                    <a:pt x="162" y="424"/>
                  </a:lnTo>
                  <a:lnTo>
                    <a:pt x="62" y="586"/>
                  </a:lnTo>
                  <a:lnTo>
                    <a:pt x="21" y="74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62" y="1312"/>
                  </a:lnTo>
                  <a:lnTo>
                    <a:pt x="162" y="1474"/>
                  </a:lnTo>
                  <a:lnTo>
                    <a:pt x="263" y="1615"/>
                  </a:lnTo>
                  <a:lnTo>
                    <a:pt x="405" y="1716"/>
                  </a:lnTo>
                  <a:lnTo>
                    <a:pt x="566" y="1817"/>
                  </a:lnTo>
                  <a:lnTo>
                    <a:pt x="748" y="1857"/>
                  </a:lnTo>
                  <a:lnTo>
                    <a:pt x="929" y="1877"/>
                  </a:lnTo>
                  <a:lnTo>
                    <a:pt x="1131" y="1857"/>
                  </a:lnTo>
                  <a:lnTo>
                    <a:pt x="1293" y="1817"/>
                  </a:lnTo>
                  <a:lnTo>
                    <a:pt x="1454" y="1716"/>
                  </a:lnTo>
                  <a:lnTo>
                    <a:pt x="1595" y="1615"/>
                  </a:lnTo>
                  <a:lnTo>
                    <a:pt x="1716" y="1474"/>
                  </a:lnTo>
                  <a:lnTo>
                    <a:pt x="1797" y="1312"/>
                  </a:lnTo>
                  <a:lnTo>
                    <a:pt x="1858" y="1131"/>
                  </a:lnTo>
                  <a:lnTo>
                    <a:pt x="1878" y="949"/>
                  </a:lnTo>
                  <a:lnTo>
                    <a:pt x="1858" y="747"/>
                  </a:lnTo>
                  <a:lnTo>
                    <a:pt x="1797" y="586"/>
                  </a:lnTo>
                  <a:lnTo>
                    <a:pt x="1716" y="424"/>
                  </a:lnTo>
                  <a:lnTo>
                    <a:pt x="1595" y="283"/>
                  </a:lnTo>
                  <a:lnTo>
                    <a:pt x="1454" y="162"/>
                  </a:lnTo>
                  <a:lnTo>
                    <a:pt x="1293" y="81"/>
                  </a:lnTo>
                  <a:lnTo>
                    <a:pt x="1131" y="21"/>
                  </a:lnTo>
                  <a:lnTo>
                    <a:pt x="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2"/>
            <p:cNvSpPr/>
            <p:nvPr/>
          </p:nvSpPr>
          <p:spPr>
            <a:xfrm flipH="1">
              <a:off x="-1522213" y="-1840048"/>
              <a:ext cx="100466" cy="100466"/>
            </a:xfrm>
            <a:custGeom>
              <a:rect b="b" l="l" r="r" t="t"/>
              <a:pathLst>
                <a:path extrusionOk="0" h="1797" w="1797">
                  <a:moveTo>
                    <a:pt x="909" y="0"/>
                  </a:moveTo>
                  <a:lnTo>
                    <a:pt x="727" y="20"/>
                  </a:lnTo>
                  <a:lnTo>
                    <a:pt x="546" y="61"/>
                  </a:lnTo>
                  <a:lnTo>
                    <a:pt x="404" y="162"/>
                  </a:lnTo>
                  <a:lnTo>
                    <a:pt x="263" y="263"/>
                  </a:lnTo>
                  <a:lnTo>
                    <a:pt x="162" y="404"/>
                  </a:lnTo>
                  <a:lnTo>
                    <a:pt x="61" y="545"/>
                  </a:lnTo>
                  <a:lnTo>
                    <a:pt x="21" y="727"/>
                  </a:lnTo>
                  <a:lnTo>
                    <a:pt x="1" y="908"/>
                  </a:lnTo>
                  <a:lnTo>
                    <a:pt x="21" y="1090"/>
                  </a:lnTo>
                  <a:lnTo>
                    <a:pt x="61" y="1251"/>
                  </a:lnTo>
                  <a:lnTo>
                    <a:pt x="162" y="1393"/>
                  </a:lnTo>
                  <a:lnTo>
                    <a:pt x="263" y="1534"/>
                  </a:lnTo>
                  <a:lnTo>
                    <a:pt x="404" y="1655"/>
                  </a:lnTo>
                  <a:lnTo>
                    <a:pt x="546" y="1736"/>
                  </a:lnTo>
                  <a:lnTo>
                    <a:pt x="727" y="1776"/>
                  </a:lnTo>
                  <a:lnTo>
                    <a:pt x="909" y="1796"/>
                  </a:lnTo>
                  <a:lnTo>
                    <a:pt x="1090" y="1776"/>
                  </a:lnTo>
                  <a:lnTo>
                    <a:pt x="1252" y="1736"/>
                  </a:lnTo>
                  <a:lnTo>
                    <a:pt x="1413" y="1655"/>
                  </a:lnTo>
                  <a:lnTo>
                    <a:pt x="1534" y="1534"/>
                  </a:lnTo>
                  <a:lnTo>
                    <a:pt x="1655" y="1393"/>
                  </a:lnTo>
                  <a:lnTo>
                    <a:pt x="1736" y="1251"/>
                  </a:lnTo>
                  <a:lnTo>
                    <a:pt x="1777" y="1090"/>
                  </a:lnTo>
                  <a:lnTo>
                    <a:pt x="1797" y="908"/>
                  </a:lnTo>
                  <a:lnTo>
                    <a:pt x="1777" y="727"/>
                  </a:lnTo>
                  <a:lnTo>
                    <a:pt x="1736" y="545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2" y="61"/>
                  </a:lnTo>
                  <a:lnTo>
                    <a:pt x="1090" y="20"/>
                  </a:lnTo>
                  <a:lnTo>
                    <a:pt x="9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2"/>
            <p:cNvSpPr/>
            <p:nvPr/>
          </p:nvSpPr>
          <p:spPr>
            <a:xfrm flipH="1">
              <a:off x="-1524506" y="-1842340"/>
              <a:ext cx="104994" cy="104994"/>
            </a:xfrm>
            <a:custGeom>
              <a:rect b="b" l="l" r="r" t="t"/>
              <a:pathLst>
                <a:path extrusionOk="0" h="1878" w="1878">
                  <a:moveTo>
                    <a:pt x="949" y="82"/>
                  </a:moveTo>
                  <a:lnTo>
                    <a:pt x="1110" y="102"/>
                  </a:lnTo>
                  <a:lnTo>
                    <a:pt x="1272" y="142"/>
                  </a:lnTo>
                  <a:lnTo>
                    <a:pt x="1413" y="223"/>
                  </a:lnTo>
                  <a:lnTo>
                    <a:pt x="1554" y="32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76" y="768"/>
                  </a:lnTo>
                  <a:lnTo>
                    <a:pt x="1796" y="949"/>
                  </a:lnTo>
                  <a:lnTo>
                    <a:pt x="1776" y="1111"/>
                  </a:lnTo>
                  <a:lnTo>
                    <a:pt x="1736" y="1272"/>
                  </a:lnTo>
                  <a:lnTo>
                    <a:pt x="1655" y="1414"/>
                  </a:lnTo>
                  <a:lnTo>
                    <a:pt x="1554" y="1555"/>
                  </a:lnTo>
                  <a:lnTo>
                    <a:pt x="1413" y="1656"/>
                  </a:lnTo>
                  <a:lnTo>
                    <a:pt x="1272" y="1736"/>
                  </a:lnTo>
                  <a:lnTo>
                    <a:pt x="1110" y="1777"/>
                  </a:lnTo>
                  <a:lnTo>
                    <a:pt x="949" y="1797"/>
                  </a:lnTo>
                  <a:lnTo>
                    <a:pt x="767" y="1777"/>
                  </a:lnTo>
                  <a:lnTo>
                    <a:pt x="606" y="1736"/>
                  </a:lnTo>
                  <a:lnTo>
                    <a:pt x="464" y="1656"/>
                  </a:lnTo>
                  <a:lnTo>
                    <a:pt x="323" y="1555"/>
                  </a:lnTo>
                  <a:lnTo>
                    <a:pt x="222" y="1414"/>
                  </a:lnTo>
                  <a:lnTo>
                    <a:pt x="142" y="1272"/>
                  </a:lnTo>
                  <a:lnTo>
                    <a:pt x="101" y="1111"/>
                  </a:lnTo>
                  <a:lnTo>
                    <a:pt x="81" y="949"/>
                  </a:lnTo>
                  <a:lnTo>
                    <a:pt x="101" y="768"/>
                  </a:lnTo>
                  <a:lnTo>
                    <a:pt x="142" y="606"/>
                  </a:lnTo>
                  <a:lnTo>
                    <a:pt x="222" y="465"/>
                  </a:lnTo>
                  <a:lnTo>
                    <a:pt x="323" y="324"/>
                  </a:lnTo>
                  <a:lnTo>
                    <a:pt x="464" y="223"/>
                  </a:lnTo>
                  <a:lnTo>
                    <a:pt x="606" y="142"/>
                  </a:lnTo>
                  <a:lnTo>
                    <a:pt x="767" y="102"/>
                  </a:lnTo>
                  <a:lnTo>
                    <a:pt x="949" y="82"/>
                  </a:lnTo>
                  <a:close/>
                  <a:moveTo>
                    <a:pt x="949" y="1"/>
                  </a:moveTo>
                  <a:lnTo>
                    <a:pt x="747" y="21"/>
                  </a:lnTo>
                  <a:lnTo>
                    <a:pt x="565" y="82"/>
                  </a:lnTo>
                  <a:lnTo>
                    <a:pt x="424" y="162"/>
                  </a:lnTo>
                  <a:lnTo>
                    <a:pt x="283" y="283"/>
                  </a:lnTo>
                  <a:lnTo>
                    <a:pt x="162" y="405"/>
                  </a:lnTo>
                  <a:lnTo>
                    <a:pt x="81" y="566"/>
                  </a:lnTo>
                  <a:lnTo>
                    <a:pt x="21" y="748"/>
                  </a:lnTo>
                  <a:lnTo>
                    <a:pt x="0" y="949"/>
                  </a:lnTo>
                  <a:lnTo>
                    <a:pt x="21" y="1131"/>
                  </a:lnTo>
                  <a:lnTo>
                    <a:pt x="81" y="1313"/>
                  </a:lnTo>
                  <a:lnTo>
                    <a:pt x="162" y="1474"/>
                  </a:lnTo>
                  <a:lnTo>
                    <a:pt x="283" y="1595"/>
                  </a:lnTo>
                  <a:lnTo>
                    <a:pt x="424" y="1716"/>
                  </a:lnTo>
                  <a:lnTo>
                    <a:pt x="565" y="1797"/>
                  </a:lnTo>
                  <a:lnTo>
                    <a:pt x="747" y="1857"/>
                  </a:lnTo>
                  <a:lnTo>
                    <a:pt x="949" y="1878"/>
                  </a:lnTo>
                  <a:lnTo>
                    <a:pt x="1130" y="1857"/>
                  </a:lnTo>
                  <a:lnTo>
                    <a:pt x="1312" y="1797"/>
                  </a:lnTo>
                  <a:lnTo>
                    <a:pt x="1473" y="1716"/>
                  </a:lnTo>
                  <a:lnTo>
                    <a:pt x="1615" y="1595"/>
                  </a:lnTo>
                  <a:lnTo>
                    <a:pt x="1716" y="1474"/>
                  </a:lnTo>
                  <a:lnTo>
                    <a:pt x="1817" y="1313"/>
                  </a:lnTo>
                  <a:lnTo>
                    <a:pt x="1857" y="1131"/>
                  </a:lnTo>
                  <a:lnTo>
                    <a:pt x="1877" y="949"/>
                  </a:lnTo>
                  <a:lnTo>
                    <a:pt x="1857" y="748"/>
                  </a:lnTo>
                  <a:lnTo>
                    <a:pt x="1817" y="566"/>
                  </a:lnTo>
                  <a:lnTo>
                    <a:pt x="1716" y="405"/>
                  </a:lnTo>
                  <a:lnTo>
                    <a:pt x="1615" y="283"/>
                  </a:lnTo>
                  <a:lnTo>
                    <a:pt x="1473" y="162"/>
                  </a:lnTo>
                  <a:lnTo>
                    <a:pt x="1312" y="82"/>
                  </a:lnTo>
                  <a:lnTo>
                    <a:pt x="1130" y="21"/>
                  </a:lnTo>
                  <a:lnTo>
                    <a:pt x="9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2"/>
            <p:cNvSpPr/>
            <p:nvPr/>
          </p:nvSpPr>
          <p:spPr>
            <a:xfrm flipH="1">
              <a:off x="-3230321" y="-2914121"/>
              <a:ext cx="101584" cy="101640"/>
            </a:xfrm>
            <a:custGeom>
              <a:rect b="b" l="l" r="r" t="t"/>
              <a:pathLst>
                <a:path extrusionOk="0" h="1818" w="1817">
                  <a:moveTo>
                    <a:pt x="908" y="1"/>
                  </a:moveTo>
                  <a:lnTo>
                    <a:pt x="727" y="21"/>
                  </a:lnTo>
                  <a:lnTo>
                    <a:pt x="565" y="82"/>
                  </a:lnTo>
                  <a:lnTo>
                    <a:pt x="404" y="162"/>
                  </a:lnTo>
                  <a:lnTo>
                    <a:pt x="262" y="263"/>
                  </a:lnTo>
                  <a:lnTo>
                    <a:pt x="162" y="404"/>
                  </a:lnTo>
                  <a:lnTo>
                    <a:pt x="81" y="566"/>
                  </a:lnTo>
                  <a:lnTo>
                    <a:pt x="20" y="727"/>
                  </a:lnTo>
                  <a:lnTo>
                    <a:pt x="0" y="909"/>
                  </a:lnTo>
                  <a:lnTo>
                    <a:pt x="20" y="1091"/>
                  </a:lnTo>
                  <a:lnTo>
                    <a:pt x="81" y="1252"/>
                  </a:lnTo>
                  <a:lnTo>
                    <a:pt x="162" y="1413"/>
                  </a:lnTo>
                  <a:lnTo>
                    <a:pt x="262" y="1555"/>
                  </a:lnTo>
                  <a:lnTo>
                    <a:pt x="404" y="1656"/>
                  </a:lnTo>
                  <a:lnTo>
                    <a:pt x="565" y="1736"/>
                  </a:lnTo>
                  <a:lnTo>
                    <a:pt x="727" y="1797"/>
                  </a:lnTo>
                  <a:lnTo>
                    <a:pt x="908" y="1817"/>
                  </a:lnTo>
                  <a:lnTo>
                    <a:pt x="1090" y="1797"/>
                  </a:lnTo>
                  <a:lnTo>
                    <a:pt x="1251" y="1736"/>
                  </a:lnTo>
                  <a:lnTo>
                    <a:pt x="1413" y="1656"/>
                  </a:lnTo>
                  <a:lnTo>
                    <a:pt x="1534" y="1555"/>
                  </a:lnTo>
                  <a:lnTo>
                    <a:pt x="1655" y="1413"/>
                  </a:lnTo>
                  <a:lnTo>
                    <a:pt x="1736" y="1252"/>
                  </a:lnTo>
                  <a:lnTo>
                    <a:pt x="1796" y="1091"/>
                  </a:lnTo>
                  <a:lnTo>
                    <a:pt x="1816" y="909"/>
                  </a:lnTo>
                  <a:lnTo>
                    <a:pt x="1796" y="727"/>
                  </a:lnTo>
                  <a:lnTo>
                    <a:pt x="1736" y="566"/>
                  </a:lnTo>
                  <a:lnTo>
                    <a:pt x="1655" y="404"/>
                  </a:lnTo>
                  <a:lnTo>
                    <a:pt x="1534" y="263"/>
                  </a:lnTo>
                  <a:lnTo>
                    <a:pt x="1413" y="162"/>
                  </a:lnTo>
                  <a:lnTo>
                    <a:pt x="1251" y="82"/>
                  </a:lnTo>
                  <a:lnTo>
                    <a:pt x="1090" y="21"/>
                  </a:lnTo>
                  <a:lnTo>
                    <a:pt x="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2"/>
            <p:cNvSpPr/>
            <p:nvPr/>
          </p:nvSpPr>
          <p:spPr>
            <a:xfrm flipH="1">
              <a:off x="-3232558" y="-2916358"/>
              <a:ext cx="106112" cy="106112"/>
            </a:xfrm>
            <a:custGeom>
              <a:rect b="b" l="l" r="r" t="t"/>
              <a:pathLst>
                <a:path extrusionOk="0" h="1898" w="1898">
                  <a:moveTo>
                    <a:pt x="949" y="81"/>
                  </a:moveTo>
                  <a:lnTo>
                    <a:pt x="1131" y="101"/>
                  </a:lnTo>
                  <a:lnTo>
                    <a:pt x="1292" y="162"/>
                  </a:lnTo>
                  <a:lnTo>
                    <a:pt x="1434" y="243"/>
                  </a:lnTo>
                  <a:lnTo>
                    <a:pt x="1555" y="344"/>
                  </a:lnTo>
                  <a:lnTo>
                    <a:pt x="1655" y="465"/>
                  </a:lnTo>
                  <a:lnTo>
                    <a:pt x="1736" y="606"/>
                  </a:lnTo>
                  <a:lnTo>
                    <a:pt x="1797" y="767"/>
                  </a:lnTo>
                  <a:lnTo>
                    <a:pt x="1817" y="949"/>
                  </a:lnTo>
                  <a:lnTo>
                    <a:pt x="1797" y="1131"/>
                  </a:lnTo>
                  <a:lnTo>
                    <a:pt x="1736" y="1292"/>
                  </a:lnTo>
                  <a:lnTo>
                    <a:pt x="1655" y="1433"/>
                  </a:lnTo>
                  <a:lnTo>
                    <a:pt x="1555" y="1554"/>
                  </a:lnTo>
                  <a:lnTo>
                    <a:pt x="1434" y="1655"/>
                  </a:lnTo>
                  <a:lnTo>
                    <a:pt x="1292" y="1736"/>
                  </a:lnTo>
                  <a:lnTo>
                    <a:pt x="1131" y="1797"/>
                  </a:lnTo>
                  <a:lnTo>
                    <a:pt x="949" y="1817"/>
                  </a:lnTo>
                  <a:lnTo>
                    <a:pt x="768" y="1797"/>
                  </a:lnTo>
                  <a:lnTo>
                    <a:pt x="606" y="1736"/>
                  </a:lnTo>
                  <a:lnTo>
                    <a:pt x="465" y="1655"/>
                  </a:lnTo>
                  <a:lnTo>
                    <a:pt x="344" y="1554"/>
                  </a:lnTo>
                  <a:lnTo>
                    <a:pt x="243" y="1433"/>
                  </a:lnTo>
                  <a:lnTo>
                    <a:pt x="162" y="1292"/>
                  </a:lnTo>
                  <a:lnTo>
                    <a:pt x="102" y="1131"/>
                  </a:lnTo>
                  <a:lnTo>
                    <a:pt x="81" y="949"/>
                  </a:lnTo>
                  <a:lnTo>
                    <a:pt x="102" y="767"/>
                  </a:lnTo>
                  <a:lnTo>
                    <a:pt x="162" y="606"/>
                  </a:lnTo>
                  <a:lnTo>
                    <a:pt x="243" y="465"/>
                  </a:lnTo>
                  <a:lnTo>
                    <a:pt x="344" y="344"/>
                  </a:lnTo>
                  <a:lnTo>
                    <a:pt x="465" y="243"/>
                  </a:lnTo>
                  <a:lnTo>
                    <a:pt x="606" y="162"/>
                  </a:lnTo>
                  <a:lnTo>
                    <a:pt x="768" y="101"/>
                  </a:lnTo>
                  <a:lnTo>
                    <a:pt x="949" y="81"/>
                  </a:lnTo>
                  <a:close/>
                  <a:moveTo>
                    <a:pt x="949" y="0"/>
                  </a:moveTo>
                  <a:lnTo>
                    <a:pt x="768" y="21"/>
                  </a:lnTo>
                  <a:lnTo>
                    <a:pt x="586" y="81"/>
                  </a:lnTo>
                  <a:lnTo>
                    <a:pt x="425" y="162"/>
                  </a:lnTo>
                  <a:lnTo>
                    <a:pt x="283" y="283"/>
                  </a:lnTo>
                  <a:lnTo>
                    <a:pt x="162" y="424"/>
                  </a:lnTo>
                  <a:lnTo>
                    <a:pt x="81" y="586"/>
                  </a:lnTo>
                  <a:lnTo>
                    <a:pt x="21" y="767"/>
                  </a:lnTo>
                  <a:lnTo>
                    <a:pt x="1" y="949"/>
                  </a:lnTo>
                  <a:lnTo>
                    <a:pt x="21" y="1131"/>
                  </a:lnTo>
                  <a:lnTo>
                    <a:pt x="81" y="1312"/>
                  </a:lnTo>
                  <a:lnTo>
                    <a:pt x="162" y="1474"/>
                  </a:lnTo>
                  <a:lnTo>
                    <a:pt x="283" y="1615"/>
                  </a:lnTo>
                  <a:lnTo>
                    <a:pt x="425" y="1736"/>
                  </a:lnTo>
                  <a:lnTo>
                    <a:pt x="586" y="1817"/>
                  </a:lnTo>
                  <a:lnTo>
                    <a:pt x="768" y="1877"/>
                  </a:lnTo>
                  <a:lnTo>
                    <a:pt x="949" y="1897"/>
                  </a:lnTo>
                  <a:lnTo>
                    <a:pt x="1131" y="1877"/>
                  </a:lnTo>
                  <a:lnTo>
                    <a:pt x="1312" y="1817"/>
                  </a:lnTo>
                  <a:lnTo>
                    <a:pt x="1474" y="1736"/>
                  </a:lnTo>
                  <a:lnTo>
                    <a:pt x="1615" y="1615"/>
                  </a:lnTo>
                  <a:lnTo>
                    <a:pt x="1736" y="1474"/>
                  </a:lnTo>
                  <a:lnTo>
                    <a:pt x="1817" y="1312"/>
                  </a:lnTo>
                  <a:lnTo>
                    <a:pt x="1877" y="1131"/>
                  </a:lnTo>
                  <a:lnTo>
                    <a:pt x="1898" y="949"/>
                  </a:lnTo>
                  <a:lnTo>
                    <a:pt x="1877" y="767"/>
                  </a:lnTo>
                  <a:lnTo>
                    <a:pt x="1817" y="586"/>
                  </a:lnTo>
                  <a:lnTo>
                    <a:pt x="1736" y="424"/>
                  </a:lnTo>
                  <a:lnTo>
                    <a:pt x="1615" y="283"/>
                  </a:lnTo>
                  <a:lnTo>
                    <a:pt x="1474" y="162"/>
                  </a:lnTo>
                  <a:lnTo>
                    <a:pt x="1312" y="81"/>
                  </a:lnTo>
                  <a:lnTo>
                    <a:pt x="1131" y="21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42"/>
            <p:cNvSpPr/>
            <p:nvPr/>
          </p:nvSpPr>
          <p:spPr>
            <a:xfrm flipH="1">
              <a:off x="-1102524" y="-4869280"/>
              <a:ext cx="101584" cy="100466"/>
            </a:xfrm>
            <a:custGeom>
              <a:rect b="b" l="l" r="r" t="t"/>
              <a:pathLst>
                <a:path extrusionOk="0" h="1797" w="1817">
                  <a:moveTo>
                    <a:pt x="909" y="1"/>
                  </a:moveTo>
                  <a:lnTo>
                    <a:pt x="727" y="21"/>
                  </a:lnTo>
                  <a:lnTo>
                    <a:pt x="566" y="61"/>
                  </a:lnTo>
                  <a:lnTo>
                    <a:pt x="404" y="142"/>
                  </a:lnTo>
                  <a:lnTo>
                    <a:pt x="283" y="263"/>
                  </a:lnTo>
                  <a:lnTo>
                    <a:pt x="162" y="384"/>
                  </a:lnTo>
                  <a:lnTo>
                    <a:pt x="81" y="546"/>
                  </a:lnTo>
                  <a:lnTo>
                    <a:pt x="21" y="707"/>
                  </a:lnTo>
                  <a:lnTo>
                    <a:pt x="1" y="889"/>
                  </a:lnTo>
                  <a:lnTo>
                    <a:pt x="21" y="1070"/>
                  </a:lnTo>
                  <a:lnTo>
                    <a:pt x="81" y="1252"/>
                  </a:lnTo>
                  <a:lnTo>
                    <a:pt x="162" y="1393"/>
                  </a:lnTo>
                  <a:lnTo>
                    <a:pt x="283" y="1534"/>
                  </a:lnTo>
                  <a:lnTo>
                    <a:pt x="404" y="1635"/>
                  </a:lnTo>
                  <a:lnTo>
                    <a:pt x="566" y="1716"/>
                  </a:lnTo>
                  <a:lnTo>
                    <a:pt x="727" y="1777"/>
                  </a:lnTo>
                  <a:lnTo>
                    <a:pt x="909" y="1797"/>
                  </a:lnTo>
                  <a:lnTo>
                    <a:pt x="1090" y="1777"/>
                  </a:lnTo>
                  <a:lnTo>
                    <a:pt x="1272" y="1716"/>
                  </a:lnTo>
                  <a:lnTo>
                    <a:pt x="1413" y="1635"/>
                  </a:lnTo>
                  <a:lnTo>
                    <a:pt x="1554" y="1534"/>
                  </a:lnTo>
                  <a:lnTo>
                    <a:pt x="1655" y="1393"/>
                  </a:lnTo>
                  <a:lnTo>
                    <a:pt x="1736" y="1252"/>
                  </a:lnTo>
                  <a:lnTo>
                    <a:pt x="1797" y="1070"/>
                  </a:lnTo>
                  <a:lnTo>
                    <a:pt x="1817" y="889"/>
                  </a:lnTo>
                  <a:lnTo>
                    <a:pt x="1797" y="707"/>
                  </a:lnTo>
                  <a:lnTo>
                    <a:pt x="1736" y="546"/>
                  </a:lnTo>
                  <a:lnTo>
                    <a:pt x="1655" y="384"/>
                  </a:lnTo>
                  <a:lnTo>
                    <a:pt x="1554" y="263"/>
                  </a:lnTo>
                  <a:lnTo>
                    <a:pt x="1413" y="142"/>
                  </a:lnTo>
                  <a:lnTo>
                    <a:pt x="1272" y="61"/>
                  </a:lnTo>
                  <a:lnTo>
                    <a:pt x="1090" y="21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42"/>
            <p:cNvSpPr/>
            <p:nvPr/>
          </p:nvSpPr>
          <p:spPr>
            <a:xfrm flipH="1">
              <a:off x="-1104816" y="-4871516"/>
              <a:ext cx="106112" cy="104994"/>
            </a:xfrm>
            <a:custGeom>
              <a:rect b="b" l="l" r="r" t="t"/>
              <a:pathLst>
                <a:path extrusionOk="0" h="1878" w="1898">
                  <a:moveTo>
                    <a:pt x="949" y="81"/>
                  </a:moveTo>
                  <a:lnTo>
                    <a:pt x="1130" y="101"/>
                  </a:lnTo>
                  <a:lnTo>
                    <a:pt x="1292" y="142"/>
                  </a:lnTo>
                  <a:lnTo>
                    <a:pt x="1433" y="222"/>
                  </a:lnTo>
                  <a:lnTo>
                    <a:pt x="1554" y="323"/>
                  </a:lnTo>
                  <a:lnTo>
                    <a:pt x="1655" y="444"/>
                  </a:lnTo>
                  <a:lnTo>
                    <a:pt x="1736" y="606"/>
                  </a:lnTo>
                  <a:lnTo>
                    <a:pt x="1796" y="767"/>
                  </a:lnTo>
                  <a:lnTo>
                    <a:pt x="1816" y="929"/>
                  </a:lnTo>
                  <a:lnTo>
                    <a:pt x="1796" y="1110"/>
                  </a:lnTo>
                  <a:lnTo>
                    <a:pt x="1736" y="1272"/>
                  </a:lnTo>
                  <a:lnTo>
                    <a:pt x="1655" y="1413"/>
                  </a:lnTo>
                  <a:lnTo>
                    <a:pt x="1554" y="1534"/>
                  </a:lnTo>
                  <a:lnTo>
                    <a:pt x="1433" y="1655"/>
                  </a:lnTo>
                  <a:lnTo>
                    <a:pt x="1292" y="1736"/>
                  </a:lnTo>
                  <a:lnTo>
                    <a:pt x="1130" y="1776"/>
                  </a:lnTo>
                  <a:lnTo>
                    <a:pt x="949" y="1796"/>
                  </a:lnTo>
                  <a:lnTo>
                    <a:pt x="787" y="1776"/>
                  </a:lnTo>
                  <a:lnTo>
                    <a:pt x="626" y="1736"/>
                  </a:lnTo>
                  <a:lnTo>
                    <a:pt x="464" y="1655"/>
                  </a:lnTo>
                  <a:lnTo>
                    <a:pt x="343" y="1534"/>
                  </a:lnTo>
                  <a:lnTo>
                    <a:pt x="242" y="1413"/>
                  </a:lnTo>
                  <a:lnTo>
                    <a:pt x="162" y="1272"/>
                  </a:lnTo>
                  <a:lnTo>
                    <a:pt x="101" y="1110"/>
                  </a:lnTo>
                  <a:lnTo>
                    <a:pt x="81" y="929"/>
                  </a:lnTo>
                  <a:lnTo>
                    <a:pt x="101" y="767"/>
                  </a:lnTo>
                  <a:lnTo>
                    <a:pt x="162" y="606"/>
                  </a:lnTo>
                  <a:lnTo>
                    <a:pt x="242" y="444"/>
                  </a:lnTo>
                  <a:lnTo>
                    <a:pt x="343" y="323"/>
                  </a:lnTo>
                  <a:lnTo>
                    <a:pt x="464" y="222"/>
                  </a:lnTo>
                  <a:lnTo>
                    <a:pt x="626" y="142"/>
                  </a:lnTo>
                  <a:lnTo>
                    <a:pt x="787" y="101"/>
                  </a:lnTo>
                  <a:lnTo>
                    <a:pt x="949" y="81"/>
                  </a:lnTo>
                  <a:close/>
                  <a:moveTo>
                    <a:pt x="949" y="0"/>
                  </a:moveTo>
                  <a:lnTo>
                    <a:pt x="767" y="21"/>
                  </a:lnTo>
                  <a:lnTo>
                    <a:pt x="585" y="61"/>
                  </a:lnTo>
                  <a:lnTo>
                    <a:pt x="424" y="162"/>
                  </a:lnTo>
                  <a:lnTo>
                    <a:pt x="283" y="263"/>
                  </a:lnTo>
                  <a:lnTo>
                    <a:pt x="162" y="404"/>
                  </a:lnTo>
                  <a:lnTo>
                    <a:pt x="81" y="565"/>
                  </a:lnTo>
                  <a:lnTo>
                    <a:pt x="20" y="747"/>
                  </a:lnTo>
                  <a:lnTo>
                    <a:pt x="0" y="929"/>
                  </a:lnTo>
                  <a:lnTo>
                    <a:pt x="20" y="1130"/>
                  </a:lnTo>
                  <a:lnTo>
                    <a:pt x="81" y="1292"/>
                  </a:lnTo>
                  <a:lnTo>
                    <a:pt x="162" y="1453"/>
                  </a:lnTo>
                  <a:lnTo>
                    <a:pt x="283" y="1595"/>
                  </a:lnTo>
                  <a:lnTo>
                    <a:pt x="424" y="1716"/>
                  </a:lnTo>
                  <a:lnTo>
                    <a:pt x="585" y="1796"/>
                  </a:lnTo>
                  <a:lnTo>
                    <a:pt x="767" y="1857"/>
                  </a:lnTo>
                  <a:lnTo>
                    <a:pt x="949" y="1877"/>
                  </a:lnTo>
                  <a:lnTo>
                    <a:pt x="1150" y="1857"/>
                  </a:lnTo>
                  <a:lnTo>
                    <a:pt x="1312" y="1796"/>
                  </a:lnTo>
                  <a:lnTo>
                    <a:pt x="1473" y="1716"/>
                  </a:lnTo>
                  <a:lnTo>
                    <a:pt x="1615" y="1595"/>
                  </a:lnTo>
                  <a:lnTo>
                    <a:pt x="1736" y="1453"/>
                  </a:lnTo>
                  <a:lnTo>
                    <a:pt x="1816" y="1292"/>
                  </a:lnTo>
                  <a:lnTo>
                    <a:pt x="1877" y="1130"/>
                  </a:lnTo>
                  <a:lnTo>
                    <a:pt x="1897" y="929"/>
                  </a:lnTo>
                  <a:lnTo>
                    <a:pt x="1877" y="747"/>
                  </a:lnTo>
                  <a:lnTo>
                    <a:pt x="1816" y="565"/>
                  </a:lnTo>
                  <a:lnTo>
                    <a:pt x="1736" y="404"/>
                  </a:lnTo>
                  <a:lnTo>
                    <a:pt x="1615" y="263"/>
                  </a:lnTo>
                  <a:lnTo>
                    <a:pt x="1473" y="162"/>
                  </a:lnTo>
                  <a:lnTo>
                    <a:pt x="1312" y="61"/>
                  </a:lnTo>
                  <a:lnTo>
                    <a:pt x="1150" y="21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42"/>
            <p:cNvSpPr/>
            <p:nvPr/>
          </p:nvSpPr>
          <p:spPr>
            <a:xfrm flipH="1">
              <a:off x="915810" y="-2826125"/>
              <a:ext cx="4584" cy="51994"/>
            </a:xfrm>
            <a:custGeom>
              <a:rect b="b" l="l" r="r" t="t"/>
              <a:pathLst>
                <a:path extrusionOk="0" h="930" w="82">
                  <a:moveTo>
                    <a:pt x="1" y="1"/>
                  </a:moveTo>
                  <a:lnTo>
                    <a:pt x="1" y="929"/>
                  </a:lnTo>
                  <a:lnTo>
                    <a:pt x="82" y="929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2"/>
            <p:cNvSpPr/>
            <p:nvPr/>
          </p:nvSpPr>
          <p:spPr>
            <a:xfrm flipH="1">
              <a:off x="892105" y="-2802420"/>
              <a:ext cx="51938" cy="4584"/>
            </a:xfrm>
            <a:custGeom>
              <a:rect b="b" l="l" r="r" t="t"/>
              <a:pathLst>
                <a:path extrusionOk="0" h="82" w="929">
                  <a:moveTo>
                    <a:pt x="0" y="1"/>
                  </a:moveTo>
                  <a:lnTo>
                    <a:pt x="0" y="81"/>
                  </a:lnTo>
                  <a:lnTo>
                    <a:pt x="928" y="81"/>
                  </a:lnTo>
                  <a:lnTo>
                    <a:pt x="92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42"/>
            <p:cNvSpPr/>
            <p:nvPr/>
          </p:nvSpPr>
          <p:spPr>
            <a:xfrm flipH="1">
              <a:off x="161018" y="-3857262"/>
              <a:ext cx="4584" cy="55348"/>
            </a:xfrm>
            <a:custGeom>
              <a:rect b="b" l="l" r="r" t="t"/>
              <a:pathLst>
                <a:path extrusionOk="0" h="990" w="82">
                  <a:moveTo>
                    <a:pt x="0" y="0"/>
                  </a:moveTo>
                  <a:lnTo>
                    <a:pt x="0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42"/>
            <p:cNvSpPr/>
            <p:nvPr/>
          </p:nvSpPr>
          <p:spPr>
            <a:xfrm flipH="1">
              <a:off x="136195" y="-3832440"/>
              <a:ext cx="55348" cy="4529"/>
            </a:xfrm>
            <a:custGeom>
              <a:rect b="b" l="l" r="r" t="t"/>
              <a:pathLst>
                <a:path extrusionOk="0" h="81" w="990">
                  <a:moveTo>
                    <a:pt x="0" y="0"/>
                  </a:moveTo>
                  <a:lnTo>
                    <a:pt x="0" y="81"/>
                  </a:lnTo>
                  <a:lnTo>
                    <a:pt x="989" y="81"/>
                  </a:lnTo>
                  <a:lnTo>
                    <a:pt x="9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2"/>
            <p:cNvSpPr/>
            <p:nvPr/>
          </p:nvSpPr>
          <p:spPr>
            <a:xfrm flipH="1">
              <a:off x="-2522936" y="-2096155"/>
              <a:ext cx="4584" cy="55348"/>
            </a:xfrm>
            <a:custGeom>
              <a:rect b="b" l="l" r="r" t="t"/>
              <a:pathLst>
                <a:path extrusionOk="0" h="990" w="82">
                  <a:moveTo>
                    <a:pt x="1" y="0"/>
                  </a:moveTo>
                  <a:lnTo>
                    <a:pt x="1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2"/>
            <p:cNvSpPr/>
            <p:nvPr/>
          </p:nvSpPr>
          <p:spPr>
            <a:xfrm flipH="1">
              <a:off x="-2548878" y="-2071332"/>
              <a:ext cx="55348" cy="4584"/>
            </a:xfrm>
            <a:custGeom>
              <a:rect b="b" l="l" r="r" t="t"/>
              <a:pathLst>
                <a:path extrusionOk="0" h="82" w="990">
                  <a:moveTo>
                    <a:pt x="1" y="0"/>
                  </a:moveTo>
                  <a:lnTo>
                    <a:pt x="1" y="81"/>
                  </a:lnTo>
                  <a:lnTo>
                    <a:pt x="990" y="81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4" name="Google Shape;3424;p42"/>
          <p:cNvGrpSpPr/>
          <p:nvPr/>
        </p:nvGrpSpPr>
        <p:grpSpPr>
          <a:xfrm>
            <a:off x="7135796" y="3599491"/>
            <a:ext cx="1209708" cy="1147945"/>
            <a:chOff x="5235125" y="2636100"/>
            <a:chExt cx="796175" cy="755525"/>
          </a:xfrm>
        </p:grpSpPr>
        <p:sp>
          <p:nvSpPr>
            <p:cNvPr id="3425" name="Google Shape;3425;p42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2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2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2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42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42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2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2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2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2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42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42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42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2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2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2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42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42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42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42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42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42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42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42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42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42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42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2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2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2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2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2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2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2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2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42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42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42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42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42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42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2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2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2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2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2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2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2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2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42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42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2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42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42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2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2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2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2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2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2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2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2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2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2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489" name="Shape 3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0" name="Google Shape;3490;p43"/>
          <p:cNvSpPr txBox="1"/>
          <p:nvPr>
            <p:ph type="title"/>
          </p:nvPr>
        </p:nvSpPr>
        <p:spPr>
          <a:xfrm>
            <a:off x="1827300" y="1626600"/>
            <a:ext cx="5489400" cy="189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491" name="Google Shape;3491;p43"/>
          <p:cNvSpPr/>
          <p:nvPr/>
        </p:nvSpPr>
        <p:spPr>
          <a:xfrm flipH="1">
            <a:off x="-37500" y="3947100"/>
            <a:ext cx="9219000" cy="1196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2" name="Google Shape;3492;p43"/>
          <p:cNvSpPr/>
          <p:nvPr/>
        </p:nvSpPr>
        <p:spPr>
          <a:xfrm flipH="1">
            <a:off x="-37500" y="0"/>
            <a:ext cx="9219000" cy="1196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3" name="Google Shape;3493;p43"/>
          <p:cNvSpPr/>
          <p:nvPr/>
        </p:nvSpPr>
        <p:spPr>
          <a:xfrm>
            <a:off x="689070" y="3805180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4" name="Google Shape;3494;p43"/>
          <p:cNvSpPr/>
          <p:nvPr/>
        </p:nvSpPr>
        <p:spPr>
          <a:xfrm flipH="1">
            <a:off x="80418" y="3516899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5" name="Google Shape;3495;p43"/>
          <p:cNvSpPr/>
          <p:nvPr/>
        </p:nvSpPr>
        <p:spPr>
          <a:xfrm flipH="1">
            <a:off x="282366" y="3573308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6" name="Google Shape;3496;p43"/>
          <p:cNvSpPr/>
          <p:nvPr/>
        </p:nvSpPr>
        <p:spPr>
          <a:xfrm flipH="1">
            <a:off x="568954" y="3680481"/>
            <a:ext cx="1642730" cy="740159"/>
          </a:xfrm>
          <a:custGeom>
            <a:rect b="b" l="l" r="r" t="t"/>
            <a:pathLst>
              <a:path extrusionOk="0" h="13239" w="29383">
                <a:moveTo>
                  <a:pt x="28272" y="81"/>
                </a:moveTo>
                <a:lnTo>
                  <a:pt x="28474" y="102"/>
                </a:lnTo>
                <a:lnTo>
                  <a:pt x="28696" y="142"/>
                </a:lnTo>
                <a:lnTo>
                  <a:pt x="28898" y="202"/>
                </a:lnTo>
                <a:lnTo>
                  <a:pt x="29019" y="243"/>
                </a:lnTo>
                <a:lnTo>
                  <a:pt x="29140" y="303"/>
                </a:lnTo>
                <a:lnTo>
                  <a:pt x="29201" y="364"/>
                </a:lnTo>
                <a:lnTo>
                  <a:pt x="29261" y="404"/>
                </a:lnTo>
                <a:lnTo>
                  <a:pt x="29281" y="465"/>
                </a:lnTo>
                <a:lnTo>
                  <a:pt x="29302" y="545"/>
                </a:lnTo>
                <a:lnTo>
                  <a:pt x="29302" y="626"/>
                </a:lnTo>
                <a:lnTo>
                  <a:pt x="29281" y="707"/>
                </a:lnTo>
                <a:lnTo>
                  <a:pt x="29201" y="848"/>
                </a:lnTo>
                <a:lnTo>
                  <a:pt x="29059" y="1070"/>
                </a:lnTo>
                <a:lnTo>
                  <a:pt x="28918" y="1272"/>
                </a:lnTo>
                <a:lnTo>
                  <a:pt x="28595" y="1676"/>
                </a:lnTo>
                <a:lnTo>
                  <a:pt x="28232" y="2079"/>
                </a:lnTo>
                <a:lnTo>
                  <a:pt x="27889" y="2442"/>
                </a:lnTo>
                <a:lnTo>
                  <a:pt x="27566" y="2785"/>
                </a:lnTo>
                <a:lnTo>
                  <a:pt x="27263" y="3129"/>
                </a:lnTo>
                <a:lnTo>
                  <a:pt x="26961" y="3492"/>
                </a:lnTo>
                <a:lnTo>
                  <a:pt x="26698" y="3855"/>
                </a:lnTo>
                <a:lnTo>
                  <a:pt x="26476" y="4198"/>
                </a:lnTo>
                <a:lnTo>
                  <a:pt x="26295" y="4521"/>
                </a:lnTo>
                <a:lnTo>
                  <a:pt x="26133" y="4884"/>
                </a:lnTo>
                <a:lnTo>
                  <a:pt x="25972" y="5247"/>
                </a:lnTo>
                <a:lnTo>
                  <a:pt x="25689" y="5974"/>
                </a:lnTo>
                <a:lnTo>
                  <a:pt x="25447" y="6721"/>
                </a:lnTo>
                <a:lnTo>
                  <a:pt x="25124" y="7649"/>
                </a:lnTo>
                <a:lnTo>
                  <a:pt x="24943" y="8113"/>
                </a:lnTo>
                <a:lnTo>
                  <a:pt x="24741" y="8557"/>
                </a:lnTo>
                <a:lnTo>
                  <a:pt x="24539" y="8981"/>
                </a:lnTo>
                <a:lnTo>
                  <a:pt x="24297" y="9405"/>
                </a:lnTo>
                <a:lnTo>
                  <a:pt x="24014" y="9788"/>
                </a:lnTo>
                <a:lnTo>
                  <a:pt x="23853" y="9990"/>
                </a:lnTo>
                <a:lnTo>
                  <a:pt x="23692" y="10171"/>
                </a:lnTo>
                <a:lnTo>
                  <a:pt x="23409" y="10414"/>
                </a:lnTo>
                <a:lnTo>
                  <a:pt x="23106" y="10676"/>
                </a:lnTo>
                <a:lnTo>
                  <a:pt x="22784" y="10898"/>
                </a:lnTo>
                <a:lnTo>
                  <a:pt x="22420" y="11100"/>
                </a:lnTo>
                <a:lnTo>
                  <a:pt x="22017" y="11301"/>
                </a:lnTo>
                <a:lnTo>
                  <a:pt x="21593" y="11483"/>
                </a:lnTo>
                <a:lnTo>
                  <a:pt x="21129" y="11645"/>
                </a:lnTo>
                <a:lnTo>
                  <a:pt x="20644" y="11786"/>
                </a:lnTo>
                <a:lnTo>
                  <a:pt x="19958" y="11947"/>
                </a:lnTo>
                <a:lnTo>
                  <a:pt x="19272" y="12088"/>
                </a:lnTo>
                <a:lnTo>
                  <a:pt x="18566" y="12210"/>
                </a:lnTo>
                <a:lnTo>
                  <a:pt x="17880" y="12290"/>
                </a:lnTo>
                <a:lnTo>
                  <a:pt x="17173" y="12371"/>
                </a:lnTo>
                <a:lnTo>
                  <a:pt x="16467" y="12432"/>
                </a:lnTo>
                <a:lnTo>
                  <a:pt x="15075" y="12532"/>
                </a:lnTo>
                <a:lnTo>
                  <a:pt x="14106" y="12593"/>
                </a:lnTo>
                <a:lnTo>
                  <a:pt x="12774" y="12694"/>
                </a:lnTo>
                <a:lnTo>
                  <a:pt x="11442" y="12815"/>
                </a:lnTo>
                <a:lnTo>
                  <a:pt x="9142" y="12997"/>
                </a:lnTo>
                <a:lnTo>
                  <a:pt x="7971" y="13077"/>
                </a:lnTo>
                <a:lnTo>
                  <a:pt x="6801" y="13138"/>
                </a:lnTo>
                <a:lnTo>
                  <a:pt x="5630" y="13158"/>
                </a:lnTo>
                <a:lnTo>
                  <a:pt x="4480" y="13158"/>
                </a:lnTo>
                <a:lnTo>
                  <a:pt x="3895" y="13138"/>
                </a:lnTo>
                <a:lnTo>
                  <a:pt x="3310" y="13098"/>
                </a:lnTo>
                <a:lnTo>
                  <a:pt x="2725" y="13057"/>
                </a:lnTo>
                <a:lnTo>
                  <a:pt x="2139" y="12976"/>
                </a:lnTo>
                <a:lnTo>
                  <a:pt x="1857" y="12936"/>
                </a:lnTo>
                <a:lnTo>
                  <a:pt x="1554" y="12855"/>
                </a:lnTo>
                <a:lnTo>
                  <a:pt x="1251" y="12754"/>
                </a:lnTo>
                <a:lnTo>
                  <a:pt x="969" y="12613"/>
                </a:lnTo>
                <a:lnTo>
                  <a:pt x="707" y="12452"/>
                </a:lnTo>
                <a:lnTo>
                  <a:pt x="485" y="12270"/>
                </a:lnTo>
                <a:lnTo>
                  <a:pt x="384" y="12169"/>
                </a:lnTo>
                <a:lnTo>
                  <a:pt x="303" y="12048"/>
                </a:lnTo>
                <a:lnTo>
                  <a:pt x="222" y="11947"/>
                </a:lnTo>
                <a:lnTo>
                  <a:pt x="162" y="11826"/>
                </a:lnTo>
                <a:lnTo>
                  <a:pt x="121" y="11685"/>
                </a:lnTo>
                <a:lnTo>
                  <a:pt x="81" y="11544"/>
                </a:lnTo>
                <a:lnTo>
                  <a:pt x="81" y="11382"/>
                </a:lnTo>
                <a:lnTo>
                  <a:pt x="101" y="11241"/>
                </a:lnTo>
                <a:lnTo>
                  <a:pt x="142" y="11079"/>
                </a:lnTo>
                <a:lnTo>
                  <a:pt x="202" y="10938"/>
                </a:lnTo>
                <a:lnTo>
                  <a:pt x="283" y="10777"/>
                </a:lnTo>
                <a:lnTo>
                  <a:pt x="384" y="10615"/>
                </a:lnTo>
                <a:lnTo>
                  <a:pt x="646" y="10313"/>
                </a:lnTo>
                <a:lnTo>
                  <a:pt x="929" y="10010"/>
                </a:lnTo>
                <a:lnTo>
                  <a:pt x="1272" y="9727"/>
                </a:lnTo>
                <a:lnTo>
                  <a:pt x="1635" y="9465"/>
                </a:lnTo>
                <a:lnTo>
                  <a:pt x="2038" y="9203"/>
                </a:lnTo>
                <a:lnTo>
                  <a:pt x="2422" y="8940"/>
                </a:lnTo>
                <a:lnTo>
                  <a:pt x="3229" y="8476"/>
                </a:lnTo>
                <a:lnTo>
                  <a:pt x="4016" y="7992"/>
                </a:lnTo>
                <a:lnTo>
                  <a:pt x="5005" y="7407"/>
                </a:lnTo>
                <a:lnTo>
                  <a:pt x="6014" y="6821"/>
                </a:lnTo>
                <a:lnTo>
                  <a:pt x="7063" y="6277"/>
                </a:lnTo>
                <a:lnTo>
                  <a:pt x="8153" y="5732"/>
                </a:lnTo>
                <a:lnTo>
                  <a:pt x="9283" y="5207"/>
                </a:lnTo>
                <a:lnTo>
                  <a:pt x="10433" y="4682"/>
                </a:lnTo>
                <a:lnTo>
                  <a:pt x="11644" y="4198"/>
                </a:lnTo>
                <a:lnTo>
                  <a:pt x="12895" y="3714"/>
                </a:lnTo>
                <a:lnTo>
                  <a:pt x="14146" y="3250"/>
                </a:lnTo>
                <a:lnTo>
                  <a:pt x="15438" y="2826"/>
                </a:lnTo>
                <a:lnTo>
                  <a:pt x="16790" y="2382"/>
                </a:lnTo>
                <a:lnTo>
                  <a:pt x="18182" y="1958"/>
                </a:lnTo>
                <a:lnTo>
                  <a:pt x="19151" y="1676"/>
                </a:lnTo>
                <a:lnTo>
                  <a:pt x="20180" y="1393"/>
                </a:lnTo>
                <a:lnTo>
                  <a:pt x="21250" y="1111"/>
                </a:lnTo>
                <a:lnTo>
                  <a:pt x="22380" y="848"/>
                </a:lnTo>
                <a:lnTo>
                  <a:pt x="23550" y="606"/>
                </a:lnTo>
                <a:lnTo>
                  <a:pt x="24761" y="404"/>
                </a:lnTo>
                <a:lnTo>
                  <a:pt x="25972" y="223"/>
                </a:lnTo>
                <a:lnTo>
                  <a:pt x="26598" y="162"/>
                </a:lnTo>
                <a:lnTo>
                  <a:pt x="27223" y="102"/>
                </a:lnTo>
                <a:lnTo>
                  <a:pt x="27647" y="81"/>
                </a:lnTo>
                <a:close/>
                <a:moveTo>
                  <a:pt x="27647" y="1"/>
                </a:moveTo>
                <a:lnTo>
                  <a:pt x="27223" y="21"/>
                </a:lnTo>
                <a:lnTo>
                  <a:pt x="26598" y="81"/>
                </a:lnTo>
                <a:lnTo>
                  <a:pt x="25972" y="142"/>
                </a:lnTo>
                <a:lnTo>
                  <a:pt x="24741" y="324"/>
                </a:lnTo>
                <a:lnTo>
                  <a:pt x="23550" y="525"/>
                </a:lnTo>
                <a:lnTo>
                  <a:pt x="22360" y="767"/>
                </a:lnTo>
                <a:lnTo>
                  <a:pt x="21230" y="1030"/>
                </a:lnTo>
                <a:lnTo>
                  <a:pt x="20160" y="1312"/>
                </a:lnTo>
                <a:lnTo>
                  <a:pt x="19131" y="1595"/>
                </a:lnTo>
                <a:lnTo>
                  <a:pt x="18162" y="1877"/>
                </a:lnTo>
                <a:lnTo>
                  <a:pt x="16750" y="2301"/>
                </a:lnTo>
                <a:lnTo>
                  <a:pt x="15418" y="2745"/>
                </a:lnTo>
                <a:lnTo>
                  <a:pt x="14106" y="3189"/>
                </a:lnTo>
                <a:lnTo>
                  <a:pt x="12855" y="3633"/>
                </a:lnTo>
                <a:lnTo>
                  <a:pt x="11604" y="4117"/>
                </a:lnTo>
                <a:lnTo>
                  <a:pt x="10413" y="4622"/>
                </a:lnTo>
                <a:lnTo>
                  <a:pt x="9243" y="5126"/>
                </a:lnTo>
                <a:lnTo>
                  <a:pt x="8113" y="5651"/>
                </a:lnTo>
                <a:lnTo>
                  <a:pt x="7023" y="6196"/>
                </a:lnTo>
                <a:lnTo>
                  <a:pt x="5974" y="6761"/>
                </a:lnTo>
                <a:lnTo>
                  <a:pt x="4965" y="7326"/>
                </a:lnTo>
                <a:lnTo>
                  <a:pt x="3976" y="7931"/>
                </a:lnTo>
                <a:lnTo>
                  <a:pt x="3189" y="8396"/>
                </a:lnTo>
                <a:lnTo>
                  <a:pt x="2381" y="8880"/>
                </a:lnTo>
                <a:lnTo>
                  <a:pt x="1978" y="9142"/>
                </a:lnTo>
                <a:lnTo>
                  <a:pt x="1594" y="9405"/>
                </a:lnTo>
                <a:lnTo>
                  <a:pt x="1211" y="9667"/>
                </a:lnTo>
                <a:lnTo>
                  <a:pt x="888" y="9949"/>
                </a:lnTo>
                <a:lnTo>
                  <a:pt x="585" y="10252"/>
                </a:lnTo>
                <a:lnTo>
                  <a:pt x="444" y="10414"/>
                </a:lnTo>
                <a:lnTo>
                  <a:pt x="323" y="10575"/>
                </a:lnTo>
                <a:lnTo>
                  <a:pt x="202" y="10736"/>
                </a:lnTo>
                <a:lnTo>
                  <a:pt x="121" y="10898"/>
                </a:lnTo>
                <a:lnTo>
                  <a:pt x="61" y="11059"/>
                </a:lnTo>
                <a:lnTo>
                  <a:pt x="20" y="11241"/>
                </a:lnTo>
                <a:lnTo>
                  <a:pt x="0" y="11382"/>
                </a:lnTo>
                <a:lnTo>
                  <a:pt x="0" y="11544"/>
                </a:lnTo>
                <a:lnTo>
                  <a:pt x="41" y="11705"/>
                </a:lnTo>
                <a:lnTo>
                  <a:pt x="101" y="11867"/>
                </a:lnTo>
                <a:lnTo>
                  <a:pt x="202" y="12048"/>
                </a:lnTo>
                <a:lnTo>
                  <a:pt x="343" y="12230"/>
                </a:lnTo>
                <a:lnTo>
                  <a:pt x="545" y="12411"/>
                </a:lnTo>
                <a:lnTo>
                  <a:pt x="787" y="12593"/>
                </a:lnTo>
                <a:lnTo>
                  <a:pt x="1070" y="12754"/>
                </a:lnTo>
                <a:lnTo>
                  <a:pt x="1393" y="12896"/>
                </a:lnTo>
                <a:lnTo>
                  <a:pt x="1736" y="12997"/>
                </a:lnTo>
                <a:lnTo>
                  <a:pt x="2139" y="13057"/>
                </a:lnTo>
                <a:lnTo>
                  <a:pt x="2947" y="13158"/>
                </a:lnTo>
                <a:lnTo>
                  <a:pt x="3754" y="13198"/>
                </a:lnTo>
                <a:lnTo>
                  <a:pt x="4561" y="13239"/>
                </a:lnTo>
                <a:lnTo>
                  <a:pt x="6135" y="13239"/>
                </a:lnTo>
                <a:lnTo>
                  <a:pt x="6902" y="13219"/>
                </a:lnTo>
                <a:lnTo>
                  <a:pt x="8435" y="13138"/>
                </a:lnTo>
                <a:lnTo>
                  <a:pt x="9949" y="13017"/>
                </a:lnTo>
                <a:lnTo>
                  <a:pt x="11442" y="12896"/>
                </a:lnTo>
                <a:lnTo>
                  <a:pt x="12774" y="12775"/>
                </a:lnTo>
                <a:lnTo>
                  <a:pt x="14106" y="12674"/>
                </a:lnTo>
                <a:lnTo>
                  <a:pt x="15075" y="12613"/>
                </a:lnTo>
                <a:lnTo>
                  <a:pt x="16467" y="12512"/>
                </a:lnTo>
                <a:lnTo>
                  <a:pt x="17173" y="12452"/>
                </a:lnTo>
                <a:lnTo>
                  <a:pt x="17880" y="12371"/>
                </a:lnTo>
                <a:lnTo>
                  <a:pt x="18586" y="12290"/>
                </a:lnTo>
                <a:lnTo>
                  <a:pt x="19272" y="12169"/>
                </a:lnTo>
                <a:lnTo>
                  <a:pt x="19978" y="12028"/>
                </a:lnTo>
                <a:lnTo>
                  <a:pt x="20665" y="11867"/>
                </a:lnTo>
                <a:lnTo>
                  <a:pt x="21149" y="11705"/>
                </a:lnTo>
                <a:lnTo>
                  <a:pt x="21613" y="11544"/>
                </a:lnTo>
                <a:lnTo>
                  <a:pt x="22057" y="11362"/>
                </a:lnTo>
                <a:lnTo>
                  <a:pt x="22461" y="11180"/>
                </a:lnTo>
                <a:lnTo>
                  <a:pt x="22824" y="10958"/>
                </a:lnTo>
                <a:lnTo>
                  <a:pt x="23167" y="10736"/>
                </a:lnTo>
                <a:lnTo>
                  <a:pt x="23470" y="10474"/>
                </a:lnTo>
                <a:lnTo>
                  <a:pt x="23752" y="10212"/>
                </a:lnTo>
                <a:lnTo>
                  <a:pt x="23914" y="10030"/>
                </a:lnTo>
                <a:lnTo>
                  <a:pt x="24075" y="9849"/>
                </a:lnTo>
                <a:lnTo>
                  <a:pt x="24358" y="9445"/>
                </a:lnTo>
                <a:lnTo>
                  <a:pt x="24600" y="9021"/>
                </a:lnTo>
                <a:lnTo>
                  <a:pt x="24822" y="8597"/>
                </a:lnTo>
                <a:lnTo>
                  <a:pt x="25023" y="8133"/>
                </a:lnTo>
                <a:lnTo>
                  <a:pt x="25185" y="7669"/>
                </a:lnTo>
                <a:lnTo>
                  <a:pt x="25508" y="6741"/>
                </a:lnTo>
                <a:lnTo>
                  <a:pt x="25770" y="6014"/>
                </a:lnTo>
                <a:lnTo>
                  <a:pt x="26053" y="5268"/>
                </a:lnTo>
                <a:lnTo>
                  <a:pt x="26194" y="4925"/>
                </a:lnTo>
                <a:lnTo>
                  <a:pt x="26376" y="4561"/>
                </a:lnTo>
                <a:lnTo>
                  <a:pt x="26557" y="4238"/>
                </a:lnTo>
                <a:lnTo>
                  <a:pt x="26759" y="3895"/>
                </a:lnTo>
                <a:lnTo>
                  <a:pt x="27021" y="3532"/>
                </a:lnTo>
                <a:lnTo>
                  <a:pt x="27324" y="3169"/>
                </a:lnTo>
                <a:lnTo>
                  <a:pt x="27627" y="2826"/>
                </a:lnTo>
                <a:lnTo>
                  <a:pt x="27950" y="2503"/>
                </a:lnTo>
                <a:lnTo>
                  <a:pt x="28293" y="2120"/>
                </a:lnTo>
                <a:lnTo>
                  <a:pt x="28656" y="1736"/>
                </a:lnTo>
                <a:lnTo>
                  <a:pt x="28979" y="1333"/>
                </a:lnTo>
                <a:lnTo>
                  <a:pt x="29120" y="1111"/>
                </a:lnTo>
                <a:lnTo>
                  <a:pt x="29261" y="889"/>
                </a:lnTo>
                <a:lnTo>
                  <a:pt x="29362" y="727"/>
                </a:lnTo>
                <a:lnTo>
                  <a:pt x="29382" y="626"/>
                </a:lnTo>
                <a:lnTo>
                  <a:pt x="29382" y="545"/>
                </a:lnTo>
                <a:lnTo>
                  <a:pt x="29362" y="445"/>
                </a:lnTo>
                <a:lnTo>
                  <a:pt x="29322" y="364"/>
                </a:lnTo>
                <a:lnTo>
                  <a:pt x="29261" y="303"/>
                </a:lnTo>
                <a:lnTo>
                  <a:pt x="29201" y="243"/>
                </a:lnTo>
                <a:lnTo>
                  <a:pt x="29059" y="162"/>
                </a:lnTo>
                <a:lnTo>
                  <a:pt x="28918" y="122"/>
                </a:lnTo>
                <a:lnTo>
                  <a:pt x="28716" y="61"/>
                </a:lnTo>
                <a:lnTo>
                  <a:pt x="28494" y="21"/>
                </a:lnTo>
                <a:lnTo>
                  <a:pt x="2829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7" name="Google Shape;3497;p43"/>
          <p:cNvSpPr/>
          <p:nvPr/>
        </p:nvSpPr>
        <p:spPr>
          <a:xfrm flipH="1">
            <a:off x="1140961" y="4091169"/>
            <a:ext cx="235874" cy="188464"/>
          </a:xfrm>
          <a:custGeom>
            <a:rect b="b" l="l" r="r" t="t"/>
            <a:pathLst>
              <a:path extrusionOk="0" h="3371" w="4219">
                <a:moveTo>
                  <a:pt x="3875" y="81"/>
                </a:moveTo>
                <a:lnTo>
                  <a:pt x="3976" y="101"/>
                </a:lnTo>
                <a:lnTo>
                  <a:pt x="4057" y="182"/>
                </a:lnTo>
                <a:lnTo>
                  <a:pt x="4097" y="263"/>
                </a:lnTo>
                <a:lnTo>
                  <a:pt x="4137" y="363"/>
                </a:lnTo>
                <a:lnTo>
                  <a:pt x="4137" y="464"/>
                </a:lnTo>
                <a:lnTo>
                  <a:pt x="4137" y="585"/>
                </a:lnTo>
                <a:lnTo>
                  <a:pt x="4077" y="807"/>
                </a:lnTo>
                <a:lnTo>
                  <a:pt x="3936" y="1130"/>
                </a:lnTo>
                <a:lnTo>
                  <a:pt x="3794" y="1433"/>
                </a:lnTo>
                <a:lnTo>
                  <a:pt x="3613" y="1715"/>
                </a:lnTo>
                <a:lnTo>
                  <a:pt x="3411" y="1998"/>
                </a:lnTo>
                <a:lnTo>
                  <a:pt x="3189" y="2240"/>
                </a:lnTo>
                <a:lnTo>
                  <a:pt x="2947" y="2482"/>
                </a:lnTo>
                <a:lnTo>
                  <a:pt x="2684" y="2684"/>
                </a:lnTo>
                <a:lnTo>
                  <a:pt x="2422" y="2866"/>
                </a:lnTo>
                <a:lnTo>
                  <a:pt x="2180" y="2967"/>
                </a:lnTo>
                <a:lnTo>
                  <a:pt x="1897" y="3088"/>
                </a:lnTo>
                <a:lnTo>
                  <a:pt x="1575" y="3189"/>
                </a:lnTo>
                <a:lnTo>
                  <a:pt x="1252" y="3249"/>
                </a:lnTo>
                <a:lnTo>
                  <a:pt x="929" y="3290"/>
                </a:lnTo>
                <a:lnTo>
                  <a:pt x="626" y="3290"/>
                </a:lnTo>
                <a:lnTo>
                  <a:pt x="505" y="3269"/>
                </a:lnTo>
                <a:lnTo>
                  <a:pt x="384" y="3249"/>
                </a:lnTo>
                <a:lnTo>
                  <a:pt x="283" y="3209"/>
                </a:lnTo>
                <a:lnTo>
                  <a:pt x="202" y="3148"/>
                </a:lnTo>
                <a:lnTo>
                  <a:pt x="142" y="3088"/>
                </a:lnTo>
                <a:lnTo>
                  <a:pt x="122" y="3007"/>
                </a:lnTo>
                <a:lnTo>
                  <a:pt x="101" y="2926"/>
                </a:lnTo>
                <a:lnTo>
                  <a:pt x="81" y="2846"/>
                </a:lnTo>
                <a:lnTo>
                  <a:pt x="101" y="2745"/>
                </a:lnTo>
                <a:lnTo>
                  <a:pt x="122" y="2624"/>
                </a:lnTo>
                <a:lnTo>
                  <a:pt x="222" y="2381"/>
                </a:lnTo>
                <a:lnTo>
                  <a:pt x="344" y="2159"/>
                </a:lnTo>
                <a:lnTo>
                  <a:pt x="485" y="1958"/>
                </a:lnTo>
                <a:lnTo>
                  <a:pt x="666" y="1756"/>
                </a:lnTo>
                <a:lnTo>
                  <a:pt x="848" y="1574"/>
                </a:lnTo>
                <a:lnTo>
                  <a:pt x="1070" y="1393"/>
                </a:lnTo>
                <a:lnTo>
                  <a:pt x="1292" y="1231"/>
                </a:lnTo>
                <a:lnTo>
                  <a:pt x="1534" y="1070"/>
                </a:lnTo>
                <a:lnTo>
                  <a:pt x="1776" y="928"/>
                </a:lnTo>
                <a:lnTo>
                  <a:pt x="2261" y="666"/>
                </a:lnTo>
                <a:lnTo>
                  <a:pt x="2765" y="444"/>
                </a:lnTo>
                <a:lnTo>
                  <a:pt x="3229" y="263"/>
                </a:lnTo>
                <a:lnTo>
                  <a:pt x="3653" y="101"/>
                </a:lnTo>
                <a:lnTo>
                  <a:pt x="3774" y="81"/>
                </a:lnTo>
                <a:close/>
                <a:moveTo>
                  <a:pt x="3754" y="0"/>
                </a:moveTo>
                <a:lnTo>
                  <a:pt x="3633" y="41"/>
                </a:lnTo>
                <a:lnTo>
                  <a:pt x="3209" y="182"/>
                </a:lnTo>
                <a:lnTo>
                  <a:pt x="2725" y="363"/>
                </a:lnTo>
                <a:lnTo>
                  <a:pt x="2220" y="606"/>
                </a:lnTo>
                <a:lnTo>
                  <a:pt x="1716" y="868"/>
                </a:lnTo>
                <a:lnTo>
                  <a:pt x="1474" y="1009"/>
                </a:lnTo>
                <a:lnTo>
                  <a:pt x="1231" y="1171"/>
                </a:lnTo>
                <a:lnTo>
                  <a:pt x="1009" y="1352"/>
                </a:lnTo>
                <a:lnTo>
                  <a:pt x="787" y="1514"/>
                </a:lnTo>
                <a:lnTo>
                  <a:pt x="606" y="1715"/>
                </a:lnTo>
                <a:lnTo>
                  <a:pt x="424" y="1917"/>
                </a:lnTo>
                <a:lnTo>
                  <a:pt x="283" y="2119"/>
                </a:lnTo>
                <a:lnTo>
                  <a:pt x="142" y="2341"/>
                </a:lnTo>
                <a:lnTo>
                  <a:pt x="81" y="2482"/>
                </a:lnTo>
                <a:lnTo>
                  <a:pt x="41" y="2624"/>
                </a:lnTo>
                <a:lnTo>
                  <a:pt x="21" y="2745"/>
                </a:lnTo>
                <a:lnTo>
                  <a:pt x="0" y="2866"/>
                </a:lnTo>
                <a:lnTo>
                  <a:pt x="21" y="2967"/>
                </a:lnTo>
                <a:lnTo>
                  <a:pt x="41" y="3047"/>
                </a:lnTo>
                <a:lnTo>
                  <a:pt x="81" y="3128"/>
                </a:lnTo>
                <a:lnTo>
                  <a:pt x="142" y="3209"/>
                </a:lnTo>
                <a:lnTo>
                  <a:pt x="263" y="3290"/>
                </a:lnTo>
                <a:lnTo>
                  <a:pt x="404" y="3330"/>
                </a:lnTo>
                <a:lnTo>
                  <a:pt x="586" y="3370"/>
                </a:lnTo>
                <a:lnTo>
                  <a:pt x="989" y="3370"/>
                </a:lnTo>
                <a:lnTo>
                  <a:pt x="1211" y="3350"/>
                </a:lnTo>
                <a:lnTo>
                  <a:pt x="1453" y="3290"/>
                </a:lnTo>
                <a:lnTo>
                  <a:pt x="1675" y="3229"/>
                </a:lnTo>
                <a:lnTo>
                  <a:pt x="2119" y="3088"/>
                </a:lnTo>
                <a:lnTo>
                  <a:pt x="2301" y="3007"/>
                </a:lnTo>
                <a:lnTo>
                  <a:pt x="2462" y="2926"/>
                </a:lnTo>
                <a:lnTo>
                  <a:pt x="2745" y="2745"/>
                </a:lnTo>
                <a:lnTo>
                  <a:pt x="3007" y="2543"/>
                </a:lnTo>
                <a:lnTo>
                  <a:pt x="3249" y="2301"/>
                </a:lnTo>
                <a:lnTo>
                  <a:pt x="3471" y="2038"/>
                </a:lnTo>
                <a:lnTo>
                  <a:pt x="3673" y="1776"/>
                </a:lnTo>
                <a:lnTo>
                  <a:pt x="3855" y="1473"/>
                </a:lnTo>
                <a:lnTo>
                  <a:pt x="4016" y="1150"/>
                </a:lnTo>
                <a:lnTo>
                  <a:pt x="4137" y="828"/>
                </a:lnTo>
                <a:lnTo>
                  <a:pt x="4218" y="585"/>
                </a:lnTo>
                <a:lnTo>
                  <a:pt x="4218" y="464"/>
                </a:lnTo>
                <a:lnTo>
                  <a:pt x="4218" y="343"/>
                </a:lnTo>
                <a:lnTo>
                  <a:pt x="4178" y="222"/>
                </a:lnTo>
                <a:lnTo>
                  <a:pt x="4097" y="121"/>
                </a:lnTo>
                <a:lnTo>
                  <a:pt x="3996" y="41"/>
                </a:lnTo>
                <a:lnTo>
                  <a:pt x="395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8" name="Google Shape;3498;p43"/>
          <p:cNvSpPr/>
          <p:nvPr/>
        </p:nvSpPr>
        <p:spPr>
          <a:xfrm>
            <a:off x="8495347" y="204440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9" name="Google Shape;3499;p43"/>
          <p:cNvSpPr/>
          <p:nvPr/>
        </p:nvSpPr>
        <p:spPr>
          <a:xfrm flipH="1">
            <a:off x="6624317" y="-129457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0" name="Google Shape;3500;p43"/>
          <p:cNvSpPr/>
          <p:nvPr/>
        </p:nvSpPr>
        <p:spPr>
          <a:xfrm flipH="1">
            <a:off x="7823600" y="1072027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1" name="Google Shape;3501;p43"/>
          <p:cNvSpPr/>
          <p:nvPr/>
        </p:nvSpPr>
        <p:spPr>
          <a:xfrm flipH="1">
            <a:off x="6751789" y="14949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2" name="Google Shape;3502;p43"/>
          <p:cNvSpPr/>
          <p:nvPr/>
        </p:nvSpPr>
        <p:spPr>
          <a:xfrm flipH="1">
            <a:off x="7968010" y="1140848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3" name="Google Shape;3503;p43"/>
          <p:cNvSpPr/>
          <p:nvPr/>
        </p:nvSpPr>
        <p:spPr>
          <a:xfrm flipH="1">
            <a:off x="6877024" y="75831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4" name="Google Shape;3504;p43"/>
          <p:cNvSpPr/>
          <p:nvPr/>
        </p:nvSpPr>
        <p:spPr>
          <a:xfrm flipH="1">
            <a:off x="8112477" y="1250313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5" name="Google Shape;3505;p43"/>
          <p:cNvSpPr/>
          <p:nvPr/>
        </p:nvSpPr>
        <p:spPr>
          <a:xfrm>
            <a:off x="414425" y="211116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6" name="Google Shape;3506;p43"/>
          <p:cNvSpPr/>
          <p:nvPr/>
        </p:nvSpPr>
        <p:spPr>
          <a:xfrm rot="5400000">
            <a:off x="414425" y="816218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7" name="Google Shape;3507;p43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8" name="Google Shape;3508;p43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09" name="Google Shape;3509;p43"/>
          <p:cNvGrpSpPr/>
          <p:nvPr/>
        </p:nvGrpSpPr>
        <p:grpSpPr>
          <a:xfrm>
            <a:off x="3970979" y="4195255"/>
            <a:ext cx="1205112" cy="835252"/>
            <a:chOff x="3970979" y="4168866"/>
            <a:chExt cx="1205112" cy="835252"/>
          </a:xfrm>
        </p:grpSpPr>
        <p:sp>
          <p:nvSpPr>
            <p:cNvPr id="3510" name="Google Shape;3510;p43"/>
            <p:cNvSpPr/>
            <p:nvPr/>
          </p:nvSpPr>
          <p:spPr>
            <a:xfrm>
              <a:off x="4793924" y="463642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3"/>
            <p:cNvSpPr/>
            <p:nvPr/>
          </p:nvSpPr>
          <p:spPr>
            <a:xfrm>
              <a:off x="4955626" y="4789730"/>
              <a:ext cx="56484" cy="5268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3"/>
            <p:cNvSpPr/>
            <p:nvPr/>
          </p:nvSpPr>
          <p:spPr>
            <a:xfrm>
              <a:off x="4465201" y="416886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3"/>
            <p:cNvSpPr/>
            <p:nvPr/>
          </p:nvSpPr>
          <p:spPr>
            <a:xfrm>
              <a:off x="4632221" y="416886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3"/>
            <p:cNvSpPr/>
            <p:nvPr/>
          </p:nvSpPr>
          <p:spPr>
            <a:xfrm>
              <a:off x="4466721" y="432449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43"/>
            <p:cNvSpPr/>
            <p:nvPr/>
          </p:nvSpPr>
          <p:spPr>
            <a:xfrm>
              <a:off x="4629942" y="432373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43"/>
            <p:cNvSpPr/>
            <p:nvPr/>
          </p:nvSpPr>
          <p:spPr>
            <a:xfrm>
              <a:off x="4796203" y="432449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43"/>
            <p:cNvSpPr/>
            <p:nvPr/>
          </p:nvSpPr>
          <p:spPr>
            <a:xfrm>
              <a:off x="4459086" y="447548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43"/>
            <p:cNvSpPr/>
            <p:nvPr/>
          </p:nvSpPr>
          <p:spPr>
            <a:xfrm>
              <a:off x="4631462" y="448007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43"/>
            <p:cNvSpPr/>
            <p:nvPr/>
          </p:nvSpPr>
          <p:spPr>
            <a:xfrm>
              <a:off x="4796203" y="448083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43"/>
            <p:cNvSpPr/>
            <p:nvPr/>
          </p:nvSpPr>
          <p:spPr>
            <a:xfrm>
              <a:off x="4957905" y="4945317"/>
              <a:ext cx="54205" cy="51166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43"/>
            <p:cNvSpPr/>
            <p:nvPr/>
          </p:nvSpPr>
          <p:spPr>
            <a:xfrm>
              <a:off x="4462163" y="463490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43"/>
            <p:cNvSpPr/>
            <p:nvPr/>
          </p:nvSpPr>
          <p:spPr>
            <a:xfrm>
              <a:off x="4630702" y="463566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43"/>
            <p:cNvSpPr/>
            <p:nvPr/>
          </p:nvSpPr>
          <p:spPr>
            <a:xfrm>
              <a:off x="4797000" y="416966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43"/>
            <p:cNvSpPr/>
            <p:nvPr/>
          </p:nvSpPr>
          <p:spPr>
            <a:xfrm>
              <a:off x="4793924" y="4946874"/>
              <a:ext cx="54205" cy="50368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43"/>
            <p:cNvSpPr/>
            <p:nvPr/>
          </p:nvSpPr>
          <p:spPr>
            <a:xfrm>
              <a:off x="4626144" y="4942278"/>
              <a:ext cx="70196" cy="58003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3"/>
            <p:cNvSpPr/>
            <p:nvPr/>
          </p:nvSpPr>
          <p:spPr>
            <a:xfrm>
              <a:off x="4464442" y="4944557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43"/>
            <p:cNvSpPr/>
            <p:nvPr/>
          </p:nvSpPr>
          <p:spPr>
            <a:xfrm>
              <a:off x="4299701" y="4939999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43"/>
            <p:cNvSpPr/>
            <p:nvPr/>
          </p:nvSpPr>
          <p:spPr>
            <a:xfrm>
              <a:off x="4790125" y="4792010"/>
              <a:ext cx="57243" cy="5420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43"/>
            <p:cNvSpPr/>
            <p:nvPr/>
          </p:nvSpPr>
          <p:spPr>
            <a:xfrm>
              <a:off x="4464442" y="4790490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3"/>
            <p:cNvSpPr/>
            <p:nvPr/>
          </p:nvSpPr>
          <p:spPr>
            <a:xfrm>
              <a:off x="4630702" y="4788971"/>
              <a:ext cx="58003" cy="54964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43"/>
            <p:cNvSpPr/>
            <p:nvPr/>
          </p:nvSpPr>
          <p:spPr>
            <a:xfrm>
              <a:off x="4960982" y="417194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43"/>
            <p:cNvSpPr/>
            <p:nvPr/>
          </p:nvSpPr>
          <p:spPr>
            <a:xfrm>
              <a:off x="4301220" y="4787451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3"/>
            <p:cNvSpPr/>
            <p:nvPr/>
          </p:nvSpPr>
          <p:spPr>
            <a:xfrm>
              <a:off x="5123443" y="4792769"/>
              <a:ext cx="51888" cy="48089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43"/>
            <p:cNvSpPr/>
            <p:nvPr/>
          </p:nvSpPr>
          <p:spPr>
            <a:xfrm>
              <a:off x="4303499" y="416966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43"/>
            <p:cNvSpPr/>
            <p:nvPr/>
          </p:nvSpPr>
          <p:spPr>
            <a:xfrm>
              <a:off x="4137239" y="4943798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43"/>
            <p:cNvSpPr/>
            <p:nvPr/>
          </p:nvSpPr>
          <p:spPr>
            <a:xfrm>
              <a:off x="4136479" y="4785932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43"/>
            <p:cNvSpPr/>
            <p:nvPr/>
          </p:nvSpPr>
          <p:spPr>
            <a:xfrm>
              <a:off x="4303499" y="432449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43"/>
            <p:cNvSpPr/>
            <p:nvPr/>
          </p:nvSpPr>
          <p:spPr>
            <a:xfrm>
              <a:off x="4959424" y="463642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43"/>
            <p:cNvSpPr/>
            <p:nvPr/>
          </p:nvSpPr>
          <p:spPr>
            <a:xfrm>
              <a:off x="4301980" y="463566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43"/>
            <p:cNvSpPr/>
            <p:nvPr/>
          </p:nvSpPr>
          <p:spPr>
            <a:xfrm>
              <a:off x="5122684" y="4947634"/>
              <a:ext cx="53407" cy="51128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43"/>
            <p:cNvSpPr/>
            <p:nvPr/>
          </p:nvSpPr>
          <p:spPr>
            <a:xfrm>
              <a:off x="4960222" y="432676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43"/>
            <p:cNvSpPr/>
            <p:nvPr/>
          </p:nvSpPr>
          <p:spPr>
            <a:xfrm>
              <a:off x="4137239" y="463414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43"/>
            <p:cNvSpPr/>
            <p:nvPr/>
          </p:nvSpPr>
          <p:spPr>
            <a:xfrm>
              <a:off x="4959424" y="448235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43"/>
            <p:cNvSpPr/>
            <p:nvPr/>
          </p:nvSpPr>
          <p:spPr>
            <a:xfrm>
              <a:off x="4302740" y="447931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43"/>
            <p:cNvSpPr/>
            <p:nvPr/>
          </p:nvSpPr>
          <p:spPr>
            <a:xfrm>
              <a:off x="4138758" y="447092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43"/>
            <p:cNvSpPr/>
            <p:nvPr/>
          </p:nvSpPr>
          <p:spPr>
            <a:xfrm>
              <a:off x="3970979" y="463490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43"/>
            <p:cNvSpPr/>
            <p:nvPr/>
          </p:nvSpPr>
          <p:spPr>
            <a:xfrm>
              <a:off x="3973258" y="448007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43"/>
            <p:cNvSpPr/>
            <p:nvPr/>
          </p:nvSpPr>
          <p:spPr>
            <a:xfrm>
              <a:off x="5123443" y="463870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43"/>
            <p:cNvSpPr/>
            <p:nvPr/>
          </p:nvSpPr>
          <p:spPr>
            <a:xfrm>
              <a:off x="3970979" y="4789730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43"/>
            <p:cNvSpPr/>
            <p:nvPr/>
          </p:nvSpPr>
          <p:spPr>
            <a:xfrm>
              <a:off x="4137239" y="432601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43"/>
            <p:cNvSpPr/>
            <p:nvPr/>
          </p:nvSpPr>
          <p:spPr>
            <a:xfrm>
              <a:off x="3972498" y="4945317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43"/>
            <p:cNvSpPr/>
            <p:nvPr/>
          </p:nvSpPr>
          <p:spPr>
            <a:xfrm>
              <a:off x="4134960" y="417042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3"/>
            <p:cNvSpPr/>
            <p:nvPr/>
          </p:nvSpPr>
          <p:spPr>
            <a:xfrm>
              <a:off x="5121886" y="448387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3"/>
            <p:cNvSpPr/>
            <p:nvPr/>
          </p:nvSpPr>
          <p:spPr>
            <a:xfrm>
              <a:off x="5124203" y="432828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3"/>
            <p:cNvSpPr/>
            <p:nvPr/>
          </p:nvSpPr>
          <p:spPr>
            <a:xfrm>
              <a:off x="3974777" y="432373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43"/>
            <p:cNvSpPr/>
            <p:nvPr/>
          </p:nvSpPr>
          <p:spPr>
            <a:xfrm>
              <a:off x="3975537" y="416886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43"/>
            <p:cNvSpPr/>
            <p:nvPr/>
          </p:nvSpPr>
          <p:spPr>
            <a:xfrm>
              <a:off x="5124963" y="417270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58" name="Google Shape;3558;p43"/>
          <p:cNvSpPr/>
          <p:nvPr/>
        </p:nvSpPr>
        <p:spPr>
          <a:xfrm flipH="1">
            <a:off x="8130627" y="1470868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9" name="Google Shape;3559;p43"/>
          <p:cNvSpPr/>
          <p:nvPr/>
        </p:nvSpPr>
        <p:spPr>
          <a:xfrm flipH="1">
            <a:off x="7216227" y="576260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0" name="Google Shape;3560;p43"/>
          <p:cNvSpPr/>
          <p:nvPr/>
        </p:nvSpPr>
        <p:spPr>
          <a:xfrm flipH="1">
            <a:off x="7978227" y="854670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1" name="Google Shape;3561;p43"/>
          <p:cNvSpPr/>
          <p:nvPr/>
        </p:nvSpPr>
        <p:spPr>
          <a:xfrm flipH="1">
            <a:off x="1674905" y="115122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2" name="Google Shape;3562;p43"/>
          <p:cNvSpPr/>
          <p:nvPr/>
        </p:nvSpPr>
        <p:spPr>
          <a:xfrm flipH="1">
            <a:off x="1776437" y="222295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3" name="Google Shape;3563;p43"/>
          <p:cNvSpPr/>
          <p:nvPr/>
        </p:nvSpPr>
        <p:spPr>
          <a:xfrm flipH="1">
            <a:off x="1773752" y="691105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4" name="Google Shape;3564;p43"/>
          <p:cNvSpPr/>
          <p:nvPr/>
        </p:nvSpPr>
        <p:spPr>
          <a:xfrm flipH="1">
            <a:off x="2058760" y="415309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5" name="Google Shape;3565;p43"/>
          <p:cNvSpPr/>
          <p:nvPr/>
        </p:nvSpPr>
        <p:spPr>
          <a:xfrm flipH="1">
            <a:off x="2058760" y="496490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566" name="Shape 3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7" name="Google Shape;3567;p44"/>
          <p:cNvSpPr txBox="1"/>
          <p:nvPr>
            <p:ph type="title"/>
          </p:nvPr>
        </p:nvSpPr>
        <p:spPr>
          <a:xfrm>
            <a:off x="2148900" y="2510023"/>
            <a:ext cx="4846200" cy="411600"/>
          </a:xfrm>
          <a:prstGeom prst="rect">
            <a:avLst/>
          </a:prstGeom>
          <a:effectLst>
            <a:outerShdw rotWithShape="0" algn="bl" dir="5400000" dist="19050">
              <a:schemeClr val="lt1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568" name="Google Shape;3568;p44"/>
          <p:cNvSpPr txBox="1"/>
          <p:nvPr>
            <p:ph idx="1" type="subTitle"/>
          </p:nvPr>
        </p:nvSpPr>
        <p:spPr>
          <a:xfrm>
            <a:off x="2148900" y="3077090"/>
            <a:ext cx="48462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569" name="Google Shape;3569;p44"/>
          <p:cNvSpPr/>
          <p:nvPr/>
        </p:nvSpPr>
        <p:spPr>
          <a:xfrm flipH="1">
            <a:off x="843077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0" name="Google Shape;3570;p44"/>
          <p:cNvSpPr/>
          <p:nvPr/>
        </p:nvSpPr>
        <p:spPr>
          <a:xfrm flipH="1">
            <a:off x="12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1" name="Google Shape;3571;p44"/>
          <p:cNvSpPr/>
          <p:nvPr/>
        </p:nvSpPr>
        <p:spPr>
          <a:xfrm>
            <a:off x="440572" y="562503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2" name="Google Shape;3572;p44"/>
          <p:cNvSpPr/>
          <p:nvPr/>
        </p:nvSpPr>
        <p:spPr>
          <a:xfrm flipH="1">
            <a:off x="-1430458" y="228606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3" name="Google Shape;3573;p44"/>
          <p:cNvSpPr/>
          <p:nvPr/>
        </p:nvSpPr>
        <p:spPr>
          <a:xfrm flipH="1">
            <a:off x="-231175" y="143009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4" name="Google Shape;3574;p44"/>
          <p:cNvSpPr/>
          <p:nvPr/>
        </p:nvSpPr>
        <p:spPr>
          <a:xfrm flipH="1">
            <a:off x="-1302986" y="373012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5" name="Google Shape;3575;p44"/>
          <p:cNvSpPr/>
          <p:nvPr/>
        </p:nvSpPr>
        <p:spPr>
          <a:xfrm flipH="1">
            <a:off x="-86765" y="1498911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6" name="Google Shape;3576;p44"/>
          <p:cNvSpPr/>
          <p:nvPr/>
        </p:nvSpPr>
        <p:spPr>
          <a:xfrm flipH="1">
            <a:off x="-1177751" y="433894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7" name="Google Shape;3577;p44"/>
          <p:cNvSpPr/>
          <p:nvPr/>
        </p:nvSpPr>
        <p:spPr>
          <a:xfrm flipH="1">
            <a:off x="57702" y="160837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8" name="Google Shape;3578;p44"/>
          <p:cNvSpPr/>
          <p:nvPr/>
        </p:nvSpPr>
        <p:spPr>
          <a:xfrm flipH="1">
            <a:off x="8481959" y="305387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9" name="Google Shape;3579;p44"/>
          <p:cNvSpPr/>
          <p:nvPr/>
        </p:nvSpPr>
        <p:spPr>
          <a:xfrm flipH="1">
            <a:off x="8140105" y="42305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0" name="Google Shape;3580;p44"/>
          <p:cNvSpPr/>
          <p:nvPr/>
        </p:nvSpPr>
        <p:spPr>
          <a:xfrm flipH="1">
            <a:off x="8601547" y="314075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1" name="Google Shape;3581;p44"/>
          <p:cNvSpPr/>
          <p:nvPr/>
        </p:nvSpPr>
        <p:spPr>
          <a:xfrm flipH="1">
            <a:off x="8241637" y="43377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2" name="Google Shape;3582;p44"/>
          <p:cNvSpPr/>
          <p:nvPr/>
        </p:nvSpPr>
        <p:spPr>
          <a:xfrm flipH="1">
            <a:off x="8701959" y="325245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3" name="Google Shape;3583;p44"/>
          <p:cNvSpPr/>
          <p:nvPr/>
        </p:nvSpPr>
        <p:spPr>
          <a:xfrm flipH="1">
            <a:off x="8861019" y="339462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4" name="Google Shape;3584;p44"/>
          <p:cNvSpPr/>
          <p:nvPr/>
        </p:nvSpPr>
        <p:spPr>
          <a:xfrm flipH="1">
            <a:off x="8942266" y="350515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5" name="Google Shape;3585;p44"/>
          <p:cNvSpPr/>
          <p:nvPr/>
        </p:nvSpPr>
        <p:spPr>
          <a:xfrm flipH="1">
            <a:off x="9011089" y="364620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6" name="Google Shape;3586;p44"/>
          <p:cNvSpPr/>
          <p:nvPr/>
        </p:nvSpPr>
        <p:spPr>
          <a:xfrm flipH="1">
            <a:off x="8985147" y="367103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7" name="Google Shape;3587;p44"/>
          <p:cNvSpPr/>
          <p:nvPr/>
        </p:nvSpPr>
        <p:spPr>
          <a:xfrm>
            <a:off x="8489408" y="11779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8" name="Google Shape;3588;p44"/>
          <p:cNvSpPr/>
          <p:nvPr/>
        </p:nvSpPr>
        <p:spPr>
          <a:xfrm rot="5400000">
            <a:off x="8489408" y="7228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89" name="Google Shape;3589;p44"/>
          <p:cNvGrpSpPr/>
          <p:nvPr/>
        </p:nvGrpSpPr>
        <p:grpSpPr>
          <a:xfrm>
            <a:off x="111415" y="4314125"/>
            <a:ext cx="754524" cy="750237"/>
            <a:chOff x="8523754" y="10"/>
            <a:chExt cx="516408" cy="513439"/>
          </a:xfrm>
        </p:grpSpPr>
        <p:sp>
          <p:nvSpPr>
            <p:cNvPr id="3590" name="Google Shape;3590;p44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44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2" name="Google Shape;3592;p44"/>
          <p:cNvGrpSpPr/>
          <p:nvPr/>
        </p:nvGrpSpPr>
        <p:grpSpPr>
          <a:xfrm>
            <a:off x="3960075" y="4692585"/>
            <a:ext cx="1202833" cy="365416"/>
            <a:chOff x="3973270" y="4603191"/>
            <a:chExt cx="1202833" cy="365416"/>
          </a:xfrm>
        </p:grpSpPr>
        <p:sp>
          <p:nvSpPr>
            <p:cNvPr id="3593" name="Google Shape;3593;p44"/>
            <p:cNvSpPr/>
            <p:nvPr/>
          </p:nvSpPr>
          <p:spPr>
            <a:xfrm>
              <a:off x="4465214" y="4603191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44"/>
            <p:cNvSpPr/>
            <p:nvPr/>
          </p:nvSpPr>
          <p:spPr>
            <a:xfrm>
              <a:off x="4632234" y="4603191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44"/>
            <p:cNvSpPr/>
            <p:nvPr/>
          </p:nvSpPr>
          <p:spPr>
            <a:xfrm>
              <a:off x="4466733" y="4758815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44"/>
            <p:cNvSpPr/>
            <p:nvPr/>
          </p:nvSpPr>
          <p:spPr>
            <a:xfrm>
              <a:off x="4629955" y="4758055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44"/>
            <p:cNvSpPr/>
            <p:nvPr/>
          </p:nvSpPr>
          <p:spPr>
            <a:xfrm>
              <a:off x="4796215" y="4758815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44"/>
            <p:cNvSpPr/>
            <p:nvPr/>
          </p:nvSpPr>
          <p:spPr>
            <a:xfrm>
              <a:off x="4459098" y="4909806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44"/>
            <p:cNvSpPr/>
            <p:nvPr/>
          </p:nvSpPr>
          <p:spPr>
            <a:xfrm>
              <a:off x="4631474" y="4914402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44"/>
            <p:cNvSpPr/>
            <p:nvPr/>
          </p:nvSpPr>
          <p:spPr>
            <a:xfrm>
              <a:off x="4796215" y="4915161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44"/>
            <p:cNvSpPr/>
            <p:nvPr/>
          </p:nvSpPr>
          <p:spPr>
            <a:xfrm>
              <a:off x="4797013" y="4603988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44"/>
            <p:cNvSpPr/>
            <p:nvPr/>
          </p:nvSpPr>
          <p:spPr>
            <a:xfrm>
              <a:off x="4960994" y="4606267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44"/>
            <p:cNvSpPr/>
            <p:nvPr/>
          </p:nvSpPr>
          <p:spPr>
            <a:xfrm>
              <a:off x="4303512" y="4603988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44"/>
            <p:cNvSpPr/>
            <p:nvPr/>
          </p:nvSpPr>
          <p:spPr>
            <a:xfrm>
              <a:off x="4303512" y="4758815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44"/>
            <p:cNvSpPr/>
            <p:nvPr/>
          </p:nvSpPr>
          <p:spPr>
            <a:xfrm>
              <a:off x="4960234" y="4761094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44"/>
            <p:cNvSpPr/>
            <p:nvPr/>
          </p:nvSpPr>
          <p:spPr>
            <a:xfrm>
              <a:off x="4959437" y="4916681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4"/>
            <p:cNvSpPr/>
            <p:nvPr/>
          </p:nvSpPr>
          <p:spPr>
            <a:xfrm>
              <a:off x="4302752" y="4913642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44"/>
            <p:cNvSpPr/>
            <p:nvPr/>
          </p:nvSpPr>
          <p:spPr>
            <a:xfrm>
              <a:off x="4138771" y="4905247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44"/>
            <p:cNvSpPr/>
            <p:nvPr/>
          </p:nvSpPr>
          <p:spPr>
            <a:xfrm>
              <a:off x="3973270" y="4914402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44"/>
            <p:cNvSpPr/>
            <p:nvPr/>
          </p:nvSpPr>
          <p:spPr>
            <a:xfrm>
              <a:off x="4137251" y="4760335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44"/>
            <p:cNvSpPr/>
            <p:nvPr/>
          </p:nvSpPr>
          <p:spPr>
            <a:xfrm>
              <a:off x="4134972" y="4604748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44"/>
            <p:cNvSpPr/>
            <p:nvPr/>
          </p:nvSpPr>
          <p:spPr>
            <a:xfrm>
              <a:off x="5121899" y="4918200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44"/>
            <p:cNvSpPr/>
            <p:nvPr/>
          </p:nvSpPr>
          <p:spPr>
            <a:xfrm>
              <a:off x="5124216" y="4762614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44"/>
            <p:cNvSpPr/>
            <p:nvPr/>
          </p:nvSpPr>
          <p:spPr>
            <a:xfrm>
              <a:off x="3974790" y="4758055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44"/>
            <p:cNvSpPr/>
            <p:nvPr/>
          </p:nvSpPr>
          <p:spPr>
            <a:xfrm>
              <a:off x="3975549" y="4603191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44"/>
            <p:cNvSpPr/>
            <p:nvPr/>
          </p:nvSpPr>
          <p:spPr>
            <a:xfrm>
              <a:off x="5124975" y="4607027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17" name="Google Shape;3617;p44"/>
          <p:cNvSpPr/>
          <p:nvPr/>
        </p:nvSpPr>
        <p:spPr>
          <a:xfrm flipH="1">
            <a:off x="8638349" y="308629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8" name="Google Shape;3618;p44"/>
          <p:cNvSpPr/>
          <p:nvPr/>
        </p:nvSpPr>
        <p:spPr>
          <a:xfrm flipH="1">
            <a:off x="8790749" y="361969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9" name="Google Shape;3619;p44"/>
          <p:cNvSpPr/>
          <p:nvPr/>
        </p:nvSpPr>
        <p:spPr>
          <a:xfrm flipH="1">
            <a:off x="8638349" y="450770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0" name="Google Shape;3620;p44"/>
          <p:cNvSpPr/>
          <p:nvPr/>
        </p:nvSpPr>
        <p:spPr>
          <a:xfrm flipH="1">
            <a:off x="865949" y="13204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1" name="Google Shape;3621;p44"/>
          <p:cNvSpPr/>
          <p:nvPr/>
        </p:nvSpPr>
        <p:spPr>
          <a:xfrm flipH="1">
            <a:off x="256349" y="125749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622" name="Shape 3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3" name="Google Shape;3623;p45"/>
          <p:cNvSpPr/>
          <p:nvPr/>
        </p:nvSpPr>
        <p:spPr>
          <a:xfrm>
            <a:off x="0" y="1450"/>
            <a:ext cx="4572000" cy="1935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4" name="Google Shape;3624;p45"/>
          <p:cNvSpPr/>
          <p:nvPr/>
        </p:nvSpPr>
        <p:spPr>
          <a:xfrm>
            <a:off x="8561250" y="1929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5" name="Google Shape;3625;p45"/>
          <p:cNvSpPr/>
          <p:nvPr/>
        </p:nvSpPr>
        <p:spPr>
          <a:xfrm>
            <a:off x="8561263" y="7246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26" name="Google Shape;3626;p45"/>
          <p:cNvGrpSpPr/>
          <p:nvPr/>
        </p:nvGrpSpPr>
        <p:grpSpPr>
          <a:xfrm rot="-5400000">
            <a:off x="2692007" y="-1167429"/>
            <a:ext cx="1730784" cy="1441910"/>
            <a:chOff x="-979618" y="-5128741"/>
            <a:chExt cx="1730784" cy="1441910"/>
          </a:xfrm>
        </p:grpSpPr>
        <p:sp>
          <p:nvSpPr>
            <p:cNvPr id="3627" name="Google Shape;3627;p45"/>
            <p:cNvSpPr/>
            <p:nvPr/>
          </p:nvSpPr>
          <p:spPr>
            <a:xfrm flipH="1">
              <a:off x="-979618" y="-5128741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45"/>
            <p:cNvSpPr/>
            <p:nvPr/>
          </p:nvSpPr>
          <p:spPr>
            <a:xfrm flipH="1">
              <a:off x="-756203" y="-5057684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45"/>
            <p:cNvSpPr/>
            <p:nvPr/>
          </p:nvSpPr>
          <p:spPr>
            <a:xfrm flipH="1">
              <a:off x="-459496" y="-4947101"/>
              <a:ext cx="453633" cy="455870"/>
            </a:xfrm>
            <a:custGeom>
              <a:rect b="b" l="l" r="r" t="t"/>
              <a:pathLst>
                <a:path extrusionOk="0" h="8154" w="8114">
                  <a:moveTo>
                    <a:pt x="1010" y="81"/>
                  </a:moveTo>
                  <a:lnTo>
                    <a:pt x="1151" y="101"/>
                  </a:lnTo>
                  <a:lnTo>
                    <a:pt x="1413" y="162"/>
                  </a:lnTo>
                  <a:lnTo>
                    <a:pt x="1696" y="263"/>
                  </a:lnTo>
                  <a:lnTo>
                    <a:pt x="1938" y="384"/>
                  </a:lnTo>
                  <a:lnTo>
                    <a:pt x="2200" y="545"/>
                  </a:lnTo>
                  <a:lnTo>
                    <a:pt x="2422" y="707"/>
                  </a:lnTo>
                  <a:lnTo>
                    <a:pt x="2644" y="888"/>
                  </a:lnTo>
                  <a:lnTo>
                    <a:pt x="3108" y="1251"/>
                  </a:lnTo>
                  <a:lnTo>
                    <a:pt x="3552" y="1635"/>
                  </a:lnTo>
                  <a:lnTo>
                    <a:pt x="3976" y="2039"/>
                  </a:lnTo>
                  <a:lnTo>
                    <a:pt x="4400" y="2422"/>
                  </a:lnTo>
                  <a:lnTo>
                    <a:pt x="4783" y="2826"/>
                  </a:lnTo>
                  <a:lnTo>
                    <a:pt x="5167" y="3229"/>
                  </a:lnTo>
                  <a:lnTo>
                    <a:pt x="5530" y="3653"/>
                  </a:lnTo>
                  <a:lnTo>
                    <a:pt x="5873" y="4077"/>
                  </a:lnTo>
                  <a:lnTo>
                    <a:pt x="6196" y="4500"/>
                  </a:lnTo>
                  <a:lnTo>
                    <a:pt x="6499" y="4924"/>
                  </a:lnTo>
                  <a:lnTo>
                    <a:pt x="6781" y="5348"/>
                  </a:lnTo>
                  <a:lnTo>
                    <a:pt x="7064" y="5792"/>
                  </a:lnTo>
                  <a:lnTo>
                    <a:pt x="7306" y="6236"/>
                  </a:lnTo>
                  <a:lnTo>
                    <a:pt x="7548" y="6680"/>
                  </a:lnTo>
                  <a:lnTo>
                    <a:pt x="7770" y="7144"/>
                  </a:lnTo>
                  <a:lnTo>
                    <a:pt x="7972" y="7588"/>
                  </a:lnTo>
                  <a:lnTo>
                    <a:pt x="8012" y="7729"/>
                  </a:lnTo>
                  <a:lnTo>
                    <a:pt x="8032" y="7871"/>
                  </a:lnTo>
                  <a:lnTo>
                    <a:pt x="8032" y="7931"/>
                  </a:lnTo>
                  <a:lnTo>
                    <a:pt x="8012" y="7992"/>
                  </a:lnTo>
                  <a:lnTo>
                    <a:pt x="7972" y="8032"/>
                  </a:lnTo>
                  <a:lnTo>
                    <a:pt x="7932" y="8052"/>
                  </a:lnTo>
                  <a:lnTo>
                    <a:pt x="7851" y="8072"/>
                  </a:lnTo>
                  <a:lnTo>
                    <a:pt x="7790" y="8072"/>
                  </a:lnTo>
                  <a:lnTo>
                    <a:pt x="7649" y="8012"/>
                  </a:lnTo>
                  <a:lnTo>
                    <a:pt x="7346" y="7830"/>
                  </a:lnTo>
                  <a:lnTo>
                    <a:pt x="7084" y="7628"/>
                  </a:lnTo>
                  <a:lnTo>
                    <a:pt x="6822" y="7386"/>
                  </a:lnTo>
                  <a:lnTo>
                    <a:pt x="6559" y="7164"/>
                  </a:lnTo>
                  <a:lnTo>
                    <a:pt x="2523" y="3310"/>
                  </a:lnTo>
                  <a:lnTo>
                    <a:pt x="2180" y="3007"/>
                  </a:lnTo>
                  <a:lnTo>
                    <a:pt x="1514" y="2462"/>
                  </a:lnTo>
                  <a:lnTo>
                    <a:pt x="1151" y="2119"/>
                  </a:lnTo>
                  <a:lnTo>
                    <a:pt x="808" y="1776"/>
                  </a:lnTo>
                  <a:lnTo>
                    <a:pt x="485" y="1413"/>
                  </a:lnTo>
                  <a:lnTo>
                    <a:pt x="364" y="1251"/>
                  </a:lnTo>
                  <a:lnTo>
                    <a:pt x="243" y="1070"/>
                  </a:lnTo>
                  <a:lnTo>
                    <a:pt x="162" y="908"/>
                  </a:lnTo>
                  <a:lnTo>
                    <a:pt x="102" y="767"/>
                  </a:lnTo>
                  <a:lnTo>
                    <a:pt x="81" y="626"/>
                  </a:lnTo>
                  <a:lnTo>
                    <a:pt x="81" y="485"/>
                  </a:lnTo>
                  <a:lnTo>
                    <a:pt x="122" y="424"/>
                  </a:lnTo>
                  <a:lnTo>
                    <a:pt x="142" y="364"/>
                  </a:lnTo>
                  <a:lnTo>
                    <a:pt x="243" y="263"/>
                  </a:lnTo>
                  <a:lnTo>
                    <a:pt x="404" y="182"/>
                  </a:lnTo>
                  <a:lnTo>
                    <a:pt x="606" y="101"/>
                  </a:lnTo>
                  <a:lnTo>
                    <a:pt x="747" y="81"/>
                  </a:lnTo>
                  <a:close/>
                  <a:moveTo>
                    <a:pt x="727" y="0"/>
                  </a:moveTo>
                  <a:lnTo>
                    <a:pt x="586" y="41"/>
                  </a:lnTo>
                  <a:lnTo>
                    <a:pt x="364" y="101"/>
                  </a:lnTo>
                  <a:lnTo>
                    <a:pt x="203" y="202"/>
                  </a:lnTo>
                  <a:lnTo>
                    <a:pt x="122" y="263"/>
                  </a:lnTo>
                  <a:lnTo>
                    <a:pt x="81" y="323"/>
                  </a:lnTo>
                  <a:lnTo>
                    <a:pt x="41" y="384"/>
                  </a:lnTo>
                  <a:lnTo>
                    <a:pt x="21" y="464"/>
                  </a:lnTo>
                  <a:lnTo>
                    <a:pt x="1" y="606"/>
                  </a:lnTo>
                  <a:lnTo>
                    <a:pt x="21" y="767"/>
                  </a:lnTo>
                  <a:lnTo>
                    <a:pt x="81" y="908"/>
                  </a:lnTo>
                  <a:lnTo>
                    <a:pt x="162" y="1090"/>
                  </a:lnTo>
                  <a:lnTo>
                    <a:pt x="263" y="1251"/>
                  </a:lnTo>
                  <a:lnTo>
                    <a:pt x="404" y="1433"/>
                  </a:lnTo>
                  <a:lnTo>
                    <a:pt x="707" y="1796"/>
                  </a:lnTo>
                  <a:lnTo>
                    <a:pt x="1070" y="2139"/>
                  </a:lnTo>
                  <a:lnTo>
                    <a:pt x="1434" y="2482"/>
                  </a:lnTo>
                  <a:lnTo>
                    <a:pt x="2120" y="3088"/>
                  </a:lnTo>
                  <a:lnTo>
                    <a:pt x="2463" y="3370"/>
                  </a:lnTo>
                  <a:lnTo>
                    <a:pt x="6499" y="7225"/>
                  </a:lnTo>
                  <a:lnTo>
                    <a:pt x="6761" y="7467"/>
                  </a:lnTo>
                  <a:lnTo>
                    <a:pt x="7023" y="7689"/>
                  </a:lnTo>
                  <a:lnTo>
                    <a:pt x="7306" y="7911"/>
                  </a:lnTo>
                  <a:lnTo>
                    <a:pt x="7609" y="8093"/>
                  </a:lnTo>
                  <a:lnTo>
                    <a:pt x="7730" y="8133"/>
                  </a:lnTo>
                  <a:lnTo>
                    <a:pt x="7851" y="8153"/>
                  </a:lnTo>
                  <a:lnTo>
                    <a:pt x="7911" y="8153"/>
                  </a:lnTo>
                  <a:lnTo>
                    <a:pt x="7972" y="8133"/>
                  </a:lnTo>
                  <a:lnTo>
                    <a:pt x="8032" y="8093"/>
                  </a:lnTo>
                  <a:lnTo>
                    <a:pt x="8073" y="8032"/>
                  </a:lnTo>
                  <a:lnTo>
                    <a:pt x="8093" y="7971"/>
                  </a:lnTo>
                  <a:lnTo>
                    <a:pt x="8113" y="7891"/>
                  </a:lnTo>
                  <a:lnTo>
                    <a:pt x="8093" y="7729"/>
                  </a:lnTo>
                  <a:lnTo>
                    <a:pt x="8032" y="7568"/>
                  </a:lnTo>
                  <a:lnTo>
                    <a:pt x="7831" y="7104"/>
                  </a:lnTo>
                  <a:lnTo>
                    <a:pt x="7629" y="6640"/>
                  </a:lnTo>
                  <a:lnTo>
                    <a:pt x="7387" y="6196"/>
                  </a:lnTo>
                  <a:lnTo>
                    <a:pt x="7124" y="5752"/>
                  </a:lnTo>
                  <a:lnTo>
                    <a:pt x="6862" y="5308"/>
                  </a:lnTo>
                  <a:lnTo>
                    <a:pt x="6559" y="4884"/>
                  </a:lnTo>
                  <a:lnTo>
                    <a:pt x="6257" y="4440"/>
                  </a:lnTo>
                  <a:lnTo>
                    <a:pt x="5934" y="4016"/>
                  </a:lnTo>
                  <a:lnTo>
                    <a:pt x="5591" y="3592"/>
                  </a:lnTo>
                  <a:lnTo>
                    <a:pt x="5227" y="3189"/>
                  </a:lnTo>
                  <a:lnTo>
                    <a:pt x="4844" y="2785"/>
                  </a:lnTo>
                  <a:lnTo>
                    <a:pt x="4461" y="2382"/>
                  </a:lnTo>
                  <a:lnTo>
                    <a:pt x="4037" y="1978"/>
                  </a:lnTo>
                  <a:lnTo>
                    <a:pt x="3613" y="1574"/>
                  </a:lnTo>
                  <a:lnTo>
                    <a:pt x="3169" y="1191"/>
                  </a:lnTo>
                  <a:lnTo>
                    <a:pt x="2705" y="808"/>
                  </a:lnTo>
                  <a:lnTo>
                    <a:pt x="2463" y="646"/>
                  </a:lnTo>
                  <a:lnTo>
                    <a:pt x="2221" y="464"/>
                  </a:lnTo>
                  <a:lnTo>
                    <a:pt x="1978" y="323"/>
                  </a:lnTo>
                  <a:lnTo>
                    <a:pt x="1716" y="182"/>
                  </a:lnTo>
                  <a:lnTo>
                    <a:pt x="1434" y="81"/>
                  </a:lnTo>
                  <a:lnTo>
                    <a:pt x="1151" y="21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0" name="Google Shape;3630;p45"/>
          <p:cNvGrpSpPr/>
          <p:nvPr/>
        </p:nvGrpSpPr>
        <p:grpSpPr>
          <a:xfrm>
            <a:off x="-1975258" y="34168"/>
            <a:ext cx="2383952" cy="1642730"/>
            <a:chOff x="497192" y="-5154682"/>
            <a:chExt cx="2383952" cy="1642730"/>
          </a:xfrm>
        </p:grpSpPr>
        <p:sp>
          <p:nvSpPr>
            <p:cNvPr id="3631" name="Google Shape;3631;p45"/>
            <p:cNvSpPr/>
            <p:nvPr/>
          </p:nvSpPr>
          <p:spPr>
            <a:xfrm flipH="1">
              <a:off x="497192" y="-5154682"/>
              <a:ext cx="2383952" cy="1642730"/>
            </a:xfrm>
            <a:custGeom>
              <a:rect b="b" l="l" r="r" t="t"/>
              <a:pathLst>
                <a:path extrusionOk="0" h="29383" w="42641">
                  <a:moveTo>
                    <a:pt x="9364" y="81"/>
                  </a:moveTo>
                  <a:lnTo>
                    <a:pt x="10796" y="141"/>
                  </a:lnTo>
                  <a:lnTo>
                    <a:pt x="12209" y="222"/>
                  </a:lnTo>
                  <a:lnTo>
                    <a:pt x="13642" y="363"/>
                  </a:lnTo>
                  <a:lnTo>
                    <a:pt x="15054" y="505"/>
                  </a:lnTo>
                  <a:lnTo>
                    <a:pt x="16467" y="706"/>
                  </a:lnTo>
                  <a:lnTo>
                    <a:pt x="17880" y="928"/>
                  </a:lnTo>
                  <a:lnTo>
                    <a:pt x="19292" y="1191"/>
                  </a:lnTo>
                  <a:lnTo>
                    <a:pt x="20685" y="1494"/>
                  </a:lnTo>
                  <a:lnTo>
                    <a:pt x="22077" y="1816"/>
                  </a:lnTo>
                  <a:lnTo>
                    <a:pt x="23469" y="2180"/>
                  </a:lnTo>
                  <a:lnTo>
                    <a:pt x="24842" y="2563"/>
                  </a:lnTo>
                  <a:lnTo>
                    <a:pt x="26194" y="2987"/>
                  </a:lnTo>
                  <a:lnTo>
                    <a:pt x="27546" y="3451"/>
                  </a:lnTo>
                  <a:lnTo>
                    <a:pt x="28878" y="3935"/>
                  </a:lnTo>
                  <a:lnTo>
                    <a:pt x="30210" y="4460"/>
                  </a:lnTo>
                  <a:lnTo>
                    <a:pt x="31340" y="4944"/>
                  </a:lnTo>
                  <a:lnTo>
                    <a:pt x="32409" y="5429"/>
                  </a:lnTo>
                  <a:lnTo>
                    <a:pt x="33418" y="5933"/>
                  </a:lnTo>
                  <a:lnTo>
                    <a:pt x="34346" y="6438"/>
                  </a:lnTo>
                  <a:lnTo>
                    <a:pt x="35234" y="6962"/>
                  </a:lnTo>
                  <a:lnTo>
                    <a:pt x="36062" y="7487"/>
                  </a:lnTo>
                  <a:lnTo>
                    <a:pt x="36829" y="8032"/>
                  </a:lnTo>
                  <a:lnTo>
                    <a:pt x="37555" y="8597"/>
                  </a:lnTo>
                  <a:lnTo>
                    <a:pt x="37979" y="8960"/>
                  </a:lnTo>
                  <a:lnTo>
                    <a:pt x="38403" y="9344"/>
                  </a:lnTo>
                  <a:lnTo>
                    <a:pt x="38806" y="9727"/>
                  </a:lnTo>
                  <a:lnTo>
                    <a:pt x="39190" y="10131"/>
                  </a:lnTo>
                  <a:lnTo>
                    <a:pt x="39573" y="10534"/>
                  </a:lnTo>
                  <a:lnTo>
                    <a:pt x="39916" y="10938"/>
                  </a:lnTo>
                  <a:lnTo>
                    <a:pt x="40239" y="11362"/>
                  </a:lnTo>
                  <a:lnTo>
                    <a:pt x="40562" y="11785"/>
                  </a:lnTo>
                  <a:lnTo>
                    <a:pt x="40844" y="12209"/>
                  </a:lnTo>
                  <a:lnTo>
                    <a:pt x="41127" y="12653"/>
                  </a:lnTo>
                  <a:lnTo>
                    <a:pt x="41369" y="13097"/>
                  </a:lnTo>
                  <a:lnTo>
                    <a:pt x="41611" y="13541"/>
                  </a:lnTo>
                  <a:lnTo>
                    <a:pt x="41813" y="14005"/>
                  </a:lnTo>
                  <a:lnTo>
                    <a:pt x="42015" y="14469"/>
                  </a:lnTo>
                  <a:lnTo>
                    <a:pt x="42176" y="14913"/>
                  </a:lnTo>
                  <a:lnTo>
                    <a:pt x="42338" y="15398"/>
                  </a:lnTo>
                  <a:lnTo>
                    <a:pt x="42459" y="15862"/>
                  </a:lnTo>
                  <a:lnTo>
                    <a:pt x="42499" y="16104"/>
                  </a:lnTo>
                  <a:lnTo>
                    <a:pt x="42540" y="16366"/>
                  </a:lnTo>
                  <a:lnTo>
                    <a:pt x="42560" y="16608"/>
                  </a:lnTo>
                  <a:lnTo>
                    <a:pt x="42560" y="16851"/>
                  </a:lnTo>
                  <a:lnTo>
                    <a:pt x="42540" y="17113"/>
                  </a:lnTo>
                  <a:lnTo>
                    <a:pt x="42519" y="17355"/>
                  </a:lnTo>
                  <a:lnTo>
                    <a:pt x="42479" y="17577"/>
                  </a:lnTo>
                  <a:lnTo>
                    <a:pt x="42418" y="17799"/>
                  </a:lnTo>
                  <a:lnTo>
                    <a:pt x="42338" y="18021"/>
                  </a:lnTo>
                  <a:lnTo>
                    <a:pt x="42217" y="18223"/>
                  </a:lnTo>
                  <a:lnTo>
                    <a:pt x="42096" y="18404"/>
                  </a:lnTo>
                  <a:lnTo>
                    <a:pt x="41954" y="18566"/>
                  </a:lnTo>
                  <a:lnTo>
                    <a:pt x="41773" y="18707"/>
                  </a:lnTo>
                  <a:lnTo>
                    <a:pt x="41571" y="18848"/>
                  </a:lnTo>
                  <a:lnTo>
                    <a:pt x="41409" y="18909"/>
                  </a:lnTo>
                  <a:lnTo>
                    <a:pt x="41228" y="18969"/>
                  </a:lnTo>
                  <a:lnTo>
                    <a:pt x="41046" y="19010"/>
                  </a:lnTo>
                  <a:lnTo>
                    <a:pt x="40865" y="19050"/>
                  </a:lnTo>
                  <a:lnTo>
                    <a:pt x="40461" y="19070"/>
                  </a:lnTo>
                  <a:lnTo>
                    <a:pt x="40057" y="19070"/>
                  </a:lnTo>
                  <a:lnTo>
                    <a:pt x="38948" y="19050"/>
                  </a:lnTo>
                  <a:lnTo>
                    <a:pt x="37838" y="19010"/>
                  </a:lnTo>
                  <a:lnTo>
                    <a:pt x="35618" y="18909"/>
                  </a:lnTo>
                  <a:lnTo>
                    <a:pt x="33398" y="18788"/>
                  </a:lnTo>
                  <a:lnTo>
                    <a:pt x="31198" y="18626"/>
                  </a:lnTo>
                  <a:lnTo>
                    <a:pt x="28918" y="18485"/>
                  </a:lnTo>
                  <a:lnTo>
                    <a:pt x="26597" y="18344"/>
                  </a:lnTo>
                  <a:lnTo>
                    <a:pt x="24277" y="18243"/>
                  </a:lnTo>
                  <a:lnTo>
                    <a:pt x="23126" y="18223"/>
                  </a:lnTo>
                  <a:lnTo>
                    <a:pt x="21956" y="18203"/>
                  </a:lnTo>
                  <a:lnTo>
                    <a:pt x="20806" y="18182"/>
                  </a:lnTo>
                  <a:lnTo>
                    <a:pt x="19635" y="18203"/>
                  </a:lnTo>
                  <a:lnTo>
                    <a:pt x="18465" y="18243"/>
                  </a:lnTo>
                  <a:lnTo>
                    <a:pt x="17315" y="18304"/>
                  </a:lnTo>
                  <a:lnTo>
                    <a:pt x="16164" y="18384"/>
                  </a:lnTo>
                  <a:lnTo>
                    <a:pt x="14994" y="18485"/>
                  </a:lnTo>
                  <a:lnTo>
                    <a:pt x="13844" y="18626"/>
                  </a:lnTo>
                  <a:lnTo>
                    <a:pt x="12693" y="18788"/>
                  </a:lnTo>
                  <a:lnTo>
                    <a:pt x="12007" y="18909"/>
                  </a:lnTo>
                  <a:lnTo>
                    <a:pt x="11321" y="19050"/>
                  </a:lnTo>
                  <a:lnTo>
                    <a:pt x="10615" y="19232"/>
                  </a:lnTo>
                  <a:lnTo>
                    <a:pt x="10272" y="19333"/>
                  </a:lnTo>
                  <a:lnTo>
                    <a:pt x="9929" y="19454"/>
                  </a:lnTo>
                  <a:lnTo>
                    <a:pt x="9586" y="19595"/>
                  </a:lnTo>
                  <a:lnTo>
                    <a:pt x="9263" y="19736"/>
                  </a:lnTo>
                  <a:lnTo>
                    <a:pt x="8940" y="19898"/>
                  </a:lnTo>
                  <a:lnTo>
                    <a:pt x="8617" y="20059"/>
                  </a:lnTo>
                  <a:lnTo>
                    <a:pt x="8314" y="20261"/>
                  </a:lnTo>
                  <a:lnTo>
                    <a:pt x="8032" y="20463"/>
                  </a:lnTo>
                  <a:lnTo>
                    <a:pt x="7749" y="20705"/>
                  </a:lnTo>
                  <a:lnTo>
                    <a:pt x="7487" y="20947"/>
                  </a:lnTo>
                  <a:lnTo>
                    <a:pt x="7245" y="21230"/>
                  </a:lnTo>
                  <a:lnTo>
                    <a:pt x="7003" y="21512"/>
                  </a:lnTo>
                  <a:lnTo>
                    <a:pt x="6801" y="21815"/>
                  </a:lnTo>
                  <a:lnTo>
                    <a:pt x="6619" y="22118"/>
                  </a:lnTo>
                  <a:lnTo>
                    <a:pt x="6458" y="22440"/>
                  </a:lnTo>
                  <a:lnTo>
                    <a:pt x="6316" y="22763"/>
                  </a:lnTo>
                  <a:lnTo>
                    <a:pt x="6195" y="23086"/>
                  </a:lnTo>
                  <a:lnTo>
                    <a:pt x="6094" y="23429"/>
                  </a:lnTo>
                  <a:lnTo>
                    <a:pt x="5994" y="23752"/>
                  </a:lnTo>
                  <a:lnTo>
                    <a:pt x="5913" y="24075"/>
                  </a:lnTo>
                  <a:lnTo>
                    <a:pt x="5792" y="24701"/>
                  </a:lnTo>
                  <a:lnTo>
                    <a:pt x="5711" y="25306"/>
                  </a:lnTo>
                  <a:lnTo>
                    <a:pt x="5650" y="25871"/>
                  </a:lnTo>
                  <a:lnTo>
                    <a:pt x="5650" y="26154"/>
                  </a:lnTo>
                  <a:lnTo>
                    <a:pt x="5650" y="26497"/>
                  </a:lnTo>
                  <a:lnTo>
                    <a:pt x="5650" y="27243"/>
                  </a:lnTo>
                  <a:lnTo>
                    <a:pt x="5630" y="27627"/>
                  </a:lnTo>
                  <a:lnTo>
                    <a:pt x="5610" y="28010"/>
                  </a:lnTo>
                  <a:lnTo>
                    <a:pt x="5529" y="28373"/>
                  </a:lnTo>
                  <a:lnTo>
                    <a:pt x="5489" y="28555"/>
                  </a:lnTo>
                  <a:lnTo>
                    <a:pt x="5428" y="28696"/>
                  </a:lnTo>
                  <a:lnTo>
                    <a:pt x="5368" y="28838"/>
                  </a:lnTo>
                  <a:lnTo>
                    <a:pt x="5287" y="28979"/>
                  </a:lnTo>
                  <a:lnTo>
                    <a:pt x="5206" y="29080"/>
                  </a:lnTo>
                  <a:lnTo>
                    <a:pt x="5106" y="29181"/>
                  </a:lnTo>
                  <a:lnTo>
                    <a:pt x="5005" y="29221"/>
                  </a:lnTo>
                  <a:lnTo>
                    <a:pt x="4904" y="29261"/>
                  </a:lnTo>
                  <a:lnTo>
                    <a:pt x="4803" y="29281"/>
                  </a:lnTo>
                  <a:lnTo>
                    <a:pt x="4702" y="29302"/>
                  </a:lnTo>
                  <a:lnTo>
                    <a:pt x="4581" y="29302"/>
                  </a:lnTo>
                  <a:lnTo>
                    <a:pt x="4440" y="29281"/>
                  </a:lnTo>
                  <a:lnTo>
                    <a:pt x="4177" y="29201"/>
                  </a:lnTo>
                  <a:lnTo>
                    <a:pt x="3955" y="29100"/>
                  </a:lnTo>
                  <a:lnTo>
                    <a:pt x="3774" y="28959"/>
                  </a:lnTo>
                  <a:lnTo>
                    <a:pt x="3592" y="28797"/>
                  </a:lnTo>
                  <a:lnTo>
                    <a:pt x="3451" y="28616"/>
                  </a:lnTo>
                  <a:lnTo>
                    <a:pt x="3310" y="28414"/>
                  </a:lnTo>
                  <a:lnTo>
                    <a:pt x="3188" y="28192"/>
                  </a:lnTo>
                  <a:lnTo>
                    <a:pt x="2946" y="27728"/>
                  </a:lnTo>
                  <a:lnTo>
                    <a:pt x="2523" y="26678"/>
                  </a:lnTo>
                  <a:lnTo>
                    <a:pt x="2119" y="25629"/>
                  </a:lnTo>
                  <a:lnTo>
                    <a:pt x="1756" y="24539"/>
                  </a:lnTo>
                  <a:lnTo>
                    <a:pt x="1433" y="23429"/>
                  </a:lnTo>
                  <a:lnTo>
                    <a:pt x="1130" y="22279"/>
                  </a:lnTo>
                  <a:lnTo>
                    <a:pt x="868" y="21129"/>
                  </a:lnTo>
                  <a:lnTo>
                    <a:pt x="646" y="19938"/>
                  </a:lnTo>
                  <a:lnTo>
                    <a:pt x="464" y="18707"/>
                  </a:lnTo>
                  <a:lnTo>
                    <a:pt x="323" y="17476"/>
                  </a:lnTo>
                  <a:lnTo>
                    <a:pt x="202" y="16205"/>
                  </a:lnTo>
                  <a:lnTo>
                    <a:pt x="141" y="14913"/>
                  </a:lnTo>
                  <a:lnTo>
                    <a:pt x="101" y="13602"/>
                  </a:lnTo>
                  <a:lnTo>
                    <a:pt x="81" y="12250"/>
                  </a:lnTo>
                  <a:lnTo>
                    <a:pt x="121" y="10897"/>
                  </a:lnTo>
                  <a:lnTo>
                    <a:pt x="202" y="9505"/>
                  </a:lnTo>
                  <a:lnTo>
                    <a:pt x="303" y="8092"/>
                  </a:lnTo>
                  <a:lnTo>
                    <a:pt x="404" y="7144"/>
                  </a:lnTo>
                  <a:lnTo>
                    <a:pt x="464" y="6639"/>
                  </a:lnTo>
                  <a:lnTo>
                    <a:pt x="545" y="6135"/>
                  </a:lnTo>
                  <a:lnTo>
                    <a:pt x="646" y="5630"/>
                  </a:lnTo>
                  <a:lnTo>
                    <a:pt x="767" y="5106"/>
                  </a:lnTo>
                  <a:lnTo>
                    <a:pt x="928" y="4601"/>
                  </a:lnTo>
                  <a:lnTo>
                    <a:pt x="1090" y="4097"/>
                  </a:lnTo>
                  <a:lnTo>
                    <a:pt x="1292" y="3612"/>
                  </a:lnTo>
                  <a:lnTo>
                    <a:pt x="1514" y="3128"/>
                  </a:lnTo>
                  <a:lnTo>
                    <a:pt x="1776" y="2684"/>
                  </a:lnTo>
                  <a:lnTo>
                    <a:pt x="2058" y="2240"/>
                  </a:lnTo>
                  <a:lnTo>
                    <a:pt x="2220" y="2038"/>
                  </a:lnTo>
                  <a:lnTo>
                    <a:pt x="2381" y="1837"/>
                  </a:lnTo>
                  <a:lnTo>
                    <a:pt x="2563" y="1655"/>
                  </a:lnTo>
                  <a:lnTo>
                    <a:pt x="2765" y="1473"/>
                  </a:lnTo>
                  <a:lnTo>
                    <a:pt x="2967" y="1312"/>
                  </a:lnTo>
                  <a:lnTo>
                    <a:pt x="3168" y="1150"/>
                  </a:lnTo>
                  <a:lnTo>
                    <a:pt x="3390" y="989"/>
                  </a:lnTo>
                  <a:lnTo>
                    <a:pt x="3612" y="848"/>
                  </a:lnTo>
                  <a:lnTo>
                    <a:pt x="3854" y="727"/>
                  </a:lnTo>
                  <a:lnTo>
                    <a:pt x="4117" y="626"/>
                  </a:lnTo>
                  <a:lnTo>
                    <a:pt x="4359" y="525"/>
                  </a:lnTo>
                  <a:lnTo>
                    <a:pt x="4621" y="424"/>
                  </a:lnTo>
                  <a:lnTo>
                    <a:pt x="5146" y="303"/>
                  </a:lnTo>
                  <a:lnTo>
                    <a:pt x="5691" y="202"/>
                  </a:lnTo>
                  <a:lnTo>
                    <a:pt x="6236" y="141"/>
                  </a:lnTo>
                  <a:lnTo>
                    <a:pt x="6760" y="101"/>
                  </a:lnTo>
                  <a:lnTo>
                    <a:pt x="7305" y="81"/>
                  </a:lnTo>
                  <a:close/>
                  <a:moveTo>
                    <a:pt x="7305" y="0"/>
                  </a:moveTo>
                  <a:lnTo>
                    <a:pt x="6760" y="20"/>
                  </a:lnTo>
                  <a:lnTo>
                    <a:pt x="6215" y="61"/>
                  </a:lnTo>
                  <a:lnTo>
                    <a:pt x="5671" y="121"/>
                  </a:lnTo>
                  <a:lnTo>
                    <a:pt x="5126" y="222"/>
                  </a:lnTo>
                  <a:lnTo>
                    <a:pt x="4601" y="363"/>
                  </a:lnTo>
                  <a:lnTo>
                    <a:pt x="4339" y="444"/>
                  </a:lnTo>
                  <a:lnTo>
                    <a:pt x="4076" y="545"/>
                  </a:lnTo>
                  <a:lnTo>
                    <a:pt x="3834" y="666"/>
                  </a:lnTo>
                  <a:lnTo>
                    <a:pt x="3572" y="787"/>
                  </a:lnTo>
                  <a:lnTo>
                    <a:pt x="3350" y="928"/>
                  </a:lnTo>
                  <a:lnTo>
                    <a:pt x="3128" y="1070"/>
                  </a:lnTo>
                  <a:lnTo>
                    <a:pt x="2906" y="1231"/>
                  </a:lnTo>
                  <a:lnTo>
                    <a:pt x="2704" y="1413"/>
                  </a:lnTo>
                  <a:lnTo>
                    <a:pt x="2523" y="1594"/>
                  </a:lnTo>
                  <a:lnTo>
                    <a:pt x="2341" y="1776"/>
                  </a:lnTo>
                  <a:lnTo>
                    <a:pt x="2159" y="1978"/>
                  </a:lnTo>
                  <a:lnTo>
                    <a:pt x="1998" y="2200"/>
                  </a:lnTo>
                  <a:lnTo>
                    <a:pt x="1695" y="2624"/>
                  </a:lnTo>
                  <a:lnTo>
                    <a:pt x="1453" y="3088"/>
                  </a:lnTo>
                  <a:lnTo>
                    <a:pt x="1211" y="3572"/>
                  </a:lnTo>
                  <a:lnTo>
                    <a:pt x="1009" y="4056"/>
                  </a:lnTo>
                  <a:lnTo>
                    <a:pt x="848" y="4561"/>
                  </a:lnTo>
                  <a:lnTo>
                    <a:pt x="706" y="5086"/>
                  </a:lnTo>
                  <a:lnTo>
                    <a:pt x="585" y="5590"/>
                  </a:lnTo>
                  <a:lnTo>
                    <a:pt x="464" y="6115"/>
                  </a:lnTo>
                  <a:lnTo>
                    <a:pt x="383" y="6619"/>
                  </a:lnTo>
                  <a:lnTo>
                    <a:pt x="323" y="7124"/>
                  </a:lnTo>
                  <a:lnTo>
                    <a:pt x="222" y="8092"/>
                  </a:lnTo>
                  <a:lnTo>
                    <a:pt x="121" y="9505"/>
                  </a:lnTo>
                  <a:lnTo>
                    <a:pt x="40" y="10897"/>
                  </a:lnTo>
                  <a:lnTo>
                    <a:pt x="0" y="12250"/>
                  </a:lnTo>
                  <a:lnTo>
                    <a:pt x="20" y="13602"/>
                  </a:lnTo>
                  <a:lnTo>
                    <a:pt x="61" y="14913"/>
                  </a:lnTo>
                  <a:lnTo>
                    <a:pt x="121" y="16205"/>
                  </a:lnTo>
                  <a:lnTo>
                    <a:pt x="242" y="17476"/>
                  </a:lnTo>
                  <a:lnTo>
                    <a:pt x="383" y="18727"/>
                  </a:lnTo>
                  <a:lnTo>
                    <a:pt x="565" y="19938"/>
                  </a:lnTo>
                  <a:lnTo>
                    <a:pt x="787" y="21149"/>
                  </a:lnTo>
                  <a:lnTo>
                    <a:pt x="1049" y="22319"/>
                  </a:lnTo>
                  <a:lnTo>
                    <a:pt x="1352" y="23449"/>
                  </a:lnTo>
                  <a:lnTo>
                    <a:pt x="1675" y="24559"/>
                  </a:lnTo>
                  <a:lnTo>
                    <a:pt x="2038" y="25649"/>
                  </a:lnTo>
                  <a:lnTo>
                    <a:pt x="2442" y="26719"/>
                  </a:lnTo>
                  <a:lnTo>
                    <a:pt x="2886" y="27748"/>
                  </a:lnTo>
                  <a:lnTo>
                    <a:pt x="3108" y="28232"/>
                  </a:lnTo>
                  <a:lnTo>
                    <a:pt x="3249" y="28454"/>
                  </a:lnTo>
                  <a:lnTo>
                    <a:pt x="3390" y="28676"/>
                  </a:lnTo>
                  <a:lnTo>
                    <a:pt x="3552" y="28858"/>
                  </a:lnTo>
                  <a:lnTo>
                    <a:pt x="3733" y="29019"/>
                  </a:lnTo>
                  <a:lnTo>
                    <a:pt x="3915" y="29160"/>
                  </a:lnTo>
                  <a:lnTo>
                    <a:pt x="4137" y="29261"/>
                  </a:lnTo>
                  <a:lnTo>
                    <a:pt x="4419" y="29362"/>
                  </a:lnTo>
                  <a:lnTo>
                    <a:pt x="4541" y="29382"/>
                  </a:lnTo>
                  <a:lnTo>
                    <a:pt x="4662" y="29382"/>
                  </a:lnTo>
                  <a:lnTo>
                    <a:pt x="4803" y="29362"/>
                  </a:lnTo>
                  <a:lnTo>
                    <a:pt x="4924" y="29342"/>
                  </a:lnTo>
                  <a:lnTo>
                    <a:pt x="5045" y="29302"/>
                  </a:lnTo>
                  <a:lnTo>
                    <a:pt x="5146" y="29241"/>
                  </a:lnTo>
                  <a:lnTo>
                    <a:pt x="5247" y="29140"/>
                  </a:lnTo>
                  <a:lnTo>
                    <a:pt x="5348" y="29039"/>
                  </a:lnTo>
                  <a:lnTo>
                    <a:pt x="5428" y="28898"/>
                  </a:lnTo>
                  <a:lnTo>
                    <a:pt x="5509" y="28757"/>
                  </a:lnTo>
                  <a:lnTo>
                    <a:pt x="5570" y="28595"/>
                  </a:lnTo>
                  <a:lnTo>
                    <a:pt x="5610" y="28414"/>
                  </a:lnTo>
                  <a:lnTo>
                    <a:pt x="5671" y="28051"/>
                  </a:lnTo>
                  <a:lnTo>
                    <a:pt x="5711" y="27647"/>
                  </a:lnTo>
                  <a:lnTo>
                    <a:pt x="5731" y="27243"/>
                  </a:lnTo>
                  <a:lnTo>
                    <a:pt x="5731" y="26497"/>
                  </a:lnTo>
                  <a:lnTo>
                    <a:pt x="5731" y="26154"/>
                  </a:lnTo>
                  <a:lnTo>
                    <a:pt x="5731" y="25891"/>
                  </a:lnTo>
                  <a:lnTo>
                    <a:pt x="5792" y="25326"/>
                  </a:lnTo>
                  <a:lnTo>
                    <a:pt x="5872" y="24721"/>
                  </a:lnTo>
                  <a:lnTo>
                    <a:pt x="5994" y="24095"/>
                  </a:lnTo>
                  <a:lnTo>
                    <a:pt x="6074" y="23772"/>
                  </a:lnTo>
                  <a:lnTo>
                    <a:pt x="6155" y="23449"/>
                  </a:lnTo>
                  <a:lnTo>
                    <a:pt x="6276" y="23127"/>
                  </a:lnTo>
                  <a:lnTo>
                    <a:pt x="6397" y="22804"/>
                  </a:lnTo>
                  <a:lnTo>
                    <a:pt x="6538" y="22481"/>
                  </a:lnTo>
                  <a:lnTo>
                    <a:pt x="6700" y="22178"/>
                  </a:lnTo>
                  <a:lnTo>
                    <a:pt x="6881" y="21855"/>
                  </a:lnTo>
                  <a:lnTo>
                    <a:pt x="7083" y="21573"/>
                  </a:lnTo>
                  <a:lnTo>
                    <a:pt x="7305" y="21270"/>
                  </a:lnTo>
                  <a:lnTo>
                    <a:pt x="7547" y="21008"/>
                  </a:lnTo>
                  <a:lnTo>
                    <a:pt x="7810" y="20765"/>
                  </a:lnTo>
                  <a:lnTo>
                    <a:pt x="8092" y="20523"/>
                  </a:lnTo>
                  <a:lnTo>
                    <a:pt x="8375" y="20322"/>
                  </a:lnTo>
                  <a:lnTo>
                    <a:pt x="8677" y="20140"/>
                  </a:lnTo>
                  <a:lnTo>
                    <a:pt x="8980" y="19958"/>
                  </a:lnTo>
                  <a:lnTo>
                    <a:pt x="9303" y="19797"/>
                  </a:lnTo>
                  <a:lnTo>
                    <a:pt x="9626" y="19656"/>
                  </a:lnTo>
                  <a:lnTo>
                    <a:pt x="9969" y="19535"/>
                  </a:lnTo>
                  <a:lnTo>
                    <a:pt x="10292" y="19413"/>
                  </a:lnTo>
                  <a:lnTo>
                    <a:pt x="10635" y="19313"/>
                  </a:lnTo>
                  <a:lnTo>
                    <a:pt x="11341" y="19131"/>
                  </a:lnTo>
                  <a:lnTo>
                    <a:pt x="12027" y="18990"/>
                  </a:lnTo>
                  <a:lnTo>
                    <a:pt x="12713" y="18869"/>
                  </a:lnTo>
                  <a:lnTo>
                    <a:pt x="13864" y="18707"/>
                  </a:lnTo>
                  <a:lnTo>
                    <a:pt x="15014" y="18566"/>
                  </a:lnTo>
                  <a:lnTo>
                    <a:pt x="16164" y="18465"/>
                  </a:lnTo>
                  <a:lnTo>
                    <a:pt x="17315" y="18384"/>
                  </a:lnTo>
                  <a:lnTo>
                    <a:pt x="18485" y="18324"/>
                  </a:lnTo>
                  <a:lnTo>
                    <a:pt x="19635" y="18283"/>
                  </a:lnTo>
                  <a:lnTo>
                    <a:pt x="20806" y="18263"/>
                  </a:lnTo>
                  <a:lnTo>
                    <a:pt x="21956" y="18283"/>
                  </a:lnTo>
                  <a:lnTo>
                    <a:pt x="23126" y="18304"/>
                  </a:lnTo>
                  <a:lnTo>
                    <a:pt x="24277" y="18324"/>
                  </a:lnTo>
                  <a:lnTo>
                    <a:pt x="26597" y="18425"/>
                  </a:lnTo>
                  <a:lnTo>
                    <a:pt x="28918" y="18566"/>
                  </a:lnTo>
                  <a:lnTo>
                    <a:pt x="31198" y="18707"/>
                  </a:lnTo>
                  <a:lnTo>
                    <a:pt x="33398" y="18869"/>
                  </a:lnTo>
                  <a:lnTo>
                    <a:pt x="35618" y="18990"/>
                  </a:lnTo>
                  <a:lnTo>
                    <a:pt x="37838" y="19091"/>
                  </a:lnTo>
                  <a:lnTo>
                    <a:pt x="38948" y="19131"/>
                  </a:lnTo>
                  <a:lnTo>
                    <a:pt x="40057" y="19151"/>
                  </a:lnTo>
                  <a:lnTo>
                    <a:pt x="40481" y="19151"/>
                  </a:lnTo>
                  <a:lnTo>
                    <a:pt x="40885" y="19131"/>
                  </a:lnTo>
                  <a:lnTo>
                    <a:pt x="41066" y="19091"/>
                  </a:lnTo>
                  <a:lnTo>
                    <a:pt x="41248" y="19050"/>
                  </a:lnTo>
                  <a:lnTo>
                    <a:pt x="41430" y="18990"/>
                  </a:lnTo>
                  <a:lnTo>
                    <a:pt x="41611" y="18909"/>
                  </a:lnTo>
                  <a:lnTo>
                    <a:pt x="41813" y="18788"/>
                  </a:lnTo>
                  <a:lnTo>
                    <a:pt x="41995" y="18626"/>
                  </a:lnTo>
                  <a:lnTo>
                    <a:pt x="42156" y="18465"/>
                  </a:lnTo>
                  <a:lnTo>
                    <a:pt x="42297" y="18263"/>
                  </a:lnTo>
                  <a:lnTo>
                    <a:pt x="42398" y="18061"/>
                  </a:lnTo>
                  <a:lnTo>
                    <a:pt x="42479" y="17839"/>
                  </a:lnTo>
                  <a:lnTo>
                    <a:pt x="42560" y="17617"/>
                  </a:lnTo>
                  <a:lnTo>
                    <a:pt x="42600" y="17375"/>
                  </a:lnTo>
                  <a:lnTo>
                    <a:pt x="42620" y="17133"/>
                  </a:lnTo>
                  <a:lnTo>
                    <a:pt x="42640" y="16871"/>
                  </a:lnTo>
                  <a:lnTo>
                    <a:pt x="42640" y="16608"/>
                  </a:lnTo>
                  <a:lnTo>
                    <a:pt x="42620" y="16366"/>
                  </a:lnTo>
                  <a:lnTo>
                    <a:pt x="42580" y="16104"/>
                  </a:lnTo>
                  <a:lnTo>
                    <a:pt x="42540" y="15862"/>
                  </a:lnTo>
                  <a:lnTo>
                    <a:pt x="42418" y="15357"/>
                  </a:lnTo>
                  <a:lnTo>
                    <a:pt x="42257" y="14893"/>
                  </a:lnTo>
                  <a:lnTo>
                    <a:pt x="42096" y="14429"/>
                  </a:lnTo>
                  <a:lnTo>
                    <a:pt x="41894" y="13965"/>
                  </a:lnTo>
                  <a:lnTo>
                    <a:pt x="41672" y="13521"/>
                  </a:lnTo>
                  <a:lnTo>
                    <a:pt x="41450" y="13057"/>
                  </a:lnTo>
                  <a:lnTo>
                    <a:pt x="41187" y="12613"/>
                  </a:lnTo>
                  <a:lnTo>
                    <a:pt x="40925" y="12169"/>
                  </a:lnTo>
                  <a:lnTo>
                    <a:pt x="40622" y="11745"/>
                  </a:lnTo>
                  <a:lnTo>
                    <a:pt x="40320" y="11301"/>
                  </a:lnTo>
                  <a:lnTo>
                    <a:pt x="39977" y="10897"/>
                  </a:lnTo>
                  <a:lnTo>
                    <a:pt x="39634" y="10474"/>
                  </a:lnTo>
                  <a:lnTo>
                    <a:pt x="39250" y="10070"/>
                  </a:lnTo>
                  <a:lnTo>
                    <a:pt x="38867" y="9666"/>
                  </a:lnTo>
                  <a:lnTo>
                    <a:pt x="38463" y="9283"/>
                  </a:lnTo>
                  <a:lnTo>
                    <a:pt x="38039" y="8900"/>
                  </a:lnTo>
                  <a:lnTo>
                    <a:pt x="37595" y="8536"/>
                  </a:lnTo>
                  <a:lnTo>
                    <a:pt x="36869" y="7971"/>
                  </a:lnTo>
                  <a:lnTo>
                    <a:pt x="36102" y="7426"/>
                  </a:lnTo>
                  <a:lnTo>
                    <a:pt x="35275" y="6882"/>
                  </a:lnTo>
                  <a:lnTo>
                    <a:pt x="34387" y="6377"/>
                  </a:lnTo>
                  <a:lnTo>
                    <a:pt x="33459" y="5873"/>
                  </a:lnTo>
                  <a:lnTo>
                    <a:pt x="32450" y="5368"/>
                  </a:lnTo>
                  <a:lnTo>
                    <a:pt x="31380" y="4884"/>
                  </a:lnTo>
                  <a:lnTo>
                    <a:pt x="30230" y="4379"/>
                  </a:lnTo>
                  <a:lnTo>
                    <a:pt x="28918" y="3875"/>
                  </a:lnTo>
                  <a:lnTo>
                    <a:pt x="27586" y="3370"/>
                  </a:lnTo>
                  <a:lnTo>
                    <a:pt x="26234" y="2906"/>
                  </a:lnTo>
                  <a:lnTo>
                    <a:pt x="24862" y="2482"/>
                  </a:lnTo>
                  <a:lnTo>
                    <a:pt x="23490" y="2099"/>
                  </a:lnTo>
                  <a:lnTo>
                    <a:pt x="22097" y="1736"/>
                  </a:lnTo>
                  <a:lnTo>
                    <a:pt x="20705" y="1413"/>
                  </a:lnTo>
                  <a:lnTo>
                    <a:pt x="19312" y="1110"/>
                  </a:lnTo>
                  <a:lnTo>
                    <a:pt x="17900" y="848"/>
                  </a:lnTo>
                  <a:lnTo>
                    <a:pt x="16487" y="626"/>
                  </a:lnTo>
                  <a:lnTo>
                    <a:pt x="15075" y="424"/>
                  </a:lnTo>
                  <a:lnTo>
                    <a:pt x="13642" y="283"/>
                  </a:lnTo>
                  <a:lnTo>
                    <a:pt x="12229" y="141"/>
                  </a:lnTo>
                  <a:lnTo>
                    <a:pt x="10796" y="61"/>
                  </a:lnTo>
                  <a:lnTo>
                    <a:pt x="93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45"/>
            <p:cNvSpPr/>
            <p:nvPr/>
          </p:nvSpPr>
          <p:spPr>
            <a:xfrm flipH="1">
              <a:off x="624664" y="-5010276"/>
              <a:ext cx="2123367" cy="1193681"/>
            </a:xfrm>
            <a:custGeom>
              <a:rect b="b" l="l" r="r" t="t"/>
              <a:pathLst>
                <a:path extrusionOk="0" h="21351" w="37980">
                  <a:moveTo>
                    <a:pt x="10776" y="81"/>
                  </a:moveTo>
                  <a:lnTo>
                    <a:pt x="11341" y="101"/>
                  </a:lnTo>
                  <a:lnTo>
                    <a:pt x="11927" y="121"/>
                  </a:lnTo>
                  <a:lnTo>
                    <a:pt x="12532" y="182"/>
                  </a:lnTo>
                  <a:lnTo>
                    <a:pt x="13178" y="222"/>
                  </a:lnTo>
                  <a:lnTo>
                    <a:pt x="13824" y="303"/>
                  </a:lnTo>
                  <a:lnTo>
                    <a:pt x="14510" y="404"/>
                  </a:lnTo>
                  <a:lnTo>
                    <a:pt x="15216" y="505"/>
                  </a:lnTo>
                  <a:lnTo>
                    <a:pt x="15943" y="626"/>
                  </a:lnTo>
                  <a:lnTo>
                    <a:pt x="16709" y="767"/>
                  </a:lnTo>
                  <a:lnTo>
                    <a:pt x="17496" y="949"/>
                  </a:lnTo>
                  <a:lnTo>
                    <a:pt x="18324" y="1130"/>
                  </a:lnTo>
                  <a:lnTo>
                    <a:pt x="19171" y="1332"/>
                  </a:lnTo>
                  <a:lnTo>
                    <a:pt x="20039" y="1554"/>
                  </a:lnTo>
                  <a:lnTo>
                    <a:pt x="20947" y="1796"/>
                  </a:lnTo>
                  <a:lnTo>
                    <a:pt x="21875" y="2059"/>
                  </a:lnTo>
                  <a:lnTo>
                    <a:pt x="23571" y="2583"/>
                  </a:lnTo>
                  <a:lnTo>
                    <a:pt x="24418" y="2866"/>
                  </a:lnTo>
                  <a:lnTo>
                    <a:pt x="25286" y="3148"/>
                  </a:lnTo>
                  <a:lnTo>
                    <a:pt x="26154" y="3471"/>
                  </a:lnTo>
                  <a:lnTo>
                    <a:pt x="27021" y="3794"/>
                  </a:lnTo>
                  <a:lnTo>
                    <a:pt x="27889" y="4157"/>
                  </a:lnTo>
                  <a:lnTo>
                    <a:pt x="28757" y="4541"/>
                  </a:lnTo>
                  <a:lnTo>
                    <a:pt x="29625" y="4944"/>
                  </a:lnTo>
                  <a:lnTo>
                    <a:pt x="30472" y="5368"/>
                  </a:lnTo>
                  <a:lnTo>
                    <a:pt x="31300" y="5832"/>
                  </a:lnTo>
                  <a:lnTo>
                    <a:pt x="32127" y="6317"/>
                  </a:lnTo>
                  <a:lnTo>
                    <a:pt x="32954" y="6841"/>
                  </a:lnTo>
                  <a:lnTo>
                    <a:pt x="33741" y="7406"/>
                  </a:lnTo>
                  <a:lnTo>
                    <a:pt x="34508" y="7992"/>
                  </a:lnTo>
                  <a:lnTo>
                    <a:pt x="35255" y="8637"/>
                  </a:lnTo>
                  <a:lnTo>
                    <a:pt x="35638" y="8980"/>
                  </a:lnTo>
                  <a:lnTo>
                    <a:pt x="36001" y="9344"/>
                  </a:lnTo>
                  <a:lnTo>
                    <a:pt x="36345" y="9687"/>
                  </a:lnTo>
                  <a:lnTo>
                    <a:pt x="36627" y="10030"/>
                  </a:lnTo>
                  <a:lnTo>
                    <a:pt x="36910" y="10373"/>
                  </a:lnTo>
                  <a:lnTo>
                    <a:pt x="37132" y="10696"/>
                  </a:lnTo>
                  <a:lnTo>
                    <a:pt x="37354" y="11039"/>
                  </a:lnTo>
                  <a:lnTo>
                    <a:pt x="37535" y="11382"/>
                  </a:lnTo>
                  <a:lnTo>
                    <a:pt x="37656" y="11624"/>
                  </a:lnTo>
                  <a:lnTo>
                    <a:pt x="37737" y="11846"/>
                  </a:lnTo>
                  <a:lnTo>
                    <a:pt x="37818" y="12068"/>
                  </a:lnTo>
                  <a:lnTo>
                    <a:pt x="37858" y="12290"/>
                  </a:lnTo>
                  <a:lnTo>
                    <a:pt x="37898" y="12492"/>
                  </a:lnTo>
                  <a:lnTo>
                    <a:pt x="37898" y="12694"/>
                  </a:lnTo>
                  <a:lnTo>
                    <a:pt x="37878" y="12875"/>
                  </a:lnTo>
                  <a:lnTo>
                    <a:pt x="37838" y="13057"/>
                  </a:lnTo>
                  <a:lnTo>
                    <a:pt x="37757" y="13259"/>
                  </a:lnTo>
                  <a:lnTo>
                    <a:pt x="37636" y="13460"/>
                  </a:lnTo>
                  <a:lnTo>
                    <a:pt x="37495" y="13662"/>
                  </a:lnTo>
                  <a:lnTo>
                    <a:pt x="37313" y="13824"/>
                  </a:lnTo>
                  <a:lnTo>
                    <a:pt x="37111" y="13985"/>
                  </a:lnTo>
                  <a:lnTo>
                    <a:pt x="36869" y="14106"/>
                  </a:lnTo>
                  <a:lnTo>
                    <a:pt x="36627" y="14207"/>
                  </a:lnTo>
                  <a:lnTo>
                    <a:pt x="36365" y="14288"/>
                  </a:lnTo>
                  <a:lnTo>
                    <a:pt x="36102" y="14328"/>
                  </a:lnTo>
                  <a:lnTo>
                    <a:pt x="35860" y="14368"/>
                  </a:lnTo>
                  <a:lnTo>
                    <a:pt x="35336" y="14368"/>
                  </a:lnTo>
                  <a:lnTo>
                    <a:pt x="34831" y="14328"/>
                  </a:lnTo>
                  <a:lnTo>
                    <a:pt x="34327" y="14268"/>
                  </a:lnTo>
                  <a:lnTo>
                    <a:pt x="34306" y="14268"/>
                  </a:lnTo>
                  <a:lnTo>
                    <a:pt x="32934" y="14106"/>
                  </a:lnTo>
                  <a:lnTo>
                    <a:pt x="31501" y="13945"/>
                  </a:lnTo>
                  <a:lnTo>
                    <a:pt x="30028" y="13803"/>
                  </a:lnTo>
                  <a:lnTo>
                    <a:pt x="28535" y="13682"/>
                  </a:lnTo>
                  <a:lnTo>
                    <a:pt x="26981" y="13561"/>
                  </a:lnTo>
                  <a:lnTo>
                    <a:pt x="25387" y="13481"/>
                  </a:lnTo>
                  <a:lnTo>
                    <a:pt x="23772" y="13420"/>
                  </a:lnTo>
                  <a:lnTo>
                    <a:pt x="22138" y="13400"/>
                  </a:lnTo>
                  <a:lnTo>
                    <a:pt x="20483" y="13420"/>
                  </a:lnTo>
                  <a:lnTo>
                    <a:pt x="18788" y="13460"/>
                  </a:lnTo>
                  <a:lnTo>
                    <a:pt x="17093" y="13561"/>
                  </a:lnTo>
                  <a:lnTo>
                    <a:pt x="16245" y="13622"/>
                  </a:lnTo>
                  <a:lnTo>
                    <a:pt x="15398" y="13703"/>
                  </a:lnTo>
                  <a:lnTo>
                    <a:pt x="14530" y="13803"/>
                  </a:lnTo>
                  <a:lnTo>
                    <a:pt x="13682" y="13904"/>
                  </a:lnTo>
                  <a:lnTo>
                    <a:pt x="12815" y="14025"/>
                  </a:lnTo>
                  <a:lnTo>
                    <a:pt x="11967" y="14146"/>
                  </a:lnTo>
                  <a:lnTo>
                    <a:pt x="11099" y="14308"/>
                  </a:lnTo>
                  <a:lnTo>
                    <a:pt x="10252" y="14469"/>
                  </a:lnTo>
                  <a:lnTo>
                    <a:pt x="9384" y="14651"/>
                  </a:lnTo>
                  <a:lnTo>
                    <a:pt x="8536" y="14833"/>
                  </a:lnTo>
                  <a:lnTo>
                    <a:pt x="7992" y="14974"/>
                  </a:lnTo>
                  <a:lnTo>
                    <a:pt x="7467" y="15115"/>
                  </a:lnTo>
                  <a:lnTo>
                    <a:pt x="6922" y="15277"/>
                  </a:lnTo>
                  <a:lnTo>
                    <a:pt x="6397" y="15458"/>
                  </a:lnTo>
                  <a:lnTo>
                    <a:pt x="5873" y="15660"/>
                  </a:lnTo>
                  <a:lnTo>
                    <a:pt x="5368" y="15902"/>
                  </a:lnTo>
                  <a:lnTo>
                    <a:pt x="4864" y="16164"/>
                  </a:lnTo>
                  <a:lnTo>
                    <a:pt x="4379" y="16467"/>
                  </a:lnTo>
                  <a:lnTo>
                    <a:pt x="4137" y="16649"/>
                  </a:lnTo>
                  <a:lnTo>
                    <a:pt x="3875" y="16851"/>
                  </a:lnTo>
                  <a:lnTo>
                    <a:pt x="3613" y="17073"/>
                  </a:lnTo>
                  <a:lnTo>
                    <a:pt x="3350" y="17335"/>
                  </a:lnTo>
                  <a:lnTo>
                    <a:pt x="3108" y="17617"/>
                  </a:lnTo>
                  <a:lnTo>
                    <a:pt x="2866" y="17940"/>
                  </a:lnTo>
                  <a:lnTo>
                    <a:pt x="2644" y="18283"/>
                  </a:lnTo>
                  <a:lnTo>
                    <a:pt x="2462" y="18667"/>
                  </a:lnTo>
                  <a:lnTo>
                    <a:pt x="2382" y="18889"/>
                  </a:lnTo>
                  <a:lnTo>
                    <a:pt x="2341" y="19131"/>
                  </a:lnTo>
                  <a:lnTo>
                    <a:pt x="2260" y="19635"/>
                  </a:lnTo>
                  <a:lnTo>
                    <a:pt x="2220" y="19918"/>
                  </a:lnTo>
                  <a:lnTo>
                    <a:pt x="2180" y="20201"/>
                  </a:lnTo>
                  <a:lnTo>
                    <a:pt x="2099" y="20463"/>
                  </a:lnTo>
                  <a:lnTo>
                    <a:pt x="2059" y="20584"/>
                  </a:lnTo>
                  <a:lnTo>
                    <a:pt x="1998" y="20705"/>
                  </a:lnTo>
                  <a:lnTo>
                    <a:pt x="1897" y="20846"/>
                  </a:lnTo>
                  <a:lnTo>
                    <a:pt x="1816" y="20988"/>
                  </a:lnTo>
                  <a:lnTo>
                    <a:pt x="1716" y="21088"/>
                  </a:lnTo>
                  <a:lnTo>
                    <a:pt x="1615" y="21169"/>
                  </a:lnTo>
                  <a:lnTo>
                    <a:pt x="1514" y="21210"/>
                  </a:lnTo>
                  <a:lnTo>
                    <a:pt x="1413" y="21250"/>
                  </a:lnTo>
                  <a:lnTo>
                    <a:pt x="1312" y="21270"/>
                  </a:lnTo>
                  <a:lnTo>
                    <a:pt x="1211" y="21250"/>
                  </a:lnTo>
                  <a:lnTo>
                    <a:pt x="1110" y="21210"/>
                  </a:lnTo>
                  <a:lnTo>
                    <a:pt x="1009" y="21149"/>
                  </a:lnTo>
                  <a:lnTo>
                    <a:pt x="908" y="21068"/>
                  </a:lnTo>
                  <a:lnTo>
                    <a:pt x="807" y="20967"/>
                  </a:lnTo>
                  <a:lnTo>
                    <a:pt x="707" y="20846"/>
                  </a:lnTo>
                  <a:lnTo>
                    <a:pt x="626" y="20725"/>
                  </a:lnTo>
                  <a:lnTo>
                    <a:pt x="464" y="20422"/>
                  </a:lnTo>
                  <a:lnTo>
                    <a:pt x="323" y="20100"/>
                  </a:lnTo>
                  <a:lnTo>
                    <a:pt x="222" y="19777"/>
                  </a:lnTo>
                  <a:lnTo>
                    <a:pt x="162" y="19454"/>
                  </a:lnTo>
                  <a:lnTo>
                    <a:pt x="121" y="19151"/>
                  </a:lnTo>
                  <a:lnTo>
                    <a:pt x="101" y="18223"/>
                  </a:lnTo>
                  <a:lnTo>
                    <a:pt x="81" y="17274"/>
                  </a:lnTo>
                  <a:lnTo>
                    <a:pt x="81" y="16326"/>
                  </a:lnTo>
                  <a:lnTo>
                    <a:pt x="101" y="15377"/>
                  </a:lnTo>
                  <a:lnTo>
                    <a:pt x="142" y="14449"/>
                  </a:lnTo>
                  <a:lnTo>
                    <a:pt x="182" y="13501"/>
                  </a:lnTo>
                  <a:lnTo>
                    <a:pt x="263" y="12572"/>
                  </a:lnTo>
                  <a:lnTo>
                    <a:pt x="343" y="11624"/>
                  </a:lnTo>
                  <a:lnTo>
                    <a:pt x="444" y="10696"/>
                  </a:lnTo>
                  <a:lnTo>
                    <a:pt x="545" y="9747"/>
                  </a:lnTo>
                  <a:lnTo>
                    <a:pt x="686" y="8819"/>
                  </a:lnTo>
                  <a:lnTo>
                    <a:pt x="828" y="7891"/>
                  </a:lnTo>
                  <a:lnTo>
                    <a:pt x="989" y="6962"/>
                  </a:lnTo>
                  <a:lnTo>
                    <a:pt x="1171" y="6034"/>
                  </a:lnTo>
                  <a:lnTo>
                    <a:pt x="1373" y="5126"/>
                  </a:lnTo>
                  <a:lnTo>
                    <a:pt x="1574" y="4198"/>
                  </a:lnTo>
                  <a:lnTo>
                    <a:pt x="1736" y="3572"/>
                  </a:lnTo>
                  <a:lnTo>
                    <a:pt x="1837" y="3269"/>
                  </a:lnTo>
                  <a:lnTo>
                    <a:pt x="1958" y="2967"/>
                  </a:lnTo>
                  <a:lnTo>
                    <a:pt x="2079" y="2664"/>
                  </a:lnTo>
                  <a:lnTo>
                    <a:pt x="2220" y="2402"/>
                  </a:lnTo>
                  <a:lnTo>
                    <a:pt x="2402" y="2139"/>
                  </a:lnTo>
                  <a:lnTo>
                    <a:pt x="2604" y="1897"/>
                  </a:lnTo>
                  <a:lnTo>
                    <a:pt x="2825" y="1695"/>
                  </a:lnTo>
                  <a:lnTo>
                    <a:pt x="3068" y="1514"/>
                  </a:lnTo>
                  <a:lnTo>
                    <a:pt x="3330" y="1352"/>
                  </a:lnTo>
                  <a:lnTo>
                    <a:pt x="3592" y="1211"/>
                  </a:lnTo>
                  <a:lnTo>
                    <a:pt x="3875" y="1090"/>
                  </a:lnTo>
                  <a:lnTo>
                    <a:pt x="4157" y="989"/>
                  </a:lnTo>
                  <a:lnTo>
                    <a:pt x="4702" y="807"/>
                  </a:lnTo>
                  <a:lnTo>
                    <a:pt x="5247" y="666"/>
                  </a:lnTo>
                  <a:lnTo>
                    <a:pt x="5832" y="525"/>
                  </a:lnTo>
                  <a:lnTo>
                    <a:pt x="6458" y="404"/>
                  </a:lnTo>
                  <a:lnTo>
                    <a:pt x="7104" y="303"/>
                  </a:lnTo>
                  <a:lnTo>
                    <a:pt x="7810" y="202"/>
                  </a:lnTo>
                  <a:lnTo>
                    <a:pt x="8577" y="142"/>
                  </a:lnTo>
                  <a:lnTo>
                    <a:pt x="9384" y="81"/>
                  </a:lnTo>
                  <a:close/>
                  <a:moveTo>
                    <a:pt x="9848" y="0"/>
                  </a:moveTo>
                  <a:lnTo>
                    <a:pt x="9303" y="20"/>
                  </a:lnTo>
                  <a:lnTo>
                    <a:pt x="8758" y="41"/>
                  </a:lnTo>
                  <a:lnTo>
                    <a:pt x="8234" y="81"/>
                  </a:lnTo>
                  <a:lnTo>
                    <a:pt x="7709" y="142"/>
                  </a:lnTo>
                  <a:lnTo>
                    <a:pt x="7184" y="202"/>
                  </a:lnTo>
                  <a:lnTo>
                    <a:pt x="6680" y="283"/>
                  </a:lnTo>
                  <a:lnTo>
                    <a:pt x="6175" y="384"/>
                  </a:lnTo>
                  <a:lnTo>
                    <a:pt x="5671" y="485"/>
                  </a:lnTo>
                  <a:lnTo>
                    <a:pt x="5166" y="606"/>
                  </a:lnTo>
                  <a:lnTo>
                    <a:pt x="4682" y="727"/>
                  </a:lnTo>
                  <a:lnTo>
                    <a:pt x="4117" y="908"/>
                  </a:lnTo>
                  <a:lnTo>
                    <a:pt x="3834" y="1009"/>
                  </a:lnTo>
                  <a:lnTo>
                    <a:pt x="3552" y="1130"/>
                  </a:lnTo>
                  <a:lnTo>
                    <a:pt x="3269" y="1272"/>
                  </a:lnTo>
                  <a:lnTo>
                    <a:pt x="3007" y="1433"/>
                  </a:lnTo>
                  <a:lnTo>
                    <a:pt x="2765" y="1635"/>
                  </a:lnTo>
                  <a:lnTo>
                    <a:pt x="2543" y="1837"/>
                  </a:lnTo>
                  <a:lnTo>
                    <a:pt x="2341" y="2079"/>
                  </a:lnTo>
                  <a:lnTo>
                    <a:pt x="2160" y="2341"/>
                  </a:lnTo>
                  <a:lnTo>
                    <a:pt x="1998" y="2624"/>
                  </a:lnTo>
                  <a:lnTo>
                    <a:pt x="1877" y="2926"/>
                  </a:lnTo>
                  <a:lnTo>
                    <a:pt x="1776" y="3229"/>
                  </a:lnTo>
                  <a:lnTo>
                    <a:pt x="1675" y="3552"/>
                  </a:lnTo>
                  <a:lnTo>
                    <a:pt x="1514" y="4178"/>
                  </a:lnTo>
                  <a:lnTo>
                    <a:pt x="1292" y="5106"/>
                  </a:lnTo>
                  <a:lnTo>
                    <a:pt x="1090" y="6014"/>
                  </a:lnTo>
                  <a:lnTo>
                    <a:pt x="908" y="6942"/>
                  </a:lnTo>
                  <a:lnTo>
                    <a:pt x="747" y="7870"/>
                  </a:lnTo>
                  <a:lnTo>
                    <a:pt x="606" y="8819"/>
                  </a:lnTo>
                  <a:lnTo>
                    <a:pt x="485" y="9747"/>
                  </a:lnTo>
                  <a:lnTo>
                    <a:pt x="364" y="10676"/>
                  </a:lnTo>
                  <a:lnTo>
                    <a:pt x="263" y="11624"/>
                  </a:lnTo>
                  <a:lnTo>
                    <a:pt x="182" y="12552"/>
                  </a:lnTo>
                  <a:lnTo>
                    <a:pt x="101" y="13501"/>
                  </a:lnTo>
                  <a:lnTo>
                    <a:pt x="61" y="14449"/>
                  </a:lnTo>
                  <a:lnTo>
                    <a:pt x="20" y="15377"/>
                  </a:lnTo>
                  <a:lnTo>
                    <a:pt x="0" y="16326"/>
                  </a:lnTo>
                  <a:lnTo>
                    <a:pt x="0" y="17274"/>
                  </a:lnTo>
                  <a:lnTo>
                    <a:pt x="20" y="18223"/>
                  </a:lnTo>
                  <a:lnTo>
                    <a:pt x="41" y="19171"/>
                  </a:lnTo>
                  <a:lnTo>
                    <a:pt x="81" y="19474"/>
                  </a:lnTo>
                  <a:lnTo>
                    <a:pt x="162" y="19797"/>
                  </a:lnTo>
                  <a:lnTo>
                    <a:pt x="263" y="20140"/>
                  </a:lnTo>
                  <a:lnTo>
                    <a:pt x="404" y="20483"/>
                  </a:lnTo>
                  <a:lnTo>
                    <a:pt x="565" y="20766"/>
                  </a:lnTo>
                  <a:lnTo>
                    <a:pt x="666" y="20907"/>
                  </a:lnTo>
                  <a:lnTo>
                    <a:pt x="767" y="21028"/>
                  </a:lnTo>
                  <a:lnTo>
                    <a:pt x="868" y="21129"/>
                  </a:lnTo>
                  <a:lnTo>
                    <a:pt x="969" y="21210"/>
                  </a:lnTo>
                  <a:lnTo>
                    <a:pt x="1070" y="21290"/>
                  </a:lnTo>
                  <a:lnTo>
                    <a:pt x="1191" y="21331"/>
                  </a:lnTo>
                  <a:lnTo>
                    <a:pt x="1332" y="21351"/>
                  </a:lnTo>
                  <a:lnTo>
                    <a:pt x="1433" y="21331"/>
                  </a:lnTo>
                  <a:lnTo>
                    <a:pt x="1514" y="21310"/>
                  </a:lnTo>
                  <a:lnTo>
                    <a:pt x="1615" y="21250"/>
                  </a:lnTo>
                  <a:lnTo>
                    <a:pt x="1716" y="21189"/>
                  </a:lnTo>
                  <a:lnTo>
                    <a:pt x="1796" y="21109"/>
                  </a:lnTo>
                  <a:lnTo>
                    <a:pt x="1897" y="21008"/>
                  </a:lnTo>
                  <a:lnTo>
                    <a:pt x="2059" y="20745"/>
                  </a:lnTo>
                  <a:lnTo>
                    <a:pt x="2119" y="20624"/>
                  </a:lnTo>
                  <a:lnTo>
                    <a:pt x="2180" y="20503"/>
                  </a:lnTo>
                  <a:lnTo>
                    <a:pt x="2260" y="20221"/>
                  </a:lnTo>
                  <a:lnTo>
                    <a:pt x="2301" y="19938"/>
                  </a:lnTo>
                  <a:lnTo>
                    <a:pt x="2341" y="19635"/>
                  </a:lnTo>
                  <a:lnTo>
                    <a:pt x="2422" y="19151"/>
                  </a:lnTo>
                  <a:lnTo>
                    <a:pt x="2462" y="18909"/>
                  </a:lnTo>
                  <a:lnTo>
                    <a:pt x="2543" y="18687"/>
                  </a:lnTo>
                  <a:lnTo>
                    <a:pt x="2725" y="18324"/>
                  </a:lnTo>
                  <a:lnTo>
                    <a:pt x="2926" y="17981"/>
                  </a:lnTo>
                  <a:lnTo>
                    <a:pt x="3169" y="17678"/>
                  </a:lnTo>
                  <a:lnTo>
                    <a:pt x="3411" y="17395"/>
                  </a:lnTo>
                  <a:lnTo>
                    <a:pt x="3673" y="17133"/>
                  </a:lnTo>
                  <a:lnTo>
                    <a:pt x="3935" y="16911"/>
                  </a:lnTo>
                  <a:lnTo>
                    <a:pt x="4198" y="16709"/>
                  </a:lnTo>
                  <a:lnTo>
                    <a:pt x="4440" y="16528"/>
                  </a:lnTo>
                  <a:lnTo>
                    <a:pt x="4904" y="16245"/>
                  </a:lnTo>
                  <a:lnTo>
                    <a:pt x="5388" y="15983"/>
                  </a:lnTo>
                  <a:lnTo>
                    <a:pt x="5913" y="15741"/>
                  </a:lnTo>
                  <a:lnTo>
                    <a:pt x="6418" y="15539"/>
                  </a:lnTo>
                  <a:lnTo>
                    <a:pt x="6962" y="15357"/>
                  </a:lnTo>
                  <a:lnTo>
                    <a:pt x="7487" y="15196"/>
                  </a:lnTo>
                  <a:lnTo>
                    <a:pt x="8032" y="15055"/>
                  </a:lnTo>
                  <a:lnTo>
                    <a:pt x="8557" y="14913"/>
                  </a:lnTo>
                  <a:lnTo>
                    <a:pt x="9404" y="14732"/>
                  </a:lnTo>
                  <a:lnTo>
                    <a:pt x="10272" y="14550"/>
                  </a:lnTo>
                  <a:lnTo>
                    <a:pt x="11119" y="14389"/>
                  </a:lnTo>
                  <a:lnTo>
                    <a:pt x="11987" y="14227"/>
                  </a:lnTo>
                  <a:lnTo>
                    <a:pt x="12835" y="14106"/>
                  </a:lnTo>
                  <a:lnTo>
                    <a:pt x="13703" y="13985"/>
                  </a:lnTo>
                  <a:lnTo>
                    <a:pt x="14550" y="13884"/>
                  </a:lnTo>
                  <a:lnTo>
                    <a:pt x="15398" y="13783"/>
                  </a:lnTo>
                  <a:lnTo>
                    <a:pt x="16265" y="13703"/>
                  </a:lnTo>
                  <a:lnTo>
                    <a:pt x="17113" y="13642"/>
                  </a:lnTo>
                  <a:lnTo>
                    <a:pt x="18808" y="13541"/>
                  </a:lnTo>
                  <a:lnTo>
                    <a:pt x="20483" y="13501"/>
                  </a:lnTo>
                  <a:lnTo>
                    <a:pt x="22138" y="13481"/>
                  </a:lnTo>
                  <a:lnTo>
                    <a:pt x="23772" y="13501"/>
                  </a:lnTo>
                  <a:lnTo>
                    <a:pt x="25387" y="13561"/>
                  </a:lnTo>
                  <a:lnTo>
                    <a:pt x="26981" y="13642"/>
                  </a:lnTo>
                  <a:lnTo>
                    <a:pt x="28515" y="13763"/>
                  </a:lnTo>
                  <a:lnTo>
                    <a:pt x="30028" y="13884"/>
                  </a:lnTo>
                  <a:lnTo>
                    <a:pt x="31501" y="14025"/>
                  </a:lnTo>
                  <a:lnTo>
                    <a:pt x="32934" y="14187"/>
                  </a:lnTo>
                  <a:lnTo>
                    <a:pt x="34306" y="14348"/>
                  </a:lnTo>
                  <a:lnTo>
                    <a:pt x="34831" y="14409"/>
                  </a:lnTo>
                  <a:lnTo>
                    <a:pt x="35356" y="14449"/>
                  </a:lnTo>
                  <a:lnTo>
                    <a:pt x="35860" y="14449"/>
                  </a:lnTo>
                  <a:lnTo>
                    <a:pt x="36123" y="14409"/>
                  </a:lnTo>
                  <a:lnTo>
                    <a:pt x="36385" y="14368"/>
                  </a:lnTo>
                  <a:lnTo>
                    <a:pt x="36647" y="14288"/>
                  </a:lnTo>
                  <a:lnTo>
                    <a:pt x="36910" y="14187"/>
                  </a:lnTo>
                  <a:lnTo>
                    <a:pt x="37152" y="14046"/>
                  </a:lnTo>
                  <a:lnTo>
                    <a:pt x="37374" y="13884"/>
                  </a:lnTo>
                  <a:lnTo>
                    <a:pt x="37555" y="13703"/>
                  </a:lnTo>
                  <a:lnTo>
                    <a:pt x="37717" y="13501"/>
                  </a:lnTo>
                  <a:lnTo>
                    <a:pt x="37838" y="13299"/>
                  </a:lnTo>
                  <a:lnTo>
                    <a:pt x="37919" y="13077"/>
                  </a:lnTo>
                  <a:lnTo>
                    <a:pt x="37959" y="12895"/>
                  </a:lnTo>
                  <a:lnTo>
                    <a:pt x="37979" y="12694"/>
                  </a:lnTo>
                  <a:lnTo>
                    <a:pt x="37979" y="12492"/>
                  </a:lnTo>
                  <a:lnTo>
                    <a:pt x="37939" y="12290"/>
                  </a:lnTo>
                  <a:lnTo>
                    <a:pt x="37898" y="12068"/>
                  </a:lnTo>
                  <a:lnTo>
                    <a:pt x="37818" y="11826"/>
                  </a:lnTo>
                  <a:lnTo>
                    <a:pt x="37737" y="11604"/>
                  </a:lnTo>
                  <a:lnTo>
                    <a:pt x="37616" y="11341"/>
                  </a:lnTo>
                  <a:lnTo>
                    <a:pt x="37414" y="10998"/>
                  </a:lnTo>
                  <a:lnTo>
                    <a:pt x="37212" y="10655"/>
                  </a:lnTo>
                  <a:lnTo>
                    <a:pt x="36970" y="10312"/>
                  </a:lnTo>
                  <a:lnTo>
                    <a:pt x="36708" y="9969"/>
                  </a:lnTo>
                  <a:lnTo>
                    <a:pt x="36405" y="9626"/>
                  </a:lnTo>
                  <a:lnTo>
                    <a:pt x="36062" y="9283"/>
                  </a:lnTo>
                  <a:lnTo>
                    <a:pt x="35699" y="8920"/>
                  </a:lnTo>
                  <a:lnTo>
                    <a:pt x="35315" y="8577"/>
                  </a:lnTo>
                  <a:lnTo>
                    <a:pt x="34569" y="7931"/>
                  </a:lnTo>
                  <a:lnTo>
                    <a:pt x="33782" y="7346"/>
                  </a:lnTo>
                  <a:lnTo>
                    <a:pt x="32995" y="6781"/>
                  </a:lnTo>
                  <a:lnTo>
                    <a:pt x="32187" y="6256"/>
                  </a:lnTo>
                  <a:lnTo>
                    <a:pt x="31360" y="5772"/>
                  </a:lnTo>
                  <a:lnTo>
                    <a:pt x="30512" y="5308"/>
                  </a:lnTo>
                  <a:lnTo>
                    <a:pt x="29665" y="4864"/>
                  </a:lnTo>
                  <a:lnTo>
                    <a:pt x="28797" y="4460"/>
                  </a:lnTo>
                  <a:lnTo>
                    <a:pt x="27929" y="4077"/>
                  </a:lnTo>
                  <a:lnTo>
                    <a:pt x="27062" y="3734"/>
                  </a:lnTo>
                  <a:lnTo>
                    <a:pt x="26194" y="3390"/>
                  </a:lnTo>
                  <a:lnTo>
                    <a:pt x="25306" y="3088"/>
                  </a:lnTo>
                  <a:lnTo>
                    <a:pt x="24458" y="2785"/>
                  </a:lnTo>
                  <a:lnTo>
                    <a:pt x="23591" y="2503"/>
                  </a:lnTo>
                  <a:lnTo>
                    <a:pt x="21896" y="1998"/>
                  </a:lnTo>
                  <a:lnTo>
                    <a:pt x="20685" y="1635"/>
                  </a:lnTo>
                  <a:lnTo>
                    <a:pt x="19494" y="1332"/>
                  </a:lnTo>
                  <a:lnTo>
                    <a:pt x="18364" y="1050"/>
                  </a:lnTo>
                  <a:lnTo>
                    <a:pt x="17295" y="807"/>
                  </a:lnTo>
                  <a:lnTo>
                    <a:pt x="16245" y="585"/>
                  </a:lnTo>
                  <a:lnTo>
                    <a:pt x="15236" y="404"/>
                  </a:lnTo>
                  <a:lnTo>
                    <a:pt x="14268" y="263"/>
                  </a:lnTo>
                  <a:lnTo>
                    <a:pt x="13299" y="162"/>
                  </a:lnTo>
                  <a:lnTo>
                    <a:pt x="12128" y="61"/>
                  </a:lnTo>
                  <a:lnTo>
                    <a:pt x="10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45"/>
            <p:cNvSpPr/>
            <p:nvPr/>
          </p:nvSpPr>
          <p:spPr>
            <a:xfrm flipH="1">
              <a:off x="749899" y="-4949394"/>
              <a:ext cx="1884195" cy="733450"/>
            </a:xfrm>
            <a:custGeom>
              <a:rect b="b" l="l" r="r" t="t"/>
              <a:pathLst>
                <a:path extrusionOk="0" h="13119" w="33702">
                  <a:moveTo>
                    <a:pt x="8436" y="82"/>
                  </a:moveTo>
                  <a:lnTo>
                    <a:pt x="9041" y="102"/>
                  </a:lnTo>
                  <a:lnTo>
                    <a:pt x="9667" y="142"/>
                  </a:lnTo>
                  <a:lnTo>
                    <a:pt x="10312" y="183"/>
                  </a:lnTo>
                  <a:lnTo>
                    <a:pt x="10978" y="263"/>
                  </a:lnTo>
                  <a:lnTo>
                    <a:pt x="12532" y="465"/>
                  </a:lnTo>
                  <a:lnTo>
                    <a:pt x="14005" y="707"/>
                  </a:lnTo>
                  <a:lnTo>
                    <a:pt x="15398" y="949"/>
                  </a:lnTo>
                  <a:lnTo>
                    <a:pt x="16689" y="1192"/>
                  </a:lnTo>
                  <a:lnTo>
                    <a:pt x="17900" y="1454"/>
                  </a:lnTo>
                  <a:lnTo>
                    <a:pt x="19030" y="1716"/>
                  </a:lnTo>
                  <a:lnTo>
                    <a:pt x="20080" y="1979"/>
                  </a:lnTo>
                  <a:lnTo>
                    <a:pt x="21048" y="2241"/>
                  </a:lnTo>
                  <a:lnTo>
                    <a:pt x="21956" y="2523"/>
                  </a:lnTo>
                  <a:lnTo>
                    <a:pt x="22804" y="2786"/>
                  </a:lnTo>
                  <a:lnTo>
                    <a:pt x="23571" y="3068"/>
                  </a:lnTo>
                  <a:lnTo>
                    <a:pt x="24277" y="3331"/>
                  </a:lnTo>
                  <a:lnTo>
                    <a:pt x="24943" y="3593"/>
                  </a:lnTo>
                  <a:lnTo>
                    <a:pt x="25548" y="3835"/>
                  </a:lnTo>
                  <a:lnTo>
                    <a:pt x="26598" y="4320"/>
                  </a:lnTo>
                  <a:lnTo>
                    <a:pt x="27607" y="4824"/>
                  </a:lnTo>
                  <a:lnTo>
                    <a:pt x="28071" y="5066"/>
                  </a:lnTo>
                  <a:lnTo>
                    <a:pt x="28535" y="5329"/>
                  </a:lnTo>
                  <a:lnTo>
                    <a:pt x="28999" y="5611"/>
                  </a:lnTo>
                  <a:lnTo>
                    <a:pt x="29423" y="5894"/>
                  </a:lnTo>
                  <a:lnTo>
                    <a:pt x="29847" y="6176"/>
                  </a:lnTo>
                  <a:lnTo>
                    <a:pt x="30271" y="6459"/>
                  </a:lnTo>
                  <a:lnTo>
                    <a:pt x="30654" y="6761"/>
                  </a:lnTo>
                  <a:lnTo>
                    <a:pt x="31058" y="7064"/>
                  </a:lnTo>
                  <a:lnTo>
                    <a:pt x="31421" y="7367"/>
                  </a:lnTo>
                  <a:lnTo>
                    <a:pt x="31784" y="7690"/>
                  </a:lnTo>
                  <a:lnTo>
                    <a:pt x="32127" y="8012"/>
                  </a:lnTo>
                  <a:lnTo>
                    <a:pt x="32450" y="8335"/>
                  </a:lnTo>
                  <a:lnTo>
                    <a:pt x="32773" y="8678"/>
                  </a:lnTo>
                  <a:lnTo>
                    <a:pt x="33076" y="9021"/>
                  </a:lnTo>
                  <a:lnTo>
                    <a:pt x="33237" y="9223"/>
                  </a:lnTo>
                  <a:lnTo>
                    <a:pt x="33378" y="9425"/>
                  </a:lnTo>
                  <a:lnTo>
                    <a:pt x="33520" y="9667"/>
                  </a:lnTo>
                  <a:lnTo>
                    <a:pt x="33560" y="9788"/>
                  </a:lnTo>
                  <a:lnTo>
                    <a:pt x="33600" y="9909"/>
                  </a:lnTo>
                  <a:lnTo>
                    <a:pt x="33620" y="10030"/>
                  </a:lnTo>
                  <a:lnTo>
                    <a:pt x="33620" y="10172"/>
                  </a:lnTo>
                  <a:lnTo>
                    <a:pt x="33600" y="10293"/>
                  </a:lnTo>
                  <a:lnTo>
                    <a:pt x="33580" y="10414"/>
                  </a:lnTo>
                  <a:lnTo>
                    <a:pt x="33520" y="10535"/>
                  </a:lnTo>
                  <a:lnTo>
                    <a:pt x="33459" y="10636"/>
                  </a:lnTo>
                  <a:lnTo>
                    <a:pt x="33378" y="10737"/>
                  </a:lnTo>
                  <a:lnTo>
                    <a:pt x="33257" y="10797"/>
                  </a:lnTo>
                  <a:lnTo>
                    <a:pt x="33176" y="10838"/>
                  </a:lnTo>
                  <a:lnTo>
                    <a:pt x="33096" y="10858"/>
                  </a:lnTo>
                  <a:lnTo>
                    <a:pt x="32894" y="10878"/>
                  </a:lnTo>
                  <a:lnTo>
                    <a:pt x="32692" y="10858"/>
                  </a:lnTo>
                  <a:lnTo>
                    <a:pt x="32470" y="10817"/>
                  </a:lnTo>
                  <a:lnTo>
                    <a:pt x="29019" y="10152"/>
                  </a:lnTo>
                  <a:lnTo>
                    <a:pt x="26840" y="9748"/>
                  </a:lnTo>
                  <a:lnTo>
                    <a:pt x="25750" y="9566"/>
                  </a:lnTo>
                  <a:lnTo>
                    <a:pt x="24640" y="9385"/>
                  </a:lnTo>
                  <a:lnTo>
                    <a:pt x="23551" y="9223"/>
                  </a:lnTo>
                  <a:lnTo>
                    <a:pt x="22420" y="9102"/>
                  </a:lnTo>
                  <a:lnTo>
                    <a:pt x="21311" y="9021"/>
                  </a:lnTo>
                  <a:lnTo>
                    <a:pt x="20201" y="8981"/>
                  </a:lnTo>
                  <a:lnTo>
                    <a:pt x="19071" y="8961"/>
                  </a:lnTo>
                  <a:lnTo>
                    <a:pt x="17941" y="9021"/>
                  </a:lnTo>
                  <a:lnTo>
                    <a:pt x="16831" y="9102"/>
                  </a:lnTo>
                  <a:lnTo>
                    <a:pt x="15721" y="9223"/>
                  </a:lnTo>
                  <a:lnTo>
                    <a:pt x="14591" y="9385"/>
                  </a:lnTo>
                  <a:lnTo>
                    <a:pt x="13501" y="9566"/>
                  </a:lnTo>
                  <a:lnTo>
                    <a:pt x="12391" y="9788"/>
                  </a:lnTo>
                  <a:lnTo>
                    <a:pt x="11281" y="10051"/>
                  </a:lnTo>
                  <a:lnTo>
                    <a:pt x="10191" y="10313"/>
                  </a:lnTo>
                  <a:lnTo>
                    <a:pt x="9081" y="10596"/>
                  </a:lnTo>
                  <a:lnTo>
                    <a:pt x="7992" y="10918"/>
                  </a:lnTo>
                  <a:lnTo>
                    <a:pt x="6922" y="11241"/>
                  </a:lnTo>
                  <a:lnTo>
                    <a:pt x="4763" y="11907"/>
                  </a:lnTo>
                  <a:lnTo>
                    <a:pt x="2604" y="12593"/>
                  </a:lnTo>
                  <a:lnTo>
                    <a:pt x="1595" y="12936"/>
                  </a:lnTo>
                  <a:lnTo>
                    <a:pt x="1433" y="12977"/>
                  </a:lnTo>
                  <a:lnTo>
                    <a:pt x="1231" y="13017"/>
                  </a:lnTo>
                  <a:lnTo>
                    <a:pt x="1050" y="13037"/>
                  </a:lnTo>
                  <a:lnTo>
                    <a:pt x="949" y="13037"/>
                  </a:lnTo>
                  <a:lnTo>
                    <a:pt x="868" y="13017"/>
                  </a:lnTo>
                  <a:lnTo>
                    <a:pt x="767" y="12997"/>
                  </a:lnTo>
                  <a:lnTo>
                    <a:pt x="687" y="12957"/>
                  </a:lnTo>
                  <a:lnTo>
                    <a:pt x="606" y="12896"/>
                  </a:lnTo>
                  <a:lnTo>
                    <a:pt x="525" y="12835"/>
                  </a:lnTo>
                  <a:lnTo>
                    <a:pt x="404" y="12674"/>
                  </a:lnTo>
                  <a:lnTo>
                    <a:pt x="323" y="12492"/>
                  </a:lnTo>
                  <a:lnTo>
                    <a:pt x="243" y="12291"/>
                  </a:lnTo>
                  <a:lnTo>
                    <a:pt x="202" y="12089"/>
                  </a:lnTo>
                  <a:lnTo>
                    <a:pt x="162" y="11867"/>
                  </a:lnTo>
                  <a:lnTo>
                    <a:pt x="142" y="11665"/>
                  </a:lnTo>
                  <a:lnTo>
                    <a:pt x="101" y="10838"/>
                  </a:lnTo>
                  <a:lnTo>
                    <a:pt x="81" y="9990"/>
                  </a:lnTo>
                  <a:lnTo>
                    <a:pt x="101" y="9163"/>
                  </a:lnTo>
                  <a:lnTo>
                    <a:pt x="142" y="8315"/>
                  </a:lnTo>
                  <a:lnTo>
                    <a:pt x="202" y="7488"/>
                  </a:lnTo>
                  <a:lnTo>
                    <a:pt x="283" y="6660"/>
                  </a:lnTo>
                  <a:lnTo>
                    <a:pt x="404" y="5833"/>
                  </a:lnTo>
                  <a:lnTo>
                    <a:pt x="545" y="5006"/>
                  </a:lnTo>
                  <a:lnTo>
                    <a:pt x="666" y="4441"/>
                  </a:lnTo>
                  <a:lnTo>
                    <a:pt x="808" y="3896"/>
                  </a:lnTo>
                  <a:lnTo>
                    <a:pt x="909" y="3654"/>
                  </a:lnTo>
                  <a:lnTo>
                    <a:pt x="989" y="3411"/>
                  </a:lnTo>
                  <a:lnTo>
                    <a:pt x="1110" y="3189"/>
                  </a:lnTo>
                  <a:lnTo>
                    <a:pt x="1231" y="2967"/>
                  </a:lnTo>
                  <a:lnTo>
                    <a:pt x="1413" y="2685"/>
                  </a:lnTo>
                  <a:lnTo>
                    <a:pt x="1635" y="2402"/>
                  </a:lnTo>
                  <a:lnTo>
                    <a:pt x="1877" y="2140"/>
                  </a:lnTo>
                  <a:lnTo>
                    <a:pt x="2160" y="1898"/>
                  </a:lnTo>
                  <a:lnTo>
                    <a:pt x="2462" y="1656"/>
                  </a:lnTo>
                  <a:lnTo>
                    <a:pt x="2805" y="1434"/>
                  </a:lnTo>
                  <a:lnTo>
                    <a:pt x="3189" y="1232"/>
                  </a:lnTo>
                  <a:lnTo>
                    <a:pt x="3572" y="1030"/>
                  </a:lnTo>
                  <a:lnTo>
                    <a:pt x="4117" y="808"/>
                  </a:lnTo>
                  <a:lnTo>
                    <a:pt x="4662" y="627"/>
                  </a:lnTo>
                  <a:lnTo>
                    <a:pt x="5227" y="465"/>
                  </a:lnTo>
                  <a:lnTo>
                    <a:pt x="5832" y="324"/>
                  </a:lnTo>
                  <a:lnTo>
                    <a:pt x="6438" y="223"/>
                  </a:lnTo>
                  <a:lnTo>
                    <a:pt x="7084" y="142"/>
                  </a:lnTo>
                  <a:lnTo>
                    <a:pt x="7750" y="102"/>
                  </a:lnTo>
                  <a:lnTo>
                    <a:pt x="8436" y="82"/>
                  </a:lnTo>
                  <a:close/>
                  <a:moveTo>
                    <a:pt x="8335" y="1"/>
                  </a:moveTo>
                  <a:lnTo>
                    <a:pt x="7830" y="21"/>
                  </a:lnTo>
                  <a:lnTo>
                    <a:pt x="7346" y="41"/>
                  </a:lnTo>
                  <a:lnTo>
                    <a:pt x="6882" y="82"/>
                  </a:lnTo>
                  <a:lnTo>
                    <a:pt x="6438" y="142"/>
                  </a:lnTo>
                  <a:lnTo>
                    <a:pt x="5974" y="223"/>
                  </a:lnTo>
                  <a:lnTo>
                    <a:pt x="5550" y="304"/>
                  </a:lnTo>
                  <a:lnTo>
                    <a:pt x="5126" y="405"/>
                  </a:lnTo>
                  <a:lnTo>
                    <a:pt x="4723" y="526"/>
                  </a:lnTo>
                  <a:lnTo>
                    <a:pt x="4319" y="647"/>
                  </a:lnTo>
                  <a:lnTo>
                    <a:pt x="3915" y="808"/>
                  </a:lnTo>
                  <a:lnTo>
                    <a:pt x="3552" y="970"/>
                  </a:lnTo>
                  <a:lnTo>
                    <a:pt x="3149" y="1151"/>
                  </a:lnTo>
                  <a:lnTo>
                    <a:pt x="2765" y="1373"/>
                  </a:lnTo>
                  <a:lnTo>
                    <a:pt x="2422" y="1595"/>
                  </a:lnTo>
                  <a:lnTo>
                    <a:pt x="2099" y="1837"/>
                  </a:lnTo>
                  <a:lnTo>
                    <a:pt x="1817" y="2080"/>
                  </a:lnTo>
                  <a:lnTo>
                    <a:pt x="1575" y="2362"/>
                  </a:lnTo>
                  <a:lnTo>
                    <a:pt x="1353" y="2624"/>
                  </a:lnTo>
                  <a:lnTo>
                    <a:pt x="1151" y="2927"/>
                  </a:lnTo>
                  <a:lnTo>
                    <a:pt x="1030" y="3169"/>
                  </a:lnTo>
                  <a:lnTo>
                    <a:pt x="909" y="3432"/>
                  </a:lnTo>
                  <a:lnTo>
                    <a:pt x="808" y="3694"/>
                  </a:lnTo>
                  <a:lnTo>
                    <a:pt x="707" y="3956"/>
                  </a:lnTo>
                  <a:lnTo>
                    <a:pt x="586" y="4481"/>
                  </a:lnTo>
                  <a:lnTo>
                    <a:pt x="465" y="4985"/>
                  </a:lnTo>
                  <a:lnTo>
                    <a:pt x="323" y="5813"/>
                  </a:lnTo>
                  <a:lnTo>
                    <a:pt x="222" y="6660"/>
                  </a:lnTo>
                  <a:lnTo>
                    <a:pt x="122" y="7488"/>
                  </a:lnTo>
                  <a:lnTo>
                    <a:pt x="61" y="8315"/>
                  </a:lnTo>
                  <a:lnTo>
                    <a:pt x="21" y="9163"/>
                  </a:lnTo>
                  <a:lnTo>
                    <a:pt x="0" y="9990"/>
                  </a:lnTo>
                  <a:lnTo>
                    <a:pt x="21" y="10838"/>
                  </a:lnTo>
                  <a:lnTo>
                    <a:pt x="61" y="11665"/>
                  </a:lnTo>
                  <a:lnTo>
                    <a:pt x="101" y="11968"/>
                  </a:lnTo>
                  <a:lnTo>
                    <a:pt x="142" y="12230"/>
                  </a:lnTo>
                  <a:lnTo>
                    <a:pt x="222" y="12452"/>
                  </a:lnTo>
                  <a:lnTo>
                    <a:pt x="303" y="12654"/>
                  </a:lnTo>
                  <a:lnTo>
                    <a:pt x="404" y="12815"/>
                  </a:lnTo>
                  <a:lnTo>
                    <a:pt x="545" y="12936"/>
                  </a:lnTo>
                  <a:lnTo>
                    <a:pt x="687" y="13037"/>
                  </a:lnTo>
                  <a:lnTo>
                    <a:pt x="848" y="13098"/>
                  </a:lnTo>
                  <a:lnTo>
                    <a:pt x="949" y="13118"/>
                  </a:lnTo>
                  <a:lnTo>
                    <a:pt x="1191" y="13118"/>
                  </a:lnTo>
                  <a:lnTo>
                    <a:pt x="1353" y="13078"/>
                  </a:lnTo>
                  <a:lnTo>
                    <a:pt x="1615" y="12997"/>
                  </a:lnTo>
                  <a:lnTo>
                    <a:pt x="2644" y="12674"/>
                  </a:lnTo>
                  <a:lnTo>
                    <a:pt x="4783" y="11988"/>
                  </a:lnTo>
                  <a:lnTo>
                    <a:pt x="6942" y="11302"/>
                  </a:lnTo>
                  <a:lnTo>
                    <a:pt x="8012" y="10999"/>
                  </a:lnTo>
                  <a:lnTo>
                    <a:pt x="9102" y="10676"/>
                  </a:lnTo>
                  <a:lnTo>
                    <a:pt x="10191" y="10394"/>
                  </a:lnTo>
                  <a:lnTo>
                    <a:pt x="11301" y="10131"/>
                  </a:lnTo>
                  <a:lnTo>
                    <a:pt x="12391" y="9869"/>
                  </a:lnTo>
                  <a:lnTo>
                    <a:pt x="13501" y="9647"/>
                  </a:lnTo>
                  <a:lnTo>
                    <a:pt x="14611" y="9465"/>
                  </a:lnTo>
                  <a:lnTo>
                    <a:pt x="15721" y="9304"/>
                  </a:lnTo>
                  <a:lnTo>
                    <a:pt x="16831" y="9183"/>
                  </a:lnTo>
                  <a:lnTo>
                    <a:pt x="17961" y="9102"/>
                  </a:lnTo>
                  <a:lnTo>
                    <a:pt x="19071" y="9042"/>
                  </a:lnTo>
                  <a:lnTo>
                    <a:pt x="20201" y="9062"/>
                  </a:lnTo>
                  <a:lnTo>
                    <a:pt x="21311" y="9102"/>
                  </a:lnTo>
                  <a:lnTo>
                    <a:pt x="22420" y="9183"/>
                  </a:lnTo>
                  <a:lnTo>
                    <a:pt x="23530" y="9304"/>
                  </a:lnTo>
                  <a:lnTo>
                    <a:pt x="24640" y="9465"/>
                  </a:lnTo>
                  <a:lnTo>
                    <a:pt x="25750" y="9647"/>
                  </a:lnTo>
                  <a:lnTo>
                    <a:pt x="26840" y="9829"/>
                  </a:lnTo>
                  <a:lnTo>
                    <a:pt x="28999" y="10232"/>
                  </a:lnTo>
                  <a:lnTo>
                    <a:pt x="32470" y="10898"/>
                  </a:lnTo>
                  <a:lnTo>
                    <a:pt x="32692" y="10939"/>
                  </a:lnTo>
                  <a:lnTo>
                    <a:pt x="32894" y="10959"/>
                  </a:lnTo>
                  <a:lnTo>
                    <a:pt x="33116" y="10939"/>
                  </a:lnTo>
                  <a:lnTo>
                    <a:pt x="33197" y="10918"/>
                  </a:lnTo>
                  <a:lnTo>
                    <a:pt x="33298" y="10878"/>
                  </a:lnTo>
                  <a:lnTo>
                    <a:pt x="33419" y="10797"/>
                  </a:lnTo>
                  <a:lnTo>
                    <a:pt x="33520" y="10696"/>
                  </a:lnTo>
                  <a:lnTo>
                    <a:pt x="33600" y="10575"/>
                  </a:lnTo>
                  <a:lnTo>
                    <a:pt x="33661" y="10454"/>
                  </a:lnTo>
                  <a:lnTo>
                    <a:pt x="33681" y="10313"/>
                  </a:lnTo>
                  <a:lnTo>
                    <a:pt x="33701" y="10172"/>
                  </a:lnTo>
                  <a:lnTo>
                    <a:pt x="33701" y="10030"/>
                  </a:lnTo>
                  <a:lnTo>
                    <a:pt x="33681" y="9889"/>
                  </a:lnTo>
                  <a:lnTo>
                    <a:pt x="33641" y="9768"/>
                  </a:lnTo>
                  <a:lnTo>
                    <a:pt x="33600" y="9627"/>
                  </a:lnTo>
                  <a:lnTo>
                    <a:pt x="33459" y="9385"/>
                  </a:lnTo>
                  <a:lnTo>
                    <a:pt x="33298" y="9163"/>
                  </a:lnTo>
                  <a:lnTo>
                    <a:pt x="33136" y="8961"/>
                  </a:lnTo>
                  <a:lnTo>
                    <a:pt x="32833" y="8618"/>
                  </a:lnTo>
                  <a:lnTo>
                    <a:pt x="32511" y="8275"/>
                  </a:lnTo>
                  <a:lnTo>
                    <a:pt x="32188" y="7952"/>
                  </a:lnTo>
                  <a:lnTo>
                    <a:pt x="31824" y="7629"/>
                  </a:lnTo>
                  <a:lnTo>
                    <a:pt x="31481" y="7306"/>
                  </a:lnTo>
                  <a:lnTo>
                    <a:pt x="31098" y="7003"/>
                  </a:lnTo>
                  <a:lnTo>
                    <a:pt x="30714" y="6701"/>
                  </a:lnTo>
                  <a:lnTo>
                    <a:pt x="30311" y="6398"/>
                  </a:lnTo>
                  <a:lnTo>
                    <a:pt x="29907" y="6095"/>
                  </a:lnTo>
                  <a:lnTo>
                    <a:pt x="29483" y="5813"/>
                  </a:lnTo>
                  <a:lnTo>
                    <a:pt x="29040" y="5530"/>
                  </a:lnTo>
                  <a:lnTo>
                    <a:pt x="28575" y="5268"/>
                  </a:lnTo>
                  <a:lnTo>
                    <a:pt x="28111" y="5006"/>
                  </a:lnTo>
                  <a:lnTo>
                    <a:pt x="27627" y="4743"/>
                  </a:lnTo>
                  <a:lnTo>
                    <a:pt x="26638" y="4259"/>
                  </a:lnTo>
                  <a:lnTo>
                    <a:pt x="25569" y="3775"/>
                  </a:lnTo>
                  <a:lnTo>
                    <a:pt x="24963" y="3512"/>
                  </a:lnTo>
                  <a:lnTo>
                    <a:pt x="24317" y="3250"/>
                  </a:lnTo>
                  <a:lnTo>
                    <a:pt x="23591" y="2988"/>
                  </a:lnTo>
                  <a:lnTo>
                    <a:pt x="22824" y="2725"/>
                  </a:lnTo>
                  <a:lnTo>
                    <a:pt x="21977" y="2443"/>
                  </a:lnTo>
                  <a:lnTo>
                    <a:pt x="21068" y="2180"/>
                  </a:lnTo>
                  <a:lnTo>
                    <a:pt x="20100" y="1898"/>
                  </a:lnTo>
                  <a:lnTo>
                    <a:pt x="19050" y="1636"/>
                  </a:lnTo>
                  <a:lnTo>
                    <a:pt x="17920" y="1373"/>
                  </a:lnTo>
                  <a:lnTo>
                    <a:pt x="16710" y="1111"/>
                  </a:lnTo>
                  <a:lnTo>
                    <a:pt x="15398" y="869"/>
                  </a:lnTo>
                  <a:lnTo>
                    <a:pt x="14026" y="627"/>
                  </a:lnTo>
                  <a:lnTo>
                    <a:pt x="12552" y="405"/>
                  </a:lnTo>
                  <a:lnTo>
                    <a:pt x="10978" y="183"/>
                  </a:lnTo>
                  <a:lnTo>
                    <a:pt x="10413" y="122"/>
                  </a:lnTo>
                  <a:lnTo>
                    <a:pt x="9889" y="62"/>
                  </a:lnTo>
                  <a:lnTo>
                    <a:pt x="9344" y="41"/>
                  </a:lnTo>
                  <a:lnTo>
                    <a:pt x="8839" y="21"/>
                  </a:lnTo>
                  <a:lnTo>
                    <a:pt x="83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34" name="Google Shape;3634;p45"/>
          <p:cNvSpPr/>
          <p:nvPr/>
        </p:nvSpPr>
        <p:spPr>
          <a:xfrm>
            <a:off x="131905" y="3777016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5" name="Google Shape;3635;p45"/>
          <p:cNvSpPr/>
          <p:nvPr/>
        </p:nvSpPr>
        <p:spPr>
          <a:xfrm rot="5400000">
            <a:off x="739740" y="4382123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6" name="Google Shape;3636;p45"/>
          <p:cNvSpPr/>
          <p:nvPr/>
        </p:nvSpPr>
        <p:spPr>
          <a:xfrm rot="5400000">
            <a:off x="131905" y="4382118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37" name="Google Shape;3637;p45"/>
          <p:cNvGrpSpPr/>
          <p:nvPr/>
        </p:nvGrpSpPr>
        <p:grpSpPr>
          <a:xfrm>
            <a:off x="7934296" y="4599416"/>
            <a:ext cx="1209708" cy="1147945"/>
            <a:chOff x="5235125" y="2636100"/>
            <a:chExt cx="796175" cy="755525"/>
          </a:xfrm>
        </p:grpSpPr>
        <p:sp>
          <p:nvSpPr>
            <p:cNvPr id="3638" name="Google Shape;3638;p45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5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5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5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5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5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45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5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5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45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45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5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5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5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5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5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5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5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5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5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5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5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5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5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5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02" name="Google Shape;3702;p45"/>
          <p:cNvSpPr txBox="1"/>
          <p:nvPr>
            <p:ph idx="1" type="body"/>
          </p:nvPr>
        </p:nvSpPr>
        <p:spPr>
          <a:xfrm>
            <a:off x="713225" y="844300"/>
            <a:ext cx="3402900" cy="72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800">
                <a:latin typeface="Lexend Deca"/>
                <a:ea typeface="Lexend Deca"/>
                <a:cs typeface="Lexend Deca"/>
                <a:sym typeface="Lexend Deca"/>
              </a:defRPr>
            </a:lvl1pPr>
          </a:lstStyle>
          <a:p/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703" name="Shape 3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4" name="Google Shape;3704;p46"/>
          <p:cNvSpPr txBox="1"/>
          <p:nvPr>
            <p:ph hasCustomPrompt="1" type="title"/>
          </p:nvPr>
        </p:nvSpPr>
        <p:spPr>
          <a:xfrm>
            <a:off x="1517400" y="1704150"/>
            <a:ext cx="6109200" cy="137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0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705" name="Google Shape;3705;p46"/>
          <p:cNvSpPr txBox="1"/>
          <p:nvPr>
            <p:ph idx="1" type="body"/>
          </p:nvPr>
        </p:nvSpPr>
        <p:spPr>
          <a:xfrm>
            <a:off x="1576800" y="3241200"/>
            <a:ext cx="59904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rtl="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rtl="0" algn="ctr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rtl="0" algn="ctr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rtl="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rtl="0" algn="ctr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rtl="0" algn="ctr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rtl="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rtl="0" algn="ctr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rtl="0" algn="ctr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3706" name="Google Shape;3706;p46"/>
          <p:cNvSpPr/>
          <p:nvPr/>
        </p:nvSpPr>
        <p:spPr>
          <a:xfrm flipH="1">
            <a:off x="7635600" y="-11400"/>
            <a:ext cx="1521600" cy="5166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7" name="Google Shape;3707;p46"/>
          <p:cNvSpPr/>
          <p:nvPr/>
        </p:nvSpPr>
        <p:spPr>
          <a:xfrm flipH="1">
            <a:off x="-99" y="-11400"/>
            <a:ext cx="1521600" cy="5166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8" name="Google Shape;3708;p46"/>
          <p:cNvSpPr/>
          <p:nvPr/>
        </p:nvSpPr>
        <p:spPr>
          <a:xfrm flipH="1" rot="10800000">
            <a:off x="-5" y="10453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9" name="Google Shape;3709;p46"/>
          <p:cNvSpPr/>
          <p:nvPr/>
        </p:nvSpPr>
        <p:spPr>
          <a:xfrm rot="10800000">
            <a:off x="333238" y="144117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0" name="Google Shape;3710;p46"/>
          <p:cNvSpPr/>
          <p:nvPr/>
        </p:nvSpPr>
        <p:spPr>
          <a:xfrm>
            <a:off x="8457005" y="3773706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1" name="Google Shape;3711;p46"/>
          <p:cNvSpPr/>
          <p:nvPr/>
        </p:nvSpPr>
        <p:spPr>
          <a:xfrm rot="5400000">
            <a:off x="8457005" y="4378808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12" name="Google Shape;3712;p46"/>
          <p:cNvGrpSpPr/>
          <p:nvPr/>
        </p:nvGrpSpPr>
        <p:grpSpPr>
          <a:xfrm>
            <a:off x="3970508" y="100006"/>
            <a:ext cx="1202833" cy="365416"/>
            <a:chOff x="3973358" y="4599416"/>
            <a:chExt cx="1202833" cy="365416"/>
          </a:xfrm>
        </p:grpSpPr>
        <p:sp>
          <p:nvSpPr>
            <p:cNvPr id="3713" name="Google Shape;3713;p46"/>
            <p:cNvSpPr/>
            <p:nvPr/>
          </p:nvSpPr>
          <p:spPr>
            <a:xfrm>
              <a:off x="4465301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6"/>
            <p:cNvSpPr/>
            <p:nvPr/>
          </p:nvSpPr>
          <p:spPr>
            <a:xfrm>
              <a:off x="4632321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6"/>
            <p:cNvSpPr/>
            <p:nvPr/>
          </p:nvSpPr>
          <p:spPr>
            <a:xfrm>
              <a:off x="4466821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6"/>
            <p:cNvSpPr/>
            <p:nvPr/>
          </p:nvSpPr>
          <p:spPr>
            <a:xfrm>
              <a:off x="4630042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6"/>
            <p:cNvSpPr/>
            <p:nvPr/>
          </p:nvSpPr>
          <p:spPr>
            <a:xfrm>
              <a:off x="4796303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6"/>
            <p:cNvSpPr/>
            <p:nvPr/>
          </p:nvSpPr>
          <p:spPr>
            <a:xfrm>
              <a:off x="4459186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6"/>
            <p:cNvSpPr/>
            <p:nvPr/>
          </p:nvSpPr>
          <p:spPr>
            <a:xfrm>
              <a:off x="4631562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6"/>
            <p:cNvSpPr/>
            <p:nvPr/>
          </p:nvSpPr>
          <p:spPr>
            <a:xfrm>
              <a:off x="4796303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6"/>
            <p:cNvSpPr/>
            <p:nvPr/>
          </p:nvSpPr>
          <p:spPr>
            <a:xfrm>
              <a:off x="4797100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6"/>
            <p:cNvSpPr/>
            <p:nvPr/>
          </p:nvSpPr>
          <p:spPr>
            <a:xfrm>
              <a:off x="4961082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6"/>
            <p:cNvSpPr/>
            <p:nvPr/>
          </p:nvSpPr>
          <p:spPr>
            <a:xfrm>
              <a:off x="4303599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6"/>
            <p:cNvSpPr/>
            <p:nvPr/>
          </p:nvSpPr>
          <p:spPr>
            <a:xfrm>
              <a:off x="4303599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6"/>
            <p:cNvSpPr/>
            <p:nvPr/>
          </p:nvSpPr>
          <p:spPr>
            <a:xfrm>
              <a:off x="4960322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6"/>
            <p:cNvSpPr/>
            <p:nvPr/>
          </p:nvSpPr>
          <p:spPr>
            <a:xfrm>
              <a:off x="4959524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6"/>
            <p:cNvSpPr/>
            <p:nvPr/>
          </p:nvSpPr>
          <p:spPr>
            <a:xfrm>
              <a:off x="4302840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6"/>
            <p:cNvSpPr/>
            <p:nvPr/>
          </p:nvSpPr>
          <p:spPr>
            <a:xfrm>
              <a:off x="4138858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6"/>
            <p:cNvSpPr/>
            <p:nvPr/>
          </p:nvSpPr>
          <p:spPr>
            <a:xfrm>
              <a:off x="3973358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6"/>
            <p:cNvSpPr/>
            <p:nvPr/>
          </p:nvSpPr>
          <p:spPr>
            <a:xfrm>
              <a:off x="4137339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6"/>
            <p:cNvSpPr/>
            <p:nvPr/>
          </p:nvSpPr>
          <p:spPr>
            <a:xfrm>
              <a:off x="4135060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6"/>
            <p:cNvSpPr/>
            <p:nvPr/>
          </p:nvSpPr>
          <p:spPr>
            <a:xfrm>
              <a:off x="5121986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6"/>
            <p:cNvSpPr/>
            <p:nvPr/>
          </p:nvSpPr>
          <p:spPr>
            <a:xfrm>
              <a:off x="5124303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6"/>
            <p:cNvSpPr/>
            <p:nvPr/>
          </p:nvSpPr>
          <p:spPr>
            <a:xfrm>
              <a:off x="3974877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6"/>
            <p:cNvSpPr/>
            <p:nvPr/>
          </p:nvSpPr>
          <p:spPr>
            <a:xfrm>
              <a:off x="3975637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6"/>
            <p:cNvSpPr/>
            <p:nvPr/>
          </p:nvSpPr>
          <p:spPr>
            <a:xfrm>
              <a:off x="5125063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7" name="Google Shape;3737;p46"/>
          <p:cNvGrpSpPr/>
          <p:nvPr/>
        </p:nvGrpSpPr>
        <p:grpSpPr>
          <a:xfrm>
            <a:off x="3973358" y="4712231"/>
            <a:ext cx="1202833" cy="365416"/>
            <a:chOff x="3973358" y="4599416"/>
            <a:chExt cx="1202833" cy="365416"/>
          </a:xfrm>
        </p:grpSpPr>
        <p:sp>
          <p:nvSpPr>
            <p:cNvPr id="3738" name="Google Shape;3738;p46"/>
            <p:cNvSpPr/>
            <p:nvPr/>
          </p:nvSpPr>
          <p:spPr>
            <a:xfrm>
              <a:off x="4465301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6"/>
            <p:cNvSpPr/>
            <p:nvPr/>
          </p:nvSpPr>
          <p:spPr>
            <a:xfrm>
              <a:off x="4632321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6"/>
            <p:cNvSpPr/>
            <p:nvPr/>
          </p:nvSpPr>
          <p:spPr>
            <a:xfrm>
              <a:off x="4466821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6"/>
            <p:cNvSpPr/>
            <p:nvPr/>
          </p:nvSpPr>
          <p:spPr>
            <a:xfrm>
              <a:off x="4630042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6"/>
            <p:cNvSpPr/>
            <p:nvPr/>
          </p:nvSpPr>
          <p:spPr>
            <a:xfrm>
              <a:off x="4796303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6"/>
            <p:cNvSpPr/>
            <p:nvPr/>
          </p:nvSpPr>
          <p:spPr>
            <a:xfrm>
              <a:off x="4459186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6"/>
            <p:cNvSpPr/>
            <p:nvPr/>
          </p:nvSpPr>
          <p:spPr>
            <a:xfrm>
              <a:off x="4631562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6"/>
            <p:cNvSpPr/>
            <p:nvPr/>
          </p:nvSpPr>
          <p:spPr>
            <a:xfrm>
              <a:off x="4796303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46"/>
            <p:cNvSpPr/>
            <p:nvPr/>
          </p:nvSpPr>
          <p:spPr>
            <a:xfrm>
              <a:off x="4797100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46"/>
            <p:cNvSpPr/>
            <p:nvPr/>
          </p:nvSpPr>
          <p:spPr>
            <a:xfrm>
              <a:off x="4961082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6"/>
            <p:cNvSpPr/>
            <p:nvPr/>
          </p:nvSpPr>
          <p:spPr>
            <a:xfrm>
              <a:off x="4303599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6"/>
            <p:cNvSpPr/>
            <p:nvPr/>
          </p:nvSpPr>
          <p:spPr>
            <a:xfrm>
              <a:off x="4303599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6"/>
            <p:cNvSpPr/>
            <p:nvPr/>
          </p:nvSpPr>
          <p:spPr>
            <a:xfrm>
              <a:off x="4960322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6"/>
            <p:cNvSpPr/>
            <p:nvPr/>
          </p:nvSpPr>
          <p:spPr>
            <a:xfrm>
              <a:off x="4959524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6"/>
            <p:cNvSpPr/>
            <p:nvPr/>
          </p:nvSpPr>
          <p:spPr>
            <a:xfrm>
              <a:off x="4302840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6"/>
            <p:cNvSpPr/>
            <p:nvPr/>
          </p:nvSpPr>
          <p:spPr>
            <a:xfrm>
              <a:off x="4138858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6"/>
            <p:cNvSpPr/>
            <p:nvPr/>
          </p:nvSpPr>
          <p:spPr>
            <a:xfrm>
              <a:off x="3973358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6"/>
            <p:cNvSpPr/>
            <p:nvPr/>
          </p:nvSpPr>
          <p:spPr>
            <a:xfrm>
              <a:off x="4137339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6"/>
            <p:cNvSpPr/>
            <p:nvPr/>
          </p:nvSpPr>
          <p:spPr>
            <a:xfrm>
              <a:off x="4135060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6"/>
            <p:cNvSpPr/>
            <p:nvPr/>
          </p:nvSpPr>
          <p:spPr>
            <a:xfrm>
              <a:off x="5121986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6"/>
            <p:cNvSpPr/>
            <p:nvPr/>
          </p:nvSpPr>
          <p:spPr>
            <a:xfrm>
              <a:off x="5124303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6"/>
            <p:cNvSpPr/>
            <p:nvPr/>
          </p:nvSpPr>
          <p:spPr>
            <a:xfrm>
              <a:off x="3974877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6"/>
            <p:cNvSpPr/>
            <p:nvPr/>
          </p:nvSpPr>
          <p:spPr>
            <a:xfrm>
              <a:off x="3975637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46"/>
            <p:cNvSpPr/>
            <p:nvPr/>
          </p:nvSpPr>
          <p:spPr>
            <a:xfrm>
              <a:off x="5125063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62" name="Google Shape;3762;p46"/>
          <p:cNvSpPr/>
          <p:nvPr/>
        </p:nvSpPr>
        <p:spPr>
          <a:xfrm flipH="1">
            <a:off x="307771" y="1300619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3" name="Google Shape;3763;p46"/>
          <p:cNvSpPr/>
          <p:nvPr/>
        </p:nvSpPr>
        <p:spPr>
          <a:xfrm flipH="1">
            <a:off x="456659" y="142355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4" name="Google Shape;3764;p46"/>
          <p:cNvSpPr/>
          <p:nvPr/>
        </p:nvSpPr>
        <p:spPr>
          <a:xfrm flipH="1">
            <a:off x="8159359" y="24172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5" name="Google Shape;3765;p46"/>
          <p:cNvSpPr/>
          <p:nvPr/>
        </p:nvSpPr>
        <p:spPr>
          <a:xfrm flipH="1">
            <a:off x="7817505" y="141844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6" name="Google Shape;3766;p46"/>
          <p:cNvSpPr/>
          <p:nvPr/>
        </p:nvSpPr>
        <p:spPr>
          <a:xfrm flipH="1">
            <a:off x="8278947" y="32860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7" name="Google Shape;3767;p46"/>
          <p:cNvSpPr/>
          <p:nvPr/>
        </p:nvSpPr>
        <p:spPr>
          <a:xfrm flipH="1">
            <a:off x="7919037" y="152562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8" name="Google Shape;3768;p46"/>
          <p:cNvSpPr/>
          <p:nvPr/>
        </p:nvSpPr>
        <p:spPr>
          <a:xfrm flipH="1">
            <a:off x="8379359" y="44030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9" name="Google Shape;3769;p46"/>
          <p:cNvSpPr/>
          <p:nvPr/>
        </p:nvSpPr>
        <p:spPr>
          <a:xfrm flipH="1">
            <a:off x="8538419" y="58247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0" name="Google Shape;3770;p46"/>
          <p:cNvSpPr/>
          <p:nvPr/>
        </p:nvSpPr>
        <p:spPr>
          <a:xfrm flipH="1">
            <a:off x="8619666" y="69300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1" name="Google Shape;3771;p46"/>
          <p:cNvSpPr/>
          <p:nvPr/>
        </p:nvSpPr>
        <p:spPr>
          <a:xfrm flipH="1">
            <a:off x="8688489" y="83405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2" name="Google Shape;3772;p46"/>
          <p:cNvSpPr/>
          <p:nvPr/>
        </p:nvSpPr>
        <p:spPr>
          <a:xfrm flipH="1">
            <a:off x="8662547" y="85888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3" name="Google Shape;3773;p46"/>
          <p:cNvSpPr/>
          <p:nvPr/>
        </p:nvSpPr>
        <p:spPr>
          <a:xfrm flipH="1">
            <a:off x="-1651941" y="3249282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4" name="Google Shape;3774;p46"/>
          <p:cNvSpPr/>
          <p:nvPr/>
        </p:nvSpPr>
        <p:spPr>
          <a:xfrm flipH="1">
            <a:off x="-682782" y="3372276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5" name="Google Shape;3775;p46"/>
          <p:cNvSpPr/>
          <p:nvPr/>
        </p:nvSpPr>
        <p:spPr>
          <a:xfrm flipH="1">
            <a:off x="200616" y="3627209"/>
            <a:ext cx="794334" cy="541632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6" name="Google Shape;3776;p46"/>
          <p:cNvSpPr/>
          <p:nvPr/>
        </p:nvSpPr>
        <p:spPr>
          <a:xfrm flipH="1">
            <a:off x="719610" y="3878788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7" name="Google Shape;3777;p46"/>
          <p:cNvSpPr/>
          <p:nvPr/>
        </p:nvSpPr>
        <p:spPr>
          <a:xfrm flipH="1">
            <a:off x="695905" y="3902492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8" name="Google Shape;3778;p46"/>
          <p:cNvSpPr/>
          <p:nvPr/>
        </p:nvSpPr>
        <p:spPr>
          <a:xfrm flipH="1">
            <a:off x="8234036" y="20053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9" name="Google Shape;3779;p46"/>
          <p:cNvSpPr/>
          <p:nvPr/>
        </p:nvSpPr>
        <p:spPr>
          <a:xfrm flipH="1">
            <a:off x="8761836" y="36916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0" name="Google Shape;3780;p46"/>
          <p:cNvSpPr/>
          <p:nvPr/>
        </p:nvSpPr>
        <p:spPr>
          <a:xfrm flipH="1">
            <a:off x="8862311" y="1431335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1" name="Google Shape;3781;p46"/>
          <p:cNvSpPr/>
          <p:nvPr/>
        </p:nvSpPr>
        <p:spPr>
          <a:xfrm flipH="1">
            <a:off x="1261229" y="19037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2" name="Google Shape;3782;p46"/>
          <p:cNvSpPr/>
          <p:nvPr/>
        </p:nvSpPr>
        <p:spPr>
          <a:xfrm flipH="1">
            <a:off x="403236" y="20561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3" name="Google Shape;3783;p46"/>
          <p:cNvSpPr/>
          <p:nvPr/>
        </p:nvSpPr>
        <p:spPr>
          <a:xfrm flipH="1">
            <a:off x="555636" y="37325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4" name="Google Shape;3784;p46"/>
          <p:cNvSpPr/>
          <p:nvPr/>
        </p:nvSpPr>
        <p:spPr>
          <a:xfrm flipH="1">
            <a:off x="1089036" y="4189710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3785" name="Shape 378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3786" name="Shape 3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7" name="Google Shape;3787;p48"/>
          <p:cNvSpPr txBox="1"/>
          <p:nvPr>
            <p:ph idx="1" type="subTitle"/>
          </p:nvPr>
        </p:nvSpPr>
        <p:spPr>
          <a:xfrm>
            <a:off x="714799" y="1926081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88" name="Google Shape;3788;p48"/>
          <p:cNvSpPr txBox="1"/>
          <p:nvPr>
            <p:ph idx="2" type="subTitle"/>
          </p:nvPr>
        </p:nvSpPr>
        <p:spPr>
          <a:xfrm>
            <a:off x="871699" y="2293986"/>
            <a:ext cx="2255700" cy="39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89" name="Google Shape;3789;p48"/>
          <p:cNvSpPr txBox="1"/>
          <p:nvPr>
            <p:ph idx="3" type="subTitle"/>
          </p:nvPr>
        </p:nvSpPr>
        <p:spPr>
          <a:xfrm>
            <a:off x="714799" y="3813768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0" name="Google Shape;3790;p48"/>
          <p:cNvSpPr txBox="1"/>
          <p:nvPr>
            <p:ph idx="4" type="subTitle"/>
          </p:nvPr>
        </p:nvSpPr>
        <p:spPr>
          <a:xfrm>
            <a:off x="871699" y="4178202"/>
            <a:ext cx="22557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1" name="Google Shape;3791;p48"/>
          <p:cNvSpPr txBox="1"/>
          <p:nvPr>
            <p:ph hasCustomPrompt="1" type="title"/>
          </p:nvPr>
        </p:nvSpPr>
        <p:spPr>
          <a:xfrm>
            <a:off x="1600099" y="1282367"/>
            <a:ext cx="7989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3792" name="Google Shape;3792;p48"/>
          <p:cNvSpPr txBox="1"/>
          <p:nvPr>
            <p:ph hasCustomPrompt="1" idx="5" type="title"/>
          </p:nvPr>
        </p:nvSpPr>
        <p:spPr>
          <a:xfrm>
            <a:off x="4174200" y="1282367"/>
            <a:ext cx="7956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3793" name="Google Shape;3793;p48"/>
          <p:cNvSpPr txBox="1"/>
          <p:nvPr>
            <p:ph idx="6"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794" name="Google Shape;3794;p48"/>
          <p:cNvSpPr/>
          <p:nvPr/>
        </p:nvSpPr>
        <p:spPr>
          <a:xfrm flipH="1">
            <a:off x="8540" y="15950"/>
            <a:ext cx="7314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5" name="Google Shape;3795;p48"/>
          <p:cNvSpPr txBox="1"/>
          <p:nvPr>
            <p:ph idx="7" type="subTitle"/>
          </p:nvPr>
        </p:nvSpPr>
        <p:spPr>
          <a:xfrm>
            <a:off x="3287250" y="1926081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6" name="Google Shape;3796;p48"/>
          <p:cNvSpPr txBox="1"/>
          <p:nvPr>
            <p:ph idx="8" type="subTitle"/>
          </p:nvPr>
        </p:nvSpPr>
        <p:spPr>
          <a:xfrm>
            <a:off x="3444150" y="2293986"/>
            <a:ext cx="2255700" cy="39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7" name="Google Shape;3797;p48"/>
          <p:cNvSpPr txBox="1"/>
          <p:nvPr>
            <p:ph idx="9" type="subTitle"/>
          </p:nvPr>
        </p:nvSpPr>
        <p:spPr>
          <a:xfrm>
            <a:off x="3287250" y="3813768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8" name="Google Shape;3798;p48"/>
          <p:cNvSpPr txBox="1"/>
          <p:nvPr>
            <p:ph idx="13" type="subTitle"/>
          </p:nvPr>
        </p:nvSpPr>
        <p:spPr>
          <a:xfrm>
            <a:off x="3444150" y="4178202"/>
            <a:ext cx="22557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9" name="Google Shape;3799;p48"/>
          <p:cNvSpPr txBox="1"/>
          <p:nvPr>
            <p:ph hasCustomPrompt="1" idx="14" type="title"/>
          </p:nvPr>
        </p:nvSpPr>
        <p:spPr>
          <a:xfrm>
            <a:off x="1600999" y="3175731"/>
            <a:ext cx="7971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3800" name="Google Shape;3800;p48"/>
          <p:cNvSpPr txBox="1"/>
          <p:nvPr>
            <p:ph hasCustomPrompt="1" idx="15" type="title"/>
          </p:nvPr>
        </p:nvSpPr>
        <p:spPr>
          <a:xfrm>
            <a:off x="4172550" y="3175731"/>
            <a:ext cx="7989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grpSp>
        <p:nvGrpSpPr>
          <p:cNvPr id="3801" name="Google Shape;3801;p48"/>
          <p:cNvGrpSpPr/>
          <p:nvPr/>
        </p:nvGrpSpPr>
        <p:grpSpPr>
          <a:xfrm rot="2456699">
            <a:off x="-1168525" y="4122558"/>
            <a:ext cx="2289126" cy="1739695"/>
            <a:chOff x="-1055215" y="-5268675"/>
            <a:chExt cx="2289244" cy="1739785"/>
          </a:xfrm>
        </p:grpSpPr>
        <p:sp>
          <p:nvSpPr>
            <p:cNvPr id="3802" name="Google Shape;3802;p48"/>
            <p:cNvSpPr/>
            <p:nvPr/>
          </p:nvSpPr>
          <p:spPr>
            <a:xfrm flipH="1">
              <a:off x="-1055215" y="-5268675"/>
              <a:ext cx="2289244" cy="1739785"/>
            </a:xfrm>
            <a:custGeom>
              <a:rect b="b" l="l" r="r" t="t"/>
              <a:pathLst>
                <a:path extrusionOk="0" h="31119" w="40947">
                  <a:moveTo>
                    <a:pt x="32571" y="82"/>
                  </a:moveTo>
                  <a:lnTo>
                    <a:pt x="33116" y="102"/>
                  </a:lnTo>
                  <a:lnTo>
                    <a:pt x="33601" y="162"/>
                  </a:lnTo>
                  <a:lnTo>
                    <a:pt x="33823" y="203"/>
                  </a:lnTo>
                  <a:lnTo>
                    <a:pt x="34024" y="243"/>
                  </a:lnTo>
                  <a:lnTo>
                    <a:pt x="34206" y="304"/>
                  </a:lnTo>
                  <a:lnTo>
                    <a:pt x="34388" y="384"/>
                  </a:lnTo>
                  <a:lnTo>
                    <a:pt x="34549" y="465"/>
                  </a:lnTo>
                  <a:lnTo>
                    <a:pt x="34690" y="546"/>
                  </a:lnTo>
                  <a:lnTo>
                    <a:pt x="34832" y="647"/>
                  </a:lnTo>
                  <a:lnTo>
                    <a:pt x="34933" y="748"/>
                  </a:lnTo>
                  <a:lnTo>
                    <a:pt x="35033" y="869"/>
                  </a:lnTo>
                  <a:lnTo>
                    <a:pt x="35134" y="990"/>
                  </a:lnTo>
                  <a:lnTo>
                    <a:pt x="35195" y="1131"/>
                  </a:lnTo>
                  <a:lnTo>
                    <a:pt x="35255" y="1272"/>
                  </a:lnTo>
                  <a:lnTo>
                    <a:pt x="35296" y="1454"/>
                  </a:lnTo>
                  <a:lnTo>
                    <a:pt x="35316" y="1656"/>
                  </a:lnTo>
                  <a:lnTo>
                    <a:pt x="35336" y="1858"/>
                  </a:lnTo>
                  <a:lnTo>
                    <a:pt x="35316" y="2059"/>
                  </a:lnTo>
                  <a:lnTo>
                    <a:pt x="35235" y="2443"/>
                  </a:lnTo>
                  <a:lnTo>
                    <a:pt x="35155" y="2826"/>
                  </a:lnTo>
                  <a:lnTo>
                    <a:pt x="35074" y="3169"/>
                  </a:lnTo>
                  <a:lnTo>
                    <a:pt x="34993" y="3492"/>
                  </a:lnTo>
                  <a:lnTo>
                    <a:pt x="34973" y="3835"/>
                  </a:lnTo>
                  <a:lnTo>
                    <a:pt x="34973" y="3997"/>
                  </a:lnTo>
                  <a:lnTo>
                    <a:pt x="34973" y="4158"/>
                  </a:lnTo>
                  <a:lnTo>
                    <a:pt x="35033" y="4400"/>
                  </a:lnTo>
                  <a:lnTo>
                    <a:pt x="35094" y="4642"/>
                  </a:lnTo>
                  <a:lnTo>
                    <a:pt x="35175" y="4864"/>
                  </a:lnTo>
                  <a:lnTo>
                    <a:pt x="35276" y="5086"/>
                  </a:lnTo>
                  <a:lnTo>
                    <a:pt x="35498" y="5510"/>
                  </a:lnTo>
                  <a:lnTo>
                    <a:pt x="35760" y="5914"/>
                  </a:lnTo>
                  <a:lnTo>
                    <a:pt x="36083" y="6438"/>
                  </a:lnTo>
                  <a:lnTo>
                    <a:pt x="36486" y="7165"/>
                  </a:lnTo>
                  <a:lnTo>
                    <a:pt x="36890" y="7912"/>
                  </a:lnTo>
                  <a:lnTo>
                    <a:pt x="37273" y="8658"/>
                  </a:lnTo>
                  <a:lnTo>
                    <a:pt x="37637" y="9425"/>
                  </a:lnTo>
                  <a:lnTo>
                    <a:pt x="37980" y="10212"/>
                  </a:lnTo>
                  <a:lnTo>
                    <a:pt x="38303" y="10999"/>
                  </a:lnTo>
                  <a:lnTo>
                    <a:pt x="38625" y="11786"/>
                  </a:lnTo>
                  <a:lnTo>
                    <a:pt x="38908" y="12573"/>
                  </a:lnTo>
                  <a:lnTo>
                    <a:pt x="39170" y="13380"/>
                  </a:lnTo>
                  <a:lnTo>
                    <a:pt x="39412" y="14188"/>
                  </a:lnTo>
                  <a:lnTo>
                    <a:pt x="39655" y="14995"/>
                  </a:lnTo>
                  <a:lnTo>
                    <a:pt x="39856" y="15802"/>
                  </a:lnTo>
                  <a:lnTo>
                    <a:pt x="40038" y="16629"/>
                  </a:lnTo>
                  <a:lnTo>
                    <a:pt x="40220" y="17457"/>
                  </a:lnTo>
                  <a:lnTo>
                    <a:pt x="40361" y="18284"/>
                  </a:lnTo>
                  <a:lnTo>
                    <a:pt x="40502" y="19112"/>
                  </a:lnTo>
                  <a:lnTo>
                    <a:pt x="40603" y="19939"/>
                  </a:lnTo>
                  <a:lnTo>
                    <a:pt x="40704" y="20766"/>
                  </a:lnTo>
                  <a:lnTo>
                    <a:pt x="40765" y="21614"/>
                  </a:lnTo>
                  <a:lnTo>
                    <a:pt x="40825" y="22441"/>
                  </a:lnTo>
                  <a:lnTo>
                    <a:pt x="40845" y="23269"/>
                  </a:lnTo>
                  <a:lnTo>
                    <a:pt x="40865" y="24116"/>
                  </a:lnTo>
                  <a:lnTo>
                    <a:pt x="40865" y="24944"/>
                  </a:lnTo>
                  <a:lnTo>
                    <a:pt x="40825" y="25771"/>
                  </a:lnTo>
                  <a:lnTo>
                    <a:pt x="40785" y="26437"/>
                  </a:lnTo>
                  <a:lnTo>
                    <a:pt x="40744" y="26800"/>
                  </a:lnTo>
                  <a:lnTo>
                    <a:pt x="40684" y="27163"/>
                  </a:lnTo>
                  <a:lnTo>
                    <a:pt x="40603" y="27547"/>
                  </a:lnTo>
                  <a:lnTo>
                    <a:pt x="40502" y="27950"/>
                  </a:lnTo>
                  <a:lnTo>
                    <a:pt x="40401" y="28334"/>
                  </a:lnTo>
                  <a:lnTo>
                    <a:pt x="40260" y="28717"/>
                  </a:lnTo>
                  <a:lnTo>
                    <a:pt x="40099" y="29081"/>
                  </a:lnTo>
                  <a:lnTo>
                    <a:pt x="39917" y="29424"/>
                  </a:lnTo>
                  <a:lnTo>
                    <a:pt x="39695" y="29767"/>
                  </a:lnTo>
                  <a:lnTo>
                    <a:pt x="39453" y="30069"/>
                  </a:lnTo>
                  <a:lnTo>
                    <a:pt x="39191" y="30332"/>
                  </a:lnTo>
                  <a:lnTo>
                    <a:pt x="39029" y="30453"/>
                  </a:lnTo>
                  <a:lnTo>
                    <a:pt x="38868" y="30574"/>
                  </a:lnTo>
                  <a:lnTo>
                    <a:pt x="38706" y="30675"/>
                  </a:lnTo>
                  <a:lnTo>
                    <a:pt x="38525" y="30776"/>
                  </a:lnTo>
                  <a:lnTo>
                    <a:pt x="38343" y="30856"/>
                  </a:lnTo>
                  <a:lnTo>
                    <a:pt x="38141" y="30917"/>
                  </a:lnTo>
                  <a:lnTo>
                    <a:pt x="37960" y="30977"/>
                  </a:lnTo>
                  <a:lnTo>
                    <a:pt x="37758" y="30998"/>
                  </a:lnTo>
                  <a:lnTo>
                    <a:pt x="37394" y="31038"/>
                  </a:lnTo>
                  <a:lnTo>
                    <a:pt x="37011" y="31038"/>
                  </a:lnTo>
                  <a:lnTo>
                    <a:pt x="36628" y="30998"/>
                  </a:lnTo>
                  <a:lnTo>
                    <a:pt x="36244" y="30937"/>
                  </a:lnTo>
                  <a:lnTo>
                    <a:pt x="35881" y="30836"/>
                  </a:lnTo>
                  <a:lnTo>
                    <a:pt x="35538" y="30735"/>
                  </a:lnTo>
                  <a:lnTo>
                    <a:pt x="35215" y="30634"/>
                  </a:lnTo>
                  <a:lnTo>
                    <a:pt x="34690" y="30433"/>
                  </a:lnTo>
                  <a:lnTo>
                    <a:pt x="34186" y="30231"/>
                  </a:lnTo>
                  <a:lnTo>
                    <a:pt x="33681" y="30009"/>
                  </a:lnTo>
                  <a:lnTo>
                    <a:pt x="33177" y="29767"/>
                  </a:lnTo>
                  <a:lnTo>
                    <a:pt x="32693" y="29524"/>
                  </a:lnTo>
                  <a:lnTo>
                    <a:pt x="32208" y="29262"/>
                  </a:lnTo>
                  <a:lnTo>
                    <a:pt x="31724" y="28980"/>
                  </a:lnTo>
                  <a:lnTo>
                    <a:pt x="31260" y="28697"/>
                  </a:lnTo>
                  <a:lnTo>
                    <a:pt x="30796" y="28394"/>
                  </a:lnTo>
                  <a:lnTo>
                    <a:pt x="30331" y="28071"/>
                  </a:lnTo>
                  <a:lnTo>
                    <a:pt x="29888" y="27749"/>
                  </a:lnTo>
                  <a:lnTo>
                    <a:pt x="29444" y="27406"/>
                  </a:lnTo>
                  <a:lnTo>
                    <a:pt x="28576" y="26719"/>
                  </a:lnTo>
                  <a:lnTo>
                    <a:pt x="27728" y="25993"/>
                  </a:lnTo>
                  <a:lnTo>
                    <a:pt x="26901" y="25226"/>
                  </a:lnTo>
                  <a:lnTo>
                    <a:pt x="26094" y="24419"/>
                  </a:lnTo>
                  <a:lnTo>
                    <a:pt x="25307" y="23612"/>
                  </a:lnTo>
                  <a:lnTo>
                    <a:pt x="24540" y="22784"/>
                  </a:lnTo>
                  <a:lnTo>
                    <a:pt x="23773" y="21937"/>
                  </a:lnTo>
                  <a:lnTo>
                    <a:pt x="23026" y="21069"/>
                  </a:lnTo>
                  <a:lnTo>
                    <a:pt x="21573" y="19334"/>
                  </a:lnTo>
                  <a:lnTo>
                    <a:pt x="21150" y="18809"/>
                  </a:lnTo>
                  <a:lnTo>
                    <a:pt x="19757" y="17134"/>
                  </a:lnTo>
                  <a:lnTo>
                    <a:pt x="18345" y="15479"/>
                  </a:lnTo>
                  <a:lnTo>
                    <a:pt x="17638" y="14652"/>
                  </a:lnTo>
                  <a:lnTo>
                    <a:pt x="16892" y="13845"/>
                  </a:lnTo>
                  <a:lnTo>
                    <a:pt x="16145" y="13058"/>
                  </a:lnTo>
                  <a:lnTo>
                    <a:pt x="15378" y="12291"/>
                  </a:lnTo>
                  <a:lnTo>
                    <a:pt x="14591" y="11544"/>
                  </a:lnTo>
                  <a:lnTo>
                    <a:pt x="13804" y="10838"/>
                  </a:lnTo>
                  <a:lnTo>
                    <a:pt x="12977" y="10131"/>
                  </a:lnTo>
                  <a:lnTo>
                    <a:pt x="12129" y="9486"/>
                  </a:lnTo>
                  <a:lnTo>
                    <a:pt x="11261" y="8880"/>
                  </a:lnTo>
                  <a:lnTo>
                    <a:pt x="10797" y="8578"/>
                  </a:lnTo>
                  <a:lnTo>
                    <a:pt x="10353" y="8295"/>
                  </a:lnTo>
                  <a:lnTo>
                    <a:pt x="9889" y="8012"/>
                  </a:lnTo>
                  <a:lnTo>
                    <a:pt x="9425" y="7770"/>
                  </a:lnTo>
                  <a:lnTo>
                    <a:pt x="8941" y="7508"/>
                  </a:lnTo>
                  <a:lnTo>
                    <a:pt x="8456" y="7266"/>
                  </a:lnTo>
                  <a:lnTo>
                    <a:pt x="7911" y="7024"/>
                  </a:lnTo>
                  <a:lnTo>
                    <a:pt x="7346" y="6782"/>
                  </a:lnTo>
                  <a:lnTo>
                    <a:pt x="6781" y="6560"/>
                  </a:lnTo>
                  <a:lnTo>
                    <a:pt x="6196" y="6358"/>
                  </a:lnTo>
                  <a:lnTo>
                    <a:pt x="5066" y="5954"/>
                  </a:lnTo>
                  <a:lnTo>
                    <a:pt x="3916" y="5591"/>
                  </a:lnTo>
                  <a:lnTo>
                    <a:pt x="2342" y="5066"/>
                  </a:lnTo>
                  <a:lnTo>
                    <a:pt x="2079" y="4965"/>
                  </a:lnTo>
                  <a:lnTo>
                    <a:pt x="1716" y="4804"/>
                  </a:lnTo>
                  <a:lnTo>
                    <a:pt x="1313" y="4602"/>
                  </a:lnTo>
                  <a:lnTo>
                    <a:pt x="1111" y="4461"/>
                  </a:lnTo>
                  <a:lnTo>
                    <a:pt x="909" y="4340"/>
                  </a:lnTo>
                  <a:lnTo>
                    <a:pt x="727" y="4178"/>
                  </a:lnTo>
                  <a:lnTo>
                    <a:pt x="546" y="4017"/>
                  </a:lnTo>
                  <a:lnTo>
                    <a:pt x="384" y="3835"/>
                  </a:lnTo>
                  <a:lnTo>
                    <a:pt x="263" y="3633"/>
                  </a:lnTo>
                  <a:lnTo>
                    <a:pt x="162" y="3432"/>
                  </a:lnTo>
                  <a:lnTo>
                    <a:pt x="102" y="3210"/>
                  </a:lnTo>
                  <a:lnTo>
                    <a:pt x="82" y="2967"/>
                  </a:lnTo>
                  <a:lnTo>
                    <a:pt x="102" y="2725"/>
                  </a:lnTo>
                  <a:lnTo>
                    <a:pt x="162" y="2544"/>
                  </a:lnTo>
                  <a:lnTo>
                    <a:pt x="223" y="2382"/>
                  </a:lnTo>
                  <a:lnTo>
                    <a:pt x="324" y="2221"/>
                  </a:lnTo>
                  <a:lnTo>
                    <a:pt x="425" y="2080"/>
                  </a:lnTo>
                  <a:lnTo>
                    <a:pt x="526" y="1938"/>
                  </a:lnTo>
                  <a:lnTo>
                    <a:pt x="647" y="1837"/>
                  </a:lnTo>
                  <a:lnTo>
                    <a:pt x="889" y="1636"/>
                  </a:lnTo>
                  <a:lnTo>
                    <a:pt x="1070" y="1494"/>
                  </a:lnTo>
                  <a:lnTo>
                    <a:pt x="1272" y="1393"/>
                  </a:lnTo>
                  <a:lnTo>
                    <a:pt x="1474" y="1293"/>
                  </a:lnTo>
                  <a:lnTo>
                    <a:pt x="1676" y="1192"/>
                  </a:lnTo>
                  <a:lnTo>
                    <a:pt x="2100" y="1030"/>
                  </a:lnTo>
                  <a:lnTo>
                    <a:pt x="2523" y="909"/>
                  </a:lnTo>
                  <a:lnTo>
                    <a:pt x="2967" y="808"/>
                  </a:lnTo>
                  <a:lnTo>
                    <a:pt x="3411" y="727"/>
                  </a:lnTo>
                  <a:lnTo>
                    <a:pt x="3855" y="667"/>
                  </a:lnTo>
                  <a:lnTo>
                    <a:pt x="4279" y="627"/>
                  </a:lnTo>
                  <a:lnTo>
                    <a:pt x="5349" y="526"/>
                  </a:lnTo>
                  <a:lnTo>
                    <a:pt x="6438" y="465"/>
                  </a:lnTo>
                  <a:lnTo>
                    <a:pt x="7528" y="405"/>
                  </a:lnTo>
                  <a:lnTo>
                    <a:pt x="8598" y="364"/>
                  </a:lnTo>
                  <a:lnTo>
                    <a:pt x="10757" y="304"/>
                  </a:lnTo>
                  <a:lnTo>
                    <a:pt x="12896" y="284"/>
                  </a:lnTo>
                  <a:lnTo>
                    <a:pt x="32471" y="82"/>
                  </a:lnTo>
                  <a:close/>
                  <a:moveTo>
                    <a:pt x="32471" y="1"/>
                  </a:moveTo>
                  <a:lnTo>
                    <a:pt x="12896" y="203"/>
                  </a:lnTo>
                  <a:lnTo>
                    <a:pt x="10757" y="223"/>
                  </a:lnTo>
                  <a:lnTo>
                    <a:pt x="8598" y="284"/>
                  </a:lnTo>
                  <a:lnTo>
                    <a:pt x="7508" y="324"/>
                  </a:lnTo>
                  <a:lnTo>
                    <a:pt x="6438" y="384"/>
                  </a:lnTo>
                  <a:lnTo>
                    <a:pt x="5349" y="445"/>
                  </a:lnTo>
                  <a:lnTo>
                    <a:pt x="4279" y="546"/>
                  </a:lnTo>
                  <a:lnTo>
                    <a:pt x="3835" y="586"/>
                  </a:lnTo>
                  <a:lnTo>
                    <a:pt x="3391" y="647"/>
                  </a:lnTo>
                  <a:lnTo>
                    <a:pt x="2947" y="727"/>
                  </a:lnTo>
                  <a:lnTo>
                    <a:pt x="2503" y="828"/>
                  </a:lnTo>
                  <a:lnTo>
                    <a:pt x="2059" y="949"/>
                  </a:lnTo>
                  <a:lnTo>
                    <a:pt x="1635" y="1111"/>
                  </a:lnTo>
                  <a:lnTo>
                    <a:pt x="1434" y="1212"/>
                  </a:lnTo>
                  <a:lnTo>
                    <a:pt x="1232" y="1313"/>
                  </a:lnTo>
                  <a:lnTo>
                    <a:pt x="1030" y="1434"/>
                  </a:lnTo>
                  <a:lnTo>
                    <a:pt x="848" y="1575"/>
                  </a:lnTo>
                  <a:lnTo>
                    <a:pt x="586" y="1777"/>
                  </a:lnTo>
                  <a:lnTo>
                    <a:pt x="465" y="1898"/>
                  </a:lnTo>
                  <a:lnTo>
                    <a:pt x="344" y="2039"/>
                  </a:lnTo>
                  <a:lnTo>
                    <a:pt x="243" y="2180"/>
                  </a:lnTo>
                  <a:lnTo>
                    <a:pt x="142" y="2342"/>
                  </a:lnTo>
                  <a:lnTo>
                    <a:pt x="82" y="2524"/>
                  </a:lnTo>
                  <a:lnTo>
                    <a:pt x="21" y="2705"/>
                  </a:lnTo>
                  <a:lnTo>
                    <a:pt x="1" y="2846"/>
                  </a:lnTo>
                  <a:lnTo>
                    <a:pt x="1" y="2967"/>
                  </a:lnTo>
                  <a:lnTo>
                    <a:pt x="21" y="3210"/>
                  </a:lnTo>
                  <a:lnTo>
                    <a:pt x="82" y="3452"/>
                  </a:lnTo>
                  <a:lnTo>
                    <a:pt x="183" y="3674"/>
                  </a:lnTo>
                  <a:lnTo>
                    <a:pt x="324" y="3876"/>
                  </a:lnTo>
                  <a:lnTo>
                    <a:pt x="465" y="4057"/>
                  </a:lnTo>
                  <a:lnTo>
                    <a:pt x="647" y="4219"/>
                  </a:lnTo>
                  <a:lnTo>
                    <a:pt x="848" y="4380"/>
                  </a:lnTo>
                  <a:lnTo>
                    <a:pt x="1050" y="4521"/>
                  </a:lnTo>
                  <a:lnTo>
                    <a:pt x="1252" y="4663"/>
                  </a:lnTo>
                  <a:lnTo>
                    <a:pt x="1676" y="4864"/>
                  </a:lnTo>
                  <a:lnTo>
                    <a:pt x="2039" y="5026"/>
                  </a:lnTo>
                  <a:lnTo>
                    <a:pt x="2322" y="5147"/>
                  </a:lnTo>
                  <a:lnTo>
                    <a:pt x="3896" y="5651"/>
                  </a:lnTo>
                  <a:lnTo>
                    <a:pt x="5026" y="6035"/>
                  </a:lnTo>
                  <a:lnTo>
                    <a:pt x="6176" y="6438"/>
                  </a:lnTo>
                  <a:lnTo>
                    <a:pt x="6741" y="6640"/>
                  </a:lnTo>
                  <a:lnTo>
                    <a:pt x="7306" y="6862"/>
                  </a:lnTo>
                  <a:lnTo>
                    <a:pt x="7871" y="7104"/>
                  </a:lnTo>
                  <a:lnTo>
                    <a:pt x="8416" y="7347"/>
                  </a:lnTo>
                  <a:lnTo>
                    <a:pt x="8900" y="7589"/>
                  </a:lnTo>
                  <a:lnTo>
                    <a:pt x="9385" y="7831"/>
                  </a:lnTo>
                  <a:lnTo>
                    <a:pt x="9849" y="8093"/>
                  </a:lnTo>
                  <a:lnTo>
                    <a:pt x="10313" y="8356"/>
                  </a:lnTo>
                  <a:lnTo>
                    <a:pt x="10757" y="8638"/>
                  </a:lnTo>
                  <a:lnTo>
                    <a:pt x="11201" y="8941"/>
                  </a:lnTo>
                  <a:lnTo>
                    <a:pt x="12089" y="9546"/>
                  </a:lnTo>
                  <a:lnTo>
                    <a:pt x="12936" y="10212"/>
                  </a:lnTo>
                  <a:lnTo>
                    <a:pt x="13743" y="10898"/>
                  </a:lnTo>
                  <a:lnTo>
                    <a:pt x="14551" y="11605"/>
                  </a:lnTo>
                  <a:lnTo>
                    <a:pt x="15338" y="12351"/>
                  </a:lnTo>
                  <a:lnTo>
                    <a:pt x="16084" y="13118"/>
                  </a:lnTo>
                  <a:lnTo>
                    <a:pt x="16831" y="13905"/>
                  </a:lnTo>
                  <a:lnTo>
                    <a:pt x="17578" y="14712"/>
                  </a:lnTo>
                  <a:lnTo>
                    <a:pt x="18284" y="15519"/>
                  </a:lnTo>
                  <a:lnTo>
                    <a:pt x="19697" y="17194"/>
                  </a:lnTo>
                  <a:lnTo>
                    <a:pt x="21089" y="18869"/>
                  </a:lnTo>
                  <a:lnTo>
                    <a:pt x="21513" y="19394"/>
                  </a:lnTo>
                  <a:lnTo>
                    <a:pt x="22986" y="21130"/>
                  </a:lnTo>
                  <a:lnTo>
                    <a:pt x="23712" y="21977"/>
                  </a:lnTo>
                  <a:lnTo>
                    <a:pt x="24479" y="22845"/>
                  </a:lnTo>
                  <a:lnTo>
                    <a:pt x="25246" y="23672"/>
                  </a:lnTo>
                  <a:lnTo>
                    <a:pt x="26053" y="24500"/>
                  </a:lnTo>
                  <a:lnTo>
                    <a:pt x="26861" y="25287"/>
                  </a:lnTo>
                  <a:lnTo>
                    <a:pt x="27688" y="26053"/>
                  </a:lnTo>
                  <a:lnTo>
                    <a:pt x="28535" y="26780"/>
                  </a:lnTo>
                  <a:lnTo>
                    <a:pt x="29403" y="27486"/>
                  </a:lnTo>
                  <a:lnTo>
                    <a:pt x="29847" y="27809"/>
                  </a:lnTo>
                  <a:lnTo>
                    <a:pt x="30291" y="28152"/>
                  </a:lnTo>
                  <a:lnTo>
                    <a:pt x="30755" y="28455"/>
                  </a:lnTo>
                  <a:lnTo>
                    <a:pt x="31219" y="28758"/>
                  </a:lnTo>
                  <a:lnTo>
                    <a:pt x="31684" y="29040"/>
                  </a:lnTo>
                  <a:lnTo>
                    <a:pt x="32168" y="29323"/>
                  </a:lnTo>
                  <a:lnTo>
                    <a:pt x="32652" y="29585"/>
                  </a:lnTo>
                  <a:lnTo>
                    <a:pt x="33137" y="29847"/>
                  </a:lnTo>
                  <a:lnTo>
                    <a:pt x="33641" y="30090"/>
                  </a:lnTo>
                  <a:lnTo>
                    <a:pt x="34146" y="30311"/>
                  </a:lnTo>
                  <a:lnTo>
                    <a:pt x="34670" y="30513"/>
                  </a:lnTo>
                  <a:lnTo>
                    <a:pt x="35195" y="30715"/>
                  </a:lnTo>
                  <a:lnTo>
                    <a:pt x="35659" y="30856"/>
                  </a:lnTo>
                  <a:lnTo>
                    <a:pt x="36164" y="30998"/>
                  </a:lnTo>
                  <a:lnTo>
                    <a:pt x="36426" y="31058"/>
                  </a:lnTo>
                  <a:lnTo>
                    <a:pt x="36688" y="31099"/>
                  </a:lnTo>
                  <a:lnTo>
                    <a:pt x="36971" y="31119"/>
                  </a:lnTo>
                  <a:lnTo>
                    <a:pt x="37475" y="31119"/>
                  </a:lnTo>
                  <a:lnTo>
                    <a:pt x="37697" y="31099"/>
                  </a:lnTo>
                  <a:lnTo>
                    <a:pt x="37939" y="31058"/>
                  </a:lnTo>
                  <a:lnTo>
                    <a:pt x="38161" y="30998"/>
                  </a:lnTo>
                  <a:lnTo>
                    <a:pt x="38363" y="30917"/>
                  </a:lnTo>
                  <a:lnTo>
                    <a:pt x="38565" y="30836"/>
                  </a:lnTo>
                  <a:lnTo>
                    <a:pt x="38747" y="30755"/>
                  </a:lnTo>
                  <a:lnTo>
                    <a:pt x="38908" y="30655"/>
                  </a:lnTo>
                  <a:lnTo>
                    <a:pt x="39069" y="30533"/>
                  </a:lnTo>
                  <a:lnTo>
                    <a:pt x="39231" y="30412"/>
                  </a:lnTo>
                  <a:lnTo>
                    <a:pt x="39372" y="30271"/>
                  </a:lnTo>
                  <a:lnTo>
                    <a:pt x="39513" y="30130"/>
                  </a:lnTo>
                  <a:lnTo>
                    <a:pt x="39756" y="29827"/>
                  </a:lnTo>
                  <a:lnTo>
                    <a:pt x="39978" y="29484"/>
                  </a:lnTo>
                  <a:lnTo>
                    <a:pt x="40179" y="29121"/>
                  </a:lnTo>
                  <a:lnTo>
                    <a:pt x="40341" y="28758"/>
                  </a:lnTo>
                  <a:lnTo>
                    <a:pt x="40462" y="28374"/>
                  </a:lnTo>
                  <a:lnTo>
                    <a:pt x="40583" y="27971"/>
                  </a:lnTo>
                  <a:lnTo>
                    <a:pt x="40684" y="27587"/>
                  </a:lnTo>
                  <a:lnTo>
                    <a:pt x="40765" y="27184"/>
                  </a:lnTo>
                  <a:lnTo>
                    <a:pt x="40805" y="26820"/>
                  </a:lnTo>
                  <a:lnTo>
                    <a:pt x="40865" y="26437"/>
                  </a:lnTo>
                  <a:lnTo>
                    <a:pt x="40906" y="25771"/>
                  </a:lnTo>
                  <a:lnTo>
                    <a:pt x="40946" y="24944"/>
                  </a:lnTo>
                  <a:lnTo>
                    <a:pt x="40946" y="24116"/>
                  </a:lnTo>
                  <a:lnTo>
                    <a:pt x="40926" y="23269"/>
                  </a:lnTo>
                  <a:lnTo>
                    <a:pt x="40906" y="22441"/>
                  </a:lnTo>
                  <a:lnTo>
                    <a:pt x="40845" y="21594"/>
                  </a:lnTo>
                  <a:lnTo>
                    <a:pt x="40785" y="20766"/>
                  </a:lnTo>
                  <a:lnTo>
                    <a:pt x="40684" y="19939"/>
                  </a:lnTo>
                  <a:lnTo>
                    <a:pt x="40583" y="19091"/>
                  </a:lnTo>
                  <a:lnTo>
                    <a:pt x="40442" y="18264"/>
                  </a:lnTo>
                  <a:lnTo>
                    <a:pt x="40300" y="17437"/>
                  </a:lnTo>
                  <a:lnTo>
                    <a:pt x="40119" y="16609"/>
                  </a:lnTo>
                  <a:lnTo>
                    <a:pt x="39937" y="15782"/>
                  </a:lnTo>
                  <a:lnTo>
                    <a:pt x="39715" y="14975"/>
                  </a:lnTo>
                  <a:lnTo>
                    <a:pt x="39493" y="14147"/>
                  </a:lnTo>
                  <a:lnTo>
                    <a:pt x="39251" y="13360"/>
                  </a:lnTo>
                  <a:lnTo>
                    <a:pt x="38989" y="12553"/>
                  </a:lnTo>
                  <a:lnTo>
                    <a:pt x="38686" y="11746"/>
                  </a:lnTo>
                  <a:lnTo>
                    <a:pt x="38383" y="10959"/>
                  </a:lnTo>
                  <a:lnTo>
                    <a:pt x="38060" y="10172"/>
                  </a:lnTo>
                  <a:lnTo>
                    <a:pt x="37717" y="9405"/>
                  </a:lnTo>
                  <a:lnTo>
                    <a:pt x="37354" y="8638"/>
                  </a:lnTo>
                  <a:lnTo>
                    <a:pt x="36971" y="7871"/>
                  </a:lnTo>
                  <a:lnTo>
                    <a:pt x="36567" y="7125"/>
                  </a:lnTo>
                  <a:lnTo>
                    <a:pt x="36143" y="6398"/>
                  </a:lnTo>
                  <a:lnTo>
                    <a:pt x="35841" y="5873"/>
                  </a:lnTo>
                  <a:lnTo>
                    <a:pt x="35578" y="5470"/>
                  </a:lnTo>
                  <a:lnTo>
                    <a:pt x="35336" y="5046"/>
                  </a:lnTo>
                  <a:lnTo>
                    <a:pt x="35255" y="4844"/>
                  </a:lnTo>
                  <a:lnTo>
                    <a:pt x="35175" y="4622"/>
                  </a:lnTo>
                  <a:lnTo>
                    <a:pt x="35094" y="4380"/>
                  </a:lnTo>
                  <a:lnTo>
                    <a:pt x="35054" y="4158"/>
                  </a:lnTo>
                  <a:lnTo>
                    <a:pt x="35054" y="3997"/>
                  </a:lnTo>
                  <a:lnTo>
                    <a:pt x="35054" y="3835"/>
                  </a:lnTo>
                  <a:lnTo>
                    <a:pt x="35074" y="3492"/>
                  </a:lnTo>
                  <a:lnTo>
                    <a:pt x="35155" y="3169"/>
                  </a:lnTo>
                  <a:lnTo>
                    <a:pt x="35235" y="2846"/>
                  </a:lnTo>
                  <a:lnTo>
                    <a:pt x="35316" y="2463"/>
                  </a:lnTo>
                  <a:lnTo>
                    <a:pt x="35397" y="2059"/>
                  </a:lnTo>
                  <a:lnTo>
                    <a:pt x="35417" y="1858"/>
                  </a:lnTo>
                  <a:lnTo>
                    <a:pt x="35397" y="1656"/>
                  </a:lnTo>
                  <a:lnTo>
                    <a:pt x="35376" y="1454"/>
                  </a:lnTo>
                  <a:lnTo>
                    <a:pt x="35336" y="1252"/>
                  </a:lnTo>
                  <a:lnTo>
                    <a:pt x="35276" y="1091"/>
                  </a:lnTo>
                  <a:lnTo>
                    <a:pt x="35195" y="949"/>
                  </a:lnTo>
                  <a:lnTo>
                    <a:pt x="35094" y="808"/>
                  </a:lnTo>
                  <a:lnTo>
                    <a:pt x="34993" y="687"/>
                  </a:lnTo>
                  <a:lnTo>
                    <a:pt x="34872" y="586"/>
                  </a:lnTo>
                  <a:lnTo>
                    <a:pt x="34731" y="485"/>
                  </a:lnTo>
                  <a:lnTo>
                    <a:pt x="34569" y="384"/>
                  </a:lnTo>
                  <a:lnTo>
                    <a:pt x="34408" y="304"/>
                  </a:lnTo>
                  <a:lnTo>
                    <a:pt x="34226" y="223"/>
                  </a:lnTo>
                  <a:lnTo>
                    <a:pt x="34024" y="162"/>
                  </a:lnTo>
                  <a:lnTo>
                    <a:pt x="33802" y="122"/>
                  </a:lnTo>
                  <a:lnTo>
                    <a:pt x="33560" y="82"/>
                  </a:lnTo>
                  <a:lnTo>
                    <a:pt x="33056" y="21"/>
                  </a:lnTo>
                  <a:lnTo>
                    <a:pt x="32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48"/>
            <p:cNvSpPr/>
            <p:nvPr/>
          </p:nvSpPr>
          <p:spPr>
            <a:xfrm flipH="1">
              <a:off x="-979618" y="-5128741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48"/>
            <p:cNvSpPr/>
            <p:nvPr/>
          </p:nvSpPr>
          <p:spPr>
            <a:xfrm flipH="1">
              <a:off x="-756203" y="-5057684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5" name="Google Shape;3805;p48"/>
          <p:cNvGrpSpPr/>
          <p:nvPr/>
        </p:nvGrpSpPr>
        <p:grpSpPr>
          <a:xfrm rot="-5400000">
            <a:off x="-245893" y="2684791"/>
            <a:ext cx="1205112" cy="520243"/>
            <a:chOff x="3970982" y="4604466"/>
            <a:chExt cx="1205112" cy="520243"/>
          </a:xfrm>
        </p:grpSpPr>
        <p:sp>
          <p:nvSpPr>
            <p:cNvPr id="3806" name="Google Shape;3806;p48"/>
            <p:cNvSpPr/>
            <p:nvPr/>
          </p:nvSpPr>
          <p:spPr>
            <a:xfrm>
              <a:off x="4793927" y="507202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48"/>
            <p:cNvSpPr/>
            <p:nvPr/>
          </p:nvSpPr>
          <p:spPr>
            <a:xfrm>
              <a:off x="4465205" y="460446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8"/>
            <p:cNvSpPr/>
            <p:nvPr/>
          </p:nvSpPr>
          <p:spPr>
            <a:xfrm>
              <a:off x="4632225" y="460446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48"/>
            <p:cNvSpPr/>
            <p:nvPr/>
          </p:nvSpPr>
          <p:spPr>
            <a:xfrm>
              <a:off x="4466725" y="476009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48"/>
            <p:cNvSpPr/>
            <p:nvPr/>
          </p:nvSpPr>
          <p:spPr>
            <a:xfrm>
              <a:off x="4629946" y="475933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48"/>
            <p:cNvSpPr/>
            <p:nvPr/>
          </p:nvSpPr>
          <p:spPr>
            <a:xfrm>
              <a:off x="4796206" y="476009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48"/>
            <p:cNvSpPr/>
            <p:nvPr/>
          </p:nvSpPr>
          <p:spPr>
            <a:xfrm>
              <a:off x="4459090" y="491108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48"/>
            <p:cNvSpPr/>
            <p:nvPr/>
          </p:nvSpPr>
          <p:spPr>
            <a:xfrm>
              <a:off x="4631466" y="491567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48"/>
            <p:cNvSpPr/>
            <p:nvPr/>
          </p:nvSpPr>
          <p:spPr>
            <a:xfrm>
              <a:off x="4796206" y="491643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48"/>
            <p:cNvSpPr/>
            <p:nvPr/>
          </p:nvSpPr>
          <p:spPr>
            <a:xfrm>
              <a:off x="4462166" y="507050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48"/>
            <p:cNvSpPr/>
            <p:nvPr/>
          </p:nvSpPr>
          <p:spPr>
            <a:xfrm>
              <a:off x="4630706" y="507126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48"/>
            <p:cNvSpPr/>
            <p:nvPr/>
          </p:nvSpPr>
          <p:spPr>
            <a:xfrm>
              <a:off x="4797004" y="460526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8"/>
            <p:cNvSpPr/>
            <p:nvPr/>
          </p:nvSpPr>
          <p:spPr>
            <a:xfrm>
              <a:off x="4960985" y="460754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8"/>
            <p:cNvSpPr/>
            <p:nvPr/>
          </p:nvSpPr>
          <p:spPr>
            <a:xfrm>
              <a:off x="4303503" y="460526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48"/>
            <p:cNvSpPr/>
            <p:nvPr/>
          </p:nvSpPr>
          <p:spPr>
            <a:xfrm>
              <a:off x="4303503" y="476009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8"/>
            <p:cNvSpPr/>
            <p:nvPr/>
          </p:nvSpPr>
          <p:spPr>
            <a:xfrm>
              <a:off x="4959428" y="507202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8"/>
            <p:cNvSpPr/>
            <p:nvPr/>
          </p:nvSpPr>
          <p:spPr>
            <a:xfrm>
              <a:off x="4301984" y="507126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8"/>
            <p:cNvSpPr/>
            <p:nvPr/>
          </p:nvSpPr>
          <p:spPr>
            <a:xfrm>
              <a:off x="4960226" y="476236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8"/>
            <p:cNvSpPr/>
            <p:nvPr/>
          </p:nvSpPr>
          <p:spPr>
            <a:xfrm>
              <a:off x="4137243" y="506974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8"/>
            <p:cNvSpPr/>
            <p:nvPr/>
          </p:nvSpPr>
          <p:spPr>
            <a:xfrm>
              <a:off x="4959428" y="491795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8"/>
            <p:cNvSpPr/>
            <p:nvPr/>
          </p:nvSpPr>
          <p:spPr>
            <a:xfrm>
              <a:off x="4302743" y="491491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8"/>
            <p:cNvSpPr/>
            <p:nvPr/>
          </p:nvSpPr>
          <p:spPr>
            <a:xfrm>
              <a:off x="4138762" y="490652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48"/>
            <p:cNvSpPr/>
            <p:nvPr/>
          </p:nvSpPr>
          <p:spPr>
            <a:xfrm>
              <a:off x="3970982" y="507050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48"/>
            <p:cNvSpPr/>
            <p:nvPr/>
          </p:nvSpPr>
          <p:spPr>
            <a:xfrm>
              <a:off x="3973261" y="491567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8"/>
            <p:cNvSpPr/>
            <p:nvPr/>
          </p:nvSpPr>
          <p:spPr>
            <a:xfrm>
              <a:off x="5123447" y="507430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8"/>
            <p:cNvSpPr/>
            <p:nvPr/>
          </p:nvSpPr>
          <p:spPr>
            <a:xfrm>
              <a:off x="4137243" y="476161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48"/>
            <p:cNvSpPr/>
            <p:nvPr/>
          </p:nvSpPr>
          <p:spPr>
            <a:xfrm>
              <a:off x="4134964" y="460602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48"/>
            <p:cNvSpPr/>
            <p:nvPr/>
          </p:nvSpPr>
          <p:spPr>
            <a:xfrm>
              <a:off x="5121890" y="491947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8"/>
            <p:cNvSpPr/>
            <p:nvPr/>
          </p:nvSpPr>
          <p:spPr>
            <a:xfrm>
              <a:off x="5124207" y="476388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8"/>
            <p:cNvSpPr/>
            <p:nvPr/>
          </p:nvSpPr>
          <p:spPr>
            <a:xfrm>
              <a:off x="3974781" y="475933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8"/>
            <p:cNvSpPr/>
            <p:nvPr/>
          </p:nvSpPr>
          <p:spPr>
            <a:xfrm>
              <a:off x="3975541" y="460446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48"/>
            <p:cNvSpPr/>
            <p:nvPr/>
          </p:nvSpPr>
          <p:spPr>
            <a:xfrm>
              <a:off x="5124967" y="460830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38" name="Google Shape;3838;p48"/>
          <p:cNvSpPr/>
          <p:nvPr/>
        </p:nvSpPr>
        <p:spPr>
          <a:xfrm>
            <a:off x="-385975" y="-555275"/>
            <a:ext cx="1002000" cy="1002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9" name="Google Shape;3839;p48"/>
          <p:cNvSpPr/>
          <p:nvPr/>
        </p:nvSpPr>
        <p:spPr>
          <a:xfrm>
            <a:off x="128050" y="64811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0" name="Google Shape;3840;p48"/>
          <p:cNvSpPr/>
          <p:nvPr/>
        </p:nvSpPr>
        <p:spPr>
          <a:xfrm>
            <a:off x="128063" y="117983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1" name="Google Shape;3841;p48"/>
          <p:cNvSpPr/>
          <p:nvPr/>
        </p:nvSpPr>
        <p:spPr>
          <a:xfrm flipH="1">
            <a:off x="8432000" y="15950"/>
            <a:ext cx="7314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" name="Google Shape;3842;p48"/>
          <p:cNvSpPr/>
          <p:nvPr/>
        </p:nvSpPr>
        <p:spPr>
          <a:xfrm flipH="1" rot="-5400000">
            <a:off x="8208225" y="-8"/>
            <a:ext cx="961200" cy="9612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3" name="Google Shape;3843;p48"/>
          <p:cNvSpPr/>
          <p:nvPr/>
        </p:nvSpPr>
        <p:spPr>
          <a:xfrm>
            <a:off x="8868620" y="2789380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44" name="Google Shape;3844;p48"/>
          <p:cNvGrpSpPr/>
          <p:nvPr/>
        </p:nvGrpSpPr>
        <p:grpSpPr>
          <a:xfrm>
            <a:off x="8563132" y="407721"/>
            <a:ext cx="1730784" cy="1441910"/>
            <a:chOff x="-979618" y="-5128741"/>
            <a:chExt cx="1730784" cy="1441910"/>
          </a:xfrm>
        </p:grpSpPr>
        <p:sp>
          <p:nvSpPr>
            <p:cNvPr id="3845" name="Google Shape;3845;p48"/>
            <p:cNvSpPr/>
            <p:nvPr/>
          </p:nvSpPr>
          <p:spPr>
            <a:xfrm flipH="1">
              <a:off x="-979618" y="-5128741"/>
              <a:ext cx="1730784" cy="1441910"/>
            </a:xfrm>
            <a:custGeom>
              <a:rect b="b" l="l" r="r" t="t"/>
              <a:pathLst>
                <a:path extrusionOk="0" h="25791" w="30958">
                  <a:moveTo>
                    <a:pt x="13179" y="81"/>
                  </a:moveTo>
                  <a:lnTo>
                    <a:pt x="14551" y="101"/>
                  </a:lnTo>
                  <a:lnTo>
                    <a:pt x="15257" y="121"/>
                  </a:lnTo>
                  <a:lnTo>
                    <a:pt x="15963" y="162"/>
                  </a:lnTo>
                  <a:lnTo>
                    <a:pt x="16690" y="242"/>
                  </a:lnTo>
                  <a:lnTo>
                    <a:pt x="17416" y="323"/>
                  </a:lnTo>
                  <a:lnTo>
                    <a:pt x="18143" y="444"/>
                  </a:lnTo>
                  <a:lnTo>
                    <a:pt x="18869" y="586"/>
                  </a:lnTo>
                  <a:lnTo>
                    <a:pt x="19576" y="767"/>
                  </a:lnTo>
                  <a:lnTo>
                    <a:pt x="20282" y="969"/>
                  </a:lnTo>
                  <a:lnTo>
                    <a:pt x="20988" y="1211"/>
                  </a:lnTo>
                  <a:lnTo>
                    <a:pt x="21654" y="1494"/>
                  </a:lnTo>
                  <a:lnTo>
                    <a:pt x="21997" y="1655"/>
                  </a:lnTo>
                  <a:lnTo>
                    <a:pt x="22320" y="1837"/>
                  </a:lnTo>
                  <a:lnTo>
                    <a:pt x="22643" y="2018"/>
                  </a:lnTo>
                  <a:lnTo>
                    <a:pt x="22946" y="2200"/>
                  </a:lnTo>
                  <a:lnTo>
                    <a:pt x="23269" y="2402"/>
                  </a:lnTo>
                  <a:lnTo>
                    <a:pt x="23551" y="2624"/>
                  </a:lnTo>
                  <a:lnTo>
                    <a:pt x="23854" y="2866"/>
                  </a:lnTo>
                  <a:lnTo>
                    <a:pt x="24136" y="3108"/>
                  </a:lnTo>
                  <a:lnTo>
                    <a:pt x="24540" y="3491"/>
                  </a:lnTo>
                  <a:lnTo>
                    <a:pt x="24923" y="3895"/>
                  </a:lnTo>
                  <a:lnTo>
                    <a:pt x="25287" y="4339"/>
                  </a:lnTo>
                  <a:lnTo>
                    <a:pt x="25670" y="4823"/>
                  </a:lnTo>
                  <a:lnTo>
                    <a:pt x="26013" y="5348"/>
                  </a:lnTo>
                  <a:lnTo>
                    <a:pt x="26356" y="5913"/>
                  </a:lnTo>
                  <a:lnTo>
                    <a:pt x="26719" y="6518"/>
                  </a:lnTo>
                  <a:lnTo>
                    <a:pt x="27042" y="7164"/>
                  </a:lnTo>
                  <a:lnTo>
                    <a:pt x="27345" y="7749"/>
                  </a:lnTo>
                  <a:lnTo>
                    <a:pt x="27607" y="8335"/>
                  </a:lnTo>
                  <a:lnTo>
                    <a:pt x="27870" y="8940"/>
                  </a:lnTo>
                  <a:lnTo>
                    <a:pt x="28112" y="9546"/>
                  </a:lnTo>
                  <a:lnTo>
                    <a:pt x="28556" y="10756"/>
                  </a:lnTo>
                  <a:lnTo>
                    <a:pt x="28959" y="11947"/>
                  </a:lnTo>
                  <a:lnTo>
                    <a:pt x="29343" y="13138"/>
                  </a:lnTo>
                  <a:lnTo>
                    <a:pt x="29666" y="14328"/>
                  </a:lnTo>
                  <a:lnTo>
                    <a:pt x="29948" y="15478"/>
                  </a:lnTo>
                  <a:lnTo>
                    <a:pt x="30231" y="16588"/>
                  </a:lnTo>
                  <a:lnTo>
                    <a:pt x="30453" y="17577"/>
                  </a:lnTo>
                  <a:lnTo>
                    <a:pt x="30654" y="18606"/>
                  </a:lnTo>
                  <a:lnTo>
                    <a:pt x="30735" y="19111"/>
                  </a:lnTo>
                  <a:lnTo>
                    <a:pt x="30816" y="19636"/>
                  </a:lnTo>
                  <a:lnTo>
                    <a:pt x="30856" y="20160"/>
                  </a:lnTo>
                  <a:lnTo>
                    <a:pt x="30876" y="20685"/>
                  </a:lnTo>
                  <a:lnTo>
                    <a:pt x="30876" y="21169"/>
                  </a:lnTo>
                  <a:lnTo>
                    <a:pt x="30856" y="21674"/>
                  </a:lnTo>
                  <a:lnTo>
                    <a:pt x="30796" y="22219"/>
                  </a:lnTo>
                  <a:lnTo>
                    <a:pt x="30695" y="22784"/>
                  </a:lnTo>
                  <a:lnTo>
                    <a:pt x="30614" y="23046"/>
                  </a:lnTo>
                  <a:lnTo>
                    <a:pt x="30533" y="23329"/>
                  </a:lnTo>
                  <a:lnTo>
                    <a:pt x="30412" y="23611"/>
                  </a:lnTo>
                  <a:lnTo>
                    <a:pt x="30311" y="23873"/>
                  </a:lnTo>
                  <a:lnTo>
                    <a:pt x="30170" y="24136"/>
                  </a:lnTo>
                  <a:lnTo>
                    <a:pt x="30009" y="24398"/>
                  </a:lnTo>
                  <a:lnTo>
                    <a:pt x="29847" y="24640"/>
                  </a:lnTo>
                  <a:lnTo>
                    <a:pt x="29645" y="24882"/>
                  </a:lnTo>
                  <a:lnTo>
                    <a:pt x="29383" y="25145"/>
                  </a:lnTo>
                  <a:lnTo>
                    <a:pt x="29242" y="25266"/>
                  </a:lnTo>
                  <a:lnTo>
                    <a:pt x="29101" y="25387"/>
                  </a:lnTo>
                  <a:lnTo>
                    <a:pt x="28939" y="25468"/>
                  </a:lnTo>
                  <a:lnTo>
                    <a:pt x="28798" y="25548"/>
                  </a:lnTo>
                  <a:lnTo>
                    <a:pt x="28657" y="25609"/>
                  </a:lnTo>
                  <a:lnTo>
                    <a:pt x="28515" y="25649"/>
                  </a:lnTo>
                  <a:lnTo>
                    <a:pt x="28334" y="25690"/>
                  </a:lnTo>
                  <a:lnTo>
                    <a:pt x="28152" y="25710"/>
                  </a:lnTo>
                  <a:lnTo>
                    <a:pt x="27991" y="25710"/>
                  </a:lnTo>
                  <a:lnTo>
                    <a:pt x="27809" y="25690"/>
                  </a:lnTo>
                  <a:lnTo>
                    <a:pt x="27648" y="25669"/>
                  </a:lnTo>
                  <a:lnTo>
                    <a:pt x="27466" y="25629"/>
                  </a:lnTo>
                  <a:lnTo>
                    <a:pt x="27143" y="25508"/>
                  </a:lnTo>
                  <a:lnTo>
                    <a:pt x="26800" y="25347"/>
                  </a:lnTo>
                  <a:lnTo>
                    <a:pt x="26477" y="25165"/>
                  </a:lnTo>
                  <a:lnTo>
                    <a:pt x="26154" y="24963"/>
                  </a:lnTo>
                  <a:lnTo>
                    <a:pt x="25852" y="24741"/>
                  </a:lnTo>
                  <a:lnTo>
                    <a:pt x="25145" y="24196"/>
                  </a:lnTo>
                  <a:lnTo>
                    <a:pt x="24419" y="23631"/>
                  </a:lnTo>
                  <a:lnTo>
                    <a:pt x="23692" y="23046"/>
                  </a:lnTo>
                  <a:lnTo>
                    <a:pt x="22946" y="22420"/>
                  </a:lnTo>
                  <a:lnTo>
                    <a:pt x="22199" y="21775"/>
                  </a:lnTo>
                  <a:lnTo>
                    <a:pt x="21412" y="21109"/>
                  </a:lnTo>
                  <a:lnTo>
                    <a:pt x="20625" y="20382"/>
                  </a:lnTo>
                  <a:lnTo>
                    <a:pt x="19798" y="19636"/>
                  </a:lnTo>
                  <a:lnTo>
                    <a:pt x="18506" y="18405"/>
                  </a:lnTo>
                  <a:lnTo>
                    <a:pt x="17215" y="17153"/>
                  </a:lnTo>
                  <a:lnTo>
                    <a:pt x="14692" y="14671"/>
                  </a:lnTo>
                  <a:lnTo>
                    <a:pt x="12270" y="12290"/>
                  </a:lnTo>
                  <a:lnTo>
                    <a:pt x="11039" y="11079"/>
                  </a:lnTo>
                  <a:lnTo>
                    <a:pt x="9808" y="9909"/>
                  </a:lnTo>
                  <a:lnTo>
                    <a:pt x="8376" y="8597"/>
                  </a:lnTo>
                  <a:lnTo>
                    <a:pt x="7024" y="7406"/>
                  </a:lnTo>
                  <a:lnTo>
                    <a:pt x="5732" y="6317"/>
                  </a:lnTo>
                  <a:lnTo>
                    <a:pt x="4461" y="5308"/>
                  </a:lnTo>
                  <a:lnTo>
                    <a:pt x="4118" y="5086"/>
                  </a:lnTo>
                  <a:lnTo>
                    <a:pt x="3593" y="4743"/>
                  </a:lnTo>
                  <a:lnTo>
                    <a:pt x="2523" y="4057"/>
                  </a:lnTo>
                  <a:lnTo>
                    <a:pt x="1958" y="3673"/>
                  </a:lnTo>
                  <a:lnTo>
                    <a:pt x="1414" y="3290"/>
                  </a:lnTo>
                  <a:lnTo>
                    <a:pt x="929" y="2886"/>
                  </a:lnTo>
                  <a:lnTo>
                    <a:pt x="707" y="2704"/>
                  </a:lnTo>
                  <a:lnTo>
                    <a:pt x="526" y="2503"/>
                  </a:lnTo>
                  <a:lnTo>
                    <a:pt x="364" y="2341"/>
                  </a:lnTo>
                  <a:lnTo>
                    <a:pt x="223" y="2160"/>
                  </a:lnTo>
                  <a:lnTo>
                    <a:pt x="142" y="1998"/>
                  </a:lnTo>
                  <a:lnTo>
                    <a:pt x="82" y="1857"/>
                  </a:lnTo>
                  <a:lnTo>
                    <a:pt x="82" y="1776"/>
                  </a:lnTo>
                  <a:lnTo>
                    <a:pt x="82" y="1716"/>
                  </a:lnTo>
                  <a:lnTo>
                    <a:pt x="102" y="1655"/>
                  </a:lnTo>
                  <a:lnTo>
                    <a:pt x="142" y="1595"/>
                  </a:lnTo>
                  <a:lnTo>
                    <a:pt x="243" y="1473"/>
                  </a:lnTo>
                  <a:lnTo>
                    <a:pt x="364" y="1373"/>
                  </a:lnTo>
                  <a:lnTo>
                    <a:pt x="485" y="1292"/>
                  </a:lnTo>
                  <a:lnTo>
                    <a:pt x="647" y="1231"/>
                  </a:lnTo>
                  <a:lnTo>
                    <a:pt x="788" y="1171"/>
                  </a:lnTo>
                  <a:lnTo>
                    <a:pt x="949" y="1130"/>
                  </a:lnTo>
                  <a:lnTo>
                    <a:pt x="1292" y="1070"/>
                  </a:lnTo>
                  <a:lnTo>
                    <a:pt x="2745" y="848"/>
                  </a:lnTo>
                  <a:lnTo>
                    <a:pt x="4219" y="646"/>
                  </a:lnTo>
                  <a:lnTo>
                    <a:pt x="5712" y="464"/>
                  </a:lnTo>
                  <a:lnTo>
                    <a:pt x="7185" y="323"/>
                  </a:lnTo>
                  <a:lnTo>
                    <a:pt x="8658" y="222"/>
                  </a:lnTo>
                  <a:lnTo>
                    <a:pt x="10152" y="142"/>
                  </a:lnTo>
                  <a:lnTo>
                    <a:pt x="11645" y="81"/>
                  </a:lnTo>
                  <a:close/>
                  <a:moveTo>
                    <a:pt x="11645" y="0"/>
                  </a:moveTo>
                  <a:lnTo>
                    <a:pt x="10152" y="61"/>
                  </a:lnTo>
                  <a:lnTo>
                    <a:pt x="8658" y="142"/>
                  </a:lnTo>
                  <a:lnTo>
                    <a:pt x="7185" y="242"/>
                  </a:lnTo>
                  <a:lnTo>
                    <a:pt x="5692" y="384"/>
                  </a:lnTo>
                  <a:lnTo>
                    <a:pt x="4219" y="565"/>
                  </a:lnTo>
                  <a:lnTo>
                    <a:pt x="2745" y="767"/>
                  </a:lnTo>
                  <a:lnTo>
                    <a:pt x="1272" y="989"/>
                  </a:lnTo>
                  <a:lnTo>
                    <a:pt x="929" y="1070"/>
                  </a:lnTo>
                  <a:lnTo>
                    <a:pt x="768" y="1110"/>
                  </a:lnTo>
                  <a:lnTo>
                    <a:pt x="606" y="1151"/>
                  </a:lnTo>
                  <a:lnTo>
                    <a:pt x="445" y="1231"/>
                  </a:lnTo>
                  <a:lnTo>
                    <a:pt x="304" y="1312"/>
                  </a:lnTo>
                  <a:lnTo>
                    <a:pt x="183" y="1413"/>
                  </a:lnTo>
                  <a:lnTo>
                    <a:pt x="82" y="1554"/>
                  </a:lnTo>
                  <a:lnTo>
                    <a:pt x="41" y="1615"/>
                  </a:lnTo>
                  <a:lnTo>
                    <a:pt x="1" y="1695"/>
                  </a:lnTo>
                  <a:lnTo>
                    <a:pt x="1" y="1776"/>
                  </a:lnTo>
                  <a:lnTo>
                    <a:pt x="1" y="1857"/>
                  </a:lnTo>
                  <a:lnTo>
                    <a:pt x="61" y="2018"/>
                  </a:lnTo>
                  <a:lnTo>
                    <a:pt x="142" y="2180"/>
                  </a:lnTo>
                  <a:lnTo>
                    <a:pt x="283" y="2361"/>
                  </a:lnTo>
                  <a:lnTo>
                    <a:pt x="445" y="2543"/>
                  </a:lnTo>
                  <a:lnTo>
                    <a:pt x="627" y="2725"/>
                  </a:lnTo>
                  <a:lnTo>
                    <a:pt x="849" y="2926"/>
                  </a:lnTo>
                  <a:lnTo>
                    <a:pt x="1333" y="3310"/>
                  </a:lnTo>
                  <a:lnTo>
                    <a:pt x="1878" y="3713"/>
                  </a:lnTo>
                  <a:lnTo>
                    <a:pt x="2443" y="4097"/>
                  </a:lnTo>
                  <a:lnTo>
                    <a:pt x="3532" y="4803"/>
                  </a:lnTo>
                  <a:lnTo>
                    <a:pt x="4077" y="5146"/>
                  </a:lnTo>
                  <a:lnTo>
                    <a:pt x="4420" y="5388"/>
                  </a:lnTo>
                  <a:lnTo>
                    <a:pt x="5672" y="6377"/>
                  </a:lnTo>
                  <a:lnTo>
                    <a:pt x="6963" y="7467"/>
                  </a:lnTo>
                  <a:lnTo>
                    <a:pt x="8315" y="8658"/>
                  </a:lnTo>
                  <a:lnTo>
                    <a:pt x="9748" y="9969"/>
                  </a:lnTo>
                  <a:lnTo>
                    <a:pt x="10999" y="11140"/>
                  </a:lnTo>
                  <a:lnTo>
                    <a:pt x="12230" y="12351"/>
                  </a:lnTo>
                  <a:lnTo>
                    <a:pt x="14631" y="14732"/>
                  </a:lnTo>
                  <a:lnTo>
                    <a:pt x="17154" y="17214"/>
                  </a:lnTo>
                  <a:lnTo>
                    <a:pt x="18445" y="18465"/>
                  </a:lnTo>
                  <a:lnTo>
                    <a:pt x="19737" y="19696"/>
                  </a:lnTo>
                  <a:lnTo>
                    <a:pt x="20564" y="20443"/>
                  </a:lnTo>
                  <a:lnTo>
                    <a:pt x="21372" y="21169"/>
                  </a:lnTo>
                  <a:lnTo>
                    <a:pt x="22138" y="21835"/>
                  </a:lnTo>
                  <a:lnTo>
                    <a:pt x="22885" y="22501"/>
                  </a:lnTo>
                  <a:lnTo>
                    <a:pt x="23632" y="23107"/>
                  </a:lnTo>
                  <a:lnTo>
                    <a:pt x="24358" y="23692"/>
                  </a:lnTo>
                  <a:lnTo>
                    <a:pt x="25085" y="24257"/>
                  </a:lnTo>
                  <a:lnTo>
                    <a:pt x="25811" y="24802"/>
                  </a:lnTo>
                  <a:lnTo>
                    <a:pt x="26336" y="25165"/>
                  </a:lnTo>
                  <a:lnTo>
                    <a:pt x="26598" y="25326"/>
                  </a:lnTo>
                  <a:lnTo>
                    <a:pt x="26881" y="25488"/>
                  </a:lnTo>
                  <a:lnTo>
                    <a:pt x="27183" y="25609"/>
                  </a:lnTo>
                  <a:lnTo>
                    <a:pt x="27466" y="25710"/>
                  </a:lnTo>
                  <a:lnTo>
                    <a:pt x="27769" y="25770"/>
                  </a:lnTo>
                  <a:lnTo>
                    <a:pt x="28051" y="25790"/>
                  </a:lnTo>
                  <a:lnTo>
                    <a:pt x="28293" y="25770"/>
                  </a:lnTo>
                  <a:lnTo>
                    <a:pt x="28536" y="25730"/>
                  </a:lnTo>
                  <a:lnTo>
                    <a:pt x="28677" y="25690"/>
                  </a:lnTo>
                  <a:lnTo>
                    <a:pt x="28838" y="25609"/>
                  </a:lnTo>
                  <a:lnTo>
                    <a:pt x="28979" y="25548"/>
                  </a:lnTo>
                  <a:lnTo>
                    <a:pt x="29141" y="25447"/>
                  </a:lnTo>
                  <a:lnTo>
                    <a:pt x="29282" y="25347"/>
                  </a:lnTo>
                  <a:lnTo>
                    <a:pt x="29423" y="25225"/>
                  </a:lnTo>
                  <a:lnTo>
                    <a:pt x="29706" y="24923"/>
                  </a:lnTo>
                  <a:lnTo>
                    <a:pt x="29908" y="24681"/>
                  </a:lnTo>
                  <a:lnTo>
                    <a:pt x="30089" y="24438"/>
                  </a:lnTo>
                  <a:lnTo>
                    <a:pt x="30231" y="24176"/>
                  </a:lnTo>
                  <a:lnTo>
                    <a:pt x="30372" y="23914"/>
                  </a:lnTo>
                  <a:lnTo>
                    <a:pt x="30493" y="23631"/>
                  </a:lnTo>
                  <a:lnTo>
                    <a:pt x="30594" y="23369"/>
                  </a:lnTo>
                  <a:lnTo>
                    <a:pt x="30695" y="23086"/>
                  </a:lnTo>
                  <a:lnTo>
                    <a:pt x="30755" y="22804"/>
                  </a:lnTo>
                  <a:lnTo>
                    <a:pt x="30816" y="22521"/>
                  </a:lnTo>
                  <a:lnTo>
                    <a:pt x="30876" y="22239"/>
                  </a:lnTo>
                  <a:lnTo>
                    <a:pt x="30937" y="21694"/>
                  </a:lnTo>
                  <a:lnTo>
                    <a:pt x="30957" y="21169"/>
                  </a:lnTo>
                  <a:lnTo>
                    <a:pt x="30957" y="20685"/>
                  </a:lnTo>
                  <a:lnTo>
                    <a:pt x="30937" y="20160"/>
                  </a:lnTo>
                  <a:lnTo>
                    <a:pt x="30897" y="19636"/>
                  </a:lnTo>
                  <a:lnTo>
                    <a:pt x="30816" y="19111"/>
                  </a:lnTo>
                  <a:lnTo>
                    <a:pt x="30735" y="18586"/>
                  </a:lnTo>
                  <a:lnTo>
                    <a:pt x="30533" y="17557"/>
                  </a:lnTo>
                  <a:lnTo>
                    <a:pt x="30311" y="16568"/>
                  </a:lnTo>
                  <a:lnTo>
                    <a:pt x="30029" y="15458"/>
                  </a:lnTo>
                  <a:lnTo>
                    <a:pt x="29746" y="14308"/>
                  </a:lnTo>
                  <a:lnTo>
                    <a:pt x="29403" y="13117"/>
                  </a:lnTo>
                  <a:lnTo>
                    <a:pt x="29040" y="11927"/>
                  </a:lnTo>
                  <a:lnTo>
                    <a:pt x="28636" y="10716"/>
                  </a:lnTo>
                  <a:lnTo>
                    <a:pt x="28192" y="9505"/>
                  </a:lnTo>
                  <a:lnTo>
                    <a:pt x="27950" y="8900"/>
                  </a:lnTo>
                  <a:lnTo>
                    <a:pt x="27688" y="8315"/>
                  </a:lnTo>
                  <a:lnTo>
                    <a:pt x="27405" y="7709"/>
                  </a:lnTo>
                  <a:lnTo>
                    <a:pt x="27123" y="7124"/>
                  </a:lnTo>
                  <a:lnTo>
                    <a:pt x="26780" y="6478"/>
                  </a:lnTo>
                  <a:lnTo>
                    <a:pt x="26437" y="5853"/>
                  </a:lnTo>
                  <a:lnTo>
                    <a:pt x="26074" y="5288"/>
                  </a:lnTo>
                  <a:lnTo>
                    <a:pt x="25730" y="4783"/>
                  </a:lnTo>
                  <a:lnTo>
                    <a:pt x="25367" y="4279"/>
                  </a:lnTo>
                  <a:lnTo>
                    <a:pt x="24984" y="3835"/>
                  </a:lnTo>
                  <a:lnTo>
                    <a:pt x="24600" y="3431"/>
                  </a:lnTo>
                  <a:lnTo>
                    <a:pt x="24197" y="3048"/>
                  </a:lnTo>
                  <a:lnTo>
                    <a:pt x="23672" y="2604"/>
                  </a:lnTo>
                  <a:lnTo>
                    <a:pt x="23127" y="2220"/>
                  </a:lnTo>
                  <a:lnTo>
                    <a:pt x="22522" y="1857"/>
                  </a:lnTo>
                  <a:lnTo>
                    <a:pt x="21896" y="1514"/>
                  </a:lnTo>
                  <a:lnTo>
                    <a:pt x="21251" y="1231"/>
                  </a:lnTo>
                  <a:lnTo>
                    <a:pt x="20544" y="969"/>
                  </a:lnTo>
                  <a:lnTo>
                    <a:pt x="19798" y="727"/>
                  </a:lnTo>
                  <a:lnTo>
                    <a:pt x="19031" y="525"/>
                  </a:lnTo>
                  <a:lnTo>
                    <a:pt x="18405" y="404"/>
                  </a:lnTo>
                  <a:lnTo>
                    <a:pt x="17759" y="303"/>
                  </a:lnTo>
                  <a:lnTo>
                    <a:pt x="17093" y="202"/>
                  </a:lnTo>
                  <a:lnTo>
                    <a:pt x="16387" y="121"/>
                  </a:lnTo>
                  <a:lnTo>
                    <a:pt x="15640" y="61"/>
                  </a:lnTo>
                  <a:lnTo>
                    <a:pt x="14853" y="21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8"/>
            <p:cNvSpPr/>
            <p:nvPr/>
          </p:nvSpPr>
          <p:spPr>
            <a:xfrm flipH="1">
              <a:off x="-756203" y="-5057684"/>
              <a:ext cx="1058329" cy="998564"/>
            </a:xfrm>
            <a:custGeom>
              <a:rect b="b" l="l" r="r" t="t"/>
              <a:pathLst>
                <a:path extrusionOk="0" h="17861" w="18930">
                  <a:moveTo>
                    <a:pt x="3431" y="81"/>
                  </a:moveTo>
                  <a:lnTo>
                    <a:pt x="4117" y="102"/>
                  </a:lnTo>
                  <a:lnTo>
                    <a:pt x="4824" y="162"/>
                  </a:lnTo>
                  <a:lnTo>
                    <a:pt x="5510" y="263"/>
                  </a:lnTo>
                  <a:lnTo>
                    <a:pt x="6216" y="404"/>
                  </a:lnTo>
                  <a:lnTo>
                    <a:pt x="6882" y="566"/>
                  </a:lnTo>
                  <a:lnTo>
                    <a:pt x="7568" y="768"/>
                  </a:lnTo>
                  <a:lnTo>
                    <a:pt x="8234" y="1010"/>
                  </a:lnTo>
                  <a:lnTo>
                    <a:pt x="8880" y="1272"/>
                  </a:lnTo>
                  <a:lnTo>
                    <a:pt x="9505" y="1575"/>
                  </a:lnTo>
                  <a:lnTo>
                    <a:pt x="10131" y="1918"/>
                  </a:lnTo>
                  <a:lnTo>
                    <a:pt x="10736" y="2281"/>
                  </a:lnTo>
                  <a:lnTo>
                    <a:pt x="11301" y="2664"/>
                  </a:lnTo>
                  <a:lnTo>
                    <a:pt x="11866" y="3088"/>
                  </a:lnTo>
                  <a:lnTo>
                    <a:pt x="12391" y="3552"/>
                  </a:lnTo>
                  <a:lnTo>
                    <a:pt x="12896" y="4017"/>
                  </a:lnTo>
                  <a:lnTo>
                    <a:pt x="13380" y="4521"/>
                  </a:lnTo>
                  <a:lnTo>
                    <a:pt x="13824" y="5026"/>
                  </a:lnTo>
                  <a:lnTo>
                    <a:pt x="14248" y="5570"/>
                  </a:lnTo>
                  <a:lnTo>
                    <a:pt x="14651" y="6115"/>
                  </a:lnTo>
                  <a:lnTo>
                    <a:pt x="15035" y="6680"/>
                  </a:lnTo>
                  <a:lnTo>
                    <a:pt x="15418" y="7245"/>
                  </a:lnTo>
                  <a:lnTo>
                    <a:pt x="15761" y="7831"/>
                  </a:lnTo>
                  <a:lnTo>
                    <a:pt x="16084" y="8416"/>
                  </a:lnTo>
                  <a:lnTo>
                    <a:pt x="16387" y="9021"/>
                  </a:lnTo>
                  <a:lnTo>
                    <a:pt x="16689" y="9627"/>
                  </a:lnTo>
                  <a:lnTo>
                    <a:pt x="16972" y="10232"/>
                  </a:lnTo>
                  <a:lnTo>
                    <a:pt x="17497" y="11423"/>
                  </a:lnTo>
                  <a:lnTo>
                    <a:pt x="17981" y="12593"/>
                  </a:lnTo>
                  <a:lnTo>
                    <a:pt x="18183" y="13158"/>
                  </a:lnTo>
                  <a:lnTo>
                    <a:pt x="18385" y="13723"/>
                  </a:lnTo>
                  <a:lnTo>
                    <a:pt x="18566" y="14288"/>
                  </a:lnTo>
                  <a:lnTo>
                    <a:pt x="18707" y="14853"/>
                  </a:lnTo>
                  <a:lnTo>
                    <a:pt x="18768" y="15136"/>
                  </a:lnTo>
                  <a:lnTo>
                    <a:pt x="18808" y="15438"/>
                  </a:lnTo>
                  <a:lnTo>
                    <a:pt x="18829" y="15721"/>
                  </a:lnTo>
                  <a:lnTo>
                    <a:pt x="18849" y="16003"/>
                  </a:lnTo>
                  <a:lnTo>
                    <a:pt x="18849" y="16286"/>
                  </a:lnTo>
                  <a:lnTo>
                    <a:pt x="18829" y="16589"/>
                  </a:lnTo>
                  <a:lnTo>
                    <a:pt x="18788" y="16871"/>
                  </a:lnTo>
                  <a:lnTo>
                    <a:pt x="18728" y="17154"/>
                  </a:lnTo>
                  <a:lnTo>
                    <a:pt x="18687" y="17295"/>
                  </a:lnTo>
                  <a:lnTo>
                    <a:pt x="18647" y="17416"/>
                  </a:lnTo>
                  <a:lnTo>
                    <a:pt x="18586" y="17537"/>
                  </a:lnTo>
                  <a:lnTo>
                    <a:pt x="18486" y="17658"/>
                  </a:lnTo>
                  <a:lnTo>
                    <a:pt x="18405" y="17699"/>
                  </a:lnTo>
                  <a:lnTo>
                    <a:pt x="18324" y="17739"/>
                  </a:lnTo>
                  <a:lnTo>
                    <a:pt x="18243" y="17759"/>
                  </a:lnTo>
                  <a:lnTo>
                    <a:pt x="18163" y="17779"/>
                  </a:lnTo>
                  <a:lnTo>
                    <a:pt x="17981" y="17759"/>
                  </a:lnTo>
                  <a:lnTo>
                    <a:pt x="17799" y="17699"/>
                  </a:lnTo>
                  <a:lnTo>
                    <a:pt x="17638" y="17618"/>
                  </a:lnTo>
                  <a:lnTo>
                    <a:pt x="17477" y="17517"/>
                  </a:lnTo>
                  <a:lnTo>
                    <a:pt x="17234" y="17315"/>
                  </a:lnTo>
                  <a:lnTo>
                    <a:pt x="16346" y="16548"/>
                  </a:lnTo>
                  <a:lnTo>
                    <a:pt x="15418" y="15701"/>
                  </a:lnTo>
                  <a:lnTo>
                    <a:pt x="14429" y="14793"/>
                  </a:lnTo>
                  <a:lnTo>
                    <a:pt x="13319" y="13743"/>
                  </a:lnTo>
                  <a:lnTo>
                    <a:pt x="11140" y="11645"/>
                  </a:lnTo>
                  <a:lnTo>
                    <a:pt x="8860" y="9465"/>
                  </a:lnTo>
                  <a:lnTo>
                    <a:pt x="7709" y="8375"/>
                  </a:lnTo>
                  <a:lnTo>
                    <a:pt x="6539" y="7306"/>
                  </a:lnTo>
                  <a:lnTo>
                    <a:pt x="5611" y="6478"/>
                  </a:lnTo>
                  <a:lnTo>
                    <a:pt x="4703" y="5691"/>
                  </a:lnTo>
                  <a:lnTo>
                    <a:pt x="3835" y="4965"/>
                  </a:lnTo>
                  <a:lnTo>
                    <a:pt x="3007" y="4279"/>
                  </a:lnTo>
                  <a:lnTo>
                    <a:pt x="2644" y="4017"/>
                  </a:lnTo>
                  <a:lnTo>
                    <a:pt x="2220" y="3734"/>
                  </a:lnTo>
                  <a:lnTo>
                    <a:pt x="1575" y="3290"/>
                  </a:lnTo>
                  <a:lnTo>
                    <a:pt x="1252" y="3048"/>
                  </a:lnTo>
                  <a:lnTo>
                    <a:pt x="929" y="2806"/>
                  </a:lnTo>
                  <a:lnTo>
                    <a:pt x="667" y="2564"/>
                  </a:lnTo>
                  <a:lnTo>
                    <a:pt x="424" y="2301"/>
                  </a:lnTo>
                  <a:lnTo>
                    <a:pt x="323" y="2160"/>
                  </a:lnTo>
                  <a:lnTo>
                    <a:pt x="243" y="2019"/>
                  </a:lnTo>
                  <a:lnTo>
                    <a:pt x="182" y="1898"/>
                  </a:lnTo>
                  <a:lnTo>
                    <a:pt x="122" y="1756"/>
                  </a:lnTo>
                  <a:lnTo>
                    <a:pt x="81" y="1575"/>
                  </a:lnTo>
                  <a:lnTo>
                    <a:pt x="102" y="1413"/>
                  </a:lnTo>
                  <a:lnTo>
                    <a:pt x="122" y="1232"/>
                  </a:lnTo>
                  <a:lnTo>
                    <a:pt x="202" y="1070"/>
                  </a:lnTo>
                  <a:lnTo>
                    <a:pt x="283" y="909"/>
                  </a:lnTo>
                  <a:lnTo>
                    <a:pt x="384" y="768"/>
                  </a:lnTo>
                  <a:lnTo>
                    <a:pt x="505" y="646"/>
                  </a:lnTo>
                  <a:lnTo>
                    <a:pt x="646" y="546"/>
                  </a:lnTo>
                  <a:lnTo>
                    <a:pt x="808" y="445"/>
                  </a:lnTo>
                  <a:lnTo>
                    <a:pt x="969" y="384"/>
                  </a:lnTo>
                  <a:lnTo>
                    <a:pt x="1131" y="324"/>
                  </a:lnTo>
                  <a:lnTo>
                    <a:pt x="1312" y="263"/>
                  </a:lnTo>
                  <a:lnTo>
                    <a:pt x="1655" y="202"/>
                  </a:lnTo>
                  <a:lnTo>
                    <a:pt x="2019" y="142"/>
                  </a:lnTo>
                  <a:lnTo>
                    <a:pt x="2725" y="102"/>
                  </a:lnTo>
                  <a:lnTo>
                    <a:pt x="3431" y="81"/>
                  </a:lnTo>
                  <a:close/>
                  <a:moveTo>
                    <a:pt x="3431" y="1"/>
                  </a:moveTo>
                  <a:lnTo>
                    <a:pt x="2725" y="21"/>
                  </a:lnTo>
                  <a:lnTo>
                    <a:pt x="2019" y="61"/>
                  </a:lnTo>
                  <a:lnTo>
                    <a:pt x="1655" y="122"/>
                  </a:lnTo>
                  <a:lnTo>
                    <a:pt x="1272" y="182"/>
                  </a:lnTo>
                  <a:lnTo>
                    <a:pt x="1111" y="243"/>
                  </a:lnTo>
                  <a:lnTo>
                    <a:pt x="929" y="303"/>
                  </a:lnTo>
                  <a:lnTo>
                    <a:pt x="767" y="384"/>
                  </a:lnTo>
                  <a:lnTo>
                    <a:pt x="606" y="485"/>
                  </a:lnTo>
                  <a:lnTo>
                    <a:pt x="465" y="586"/>
                  </a:lnTo>
                  <a:lnTo>
                    <a:pt x="323" y="727"/>
                  </a:lnTo>
                  <a:lnTo>
                    <a:pt x="223" y="868"/>
                  </a:lnTo>
                  <a:lnTo>
                    <a:pt x="122" y="1050"/>
                  </a:lnTo>
                  <a:lnTo>
                    <a:pt x="41" y="1211"/>
                  </a:lnTo>
                  <a:lnTo>
                    <a:pt x="21" y="1393"/>
                  </a:lnTo>
                  <a:lnTo>
                    <a:pt x="1" y="1595"/>
                  </a:lnTo>
                  <a:lnTo>
                    <a:pt x="41" y="1777"/>
                  </a:lnTo>
                  <a:lnTo>
                    <a:pt x="102" y="1918"/>
                  </a:lnTo>
                  <a:lnTo>
                    <a:pt x="162" y="2059"/>
                  </a:lnTo>
                  <a:lnTo>
                    <a:pt x="263" y="2200"/>
                  </a:lnTo>
                  <a:lnTo>
                    <a:pt x="364" y="2342"/>
                  </a:lnTo>
                  <a:lnTo>
                    <a:pt x="586" y="2604"/>
                  </a:lnTo>
                  <a:lnTo>
                    <a:pt x="868" y="2866"/>
                  </a:lnTo>
                  <a:lnTo>
                    <a:pt x="1191" y="3108"/>
                  </a:lnTo>
                  <a:lnTo>
                    <a:pt x="1514" y="3351"/>
                  </a:lnTo>
                  <a:lnTo>
                    <a:pt x="2180" y="3795"/>
                  </a:lnTo>
                  <a:lnTo>
                    <a:pt x="2604" y="4077"/>
                  </a:lnTo>
                  <a:lnTo>
                    <a:pt x="2947" y="4339"/>
                  </a:lnTo>
                  <a:lnTo>
                    <a:pt x="3794" y="5026"/>
                  </a:lnTo>
                  <a:lnTo>
                    <a:pt x="4662" y="5752"/>
                  </a:lnTo>
                  <a:lnTo>
                    <a:pt x="5550" y="6539"/>
                  </a:lnTo>
                  <a:lnTo>
                    <a:pt x="6499" y="7366"/>
                  </a:lnTo>
                  <a:lnTo>
                    <a:pt x="7649" y="8436"/>
                  </a:lnTo>
                  <a:lnTo>
                    <a:pt x="8799" y="9526"/>
                  </a:lnTo>
                  <a:lnTo>
                    <a:pt x="11079" y="11705"/>
                  </a:lnTo>
                  <a:lnTo>
                    <a:pt x="13279" y="13804"/>
                  </a:lnTo>
                  <a:lnTo>
                    <a:pt x="14369" y="14853"/>
                  </a:lnTo>
                  <a:lnTo>
                    <a:pt x="15358" y="15761"/>
                  </a:lnTo>
                  <a:lnTo>
                    <a:pt x="16286" y="16609"/>
                  </a:lnTo>
                  <a:lnTo>
                    <a:pt x="17174" y="17376"/>
                  </a:lnTo>
                  <a:lnTo>
                    <a:pt x="17355" y="17537"/>
                  </a:lnTo>
                  <a:lnTo>
                    <a:pt x="17598" y="17678"/>
                  </a:lnTo>
                  <a:lnTo>
                    <a:pt x="17719" y="17739"/>
                  </a:lnTo>
                  <a:lnTo>
                    <a:pt x="17860" y="17800"/>
                  </a:lnTo>
                  <a:lnTo>
                    <a:pt x="18001" y="17840"/>
                  </a:lnTo>
                  <a:lnTo>
                    <a:pt x="18142" y="17860"/>
                  </a:lnTo>
                  <a:lnTo>
                    <a:pt x="18243" y="17840"/>
                  </a:lnTo>
                  <a:lnTo>
                    <a:pt x="18344" y="17820"/>
                  </a:lnTo>
                  <a:lnTo>
                    <a:pt x="18445" y="17779"/>
                  </a:lnTo>
                  <a:lnTo>
                    <a:pt x="18526" y="17719"/>
                  </a:lnTo>
                  <a:lnTo>
                    <a:pt x="18647" y="17598"/>
                  </a:lnTo>
                  <a:lnTo>
                    <a:pt x="18707" y="17456"/>
                  </a:lnTo>
                  <a:lnTo>
                    <a:pt x="18768" y="17315"/>
                  </a:lnTo>
                  <a:lnTo>
                    <a:pt x="18808" y="17174"/>
                  </a:lnTo>
                  <a:lnTo>
                    <a:pt x="18869" y="16891"/>
                  </a:lnTo>
                  <a:lnTo>
                    <a:pt x="18909" y="16589"/>
                  </a:lnTo>
                  <a:lnTo>
                    <a:pt x="18929" y="16306"/>
                  </a:lnTo>
                  <a:lnTo>
                    <a:pt x="18929" y="16003"/>
                  </a:lnTo>
                  <a:lnTo>
                    <a:pt x="18909" y="15721"/>
                  </a:lnTo>
                  <a:lnTo>
                    <a:pt x="18889" y="15418"/>
                  </a:lnTo>
                  <a:lnTo>
                    <a:pt x="18849" y="15136"/>
                  </a:lnTo>
                  <a:lnTo>
                    <a:pt x="18788" y="14853"/>
                  </a:lnTo>
                  <a:lnTo>
                    <a:pt x="18647" y="14268"/>
                  </a:lnTo>
                  <a:lnTo>
                    <a:pt x="18465" y="13703"/>
                  </a:lnTo>
                  <a:lnTo>
                    <a:pt x="18264" y="13138"/>
                  </a:lnTo>
                  <a:lnTo>
                    <a:pt x="18042" y="12573"/>
                  </a:lnTo>
                  <a:lnTo>
                    <a:pt x="17577" y="11382"/>
                  </a:lnTo>
                  <a:lnTo>
                    <a:pt x="17053" y="10192"/>
                  </a:lnTo>
                  <a:lnTo>
                    <a:pt x="16770" y="9586"/>
                  </a:lnTo>
                  <a:lnTo>
                    <a:pt x="16468" y="8981"/>
                  </a:lnTo>
                  <a:lnTo>
                    <a:pt x="16145" y="8375"/>
                  </a:lnTo>
                  <a:lnTo>
                    <a:pt x="15822" y="7790"/>
                  </a:lnTo>
                  <a:lnTo>
                    <a:pt x="15479" y="7205"/>
                  </a:lnTo>
                  <a:lnTo>
                    <a:pt x="15115" y="6620"/>
                  </a:lnTo>
                  <a:lnTo>
                    <a:pt x="14732" y="6055"/>
                  </a:lnTo>
                  <a:lnTo>
                    <a:pt x="14308" y="5510"/>
                  </a:lnTo>
                  <a:lnTo>
                    <a:pt x="13884" y="4965"/>
                  </a:lnTo>
                  <a:lnTo>
                    <a:pt x="13441" y="4460"/>
                  </a:lnTo>
                  <a:lnTo>
                    <a:pt x="12956" y="3956"/>
                  </a:lnTo>
                  <a:lnTo>
                    <a:pt x="12452" y="3492"/>
                  </a:lnTo>
                  <a:lnTo>
                    <a:pt x="11927" y="3028"/>
                  </a:lnTo>
                  <a:lnTo>
                    <a:pt x="11362" y="2604"/>
                  </a:lnTo>
                  <a:lnTo>
                    <a:pt x="10777" y="2200"/>
                  </a:lnTo>
                  <a:lnTo>
                    <a:pt x="10171" y="1837"/>
                  </a:lnTo>
                  <a:lnTo>
                    <a:pt x="9546" y="1494"/>
                  </a:lnTo>
                  <a:lnTo>
                    <a:pt x="8900" y="1191"/>
                  </a:lnTo>
                  <a:lnTo>
                    <a:pt x="8254" y="929"/>
                  </a:lnTo>
                  <a:lnTo>
                    <a:pt x="7588" y="687"/>
                  </a:lnTo>
                  <a:lnTo>
                    <a:pt x="6902" y="485"/>
                  </a:lnTo>
                  <a:lnTo>
                    <a:pt x="6216" y="324"/>
                  </a:lnTo>
                  <a:lnTo>
                    <a:pt x="5530" y="182"/>
                  </a:lnTo>
                  <a:lnTo>
                    <a:pt x="4824" y="81"/>
                  </a:lnTo>
                  <a:lnTo>
                    <a:pt x="4138" y="21"/>
                  </a:lnTo>
                  <a:lnTo>
                    <a:pt x="34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8"/>
            <p:cNvSpPr/>
            <p:nvPr/>
          </p:nvSpPr>
          <p:spPr>
            <a:xfrm flipH="1">
              <a:off x="-459496" y="-4947101"/>
              <a:ext cx="453633" cy="455870"/>
            </a:xfrm>
            <a:custGeom>
              <a:rect b="b" l="l" r="r" t="t"/>
              <a:pathLst>
                <a:path extrusionOk="0" h="8154" w="8114">
                  <a:moveTo>
                    <a:pt x="1010" y="81"/>
                  </a:moveTo>
                  <a:lnTo>
                    <a:pt x="1151" y="101"/>
                  </a:lnTo>
                  <a:lnTo>
                    <a:pt x="1413" y="162"/>
                  </a:lnTo>
                  <a:lnTo>
                    <a:pt x="1696" y="263"/>
                  </a:lnTo>
                  <a:lnTo>
                    <a:pt x="1938" y="384"/>
                  </a:lnTo>
                  <a:lnTo>
                    <a:pt x="2200" y="545"/>
                  </a:lnTo>
                  <a:lnTo>
                    <a:pt x="2422" y="707"/>
                  </a:lnTo>
                  <a:lnTo>
                    <a:pt x="2644" y="888"/>
                  </a:lnTo>
                  <a:lnTo>
                    <a:pt x="3108" y="1251"/>
                  </a:lnTo>
                  <a:lnTo>
                    <a:pt x="3552" y="1635"/>
                  </a:lnTo>
                  <a:lnTo>
                    <a:pt x="3976" y="2039"/>
                  </a:lnTo>
                  <a:lnTo>
                    <a:pt x="4400" y="2422"/>
                  </a:lnTo>
                  <a:lnTo>
                    <a:pt x="4783" y="2826"/>
                  </a:lnTo>
                  <a:lnTo>
                    <a:pt x="5167" y="3229"/>
                  </a:lnTo>
                  <a:lnTo>
                    <a:pt x="5530" y="3653"/>
                  </a:lnTo>
                  <a:lnTo>
                    <a:pt x="5873" y="4077"/>
                  </a:lnTo>
                  <a:lnTo>
                    <a:pt x="6196" y="4500"/>
                  </a:lnTo>
                  <a:lnTo>
                    <a:pt x="6499" y="4924"/>
                  </a:lnTo>
                  <a:lnTo>
                    <a:pt x="6781" y="5348"/>
                  </a:lnTo>
                  <a:lnTo>
                    <a:pt x="7064" y="5792"/>
                  </a:lnTo>
                  <a:lnTo>
                    <a:pt x="7306" y="6236"/>
                  </a:lnTo>
                  <a:lnTo>
                    <a:pt x="7548" y="6680"/>
                  </a:lnTo>
                  <a:lnTo>
                    <a:pt x="7770" y="7144"/>
                  </a:lnTo>
                  <a:lnTo>
                    <a:pt x="7972" y="7588"/>
                  </a:lnTo>
                  <a:lnTo>
                    <a:pt x="8012" y="7729"/>
                  </a:lnTo>
                  <a:lnTo>
                    <a:pt x="8032" y="7871"/>
                  </a:lnTo>
                  <a:lnTo>
                    <a:pt x="8032" y="7931"/>
                  </a:lnTo>
                  <a:lnTo>
                    <a:pt x="8012" y="7992"/>
                  </a:lnTo>
                  <a:lnTo>
                    <a:pt x="7972" y="8032"/>
                  </a:lnTo>
                  <a:lnTo>
                    <a:pt x="7932" y="8052"/>
                  </a:lnTo>
                  <a:lnTo>
                    <a:pt x="7851" y="8072"/>
                  </a:lnTo>
                  <a:lnTo>
                    <a:pt x="7790" y="8072"/>
                  </a:lnTo>
                  <a:lnTo>
                    <a:pt x="7649" y="8012"/>
                  </a:lnTo>
                  <a:lnTo>
                    <a:pt x="7346" y="7830"/>
                  </a:lnTo>
                  <a:lnTo>
                    <a:pt x="7084" y="7628"/>
                  </a:lnTo>
                  <a:lnTo>
                    <a:pt x="6822" y="7386"/>
                  </a:lnTo>
                  <a:lnTo>
                    <a:pt x="6559" y="7164"/>
                  </a:lnTo>
                  <a:lnTo>
                    <a:pt x="2523" y="3310"/>
                  </a:lnTo>
                  <a:lnTo>
                    <a:pt x="2180" y="3007"/>
                  </a:lnTo>
                  <a:lnTo>
                    <a:pt x="1514" y="2462"/>
                  </a:lnTo>
                  <a:lnTo>
                    <a:pt x="1151" y="2119"/>
                  </a:lnTo>
                  <a:lnTo>
                    <a:pt x="808" y="1776"/>
                  </a:lnTo>
                  <a:lnTo>
                    <a:pt x="485" y="1413"/>
                  </a:lnTo>
                  <a:lnTo>
                    <a:pt x="364" y="1251"/>
                  </a:lnTo>
                  <a:lnTo>
                    <a:pt x="243" y="1070"/>
                  </a:lnTo>
                  <a:lnTo>
                    <a:pt x="162" y="908"/>
                  </a:lnTo>
                  <a:lnTo>
                    <a:pt x="102" y="767"/>
                  </a:lnTo>
                  <a:lnTo>
                    <a:pt x="81" y="626"/>
                  </a:lnTo>
                  <a:lnTo>
                    <a:pt x="81" y="485"/>
                  </a:lnTo>
                  <a:lnTo>
                    <a:pt x="122" y="424"/>
                  </a:lnTo>
                  <a:lnTo>
                    <a:pt x="142" y="364"/>
                  </a:lnTo>
                  <a:lnTo>
                    <a:pt x="243" y="263"/>
                  </a:lnTo>
                  <a:lnTo>
                    <a:pt x="404" y="182"/>
                  </a:lnTo>
                  <a:lnTo>
                    <a:pt x="606" y="101"/>
                  </a:lnTo>
                  <a:lnTo>
                    <a:pt x="747" y="81"/>
                  </a:lnTo>
                  <a:close/>
                  <a:moveTo>
                    <a:pt x="727" y="0"/>
                  </a:moveTo>
                  <a:lnTo>
                    <a:pt x="586" y="41"/>
                  </a:lnTo>
                  <a:lnTo>
                    <a:pt x="364" y="101"/>
                  </a:lnTo>
                  <a:lnTo>
                    <a:pt x="203" y="202"/>
                  </a:lnTo>
                  <a:lnTo>
                    <a:pt x="122" y="263"/>
                  </a:lnTo>
                  <a:lnTo>
                    <a:pt x="81" y="323"/>
                  </a:lnTo>
                  <a:lnTo>
                    <a:pt x="41" y="384"/>
                  </a:lnTo>
                  <a:lnTo>
                    <a:pt x="21" y="464"/>
                  </a:lnTo>
                  <a:lnTo>
                    <a:pt x="1" y="606"/>
                  </a:lnTo>
                  <a:lnTo>
                    <a:pt x="21" y="767"/>
                  </a:lnTo>
                  <a:lnTo>
                    <a:pt x="81" y="908"/>
                  </a:lnTo>
                  <a:lnTo>
                    <a:pt x="162" y="1090"/>
                  </a:lnTo>
                  <a:lnTo>
                    <a:pt x="263" y="1251"/>
                  </a:lnTo>
                  <a:lnTo>
                    <a:pt x="404" y="1433"/>
                  </a:lnTo>
                  <a:lnTo>
                    <a:pt x="707" y="1796"/>
                  </a:lnTo>
                  <a:lnTo>
                    <a:pt x="1070" y="2139"/>
                  </a:lnTo>
                  <a:lnTo>
                    <a:pt x="1434" y="2482"/>
                  </a:lnTo>
                  <a:lnTo>
                    <a:pt x="2120" y="3088"/>
                  </a:lnTo>
                  <a:lnTo>
                    <a:pt x="2463" y="3370"/>
                  </a:lnTo>
                  <a:lnTo>
                    <a:pt x="6499" y="7225"/>
                  </a:lnTo>
                  <a:lnTo>
                    <a:pt x="6761" y="7467"/>
                  </a:lnTo>
                  <a:lnTo>
                    <a:pt x="7023" y="7689"/>
                  </a:lnTo>
                  <a:lnTo>
                    <a:pt x="7306" y="7911"/>
                  </a:lnTo>
                  <a:lnTo>
                    <a:pt x="7609" y="8093"/>
                  </a:lnTo>
                  <a:lnTo>
                    <a:pt x="7730" y="8133"/>
                  </a:lnTo>
                  <a:lnTo>
                    <a:pt x="7851" y="8153"/>
                  </a:lnTo>
                  <a:lnTo>
                    <a:pt x="7911" y="8153"/>
                  </a:lnTo>
                  <a:lnTo>
                    <a:pt x="7972" y="8133"/>
                  </a:lnTo>
                  <a:lnTo>
                    <a:pt x="8032" y="8093"/>
                  </a:lnTo>
                  <a:lnTo>
                    <a:pt x="8073" y="8032"/>
                  </a:lnTo>
                  <a:lnTo>
                    <a:pt x="8093" y="7971"/>
                  </a:lnTo>
                  <a:lnTo>
                    <a:pt x="8113" y="7891"/>
                  </a:lnTo>
                  <a:lnTo>
                    <a:pt x="8093" y="7729"/>
                  </a:lnTo>
                  <a:lnTo>
                    <a:pt x="8032" y="7568"/>
                  </a:lnTo>
                  <a:lnTo>
                    <a:pt x="7831" y="7104"/>
                  </a:lnTo>
                  <a:lnTo>
                    <a:pt x="7629" y="6640"/>
                  </a:lnTo>
                  <a:lnTo>
                    <a:pt x="7387" y="6196"/>
                  </a:lnTo>
                  <a:lnTo>
                    <a:pt x="7124" y="5752"/>
                  </a:lnTo>
                  <a:lnTo>
                    <a:pt x="6862" y="5308"/>
                  </a:lnTo>
                  <a:lnTo>
                    <a:pt x="6559" y="4884"/>
                  </a:lnTo>
                  <a:lnTo>
                    <a:pt x="6257" y="4440"/>
                  </a:lnTo>
                  <a:lnTo>
                    <a:pt x="5934" y="4016"/>
                  </a:lnTo>
                  <a:lnTo>
                    <a:pt x="5591" y="3592"/>
                  </a:lnTo>
                  <a:lnTo>
                    <a:pt x="5227" y="3189"/>
                  </a:lnTo>
                  <a:lnTo>
                    <a:pt x="4844" y="2785"/>
                  </a:lnTo>
                  <a:lnTo>
                    <a:pt x="4461" y="2382"/>
                  </a:lnTo>
                  <a:lnTo>
                    <a:pt x="4037" y="1978"/>
                  </a:lnTo>
                  <a:lnTo>
                    <a:pt x="3613" y="1574"/>
                  </a:lnTo>
                  <a:lnTo>
                    <a:pt x="3169" y="1191"/>
                  </a:lnTo>
                  <a:lnTo>
                    <a:pt x="2705" y="808"/>
                  </a:lnTo>
                  <a:lnTo>
                    <a:pt x="2463" y="646"/>
                  </a:lnTo>
                  <a:lnTo>
                    <a:pt x="2221" y="464"/>
                  </a:lnTo>
                  <a:lnTo>
                    <a:pt x="1978" y="323"/>
                  </a:lnTo>
                  <a:lnTo>
                    <a:pt x="1716" y="182"/>
                  </a:lnTo>
                  <a:lnTo>
                    <a:pt x="1434" y="81"/>
                  </a:lnTo>
                  <a:lnTo>
                    <a:pt x="1151" y="21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8" name="Google Shape;3848;p48"/>
          <p:cNvGrpSpPr/>
          <p:nvPr/>
        </p:nvGrpSpPr>
        <p:grpSpPr>
          <a:xfrm>
            <a:off x="8716221" y="3079094"/>
            <a:ext cx="1001862" cy="1525380"/>
            <a:chOff x="2060921" y="-3413869"/>
            <a:chExt cx="1001862" cy="1525380"/>
          </a:xfrm>
        </p:grpSpPr>
        <p:sp>
          <p:nvSpPr>
            <p:cNvPr id="3849" name="Google Shape;3849;p48"/>
            <p:cNvSpPr/>
            <p:nvPr/>
          </p:nvSpPr>
          <p:spPr>
            <a:xfrm flipH="1">
              <a:off x="2060921" y="-3413869"/>
              <a:ext cx="1001862" cy="1525380"/>
            </a:xfrm>
            <a:custGeom>
              <a:rect b="b" l="l" r="r" t="t"/>
              <a:pathLst>
                <a:path extrusionOk="0" h="27284" w="17920">
                  <a:moveTo>
                    <a:pt x="9041" y="81"/>
                  </a:moveTo>
                  <a:lnTo>
                    <a:pt x="9464" y="101"/>
                  </a:lnTo>
                  <a:lnTo>
                    <a:pt x="9888" y="141"/>
                  </a:lnTo>
                  <a:lnTo>
                    <a:pt x="10312" y="222"/>
                  </a:lnTo>
                  <a:lnTo>
                    <a:pt x="10716" y="323"/>
                  </a:lnTo>
                  <a:lnTo>
                    <a:pt x="11139" y="444"/>
                  </a:lnTo>
                  <a:lnTo>
                    <a:pt x="11543" y="605"/>
                  </a:lnTo>
                  <a:lnTo>
                    <a:pt x="11947" y="767"/>
                  </a:lnTo>
                  <a:lnTo>
                    <a:pt x="12350" y="969"/>
                  </a:lnTo>
                  <a:lnTo>
                    <a:pt x="12734" y="1191"/>
                  </a:lnTo>
                  <a:lnTo>
                    <a:pt x="13117" y="1433"/>
                  </a:lnTo>
                  <a:lnTo>
                    <a:pt x="13480" y="1715"/>
                  </a:lnTo>
                  <a:lnTo>
                    <a:pt x="13844" y="1998"/>
                  </a:lnTo>
                  <a:lnTo>
                    <a:pt x="14187" y="2301"/>
                  </a:lnTo>
                  <a:lnTo>
                    <a:pt x="14530" y="2644"/>
                  </a:lnTo>
                  <a:lnTo>
                    <a:pt x="14832" y="2987"/>
                  </a:lnTo>
                  <a:lnTo>
                    <a:pt x="15155" y="3350"/>
                  </a:lnTo>
                  <a:lnTo>
                    <a:pt x="15397" y="3673"/>
                  </a:lnTo>
                  <a:lnTo>
                    <a:pt x="15619" y="4016"/>
                  </a:lnTo>
                  <a:lnTo>
                    <a:pt x="15841" y="4359"/>
                  </a:lnTo>
                  <a:lnTo>
                    <a:pt x="16063" y="4722"/>
                  </a:lnTo>
                  <a:lnTo>
                    <a:pt x="16265" y="5106"/>
                  </a:lnTo>
                  <a:lnTo>
                    <a:pt x="16447" y="5489"/>
                  </a:lnTo>
                  <a:lnTo>
                    <a:pt x="16628" y="5893"/>
                  </a:lnTo>
                  <a:lnTo>
                    <a:pt x="16790" y="6296"/>
                  </a:lnTo>
                  <a:lnTo>
                    <a:pt x="16931" y="6720"/>
                  </a:lnTo>
                  <a:lnTo>
                    <a:pt x="17072" y="7144"/>
                  </a:lnTo>
                  <a:lnTo>
                    <a:pt x="17214" y="7588"/>
                  </a:lnTo>
                  <a:lnTo>
                    <a:pt x="17315" y="8052"/>
                  </a:lnTo>
                  <a:lnTo>
                    <a:pt x="17436" y="8516"/>
                  </a:lnTo>
                  <a:lnTo>
                    <a:pt x="17516" y="8980"/>
                  </a:lnTo>
                  <a:lnTo>
                    <a:pt x="17597" y="9485"/>
                  </a:lnTo>
                  <a:lnTo>
                    <a:pt x="17678" y="9969"/>
                  </a:lnTo>
                  <a:lnTo>
                    <a:pt x="17738" y="10514"/>
                  </a:lnTo>
                  <a:lnTo>
                    <a:pt x="17779" y="11079"/>
                  </a:lnTo>
                  <a:lnTo>
                    <a:pt x="17819" y="11624"/>
                  </a:lnTo>
                  <a:lnTo>
                    <a:pt x="17839" y="12189"/>
                  </a:lnTo>
                  <a:lnTo>
                    <a:pt x="17839" y="12774"/>
                  </a:lnTo>
                  <a:lnTo>
                    <a:pt x="17819" y="13339"/>
                  </a:lnTo>
                  <a:lnTo>
                    <a:pt x="17799" y="13924"/>
                  </a:lnTo>
                  <a:lnTo>
                    <a:pt x="17758" y="14510"/>
                  </a:lnTo>
                  <a:lnTo>
                    <a:pt x="17718" y="15115"/>
                  </a:lnTo>
                  <a:lnTo>
                    <a:pt x="17637" y="15720"/>
                  </a:lnTo>
                  <a:lnTo>
                    <a:pt x="17557" y="16326"/>
                  </a:lnTo>
                  <a:lnTo>
                    <a:pt x="17456" y="16951"/>
                  </a:lnTo>
                  <a:lnTo>
                    <a:pt x="17355" y="17577"/>
                  </a:lnTo>
                  <a:lnTo>
                    <a:pt x="17234" y="18202"/>
                  </a:lnTo>
                  <a:lnTo>
                    <a:pt x="17093" y="18848"/>
                  </a:lnTo>
                  <a:lnTo>
                    <a:pt x="16931" y="19514"/>
                  </a:lnTo>
                  <a:lnTo>
                    <a:pt x="16709" y="20362"/>
                  </a:lnTo>
                  <a:lnTo>
                    <a:pt x="16447" y="21230"/>
                  </a:lnTo>
                  <a:lnTo>
                    <a:pt x="16285" y="21673"/>
                  </a:lnTo>
                  <a:lnTo>
                    <a:pt x="16124" y="22117"/>
                  </a:lnTo>
                  <a:lnTo>
                    <a:pt x="15942" y="22561"/>
                  </a:lnTo>
                  <a:lnTo>
                    <a:pt x="15740" y="23005"/>
                  </a:lnTo>
                  <a:lnTo>
                    <a:pt x="15518" y="23429"/>
                  </a:lnTo>
                  <a:lnTo>
                    <a:pt x="15276" y="23873"/>
                  </a:lnTo>
                  <a:lnTo>
                    <a:pt x="15014" y="24277"/>
                  </a:lnTo>
                  <a:lnTo>
                    <a:pt x="14731" y="24680"/>
                  </a:lnTo>
                  <a:lnTo>
                    <a:pt x="14429" y="25064"/>
                  </a:lnTo>
                  <a:lnTo>
                    <a:pt x="14106" y="25427"/>
                  </a:lnTo>
                  <a:lnTo>
                    <a:pt x="13743" y="25770"/>
                  </a:lnTo>
                  <a:lnTo>
                    <a:pt x="13359" y="26093"/>
                  </a:lnTo>
                  <a:lnTo>
                    <a:pt x="13077" y="26295"/>
                  </a:lnTo>
                  <a:lnTo>
                    <a:pt x="12774" y="26476"/>
                  </a:lnTo>
                  <a:lnTo>
                    <a:pt x="12491" y="26658"/>
                  </a:lnTo>
                  <a:lnTo>
                    <a:pt x="12209" y="26799"/>
                  </a:lnTo>
                  <a:lnTo>
                    <a:pt x="11906" y="26920"/>
                  </a:lnTo>
                  <a:lnTo>
                    <a:pt x="11624" y="27021"/>
                  </a:lnTo>
                  <a:lnTo>
                    <a:pt x="11321" y="27102"/>
                  </a:lnTo>
                  <a:lnTo>
                    <a:pt x="11018" y="27162"/>
                  </a:lnTo>
                  <a:lnTo>
                    <a:pt x="10716" y="27203"/>
                  </a:lnTo>
                  <a:lnTo>
                    <a:pt x="10110" y="27203"/>
                  </a:lnTo>
                  <a:lnTo>
                    <a:pt x="9808" y="27183"/>
                  </a:lnTo>
                  <a:lnTo>
                    <a:pt x="9485" y="27142"/>
                  </a:lnTo>
                  <a:lnTo>
                    <a:pt x="9182" y="27062"/>
                  </a:lnTo>
                  <a:lnTo>
                    <a:pt x="8859" y="26981"/>
                  </a:lnTo>
                  <a:lnTo>
                    <a:pt x="8556" y="26860"/>
                  </a:lnTo>
                  <a:lnTo>
                    <a:pt x="8234" y="26739"/>
                  </a:lnTo>
                  <a:lnTo>
                    <a:pt x="7931" y="26577"/>
                  </a:lnTo>
                  <a:lnTo>
                    <a:pt x="7628" y="26416"/>
                  </a:lnTo>
                  <a:lnTo>
                    <a:pt x="7346" y="26234"/>
                  </a:lnTo>
                  <a:lnTo>
                    <a:pt x="7063" y="26053"/>
                  </a:lnTo>
                  <a:lnTo>
                    <a:pt x="6781" y="25851"/>
                  </a:lnTo>
                  <a:lnTo>
                    <a:pt x="6256" y="25427"/>
                  </a:lnTo>
                  <a:lnTo>
                    <a:pt x="5772" y="24983"/>
                  </a:lnTo>
                  <a:lnTo>
                    <a:pt x="5328" y="24539"/>
                  </a:lnTo>
                  <a:lnTo>
                    <a:pt x="4944" y="24095"/>
                  </a:lnTo>
                  <a:lnTo>
                    <a:pt x="4581" y="23671"/>
                  </a:lnTo>
                  <a:lnTo>
                    <a:pt x="4238" y="23227"/>
                  </a:lnTo>
                  <a:lnTo>
                    <a:pt x="3895" y="22763"/>
                  </a:lnTo>
                  <a:lnTo>
                    <a:pt x="3572" y="22279"/>
                  </a:lnTo>
                  <a:lnTo>
                    <a:pt x="3249" y="21815"/>
                  </a:lnTo>
                  <a:lnTo>
                    <a:pt x="2967" y="21330"/>
                  </a:lnTo>
                  <a:lnTo>
                    <a:pt x="2664" y="20826"/>
                  </a:lnTo>
                  <a:lnTo>
                    <a:pt x="2401" y="20342"/>
                  </a:lnTo>
                  <a:lnTo>
                    <a:pt x="2139" y="19837"/>
                  </a:lnTo>
                  <a:lnTo>
                    <a:pt x="1897" y="19333"/>
                  </a:lnTo>
                  <a:lnTo>
                    <a:pt x="1675" y="18808"/>
                  </a:lnTo>
                  <a:lnTo>
                    <a:pt x="1453" y="18303"/>
                  </a:lnTo>
                  <a:lnTo>
                    <a:pt x="1251" y="17779"/>
                  </a:lnTo>
                  <a:lnTo>
                    <a:pt x="1070" y="17254"/>
                  </a:lnTo>
                  <a:lnTo>
                    <a:pt x="888" y="16729"/>
                  </a:lnTo>
                  <a:lnTo>
                    <a:pt x="727" y="16205"/>
                  </a:lnTo>
                  <a:lnTo>
                    <a:pt x="585" y="15680"/>
                  </a:lnTo>
                  <a:lnTo>
                    <a:pt x="464" y="15095"/>
                  </a:lnTo>
                  <a:lnTo>
                    <a:pt x="343" y="14530"/>
                  </a:lnTo>
                  <a:lnTo>
                    <a:pt x="262" y="13965"/>
                  </a:lnTo>
                  <a:lnTo>
                    <a:pt x="182" y="13400"/>
                  </a:lnTo>
                  <a:lnTo>
                    <a:pt x="121" y="12835"/>
                  </a:lnTo>
                  <a:lnTo>
                    <a:pt x="101" y="12270"/>
                  </a:lnTo>
                  <a:lnTo>
                    <a:pt x="81" y="11725"/>
                  </a:lnTo>
                  <a:lnTo>
                    <a:pt x="81" y="11160"/>
                  </a:lnTo>
                  <a:lnTo>
                    <a:pt x="101" y="10615"/>
                  </a:lnTo>
                  <a:lnTo>
                    <a:pt x="141" y="10070"/>
                  </a:lnTo>
                  <a:lnTo>
                    <a:pt x="202" y="9525"/>
                  </a:lnTo>
                  <a:lnTo>
                    <a:pt x="283" y="9000"/>
                  </a:lnTo>
                  <a:lnTo>
                    <a:pt x="383" y="8476"/>
                  </a:lnTo>
                  <a:lnTo>
                    <a:pt x="505" y="7951"/>
                  </a:lnTo>
                  <a:lnTo>
                    <a:pt x="646" y="7447"/>
                  </a:lnTo>
                  <a:lnTo>
                    <a:pt x="787" y="6942"/>
                  </a:lnTo>
                  <a:lnTo>
                    <a:pt x="1049" y="6236"/>
                  </a:lnTo>
                  <a:lnTo>
                    <a:pt x="1352" y="5570"/>
                  </a:lnTo>
                  <a:lnTo>
                    <a:pt x="1695" y="4924"/>
                  </a:lnTo>
                  <a:lnTo>
                    <a:pt x="2079" y="4298"/>
                  </a:lnTo>
                  <a:lnTo>
                    <a:pt x="2482" y="3693"/>
                  </a:lnTo>
                  <a:lnTo>
                    <a:pt x="2946" y="3128"/>
                  </a:lnTo>
                  <a:lnTo>
                    <a:pt x="3188" y="2866"/>
                  </a:lnTo>
                  <a:lnTo>
                    <a:pt x="3431" y="2603"/>
                  </a:lnTo>
                  <a:lnTo>
                    <a:pt x="3673" y="2361"/>
                  </a:lnTo>
                  <a:lnTo>
                    <a:pt x="3935" y="2119"/>
                  </a:lnTo>
                  <a:lnTo>
                    <a:pt x="4218" y="1877"/>
                  </a:lnTo>
                  <a:lnTo>
                    <a:pt x="4520" y="1655"/>
                  </a:lnTo>
                  <a:lnTo>
                    <a:pt x="4803" y="1433"/>
                  </a:lnTo>
                  <a:lnTo>
                    <a:pt x="5106" y="1231"/>
                  </a:lnTo>
                  <a:lnTo>
                    <a:pt x="5408" y="1049"/>
                  </a:lnTo>
                  <a:lnTo>
                    <a:pt x="5731" y="888"/>
                  </a:lnTo>
                  <a:lnTo>
                    <a:pt x="6034" y="727"/>
                  </a:lnTo>
                  <a:lnTo>
                    <a:pt x="6337" y="605"/>
                  </a:lnTo>
                  <a:lnTo>
                    <a:pt x="6659" y="484"/>
                  </a:lnTo>
                  <a:lnTo>
                    <a:pt x="6982" y="363"/>
                  </a:lnTo>
                  <a:lnTo>
                    <a:pt x="7305" y="283"/>
                  </a:lnTo>
                  <a:lnTo>
                    <a:pt x="7628" y="202"/>
                  </a:lnTo>
                  <a:lnTo>
                    <a:pt x="7951" y="162"/>
                  </a:lnTo>
                  <a:lnTo>
                    <a:pt x="8274" y="121"/>
                  </a:lnTo>
                  <a:lnTo>
                    <a:pt x="8597" y="81"/>
                  </a:lnTo>
                  <a:close/>
                  <a:moveTo>
                    <a:pt x="8698" y="0"/>
                  </a:moveTo>
                  <a:lnTo>
                    <a:pt x="8355" y="20"/>
                  </a:lnTo>
                  <a:lnTo>
                    <a:pt x="8032" y="61"/>
                  </a:lnTo>
                  <a:lnTo>
                    <a:pt x="7689" y="121"/>
                  </a:lnTo>
                  <a:lnTo>
                    <a:pt x="7366" y="182"/>
                  </a:lnTo>
                  <a:lnTo>
                    <a:pt x="7023" y="283"/>
                  </a:lnTo>
                  <a:lnTo>
                    <a:pt x="6700" y="383"/>
                  </a:lnTo>
                  <a:lnTo>
                    <a:pt x="6377" y="505"/>
                  </a:lnTo>
                  <a:lnTo>
                    <a:pt x="6054" y="646"/>
                  </a:lnTo>
                  <a:lnTo>
                    <a:pt x="5731" y="787"/>
                  </a:lnTo>
                  <a:lnTo>
                    <a:pt x="5408" y="969"/>
                  </a:lnTo>
                  <a:lnTo>
                    <a:pt x="5085" y="1150"/>
                  </a:lnTo>
                  <a:lnTo>
                    <a:pt x="4783" y="1352"/>
                  </a:lnTo>
                  <a:lnTo>
                    <a:pt x="4480" y="1574"/>
                  </a:lnTo>
                  <a:lnTo>
                    <a:pt x="4177" y="1816"/>
                  </a:lnTo>
                  <a:lnTo>
                    <a:pt x="3895" y="2058"/>
                  </a:lnTo>
                  <a:lnTo>
                    <a:pt x="3632" y="2301"/>
                  </a:lnTo>
                  <a:lnTo>
                    <a:pt x="3370" y="2543"/>
                  </a:lnTo>
                  <a:lnTo>
                    <a:pt x="3128" y="2805"/>
                  </a:lnTo>
                  <a:lnTo>
                    <a:pt x="2886" y="3088"/>
                  </a:lnTo>
                  <a:lnTo>
                    <a:pt x="2422" y="3653"/>
                  </a:lnTo>
                  <a:lnTo>
                    <a:pt x="1998" y="4258"/>
                  </a:lnTo>
                  <a:lnTo>
                    <a:pt x="1614" y="4884"/>
                  </a:lnTo>
                  <a:lnTo>
                    <a:pt x="1271" y="5529"/>
                  </a:lnTo>
                  <a:lnTo>
                    <a:pt x="969" y="6216"/>
                  </a:lnTo>
                  <a:lnTo>
                    <a:pt x="848" y="6559"/>
                  </a:lnTo>
                  <a:lnTo>
                    <a:pt x="727" y="6902"/>
                  </a:lnTo>
                  <a:lnTo>
                    <a:pt x="565" y="7406"/>
                  </a:lnTo>
                  <a:lnTo>
                    <a:pt x="424" y="7931"/>
                  </a:lnTo>
                  <a:lnTo>
                    <a:pt x="303" y="8456"/>
                  </a:lnTo>
                  <a:lnTo>
                    <a:pt x="202" y="8980"/>
                  </a:lnTo>
                  <a:lnTo>
                    <a:pt x="121" y="9525"/>
                  </a:lnTo>
                  <a:lnTo>
                    <a:pt x="61" y="10070"/>
                  </a:lnTo>
                  <a:lnTo>
                    <a:pt x="20" y="10615"/>
                  </a:lnTo>
                  <a:lnTo>
                    <a:pt x="0" y="11160"/>
                  </a:lnTo>
                  <a:lnTo>
                    <a:pt x="0" y="11725"/>
                  </a:lnTo>
                  <a:lnTo>
                    <a:pt x="20" y="12270"/>
                  </a:lnTo>
                  <a:lnTo>
                    <a:pt x="40" y="12835"/>
                  </a:lnTo>
                  <a:lnTo>
                    <a:pt x="101" y="13400"/>
                  </a:lnTo>
                  <a:lnTo>
                    <a:pt x="182" y="13965"/>
                  </a:lnTo>
                  <a:lnTo>
                    <a:pt x="262" y="14550"/>
                  </a:lnTo>
                  <a:lnTo>
                    <a:pt x="383" y="15115"/>
                  </a:lnTo>
                  <a:lnTo>
                    <a:pt x="525" y="15700"/>
                  </a:lnTo>
                  <a:lnTo>
                    <a:pt x="666" y="16225"/>
                  </a:lnTo>
                  <a:lnTo>
                    <a:pt x="807" y="16750"/>
                  </a:lnTo>
                  <a:lnTo>
                    <a:pt x="989" y="17274"/>
                  </a:lnTo>
                  <a:lnTo>
                    <a:pt x="1170" y="17799"/>
                  </a:lnTo>
                  <a:lnTo>
                    <a:pt x="1372" y="18324"/>
                  </a:lnTo>
                  <a:lnTo>
                    <a:pt x="1594" y="18848"/>
                  </a:lnTo>
                  <a:lnTo>
                    <a:pt x="1816" y="19353"/>
                  </a:lnTo>
                  <a:lnTo>
                    <a:pt x="2058" y="19877"/>
                  </a:lnTo>
                  <a:lnTo>
                    <a:pt x="2321" y="20382"/>
                  </a:lnTo>
                  <a:lnTo>
                    <a:pt x="2603" y="20866"/>
                  </a:lnTo>
                  <a:lnTo>
                    <a:pt x="2886" y="21371"/>
                  </a:lnTo>
                  <a:lnTo>
                    <a:pt x="3188" y="21855"/>
                  </a:lnTo>
                  <a:lnTo>
                    <a:pt x="3511" y="22339"/>
                  </a:lnTo>
                  <a:lnTo>
                    <a:pt x="3834" y="22804"/>
                  </a:lnTo>
                  <a:lnTo>
                    <a:pt x="4177" y="23268"/>
                  </a:lnTo>
                  <a:lnTo>
                    <a:pt x="4520" y="23732"/>
                  </a:lnTo>
                  <a:lnTo>
                    <a:pt x="4964" y="24236"/>
                  </a:lnTo>
                  <a:lnTo>
                    <a:pt x="5206" y="24519"/>
                  </a:lnTo>
                  <a:lnTo>
                    <a:pt x="5489" y="24822"/>
                  </a:lnTo>
                  <a:lnTo>
                    <a:pt x="5792" y="25104"/>
                  </a:lnTo>
                  <a:lnTo>
                    <a:pt x="6115" y="25407"/>
                  </a:lnTo>
                  <a:lnTo>
                    <a:pt x="6458" y="25689"/>
                  </a:lnTo>
                  <a:lnTo>
                    <a:pt x="6821" y="25972"/>
                  </a:lnTo>
                  <a:lnTo>
                    <a:pt x="7204" y="26254"/>
                  </a:lnTo>
                  <a:lnTo>
                    <a:pt x="7608" y="26497"/>
                  </a:lnTo>
                  <a:lnTo>
                    <a:pt x="8032" y="26718"/>
                  </a:lnTo>
                  <a:lnTo>
                    <a:pt x="8455" y="26900"/>
                  </a:lnTo>
                  <a:lnTo>
                    <a:pt x="8920" y="27062"/>
                  </a:lnTo>
                  <a:lnTo>
                    <a:pt x="9364" y="27183"/>
                  </a:lnTo>
                  <a:lnTo>
                    <a:pt x="9606" y="27223"/>
                  </a:lnTo>
                  <a:lnTo>
                    <a:pt x="9848" y="27263"/>
                  </a:lnTo>
                  <a:lnTo>
                    <a:pt x="10090" y="27284"/>
                  </a:lnTo>
                  <a:lnTo>
                    <a:pt x="10695" y="27284"/>
                  </a:lnTo>
                  <a:lnTo>
                    <a:pt x="11079" y="27223"/>
                  </a:lnTo>
                  <a:lnTo>
                    <a:pt x="11462" y="27142"/>
                  </a:lnTo>
                  <a:lnTo>
                    <a:pt x="11846" y="27021"/>
                  </a:lnTo>
                  <a:lnTo>
                    <a:pt x="12229" y="26880"/>
                  </a:lnTo>
                  <a:lnTo>
                    <a:pt x="12613" y="26678"/>
                  </a:lnTo>
                  <a:lnTo>
                    <a:pt x="12996" y="26436"/>
                  </a:lnTo>
                  <a:lnTo>
                    <a:pt x="13400" y="26153"/>
                  </a:lnTo>
                  <a:lnTo>
                    <a:pt x="13783" y="25831"/>
                  </a:lnTo>
                  <a:lnTo>
                    <a:pt x="14146" y="25488"/>
                  </a:lnTo>
                  <a:lnTo>
                    <a:pt x="14489" y="25124"/>
                  </a:lnTo>
                  <a:lnTo>
                    <a:pt x="14792" y="24721"/>
                  </a:lnTo>
                  <a:lnTo>
                    <a:pt x="15095" y="24317"/>
                  </a:lnTo>
                  <a:lnTo>
                    <a:pt x="15357" y="23913"/>
                  </a:lnTo>
                  <a:lnTo>
                    <a:pt x="15599" y="23490"/>
                  </a:lnTo>
                  <a:lnTo>
                    <a:pt x="15821" y="23046"/>
                  </a:lnTo>
                  <a:lnTo>
                    <a:pt x="16023" y="22602"/>
                  </a:lnTo>
                  <a:lnTo>
                    <a:pt x="16205" y="22158"/>
                  </a:lnTo>
                  <a:lnTo>
                    <a:pt x="16366" y="21714"/>
                  </a:lnTo>
                  <a:lnTo>
                    <a:pt x="16527" y="21270"/>
                  </a:lnTo>
                  <a:lnTo>
                    <a:pt x="16790" y="20382"/>
                  </a:lnTo>
                  <a:lnTo>
                    <a:pt x="17012" y="19534"/>
                  </a:lnTo>
                  <a:lnTo>
                    <a:pt x="17173" y="18868"/>
                  </a:lnTo>
                  <a:lnTo>
                    <a:pt x="17315" y="18223"/>
                  </a:lnTo>
                  <a:lnTo>
                    <a:pt x="17436" y="17597"/>
                  </a:lnTo>
                  <a:lnTo>
                    <a:pt x="17537" y="16951"/>
                  </a:lnTo>
                  <a:lnTo>
                    <a:pt x="17637" y="16346"/>
                  </a:lnTo>
                  <a:lnTo>
                    <a:pt x="17718" y="15720"/>
                  </a:lnTo>
                  <a:lnTo>
                    <a:pt x="17799" y="15115"/>
                  </a:lnTo>
                  <a:lnTo>
                    <a:pt x="17839" y="14530"/>
                  </a:lnTo>
                  <a:lnTo>
                    <a:pt x="17880" y="13924"/>
                  </a:lnTo>
                  <a:lnTo>
                    <a:pt x="17900" y="13339"/>
                  </a:lnTo>
                  <a:lnTo>
                    <a:pt x="17920" y="12774"/>
                  </a:lnTo>
                  <a:lnTo>
                    <a:pt x="17920" y="12189"/>
                  </a:lnTo>
                  <a:lnTo>
                    <a:pt x="17900" y="11624"/>
                  </a:lnTo>
                  <a:lnTo>
                    <a:pt x="17859" y="11059"/>
                  </a:lnTo>
                  <a:lnTo>
                    <a:pt x="17819" y="10514"/>
                  </a:lnTo>
                  <a:lnTo>
                    <a:pt x="17758" y="9969"/>
                  </a:lnTo>
                  <a:lnTo>
                    <a:pt x="17678" y="9465"/>
                  </a:lnTo>
                  <a:lnTo>
                    <a:pt x="17597" y="8980"/>
                  </a:lnTo>
                  <a:lnTo>
                    <a:pt x="17516" y="8496"/>
                  </a:lnTo>
                  <a:lnTo>
                    <a:pt x="17395" y="8032"/>
                  </a:lnTo>
                  <a:lnTo>
                    <a:pt x="17294" y="7568"/>
                  </a:lnTo>
                  <a:lnTo>
                    <a:pt x="17153" y="7124"/>
                  </a:lnTo>
                  <a:lnTo>
                    <a:pt x="17012" y="6700"/>
                  </a:lnTo>
                  <a:lnTo>
                    <a:pt x="16850" y="6276"/>
                  </a:lnTo>
                  <a:lnTo>
                    <a:pt x="16689" y="5852"/>
                  </a:lnTo>
                  <a:lnTo>
                    <a:pt x="16507" y="5449"/>
                  </a:lnTo>
                  <a:lnTo>
                    <a:pt x="16326" y="5065"/>
                  </a:lnTo>
                  <a:lnTo>
                    <a:pt x="16124" y="4682"/>
                  </a:lnTo>
                  <a:lnTo>
                    <a:pt x="15922" y="4319"/>
                  </a:lnTo>
                  <a:lnTo>
                    <a:pt x="15700" y="3976"/>
                  </a:lnTo>
                  <a:lnTo>
                    <a:pt x="15458" y="3632"/>
                  </a:lnTo>
                  <a:lnTo>
                    <a:pt x="15216" y="3310"/>
                  </a:lnTo>
                  <a:lnTo>
                    <a:pt x="14913" y="2926"/>
                  </a:lnTo>
                  <a:lnTo>
                    <a:pt x="14590" y="2583"/>
                  </a:lnTo>
                  <a:lnTo>
                    <a:pt x="14247" y="2240"/>
                  </a:lnTo>
                  <a:lnTo>
                    <a:pt x="13904" y="1937"/>
                  </a:lnTo>
                  <a:lnTo>
                    <a:pt x="13541" y="1635"/>
                  </a:lnTo>
                  <a:lnTo>
                    <a:pt x="13157" y="1372"/>
                  </a:lnTo>
                  <a:lnTo>
                    <a:pt x="12774" y="1130"/>
                  </a:lnTo>
                  <a:lnTo>
                    <a:pt x="12391" y="908"/>
                  </a:lnTo>
                  <a:lnTo>
                    <a:pt x="11987" y="706"/>
                  </a:lnTo>
                  <a:lnTo>
                    <a:pt x="11583" y="525"/>
                  </a:lnTo>
                  <a:lnTo>
                    <a:pt x="11160" y="363"/>
                  </a:lnTo>
                  <a:lnTo>
                    <a:pt x="10736" y="242"/>
                  </a:lnTo>
                  <a:lnTo>
                    <a:pt x="10312" y="141"/>
                  </a:lnTo>
                  <a:lnTo>
                    <a:pt x="9888" y="61"/>
                  </a:lnTo>
                  <a:lnTo>
                    <a:pt x="9464" y="20"/>
                  </a:lnTo>
                  <a:lnTo>
                    <a:pt x="90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8"/>
            <p:cNvSpPr/>
            <p:nvPr/>
          </p:nvSpPr>
          <p:spPr>
            <a:xfrm flipH="1">
              <a:off x="2209809" y="-3290930"/>
              <a:ext cx="560808" cy="1296383"/>
            </a:xfrm>
            <a:custGeom>
              <a:rect b="b" l="l" r="r" t="t"/>
              <a:pathLst>
                <a:path extrusionOk="0" h="23188" w="10031">
                  <a:moveTo>
                    <a:pt x="4703" y="61"/>
                  </a:moveTo>
                  <a:lnTo>
                    <a:pt x="4985" y="81"/>
                  </a:lnTo>
                  <a:lnTo>
                    <a:pt x="5268" y="122"/>
                  </a:lnTo>
                  <a:lnTo>
                    <a:pt x="5550" y="202"/>
                  </a:lnTo>
                  <a:lnTo>
                    <a:pt x="5833" y="303"/>
                  </a:lnTo>
                  <a:lnTo>
                    <a:pt x="6075" y="424"/>
                  </a:lnTo>
                  <a:lnTo>
                    <a:pt x="6297" y="566"/>
                  </a:lnTo>
                  <a:lnTo>
                    <a:pt x="6519" y="707"/>
                  </a:lnTo>
                  <a:lnTo>
                    <a:pt x="6741" y="868"/>
                  </a:lnTo>
                  <a:lnTo>
                    <a:pt x="6963" y="1070"/>
                  </a:lnTo>
                  <a:lnTo>
                    <a:pt x="7165" y="1272"/>
                  </a:lnTo>
                  <a:lnTo>
                    <a:pt x="7366" y="1494"/>
                  </a:lnTo>
                  <a:lnTo>
                    <a:pt x="7548" y="1736"/>
                  </a:lnTo>
                  <a:lnTo>
                    <a:pt x="7730" y="1999"/>
                  </a:lnTo>
                  <a:lnTo>
                    <a:pt x="7911" y="2281"/>
                  </a:lnTo>
                  <a:lnTo>
                    <a:pt x="8073" y="2584"/>
                  </a:lnTo>
                  <a:lnTo>
                    <a:pt x="8234" y="2907"/>
                  </a:lnTo>
                  <a:lnTo>
                    <a:pt x="8396" y="3230"/>
                  </a:lnTo>
                  <a:lnTo>
                    <a:pt x="8537" y="3593"/>
                  </a:lnTo>
                  <a:lnTo>
                    <a:pt x="8678" y="3976"/>
                  </a:lnTo>
                  <a:lnTo>
                    <a:pt x="8819" y="4380"/>
                  </a:lnTo>
                  <a:lnTo>
                    <a:pt x="9082" y="5207"/>
                  </a:lnTo>
                  <a:lnTo>
                    <a:pt x="9304" y="6075"/>
                  </a:lnTo>
                  <a:lnTo>
                    <a:pt x="9505" y="6922"/>
                  </a:lnTo>
                  <a:lnTo>
                    <a:pt x="9647" y="7790"/>
                  </a:lnTo>
                  <a:lnTo>
                    <a:pt x="9788" y="8678"/>
                  </a:lnTo>
                  <a:lnTo>
                    <a:pt x="9869" y="9546"/>
                  </a:lnTo>
                  <a:lnTo>
                    <a:pt x="9929" y="10434"/>
                  </a:lnTo>
                  <a:lnTo>
                    <a:pt x="9949" y="11302"/>
                  </a:lnTo>
                  <a:lnTo>
                    <a:pt x="9949" y="12189"/>
                  </a:lnTo>
                  <a:lnTo>
                    <a:pt x="9909" y="13077"/>
                  </a:lnTo>
                  <a:lnTo>
                    <a:pt x="9828" y="13945"/>
                  </a:lnTo>
                  <a:lnTo>
                    <a:pt x="9727" y="14833"/>
                  </a:lnTo>
                  <a:lnTo>
                    <a:pt x="9586" y="15701"/>
                  </a:lnTo>
                  <a:lnTo>
                    <a:pt x="9405" y="16569"/>
                  </a:lnTo>
                  <a:lnTo>
                    <a:pt x="9203" y="17416"/>
                  </a:lnTo>
                  <a:lnTo>
                    <a:pt x="8961" y="18264"/>
                  </a:lnTo>
                  <a:lnTo>
                    <a:pt x="8799" y="18768"/>
                  </a:lnTo>
                  <a:lnTo>
                    <a:pt x="8618" y="19293"/>
                  </a:lnTo>
                  <a:lnTo>
                    <a:pt x="8396" y="19838"/>
                  </a:lnTo>
                  <a:lnTo>
                    <a:pt x="8133" y="20362"/>
                  </a:lnTo>
                  <a:lnTo>
                    <a:pt x="7992" y="20625"/>
                  </a:lnTo>
                  <a:lnTo>
                    <a:pt x="7831" y="20867"/>
                  </a:lnTo>
                  <a:lnTo>
                    <a:pt x="7669" y="21129"/>
                  </a:lnTo>
                  <a:lnTo>
                    <a:pt x="7487" y="21371"/>
                  </a:lnTo>
                  <a:lnTo>
                    <a:pt x="7286" y="21593"/>
                  </a:lnTo>
                  <a:lnTo>
                    <a:pt x="7084" y="21815"/>
                  </a:lnTo>
                  <a:lnTo>
                    <a:pt x="6862" y="22037"/>
                  </a:lnTo>
                  <a:lnTo>
                    <a:pt x="6620" y="22239"/>
                  </a:lnTo>
                  <a:lnTo>
                    <a:pt x="6398" y="22401"/>
                  </a:lnTo>
                  <a:lnTo>
                    <a:pt x="6196" y="22542"/>
                  </a:lnTo>
                  <a:lnTo>
                    <a:pt x="5974" y="22663"/>
                  </a:lnTo>
                  <a:lnTo>
                    <a:pt x="5772" y="22764"/>
                  </a:lnTo>
                  <a:lnTo>
                    <a:pt x="5550" y="22865"/>
                  </a:lnTo>
                  <a:lnTo>
                    <a:pt x="5348" y="22945"/>
                  </a:lnTo>
                  <a:lnTo>
                    <a:pt x="5147" y="23006"/>
                  </a:lnTo>
                  <a:lnTo>
                    <a:pt x="4945" y="23046"/>
                  </a:lnTo>
                  <a:lnTo>
                    <a:pt x="4743" y="23087"/>
                  </a:lnTo>
                  <a:lnTo>
                    <a:pt x="4541" y="23107"/>
                  </a:lnTo>
                  <a:lnTo>
                    <a:pt x="4339" y="23107"/>
                  </a:lnTo>
                  <a:lnTo>
                    <a:pt x="4138" y="23087"/>
                  </a:lnTo>
                  <a:lnTo>
                    <a:pt x="3936" y="23046"/>
                  </a:lnTo>
                  <a:lnTo>
                    <a:pt x="3754" y="23006"/>
                  </a:lnTo>
                  <a:lnTo>
                    <a:pt x="3552" y="22925"/>
                  </a:lnTo>
                  <a:lnTo>
                    <a:pt x="3351" y="22845"/>
                  </a:lnTo>
                  <a:lnTo>
                    <a:pt x="3169" y="22764"/>
                  </a:lnTo>
                  <a:lnTo>
                    <a:pt x="2987" y="22643"/>
                  </a:lnTo>
                  <a:lnTo>
                    <a:pt x="2806" y="22522"/>
                  </a:lnTo>
                  <a:lnTo>
                    <a:pt x="2644" y="22380"/>
                  </a:lnTo>
                  <a:lnTo>
                    <a:pt x="2321" y="22078"/>
                  </a:lnTo>
                  <a:lnTo>
                    <a:pt x="1999" y="21714"/>
                  </a:lnTo>
                  <a:lnTo>
                    <a:pt x="1716" y="21331"/>
                  </a:lnTo>
                  <a:lnTo>
                    <a:pt x="1454" y="20927"/>
                  </a:lnTo>
                  <a:lnTo>
                    <a:pt x="1211" y="20483"/>
                  </a:lnTo>
                  <a:lnTo>
                    <a:pt x="990" y="20019"/>
                  </a:lnTo>
                  <a:lnTo>
                    <a:pt x="788" y="19535"/>
                  </a:lnTo>
                  <a:lnTo>
                    <a:pt x="626" y="19051"/>
                  </a:lnTo>
                  <a:lnTo>
                    <a:pt x="465" y="18566"/>
                  </a:lnTo>
                  <a:lnTo>
                    <a:pt x="344" y="18082"/>
                  </a:lnTo>
                  <a:lnTo>
                    <a:pt x="243" y="17598"/>
                  </a:lnTo>
                  <a:lnTo>
                    <a:pt x="162" y="17134"/>
                  </a:lnTo>
                  <a:lnTo>
                    <a:pt x="122" y="16690"/>
                  </a:lnTo>
                  <a:lnTo>
                    <a:pt x="102" y="16286"/>
                  </a:lnTo>
                  <a:lnTo>
                    <a:pt x="81" y="15600"/>
                  </a:lnTo>
                  <a:lnTo>
                    <a:pt x="81" y="14934"/>
                  </a:lnTo>
                  <a:lnTo>
                    <a:pt x="102" y="14268"/>
                  </a:lnTo>
                  <a:lnTo>
                    <a:pt x="142" y="13582"/>
                  </a:lnTo>
                  <a:lnTo>
                    <a:pt x="182" y="12916"/>
                  </a:lnTo>
                  <a:lnTo>
                    <a:pt x="243" y="12250"/>
                  </a:lnTo>
                  <a:lnTo>
                    <a:pt x="404" y="10918"/>
                  </a:lnTo>
                  <a:lnTo>
                    <a:pt x="586" y="9586"/>
                  </a:lnTo>
                  <a:lnTo>
                    <a:pt x="788" y="8254"/>
                  </a:lnTo>
                  <a:lnTo>
                    <a:pt x="1252" y="5631"/>
                  </a:lnTo>
                  <a:lnTo>
                    <a:pt x="1454" y="4622"/>
                  </a:lnTo>
                  <a:lnTo>
                    <a:pt x="1555" y="4117"/>
                  </a:lnTo>
                  <a:lnTo>
                    <a:pt x="1676" y="3613"/>
                  </a:lnTo>
                  <a:lnTo>
                    <a:pt x="1837" y="3108"/>
                  </a:lnTo>
                  <a:lnTo>
                    <a:pt x="1999" y="2604"/>
                  </a:lnTo>
                  <a:lnTo>
                    <a:pt x="2200" y="2140"/>
                  </a:lnTo>
                  <a:lnTo>
                    <a:pt x="2442" y="1655"/>
                  </a:lnTo>
                  <a:lnTo>
                    <a:pt x="2584" y="1393"/>
                  </a:lnTo>
                  <a:lnTo>
                    <a:pt x="2745" y="1151"/>
                  </a:lnTo>
                  <a:lnTo>
                    <a:pt x="2927" y="949"/>
                  </a:lnTo>
                  <a:lnTo>
                    <a:pt x="3108" y="747"/>
                  </a:lnTo>
                  <a:lnTo>
                    <a:pt x="3290" y="586"/>
                  </a:lnTo>
                  <a:lnTo>
                    <a:pt x="3472" y="445"/>
                  </a:lnTo>
                  <a:lnTo>
                    <a:pt x="3673" y="324"/>
                  </a:lnTo>
                  <a:lnTo>
                    <a:pt x="3875" y="223"/>
                  </a:lnTo>
                  <a:lnTo>
                    <a:pt x="4077" y="162"/>
                  </a:lnTo>
                  <a:lnTo>
                    <a:pt x="4279" y="102"/>
                  </a:lnTo>
                  <a:lnTo>
                    <a:pt x="4481" y="81"/>
                  </a:lnTo>
                  <a:lnTo>
                    <a:pt x="4703" y="61"/>
                  </a:lnTo>
                  <a:close/>
                  <a:moveTo>
                    <a:pt x="4561" y="1"/>
                  </a:moveTo>
                  <a:lnTo>
                    <a:pt x="4319" y="21"/>
                  </a:lnTo>
                  <a:lnTo>
                    <a:pt x="4077" y="61"/>
                  </a:lnTo>
                  <a:lnTo>
                    <a:pt x="3855" y="142"/>
                  </a:lnTo>
                  <a:lnTo>
                    <a:pt x="3633" y="243"/>
                  </a:lnTo>
                  <a:lnTo>
                    <a:pt x="3431" y="364"/>
                  </a:lnTo>
                  <a:lnTo>
                    <a:pt x="3229" y="525"/>
                  </a:lnTo>
                  <a:lnTo>
                    <a:pt x="3048" y="687"/>
                  </a:lnTo>
                  <a:lnTo>
                    <a:pt x="2866" y="889"/>
                  </a:lnTo>
                  <a:lnTo>
                    <a:pt x="2685" y="1111"/>
                  </a:lnTo>
                  <a:lnTo>
                    <a:pt x="2523" y="1353"/>
                  </a:lnTo>
                  <a:lnTo>
                    <a:pt x="2362" y="1615"/>
                  </a:lnTo>
                  <a:lnTo>
                    <a:pt x="2120" y="2099"/>
                  </a:lnTo>
                  <a:lnTo>
                    <a:pt x="1918" y="2584"/>
                  </a:lnTo>
                  <a:lnTo>
                    <a:pt x="1756" y="3068"/>
                  </a:lnTo>
                  <a:lnTo>
                    <a:pt x="1615" y="3573"/>
                  </a:lnTo>
                  <a:lnTo>
                    <a:pt x="1474" y="4097"/>
                  </a:lnTo>
                  <a:lnTo>
                    <a:pt x="1373" y="4602"/>
                  </a:lnTo>
                  <a:lnTo>
                    <a:pt x="1171" y="5631"/>
                  </a:lnTo>
                  <a:lnTo>
                    <a:pt x="707" y="8254"/>
                  </a:lnTo>
                  <a:lnTo>
                    <a:pt x="505" y="9566"/>
                  </a:lnTo>
                  <a:lnTo>
                    <a:pt x="324" y="10898"/>
                  </a:lnTo>
                  <a:lnTo>
                    <a:pt x="162" y="12250"/>
                  </a:lnTo>
                  <a:lnTo>
                    <a:pt x="102" y="12916"/>
                  </a:lnTo>
                  <a:lnTo>
                    <a:pt x="61" y="13582"/>
                  </a:lnTo>
                  <a:lnTo>
                    <a:pt x="21" y="14268"/>
                  </a:lnTo>
                  <a:lnTo>
                    <a:pt x="1" y="14934"/>
                  </a:lnTo>
                  <a:lnTo>
                    <a:pt x="1" y="15600"/>
                  </a:lnTo>
                  <a:lnTo>
                    <a:pt x="21" y="16286"/>
                  </a:lnTo>
                  <a:lnTo>
                    <a:pt x="41" y="16710"/>
                  </a:lnTo>
                  <a:lnTo>
                    <a:pt x="81" y="17154"/>
                  </a:lnTo>
                  <a:lnTo>
                    <a:pt x="162" y="17618"/>
                  </a:lnTo>
                  <a:lnTo>
                    <a:pt x="263" y="18102"/>
                  </a:lnTo>
                  <a:lnTo>
                    <a:pt x="404" y="18587"/>
                  </a:lnTo>
                  <a:lnTo>
                    <a:pt x="546" y="19071"/>
                  </a:lnTo>
                  <a:lnTo>
                    <a:pt x="727" y="19575"/>
                  </a:lnTo>
                  <a:lnTo>
                    <a:pt x="929" y="20060"/>
                  </a:lnTo>
                  <a:lnTo>
                    <a:pt x="1151" y="20524"/>
                  </a:lnTo>
                  <a:lnTo>
                    <a:pt x="1393" y="20968"/>
                  </a:lnTo>
                  <a:lnTo>
                    <a:pt x="1655" y="21392"/>
                  </a:lnTo>
                  <a:lnTo>
                    <a:pt x="1958" y="21775"/>
                  </a:lnTo>
                  <a:lnTo>
                    <a:pt x="2261" y="22138"/>
                  </a:lnTo>
                  <a:lnTo>
                    <a:pt x="2604" y="22461"/>
                  </a:lnTo>
                  <a:lnTo>
                    <a:pt x="2765" y="22582"/>
                  </a:lnTo>
                  <a:lnTo>
                    <a:pt x="2947" y="22723"/>
                  </a:lnTo>
                  <a:lnTo>
                    <a:pt x="3129" y="22824"/>
                  </a:lnTo>
                  <a:lnTo>
                    <a:pt x="3330" y="22925"/>
                  </a:lnTo>
                  <a:lnTo>
                    <a:pt x="3593" y="23046"/>
                  </a:lnTo>
                  <a:lnTo>
                    <a:pt x="3875" y="23127"/>
                  </a:lnTo>
                  <a:lnTo>
                    <a:pt x="4158" y="23167"/>
                  </a:lnTo>
                  <a:lnTo>
                    <a:pt x="4460" y="23188"/>
                  </a:lnTo>
                  <a:lnTo>
                    <a:pt x="4723" y="23167"/>
                  </a:lnTo>
                  <a:lnTo>
                    <a:pt x="4985" y="23127"/>
                  </a:lnTo>
                  <a:lnTo>
                    <a:pt x="5268" y="23067"/>
                  </a:lnTo>
                  <a:lnTo>
                    <a:pt x="5550" y="22966"/>
                  </a:lnTo>
                  <a:lnTo>
                    <a:pt x="5813" y="22845"/>
                  </a:lnTo>
                  <a:lnTo>
                    <a:pt x="6095" y="22683"/>
                  </a:lnTo>
                  <a:lnTo>
                    <a:pt x="6378" y="22501"/>
                  </a:lnTo>
                  <a:lnTo>
                    <a:pt x="6680" y="22300"/>
                  </a:lnTo>
                  <a:lnTo>
                    <a:pt x="6922" y="22098"/>
                  </a:lnTo>
                  <a:lnTo>
                    <a:pt x="7144" y="21876"/>
                  </a:lnTo>
                  <a:lnTo>
                    <a:pt x="7346" y="21654"/>
                  </a:lnTo>
                  <a:lnTo>
                    <a:pt x="7548" y="21412"/>
                  </a:lnTo>
                  <a:lnTo>
                    <a:pt x="7730" y="21170"/>
                  </a:lnTo>
                  <a:lnTo>
                    <a:pt x="7911" y="20927"/>
                  </a:lnTo>
                  <a:lnTo>
                    <a:pt x="8053" y="20665"/>
                  </a:lnTo>
                  <a:lnTo>
                    <a:pt x="8214" y="20403"/>
                  </a:lnTo>
                  <a:lnTo>
                    <a:pt x="8476" y="19878"/>
                  </a:lnTo>
                  <a:lnTo>
                    <a:pt x="8698" y="19333"/>
                  </a:lnTo>
                  <a:lnTo>
                    <a:pt x="8880" y="18809"/>
                  </a:lnTo>
                  <a:lnTo>
                    <a:pt x="9041" y="18284"/>
                  </a:lnTo>
                  <a:lnTo>
                    <a:pt x="9283" y="17436"/>
                  </a:lnTo>
                  <a:lnTo>
                    <a:pt x="9485" y="16589"/>
                  </a:lnTo>
                  <a:lnTo>
                    <a:pt x="9667" y="15721"/>
                  </a:lnTo>
                  <a:lnTo>
                    <a:pt x="9808" y="14833"/>
                  </a:lnTo>
                  <a:lnTo>
                    <a:pt x="9909" y="13965"/>
                  </a:lnTo>
                  <a:lnTo>
                    <a:pt x="9990" y="13077"/>
                  </a:lnTo>
                  <a:lnTo>
                    <a:pt x="10030" y="12189"/>
                  </a:lnTo>
                  <a:lnTo>
                    <a:pt x="10030" y="11302"/>
                  </a:lnTo>
                  <a:lnTo>
                    <a:pt x="10010" y="10434"/>
                  </a:lnTo>
                  <a:lnTo>
                    <a:pt x="9949" y="9546"/>
                  </a:lnTo>
                  <a:lnTo>
                    <a:pt x="9869" y="8658"/>
                  </a:lnTo>
                  <a:lnTo>
                    <a:pt x="9727" y="7790"/>
                  </a:lnTo>
                  <a:lnTo>
                    <a:pt x="9566" y="6902"/>
                  </a:lnTo>
                  <a:lnTo>
                    <a:pt x="9384" y="6055"/>
                  </a:lnTo>
                  <a:lnTo>
                    <a:pt x="9162" y="5187"/>
                  </a:lnTo>
                  <a:lnTo>
                    <a:pt x="8900" y="4339"/>
                  </a:lnTo>
                  <a:lnTo>
                    <a:pt x="8759" y="3936"/>
                  </a:lnTo>
                  <a:lnTo>
                    <a:pt x="8618" y="3552"/>
                  </a:lnTo>
                  <a:lnTo>
                    <a:pt x="8476" y="3209"/>
                  </a:lnTo>
                  <a:lnTo>
                    <a:pt x="8315" y="2866"/>
                  </a:lnTo>
                  <a:lnTo>
                    <a:pt x="8153" y="2523"/>
                  </a:lnTo>
                  <a:lnTo>
                    <a:pt x="7972" y="2220"/>
                  </a:lnTo>
                  <a:lnTo>
                    <a:pt x="7790" y="1938"/>
                  </a:lnTo>
                  <a:lnTo>
                    <a:pt x="7609" y="1676"/>
                  </a:lnTo>
                  <a:lnTo>
                    <a:pt x="7407" y="1433"/>
                  </a:lnTo>
                  <a:lnTo>
                    <a:pt x="7225" y="1211"/>
                  </a:lnTo>
                  <a:lnTo>
                    <a:pt x="7003" y="990"/>
                  </a:lnTo>
                  <a:lnTo>
                    <a:pt x="6801" y="808"/>
                  </a:lnTo>
                  <a:lnTo>
                    <a:pt x="6579" y="646"/>
                  </a:lnTo>
                  <a:lnTo>
                    <a:pt x="6337" y="485"/>
                  </a:lnTo>
                  <a:lnTo>
                    <a:pt x="6095" y="344"/>
                  </a:lnTo>
                  <a:lnTo>
                    <a:pt x="5853" y="243"/>
                  </a:lnTo>
                  <a:lnTo>
                    <a:pt x="5591" y="142"/>
                  </a:lnTo>
                  <a:lnTo>
                    <a:pt x="5328" y="61"/>
                  </a:lnTo>
                  <a:lnTo>
                    <a:pt x="5066" y="21"/>
                  </a:lnTo>
                  <a:lnTo>
                    <a:pt x="4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51" name="Google Shape;3851;p48"/>
          <p:cNvSpPr txBox="1"/>
          <p:nvPr>
            <p:ph hasCustomPrompt="1" idx="16" type="title"/>
          </p:nvPr>
        </p:nvSpPr>
        <p:spPr>
          <a:xfrm>
            <a:off x="6748988" y="1282367"/>
            <a:ext cx="7956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3852" name="Google Shape;3852;p48"/>
          <p:cNvSpPr txBox="1"/>
          <p:nvPr>
            <p:ph idx="17" type="subTitle"/>
          </p:nvPr>
        </p:nvSpPr>
        <p:spPr>
          <a:xfrm>
            <a:off x="5862038" y="1926081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853" name="Google Shape;3853;p48"/>
          <p:cNvSpPr txBox="1"/>
          <p:nvPr>
            <p:ph idx="18" type="subTitle"/>
          </p:nvPr>
        </p:nvSpPr>
        <p:spPr>
          <a:xfrm>
            <a:off x="6018938" y="2293986"/>
            <a:ext cx="2255700" cy="39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854" name="Google Shape;3854;p48"/>
          <p:cNvSpPr txBox="1"/>
          <p:nvPr>
            <p:ph idx="19" type="subTitle"/>
          </p:nvPr>
        </p:nvSpPr>
        <p:spPr>
          <a:xfrm>
            <a:off x="5862038" y="3813768"/>
            <a:ext cx="25695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855" name="Google Shape;3855;p48"/>
          <p:cNvSpPr txBox="1"/>
          <p:nvPr>
            <p:ph idx="20" type="subTitle"/>
          </p:nvPr>
        </p:nvSpPr>
        <p:spPr>
          <a:xfrm>
            <a:off x="6018938" y="4178202"/>
            <a:ext cx="22557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856" name="Google Shape;3856;p48"/>
          <p:cNvSpPr txBox="1"/>
          <p:nvPr>
            <p:ph hasCustomPrompt="1" idx="21" type="title"/>
          </p:nvPr>
        </p:nvSpPr>
        <p:spPr>
          <a:xfrm>
            <a:off x="6747338" y="3175731"/>
            <a:ext cx="7989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8">
    <p:spTree>
      <p:nvGrpSpPr>
        <p:cNvPr id="3857" name="Shape 3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8" name="Google Shape;3858;p49"/>
          <p:cNvSpPr txBox="1"/>
          <p:nvPr>
            <p:ph type="title"/>
          </p:nvPr>
        </p:nvSpPr>
        <p:spPr>
          <a:xfrm>
            <a:off x="1371600" y="3114683"/>
            <a:ext cx="64008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3859" name="Google Shape;3859;p49"/>
          <p:cNvSpPr txBox="1"/>
          <p:nvPr>
            <p:ph idx="1" type="subTitle"/>
          </p:nvPr>
        </p:nvSpPr>
        <p:spPr>
          <a:xfrm>
            <a:off x="1371600" y="1845817"/>
            <a:ext cx="64008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860" name="Google Shape;3860;p49"/>
          <p:cNvSpPr/>
          <p:nvPr/>
        </p:nvSpPr>
        <p:spPr>
          <a:xfrm flipH="1">
            <a:off x="0" y="0"/>
            <a:ext cx="9144000" cy="133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1" name="Google Shape;3861;p49"/>
          <p:cNvSpPr/>
          <p:nvPr/>
        </p:nvSpPr>
        <p:spPr>
          <a:xfrm flipH="1">
            <a:off x="0" y="3809750"/>
            <a:ext cx="9144000" cy="133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62" name="Google Shape;3862;p49"/>
          <p:cNvGrpSpPr/>
          <p:nvPr/>
        </p:nvGrpSpPr>
        <p:grpSpPr>
          <a:xfrm>
            <a:off x="4194777" y="4230733"/>
            <a:ext cx="754445" cy="775380"/>
            <a:chOff x="4194777" y="3988596"/>
            <a:chExt cx="754445" cy="775380"/>
          </a:xfrm>
        </p:grpSpPr>
        <p:sp>
          <p:nvSpPr>
            <p:cNvPr id="3863" name="Google Shape;3863;p49"/>
            <p:cNvSpPr/>
            <p:nvPr/>
          </p:nvSpPr>
          <p:spPr>
            <a:xfrm>
              <a:off x="4194777" y="4386645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49"/>
            <p:cNvSpPr/>
            <p:nvPr/>
          </p:nvSpPr>
          <p:spPr>
            <a:xfrm>
              <a:off x="4194777" y="3988596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65" name="Google Shape;3865;p49"/>
          <p:cNvGrpSpPr/>
          <p:nvPr/>
        </p:nvGrpSpPr>
        <p:grpSpPr>
          <a:xfrm>
            <a:off x="3967142" y="49806"/>
            <a:ext cx="1209708" cy="682666"/>
            <a:chOff x="3967142" y="49806"/>
            <a:chExt cx="1209708" cy="682666"/>
          </a:xfrm>
        </p:grpSpPr>
        <p:sp>
          <p:nvSpPr>
            <p:cNvPr id="3866" name="Google Shape;3866;p49"/>
            <p:cNvSpPr/>
            <p:nvPr/>
          </p:nvSpPr>
          <p:spPr>
            <a:xfrm>
              <a:off x="4793924" y="52086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9"/>
            <p:cNvSpPr/>
            <p:nvPr/>
          </p:nvSpPr>
          <p:spPr>
            <a:xfrm>
              <a:off x="4955626" y="205393"/>
              <a:ext cx="56484" cy="5268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9"/>
            <p:cNvSpPr/>
            <p:nvPr/>
          </p:nvSpPr>
          <p:spPr>
            <a:xfrm>
              <a:off x="4957145" y="671431"/>
              <a:ext cx="57243" cy="55724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9"/>
            <p:cNvSpPr/>
            <p:nvPr/>
          </p:nvSpPr>
          <p:spPr>
            <a:xfrm>
              <a:off x="4791644" y="672950"/>
              <a:ext cx="58003" cy="51888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9"/>
            <p:cNvSpPr/>
            <p:nvPr/>
          </p:nvSpPr>
          <p:spPr>
            <a:xfrm>
              <a:off x="4626904" y="669912"/>
              <a:ext cx="61042" cy="59522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49"/>
            <p:cNvSpPr/>
            <p:nvPr/>
          </p:nvSpPr>
          <p:spPr>
            <a:xfrm>
              <a:off x="4464442" y="670671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9"/>
            <p:cNvSpPr/>
            <p:nvPr/>
          </p:nvSpPr>
          <p:spPr>
            <a:xfrm>
              <a:off x="4301980" y="671431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9"/>
            <p:cNvSpPr/>
            <p:nvPr/>
          </p:nvSpPr>
          <p:spPr>
            <a:xfrm>
              <a:off x="4958664" y="518123"/>
              <a:ext cx="55724" cy="51888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49"/>
            <p:cNvSpPr/>
            <p:nvPr/>
          </p:nvSpPr>
          <p:spPr>
            <a:xfrm>
              <a:off x="4793924" y="512008"/>
              <a:ext cx="54964" cy="60282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49"/>
            <p:cNvSpPr/>
            <p:nvPr/>
          </p:nvSpPr>
          <p:spPr>
            <a:xfrm>
              <a:off x="4628423" y="516604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49"/>
            <p:cNvSpPr/>
            <p:nvPr/>
          </p:nvSpPr>
          <p:spPr>
            <a:xfrm>
              <a:off x="4464442" y="512768"/>
              <a:ext cx="57243" cy="58003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49"/>
            <p:cNvSpPr/>
            <p:nvPr/>
          </p:nvSpPr>
          <p:spPr>
            <a:xfrm>
              <a:off x="4300460" y="512768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49"/>
            <p:cNvSpPr/>
            <p:nvPr/>
          </p:nvSpPr>
          <p:spPr>
            <a:xfrm>
              <a:off x="4957905" y="360980"/>
              <a:ext cx="54205" cy="51166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49"/>
            <p:cNvSpPr/>
            <p:nvPr/>
          </p:nvSpPr>
          <p:spPr>
            <a:xfrm>
              <a:off x="4462163" y="50566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49"/>
            <p:cNvSpPr/>
            <p:nvPr/>
          </p:nvSpPr>
          <p:spPr>
            <a:xfrm>
              <a:off x="4630702" y="51326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49"/>
            <p:cNvSpPr/>
            <p:nvPr/>
          </p:nvSpPr>
          <p:spPr>
            <a:xfrm>
              <a:off x="4793924" y="362537"/>
              <a:ext cx="54205" cy="50368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49"/>
            <p:cNvSpPr/>
            <p:nvPr/>
          </p:nvSpPr>
          <p:spPr>
            <a:xfrm>
              <a:off x="4626144" y="357941"/>
              <a:ext cx="70196" cy="58003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49"/>
            <p:cNvSpPr/>
            <p:nvPr/>
          </p:nvSpPr>
          <p:spPr>
            <a:xfrm>
              <a:off x="4464442" y="360220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49"/>
            <p:cNvSpPr/>
            <p:nvPr/>
          </p:nvSpPr>
          <p:spPr>
            <a:xfrm>
              <a:off x="4299701" y="355662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9"/>
            <p:cNvSpPr/>
            <p:nvPr/>
          </p:nvSpPr>
          <p:spPr>
            <a:xfrm>
              <a:off x="4790125" y="207672"/>
              <a:ext cx="57243" cy="5420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49"/>
            <p:cNvSpPr/>
            <p:nvPr/>
          </p:nvSpPr>
          <p:spPr>
            <a:xfrm>
              <a:off x="4464442" y="206153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49"/>
            <p:cNvSpPr/>
            <p:nvPr/>
          </p:nvSpPr>
          <p:spPr>
            <a:xfrm>
              <a:off x="4630702" y="204633"/>
              <a:ext cx="58003" cy="54964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49"/>
            <p:cNvSpPr/>
            <p:nvPr/>
          </p:nvSpPr>
          <p:spPr>
            <a:xfrm>
              <a:off x="4301220" y="203114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49"/>
            <p:cNvSpPr/>
            <p:nvPr/>
          </p:nvSpPr>
          <p:spPr>
            <a:xfrm>
              <a:off x="5123443" y="208432"/>
              <a:ext cx="51888" cy="48089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49"/>
            <p:cNvSpPr/>
            <p:nvPr/>
          </p:nvSpPr>
          <p:spPr>
            <a:xfrm>
              <a:off x="4137239" y="359460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49"/>
            <p:cNvSpPr/>
            <p:nvPr/>
          </p:nvSpPr>
          <p:spPr>
            <a:xfrm>
              <a:off x="4136479" y="201594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49"/>
            <p:cNvSpPr/>
            <p:nvPr/>
          </p:nvSpPr>
          <p:spPr>
            <a:xfrm>
              <a:off x="5112732" y="672191"/>
              <a:ext cx="63359" cy="54964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49"/>
            <p:cNvSpPr/>
            <p:nvPr/>
          </p:nvSpPr>
          <p:spPr>
            <a:xfrm>
              <a:off x="4959424" y="52086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49"/>
            <p:cNvSpPr/>
            <p:nvPr/>
          </p:nvSpPr>
          <p:spPr>
            <a:xfrm>
              <a:off x="4301980" y="51326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49"/>
            <p:cNvSpPr/>
            <p:nvPr/>
          </p:nvSpPr>
          <p:spPr>
            <a:xfrm>
              <a:off x="5122684" y="363297"/>
              <a:ext cx="53407" cy="51128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49"/>
            <p:cNvSpPr/>
            <p:nvPr/>
          </p:nvSpPr>
          <p:spPr>
            <a:xfrm>
              <a:off x="4137239" y="515844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49"/>
            <p:cNvSpPr/>
            <p:nvPr/>
          </p:nvSpPr>
          <p:spPr>
            <a:xfrm>
              <a:off x="4137239" y="49806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49"/>
            <p:cNvSpPr/>
            <p:nvPr/>
          </p:nvSpPr>
          <p:spPr>
            <a:xfrm>
              <a:off x="4135719" y="670671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49"/>
            <p:cNvSpPr/>
            <p:nvPr/>
          </p:nvSpPr>
          <p:spPr>
            <a:xfrm>
              <a:off x="3967142" y="667594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49"/>
            <p:cNvSpPr/>
            <p:nvPr/>
          </p:nvSpPr>
          <p:spPr>
            <a:xfrm>
              <a:off x="5121886" y="518123"/>
              <a:ext cx="54964" cy="51128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49"/>
            <p:cNvSpPr/>
            <p:nvPr/>
          </p:nvSpPr>
          <p:spPr>
            <a:xfrm>
              <a:off x="3970979" y="50566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49"/>
            <p:cNvSpPr/>
            <p:nvPr/>
          </p:nvSpPr>
          <p:spPr>
            <a:xfrm>
              <a:off x="3972498" y="515047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49"/>
            <p:cNvSpPr/>
            <p:nvPr/>
          </p:nvSpPr>
          <p:spPr>
            <a:xfrm>
              <a:off x="5123443" y="54365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49"/>
            <p:cNvSpPr/>
            <p:nvPr/>
          </p:nvSpPr>
          <p:spPr>
            <a:xfrm>
              <a:off x="3970979" y="205393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49"/>
            <p:cNvSpPr/>
            <p:nvPr/>
          </p:nvSpPr>
          <p:spPr>
            <a:xfrm>
              <a:off x="3972498" y="360980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06" name="Google Shape;3906;p49"/>
          <p:cNvSpPr/>
          <p:nvPr/>
        </p:nvSpPr>
        <p:spPr>
          <a:xfrm>
            <a:off x="-1202060" y="4015678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7" name="Google Shape;3907;p49"/>
          <p:cNvSpPr/>
          <p:nvPr/>
        </p:nvSpPr>
        <p:spPr>
          <a:xfrm rot="10800000">
            <a:off x="6427817" y="-594069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8" name="Google Shape;3908;p49"/>
          <p:cNvSpPr/>
          <p:nvPr/>
        </p:nvSpPr>
        <p:spPr>
          <a:xfrm rot="10800000">
            <a:off x="6555289" y="-289427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9" name="Google Shape;3909;p49"/>
          <p:cNvSpPr/>
          <p:nvPr/>
        </p:nvSpPr>
        <p:spPr>
          <a:xfrm rot="10800000">
            <a:off x="6680524" y="109922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0" name="Google Shape;3910;p49"/>
          <p:cNvSpPr/>
          <p:nvPr/>
        </p:nvSpPr>
        <p:spPr>
          <a:xfrm flipH="1">
            <a:off x="587959" y="3928804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1" name="Google Shape;3911;p49"/>
          <p:cNvSpPr/>
          <p:nvPr/>
        </p:nvSpPr>
        <p:spPr>
          <a:xfrm flipH="1">
            <a:off x="1617730" y="4051172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2" name="Google Shape;3912;p49"/>
          <p:cNvSpPr/>
          <p:nvPr/>
        </p:nvSpPr>
        <p:spPr>
          <a:xfrm flipH="1">
            <a:off x="707547" y="4015683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3" name="Google Shape;3913;p49"/>
          <p:cNvSpPr/>
          <p:nvPr/>
        </p:nvSpPr>
        <p:spPr>
          <a:xfrm flipH="1">
            <a:off x="1719262" y="4158345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4" name="Google Shape;3914;p49"/>
          <p:cNvSpPr/>
          <p:nvPr/>
        </p:nvSpPr>
        <p:spPr>
          <a:xfrm flipH="1">
            <a:off x="807959" y="4127384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5" name="Google Shape;3915;p49"/>
          <p:cNvSpPr/>
          <p:nvPr/>
        </p:nvSpPr>
        <p:spPr>
          <a:xfrm flipH="1">
            <a:off x="967019" y="4269554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6" name="Google Shape;3916;p49"/>
          <p:cNvSpPr/>
          <p:nvPr/>
        </p:nvSpPr>
        <p:spPr>
          <a:xfrm flipH="1">
            <a:off x="1048266" y="4380081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7" name="Google Shape;3917;p49"/>
          <p:cNvSpPr/>
          <p:nvPr/>
        </p:nvSpPr>
        <p:spPr>
          <a:xfrm flipH="1">
            <a:off x="1117089" y="4521133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8" name="Google Shape;3918;p49"/>
          <p:cNvSpPr/>
          <p:nvPr/>
        </p:nvSpPr>
        <p:spPr>
          <a:xfrm flipH="1">
            <a:off x="1091147" y="4545955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9" name="Google Shape;3919;p49"/>
          <p:cNvSpPr/>
          <p:nvPr/>
        </p:nvSpPr>
        <p:spPr>
          <a:xfrm>
            <a:off x="414425" y="228604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0" name="Google Shape;3920;p49"/>
          <p:cNvSpPr/>
          <p:nvPr/>
        </p:nvSpPr>
        <p:spPr>
          <a:xfrm rot="5400000">
            <a:off x="414425" y="833706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1" name="Google Shape;3921;p49"/>
          <p:cNvSpPr/>
          <p:nvPr/>
        </p:nvSpPr>
        <p:spPr>
          <a:xfrm flipH="1">
            <a:off x="7962321" y="3945669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2" name="Google Shape;3922;p49"/>
          <p:cNvSpPr/>
          <p:nvPr/>
        </p:nvSpPr>
        <p:spPr>
          <a:xfrm flipH="1">
            <a:off x="8111209" y="406860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3" name="Google Shape;3923;p49"/>
          <p:cNvSpPr/>
          <p:nvPr/>
        </p:nvSpPr>
        <p:spPr>
          <a:xfrm flipH="1">
            <a:off x="8260143" y="4570694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4" name="Google Shape;3924;p49"/>
          <p:cNvSpPr/>
          <p:nvPr/>
        </p:nvSpPr>
        <p:spPr>
          <a:xfrm flipH="1">
            <a:off x="8325556" y="4641807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5" name="Google Shape;3925;p49"/>
          <p:cNvSpPr/>
          <p:nvPr/>
        </p:nvSpPr>
        <p:spPr>
          <a:xfrm flipH="1">
            <a:off x="8357145" y="4718510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6" name="Google Shape;3926;p49"/>
          <p:cNvSpPr/>
          <p:nvPr/>
        </p:nvSpPr>
        <p:spPr>
          <a:xfrm flipH="1">
            <a:off x="8198093" y="338981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7" name="Google Shape;3927;p49"/>
          <p:cNvSpPr/>
          <p:nvPr/>
        </p:nvSpPr>
        <p:spPr>
          <a:xfrm flipH="1">
            <a:off x="8263506" y="410094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8" name="Google Shape;3928;p49"/>
          <p:cNvSpPr/>
          <p:nvPr/>
        </p:nvSpPr>
        <p:spPr>
          <a:xfrm flipH="1">
            <a:off x="8295095" y="486798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9" name="Google Shape;3929;p49"/>
          <p:cNvSpPr/>
          <p:nvPr/>
        </p:nvSpPr>
        <p:spPr>
          <a:xfrm flipH="1">
            <a:off x="6032243" y="89619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0" name="Google Shape;3930;p49"/>
          <p:cNvSpPr/>
          <p:nvPr/>
        </p:nvSpPr>
        <p:spPr>
          <a:xfrm flipH="1">
            <a:off x="6097656" y="160732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1" name="Google Shape;3931;p49"/>
          <p:cNvSpPr/>
          <p:nvPr/>
        </p:nvSpPr>
        <p:spPr>
          <a:xfrm flipH="1">
            <a:off x="6129245" y="237435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2" name="Google Shape;3932;p49"/>
          <p:cNvSpPr/>
          <p:nvPr/>
        </p:nvSpPr>
        <p:spPr>
          <a:xfrm>
            <a:off x="2103168" y="4015669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3" name="Google Shape;3933;p49"/>
          <p:cNvSpPr/>
          <p:nvPr/>
        </p:nvSpPr>
        <p:spPr>
          <a:xfrm>
            <a:off x="2165224" y="4086782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4" name="Google Shape;3934;p49"/>
          <p:cNvSpPr/>
          <p:nvPr/>
        </p:nvSpPr>
        <p:spPr>
          <a:xfrm>
            <a:off x="2213751" y="4163485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5" name="Google Shape;3935;p49"/>
          <p:cNvSpPr/>
          <p:nvPr/>
        </p:nvSpPr>
        <p:spPr>
          <a:xfrm flipH="1">
            <a:off x="8647184" y="8544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6" name="Google Shape;3936;p49"/>
          <p:cNvSpPr/>
          <p:nvPr/>
        </p:nvSpPr>
        <p:spPr>
          <a:xfrm flipH="1">
            <a:off x="8189984" y="1686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" name="Google Shape;3937;p49"/>
          <p:cNvSpPr/>
          <p:nvPr/>
        </p:nvSpPr>
        <p:spPr>
          <a:xfrm flipH="1">
            <a:off x="6513584" y="924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" name="Google Shape;3938;p49"/>
          <p:cNvSpPr/>
          <p:nvPr/>
        </p:nvSpPr>
        <p:spPr>
          <a:xfrm flipH="1">
            <a:off x="1941584" y="42072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" name="Google Shape;3939;p49"/>
          <p:cNvSpPr/>
          <p:nvPr/>
        </p:nvSpPr>
        <p:spPr>
          <a:xfrm flipH="1">
            <a:off x="1408184" y="42834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0" name="Google Shape;3940;p49"/>
          <p:cNvSpPr/>
          <p:nvPr/>
        </p:nvSpPr>
        <p:spPr>
          <a:xfrm flipH="1">
            <a:off x="8037584" y="42072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1" name="Google Shape;3941;p49"/>
          <p:cNvSpPr/>
          <p:nvPr/>
        </p:nvSpPr>
        <p:spPr>
          <a:xfrm flipH="1">
            <a:off x="8570984" y="44358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2" name="Google Shape;3942;p49"/>
          <p:cNvSpPr/>
          <p:nvPr/>
        </p:nvSpPr>
        <p:spPr>
          <a:xfrm flipH="1">
            <a:off x="8875784" y="48168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3" name="Google Shape;3943;p49"/>
          <p:cNvSpPr/>
          <p:nvPr/>
        </p:nvSpPr>
        <p:spPr>
          <a:xfrm flipH="1">
            <a:off x="874784" y="40548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10">
    <p:spTree>
      <p:nvGrpSpPr>
        <p:cNvPr id="3944" name="Shape 3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5" name="Google Shape;3945;p50"/>
          <p:cNvSpPr/>
          <p:nvPr/>
        </p:nvSpPr>
        <p:spPr>
          <a:xfrm>
            <a:off x="1043501" y="4397225"/>
            <a:ext cx="404700" cy="40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6" name="Google Shape;3946;p50"/>
          <p:cNvSpPr/>
          <p:nvPr/>
        </p:nvSpPr>
        <p:spPr>
          <a:xfrm flipH="1">
            <a:off x="-50" y="0"/>
            <a:ext cx="1254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7" name="Google Shape;3947;p50"/>
          <p:cNvSpPr txBox="1"/>
          <p:nvPr>
            <p:ph type="title"/>
          </p:nvPr>
        </p:nvSpPr>
        <p:spPr>
          <a:xfrm>
            <a:off x="2620991" y="2157263"/>
            <a:ext cx="50736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948" name="Google Shape;3948;p50"/>
          <p:cNvSpPr txBox="1"/>
          <p:nvPr>
            <p:ph idx="1" type="subTitle"/>
          </p:nvPr>
        </p:nvSpPr>
        <p:spPr>
          <a:xfrm>
            <a:off x="2620991" y="2803238"/>
            <a:ext cx="50748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949" name="Google Shape;3949;p50"/>
          <p:cNvSpPr/>
          <p:nvPr/>
        </p:nvSpPr>
        <p:spPr>
          <a:xfrm>
            <a:off x="549120" y="-533624"/>
            <a:ext cx="1193700" cy="119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0" name="Google Shape;3950;p50"/>
          <p:cNvSpPr txBox="1"/>
          <p:nvPr>
            <p:ph hasCustomPrompt="1" idx="2" type="title"/>
          </p:nvPr>
        </p:nvSpPr>
        <p:spPr>
          <a:xfrm>
            <a:off x="1448209" y="2334000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3951" name="Google Shape;3951;p50"/>
          <p:cNvGrpSpPr/>
          <p:nvPr/>
        </p:nvGrpSpPr>
        <p:grpSpPr>
          <a:xfrm>
            <a:off x="8506980" y="1997778"/>
            <a:ext cx="560659" cy="1147945"/>
            <a:chOff x="8430780" y="1997778"/>
            <a:chExt cx="560659" cy="1147945"/>
          </a:xfrm>
        </p:grpSpPr>
        <p:sp>
          <p:nvSpPr>
            <p:cNvPr id="3952" name="Google Shape;3952;p50"/>
            <p:cNvSpPr/>
            <p:nvPr/>
          </p:nvSpPr>
          <p:spPr>
            <a:xfrm>
              <a:off x="8928839" y="1997778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0"/>
            <p:cNvSpPr/>
            <p:nvPr/>
          </p:nvSpPr>
          <p:spPr>
            <a:xfrm>
              <a:off x="8930358" y="2153402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0"/>
            <p:cNvSpPr/>
            <p:nvPr/>
          </p:nvSpPr>
          <p:spPr>
            <a:xfrm>
              <a:off x="8928079" y="3083921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0"/>
            <p:cNvSpPr/>
            <p:nvPr/>
          </p:nvSpPr>
          <p:spPr>
            <a:xfrm>
              <a:off x="8765617" y="3084680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0"/>
            <p:cNvSpPr/>
            <p:nvPr/>
          </p:nvSpPr>
          <p:spPr>
            <a:xfrm>
              <a:off x="8922723" y="2304393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0"/>
            <p:cNvSpPr/>
            <p:nvPr/>
          </p:nvSpPr>
          <p:spPr>
            <a:xfrm>
              <a:off x="8928079" y="2926017"/>
              <a:ext cx="57243" cy="58003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0"/>
            <p:cNvSpPr/>
            <p:nvPr/>
          </p:nvSpPr>
          <p:spPr>
            <a:xfrm>
              <a:off x="8764098" y="2926017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0"/>
            <p:cNvSpPr/>
            <p:nvPr/>
          </p:nvSpPr>
          <p:spPr>
            <a:xfrm>
              <a:off x="8925800" y="2463816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0"/>
            <p:cNvSpPr/>
            <p:nvPr/>
          </p:nvSpPr>
          <p:spPr>
            <a:xfrm>
              <a:off x="8928079" y="2773469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0"/>
            <p:cNvSpPr/>
            <p:nvPr/>
          </p:nvSpPr>
          <p:spPr>
            <a:xfrm>
              <a:off x="8763338" y="2768911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0"/>
            <p:cNvSpPr/>
            <p:nvPr/>
          </p:nvSpPr>
          <p:spPr>
            <a:xfrm>
              <a:off x="8928079" y="2619402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0"/>
            <p:cNvSpPr/>
            <p:nvPr/>
          </p:nvSpPr>
          <p:spPr>
            <a:xfrm>
              <a:off x="8764858" y="2616363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0"/>
            <p:cNvSpPr/>
            <p:nvPr/>
          </p:nvSpPr>
          <p:spPr>
            <a:xfrm>
              <a:off x="8767137" y="1998575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0"/>
            <p:cNvSpPr/>
            <p:nvPr/>
          </p:nvSpPr>
          <p:spPr>
            <a:xfrm>
              <a:off x="8600876" y="2772710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0"/>
            <p:cNvSpPr/>
            <p:nvPr/>
          </p:nvSpPr>
          <p:spPr>
            <a:xfrm>
              <a:off x="8600117" y="2614844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0"/>
            <p:cNvSpPr/>
            <p:nvPr/>
          </p:nvSpPr>
          <p:spPr>
            <a:xfrm>
              <a:off x="8767137" y="2153402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0"/>
            <p:cNvSpPr/>
            <p:nvPr/>
          </p:nvSpPr>
          <p:spPr>
            <a:xfrm>
              <a:off x="8765617" y="2464575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0"/>
            <p:cNvSpPr/>
            <p:nvPr/>
          </p:nvSpPr>
          <p:spPr>
            <a:xfrm>
              <a:off x="8600876" y="2929094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0"/>
            <p:cNvSpPr/>
            <p:nvPr/>
          </p:nvSpPr>
          <p:spPr>
            <a:xfrm>
              <a:off x="8600876" y="2463056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0"/>
            <p:cNvSpPr/>
            <p:nvPr/>
          </p:nvSpPr>
          <p:spPr>
            <a:xfrm>
              <a:off x="8599357" y="3083921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0"/>
            <p:cNvSpPr/>
            <p:nvPr/>
          </p:nvSpPr>
          <p:spPr>
            <a:xfrm>
              <a:off x="8430780" y="3080844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0"/>
            <p:cNvSpPr/>
            <p:nvPr/>
          </p:nvSpPr>
          <p:spPr>
            <a:xfrm>
              <a:off x="8766377" y="2308229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0"/>
            <p:cNvSpPr/>
            <p:nvPr/>
          </p:nvSpPr>
          <p:spPr>
            <a:xfrm>
              <a:off x="8602396" y="2299834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0"/>
            <p:cNvSpPr/>
            <p:nvPr/>
          </p:nvSpPr>
          <p:spPr>
            <a:xfrm>
              <a:off x="8434616" y="2463816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0"/>
            <p:cNvSpPr/>
            <p:nvPr/>
          </p:nvSpPr>
          <p:spPr>
            <a:xfrm>
              <a:off x="8436895" y="2308989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0"/>
            <p:cNvSpPr/>
            <p:nvPr/>
          </p:nvSpPr>
          <p:spPr>
            <a:xfrm>
              <a:off x="8436135" y="2928296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0"/>
            <p:cNvSpPr/>
            <p:nvPr/>
          </p:nvSpPr>
          <p:spPr>
            <a:xfrm>
              <a:off x="8434616" y="2618642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0"/>
            <p:cNvSpPr/>
            <p:nvPr/>
          </p:nvSpPr>
          <p:spPr>
            <a:xfrm>
              <a:off x="8600876" y="2154922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0"/>
            <p:cNvSpPr/>
            <p:nvPr/>
          </p:nvSpPr>
          <p:spPr>
            <a:xfrm>
              <a:off x="8436135" y="2774229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0"/>
            <p:cNvSpPr/>
            <p:nvPr/>
          </p:nvSpPr>
          <p:spPr>
            <a:xfrm>
              <a:off x="8598597" y="1999335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0"/>
            <p:cNvSpPr/>
            <p:nvPr/>
          </p:nvSpPr>
          <p:spPr>
            <a:xfrm>
              <a:off x="8438415" y="2152643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0"/>
            <p:cNvSpPr/>
            <p:nvPr/>
          </p:nvSpPr>
          <p:spPr>
            <a:xfrm>
              <a:off x="8439174" y="1997778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84" name="Google Shape;3984;p50"/>
          <p:cNvSpPr/>
          <p:nvPr/>
        </p:nvSpPr>
        <p:spPr>
          <a:xfrm flipH="1">
            <a:off x="446346" y="15239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5" name="Google Shape;3985;p50"/>
          <p:cNvSpPr/>
          <p:nvPr/>
        </p:nvSpPr>
        <p:spPr>
          <a:xfrm flipH="1">
            <a:off x="595234" y="27533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86" name="Google Shape;3986;p50"/>
          <p:cNvGrpSpPr/>
          <p:nvPr/>
        </p:nvGrpSpPr>
        <p:grpSpPr>
          <a:xfrm flipH="1">
            <a:off x="-1817332" y="3630549"/>
            <a:ext cx="2946940" cy="1512969"/>
            <a:chOff x="-64732" y="3630549"/>
            <a:chExt cx="2946940" cy="1512969"/>
          </a:xfrm>
        </p:grpSpPr>
        <p:sp>
          <p:nvSpPr>
            <p:cNvPr id="3987" name="Google Shape;3987;p50"/>
            <p:cNvSpPr/>
            <p:nvPr/>
          </p:nvSpPr>
          <p:spPr>
            <a:xfrm flipH="1">
              <a:off x="-64732" y="3630549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0"/>
            <p:cNvSpPr/>
            <p:nvPr/>
          </p:nvSpPr>
          <p:spPr>
            <a:xfrm flipH="1">
              <a:off x="137216" y="3686958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0"/>
            <p:cNvSpPr/>
            <p:nvPr/>
          </p:nvSpPr>
          <p:spPr>
            <a:xfrm flipH="1">
              <a:off x="995811" y="4204819"/>
              <a:ext cx="235874" cy="188464"/>
            </a:xfrm>
            <a:custGeom>
              <a:rect b="b" l="l" r="r" t="t"/>
              <a:pathLst>
                <a:path extrusionOk="0" h="3371" w="4219">
                  <a:moveTo>
                    <a:pt x="3875" y="81"/>
                  </a:moveTo>
                  <a:lnTo>
                    <a:pt x="3976" y="101"/>
                  </a:lnTo>
                  <a:lnTo>
                    <a:pt x="4057" y="182"/>
                  </a:lnTo>
                  <a:lnTo>
                    <a:pt x="4097" y="263"/>
                  </a:lnTo>
                  <a:lnTo>
                    <a:pt x="4137" y="363"/>
                  </a:lnTo>
                  <a:lnTo>
                    <a:pt x="4137" y="464"/>
                  </a:lnTo>
                  <a:lnTo>
                    <a:pt x="4137" y="585"/>
                  </a:lnTo>
                  <a:lnTo>
                    <a:pt x="4077" y="807"/>
                  </a:lnTo>
                  <a:lnTo>
                    <a:pt x="3936" y="1130"/>
                  </a:lnTo>
                  <a:lnTo>
                    <a:pt x="3794" y="1433"/>
                  </a:lnTo>
                  <a:lnTo>
                    <a:pt x="3613" y="1715"/>
                  </a:lnTo>
                  <a:lnTo>
                    <a:pt x="3411" y="1998"/>
                  </a:lnTo>
                  <a:lnTo>
                    <a:pt x="3189" y="2240"/>
                  </a:lnTo>
                  <a:lnTo>
                    <a:pt x="2947" y="2482"/>
                  </a:lnTo>
                  <a:lnTo>
                    <a:pt x="2684" y="2684"/>
                  </a:lnTo>
                  <a:lnTo>
                    <a:pt x="2422" y="2866"/>
                  </a:lnTo>
                  <a:lnTo>
                    <a:pt x="2180" y="2967"/>
                  </a:lnTo>
                  <a:lnTo>
                    <a:pt x="1897" y="3088"/>
                  </a:lnTo>
                  <a:lnTo>
                    <a:pt x="1575" y="3189"/>
                  </a:lnTo>
                  <a:lnTo>
                    <a:pt x="1252" y="3249"/>
                  </a:lnTo>
                  <a:lnTo>
                    <a:pt x="929" y="3290"/>
                  </a:lnTo>
                  <a:lnTo>
                    <a:pt x="626" y="3290"/>
                  </a:lnTo>
                  <a:lnTo>
                    <a:pt x="505" y="3269"/>
                  </a:lnTo>
                  <a:lnTo>
                    <a:pt x="384" y="3249"/>
                  </a:lnTo>
                  <a:lnTo>
                    <a:pt x="283" y="3209"/>
                  </a:lnTo>
                  <a:lnTo>
                    <a:pt x="202" y="3148"/>
                  </a:lnTo>
                  <a:lnTo>
                    <a:pt x="142" y="3088"/>
                  </a:lnTo>
                  <a:lnTo>
                    <a:pt x="122" y="3007"/>
                  </a:lnTo>
                  <a:lnTo>
                    <a:pt x="101" y="2926"/>
                  </a:lnTo>
                  <a:lnTo>
                    <a:pt x="81" y="2846"/>
                  </a:lnTo>
                  <a:lnTo>
                    <a:pt x="101" y="2745"/>
                  </a:lnTo>
                  <a:lnTo>
                    <a:pt x="122" y="2624"/>
                  </a:lnTo>
                  <a:lnTo>
                    <a:pt x="222" y="2381"/>
                  </a:lnTo>
                  <a:lnTo>
                    <a:pt x="344" y="2159"/>
                  </a:lnTo>
                  <a:lnTo>
                    <a:pt x="485" y="1958"/>
                  </a:lnTo>
                  <a:lnTo>
                    <a:pt x="666" y="1756"/>
                  </a:lnTo>
                  <a:lnTo>
                    <a:pt x="848" y="1574"/>
                  </a:lnTo>
                  <a:lnTo>
                    <a:pt x="1070" y="1393"/>
                  </a:lnTo>
                  <a:lnTo>
                    <a:pt x="1292" y="1231"/>
                  </a:lnTo>
                  <a:lnTo>
                    <a:pt x="1534" y="1070"/>
                  </a:lnTo>
                  <a:lnTo>
                    <a:pt x="1776" y="928"/>
                  </a:lnTo>
                  <a:lnTo>
                    <a:pt x="2261" y="666"/>
                  </a:lnTo>
                  <a:lnTo>
                    <a:pt x="2765" y="444"/>
                  </a:lnTo>
                  <a:lnTo>
                    <a:pt x="3229" y="263"/>
                  </a:lnTo>
                  <a:lnTo>
                    <a:pt x="3653" y="101"/>
                  </a:lnTo>
                  <a:lnTo>
                    <a:pt x="3774" y="81"/>
                  </a:lnTo>
                  <a:close/>
                  <a:moveTo>
                    <a:pt x="3754" y="0"/>
                  </a:moveTo>
                  <a:lnTo>
                    <a:pt x="3633" y="41"/>
                  </a:lnTo>
                  <a:lnTo>
                    <a:pt x="3209" y="182"/>
                  </a:lnTo>
                  <a:lnTo>
                    <a:pt x="2725" y="363"/>
                  </a:lnTo>
                  <a:lnTo>
                    <a:pt x="2220" y="606"/>
                  </a:lnTo>
                  <a:lnTo>
                    <a:pt x="1716" y="868"/>
                  </a:lnTo>
                  <a:lnTo>
                    <a:pt x="1474" y="1009"/>
                  </a:lnTo>
                  <a:lnTo>
                    <a:pt x="1231" y="1171"/>
                  </a:lnTo>
                  <a:lnTo>
                    <a:pt x="1009" y="1352"/>
                  </a:lnTo>
                  <a:lnTo>
                    <a:pt x="787" y="1514"/>
                  </a:lnTo>
                  <a:lnTo>
                    <a:pt x="606" y="1715"/>
                  </a:lnTo>
                  <a:lnTo>
                    <a:pt x="424" y="1917"/>
                  </a:lnTo>
                  <a:lnTo>
                    <a:pt x="283" y="2119"/>
                  </a:lnTo>
                  <a:lnTo>
                    <a:pt x="142" y="2341"/>
                  </a:lnTo>
                  <a:lnTo>
                    <a:pt x="81" y="2482"/>
                  </a:lnTo>
                  <a:lnTo>
                    <a:pt x="41" y="2624"/>
                  </a:lnTo>
                  <a:lnTo>
                    <a:pt x="21" y="2745"/>
                  </a:lnTo>
                  <a:lnTo>
                    <a:pt x="0" y="2866"/>
                  </a:lnTo>
                  <a:lnTo>
                    <a:pt x="21" y="2967"/>
                  </a:lnTo>
                  <a:lnTo>
                    <a:pt x="41" y="3047"/>
                  </a:lnTo>
                  <a:lnTo>
                    <a:pt x="81" y="3128"/>
                  </a:lnTo>
                  <a:lnTo>
                    <a:pt x="142" y="3209"/>
                  </a:lnTo>
                  <a:lnTo>
                    <a:pt x="263" y="3290"/>
                  </a:lnTo>
                  <a:lnTo>
                    <a:pt x="404" y="3330"/>
                  </a:lnTo>
                  <a:lnTo>
                    <a:pt x="586" y="3370"/>
                  </a:lnTo>
                  <a:lnTo>
                    <a:pt x="989" y="3370"/>
                  </a:lnTo>
                  <a:lnTo>
                    <a:pt x="1211" y="3350"/>
                  </a:lnTo>
                  <a:lnTo>
                    <a:pt x="1453" y="3290"/>
                  </a:lnTo>
                  <a:lnTo>
                    <a:pt x="1675" y="3229"/>
                  </a:lnTo>
                  <a:lnTo>
                    <a:pt x="2119" y="3088"/>
                  </a:lnTo>
                  <a:lnTo>
                    <a:pt x="2301" y="3007"/>
                  </a:lnTo>
                  <a:lnTo>
                    <a:pt x="2462" y="2926"/>
                  </a:lnTo>
                  <a:lnTo>
                    <a:pt x="2745" y="2745"/>
                  </a:lnTo>
                  <a:lnTo>
                    <a:pt x="3007" y="2543"/>
                  </a:lnTo>
                  <a:lnTo>
                    <a:pt x="3249" y="2301"/>
                  </a:lnTo>
                  <a:lnTo>
                    <a:pt x="3471" y="2038"/>
                  </a:lnTo>
                  <a:lnTo>
                    <a:pt x="3673" y="1776"/>
                  </a:lnTo>
                  <a:lnTo>
                    <a:pt x="3855" y="1473"/>
                  </a:lnTo>
                  <a:lnTo>
                    <a:pt x="4016" y="1150"/>
                  </a:lnTo>
                  <a:lnTo>
                    <a:pt x="4137" y="828"/>
                  </a:lnTo>
                  <a:lnTo>
                    <a:pt x="4218" y="585"/>
                  </a:lnTo>
                  <a:lnTo>
                    <a:pt x="4218" y="464"/>
                  </a:lnTo>
                  <a:lnTo>
                    <a:pt x="4218" y="343"/>
                  </a:lnTo>
                  <a:lnTo>
                    <a:pt x="4178" y="222"/>
                  </a:lnTo>
                  <a:lnTo>
                    <a:pt x="4097" y="121"/>
                  </a:lnTo>
                  <a:lnTo>
                    <a:pt x="3996" y="41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90" name="Google Shape;3990;p50"/>
          <p:cNvSpPr/>
          <p:nvPr/>
        </p:nvSpPr>
        <p:spPr>
          <a:xfrm rot="1768943">
            <a:off x="-573228" y="1847838"/>
            <a:ext cx="1596426" cy="1802947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1" name="Google Shape;3991;p50"/>
          <p:cNvSpPr/>
          <p:nvPr/>
        </p:nvSpPr>
        <p:spPr>
          <a:xfrm rot="1768943">
            <a:off x="-494796" y="1923889"/>
            <a:ext cx="1395608" cy="1650656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2" name="Google Shape;3992;p50"/>
          <p:cNvSpPr/>
          <p:nvPr/>
        </p:nvSpPr>
        <p:spPr>
          <a:xfrm rot="1768943">
            <a:off x="-393343" y="2035865"/>
            <a:ext cx="1193672" cy="1427252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3" name="Google Shape;3993;p50"/>
          <p:cNvSpPr/>
          <p:nvPr/>
        </p:nvSpPr>
        <p:spPr>
          <a:xfrm rot="1768943">
            <a:off x="-249113" y="2174134"/>
            <a:ext cx="901502" cy="1104556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4" name="Google Shape;3994;p50"/>
          <p:cNvSpPr/>
          <p:nvPr/>
        </p:nvSpPr>
        <p:spPr>
          <a:xfrm rot="1768943">
            <a:off x="522166" y="2466225"/>
            <a:ext cx="130934" cy="390455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5" name="Google Shape;3995;p50"/>
          <p:cNvSpPr/>
          <p:nvPr/>
        </p:nvSpPr>
        <p:spPr>
          <a:xfrm flipH="1">
            <a:off x="950984" y="3925083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6" name="Google Shape;3996;p50"/>
          <p:cNvSpPr/>
          <p:nvPr/>
        </p:nvSpPr>
        <p:spPr>
          <a:xfrm flipH="1">
            <a:off x="1027184" y="28356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7" name="Google Shape;3997;p50"/>
          <p:cNvSpPr/>
          <p:nvPr/>
        </p:nvSpPr>
        <p:spPr>
          <a:xfrm flipH="1">
            <a:off x="417584" y="28356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8" name="Google Shape;3998;p50"/>
          <p:cNvSpPr/>
          <p:nvPr/>
        </p:nvSpPr>
        <p:spPr>
          <a:xfrm flipH="1">
            <a:off x="569984" y="14640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9" name="Google Shape;3999;p50"/>
          <p:cNvSpPr/>
          <p:nvPr/>
        </p:nvSpPr>
        <p:spPr>
          <a:xfrm flipH="1">
            <a:off x="1069391" y="12354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0" name="Google Shape;4000;p50"/>
          <p:cNvSpPr/>
          <p:nvPr/>
        </p:nvSpPr>
        <p:spPr>
          <a:xfrm flipH="1">
            <a:off x="493784" y="4306083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1" name="Google Shape;4001;p50"/>
          <p:cNvSpPr/>
          <p:nvPr/>
        </p:nvSpPr>
        <p:spPr>
          <a:xfrm flipH="1">
            <a:off x="81907" y="3727360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2" name="Google Shape;4002;p50"/>
          <p:cNvSpPr/>
          <p:nvPr/>
        </p:nvSpPr>
        <p:spPr>
          <a:xfrm flipH="1">
            <a:off x="1600605" y="4330360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3" name="Google Shape;4003;p50"/>
          <p:cNvSpPr/>
          <p:nvPr/>
        </p:nvSpPr>
        <p:spPr>
          <a:xfrm flipH="1">
            <a:off x="1702137" y="4437532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4" name="Google Shape;4004;p50"/>
          <p:cNvSpPr/>
          <p:nvPr/>
        </p:nvSpPr>
        <p:spPr>
          <a:xfrm flipH="1">
            <a:off x="8131975" y="3785679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5" name="Google Shape;4005;p50"/>
          <p:cNvSpPr/>
          <p:nvPr/>
        </p:nvSpPr>
        <p:spPr>
          <a:xfrm flipH="1" rot="-5400000">
            <a:off x="8131975" y="4390781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6" name="Google Shape;4006;p50"/>
          <p:cNvSpPr/>
          <p:nvPr/>
        </p:nvSpPr>
        <p:spPr>
          <a:xfrm>
            <a:off x="8131965" y="-1496272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7" name="Google Shape;4007;p50"/>
          <p:cNvSpPr/>
          <p:nvPr/>
        </p:nvSpPr>
        <p:spPr>
          <a:xfrm flipH="1">
            <a:off x="7161667" y="-74694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8" name="Google Shape;4008;p50"/>
          <p:cNvSpPr/>
          <p:nvPr/>
        </p:nvSpPr>
        <p:spPr>
          <a:xfrm>
            <a:off x="4176600" y="459941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9" name="Google Shape;4009;p50"/>
          <p:cNvSpPr/>
          <p:nvPr/>
        </p:nvSpPr>
        <p:spPr>
          <a:xfrm flipH="1">
            <a:off x="7289139" y="69712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0" name="Google Shape;4010;p50"/>
          <p:cNvSpPr/>
          <p:nvPr/>
        </p:nvSpPr>
        <p:spPr>
          <a:xfrm flipH="1">
            <a:off x="7414374" y="130594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1" name="Google Shape;4011;p50"/>
          <p:cNvSpPr/>
          <p:nvPr/>
        </p:nvSpPr>
        <p:spPr>
          <a:xfrm flipH="1" rot="10238554">
            <a:off x="3571755" y="-1362274"/>
            <a:ext cx="2383906" cy="1642699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2" name="Google Shape;4012;p50"/>
          <p:cNvSpPr/>
          <p:nvPr/>
        </p:nvSpPr>
        <p:spPr>
          <a:xfrm flipH="1" rot="10238554">
            <a:off x="3717855" y="-1059166"/>
            <a:ext cx="2123326" cy="1193658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3" name="Google Shape;4013;p50"/>
          <p:cNvSpPr/>
          <p:nvPr/>
        </p:nvSpPr>
        <p:spPr>
          <a:xfrm flipH="1" rot="10238554">
            <a:off x="3859382" y="-661161"/>
            <a:ext cx="1884159" cy="733437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CUSTOM_10_1">
    <p:spTree>
      <p:nvGrpSpPr>
        <p:cNvPr id="4014" name="Shape 4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5" name="Google Shape;4015;p51"/>
          <p:cNvSpPr txBox="1"/>
          <p:nvPr>
            <p:ph type="title"/>
          </p:nvPr>
        </p:nvSpPr>
        <p:spPr>
          <a:xfrm>
            <a:off x="1140488" y="2132184"/>
            <a:ext cx="56223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016" name="Google Shape;4016;p51"/>
          <p:cNvSpPr txBox="1"/>
          <p:nvPr>
            <p:ph idx="1" type="subTitle"/>
          </p:nvPr>
        </p:nvSpPr>
        <p:spPr>
          <a:xfrm>
            <a:off x="1139288" y="2828316"/>
            <a:ext cx="56235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17" name="Google Shape;4017;p51"/>
          <p:cNvSpPr txBox="1"/>
          <p:nvPr>
            <p:ph hasCustomPrompt="1" idx="2" type="title"/>
          </p:nvPr>
        </p:nvSpPr>
        <p:spPr>
          <a:xfrm>
            <a:off x="6916613" y="2334000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4018" name="Google Shape;4018;p51"/>
          <p:cNvGrpSpPr/>
          <p:nvPr/>
        </p:nvGrpSpPr>
        <p:grpSpPr>
          <a:xfrm>
            <a:off x="2607452" y="3919366"/>
            <a:ext cx="1209708" cy="1147945"/>
            <a:chOff x="5235125" y="2636100"/>
            <a:chExt cx="796175" cy="755525"/>
          </a:xfrm>
        </p:grpSpPr>
        <p:sp>
          <p:nvSpPr>
            <p:cNvPr id="4019" name="Google Shape;4019;p51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1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1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1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1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1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1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1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1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1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1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1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1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1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1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1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1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1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1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1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1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1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1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1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1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1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1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1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1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1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1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1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1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1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1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1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1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1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1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1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1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1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1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1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1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1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1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1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1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1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1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1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1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1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1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1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1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1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1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1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1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1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1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1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83" name="Google Shape;4083;p51"/>
          <p:cNvGrpSpPr/>
          <p:nvPr/>
        </p:nvGrpSpPr>
        <p:grpSpPr>
          <a:xfrm>
            <a:off x="7858180" y="99016"/>
            <a:ext cx="1209708" cy="1147945"/>
            <a:chOff x="5235125" y="2636100"/>
            <a:chExt cx="796175" cy="755525"/>
          </a:xfrm>
        </p:grpSpPr>
        <p:sp>
          <p:nvSpPr>
            <p:cNvPr id="4084" name="Google Shape;4084;p51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1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1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1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1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1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1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1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1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1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1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1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1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1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1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1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1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1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1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1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1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1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1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1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1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1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1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1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1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1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1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1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1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1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1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1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1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1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1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1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1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1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1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1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1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1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1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1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1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1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1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1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1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1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1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1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1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1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1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1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1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1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1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1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48" name="Google Shape;4148;p51"/>
          <p:cNvSpPr/>
          <p:nvPr/>
        </p:nvSpPr>
        <p:spPr>
          <a:xfrm flipH="1">
            <a:off x="-36" y="3578225"/>
            <a:ext cx="9153000" cy="1565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9" name="Google Shape;4149;p51"/>
          <p:cNvSpPr/>
          <p:nvPr/>
        </p:nvSpPr>
        <p:spPr>
          <a:xfrm flipH="1">
            <a:off x="-36" y="0"/>
            <a:ext cx="9153000" cy="1565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0" name="Google Shape;4150;p51"/>
          <p:cNvSpPr/>
          <p:nvPr/>
        </p:nvSpPr>
        <p:spPr>
          <a:xfrm>
            <a:off x="6842470" y="-729095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1" name="Google Shape;4151;p51"/>
          <p:cNvSpPr/>
          <p:nvPr/>
        </p:nvSpPr>
        <p:spPr>
          <a:xfrm>
            <a:off x="3317210" y="-105347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2" name="Google Shape;4152;p51"/>
          <p:cNvSpPr/>
          <p:nvPr/>
        </p:nvSpPr>
        <p:spPr>
          <a:xfrm flipH="1">
            <a:off x="2851457" y="3730613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3" name="Google Shape;4153;p51"/>
          <p:cNvSpPr/>
          <p:nvPr/>
        </p:nvSpPr>
        <p:spPr>
          <a:xfrm flipH="1">
            <a:off x="1446180" y="-439244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4" name="Google Shape;4154;p51"/>
          <p:cNvSpPr/>
          <p:nvPr/>
        </p:nvSpPr>
        <p:spPr>
          <a:xfrm flipH="1">
            <a:off x="5852818" y="-483976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5" name="Google Shape;4155;p51"/>
          <p:cNvSpPr/>
          <p:nvPr/>
        </p:nvSpPr>
        <p:spPr>
          <a:xfrm flipH="1">
            <a:off x="2645462" y="76224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6" name="Google Shape;4156;p51"/>
          <p:cNvSpPr/>
          <p:nvPr/>
        </p:nvSpPr>
        <p:spPr>
          <a:xfrm flipH="1">
            <a:off x="3945865" y="4790431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7" name="Google Shape;4157;p51"/>
          <p:cNvSpPr/>
          <p:nvPr/>
        </p:nvSpPr>
        <p:spPr>
          <a:xfrm flipH="1">
            <a:off x="6283366" y="-122767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8" name="Google Shape;4158;p51"/>
          <p:cNvSpPr/>
          <p:nvPr/>
        </p:nvSpPr>
        <p:spPr>
          <a:xfrm flipH="1">
            <a:off x="2927054" y="3870546"/>
            <a:ext cx="1730784" cy="1441910"/>
          </a:xfrm>
          <a:custGeom>
            <a:rect b="b" l="l" r="r" t="t"/>
            <a:pathLst>
              <a:path extrusionOk="0" h="25791" w="30958">
                <a:moveTo>
                  <a:pt x="13179" y="81"/>
                </a:moveTo>
                <a:lnTo>
                  <a:pt x="14551" y="101"/>
                </a:lnTo>
                <a:lnTo>
                  <a:pt x="15257" y="121"/>
                </a:lnTo>
                <a:lnTo>
                  <a:pt x="15963" y="162"/>
                </a:lnTo>
                <a:lnTo>
                  <a:pt x="16690" y="242"/>
                </a:lnTo>
                <a:lnTo>
                  <a:pt x="17416" y="323"/>
                </a:lnTo>
                <a:lnTo>
                  <a:pt x="18143" y="444"/>
                </a:lnTo>
                <a:lnTo>
                  <a:pt x="18869" y="586"/>
                </a:lnTo>
                <a:lnTo>
                  <a:pt x="19576" y="767"/>
                </a:lnTo>
                <a:lnTo>
                  <a:pt x="20282" y="969"/>
                </a:lnTo>
                <a:lnTo>
                  <a:pt x="20988" y="1211"/>
                </a:lnTo>
                <a:lnTo>
                  <a:pt x="21654" y="1494"/>
                </a:lnTo>
                <a:lnTo>
                  <a:pt x="21997" y="1655"/>
                </a:lnTo>
                <a:lnTo>
                  <a:pt x="22320" y="1837"/>
                </a:lnTo>
                <a:lnTo>
                  <a:pt x="22643" y="2018"/>
                </a:lnTo>
                <a:lnTo>
                  <a:pt x="22946" y="2200"/>
                </a:lnTo>
                <a:lnTo>
                  <a:pt x="23269" y="2402"/>
                </a:lnTo>
                <a:lnTo>
                  <a:pt x="23551" y="2624"/>
                </a:lnTo>
                <a:lnTo>
                  <a:pt x="23854" y="2866"/>
                </a:lnTo>
                <a:lnTo>
                  <a:pt x="24136" y="3108"/>
                </a:lnTo>
                <a:lnTo>
                  <a:pt x="24540" y="3491"/>
                </a:lnTo>
                <a:lnTo>
                  <a:pt x="24923" y="3895"/>
                </a:lnTo>
                <a:lnTo>
                  <a:pt x="25287" y="4339"/>
                </a:lnTo>
                <a:lnTo>
                  <a:pt x="25670" y="4823"/>
                </a:lnTo>
                <a:lnTo>
                  <a:pt x="26013" y="5348"/>
                </a:lnTo>
                <a:lnTo>
                  <a:pt x="26356" y="5913"/>
                </a:lnTo>
                <a:lnTo>
                  <a:pt x="26719" y="6518"/>
                </a:lnTo>
                <a:lnTo>
                  <a:pt x="27042" y="7164"/>
                </a:lnTo>
                <a:lnTo>
                  <a:pt x="27345" y="7749"/>
                </a:lnTo>
                <a:lnTo>
                  <a:pt x="27607" y="8335"/>
                </a:lnTo>
                <a:lnTo>
                  <a:pt x="27870" y="8940"/>
                </a:lnTo>
                <a:lnTo>
                  <a:pt x="28112" y="9546"/>
                </a:lnTo>
                <a:lnTo>
                  <a:pt x="28556" y="10756"/>
                </a:lnTo>
                <a:lnTo>
                  <a:pt x="28959" y="11947"/>
                </a:lnTo>
                <a:lnTo>
                  <a:pt x="29343" y="13138"/>
                </a:lnTo>
                <a:lnTo>
                  <a:pt x="29666" y="14328"/>
                </a:lnTo>
                <a:lnTo>
                  <a:pt x="29948" y="15478"/>
                </a:lnTo>
                <a:lnTo>
                  <a:pt x="30231" y="16588"/>
                </a:lnTo>
                <a:lnTo>
                  <a:pt x="30453" y="17577"/>
                </a:lnTo>
                <a:lnTo>
                  <a:pt x="30654" y="18606"/>
                </a:lnTo>
                <a:lnTo>
                  <a:pt x="30735" y="19111"/>
                </a:lnTo>
                <a:lnTo>
                  <a:pt x="30816" y="19636"/>
                </a:lnTo>
                <a:lnTo>
                  <a:pt x="30856" y="20160"/>
                </a:lnTo>
                <a:lnTo>
                  <a:pt x="30876" y="20685"/>
                </a:lnTo>
                <a:lnTo>
                  <a:pt x="30876" y="21169"/>
                </a:lnTo>
                <a:lnTo>
                  <a:pt x="30856" y="21674"/>
                </a:lnTo>
                <a:lnTo>
                  <a:pt x="30796" y="22219"/>
                </a:lnTo>
                <a:lnTo>
                  <a:pt x="30695" y="22784"/>
                </a:lnTo>
                <a:lnTo>
                  <a:pt x="30614" y="23046"/>
                </a:lnTo>
                <a:lnTo>
                  <a:pt x="30533" y="23329"/>
                </a:lnTo>
                <a:lnTo>
                  <a:pt x="30412" y="23611"/>
                </a:lnTo>
                <a:lnTo>
                  <a:pt x="30311" y="23873"/>
                </a:lnTo>
                <a:lnTo>
                  <a:pt x="30170" y="24136"/>
                </a:lnTo>
                <a:lnTo>
                  <a:pt x="30009" y="24398"/>
                </a:lnTo>
                <a:lnTo>
                  <a:pt x="29847" y="24640"/>
                </a:lnTo>
                <a:lnTo>
                  <a:pt x="29645" y="24882"/>
                </a:lnTo>
                <a:lnTo>
                  <a:pt x="29383" y="25145"/>
                </a:lnTo>
                <a:lnTo>
                  <a:pt x="29242" y="25266"/>
                </a:lnTo>
                <a:lnTo>
                  <a:pt x="29101" y="25387"/>
                </a:lnTo>
                <a:lnTo>
                  <a:pt x="28939" y="25468"/>
                </a:lnTo>
                <a:lnTo>
                  <a:pt x="28798" y="25548"/>
                </a:lnTo>
                <a:lnTo>
                  <a:pt x="28657" y="25609"/>
                </a:lnTo>
                <a:lnTo>
                  <a:pt x="28515" y="25649"/>
                </a:lnTo>
                <a:lnTo>
                  <a:pt x="28334" y="25690"/>
                </a:lnTo>
                <a:lnTo>
                  <a:pt x="28152" y="25710"/>
                </a:lnTo>
                <a:lnTo>
                  <a:pt x="27991" y="25710"/>
                </a:lnTo>
                <a:lnTo>
                  <a:pt x="27809" y="25690"/>
                </a:lnTo>
                <a:lnTo>
                  <a:pt x="27648" y="25669"/>
                </a:lnTo>
                <a:lnTo>
                  <a:pt x="27466" y="25629"/>
                </a:lnTo>
                <a:lnTo>
                  <a:pt x="27143" y="25508"/>
                </a:lnTo>
                <a:lnTo>
                  <a:pt x="26800" y="25347"/>
                </a:lnTo>
                <a:lnTo>
                  <a:pt x="26477" y="25165"/>
                </a:lnTo>
                <a:lnTo>
                  <a:pt x="26154" y="24963"/>
                </a:lnTo>
                <a:lnTo>
                  <a:pt x="25852" y="24741"/>
                </a:lnTo>
                <a:lnTo>
                  <a:pt x="25145" y="24196"/>
                </a:lnTo>
                <a:lnTo>
                  <a:pt x="24419" y="23631"/>
                </a:lnTo>
                <a:lnTo>
                  <a:pt x="23692" y="23046"/>
                </a:lnTo>
                <a:lnTo>
                  <a:pt x="22946" y="22420"/>
                </a:lnTo>
                <a:lnTo>
                  <a:pt x="22199" y="21775"/>
                </a:lnTo>
                <a:lnTo>
                  <a:pt x="21412" y="21109"/>
                </a:lnTo>
                <a:lnTo>
                  <a:pt x="20625" y="20382"/>
                </a:lnTo>
                <a:lnTo>
                  <a:pt x="19798" y="19636"/>
                </a:lnTo>
                <a:lnTo>
                  <a:pt x="18506" y="18405"/>
                </a:lnTo>
                <a:lnTo>
                  <a:pt x="17215" y="17153"/>
                </a:lnTo>
                <a:lnTo>
                  <a:pt x="14692" y="14671"/>
                </a:lnTo>
                <a:lnTo>
                  <a:pt x="12270" y="12290"/>
                </a:lnTo>
                <a:lnTo>
                  <a:pt x="11039" y="11079"/>
                </a:lnTo>
                <a:lnTo>
                  <a:pt x="9808" y="9909"/>
                </a:lnTo>
                <a:lnTo>
                  <a:pt x="8376" y="8597"/>
                </a:lnTo>
                <a:lnTo>
                  <a:pt x="7024" y="7406"/>
                </a:lnTo>
                <a:lnTo>
                  <a:pt x="5732" y="6317"/>
                </a:lnTo>
                <a:lnTo>
                  <a:pt x="4461" y="5308"/>
                </a:lnTo>
                <a:lnTo>
                  <a:pt x="4118" y="5086"/>
                </a:lnTo>
                <a:lnTo>
                  <a:pt x="3593" y="4743"/>
                </a:lnTo>
                <a:lnTo>
                  <a:pt x="2523" y="4057"/>
                </a:lnTo>
                <a:lnTo>
                  <a:pt x="1958" y="3673"/>
                </a:lnTo>
                <a:lnTo>
                  <a:pt x="1414" y="3290"/>
                </a:lnTo>
                <a:lnTo>
                  <a:pt x="929" y="2886"/>
                </a:lnTo>
                <a:lnTo>
                  <a:pt x="707" y="2704"/>
                </a:lnTo>
                <a:lnTo>
                  <a:pt x="526" y="2503"/>
                </a:lnTo>
                <a:lnTo>
                  <a:pt x="364" y="2341"/>
                </a:lnTo>
                <a:lnTo>
                  <a:pt x="223" y="2160"/>
                </a:lnTo>
                <a:lnTo>
                  <a:pt x="142" y="1998"/>
                </a:lnTo>
                <a:lnTo>
                  <a:pt x="82" y="1857"/>
                </a:lnTo>
                <a:lnTo>
                  <a:pt x="82" y="1776"/>
                </a:lnTo>
                <a:lnTo>
                  <a:pt x="82" y="1716"/>
                </a:lnTo>
                <a:lnTo>
                  <a:pt x="102" y="1655"/>
                </a:lnTo>
                <a:lnTo>
                  <a:pt x="142" y="1595"/>
                </a:lnTo>
                <a:lnTo>
                  <a:pt x="243" y="1473"/>
                </a:lnTo>
                <a:lnTo>
                  <a:pt x="364" y="1373"/>
                </a:lnTo>
                <a:lnTo>
                  <a:pt x="485" y="1292"/>
                </a:lnTo>
                <a:lnTo>
                  <a:pt x="647" y="1231"/>
                </a:lnTo>
                <a:lnTo>
                  <a:pt x="788" y="1171"/>
                </a:lnTo>
                <a:lnTo>
                  <a:pt x="949" y="1130"/>
                </a:lnTo>
                <a:lnTo>
                  <a:pt x="1292" y="1070"/>
                </a:lnTo>
                <a:lnTo>
                  <a:pt x="2745" y="848"/>
                </a:lnTo>
                <a:lnTo>
                  <a:pt x="4219" y="646"/>
                </a:lnTo>
                <a:lnTo>
                  <a:pt x="5712" y="464"/>
                </a:lnTo>
                <a:lnTo>
                  <a:pt x="7185" y="323"/>
                </a:lnTo>
                <a:lnTo>
                  <a:pt x="8658" y="222"/>
                </a:lnTo>
                <a:lnTo>
                  <a:pt x="10152" y="142"/>
                </a:lnTo>
                <a:lnTo>
                  <a:pt x="11645" y="81"/>
                </a:lnTo>
                <a:close/>
                <a:moveTo>
                  <a:pt x="11645" y="0"/>
                </a:moveTo>
                <a:lnTo>
                  <a:pt x="10152" y="61"/>
                </a:lnTo>
                <a:lnTo>
                  <a:pt x="8658" y="142"/>
                </a:lnTo>
                <a:lnTo>
                  <a:pt x="7185" y="242"/>
                </a:lnTo>
                <a:lnTo>
                  <a:pt x="5692" y="384"/>
                </a:lnTo>
                <a:lnTo>
                  <a:pt x="4219" y="565"/>
                </a:lnTo>
                <a:lnTo>
                  <a:pt x="2745" y="767"/>
                </a:lnTo>
                <a:lnTo>
                  <a:pt x="1272" y="989"/>
                </a:lnTo>
                <a:lnTo>
                  <a:pt x="929" y="1070"/>
                </a:lnTo>
                <a:lnTo>
                  <a:pt x="768" y="1110"/>
                </a:lnTo>
                <a:lnTo>
                  <a:pt x="606" y="1151"/>
                </a:lnTo>
                <a:lnTo>
                  <a:pt x="445" y="1231"/>
                </a:lnTo>
                <a:lnTo>
                  <a:pt x="304" y="1312"/>
                </a:lnTo>
                <a:lnTo>
                  <a:pt x="183" y="1413"/>
                </a:lnTo>
                <a:lnTo>
                  <a:pt x="82" y="1554"/>
                </a:lnTo>
                <a:lnTo>
                  <a:pt x="41" y="1615"/>
                </a:lnTo>
                <a:lnTo>
                  <a:pt x="1" y="1695"/>
                </a:lnTo>
                <a:lnTo>
                  <a:pt x="1" y="1776"/>
                </a:lnTo>
                <a:lnTo>
                  <a:pt x="1" y="1857"/>
                </a:lnTo>
                <a:lnTo>
                  <a:pt x="61" y="2018"/>
                </a:lnTo>
                <a:lnTo>
                  <a:pt x="142" y="2180"/>
                </a:lnTo>
                <a:lnTo>
                  <a:pt x="283" y="2361"/>
                </a:lnTo>
                <a:lnTo>
                  <a:pt x="445" y="2543"/>
                </a:lnTo>
                <a:lnTo>
                  <a:pt x="627" y="2725"/>
                </a:lnTo>
                <a:lnTo>
                  <a:pt x="849" y="2926"/>
                </a:lnTo>
                <a:lnTo>
                  <a:pt x="1333" y="3310"/>
                </a:lnTo>
                <a:lnTo>
                  <a:pt x="1878" y="3713"/>
                </a:lnTo>
                <a:lnTo>
                  <a:pt x="2443" y="4097"/>
                </a:lnTo>
                <a:lnTo>
                  <a:pt x="3532" y="4803"/>
                </a:lnTo>
                <a:lnTo>
                  <a:pt x="4077" y="5146"/>
                </a:lnTo>
                <a:lnTo>
                  <a:pt x="4420" y="5388"/>
                </a:lnTo>
                <a:lnTo>
                  <a:pt x="5672" y="6377"/>
                </a:lnTo>
                <a:lnTo>
                  <a:pt x="6963" y="7467"/>
                </a:lnTo>
                <a:lnTo>
                  <a:pt x="8315" y="8658"/>
                </a:lnTo>
                <a:lnTo>
                  <a:pt x="9748" y="9969"/>
                </a:lnTo>
                <a:lnTo>
                  <a:pt x="10999" y="11140"/>
                </a:lnTo>
                <a:lnTo>
                  <a:pt x="12230" y="12351"/>
                </a:lnTo>
                <a:lnTo>
                  <a:pt x="14631" y="14732"/>
                </a:lnTo>
                <a:lnTo>
                  <a:pt x="17154" y="17214"/>
                </a:lnTo>
                <a:lnTo>
                  <a:pt x="18445" y="18465"/>
                </a:lnTo>
                <a:lnTo>
                  <a:pt x="19737" y="19696"/>
                </a:lnTo>
                <a:lnTo>
                  <a:pt x="20564" y="20443"/>
                </a:lnTo>
                <a:lnTo>
                  <a:pt x="21372" y="21169"/>
                </a:lnTo>
                <a:lnTo>
                  <a:pt x="22138" y="21835"/>
                </a:lnTo>
                <a:lnTo>
                  <a:pt x="22885" y="22501"/>
                </a:lnTo>
                <a:lnTo>
                  <a:pt x="23632" y="23107"/>
                </a:lnTo>
                <a:lnTo>
                  <a:pt x="24358" y="23692"/>
                </a:lnTo>
                <a:lnTo>
                  <a:pt x="25085" y="24257"/>
                </a:lnTo>
                <a:lnTo>
                  <a:pt x="25811" y="24802"/>
                </a:lnTo>
                <a:lnTo>
                  <a:pt x="26336" y="25165"/>
                </a:lnTo>
                <a:lnTo>
                  <a:pt x="26598" y="25326"/>
                </a:lnTo>
                <a:lnTo>
                  <a:pt x="26881" y="25488"/>
                </a:lnTo>
                <a:lnTo>
                  <a:pt x="27183" y="25609"/>
                </a:lnTo>
                <a:lnTo>
                  <a:pt x="27466" y="25710"/>
                </a:lnTo>
                <a:lnTo>
                  <a:pt x="27769" y="25770"/>
                </a:lnTo>
                <a:lnTo>
                  <a:pt x="28051" y="25790"/>
                </a:lnTo>
                <a:lnTo>
                  <a:pt x="28293" y="25770"/>
                </a:lnTo>
                <a:lnTo>
                  <a:pt x="28536" y="25730"/>
                </a:lnTo>
                <a:lnTo>
                  <a:pt x="28677" y="25690"/>
                </a:lnTo>
                <a:lnTo>
                  <a:pt x="28838" y="25609"/>
                </a:lnTo>
                <a:lnTo>
                  <a:pt x="28979" y="25548"/>
                </a:lnTo>
                <a:lnTo>
                  <a:pt x="29141" y="25447"/>
                </a:lnTo>
                <a:lnTo>
                  <a:pt x="29282" y="25347"/>
                </a:lnTo>
                <a:lnTo>
                  <a:pt x="29423" y="25225"/>
                </a:lnTo>
                <a:lnTo>
                  <a:pt x="29706" y="24923"/>
                </a:lnTo>
                <a:lnTo>
                  <a:pt x="29908" y="24681"/>
                </a:lnTo>
                <a:lnTo>
                  <a:pt x="30089" y="24438"/>
                </a:lnTo>
                <a:lnTo>
                  <a:pt x="30231" y="24176"/>
                </a:lnTo>
                <a:lnTo>
                  <a:pt x="30372" y="23914"/>
                </a:lnTo>
                <a:lnTo>
                  <a:pt x="30493" y="23631"/>
                </a:lnTo>
                <a:lnTo>
                  <a:pt x="30594" y="23369"/>
                </a:lnTo>
                <a:lnTo>
                  <a:pt x="30695" y="23086"/>
                </a:lnTo>
                <a:lnTo>
                  <a:pt x="30755" y="22804"/>
                </a:lnTo>
                <a:lnTo>
                  <a:pt x="30816" y="22521"/>
                </a:lnTo>
                <a:lnTo>
                  <a:pt x="30876" y="22239"/>
                </a:lnTo>
                <a:lnTo>
                  <a:pt x="30937" y="21694"/>
                </a:lnTo>
                <a:lnTo>
                  <a:pt x="30957" y="21169"/>
                </a:lnTo>
                <a:lnTo>
                  <a:pt x="30957" y="20685"/>
                </a:lnTo>
                <a:lnTo>
                  <a:pt x="30937" y="20160"/>
                </a:lnTo>
                <a:lnTo>
                  <a:pt x="30897" y="19636"/>
                </a:lnTo>
                <a:lnTo>
                  <a:pt x="30816" y="19111"/>
                </a:lnTo>
                <a:lnTo>
                  <a:pt x="30735" y="18586"/>
                </a:lnTo>
                <a:lnTo>
                  <a:pt x="30533" y="17557"/>
                </a:lnTo>
                <a:lnTo>
                  <a:pt x="30311" y="16568"/>
                </a:lnTo>
                <a:lnTo>
                  <a:pt x="30029" y="15458"/>
                </a:lnTo>
                <a:lnTo>
                  <a:pt x="29746" y="14308"/>
                </a:lnTo>
                <a:lnTo>
                  <a:pt x="29403" y="13117"/>
                </a:lnTo>
                <a:lnTo>
                  <a:pt x="29040" y="11927"/>
                </a:lnTo>
                <a:lnTo>
                  <a:pt x="28636" y="10716"/>
                </a:lnTo>
                <a:lnTo>
                  <a:pt x="28192" y="9505"/>
                </a:lnTo>
                <a:lnTo>
                  <a:pt x="27950" y="8900"/>
                </a:lnTo>
                <a:lnTo>
                  <a:pt x="27688" y="8315"/>
                </a:lnTo>
                <a:lnTo>
                  <a:pt x="27405" y="7709"/>
                </a:lnTo>
                <a:lnTo>
                  <a:pt x="27123" y="7124"/>
                </a:lnTo>
                <a:lnTo>
                  <a:pt x="26780" y="6478"/>
                </a:lnTo>
                <a:lnTo>
                  <a:pt x="26437" y="5853"/>
                </a:lnTo>
                <a:lnTo>
                  <a:pt x="26074" y="5288"/>
                </a:lnTo>
                <a:lnTo>
                  <a:pt x="25730" y="4783"/>
                </a:lnTo>
                <a:lnTo>
                  <a:pt x="25367" y="4279"/>
                </a:lnTo>
                <a:lnTo>
                  <a:pt x="24984" y="3835"/>
                </a:lnTo>
                <a:lnTo>
                  <a:pt x="24600" y="3431"/>
                </a:lnTo>
                <a:lnTo>
                  <a:pt x="24197" y="3048"/>
                </a:lnTo>
                <a:lnTo>
                  <a:pt x="23672" y="2604"/>
                </a:lnTo>
                <a:lnTo>
                  <a:pt x="23127" y="2220"/>
                </a:lnTo>
                <a:lnTo>
                  <a:pt x="22522" y="1857"/>
                </a:lnTo>
                <a:lnTo>
                  <a:pt x="21896" y="1514"/>
                </a:lnTo>
                <a:lnTo>
                  <a:pt x="21251" y="1231"/>
                </a:lnTo>
                <a:lnTo>
                  <a:pt x="20544" y="969"/>
                </a:lnTo>
                <a:lnTo>
                  <a:pt x="19798" y="727"/>
                </a:lnTo>
                <a:lnTo>
                  <a:pt x="19031" y="525"/>
                </a:lnTo>
                <a:lnTo>
                  <a:pt x="18405" y="404"/>
                </a:lnTo>
                <a:lnTo>
                  <a:pt x="17759" y="303"/>
                </a:lnTo>
                <a:lnTo>
                  <a:pt x="17093" y="202"/>
                </a:lnTo>
                <a:lnTo>
                  <a:pt x="16387" y="121"/>
                </a:lnTo>
                <a:lnTo>
                  <a:pt x="15640" y="61"/>
                </a:lnTo>
                <a:lnTo>
                  <a:pt x="14853" y="21"/>
                </a:lnTo>
                <a:lnTo>
                  <a:pt x="1404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9" name="Google Shape;4159;p51"/>
          <p:cNvSpPr/>
          <p:nvPr/>
        </p:nvSpPr>
        <p:spPr>
          <a:xfrm flipH="1">
            <a:off x="1573651" y="-294838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0" name="Google Shape;4160;p51"/>
          <p:cNvSpPr/>
          <p:nvPr/>
        </p:nvSpPr>
        <p:spPr>
          <a:xfrm flipH="1">
            <a:off x="2789873" y="831061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1" name="Google Shape;4161;p51"/>
          <p:cNvSpPr/>
          <p:nvPr/>
        </p:nvSpPr>
        <p:spPr>
          <a:xfrm flipH="1">
            <a:off x="4011278" y="4861544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2" name="Google Shape;4162;p51"/>
          <p:cNvSpPr/>
          <p:nvPr/>
        </p:nvSpPr>
        <p:spPr>
          <a:xfrm flipH="1">
            <a:off x="6569954" y="-15594"/>
            <a:ext cx="1642730" cy="740159"/>
          </a:xfrm>
          <a:custGeom>
            <a:rect b="b" l="l" r="r" t="t"/>
            <a:pathLst>
              <a:path extrusionOk="0" h="13239" w="29383">
                <a:moveTo>
                  <a:pt x="28272" y="81"/>
                </a:moveTo>
                <a:lnTo>
                  <a:pt x="28474" y="102"/>
                </a:lnTo>
                <a:lnTo>
                  <a:pt x="28696" y="142"/>
                </a:lnTo>
                <a:lnTo>
                  <a:pt x="28898" y="202"/>
                </a:lnTo>
                <a:lnTo>
                  <a:pt x="29019" y="243"/>
                </a:lnTo>
                <a:lnTo>
                  <a:pt x="29140" y="303"/>
                </a:lnTo>
                <a:lnTo>
                  <a:pt x="29201" y="364"/>
                </a:lnTo>
                <a:lnTo>
                  <a:pt x="29261" y="404"/>
                </a:lnTo>
                <a:lnTo>
                  <a:pt x="29281" y="465"/>
                </a:lnTo>
                <a:lnTo>
                  <a:pt x="29302" y="545"/>
                </a:lnTo>
                <a:lnTo>
                  <a:pt x="29302" y="626"/>
                </a:lnTo>
                <a:lnTo>
                  <a:pt x="29281" y="707"/>
                </a:lnTo>
                <a:lnTo>
                  <a:pt x="29201" y="848"/>
                </a:lnTo>
                <a:lnTo>
                  <a:pt x="29059" y="1070"/>
                </a:lnTo>
                <a:lnTo>
                  <a:pt x="28918" y="1272"/>
                </a:lnTo>
                <a:lnTo>
                  <a:pt x="28595" y="1676"/>
                </a:lnTo>
                <a:lnTo>
                  <a:pt x="28232" y="2079"/>
                </a:lnTo>
                <a:lnTo>
                  <a:pt x="27889" y="2442"/>
                </a:lnTo>
                <a:lnTo>
                  <a:pt x="27566" y="2785"/>
                </a:lnTo>
                <a:lnTo>
                  <a:pt x="27263" y="3129"/>
                </a:lnTo>
                <a:lnTo>
                  <a:pt x="26961" y="3492"/>
                </a:lnTo>
                <a:lnTo>
                  <a:pt x="26698" y="3855"/>
                </a:lnTo>
                <a:lnTo>
                  <a:pt x="26476" y="4198"/>
                </a:lnTo>
                <a:lnTo>
                  <a:pt x="26295" y="4521"/>
                </a:lnTo>
                <a:lnTo>
                  <a:pt x="26133" y="4884"/>
                </a:lnTo>
                <a:lnTo>
                  <a:pt x="25972" y="5247"/>
                </a:lnTo>
                <a:lnTo>
                  <a:pt x="25689" y="5974"/>
                </a:lnTo>
                <a:lnTo>
                  <a:pt x="25447" y="6721"/>
                </a:lnTo>
                <a:lnTo>
                  <a:pt x="25124" y="7649"/>
                </a:lnTo>
                <a:lnTo>
                  <a:pt x="24943" y="8113"/>
                </a:lnTo>
                <a:lnTo>
                  <a:pt x="24741" y="8557"/>
                </a:lnTo>
                <a:lnTo>
                  <a:pt x="24539" y="8981"/>
                </a:lnTo>
                <a:lnTo>
                  <a:pt x="24297" y="9405"/>
                </a:lnTo>
                <a:lnTo>
                  <a:pt x="24014" y="9788"/>
                </a:lnTo>
                <a:lnTo>
                  <a:pt x="23853" y="9990"/>
                </a:lnTo>
                <a:lnTo>
                  <a:pt x="23692" y="10171"/>
                </a:lnTo>
                <a:lnTo>
                  <a:pt x="23409" y="10414"/>
                </a:lnTo>
                <a:lnTo>
                  <a:pt x="23106" y="10676"/>
                </a:lnTo>
                <a:lnTo>
                  <a:pt x="22784" y="10898"/>
                </a:lnTo>
                <a:lnTo>
                  <a:pt x="22420" y="11100"/>
                </a:lnTo>
                <a:lnTo>
                  <a:pt x="22017" y="11301"/>
                </a:lnTo>
                <a:lnTo>
                  <a:pt x="21593" y="11483"/>
                </a:lnTo>
                <a:lnTo>
                  <a:pt x="21129" y="11645"/>
                </a:lnTo>
                <a:lnTo>
                  <a:pt x="20644" y="11786"/>
                </a:lnTo>
                <a:lnTo>
                  <a:pt x="19958" y="11947"/>
                </a:lnTo>
                <a:lnTo>
                  <a:pt x="19272" y="12088"/>
                </a:lnTo>
                <a:lnTo>
                  <a:pt x="18566" y="12210"/>
                </a:lnTo>
                <a:lnTo>
                  <a:pt x="17880" y="12290"/>
                </a:lnTo>
                <a:lnTo>
                  <a:pt x="17173" y="12371"/>
                </a:lnTo>
                <a:lnTo>
                  <a:pt x="16467" y="12432"/>
                </a:lnTo>
                <a:lnTo>
                  <a:pt x="15075" y="12532"/>
                </a:lnTo>
                <a:lnTo>
                  <a:pt x="14106" y="12593"/>
                </a:lnTo>
                <a:lnTo>
                  <a:pt x="12774" y="12694"/>
                </a:lnTo>
                <a:lnTo>
                  <a:pt x="11442" y="12815"/>
                </a:lnTo>
                <a:lnTo>
                  <a:pt x="9142" y="12997"/>
                </a:lnTo>
                <a:lnTo>
                  <a:pt x="7971" y="13077"/>
                </a:lnTo>
                <a:lnTo>
                  <a:pt x="6801" y="13138"/>
                </a:lnTo>
                <a:lnTo>
                  <a:pt x="5630" y="13158"/>
                </a:lnTo>
                <a:lnTo>
                  <a:pt x="4480" y="13158"/>
                </a:lnTo>
                <a:lnTo>
                  <a:pt x="3895" y="13138"/>
                </a:lnTo>
                <a:lnTo>
                  <a:pt x="3310" y="13098"/>
                </a:lnTo>
                <a:lnTo>
                  <a:pt x="2725" y="13057"/>
                </a:lnTo>
                <a:lnTo>
                  <a:pt x="2139" y="12976"/>
                </a:lnTo>
                <a:lnTo>
                  <a:pt x="1857" y="12936"/>
                </a:lnTo>
                <a:lnTo>
                  <a:pt x="1554" y="12855"/>
                </a:lnTo>
                <a:lnTo>
                  <a:pt x="1251" y="12754"/>
                </a:lnTo>
                <a:lnTo>
                  <a:pt x="969" y="12613"/>
                </a:lnTo>
                <a:lnTo>
                  <a:pt x="707" y="12452"/>
                </a:lnTo>
                <a:lnTo>
                  <a:pt x="485" y="12270"/>
                </a:lnTo>
                <a:lnTo>
                  <a:pt x="384" y="12169"/>
                </a:lnTo>
                <a:lnTo>
                  <a:pt x="303" y="12048"/>
                </a:lnTo>
                <a:lnTo>
                  <a:pt x="222" y="11947"/>
                </a:lnTo>
                <a:lnTo>
                  <a:pt x="162" y="11826"/>
                </a:lnTo>
                <a:lnTo>
                  <a:pt x="121" y="11685"/>
                </a:lnTo>
                <a:lnTo>
                  <a:pt x="81" y="11544"/>
                </a:lnTo>
                <a:lnTo>
                  <a:pt x="81" y="11382"/>
                </a:lnTo>
                <a:lnTo>
                  <a:pt x="101" y="11241"/>
                </a:lnTo>
                <a:lnTo>
                  <a:pt x="142" y="11079"/>
                </a:lnTo>
                <a:lnTo>
                  <a:pt x="202" y="10938"/>
                </a:lnTo>
                <a:lnTo>
                  <a:pt x="283" y="10777"/>
                </a:lnTo>
                <a:lnTo>
                  <a:pt x="384" y="10615"/>
                </a:lnTo>
                <a:lnTo>
                  <a:pt x="646" y="10313"/>
                </a:lnTo>
                <a:lnTo>
                  <a:pt x="929" y="10010"/>
                </a:lnTo>
                <a:lnTo>
                  <a:pt x="1272" y="9727"/>
                </a:lnTo>
                <a:lnTo>
                  <a:pt x="1635" y="9465"/>
                </a:lnTo>
                <a:lnTo>
                  <a:pt x="2038" y="9203"/>
                </a:lnTo>
                <a:lnTo>
                  <a:pt x="2422" y="8940"/>
                </a:lnTo>
                <a:lnTo>
                  <a:pt x="3229" y="8476"/>
                </a:lnTo>
                <a:lnTo>
                  <a:pt x="4016" y="7992"/>
                </a:lnTo>
                <a:lnTo>
                  <a:pt x="5005" y="7407"/>
                </a:lnTo>
                <a:lnTo>
                  <a:pt x="6014" y="6821"/>
                </a:lnTo>
                <a:lnTo>
                  <a:pt x="7063" y="6277"/>
                </a:lnTo>
                <a:lnTo>
                  <a:pt x="8153" y="5732"/>
                </a:lnTo>
                <a:lnTo>
                  <a:pt x="9283" y="5207"/>
                </a:lnTo>
                <a:lnTo>
                  <a:pt x="10433" y="4682"/>
                </a:lnTo>
                <a:lnTo>
                  <a:pt x="11644" y="4198"/>
                </a:lnTo>
                <a:lnTo>
                  <a:pt x="12895" y="3714"/>
                </a:lnTo>
                <a:lnTo>
                  <a:pt x="14146" y="3250"/>
                </a:lnTo>
                <a:lnTo>
                  <a:pt x="15438" y="2826"/>
                </a:lnTo>
                <a:lnTo>
                  <a:pt x="16790" y="2382"/>
                </a:lnTo>
                <a:lnTo>
                  <a:pt x="18182" y="1958"/>
                </a:lnTo>
                <a:lnTo>
                  <a:pt x="19151" y="1676"/>
                </a:lnTo>
                <a:lnTo>
                  <a:pt x="20180" y="1393"/>
                </a:lnTo>
                <a:lnTo>
                  <a:pt x="21250" y="1111"/>
                </a:lnTo>
                <a:lnTo>
                  <a:pt x="22380" y="848"/>
                </a:lnTo>
                <a:lnTo>
                  <a:pt x="23550" y="606"/>
                </a:lnTo>
                <a:lnTo>
                  <a:pt x="24761" y="404"/>
                </a:lnTo>
                <a:lnTo>
                  <a:pt x="25972" y="223"/>
                </a:lnTo>
                <a:lnTo>
                  <a:pt x="26598" y="162"/>
                </a:lnTo>
                <a:lnTo>
                  <a:pt x="27223" y="102"/>
                </a:lnTo>
                <a:lnTo>
                  <a:pt x="27647" y="81"/>
                </a:lnTo>
                <a:close/>
                <a:moveTo>
                  <a:pt x="27647" y="1"/>
                </a:moveTo>
                <a:lnTo>
                  <a:pt x="27223" y="21"/>
                </a:lnTo>
                <a:lnTo>
                  <a:pt x="26598" y="81"/>
                </a:lnTo>
                <a:lnTo>
                  <a:pt x="25972" y="142"/>
                </a:lnTo>
                <a:lnTo>
                  <a:pt x="24741" y="324"/>
                </a:lnTo>
                <a:lnTo>
                  <a:pt x="23550" y="525"/>
                </a:lnTo>
                <a:lnTo>
                  <a:pt x="22360" y="767"/>
                </a:lnTo>
                <a:lnTo>
                  <a:pt x="21230" y="1030"/>
                </a:lnTo>
                <a:lnTo>
                  <a:pt x="20160" y="1312"/>
                </a:lnTo>
                <a:lnTo>
                  <a:pt x="19131" y="1595"/>
                </a:lnTo>
                <a:lnTo>
                  <a:pt x="18162" y="1877"/>
                </a:lnTo>
                <a:lnTo>
                  <a:pt x="16750" y="2301"/>
                </a:lnTo>
                <a:lnTo>
                  <a:pt x="15418" y="2745"/>
                </a:lnTo>
                <a:lnTo>
                  <a:pt x="14106" y="3189"/>
                </a:lnTo>
                <a:lnTo>
                  <a:pt x="12855" y="3633"/>
                </a:lnTo>
                <a:lnTo>
                  <a:pt x="11604" y="4117"/>
                </a:lnTo>
                <a:lnTo>
                  <a:pt x="10413" y="4622"/>
                </a:lnTo>
                <a:lnTo>
                  <a:pt x="9243" y="5126"/>
                </a:lnTo>
                <a:lnTo>
                  <a:pt x="8113" y="5651"/>
                </a:lnTo>
                <a:lnTo>
                  <a:pt x="7023" y="6196"/>
                </a:lnTo>
                <a:lnTo>
                  <a:pt x="5974" y="6761"/>
                </a:lnTo>
                <a:lnTo>
                  <a:pt x="4965" y="7326"/>
                </a:lnTo>
                <a:lnTo>
                  <a:pt x="3976" y="7931"/>
                </a:lnTo>
                <a:lnTo>
                  <a:pt x="3189" y="8396"/>
                </a:lnTo>
                <a:lnTo>
                  <a:pt x="2381" y="8880"/>
                </a:lnTo>
                <a:lnTo>
                  <a:pt x="1978" y="9142"/>
                </a:lnTo>
                <a:lnTo>
                  <a:pt x="1594" y="9405"/>
                </a:lnTo>
                <a:lnTo>
                  <a:pt x="1211" y="9667"/>
                </a:lnTo>
                <a:lnTo>
                  <a:pt x="888" y="9949"/>
                </a:lnTo>
                <a:lnTo>
                  <a:pt x="585" y="10252"/>
                </a:lnTo>
                <a:lnTo>
                  <a:pt x="444" y="10414"/>
                </a:lnTo>
                <a:lnTo>
                  <a:pt x="323" y="10575"/>
                </a:lnTo>
                <a:lnTo>
                  <a:pt x="202" y="10736"/>
                </a:lnTo>
                <a:lnTo>
                  <a:pt x="121" y="10898"/>
                </a:lnTo>
                <a:lnTo>
                  <a:pt x="61" y="11059"/>
                </a:lnTo>
                <a:lnTo>
                  <a:pt x="20" y="11241"/>
                </a:lnTo>
                <a:lnTo>
                  <a:pt x="0" y="11382"/>
                </a:lnTo>
                <a:lnTo>
                  <a:pt x="0" y="11544"/>
                </a:lnTo>
                <a:lnTo>
                  <a:pt x="41" y="11705"/>
                </a:lnTo>
                <a:lnTo>
                  <a:pt x="101" y="11867"/>
                </a:lnTo>
                <a:lnTo>
                  <a:pt x="202" y="12048"/>
                </a:lnTo>
                <a:lnTo>
                  <a:pt x="343" y="12230"/>
                </a:lnTo>
                <a:lnTo>
                  <a:pt x="545" y="12411"/>
                </a:lnTo>
                <a:lnTo>
                  <a:pt x="787" y="12593"/>
                </a:lnTo>
                <a:lnTo>
                  <a:pt x="1070" y="12754"/>
                </a:lnTo>
                <a:lnTo>
                  <a:pt x="1393" y="12896"/>
                </a:lnTo>
                <a:lnTo>
                  <a:pt x="1736" y="12997"/>
                </a:lnTo>
                <a:lnTo>
                  <a:pt x="2139" y="13057"/>
                </a:lnTo>
                <a:lnTo>
                  <a:pt x="2947" y="13158"/>
                </a:lnTo>
                <a:lnTo>
                  <a:pt x="3754" y="13198"/>
                </a:lnTo>
                <a:lnTo>
                  <a:pt x="4561" y="13239"/>
                </a:lnTo>
                <a:lnTo>
                  <a:pt x="6135" y="13239"/>
                </a:lnTo>
                <a:lnTo>
                  <a:pt x="6902" y="13219"/>
                </a:lnTo>
                <a:lnTo>
                  <a:pt x="8435" y="13138"/>
                </a:lnTo>
                <a:lnTo>
                  <a:pt x="9949" y="13017"/>
                </a:lnTo>
                <a:lnTo>
                  <a:pt x="11442" y="12896"/>
                </a:lnTo>
                <a:lnTo>
                  <a:pt x="12774" y="12775"/>
                </a:lnTo>
                <a:lnTo>
                  <a:pt x="14106" y="12674"/>
                </a:lnTo>
                <a:lnTo>
                  <a:pt x="15075" y="12613"/>
                </a:lnTo>
                <a:lnTo>
                  <a:pt x="16467" y="12512"/>
                </a:lnTo>
                <a:lnTo>
                  <a:pt x="17173" y="12452"/>
                </a:lnTo>
                <a:lnTo>
                  <a:pt x="17880" y="12371"/>
                </a:lnTo>
                <a:lnTo>
                  <a:pt x="18586" y="12290"/>
                </a:lnTo>
                <a:lnTo>
                  <a:pt x="19272" y="12169"/>
                </a:lnTo>
                <a:lnTo>
                  <a:pt x="19978" y="12028"/>
                </a:lnTo>
                <a:lnTo>
                  <a:pt x="20665" y="11867"/>
                </a:lnTo>
                <a:lnTo>
                  <a:pt x="21149" y="11705"/>
                </a:lnTo>
                <a:lnTo>
                  <a:pt x="21613" y="11544"/>
                </a:lnTo>
                <a:lnTo>
                  <a:pt x="22057" y="11362"/>
                </a:lnTo>
                <a:lnTo>
                  <a:pt x="22461" y="11180"/>
                </a:lnTo>
                <a:lnTo>
                  <a:pt x="22824" y="10958"/>
                </a:lnTo>
                <a:lnTo>
                  <a:pt x="23167" y="10736"/>
                </a:lnTo>
                <a:lnTo>
                  <a:pt x="23470" y="10474"/>
                </a:lnTo>
                <a:lnTo>
                  <a:pt x="23752" y="10212"/>
                </a:lnTo>
                <a:lnTo>
                  <a:pt x="23914" y="10030"/>
                </a:lnTo>
                <a:lnTo>
                  <a:pt x="24075" y="9849"/>
                </a:lnTo>
                <a:lnTo>
                  <a:pt x="24358" y="9445"/>
                </a:lnTo>
                <a:lnTo>
                  <a:pt x="24600" y="9021"/>
                </a:lnTo>
                <a:lnTo>
                  <a:pt x="24822" y="8597"/>
                </a:lnTo>
                <a:lnTo>
                  <a:pt x="25023" y="8133"/>
                </a:lnTo>
                <a:lnTo>
                  <a:pt x="25185" y="7669"/>
                </a:lnTo>
                <a:lnTo>
                  <a:pt x="25508" y="6741"/>
                </a:lnTo>
                <a:lnTo>
                  <a:pt x="25770" y="6014"/>
                </a:lnTo>
                <a:lnTo>
                  <a:pt x="26053" y="5268"/>
                </a:lnTo>
                <a:lnTo>
                  <a:pt x="26194" y="4925"/>
                </a:lnTo>
                <a:lnTo>
                  <a:pt x="26376" y="4561"/>
                </a:lnTo>
                <a:lnTo>
                  <a:pt x="26557" y="4238"/>
                </a:lnTo>
                <a:lnTo>
                  <a:pt x="26759" y="3895"/>
                </a:lnTo>
                <a:lnTo>
                  <a:pt x="27021" y="3532"/>
                </a:lnTo>
                <a:lnTo>
                  <a:pt x="27324" y="3169"/>
                </a:lnTo>
                <a:lnTo>
                  <a:pt x="27627" y="2826"/>
                </a:lnTo>
                <a:lnTo>
                  <a:pt x="27950" y="2503"/>
                </a:lnTo>
                <a:lnTo>
                  <a:pt x="28293" y="2120"/>
                </a:lnTo>
                <a:lnTo>
                  <a:pt x="28656" y="1736"/>
                </a:lnTo>
                <a:lnTo>
                  <a:pt x="28979" y="1333"/>
                </a:lnTo>
                <a:lnTo>
                  <a:pt x="29120" y="1111"/>
                </a:lnTo>
                <a:lnTo>
                  <a:pt x="29261" y="889"/>
                </a:lnTo>
                <a:lnTo>
                  <a:pt x="29362" y="727"/>
                </a:lnTo>
                <a:lnTo>
                  <a:pt x="29382" y="626"/>
                </a:lnTo>
                <a:lnTo>
                  <a:pt x="29382" y="545"/>
                </a:lnTo>
                <a:lnTo>
                  <a:pt x="29362" y="445"/>
                </a:lnTo>
                <a:lnTo>
                  <a:pt x="29322" y="364"/>
                </a:lnTo>
                <a:lnTo>
                  <a:pt x="29261" y="303"/>
                </a:lnTo>
                <a:lnTo>
                  <a:pt x="29201" y="243"/>
                </a:lnTo>
                <a:lnTo>
                  <a:pt x="29059" y="162"/>
                </a:lnTo>
                <a:lnTo>
                  <a:pt x="28918" y="122"/>
                </a:lnTo>
                <a:lnTo>
                  <a:pt x="28716" y="61"/>
                </a:lnTo>
                <a:lnTo>
                  <a:pt x="28494" y="21"/>
                </a:lnTo>
                <a:lnTo>
                  <a:pt x="2829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3" name="Google Shape;4163;p51"/>
          <p:cNvSpPr/>
          <p:nvPr/>
        </p:nvSpPr>
        <p:spPr>
          <a:xfrm flipH="1">
            <a:off x="1698886" y="-23395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4" name="Google Shape;4164;p51"/>
          <p:cNvSpPr/>
          <p:nvPr/>
        </p:nvSpPr>
        <p:spPr>
          <a:xfrm flipH="1">
            <a:off x="2934340" y="94052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5" name="Google Shape;4165;p51"/>
          <p:cNvSpPr/>
          <p:nvPr/>
        </p:nvSpPr>
        <p:spPr>
          <a:xfrm flipH="1">
            <a:off x="3150469" y="3941603"/>
            <a:ext cx="1058329" cy="998564"/>
          </a:xfrm>
          <a:custGeom>
            <a:rect b="b" l="l" r="r" t="t"/>
            <a:pathLst>
              <a:path extrusionOk="0" h="17861" w="18930">
                <a:moveTo>
                  <a:pt x="3431" y="81"/>
                </a:moveTo>
                <a:lnTo>
                  <a:pt x="4117" y="102"/>
                </a:lnTo>
                <a:lnTo>
                  <a:pt x="4824" y="162"/>
                </a:lnTo>
                <a:lnTo>
                  <a:pt x="5510" y="263"/>
                </a:lnTo>
                <a:lnTo>
                  <a:pt x="6216" y="404"/>
                </a:lnTo>
                <a:lnTo>
                  <a:pt x="6882" y="566"/>
                </a:lnTo>
                <a:lnTo>
                  <a:pt x="7568" y="768"/>
                </a:lnTo>
                <a:lnTo>
                  <a:pt x="8234" y="1010"/>
                </a:lnTo>
                <a:lnTo>
                  <a:pt x="8880" y="1272"/>
                </a:lnTo>
                <a:lnTo>
                  <a:pt x="9505" y="1575"/>
                </a:lnTo>
                <a:lnTo>
                  <a:pt x="10131" y="1918"/>
                </a:lnTo>
                <a:lnTo>
                  <a:pt x="10736" y="2281"/>
                </a:lnTo>
                <a:lnTo>
                  <a:pt x="11301" y="2664"/>
                </a:lnTo>
                <a:lnTo>
                  <a:pt x="11866" y="3088"/>
                </a:lnTo>
                <a:lnTo>
                  <a:pt x="12391" y="3552"/>
                </a:lnTo>
                <a:lnTo>
                  <a:pt x="12896" y="4017"/>
                </a:lnTo>
                <a:lnTo>
                  <a:pt x="13380" y="4521"/>
                </a:lnTo>
                <a:lnTo>
                  <a:pt x="13824" y="5026"/>
                </a:lnTo>
                <a:lnTo>
                  <a:pt x="14248" y="5570"/>
                </a:lnTo>
                <a:lnTo>
                  <a:pt x="14651" y="6115"/>
                </a:lnTo>
                <a:lnTo>
                  <a:pt x="15035" y="6680"/>
                </a:lnTo>
                <a:lnTo>
                  <a:pt x="15418" y="7245"/>
                </a:lnTo>
                <a:lnTo>
                  <a:pt x="15761" y="7831"/>
                </a:lnTo>
                <a:lnTo>
                  <a:pt x="16084" y="8416"/>
                </a:lnTo>
                <a:lnTo>
                  <a:pt x="16387" y="9021"/>
                </a:lnTo>
                <a:lnTo>
                  <a:pt x="16689" y="9627"/>
                </a:lnTo>
                <a:lnTo>
                  <a:pt x="16972" y="10232"/>
                </a:lnTo>
                <a:lnTo>
                  <a:pt x="17497" y="11423"/>
                </a:lnTo>
                <a:lnTo>
                  <a:pt x="17981" y="12593"/>
                </a:lnTo>
                <a:lnTo>
                  <a:pt x="18183" y="13158"/>
                </a:lnTo>
                <a:lnTo>
                  <a:pt x="18385" y="13723"/>
                </a:lnTo>
                <a:lnTo>
                  <a:pt x="18566" y="14288"/>
                </a:lnTo>
                <a:lnTo>
                  <a:pt x="18707" y="14853"/>
                </a:lnTo>
                <a:lnTo>
                  <a:pt x="18768" y="15136"/>
                </a:lnTo>
                <a:lnTo>
                  <a:pt x="18808" y="15438"/>
                </a:lnTo>
                <a:lnTo>
                  <a:pt x="18829" y="15721"/>
                </a:lnTo>
                <a:lnTo>
                  <a:pt x="18849" y="16003"/>
                </a:lnTo>
                <a:lnTo>
                  <a:pt x="18849" y="16286"/>
                </a:lnTo>
                <a:lnTo>
                  <a:pt x="18829" y="16589"/>
                </a:lnTo>
                <a:lnTo>
                  <a:pt x="18788" y="16871"/>
                </a:lnTo>
                <a:lnTo>
                  <a:pt x="18728" y="17154"/>
                </a:lnTo>
                <a:lnTo>
                  <a:pt x="18687" y="17295"/>
                </a:lnTo>
                <a:lnTo>
                  <a:pt x="18647" y="17416"/>
                </a:lnTo>
                <a:lnTo>
                  <a:pt x="18586" y="17537"/>
                </a:lnTo>
                <a:lnTo>
                  <a:pt x="18486" y="17658"/>
                </a:lnTo>
                <a:lnTo>
                  <a:pt x="18405" y="17699"/>
                </a:lnTo>
                <a:lnTo>
                  <a:pt x="18324" y="17739"/>
                </a:lnTo>
                <a:lnTo>
                  <a:pt x="18243" y="17759"/>
                </a:lnTo>
                <a:lnTo>
                  <a:pt x="18163" y="17779"/>
                </a:lnTo>
                <a:lnTo>
                  <a:pt x="17981" y="17759"/>
                </a:lnTo>
                <a:lnTo>
                  <a:pt x="17799" y="17699"/>
                </a:lnTo>
                <a:lnTo>
                  <a:pt x="17638" y="17618"/>
                </a:lnTo>
                <a:lnTo>
                  <a:pt x="17477" y="17517"/>
                </a:lnTo>
                <a:lnTo>
                  <a:pt x="17234" y="17315"/>
                </a:lnTo>
                <a:lnTo>
                  <a:pt x="16346" y="16548"/>
                </a:lnTo>
                <a:lnTo>
                  <a:pt x="15418" y="15701"/>
                </a:lnTo>
                <a:lnTo>
                  <a:pt x="14429" y="14793"/>
                </a:lnTo>
                <a:lnTo>
                  <a:pt x="13319" y="13743"/>
                </a:lnTo>
                <a:lnTo>
                  <a:pt x="11140" y="11645"/>
                </a:lnTo>
                <a:lnTo>
                  <a:pt x="8860" y="9465"/>
                </a:lnTo>
                <a:lnTo>
                  <a:pt x="7709" y="8375"/>
                </a:lnTo>
                <a:lnTo>
                  <a:pt x="6539" y="7306"/>
                </a:lnTo>
                <a:lnTo>
                  <a:pt x="5611" y="6478"/>
                </a:lnTo>
                <a:lnTo>
                  <a:pt x="4703" y="5691"/>
                </a:lnTo>
                <a:lnTo>
                  <a:pt x="3835" y="4965"/>
                </a:lnTo>
                <a:lnTo>
                  <a:pt x="3007" y="4279"/>
                </a:lnTo>
                <a:lnTo>
                  <a:pt x="2644" y="4017"/>
                </a:lnTo>
                <a:lnTo>
                  <a:pt x="2220" y="3734"/>
                </a:lnTo>
                <a:lnTo>
                  <a:pt x="1575" y="3290"/>
                </a:lnTo>
                <a:lnTo>
                  <a:pt x="1252" y="3048"/>
                </a:lnTo>
                <a:lnTo>
                  <a:pt x="929" y="2806"/>
                </a:lnTo>
                <a:lnTo>
                  <a:pt x="667" y="2564"/>
                </a:lnTo>
                <a:lnTo>
                  <a:pt x="424" y="2301"/>
                </a:lnTo>
                <a:lnTo>
                  <a:pt x="323" y="2160"/>
                </a:lnTo>
                <a:lnTo>
                  <a:pt x="243" y="2019"/>
                </a:lnTo>
                <a:lnTo>
                  <a:pt x="182" y="1898"/>
                </a:lnTo>
                <a:lnTo>
                  <a:pt x="122" y="1756"/>
                </a:lnTo>
                <a:lnTo>
                  <a:pt x="81" y="1575"/>
                </a:lnTo>
                <a:lnTo>
                  <a:pt x="102" y="1413"/>
                </a:lnTo>
                <a:lnTo>
                  <a:pt x="122" y="1232"/>
                </a:lnTo>
                <a:lnTo>
                  <a:pt x="202" y="1070"/>
                </a:lnTo>
                <a:lnTo>
                  <a:pt x="283" y="909"/>
                </a:lnTo>
                <a:lnTo>
                  <a:pt x="384" y="768"/>
                </a:lnTo>
                <a:lnTo>
                  <a:pt x="505" y="646"/>
                </a:lnTo>
                <a:lnTo>
                  <a:pt x="646" y="546"/>
                </a:lnTo>
                <a:lnTo>
                  <a:pt x="808" y="445"/>
                </a:lnTo>
                <a:lnTo>
                  <a:pt x="969" y="384"/>
                </a:lnTo>
                <a:lnTo>
                  <a:pt x="1131" y="324"/>
                </a:lnTo>
                <a:lnTo>
                  <a:pt x="1312" y="263"/>
                </a:lnTo>
                <a:lnTo>
                  <a:pt x="1655" y="202"/>
                </a:lnTo>
                <a:lnTo>
                  <a:pt x="2019" y="142"/>
                </a:lnTo>
                <a:lnTo>
                  <a:pt x="2725" y="102"/>
                </a:lnTo>
                <a:lnTo>
                  <a:pt x="3431" y="81"/>
                </a:lnTo>
                <a:close/>
                <a:moveTo>
                  <a:pt x="3431" y="1"/>
                </a:moveTo>
                <a:lnTo>
                  <a:pt x="2725" y="21"/>
                </a:lnTo>
                <a:lnTo>
                  <a:pt x="2019" y="61"/>
                </a:lnTo>
                <a:lnTo>
                  <a:pt x="1655" y="122"/>
                </a:lnTo>
                <a:lnTo>
                  <a:pt x="1272" y="182"/>
                </a:lnTo>
                <a:lnTo>
                  <a:pt x="1111" y="243"/>
                </a:lnTo>
                <a:lnTo>
                  <a:pt x="929" y="303"/>
                </a:lnTo>
                <a:lnTo>
                  <a:pt x="767" y="384"/>
                </a:lnTo>
                <a:lnTo>
                  <a:pt x="606" y="485"/>
                </a:lnTo>
                <a:lnTo>
                  <a:pt x="465" y="586"/>
                </a:lnTo>
                <a:lnTo>
                  <a:pt x="323" y="727"/>
                </a:lnTo>
                <a:lnTo>
                  <a:pt x="223" y="868"/>
                </a:lnTo>
                <a:lnTo>
                  <a:pt x="122" y="1050"/>
                </a:lnTo>
                <a:lnTo>
                  <a:pt x="41" y="1211"/>
                </a:lnTo>
                <a:lnTo>
                  <a:pt x="21" y="1393"/>
                </a:lnTo>
                <a:lnTo>
                  <a:pt x="1" y="1595"/>
                </a:lnTo>
                <a:lnTo>
                  <a:pt x="41" y="1777"/>
                </a:lnTo>
                <a:lnTo>
                  <a:pt x="102" y="1918"/>
                </a:lnTo>
                <a:lnTo>
                  <a:pt x="162" y="2059"/>
                </a:lnTo>
                <a:lnTo>
                  <a:pt x="263" y="2200"/>
                </a:lnTo>
                <a:lnTo>
                  <a:pt x="364" y="2342"/>
                </a:lnTo>
                <a:lnTo>
                  <a:pt x="586" y="2604"/>
                </a:lnTo>
                <a:lnTo>
                  <a:pt x="868" y="2866"/>
                </a:lnTo>
                <a:lnTo>
                  <a:pt x="1191" y="3108"/>
                </a:lnTo>
                <a:lnTo>
                  <a:pt x="1514" y="3351"/>
                </a:lnTo>
                <a:lnTo>
                  <a:pt x="2180" y="3795"/>
                </a:lnTo>
                <a:lnTo>
                  <a:pt x="2604" y="4077"/>
                </a:lnTo>
                <a:lnTo>
                  <a:pt x="2947" y="4339"/>
                </a:lnTo>
                <a:lnTo>
                  <a:pt x="3794" y="5026"/>
                </a:lnTo>
                <a:lnTo>
                  <a:pt x="4662" y="5752"/>
                </a:lnTo>
                <a:lnTo>
                  <a:pt x="5550" y="6539"/>
                </a:lnTo>
                <a:lnTo>
                  <a:pt x="6499" y="7366"/>
                </a:lnTo>
                <a:lnTo>
                  <a:pt x="7649" y="8436"/>
                </a:lnTo>
                <a:lnTo>
                  <a:pt x="8799" y="9526"/>
                </a:lnTo>
                <a:lnTo>
                  <a:pt x="11079" y="11705"/>
                </a:lnTo>
                <a:lnTo>
                  <a:pt x="13279" y="13804"/>
                </a:lnTo>
                <a:lnTo>
                  <a:pt x="14369" y="14853"/>
                </a:lnTo>
                <a:lnTo>
                  <a:pt x="15358" y="15761"/>
                </a:lnTo>
                <a:lnTo>
                  <a:pt x="16286" y="16609"/>
                </a:lnTo>
                <a:lnTo>
                  <a:pt x="17174" y="17376"/>
                </a:lnTo>
                <a:lnTo>
                  <a:pt x="17355" y="17537"/>
                </a:lnTo>
                <a:lnTo>
                  <a:pt x="17598" y="17678"/>
                </a:lnTo>
                <a:lnTo>
                  <a:pt x="17719" y="17739"/>
                </a:lnTo>
                <a:lnTo>
                  <a:pt x="17860" y="17800"/>
                </a:lnTo>
                <a:lnTo>
                  <a:pt x="18001" y="17840"/>
                </a:lnTo>
                <a:lnTo>
                  <a:pt x="18142" y="17860"/>
                </a:lnTo>
                <a:lnTo>
                  <a:pt x="18243" y="17840"/>
                </a:lnTo>
                <a:lnTo>
                  <a:pt x="18344" y="17820"/>
                </a:lnTo>
                <a:lnTo>
                  <a:pt x="18445" y="17779"/>
                </a:lnTo>
                <a:lnTo>
                  <a:pt x="18526" y="17719"/>
                </a:lnTo>
                <a:lnTo>
                  <a:pt x="18647" y="17598"/>
                </a:lnTo>
                <a:lnTo>
                  <a:pt x="18707" y="17456"/>
                </a:lnTo>
                <a:lnTo>
                  <a:pt x="18768" y="17315"/>
                </a:lnTo>
                <a:lnTo>
                  <a:pt x="18808" y="17174"/>
                </a:lnTo>
                <a:lnTo>
                  <a:pt x="18869" y="16891"/>
                </a:lnTo>
                <a:lnTo>
                  <a:pt x="18909" y="16589"/>
                </a:lnTo>
                <a:lnTo>
                  <a:pt x="18929" y="16306"/>
                </a:lnTo>
                <a:lnTo>
                  <a:pt x="18929" y="16003"/>
                </a:lnTo>
                <a:lnTo>
                  <a:pt x="18909" y="15721"/>
                </a:lnTo>
                <a:lnTo>
                  <a:pt x="18889" y="15418"/>
                </a:lnTo>
                <a:lnTo>
                  <a:pt x="18849" y="15136"/>
                </a:lnTo>
                <a:lnTo>
                  <a:pt x="18788" y="14853"/>
                </a:lnTo>
                <a:lnTo>
                  <a:pt x="18647" y="14268"/>
                </a:lnTo>
                <a:lnTo>
                  <a:pt x="18465" y="13703"/>
                </a:lnTo>
                <a:lnTo>
                  <a:pt x="18264" y="13138"/>
                </a:lnTo>
                <a:lnTo>
                  <a:pt x="18042" y="12573"/>
                </a:lnTo>
                <a:lnTo>
                  <a:pt x="17577" y="11382"/>
                </a:lnTo>
                <a:lnTo>
                  <a:pt x="17053" y="10192"/>
                </a:lnTo>
                <a:lnTo>
                  <a:pt x="16770" y="9586"/>
                </a:lnTo>
                <a:lnTo>
                  <a:pt x="16468" y="8981"/>
                </a:lnTo>
                <a:lnTo>
                  <a:pt x="16145" y="8375"/>
                </a:lnTo>
                <a:lnTo>
                  <a:pt x="15822" y="7790"/>
                </a:lnTo>
                <a:lnTo>
                  <a:pt x="15479" y="7205"/>
                </a:lnTo>
                <a:lnTo>
                  <a:pt x="15115" y="6620"/>
                </a:lnTo>
                <a:lnTo>
                  <a:pt x="14732" y="6055"/>
                </a:lnTo>
                <a:lnTo>
                  <a:pt x="14308" y="5510"/>
                </a:lnTo>
                <a:lnTo>
                  <a:pt x="13884" y="4965"/>
                </a:lnTo>
                <a:lnTo>
                  <a:pt x="13441" y="4460"/>
                </a:lnTo>
                <a:lnTo>
                  <a:pt x="12956" y="3956"/>
                </a:lnTo>
                <a:lnTo>
                  <a:pt x="12452" y="3492"/>
                </a:lnTo>
                <a:lnTo>
                  <a:pt x="11927" y="3028"/>
                </a:lnTo>
                <a:lnTo>
                  <a:pt x="11362" y="2604"/>
                </a:lnTo>
                <a:lnTo>
                  <a:pt x="10777" y="2200"/>
                </a:lnTo>
                <a:lnTo>
                  <a:pt x="10171" y="1837"/>
                </a:lnTo>
                <a:lnTo>
                  <a:pt x="9546" y="1494"/>
                </a:lnTo>
                <a:lnTo>
                  <a:pt x="8900" y="1191"/>
                </a:lnTo>
                <a:lnTo>
                  <a:pt x="8254" y="929"/>
                </a:lnTo>
                <a:lnTo>
                  <a:pt x="7588" y="687"/>
                </a:lnTo>
                <a:lnTo>
                  <a:pt x="6902" y="485"/>
                </a:lnTo>
                <a:lnTo>
                  <a:pt x="6216" y="324"/>
                </a:lnTo>
                <a:lnTo>
                  <a:pt x="5530" y="182"/>
                </a:lnTo>
                <a:lnTo>
                  <a:pt x="4824" y="81"/>
                </a:lnTo>
                <a:lnTo>
                  <a:pt x="4138" y="21"/>
                </a:lnTo>
                <a:lnTo>
                  <a:pt x="343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6" name="Google Shape;4166;p51"/>
          <p:cNvSpPr/>
          <p:nvPr/>
        </p:nvSpPr>
        <p:spPr>
          <a:xfrm flipH="1">
            <a:off x="7141961" y="395094"/>
            <a:ext cx="235874" cy="188464"/>
          </a:xfrm>
          <a:custGeom>
            <a:rect b="b" l="l" r="r" t="t"/>
            <a:pathLst>
              <a:path extrusionOk="0" h="3371" w="4219">
                <a:moveTo>
                  <a:pt x="3875" y="81"/>
                </a:moveTo>
                <a:lnTo>
                  <a:pt x="3976" y="101"/>
                </a:lnTo>
                <a:lnTo>
                  <a:pt x="4057" y="182"/>
                </a:lnTo>
                <a:lnTo>
                  <a:pt x="4097" y="263"/>
                </a:lnTo>
                <a:lnTo>
                  <a:pt x="4137" y="363"/>
                </a:lnTo>
                <a:lnTo>
                  <a:pt x="4137" y="464"/>
                </a:lnTo>
                <a:lnTo>
                  <a:pt x="4137" y="585"/>
                </a:lnTo>
                <a:lnTo>
                  <a:pt x="4077" y="807"/>
                </a:lnTo>
                <a:lnTo>
                  <a:pt x="3936" y="1130"/>
                </a:lnTo>
                <a:lnTo>
                  <a:pt x="3794" y="1433"/>
                </a:lnTo>
                <a:lnTo>
                  <a:pt x="3613" y="1715"/>
                </a:lnTo>
                <a:lnTo>
                  <a:pt x="3411" y="1998"/>
                </a:lnTo>
                <a:lnTo>
                  <a:pt x="3189" y="2240"/>
                </a:lnTo>
                <a:lnTo>
                  <a:pt x="2947" y="2482"/>
                </a:lnTo>
                <a:lnTo>
                  <a:pt x="2684" y="2684"/>
                </a:lnTo>
                <a:lnTo>
                  <a:pt x="2422" y="2866"/>
                </a:lnTo>
                <a:lnTo>
                  <a:pt x="2180" y="2967"/>
                </a:lnTo>
                <a:lnTo>
                  <a:pt x="1897" y="3088"/>
                </a:lnTo>
                <a:lnTo>
                  <a:pt x="1575" y="3189"/>
                </a:lnTo>
                <a:lnTo>
                  <a:pt x="1252" y="3249"/>
                </a:lnTo>
                <a:lnTo>
                  <a:pt x="929" y="3290"/>
                </a:lnTo>
                <a:lnTo>
                  <a:pt x="626" y="3290"/>
                </a:lnTo>
                <a:lnTo>
                  <a:pt x="505" y="3269"/>
                </a:lnTo>
                <a:lnTo>
                  <a:pt x="384" y="3249"/>
                </a:lnTo>
                <a:lnTo>
                  <a:pt x="283" y="3209"/>
                </a:lnTo>
                <a:lnTo>
                  <a:pt x="202" y="3148"/>
                </a:lnTo>
                <a:lnTo>
                  <a:pt x="142" y="3088"/>
                </a:lnTo>
                <a:lnTo>
                  <a:pt x="122" y="3007"/>
                </a:lnTo>
                <a:lnTo>
                  <a:pt x="101" y="2926"/>
                </a:lnTo>
                <a:lnTo>
                  <a:pt x="81" y="2846"/>
                </a:lnTo>
                <a:lnTo>
                  <a:pt x="101" y="2745"/>
                </a:lnTo>
                <a:lnTo>
                  <a:pt x="122" y="2624"/>
                </a:lnTo>
                <a:lnTo>
                  <a:pt x="222" y="2381"/>
                </a:lnTo>
                <a:lnTo>
                  <a:pt x="344" y="2159"/>
                </a:lnTo>
                <a:lnTo>
                  <a:pt x="485" y="1958"/>
                </a:lnTo>
                <a:lnTo>
                  <a:pt x="666" y="1756"/>
                </a:lnTo>
                <a:lnTo>
                  <a:pt x="848" y="1574"/>
                </a:lnTo>
                <a:lnTo>
                  <a:pt x="1070" y="1393"/>
                </a:lnTo>
                <a:lnTo>
                  <a:pt x="1292" y="1231"/>
                </a:lnTo>
                <a:lnTo>
                  <a:pt x="1534" y="1070"/>
                </a:lnTo>
                <a:lnTo>
                  <a:pt x="1776" y="928"/>
                </a:lnTo>
                <a:lnTo>
                  <a:pt x="2261" y="666"/>
                </a:lnTo>
                <a:lnTo>
                  <a:pt x="2765" y="444"/>
                </a:lnTo>
                <a:lnTo>
                  <a:pt x="3229" y="263"/>
                </a:lnTo>
                <a:lnTo>
                  <a:pt x="3653" y="101"/>
                </a:lnTo>
                <a:lnTo>
                  <a:pt x="3774" y="81"/>
                </a:lnTo>
                <a:close/>
                <a:moveTo>
                  <a:pt x="3754" y="0"/>
                </a:moveTo>
                <a:lnTo>
                  <a:pt x="3633" y="41"/>
                </a:lnTo>
                <a:lnTo>
                  <a:pt x="3209" y="182"/>
                </a:lnTo>
                <a:lnTo>
                  <a:pt x="2725" y="363"/>
                </a:lnTo>
                <a:lnTo>
                  <a:pt x="2220" y="606"/>
                </a:lnTo>
                <a:lnTo>
                  <a:pt x="1716" y="868"/>
                </a:lnTo>
                <a:lnTo>
                  <a:pt x="1474" y="1009"/>
                </a:lnTo>
                <a:lnTo>
                  <a:pt x="1231" y="1171"/>
                </a:lnTo>
                <a:lnTo>
                  <a:pt x="1009" y="1352"/>
                </a:lnTo>
                <a:lnTo>
                  <a:pt x="787" y="1514"/>
                </a:lnTo>
                <a:lnTo>
                  <a:pt x="606" y="1715"/>
                </a:lnTo>
                <a:lnTo>
                  <a:pt x="424" y="1917"/>
                </a:lnTo>
                <a:lnTo>
                  <a:pt x="283" y="2119"/>
                </a:lnTo>
                <a:lnTo>
                  <a:pt x="142" y="2341"/>
                </a:lnTo>
                <a:lnTo>
                  <a:pt x="81" y="2482"/>
                </a:lnTo>
                <a:lnTo>
                  <a:pt x="41" y="2624"/>
                </a:lnTo>
                <a:lnTo>
                  <a:pt x="21" y="2745"/>
                </a:lnTo>
                <a:lnTo>
                  <a:pt x="0" y="2866"/>
                </a:lnTo>
                <a:lnTo>
                  <a:pt x="21" y="2967"/>
                </a:lnTo>
                <a:lnTo>
                  <a:pt x="41" y="3047"/>
                </a:lnTo>
                <a:lnTo>
                  <a:pt x="81" y="3128"/>
                </a:lnTo>
                <a:lnTo>
                  <a:pt x="142" y="3209"/>
                </a:lnTo>
                <a:lnTo>
                  <a:pt x="263" y="3290"/>
                </a:lnTo>
                <a:lnTo>
                  <a:pt x="404" y="3330"/>
                </a:lnTo>
                <a:lnTo>
                  <a:pt x="586" y="3370"/>
                </a:lnTo>
                <a:lnTo>
                  <a:pt x="989" y="3370"/>
                </a:lnTo>
                <a:lnTo>
                  <a:pt x="1211" y="3350"/>
                </a:lnTo>
                <a:lnTo>
                  <a:pt x="1453" y="3290"/>
                </a:lnTo>
                <a:lnTo>
                  <a:pt x="1675" y="3229"/>
                </a:lnTo>
                <a:lnTo>
                  <a:pt x="2119" y="3088"/>
                </a:lnTo>
                <a:lnTo>
                  <a:pt x="2301" y="3007"/>
                </a:lnTo>
                <a:lnTo>
                  <a:pt x="2462" y="2926"/>
                </a:lnTo>
                <a:lnTo>
                  <a:pt x="2745" y="2745"/>
                </a:lnTo>
                <a:lnTo>
                  <a:pt x="3007" y="2543"/>
                </a:lnTo>
                <a:lnTo>
                  <a:pt x="3249" y="2301"/>
                </a:lnTo>
                <a:lnTo>
                  <a:pt x="3471" y="2038"/>
                </a:lnTo>
                <a:lnTo>
                  <a:pt x="3673" y="1776"/>
                </a:lnTo>
                <a:lnTo>
                  <a:pt x="3855" y="1473"/>
                </a:lnTo>
                <a:lnTo>
                  <a:pt x="4016" y="1150"/>
                </a:lnTo>
                <a:lnTo>
                  <a:pt x="4137" y="828"/>
                </a:lnTo>
                <a:lnTo>
                  <a:pt x="4218" y="585"/>
                </a:lnTo>
                <a:lnTo>
                  <a:pt x="4218" y="464"/>
                </a:lnTo>
                <a:lnTo>
                  <a:pt x="4218" y="343"/>
                </a:lnTo>
                <a:lnTo>
                  <a:pt x="4178" y="222"/>
                </a:lnTo>
                <a:lnTo>
                  <a:pt x="4097" y="121"/>
                </a:lnTo>
                <a:lnTo>
                  <a:pt x="3996" y="41"/>
                </a:lnTo>
                <a:lnTo>
                  <a:pt x="395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7" name="Google Shape;4167;p51"/>
          <p:cNvSpPr/>
          <p:nvPr/>
        </p:nvSpPr>
        <p:spPr>
          <a:xfrm flipH="1">
            <a:off x="3447176" y="4052186"/>
            <a:ext cx="453633" cy="455870"/>
          </a:xfrm>
          <a:custGeom>
            <a:rect b="b" l="l" r="r" t="t"/>
            <a:pathLst>
              <a:path extrusionOk="0" h="8154" w="8114">
                <a:moveTo>
                  <a:pt x="1010" y="81"/>
                </a:moveTo>
                <a:lnTo>
                  <a:pt x="1151" y="101"/>
                </a:lnTo>
                <a:lnTo>
                  <a:pt x="1413" y="162"/>
                </a:lnTo>
                <a:lnTo>
                  <a:pt x="1696" y="263"/>
                </a:lnTo>
                <a:lnTo>
                  <a:pt x="1938" y="384"/>
                </a:lnTo>
                <a:lnTo>
                  <a:pt x="2200" y="545"/>
                </a:lnTo>
                <a:lnTo>
                  <a:pt x="2422" y="707"/>
                </a:lnTo>
                <a:lnTo>
                  <a:pt x="2644" y="888"/>
                </a:lnTo>
                <a:lnTo>
                  <a:pt x="3108" y="1251"/>
                </a:lnTo>
                <a:lnTo>
                  <a:pt x="3552" y="1635"/>
                </a:lnTo>
                <a:lnTo>
                  <a:pt x="3976" y="2039"/>
                </a:lnTo>
                <a:lnTo>
                  <a:pt x="4400" y="2422"/>
                </a:lnTo>
                <a:lnTo>
                  <a:pt x="4783" y="2826"/>
                </a:lnTo>
                <a:lnTo>
                  <a:pt x="5167" y="3229"/>
                </a:lnTo>
                <a:lnTo>
                  <a:pt x="5530" y="3653"/>
                </a:lnTo>
                <a:lnTo>
                  <a:pt x="5873" y="4077"/>
                </a:lnTo>
                <a:lnTo>
                  <a:pt x="6196" y="4500"/>
                </a:lnTo>
                <a:lnTo>
                  <a:pt x="6499" y="4924"/>
                </a:lnTo>
                <a:lnTo>
                  <a:pt x="6781" y="5348"/>
                </a:lnTo>
                <a:lnTo>
                  <a:pt x="7064" y="5792"/>
                </a:lnTo>
                <a:lnTo>
                  <a:pt x="7306" y="6236"/>
                </a:lnTo>
                <a:lnTo>
                  <a:pt x="7548" y="6680"/>
                </a:lnTo>
                <a:lnTo>
                  <a:pt x="7770" y="7144"/>
                </a:lnTo>
                <a:lnTo>
                  <a:pt x="7972" y="7588"/>
                </a:lnTo>
                <a:lnTo>
                  <a:pt x="8012" y="7729"/>
                </a:lnTo>
                <a:lnTo>
                  <a:pt x="8032" y="7871"/>
                </a:lnTo>
                <a:lnTo>
                  <a:pt x="8032" y="7931"/>
                </a:lnTo>
                <a:lnTo>
                  <a:pt x="8012" y="7992"/>
                </a:lnTo>
                <a:lnTo>
                  <a:pt x="7972" y="8032"/>
                </a:lnTo>
                <a:lnTo>
                  <a:pt x="7932" y="8052"/>
                </a:lnTo>
                <a:lnTo>
                  <a:pt x="7851" y="8072"/>
                </a:lnTo>
                <a:lnTo>
                  <a:pt x="7790" y="8072"/>
                </a:lnTo>
                <a:lnTo>
                  <a:pt x="7649" y="8012"/>
                </a:lnTo>
                <a:lnTo>
                  <a:pt x="7346" y="7830"/>
                </a:lnTo>
                <a:lnTo>
                  <a:pt x="7084" y="7628"/>
                </a:lnTo>
                <a:lnTo>
                  <a:pt x="6822" y="7386"/>
                </a:lnTo>
                <a:lnTo>
                  <a:pt x="6559" y="7164"/>
                </a:lnTo>
                <a:lnTo>
                  <a:pt x="2523" y="3310"/>
                </a:lnTo>
                <a:lnTo>
                  <a:pt x="2180" y="3007"/>
                </a:lnTo>
                <a:lnTo>
                  <a:pt x="1514" y="2462"/>
                </a:lnTo>
                <a:lnTo>
                  <a:pt x="1151" y="2119"/>
                </a:lnTo>
                <a:lnTo>
                  <a:pt x="808" y="1776"/>
                </a:lnTo>
                <a:lnTo>
                  <a:pt x="485" y="1413"/>
                </a:lnTo>
                <a:lnTo>
                  <a:pt x="364" y="1251"/>
                </a:lnTo>
                <a:lnTo>
                  <a:pt x="243" y="1070"/>
                </a:lnTo>
                <a:lnTo>
                  <a:pt x="162" y="908"/>
                </a:lnTo>
                <a:lnTo>
                  <a:pt x="102" y="767"/>
                </a:lnTo>
                <a:lnTo>
                  <a:pt x="81" y="626"/>
                </a:lnTo>
                <a:lnTo>
                  <a:pt x="81" y="485"/>
                </a:lnTo>
                <a:lnTo>
                  <a:pt x="122" y="424"/>
                </a:lnTo>
                <a:lnTo>
                  <a:pt x="142" y="364"/>
                </a:lnTo>
                <a:lnTo>
                  <a:pt x="243" y="263"/>
                </a:lnTo>
                <a:lnTo>
                  <a:pt x="404" y="182"/>
                </a:lnTo>
                <a:lnTo>
                  <a:pt x="606" y="101"/>
                </a:lnTo>
                <a:lnTo>
                  <a:pt x="747" y="81"/>
                </a:lnTo>
                <a:close/>
                <a:moveTo>
                  <a:pt x="727" y="0"/>
                </a:moveTo>
                <a:lnTo>
                  <a:pt x="586" y="41"/>
                </a:lnTo>
                <a:lnTo>
                  <a:pt x="364" y="101"/>
                </a:lnTo>
                <a:lnTo>
                  <a:pt x="203" y="202"/>
                </a:lnTo>
                <a:lnTo>
                  <a:pt x="122" y="263"/>
                </a:lnTo>
                <a:lnTo>
                  <a:pt x="81" y="323"/>
                </a:lnTo>
                <a:lnTo>
                  <a:pt x="41" y="384"/>
                </a:lnTo>
                <a:lnTo>
                  <a:pt x="21" y="464"/>
                </a:lnTo>
                <a:lnTo>
                  <a:pt x="1" y="606"/>
                </a:lnTo>
                <a:lnTo>
                  <a:pt x="21" y="767"/>
                </a:lnTo>
                <a:lnTo>
                  <a:pt x="81" y="908"/>
                </a:lnTo>
                <a:lnTo>
                  <a:pt x="162" y="1090"/>
                </a:lnTo>
                <a:lnTo>
                  <a:pt x="263" y="1251"/>
                </a:lnTo>
                <a:lnTo>
                  <a:pt x="404" y="1433"/>
                </a:lnTo>
                <a:lnTo>
                  <a:pt x="707" y="1796"/>
                </a:lnTo>
                <a:lnTo>
                  <a:pt x="1070" y="2139"/>
                </a:lnTo>
                <a:lnTo>
                  <a:pt x="1434" y="2482"/>
                </a:lnTo>
                <a:lnTo>
                  <a:pt x="2120" y="3088"/>
                </a:lnTo>
                <a:lnTo>
                  <a:pt x="2463" y="3370"/>
                </a:lnTo>
                <a:lnTo>
                  <a:pt x="6499" y="7225"/>
                </a:lnTo>
                <a:lnTo>
                  <a:pt x="6761" y="7467"/>
                </a:lnTo>
                <a:lnTo>
                  <a:pt x="7023" y="7689"/>
                </a:lnTo>
                <a:lnTo>
                  <a:pt x="7306" y="7911"/>
                </a:lnTo>
                <a:lnTo>
                  <a:pt x="7609" y="8093"/>
                </a:lnTo>
                <a:lnTo>
                  <a:pt x="7730" y="8133"/>
                </a:lnTo>
                <a:lnTo>
                  <a:pt x="7851" y="8153"/>
                </a:lnTo>
                <a:lnTo>
                  <a:pt x="7911" y="8153"/>
                </a:lnTo>
                <a:lnTo>
                  <a:pt x="7972" y="8133"/>
                </a:lnTo>
                <a:lnTo>
                  <a:pt x="8032" y="8093"/>
                </a:lnTo>
                <a:lnTo>
                  <a:pt x="8073" y="8032"/>
                </a:lnTo>
                <a:lnTo>
                  <a:pt x="8093" y="7971"/>
                </a:lnTo>
                <a:lnTo>
                  <a:pt x="8113" y="7891"/>
                </a:lnTo>
                <a:lnTo>
                  <a:pt x="8093" y="7729"/>
                </a:lnTo>
                <a:lnTo>
                  <a:pt x="8032" y="7568"/>
                </a:lnTo>
                <a:lnTo>
                  <a:pt x="7831" y="7104"/>
                </a:lnTo>
                <a:lnTo>
                  <a:pt x="7629" y="6640"/>
                </a:lnTo>
                <a:lnTo>
                  <a:pt x="7387" y="6196"/>
                </a:lnTo>
                <a:lnTo>
                  <a:pt x="7124" y="5752"/>
                </a:lnTo>
                <a:lnTo>
                  <a:pt x="6862" y="5308"/>
                </a:lnTo>
                <a:lnTo>
                  <a:pt x="6559" y="4884"/>
                </a:lnTo>
                <a:lnTo>
                  <a:pt x="6257" y="4440"/>
                </a:lnTo>
                <a:lnTo>
                  <a:pt x="5934" y="4016"/>
                </a:lnTo>
                <a:lnTo>
                  <a:pt x="5591" y="3592"/>
                </a:lnTo>
                <a:lnTo>
                  <a:pt x="5227" y="3189"/>
                </a:lnTo>
                <a:lnTo>
                  <a:pt x="4844" y="2785"/>
                </a:lnTo>
                <a:lnTo>
                  <a:pt x="4461" y="2382"/>
                </a:lnTo>
                <a:lnTo>
                  <a:pt x="4037" y="1978"/>
                </a:lnTo>
                <a:lnTo>
                  <a:pt x="3613" y="1574"/>
                </a:lnTo>
                <a:lnTo>
                  <a:pt x="3169" y="1191"/>
                </a:lnTo>
                <a:lnTo>
                  <a:pt x="2705" y="808"/>
                </a:lnTo>
                <a:lnTo>
                  <a:pt x="2463" y="646"/>
                </a:lnTo>
                <a:lnTo>
                  <a:pt x="2221" y="464"/>
                </a:lnTo>
                <a:lnTo>
                  <a:pt x="1978" y="323"/>
                </a:lnTo>
                <a:lnTo>
                  <a:pt x="1716" y="182"/>
                </a:lnTo>
                <a:lnTo>
                  <a:pt x="1434" y="81"/>
                </a:lnTo>
                <a:lnTo>
                  <a:pt x="1151" y="21"/>
                </a:lnTo>
                <a:lnTo>
                  <a:pt x="10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8" name="Google Shape;4168;p51"/>
          <p:cNvSpPr/>
          <p:nvPr/>
        </p:nvSpPr>
        <p:spPr>
          <a:xfrm flipH="1">
            <a:off x="2898133" y="4875300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9" name="Google Shape;4169;p51"/>
          <p:cNvSpPr/>
          <p:nvPr/>
        </p:nvSpPr>
        <p:spPr>
          <a:xfrm flipH="1">
            <a:off x="6427987" y="7609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0" name="Google Shape;4170;p51"/>
          <p:cNvSpPr/>
          <p:nvPr/>
        </p:nvSpPr>
        <p:spPr>
          <a:xfrm flipH="1" rot="7510477">
            <a:off x="6092453" y="4413042"/>
            <a:ext cx="101587" cy="101643"/>
          </a:xfrm>
          <a:custGeom>
            <a:rect b="b" l="l" r="r" t="t"/>
            <a:pathLst>
              <a:path extrusionOk="0" h="1818" w="1817">
                <a:moveTo>
                  <a:pt x="908" y="1"/>
                </a:moveTo>
                <a:lnTo>
                  <a:pt x="727" y="21"/>
                </a:lnTo>
                <a:lnTo>
                  <a:pt x="56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4"/>
                </a:lnTo>
                <a:lnTo>
                  <a:pt x="8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81" y="1252"/>
                </a:lnTo>
                <a:lnTo>
                  <a:pt x="162" y="1413"/>
                </a:lnTo>
                <a:lnTo>
                  <a:pt x="262" y="1555"/>
                </a:lnTo>
                <a:lnTo>
                  <a:pt x="404" y="1656"/>
                </a:lnTo>
                <a:lnTo>
                  <a:pt x="56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55"/>
                </a:lnTo>
                <a:lnTo>
                  <a:pt x="1655" y="1413"/>
                </a:lnTo>
                <a:lnTo>
                  <a:pt x="1736" y="1252"/>
                </a:lnTo>
                <a:lnTo>
                  <a:pt x="1796" y="1091"/>
                </a:lnTo>
                <a:lnTo>
                  <a:pt x="1816" y="909"/>
                </a:lnTo>
                <a:lnTo>
                  <a:pt x="1796" y="727"/>
                </a:lnTo>
                <a:lnTo>
                  <a:pt x="1736" y="566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1" name="Google Shape;4171;p51"/>
          <p:cNvSpPr/>
          <p:nvPr/>
        </p:nvSpPr>
        <p:spPr>
          <a:xfrm flipH="1">
            <a:off x="2994648" y="4130008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2" name="Google Shape;4172;p51"/>
          <p:cNvSpPr/>
          <p:nvPr/>
        </p:nvSpPr>
        <p:spPr>
          <a:xfrm flipH="1">
            <a:off x="3334673" y="569675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3" name="Google Shape;4173;p51"/>
          <p:cNvSpPr/>
          <p:nvPr/>
        </p:nvSpPr>
        <p:spPr>
          <a:xfrm flipH="1">
            <a:off x="3310968" y="593380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4" name="Google Shape;4174;p51"/>
          <p:cNvSpPr/>
          <p:nvPr/>
        </p:nvSpPr>
        <p:spPr>
          <a:xfrm flipH="1">
            <a:off x="4067690" y="5142025"/>
            <a:ext cx="4584" cy="55348"/>
          </a:xfrm>
          <a:custGeom>
            <a:rect b="b" l="l" r="r" t="t"/>
            <a:pathLst>
              <a:path extrusionOk="0" h="990" w="82">
                <a:moveTo>
                  <a:pt x="0" y="0"/>
                </a:moveTo>
                <a:lnTo>
                  <a:pt x="0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5" name="Google Shape;4175;p51"/>
          <p:cNvSpPr/>
          <p:nvPr/>
        </p:nvSpPr>
        <p:spPr>
          <a:xfrm flipH="1">
            <a:off x="4042867" y="5166848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76" name="Google Shape;4176;p51"/>
          <p:cNvGrpSpPr/>
          <p:nvPr/>
        </p:nvGrpSpPr>
        <p:grpSpPr>
          <a:xfrm>
            <a:off x="4143084" y="3504855"/>
            <a:ext cx="2393464" cy="2343623"/>
            <a:chOff x="3516837" y="3428655"/>
            <a:chExt cx="2393464" cy="2343623"/>
          </a:xfrm>
        </p:grpSpPr>
        <p:sp>
          <p:nvSpPr>
            <p:cNvPr id="4177" name="Google Shape;4177;p51"/>
            <p:cNvSpPr/>
            <p:nvPr/>
          </p:nvSpPr>
          <p:spPr>
            <a:xfrm flipH="1" rot="7510477">
              <a:off x="3915329" y="3698962"/>
              <a:ext cx="1596481" cy="1803008"/>
            </a:xfrm>
            <a:custGeom>
              <a:rect b="b" l="l" r="r" t="t"/>
              <a:pathLst>
                <a:path extrusionOk="0" h="32249" w="28555">
                  <a:moveTo>
                    <a:pt x="20483" y="82"/>
                  </a:moveTo>
                  <a:lnTo>
                    <a:pt x="20947" y="102"/>
                  </a:lnTo>
                  <a:lnTo>
                    <a:pt x="21411" y="122"/>
                  </a:lnTo>
                  <a:lnTo>
                    <a:pt x="21875" y="203"/>
                  </a:lnTo>
                  <a:lnTo>
                    <a:pt x="22319" y="283"/>
                  </a:lnTo>
                  <a:lnTo>
                    <a:pt x="22763" y="404"/>
                  </a:lnTo>
                  <a:lnTo>
                    <a:pt x="23187" y="566"/>
                  </a:lnTo>
                  <a:lnTo>
                    <a:pt x="23611" y="748"/>
                  </a:lnTo>
                  <a:lnTo>
                    <a:pt x="23994" y="949"/>
                  </a:lnTo>
                  <a:lnTo>
                    <a:pt x="24378" y="1191"/>
                  </a:lnTo>
                  <a:lnTo>
                    <a:pt x="24741" y="1454"/>
                  </a:lnTo>
                  <a:lnTo>
                    <a:pt x="25124" y="1777"/>
                  </a:lnTo>
                  <a:lnTo>
                    <a:pt x="25487" y="2140"/>
                  </a:lnTo>
                  <a:lnTo>
                    <a:pt x="25851" y="2564"/>
                  </a:lnTo>
                  <a:lnTo>
                    <a:pt x="26174" y="3008"/>
                  </a:lnTo>
                  <a:lnTo>
                    <a:pt x="26496" y="3492"/>
                  </a:lnTo>
                  <a:lnTo>
                    <a:pt x="26779" y="4017"/>
                  </a:lnTo>
                  <a:lnTo>
                    <a:pt x="27062" y="4582"/>
                  </a:lnTo>
                  <a:lnTo>
                    <a:pt x="27324" y="5187"/>
                  </a:lnTo>
                  <a:lnTo>
                    <a:pt x="27546" y="5772"/>
                  </a:lnTo>
                  <a:lnTo>
                    <a:pt x="27748" y="6358"/>
                  </a:lnTo>
                  <a:lnTo>
                    <a:pt x="27909" y="6943"/>
                  </a:lnTo>
                  <a:lnTo>
                    <a:pt x="28071" y="7548"/>
                  </a:lnTo>
                  <a:lnTo>
                    <a:pt x="28192" y="8154"/>
                  </a:lnTo>
                  <a:lnTo>
                    <a:pt x="28293" y="8739"/>
                  </a:lnTo>
                  <a:lnTo>
                    <a:pt x="28373" y="9344"/>
                  </a:lnTo>
                  <a:lnTo>
                    <a:pt x="28434" y="9950"/>
                  </a:lnTo>
                  <a:lnTo>
                    <a:pt x="28474" y="10555"/>
                  </a:lnTo>
                  <a:lnTo>
                    <a:pt x="28474" y="11160"/>
                  </a:lnTo>
                  <a:lnTo>
                    <a:pt x="28474" y="11766"/>
                  </a:lnTo>
                  <a:lnTo>
                    <a:pt x="28434" y="12371"/>
                  </a:lnTo>
                  <a:lnTo>
                    <a:pt x="28373" y="12977"/>
                  </a:lnTo>
                  <a:lnTo>
                    <a:pt x="28272" y="13562"/>
                  </a:lnTo>
                  <a:lnTo>
                    <a:pt x="28171" y="14167"/>
                  </a:lnTo>
                  <a:lnTo>
                    <a:pt x="28030" y="14732"/>
                  </a:lnTo>
                  <a:lnTo>
                    <a:pt x="27869" y="15338"/>
                  </a:lnTo>
                  <a:lnTo>
                    <a:pt x="27667" y="15923"/>
                  </a:lnTo>
                  <a:lnTo>
                    <a:pt x="27465" y="16488"/>
                  </a:lnTo>
                  <a:lnTo>
                    <a:pt x="27223" y="17053"/>
                  </a:lnTo>
                  <a:lnTo>
                    <a:pt x="26961" y="17618"/>
                  </a:lnTo>
                  <a:lnTo>
                    <a:pt x="26678" y="18143"/>
                  </a:lnTo>
                  <a:lnTo>
                    <a:pt x="26355" y="18667"/>
                  </a:lnTo>
                  <a:lnTo>
                    <a:pt x="26032" y="19192"/>
                  </a:lnTo>
                  <a:lnTo>
                    <a:pt x="25669" y="19676"/>
                  </a:lnTo>
                  <a:lnTo>
                    <a:pt x="25306" y="20161"/>
                  </a:lnTo>
                  <a:lnTo>
                    <a:pt x="24922" y="20625"/>
                  </a:lnTo>
                  <a:lnTo>
                    <a:pt x="24499" y="21069"/>
                  </a:lnTo>
                  <a:lnTo>
                    <a:pt x="24075" y="21493"/>
                  </a:lnTo>
                  <a:lnTo>
                    <a:pt x="23631" y="21896"/>
                  </a:lnTo>
                  <a:lnTo>
                    <a:pt x="23167" y="22280"/>
                  </a:lnTo>
                  <a:lnTo>
                    <a:pt x="22703" y="22643"/>
                  </a:lnTo>
                  <a:lnTo>
                    <a:pt x="22238" y="22946"/>
                  </a:lnTo>
                  <a:lnTo>
                    <a:pt x="21795" y="23228"/>
                  </a:lnTo>
                  <a:lnTo>
                    <a:pt x="21310" y="23511"/>
                  </a:lnTo>
                  <a:lnTo>
                    <a:pt x="20846" y="23773"/>
                  </a:lnTo>
                  <a:lnTo>
                    <a:pt x="19877" y="24277"/>
                  </a:lnTo>
                  <a:lnTo>
                    <a:pt x="18909" y="24742"/>
                  </a:lnTo>
                  <a:lnTo>
                    <a:pt x="17940" y="25226"/>
                  </a:lnTo>
                  <a:lnTo>
                    <a:pt x="16951" y="25751"/>
                  </a:lnTo>
                  <a:lnTo>
                    <a:pt x="16467" y="26013"/>
                  </a:lnTo>
                  <a:lnTo>
                    <a:pt x="15983" y="26296"/>
                  </a:lnTo>
                  <a:lnTo>
                    <a:pt x="15519" y="26598"/>
                  </a:lnTo>
                  <a:lnTo>
                    <a:pt x="15075" y="26901"/>
                  </a:lnTo>
                  <a:lnTo>
                    <a:pt x="14510" y="27325"/>
                  </a:lnTo>
                  <a:lnTo>
                    <a:pt x="13965" y="27789"/>
                  </a:lnTo>
                  <a:lnTo>
                    <a:pt x="13420" y="28253"/>
                  </a:lnTo>
                  <a:lnTo>
                    <a:pt x="12895" y="28717"/>
                  </a:lnTo>
                  <a:lnTo>
                    <a:pt x="12148" y="29383"/>
                  </a:lnTo>
                  <a:lnTo>
                    <a:pt x="11402" y="30029"/>
                  </a:lnTo>
                  <a:lnTo>
                    <a:pt x="10998" y="30332"/>
                  </a:lnTo>
                  <a:lnTo>
                    <a:pt x="10595" y="30614"/>
                  </a:lnTo>
                  <a:lnTo>
                    <a:pt x="10171" y="30897"/>
                  </a:lnTo>
                  <a:lnTo>
                    <a:pt x="9747" y="31159"/>
                  </a:lnTo>
                  <a:lnTo>
                    <a:pt x="9303" y="31381"/>
                  </a:lnTo>
                  <a:lnTo>
                    <a:pt x="8839" y="31583"/>
                  </a:lnTo>
                  <a:lnTo>
                    <a:pt x="8375" y="31764"/>
                  </a:lnTo>
                  <a:lnTo>
                    <a:pt x="7890" y="31906"/>
                  </a:lnTo>
                  <a:lnTo>
                    <a:pt x="7406" y="32027"/>
                  </a:lnTo>
                  <a:lnTo>
                    <a:pt x="6922" y="32107"/>
                  </a:lnTo>
                  <a:lnTo>
                    <a:pt x="6417" y="32148"/>
                  </a:lnTo>
                  <a:lnTo>
                    <a:pt x="5933" y="32168"/>
                  </a:lnTo>
                  <a:lnTo>
                    <a:pt x="5893" y="32168"/>
                  </a:lnTo>
                  <a:lnTo>
                    <a:pt x="5368" y="32148"/>
                  </a:lnTo>
                  <a:lnTo>
                    <a:pt x="4843" y="32087"/>
                  </a:lnTo>
                  <a:lnTo>
                    <a:pt x="4359" y="31986"/>
                  </a:lnTo>
                  <a:lnTo>
                    <a:pt x="3875" y="31845"/>
                  </a:lnTo>
                  <a:lnTo>
                    <a:pt x="3431" y="31684"/>
                  </a:lnTo>
                  <a:lnTo>
                    <a:pt x="2987" y="31462"/>
                  </a:lnTo>
                  <a:lnTo>
                    <a:pt x="2583" y="31219"/>
                  </a:lnTo>
                  <a:lnTo>
                    <a:pt x="2200" y="30957"/>
                  </a:lnTo>
                  <a:lnTo>
                    <a:pt x="1998" y="30775"/>
                  </a:lnTo>
                  <a:lnTo>
                    <a:pt x="1816" y="30614"/>
                  </a:lnTo>
                  <a:lnTo>
                    <a:pt x="1635" y="30412"/>
                  </a:lnTo>
                  <a:lnTo>
                    <a:pt x="1453" y="30231"/>
                  </a:lnTo>
                  <a:lnTo>
                    <a:pt x="1292" y="30029"/>
                  </a:lnTo>
                  <a:lnTo>
                    <a:pt x="1150" y="29807"/>
                  </a:lnTo>
                  <a:lnTo>
                    <a:pt x="1009" y="29585"/>
                  </a:lnTo>
                  <a:lnTo>
                    <a:pt x="868" y="29363"/>
                  </a:lnTo>
                  <a:lnTo>
                    <a:pt x="747" y="29121"/>
                  </a:lnTo>
                  <a:lnTo>
                    <a:pt x="626" y="28879"/>
                  </a:lnTo>
                  <a:lnTo>
                    <a:pt x="525" y="28616"/>
                  </a:lnTo>
                  <a:lnTo>
                    <a:pt x="424" y="28354"/>
                  </a:lnTo>
                  <a:lnTo>
                    <a:pt x="343" y="28092"/>
                  </a:lnTo>
                  <a:lnTo>
                    <a:pt x="283" y="27829"/>
                  </a:lnTo>
                  <a:lnTo>
                    <a:pt x="222" y="27547"/>
                  </a:lnTo>
                  <a:lnTo>
                    <a:pt x="162" y="27264"/>
                  </a:lnTo>
                  <a:lnTo>
                    <a:pt x="101" y="26719"/>
                  </a:lnTo>
                  <a:lnTo>
                    <a:pt x="81" y="26154"/>
                  </a:lnTo>
                  <a:lnTo>
                    <a:pt x="121" y="25609"/>
                  </a:lnTo>
                  <a:lnTo>
                    <a:pt x="182" y="25065"/>
                  </a:lnTo>
                  <a:lnTo>
                    <a:pt x="283" y="24520"/>
                  </a:lnTo>
                  <a:lnTo>
                    <a:pt x="444" y="23995"/>
                  </a:lnTo>
                  <a:lnTo>
                    <a:pt x="626" y="23490"/>
                  </a:lnTo>
                  <a:lnTo>
                    <a:pt x="868" y="23006"/>
                  </a:lnTo>
                  <a:lnTo>
                    <a:pt x="1029" y="22724"/>
                  </a:lnTo>
                  <a:lnTo>
                    <a:pt x="1191" y="22441"/>
                  </a:lnTo>
                  <a:lnTo>
                    <a:pt x="1372" y="22179"/>
                  </a:lnTo>
                  <a:lnTo>
                    <a:pt x="1574" y="21916"/>
                  </a:lnTo>
                  <a:lnTo>
                    <a:pt x="1776" y="21654"/>
                  </a:lnTo>
                  <a:lnTo>
                    <a:pt x="1998" y="21392"/>
                  </a:lnTo>
                  <a:lnTo>
                    <a:pt x="2240" y="21129"/>
                  </a:lnTo>
                  <a:lnTo>
                    <a:pt x="2482" y="20867"/>
                  </a:lnTo>
                  <a:lnTo>
                    <a:pt x="3027" y="20383"/>
                  </a:lnTo>
                  <a:lnTo>
                    <a:pt x="3612" y="19898"/>
                  </a:lnTo>
                  <a:lnTo>
                    <a:pt x="4258" y="19414"/>
                  </a:lnTo>
                  <a:lnTo>
                    <a:pt x="4964" y="18970"/>
                  </a:lnTo>
                  <a:lnTo>
                    <a:pt x="5691" y="18526"/>
                  </a:lnTo>
                  <a:lnTo>
                    <a:pt x="6438" y="18102"/>
                  </a:lnTo>
                  <a:lnTo>
                    <a:pt x="7951" y="17336"/>
                  </a:lnTo>
                  <a:lnTo>
                    <a:pt x="9021" y="16771"/>
                  </a:lnTo>
                  <a:lnTo>
                    <a:pt x="10110" y="16185"/>
                  </a:lnTo>
                  <a:lnTo>
                    <a:pt x="10433" y="15983"/>
                  </a:lnTo>
                  <a:lnTo>
                    <a:pt x="10716" y="15802"/>
                  </a:lnTo>
                  <a:lnTo>
                    <a:pt x="10978" y="15600"/>
                  </a:lnTo>
                  <a:lnTo>
                    <a:pt x="11220" y="15398"/>
                  </a:lnTo>
                  <a:lnTo>
                    <a:pt x="11442" y="15196"/>
                  </a:lnTo>
                  <a:lnTo>
                    <a:pt x="11644" y="14974"/>
                  </a:lnTo>
                  <a:lnTo>
                    <a:pt x="11805" y="14752"/>
                  </a:lnTo>
                  <a:lnTo>
                    <a:pt x="11967" y="14510"/>
                  </a:lnTo>
                  <a:lnTo>
                    <a:pt x="12088" y="14268"/>
                  </a:lnTo>
                  <a:lnTo>
                    <a:pt x="12189" y="13986"/>
                  </a:lnTo>
                  <a:lnTo>
                    <a:pt x="12290" y="13723"/>
                  </a:lnTo>
                  <a:lnTo>
                    <a:pt x="12350" y="13421"/>
                  </a:lnTo>
                  <a:lnTo>
                    <a:pt x="12411" y="13098"/>
                  </a:lnTo>
                  <a:lnTo>
                    <a:pt x="12451" y="12755"/>
                  </a:lnTo>
                  <a:lnTo>
                    <a:pt x="12471" y="12391"/>
                  </a:lnTo>
                  <a:lnTo>
                    <a:pt x="12471" y="12008"/>
                  </a:lnTo>
                  <a:lnTo>
                    <a:pt x="12492" y="11302"/>
                  </a:lnTo>
                  <a:lnTo>
                    <a:pt x="12512" y="10616"/>
                  </a:lnTo>
                  <a:lnTo>
                    <a:pt x="12532" y="9950"/>
                  </a:lnTo>
                  <a:lnTo>
                    <a:pt x="12592" y="9324"/>
                  </a:lnTo>
                  <a:lnTo>
                    <a:pt x="12653" y="8698"/>
                  </a:lnTo>
                  <a:lnTo>
                    <a:pt x="12714" y="8113"/>
                  </a:lnTo>
                  <a:lnTo>
                    <a:pt x="12814" y="7548"/>
                  </a:lnTo>
                  <a:lnTo>
                    <a:pt x="12915" y="7003"/>
                  </a:lnTo>
                  <a:lnTo>
                    <a:pt x="13036" y="6479"/>
                  </a:lnTo>
                  <a:lnTo>
                    <a:pt x="13157" y="5974"/>
                  </a:lnTo>
                  <a:lnTo>
                    <a:pt x="13299" y="5510"/>
                  </a:lnTo>
                  <a:lnTo>
                    <a:pt x="13460" y="5046"/>
                  </a:lnTo>
                  <a:lnTo>
                    <a:pt x="13642" y="4622"/>
                  </a:lnTo>
                  <a:lnTo>
                    <a:pt x="13823" y="4218"/>
                  </a:lnTo>
                  <a:lnTo>
                    <a:pt x="14025" y="3835"/>
                  </a:lnTo>
                  <a:lnTo>
                    <a:pt x="14247" y="3472"/>
                  </a:lnTo>
                  <a:lnTo>
                    <a:pt x="14429" y="3169"/>
                  </a:lnTo>
                  <a:lnTo>
                    <a:pt x="14631" y="2887"/>
                  </a:lnTo>
                  <a:lnTo>
                    <a:pt x="14853" y="2644"/>
                  </a:lnTo>
                  <a:lnTo>
                    <a:pt x="15054" y="2402"/>
                  </a:lnTo>
                  <a:lnTo>
                    <a:pt x="15276" y="2180"/>
                  </a:lnTo>
                  <a:lnTo>
                    <a:pt x="15498" y="1979"/>
                  </a:lnTo>
                  <a:lnTo>
                    <a:pt x="15700" y="1797"/>
                  </a:lnTo>
                  <a:lnTo>
                    <a:pt x="15942" y="1635"/>
                  </a:lnTo>
                  <a:lnTo>
                    <a:pt x="16386" y="1333"/>
                  </a:lnTo>
                  <a:lnTo>
                    <a:pt x="16830" y="1091"/>
                  </a:lnTo>
                  <a:lnTo>
                    <a:pt x="17274" y="869"/>
                  </a:lnTo>
                  <a:lnTo>
                    <a:pt x="17698" y="667"/>
                  </a:lnTo>
                  <a:lnTo>
                    <a:pt x="18142" y="505"/>
                  </a:lnTo>
                  <a:lnTo>
                    <a:pt x="18606" y="364"/>
                  </a:lnTo>
                  <a:lnTo>
                    <a:pt x="19070" y="243"/>
                  </a:lnTo>
                  <a:lnTo>
                    <a:pt x="19534" y="162"/>
                  </a:lnTo>
                  <a:lnTo>
                    <a:pt x="19999" y="102"/>
                  </a:lnTo>
                  <a:lnTo>
                    <a:pt x="20483" y="82"/>
                  </a:lnTo>
                  <a:close/>
                  <a:moveTo>
                    <a:pt x="20483" y="1"/>
                  </a:moveTo>
                  <a:lnTo>
                    <a:pt x="19999" y="21"/>
                  </a:lnTo>
                  <a:lnTo>
                    <a:pt x="19534" y="82"/>
                  </a:lnTo>
                  <a:lnTo>
                    <a:pt x="19050" y="162"/>
                  </a:lnTo>
                  <a:lnTo>
                    <a:pt x="18586" y="283"/>
                  </a:lnTo>
                  <a:lnTo>
                    <a:pt x="18122" y="425"/>
                  </a:lnTo>
                  <a:lnTo>
                    <a:pt x="17678" y="606"/>
                  </a:lnTo>
                  <a:lnTo>
                    <a:pt x="17214" y="808"/>
                  </a:lnTo>
                  <a:lnTo>
                    <a:pt x="16750" y="1050"/>
                  </a:lnTo>
                  <a:lnTo>
                    <a:pt x="16285" y="1313"/>
                  </a:lnTo>
                  <a:lnTo>
                    <a:pt x="15841" y="1615"/>
                  </a:lnTo>
                  <a:lnTo>
                    <a:pt x="15619" y="1777"/>
                  </a:lnTo>
                  <a:lnTo>
                    <a:pt x="15397" y="1979"/>
                  </a:lnTo>
                  <a:lnTo>
                    <a:pt x="15175" y="2180"/>
                  </a:lnTo>
                  <a:lnTo>
                    <a:pt x="14974" y="2382"/>
                  </a:lnTo>
                  <a:lnTo>
                    <a:pt x="14752" y="2624"/>
                  </a:lnTo>
                  <a:lnTo>
                    <a:pt x="14550" y="2866"/>
                  </a:lnTo>
                  <a:lnTo>
                    <a:pt x="14368" y="3129"/>
                  </a:lnTo>
                  <a:lnTo>
                    <a:pt x="14166" y="3411"/>
                  </a:lnTo>
                  <a:lnTo>
                    <a:pt x="13944" y="3795"/>
                  </a:lnTo>
                  <a:lnTo>
                    <a:pt x="13743" y="4178"/>
                  </a:lnTo>
                  <a:lnTo>
                    <a:pt x="13561" y="4582"/>
                  </a:lnTo>
                  <a:lnTo>
                    <a:pt x="13400" y="5026"/>
                  </a:lnTo>
                  <a:lnTo>
                    <a:pt x="13238" y="5470"/>
                  </a:lnTo>
                  <a:lnTo>
                    <a:pt x="13077" y="5954"/>
                  </a:lnTo>
                  <a:lnTo>
                    <a:pt x="12956" y="6458"/>
                  </a:lnTo>
                  <a:lnTo>
                    <a:pt x="12835" y="6983"/>
                  </a:lnTo>
                  <a:lnTo>
                    <a:pt x="12734" y="7528"/>
                  </a:lnTo>
                  <a:lnTo>
                    <a:pt x="12653" y="8093"/>
                  </a:lnTo>
                  <a:lnTo>
                    <a:pt x="12572" y="8678"/>
                  </a:lnTo>
                  <a:lnTo>
                    <a:pt x="12512" y="9304"/>
                  </a:lnTo>
                  <a:lnTo>
                    <a:pt x="12451" y="9950"/>
                  </a:lnTo>
                  <a:lnTo>
                    <a:pt x="12431" y="10616"/>
                  </a:lnTo>
                  <a:lnTo>
                    <a:pt x="12411" y="11302"/>
                  </a:lnTo>
                  <a:lnTo>
                    <a:pt x="12391" y="12008"/>
                  </a:lnTo>
                  <a:lnTo>
                    <a:pt x="12391" y="12391"/>
                  </a:lnTo>
                  <a:lnTo>
                    <a:pt x="12370" y="12755"/>
                  </a:lnTo>
                  <a:lnTo>
                    <a:pt x="12330" y="13078"/>
                  </a:lnTo>
                  <a:lnTo>
                    <a:pt x="12270" y="13400"/>
                  </a:lnTo>
                  <a:lnTo>
                    <a:pt x="12209" y="13683"/>
                  </a:lnTo>
                  <a:lnTo>
                    <a:pt x="12128" y="13965"/>
                  </a:lnTo>
                  <a:lnTo>
                    <a:pt x="12007" y="14228"/>
                  </a:lnTo>
                  <a:lnTo>
                    <a:pt x="11886" y="14470"/>
                  </a:lnTo>
                  <a:lnTo>
                    <a:pt x="11745" y="14712"/>
                  </a:lnTo>
                  <a:lnTo>
                    <a:pt x="11563" y="14934"/>
                  </a:lnTo>
                  <a:lnTo>
                    <a:pt x="11382" y="15136"/>
                  </a:lnTo>
                  <a:lnTo>
                    <a:pt x="11160" y="15338"/>
                  </a:lnTo>
                  <a:lnTo>
                    <a:pt x="10938" y="15540"/>
                  </a:lnTo>
                  <a:lnTo>
                    <a:pt x="10675" y="15741"/>
                  </a:lnTo>
                  <a:lnTo>
                    <a:pt x="10373" y="15923"/>
                  </a:lnTo>
                  <a:lnTo>
                    <a:pt x="10070" y="16105"/>
                  </a:lnTo>
                  <a:lnTo>
                    <a:pt x="8980" y="16690"/>
                  </a:lnTo>
                  <a:lnTo>
                    <a:pt x="7911" y="17255"/>
                  </a:lnTo>
                  <a:lnTo>
                    <a:pt x="6397" y="18042"/>
                  </a:lnTo>
                  <a:lnTo>
                    <a:pt x="5651" y="18466"/>
                  </a:lnTo>
                  <a:lnTo>
                    <a:pt x="4924" y="18889"/>
                  </a:lnTo>
                  <a:lnTo>
                    <a:pt x="4218" y="19354"/>
                  </a:lnTo>
                  <a:lnTo>
                    <a:pt x="3552" y="19838"/>
                  </a:lnTo>
                  <a:lnTo>
                    <a:pt x="2967" y="20322"/>
                  </a:lnTo>
                  <a:lnTo>
                    <a:pt x="2422" y="20827"/>
                  </a:lnTo>
                  <a:lnTo>
                    <a:pt x="2180" y="21069"/>
                  </a:lnTo>
                  <a:lnTo>
                    <a:pt x="1937" y="21331"/>
                  </a:lnTo>
                  <a:lnTo>
                    <a:pt x="1715" y="21594"/>
                  </a:lnTo>
                  <a:lnTo>
                    <a:pt x="1514" y="21856"/>
                  </a:lnTo>
                  <a:lnTo>
                    <a:pt x="1312" y="22138"/>
                  </a:lnTo>
                  <a:lnTo>
                    <a:pt x="1130" y="22401"/>
                  </a:lnTo>
                  <a:lnTo>
                    <a:pt x="949" y="22683"/>
                  </a:lnTo>
                  <a:lnTo>
                    <a:pt x="807" y="22966"/>
                  </a:lnTo>
                  <a:lnTo>
                    <a:pt x="565" y="23450"/>
                  </a:lnTo>
                  <a:lnTo>
                    <a:pt x="363" y="23975"/>
                  </a:lnTo>
                  <a:lnTo>
                    <a:pt x="222" y="24499"/>
                  </a:lnTo>
                  <a:lnTo>
                    <a:pt x="101" y="25044"/>
                  </a:lnTo>
                  <a:lnTo>
                    <a:pt x="40" y="25589"/>
                  </a:lnTo>
                  <a:lnTo>
                    <a:pt x="0" y="26154"/>
                  </a:lnTo>
                  <a:lnTo>
                    <a:pt x="20" y="26719"/>
                  </a:lnTo>
                  <a:lnTo>
                    <a:pt x="81" y="27284"/>
                  </a:lnTo>
                  <a:lnTo>
                    <a:pt x="141" y="27567"/>
                  </a:lnTo>
                  <a:lnTo>
                    <a:pt x="202" y="27849"/>
                  </a:lnTo>
                  <a:lnTo>
                    <a:pt x="262" y="28112"/>
                  </a:lnTo>
                  <a:lnTo>
                    <a:pt x="363" y="28394"/>
                  </a:lnTo>
                  <a:lnTo>
                    <a:pt x="444" y="28657"/>
                  </a:lnTo>
                  <a:lnTo>
                    <a:pt x="545" y="28899"/>
                  </a:lnTo>
                  <a:lnTo>
                    <a:pt x="666" y="29161"/>
                  </a:lnTo>
                  <a:lnTo>
                    <a:pt x="787" y="29403"/>
                  </a:lnTo>
                  <a:lnTo>
                    <a:pt x="928" y="29625"/>
                  </a:lnTo>
                  <a:lnTo>
                    <a:pt x="1070" y="29847"/>
                  </a:lnTo>
                  <a:lnTo>
                    <a:pt x="1231" y="30069"/>
                  </a:lnTo>
                  <a:lnTo>
                    <a:pt x="1393" y="30271"/>
                  </a:lnTo>
                  <a:lnTo>
                    <a:pt x="1574" y="30473"/>
                  </a:lnTo>
                  <a:lnTo>
                    <a:pt x="1756" y="30654"/>
                  </a:lnTo>
                  <a:lnTo>
                    <a:pt x="1958" y="30836"/>
                  </a:lnTo>
                  <a:lnTo>
                    <a:pt x="2159" y="31018"/>
                  </a:lnTo>
                  <a:lnTo>
                    <a:pt x="2543" y="31300"/>
                  </a:lnTo>
                  <a:lnTo>
                    <a:pt x="2967" y="31542"/>
                  </a:lnTo>
                  <a:lnTo>
                    <a:pt x="3390" y="31744"/>
                  </a:lnTo>
                  <a:lnTo>
                    <a:pt x="3854" y="31926"/>
                  </a:lnTo>
                  <a:lnTo>
                    <a:pt x="4339" y="32067"/>
                  </a:lnTo>
                  <a:lnTo>
                    <a:pt x="4843" y="32168"/>
                  </a:lnTo>
                  <a:lnTo>
                    <a:pt x="5348" y="32228"/>
                  </a:lnTo>
                  <a:lnTo>
                    <a:pt x="5893" y="32249"/>
                  </a:lnTo>
                  <a:lnTo>
                    <a:pt x="5933" y="32249"/>
                  </a:lnTo>
                  <a:lnTo>
                    <a:pt x="6438" y="32228"/>
                  </a:lnTo>
                  <a:lnTo>
                    <a:pt x="6922" y="32188"/>
                  </a:lnTo>
                  <a:lnTo>
                    <a:pt x="7426" y="32107"/>
                  </a:lnTo>
                  <a:lnTo>
                    <a:pt x="7911" y="31986"/>
                  </a:lnTo>
                  <a:lnTo>
                    <a:pt x="8395" y="31845"/>
                  </a:lnTo>
                  <a:lnTo>
                    <a:pt x="8879" y="31663"/>
                  </a:lnTo>
                  <a:lnTo>
                    <a:pt x="9343" y="31462"/>
                  </a:lnTo>
                  <a:lnTo>
                    <a:pt x="9787" y="31219"/>
                  </a:lnTo>
                  <a:lnTo>
                    <a:pt x="10211" y="30977"/>
                  </a:lnTo>
                  <a:lnTo>
                    <a:pt x="10635" y="30695"/>
                  </a:lnTo>
                  <a:lnTo>
                    <a:pt x="11039" y="30392"/>
                  </a:lnTo>
                  <a:lnTo>
                    <a:pt x="11442" y="30089"/>
                  </a:lnTo>
                  <a:lnTo>
                    <a:pt x="12209" y="29444"/>
                  </a:lnTo>
                  <a:lnTo>
                    <a:pt x="12956" y="28778"/>
                  </a:lnTo>
                  <a:lnTo>
                    <a:pt x="13480" y="28314"/>
                  </a:lnTo>
                  <a:lnTo>
                    <a:pt x="14005" y="27849"/>
                  </a:lnTo>
                  <a:lnTo>
                    <a:pt x="14550" y="27405"/>
                  </a:lnTo>
                  <a:lnTo>
                    <a:pt x="15115" y="26961"/>
                  </a:lnTo>
                  <a:lnTo>
                    <a:pt x="15559" y="26659"/>
                  </a:lnTo>
                  <a:lnTo>
                    <a:pt x="16023" y="26356"/>
                  </a:lnTo>
                  <a:lnTo>
                    <a:pt x="16507" y="26074"/>
                  </a:lnTo>
                  <a:lnTo>
                    <a:pt x="16992" y="25811"/>
                  </a:lnTo>
                  <a:lnTo>
                    <a:pt x="17960" y="25307"/>
                  </a:lnTo>
                  <a:lnTo>
                    <a:pt x="18949" y="24822"/>
                  </a:lnTo>
                  <a:lnTo>
                    <a:pt x="19918" y="24338"/>
                  </a:lnTo>
                  <a:lnTo>
                    <a:pt x="20886" y="23834"/>
                  </a:lnTo>
                  <a:lnTo>
                    <a:pt x="21351" y="23571"/>
                  </a:lnTo>
                  <a:lnTo>
                    <a:pt x="21835" y="23309"/>
                  </a:lnTo>
                  <a:lnTo>
                    <a:pt x="22299" y="23006"/>
                  </a:lnTo>
                  <a:lnTo>
                    <a:pt x="22743" y="22703"/>
                  </a:lnTo>
                  <a:lnTo>
                    <a:pt x="23227" y="22340"/>
                  </a:lnTo>
                  <a:lnTo>
                    <a:pt x="23691" y="21957"/>
                  </a:lnTo>
                  <a:lnTo>
                    <a:pt x="24135" y="21553"/>
                  </a:lnTo>
                  <a:lnTo>
                    <a:pt x="24559" y="21129"/>
                  </a:lnTo>
                  <a:lnTo>
                    <a:pt x="24983" y="20685"/>
                  </a:lnTo>
                  <a:lnTo>
                    <a:pt x="25366" y="20221"/>
                  </a:lnTo>
                  <a:lnTo>
                    <a:pt x="25750" y="19737"/>
                  </a:lnTo>
                  <a:lnTo>
                    <a:pt x="26093" y="19232"/>
                  </a:lnTo>
                  <a:lnTo>
                    <a:pt x="26436" y="18728"/>
                  </a:lnTo>
                  <a:lnTo>
                    <a:pt x="26739" y="18183"/>
                  </a:lnTo>
                  <a:lnTo>
                    <a:pt x="27021" y="17638"/>
                  </a:lnTo>
                  <a:lnTo>
                    <a:pt x="27304" y="17093"/>
                  </a:lnTo>
                  <a:lnTo>
                    <a:pt x="27546" y="16528"/>
                  </a:lnTo>
                  <a:lnTo>
                    <a:pt x="27748" y="15943"/>
                  </a:lnTo>
                  <a:lnTo>
                    <a:pt x="27949" y="15358"/>
                  </a:lnTo>
                  <a:lnTo>
                    <a:pt x="28111" y="14752"/>
                  </a:lnTo>
                  <a:lnTo>
                    <a:pt x="28252" y="14167"/>
                  </a:lnTo>
                  <a:lnTo>
                    <a:pt x="28353" y="13582"/>
                  </a:lnTo>
                  <a:lnTo>
                    <a:pt x="28454" y="12977"/>
                  </a:lnTo>
                  <a:lnTo>
                    <a:pt x="28514" y="12391"/>
                  </a:lnTo>
                  <a:lnTo>
                    <a:pt x="28555" y="11786"/>
                  </a:lnTo>
                  <a:lnTo>
                    <a:pt x="28555" y="11181"/>
                  </a:lnTo>
                  <a:lnTo>
                    <a:pt x="28555" y="10555"/>
                  </a:lnTo>
                  <a:lnTo>
                    <a:pt x="28514" y="9950"/>
                  </a:lnTo>
                  <a:lnTo>
                    <a:pt x="28454" y="9344"/>
                  </a:lnTo>
                  <a:lnTo>
                    <a:pt x="28373" y="8739"/>
                  </a:lnTo>
                  <a:lnTo>
                    <a:pt x="28272" y="8133"/>
                  </a:lnTo>
                  <a:lnTo>
                    <a:pt x="28151" y="7528"/>
                  </a:lnTo>
                  <a:lnTo>
                    <a:pt x="27990" y="6923"/>
                  </a:lnTo>
                  <a:lnTo>
                    <a:pt x="27828" y="6337"/>
                  </a:lnTo>
                  <a:lnTo>
                    <a:pt x="27627" y="5752"/>
                  </a:lnTo>
                  <a:lnTo>
                    <a:pt x="27405" y="5167"/>
                  </a:lnTo>
                  <a:lnTo>
                    <a:pt x="27142" y="4541"/>
                  </a:lnTo>
                  <a:lnTo>
                    <a:pt x="26860" y="3976"/>
                  </a:lnTo>
                  <a:lnTo>
                    <a:pt x="26557" y="3452"/>
                  </a:lnTo>
                  <a:lnTo>
                    <a:pt x="26234" y="2947"/>
                  </a:lnTo>
                  <a:lnTo>
                    <a:pt x="25911" y="2503"/>
                  </a:lnTo>
                  <a:lnTo>
                    <a:pt x="25548" y="2100"/>
                  </a:lnTo>
                  <a:lnTo>
                    <a:pt x="25185" y="1716"/>
                  </a:lnTo>
                  <a:lnTo>
                    <a:pt x="24801" y="1393"/>
                  </a:lnTo>
                  <a:lnTo>
                    <a:pt x="24438" y="1111"/>
                  </a:lnTo>
                  <a:lnTo>
                    <a:pt x="24055" y="889"/>
                  </a:lnTo>
                  <a:lnTo>
                    <a:pt x="23651" y="667"/>
                  </a:lnTo>
                  <a:lnTo>
                    <a:pt x="23227" y="485"/>
                  </a:lnTo>
                  <a:lnTo>
                    <a:pt x="22783" y="344"/>
                  </a:lnTo>
                  <a:lnTo>
                    <a:pt x="22339" y="223"/>
                  </a:lnTo>
                  <a:lnTo>
                    <a:pt x="21895" y="122"/>
                  </a:lnTo>
                  <a:lnTo>
                    <a:pt x="21411" y="61"/>
                  </a:lnTo>
                  <a:lnTo>
                    <a:pt x="20947" y="21"/>
                  </a:lnTo>
                  <a:lnTo>
                    <a:pt x="204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1"/>
            <p:cNvSpPr/>
            <p:nvPr/>
          </p:nvSpPr>
          <p:spPr>
            <a:xfrm flipH="1" rot="7510477">
              <a:off x="3995921" y="3784607"/>
              <a:ext cx="1395656" cy="1650712"/>
            </a:xfrm>
            <a:custGeom>
              <a:rect b="b" l="l" r="r" t="t"/>
              <a:pathLst>
                <a:path extrusionOk="0" h="29525" w="24963">
                  <a:moveTo>
                    <a:pt x="18727" y="81"/>
                  </a:moveTo>
                  <a:lnTo>
                    <a:pt x="19211" y="102"/>
                  </a:lnTo>
                  <a:lnTo>
                    <a:pt x="19514" y="142"/>
                  </a:lnTo>
                  <a:lnTo>
                    <a:pt x="19837" y="223"/>
                  </a:lnTo>
                  <a:lnTo>
                    <a:pt x="20140" y="303"/>
                  </a:lnTo>
                  <a:lnTo>
                    <a:pt x="20442" y="404"/>
                  </a:lnTo>
                  <a:lnTo>
                    <a:pt x="20745" y="525"/>
                  </a:lnTo>
                  <a:lnTo>
                    <a:pt x="21048" y="667"/>
                  </a:lnTo>
                  <a:lnTo>
                    <a:pt x="21330" y="828"/>
                  </a:lnTo>
                  <a:lnTo>
                    <a:pt x="21613" y="1010"/>
                  </a:lnTo>
                  <a:lnTo>
                    <a:pt x="21895" y="1212"/>
                  </a:lnTo>
                  <a:lnTo>
                    <a:pt x="22158" y="1413"/>
                  </a:lnTo>
                  <a:lnTo>
                    <a:pt x="22420" y="1655"/>
                  </a:lnTo>
                  <a:lnTo>
                    <a:pt x="22662" y="1898"/>
                  </a:lnTo>
                  <a:lnTo>
                    <a:pt x="22904" y="2160"/>
                  </a:lnTo>
                  <a:lnTo>
                    <a:pt x="23126" y="2443"/>
                  </a:lnTo>
                  <a:lnTo>
                    <a:pt x="23328" y="2725"/>
                  </a:lnTo>
                  <a:lnTo>
                    <a:pt x="23530" y="3028"/>
                  </a:lnTo>
                  <a:lnTo>
                    <a:pt x="23691" y="3290"/>
                  </a:lnTo>
                  <a:lnTo>
                    <a:pt x="23833" y="3573"/>
                  </a:lnTo>
                  <a:lnTo>
                    <a:pt x="24095" y="4138"/>
                  </a:lnTo>
                  <a:lnTo>
                    <a:pt x="24317" y="4723"/>
                  </a:lnTo>
                  <a:lnTo>
                    <a:pt x="24499" y="5369"/>
                  </a:lnTo>
                  <a:lnTo>
                    <a:pt x="24660" y="6035"/>
                  </a:lnTo>
                  <a:lnTo>
                    <a:pt x="24761" y="6721"/>
                  </a:lnTo>
                  <a:lnTo>
                    <a:pt x="24842" y="7467"/>
                  </a:lnTo>
                  <a:lnTo>
                    <a:pt x="24882" y="8214"/>
                  </a:lnTo>
                  <a:lnTo>
                    <a:pt x="24882" y="8880"/>
                  </a:lnTo>
                  <a:lnTo>
                    <a:pt x="24862" y="9546"/>
                  </a:lnTo>
                  <a:lnTo>
                    <a:pt x="24822" y="10232"/>
                  </a:lnTo>
                  <a:lnTo>
                    <a:pt x="24761" y="10938"/>
                  </a:lnTo>
                  <a:lnTo>
                    <a:pt x="24660" y="11665"/>
                  </a:lnTo>
                  <a:lnTo>
                    <a:pt x="24539" y="12411"/>
                  </a:lnTo>
                  <a:lnTo>
                    <a:pt x="24398" y="13178"/>
                  </a:lnTo>
                  <a:lnTo>
                    <a:pt x="24216" y="13986"/>
                  </a:lnTo>
                  <a:lnTo>
                    <a:pt x="23994" y="14853"/>
                  </a:lnTo>
                  <a:lnTo>
                    <a:pt x="23873" y="15297"/>
                  </a:lnTo>
                  <a:lnTo>
                    <a:pt x="23732" y="15721"/>
                  </a:lnTo>
                  <a:lnTo>
                    <a:pt x="23570" y="16145"/>
                  </a:lnTo>
                  <a:lnTo>
                    <a:pt x="23369" y="16569"/>
                  </a:lnTo>
                  <a:lnTo>
                    <a:pt x="23167" y="16972"/>
                  </a:lnTo>
                  <a:lnTo>
                    <a:pt x="22925" y="17356"/>
                  </a:lnTo>
                  <a:lnTo>
                    <a:pt x="22682" y="17658"/>
                  </a:lnTo>
                  <a:lnTo>
                    <a:pt x="22440" y="17961"/>
                  </a:lnTo>
                  <a:lnTo>
                    <a:pt x="22158" y="18244"/>
                  </a:lnTo>
                  <a:lnTo>
                    <a:pt x="21875" y="18506"/>
                  </a:lnTo>
                  <a:lnTo>
                    <a:pt x="21573" y="18748"/>
                  </a:lnTo>
                  <a:lnTo>
                    <a:pt x="21270" y="18990"/>
                  </a:lnTo>
                  <a:lnTo>
                    <a:pt x="20947" y="19212"/>
                  </a:lnTo>
                  <a:lnTo>
                    <a:pt x="20604" y="19414"/>
                  </a:lnTo>
                  <a:lnTo>
                    <a:pt x="20261" y="19616"/>
                  </a:lnTo>
                  <a:lnTo>
                    <a:pt x="19918" y="19818"/>
                  </a:lnTo>
                  <a:lnTo>
                    <a:pt x="19211" y="20181"/>
                  </a:lnTo>
                  <a:lnTo>
                    <a:pt x="18465" y="20524"/>
                  </a:lnTo>
                  <a:lnTo>
                    <a:pt x="17738" y="20847"/>
                  </a:lnTo>
                  <a:lnTo>
                    <a:pt x="17133" y="21109"/>
                  </a:lnTo>
                  <a:lnTo>
                    <a:pt x="16245" y="21513"/>
                  </a:lnTo>
                  <a:lnTo>
                    <a:pt x="15418" y="21916"/>
                  </a:lnTo>
                  <a:lnTo>
                    <a:pt x="14651" y="22340"/>
                  </a:lnTo>
                  <a:lnTo>
                    <a:pt x="13924" y="22744"/>
                  </a:lnTo>
                  <a:lnTo>
                    <a:pt x="13258" y="23167"/>
                  </a:lnTo>
                  <a:lnTo>
                    <a:pt x="12633" y="23611"/>
                  </a:lnTo>
                  <a:lnTo>
                    <a:pt x="12048" y="24055"/>
                  </a:lnTo>
                  <a:lnTo>
                    <a:pt x="11503" y="24520"/>
                  </a:lnTo>
                  <a:lnTo>
                    <a:pt x="11099" y="24883"/>
                  </a:lnTo>
                  <a:lnTo>
                    <a:pt x="10695" y="25246"/>
                  </a:lnTo>
                  <a:lnTo>
                    <a:pt x="9949" y="26013"/>
                  </a:lnTo>
                  <a:lnTo>
                    <a:pt x="9323" y="26638"/>
                  </a:lnTo>
                  <a:lnTo>
                    <a:pt x="8698" y="27244"/>
                  </a:lnTo>
                  <a:lnTo>
                    <a:pt x="8355" y="27526"/>
                  </a:lnTo>
                  <a:lnTo>
                    <a:pt x="8032" y="27809"/>
                  </a:lnTo>
                  <a:lnTo>
                    <a:pt x="7668" y="28091"/>
                  </a:lnTo>
                  <a:lnTo>
                    <a:pt x="7325" y="28334"/>
                  </a:lnTo>
                  <a:lnTo>
                    <a:pt x="6902" y="28596"/>
                  </a:lnTo>
                  <a:lnTo>
                    <a:pt x="6498" y="28818"/>
                  </a:lnTo>
                  <a:lnTo>
                    <a:pt x="6094" y="29000"/>
                  </a:lnTo>
                  <a:lnTo>
                    <a:pt x="5711" y="29141"/>
                  </a:lnTo>
                  <a:lnTo>
                    <a:pt x="5328" y="29262"/>
                  </a:lnTo>
                  <a:lnTo>
                    <a:pt x="4964" y="29343"/>
                  </a:lnTo>
                  <a:lnTo>
                    <a:pt x="4601" y="29403"/>
                  </a:lnTo>
                  <a:lnTo>
                    <a:pt x="4238" y="29423"/>
                  </a:lnTo>
                  <a:lnTo>
                    <a:pt x="3915" y="29423"/>
                  </a:lnTo>
                  <a:lnTo>
                    <a:pt x="3592" y="29403"/>
                  </a:lnTo>
                  <a:lnTo>
                    <a:pt x="3289" y="29363"/>
                  </a:lnTo>
                  <a:lnTo>
                    <a:pt x="2987" y="29302"/>
                  </a:lnTo>
                  <a:lnTo>
                    <a:pt x="2724" y="29221"/>
                  </a:lnTo>
                  <a:lnTo>
                    <a:pt x="2462" y="29121"/>
                  </a:lnTo>
                  <a:lnTo>
                    <a:pt x="2240" y="29020"/>
                  </a:lnTo>
                  <a:lnTo>
                    <a:pt x="2018" y="28899"/>
                  </a:lnTo>
                  <a:lnTo>
                    <a:pt x="1715" y="28677"/>
                  </a:lnTo>
                  <a:lnTo>
                    <a:pt x="1433" y="28414"/>
                  </a:lnTo>
                  <a:lnTo>
                    <a:pt x="1170" y="28132"/>
                  </a:lnTo>
                  <a:lnTo>
                    <a:pt x="928" y="27809"/>
                  </a:lnTo>
                  <a:lnTo>
                    <a:pt x="706" y="27446"/>
                  </a:lnTo>
                  <a:lnTo>
                    <a:pt x="525" y="27062"/>
                  </a:lnTo>
                  <a:lnTo>
                    <a:pt x="363" y="26659"/>
                  </a:lnTo>
                  <a:lnTo>
                    <a:pt x="242" y="26235"/>
                  </a:lnTo>
                  <a:lnTo>
                    <a:pt x="182" y="25952"/>
                  </a:lnTo>
                  <a:lnTo>
                    <a:pt x="121" y="25670"/>
                  </a:lnTo>
                  <a:lnTo>
                    <a:pt x="101" y="25387"/>
                  </a:lnTo>
                  <a:lnTo>
                    <a:pt x="81" y="25105"/>
                  </a:lnTo>
                  <a:lnTo>
                    <a:pt x="81" y="24802"/>
                  </a:lnTo>
                  <a:lnTo>
                    <a:pt x="81" y="24520"/>
                  </a:lnTo>
                  <a:lnTo>
                    <a:pt x="101" y="24237"/>
                  </a:lnTo>
                  <a:lnTo>
                    <a:pt x="141" y="23954"/>
                  </a:lnTo>
                  <a:lnTo>
                    <a:pt x="202" y="23672"/>
                  </a:lnTo>
                  <a:lnTo>
                    <a:pt x="262" y="23389"/>
                  </a:lnTo>
                  <a:lnTo>
                    <a:pt x="343" y="23107"/>
                  </a:lnTo>
                  <a:lnTo>
                    <a:pt x="424" y="22824"/>
                  </a:lnTo>
                  <a:lnTo>
                    <a:pt x="545" y="22562"/>
                  </a:lnTo>
                  <a:lnTo>
                    <a:pt x="666" y="22300"/>
                  </a:lnTo>
                  <a:lnTo>
                    <a:pt x="787" y="22037"/>
                  </a:lnTo>
                  <a:lnTo>
                    <a:pt x="928" y="21795"/>
                  </a:lnTo>
                  <a:lnTo>
                    <a:pt x="1211" y="21392"/>
                  </a:lnTo>
                  <a:lnTo>
                    <a:pt x="1514" y="21008"/>
                  </a:lnTo>
                  <a:lnTo>
                    <a:pt x="1836" y="20645"/>
                  </a:lnTo>
                  <a:lnTo>
                    <a:pt x="2200" y="20302"/>
                  </a:lnTo>
                  <a:lnTo>
                    <a:pt x="2563" y="19959"/>
                  </a:lnTo>
                  <a:lnTo>
                    <a:pt x="2926" y="19656"/>
                  </a:lnTo>
                  <a:lnTo>
                    <a:pt x="3693" y="19071"/>
                  </a:lnTo>
                  <a:lnTo>
                    <a:pt x="4238" y="18687"/>
                  </a:lnTo>
                  <a:lnTo>
                    <a:pt x="4803" y="18304"/>
                  </a:lnTo>
                  <a:lnTo>
                    <a:pt x="5368" y="17921"/>
                  </a:lnTo>
                  <a:lnTo>
                    <a:pt x="5953" y="17557"/>
                  </a:lnTo>
                  <a:lnTo>
                    <a:pt x="6518" y="17194"/>
                  </a:lnTo>
                  <a:lnTo>
                    <a:pt x="7124" y="16851"/>
                  </a:lnTo>
                  <a:lnTo>
                    <a:pt x="7709" y="16528"/>
                  </a:lnTo>
                  <a:lnTo>
                    <a:pt x="8314" y="16205"/>
                  </a:lnTo>
                  <a:lnTo>
                    <a:pt x="8556" y="16084"/>
                  </a:lnTo>
                  <a:lnTo>
                    <a:pt x="9162" y="15761"/>
                  </a:lnTo>
                  <a:lnTo>
                    <a:pt x="9464" y="15580"/>
                  </a:lnTo>
                  <a:lnTo>
                    <a:pt x="9767" y="15398"/>
                  </a:lnTo>
                  <a:lnTo>
                    <a:pt x="10050" y="15196"/>
                  </a:lnTo>
                  <a:lnTo>
                    <a:pt x="10312" y="14995"/>
                  </a:lnTo>
                  <a:lnTo>
                    <a:pt x="10574" y="14752"/>
                  </a:lnTo>
                  <a:lnTo>
                    <a:pt x="10796" y="14490"/>
                  </a:lnTo>
                  <a:lnTo>
                    <a:pt x="10938" y="14308"/>
                  </a:lnTo>
                  <a:lnTo>
                    <a:pt x="11059" y="14107"/>
                  </a:lnTo>
                  <a:lnTo>
                    <a:pt x="11180" y="13905"/>
                  </a:lnTo>
                  <a:lnTo>
                    <a:pt x="11281" y="13683"/>
                  </a:lnTo>
                  <a:lnTo>
                    <a:pt x="11482" y="13219"/>
                  </a:lnTo>
                  <a:lnTo>
                    <a:pt x="11624" y="12755"/>
                  </a:lnTo>
                  <a:lnTo>
                    <a:pt x="11745" y="12270"/>
                  </a:lnTo>
                  <a:lnTo>
                    <a:pt x="11846" y="11766"/>
                  </a:lnTo>
                  <a:lnTo>
                    <a:pt x="11926" y="11261"/>
                  </a:lnTo>
                  <a:lnTo>
                    <a:pt x="11987" y="10777"/>
                  </a:lnTo>
                  <a:lnTo>
                    <a:pt x="12088" y="9889"/>
                  </a:lnTo>
                  <a:lnTo>
                    <a:pt x="12169" y="9001"/>
                  </a:lnTo>
                  <a:lnTo>
                    <a:pt x="12229" y="8153"/>
                  </a:lnTo>
                  <a:lnTo>
                    <a:pt x="12330" y="7286"/>
                  </a:lnTo>
                  <a:lnTo>
                    <a:pt x="12451" y="6438"/>
                  </a:lnTo>
                  <a:lnTo>
                    <a:pt x="12532" y="6014"/>
                  </a:lnTo>
                  <a:lnTo>
                    <a:pt x="12633" y="5591"/>
                  </a:lnTo>
                  <a:lnTo>
                    <a:pt x="12814" y="5005"/>
                  </a:lnTo>
                  <a:lnTo>
                    <a:pt x="13016" y="4420"/>
                  </a:lnTo>
                  <a:lnTo>
                    <a:pt x="13258" y="3875"/>
                  </a:lnTo>
                  <a:lnTo>
                    <a:pt x="13541" y="3351"/>
                  </a:lnTo>
                  <a:lnTo>
                    <a:pt x="13844" y="2866"/>
                  </a:lnTo>
                  <a:lnTo>
                    <a:pt x="14187" y="2422"/>
                  </a:lnTo>
                  <a:lnTo>
                    <a:pt x="14550" y="1999"/>
                  </a:lnTo>
                  <a:lnTo>
                    <a:pt x="14933" y="1615"/>
                  </a:lnTo>
                  <a:lnTo>
                    <a:pt x="15135" y="1434"/>
                  </a:lnTo>
                  <a:lnTo>
                    <a:pt x="15357" y="1272"/>
                  </a:lnTo>
                  <a:lnTo>
                    <a:pt x="15801" y="949"/>
                  </a:lnTo>
                  <a:lnTo>
                    <a:pt x="16265" y="707"/>
                  </a:lnTo>
                  <a:lnTo>
                    <a:pt x="16729" y="485"/>
                  </a:lnTo>
                  <a:lnTo>
                    <a:pt x="17234" y="303"/>
                  </a:lnTo>
                  <a:lnTo>
                    <a:pt x="17738" y="182"/>
                  </a:lnTo>
                  <a:lnTo>
                    <a:pt x="17980" y="142"/>
                  </a:lnTo>
                  <a:lnTo>
                    <a:pt x="18223" y="102"/>
                  </a:lnTo>
                  <a:lnTo>
                    <a:pt x="18485" y="81"/>
                  </a:lnTo>
                  <a:close/>
                  <a:moveTo>
                    <a:pt x="18646" y="1"/>
                  </a:moveTo>
                  <a:lnTo>
                    <a:pt x="18364" y="21"/>
                  </a:lnTo>
                  <a:lnTo>
                    <a:pt x="18081" y="41"/>
                  </a:lnTo>
                  <a:lnTo>
                    <a:pt x="17799" y="81"/>
                  </a:lnTo>
                  <a:lnTo>
                    <a:pt x="17516" y="142"/>
                  </a:lnTo>
                  <a:lnTo>
                    <a:pt x="17234" y="223"/>
                  </a:lnTo>
                  <a:lnTo>
                    <a:pt x="16951" y="324"/>
                  </a:lnTo>
                  <a:lnTo>
                    <a:pt x="16669" y="425"/>
                  </a:lnTo>
                  <a:lnTo>
                    <a:pt x="16406" y="546"/>
                  </a:lnTo>
                  <a:lnTo>
                    <a:pt x="16124" y="667"/>
                  </a:lnTo>
                  <a:lnTo>
                    <a:pt x="15862" y="828"/>
                  </a:lnTo>
                  <a:lnTo>
                    <a:pt x="15599" y="990"/>
                  </a:lnTo>
                  <a:lnTo>
                    <a:pt x="15357" y="1151"/>
                  </a:lnTo>
                  <a:lnTo>
                    <a:pt x="15115" y="1353"/>
                  </a:lnTo>
                  <a:lnTo>
                    <a:pt x="14873" y="1555"/>
                  </a:lnTo>
                  <a:lnTo>
                    <a:pt x="14489" y="1938"/>
                  </a:lnTo>
                  <a:lnTo>
                    <a:pt x="14126" y="2362"/>
                  </a:lnTo>
                  <a:lnTo>
                    <a:pt x="13783" y="2826"/>
                  </a:lnTo>
                  <a:lnTo>
                    <a:pt x="13460" y="3310"/>
                  </a:lnTo>
                  <a:lnTo>
                    <a:pt x="13198" y="3835"/>
                  </a:lnTo>
                  <a:lnTo>
                    <a:pt x="12956" y="4400"/>
                  </a:lnTo>
                  <a:lnTo>
                    <a:pt x="12734" y="4965"/>
                  </a:lnTo>
                  <a:lnTo>
                    <a:pt x="12552" y="5570"/>
                  </a:lnTo>
                  <a:lnTo>
                    <a:pt x="12471" y="5994"/>
                  </a:lnTo>
                  <a:lnTo>
                    <a:pt x="12370" y="6418"/>
                  </a:lnTo>
                  <a:lnTo>
                    <a:pt x="12310" y="6842"/>
                  </a:lnTo>
                  <a:lnTo>
                    <a:pt x="12249" y="7286"/>
                  </a:lnTo>
                  <a:lnTo>
                    <a:pt x="12148" y="8133"/>
                  </a:lnTo>
                  <a:lnTo>
                    <a:pt x="12088" y="9001"/>
                  </a:lnTo>
                  <a:lnTo>
                    <a:pt x="12007" y="9889"/>
                  </a:lnTo>
                  <a:lnTo>
                    <a:pt x="11906" y="10777"/>
                  </a:lnTo>
                  <a:lnTo>
                    <a:pt x="11846" y="11261"/>
                  </a:lnTo>
                  <a:lnTo>
                    <a:pt x="11765" y="11746"/>
                  </a:lnTo>
                  <a:lnTo>
                    <a:pt x="11664" y="12230"/>
                  </a:lnTo>
                  <a:lnTo>
                    <a:pt x="11543" y="12714"/>
                  </a:lnTo>
                  <a:lnTo>
                    <a:pt x="11402" y="13198"/>
                  </a:lnTo>
                  <a:lnTo>
                    <a:pt x="11220" y="13642"/>
                  </a:lnTo>
                  <a:lnTo>
                    <a:pt x="11119" y="13844"/>
                  </a:lnTo>
                  <a:lnTo>
                    <a:pt x="10998" y="14066"/>
                  </a:lnTo>
                  <a:lnTo>
                    <a:pt x="10877" y="14248"/>
                  </a:lnTo>
                  <a:lnTo>
                    <a:pt x="10736" y="14450"/>
                  </a:lnTo>
                  <a:lnTo>
                    <a:pt x="10514" y="14692"/>
                  </a:lnTo>
                  <a:lnTo>
                    <a:pt x="10272" y="14934"/>
                  </a:lnTo>
                  <a:lnTo>
                    <a:pt x="9989" y="15136"/>
                  </a:lnTo>
                  <a:lnTo>
                    <a:pt x="9707" y="15338"/>
                  </a:lnTo>
                  <a:lnTo>
                    <a:pt x="9424" y="15519"/>
                  </a:lnTo>
                  <a:lnTo>
                    <a:pt x="9121" y="15681"/>
                  </a:lnTo>
                  <a:lnTo>
                    <a:pt x="8516" y="16004"/>
                  </a:lnTo>
                  <a:lnTo>
                    <a:pt x="8274" y="16145"/>
                  </a:lnTo>
                  <a:lnTo>
                    <a:pt x="7668" y="16447"/>
                  </a:lnTo>
                  <a:lnTo>
                    <a:pt x="7083" y="16791"/>
                  </a:lnTo>
                  <a:lnTo>
                    <a:pt x="6478" y="17134"/>
                  </a:lnTo>
                  <a:lnTo>
                    <a:pt x="5913" y="17497"/>
                  </a:lnTo>
                  <a:lnTo>
                    <a:pt x="5328" y="17860"/>
                  </a:lnTo>
                  <a:lnTo>
                    <a:pt x="4763" y="18223"/>
                  </a:lnTo>
                  <a:lnTo>
                    <a:pt x="4198" y="18607"/>
                  </a:lnTo>
                  <a:lnTo>
                    <a:pt x="3653" y="19010"/>
                  </a:lnTo>
                  <a:lnTo>
                    <a:pt x="2866" y="19596"/>
                  </a:lnTo>
                  <a:lnTo>
                    <a:pt x="2502" y="19918"/>
                  </a:lnTo>
                  <a:lnTo>
                    <a:pt x="2139" y="20241"/>
                  </a:lnTo>
                  <a:lnTo>
                    <a:pt x="1776" y="20584"/>
                  </a:lnTo>
                  <a:lnTo>
                    <a:pt x="1453" y="20948"/>
                  </a:lnTo>
                  <a:lnTo>
                    <a:pt x="1150" y="21331"/>
                  </a:lnTo>
                  <a:lnTo>
                    <a:pt x="868" y="21755"/>
                  </a:lnTo>
                  <a:lnTo>
                    <a:pt x="727" y="21997"/>
                  </a:lnTo>
                  <a:lnTo>
                    <a:pt x="585" y="22259"/>
                  </a:lnTo>
                  <a:lnTo>
                    <a:pt x="464" y="22542"/>
                  </a:lnTo>
                  <a:lnTo>
                    <a:pt x="363" y="22804"/>
                  </a:lnTo>
                  <a:lnTo>
                    <a:pt x="262" y="23087"/>
                  </a:lnTo>
                  <a:lnTo>
                    <a:pt x="182" y="23369"/>
                  </a:lnTo>
                  <a:lnTo>
                    <a:pt x="121" y="23652"/>
                  </a:lnTo>
                  <a:lnTo>
                    <a:pt x="61" y="23934"/>
                  </a:lnTo>
                  <a:lnTo>
                    <a:pt x="20" y="24217"/>
                  </a:lnTo>
                  <a:lnTo>
                    <a:pt x="0" y="24520"/>
                  </a:lnTo>
                  <a:lnTo>
                    <a:pt x="0" y="24802"/>
                  </a:lnTo>
                  <a:lnTo>
                    <a:pt x="0" y="25105"/>
                  </a:lnTo>
                  <a:lnTo>
                    <a:pt x="20" y="25387"/>
                  </a:lnTo>
                  <a:lnTo>
                    <a:pt x="61" y="25690"/>
                  </a:lnTo>
                  <a:lnTo>
                    <a:pt x="101" y="25972"/>
                  </a:lnTo>
                  <a:lnTo>
                    <a:pt x="161" y="26255"/>
                  </a:lnTo>
                  <a:lnTo>
                    <a:pt x="283" y="26699"/>
                  </a:lnTo>
                  <a:lnTo>
                    <a:pt x="444" y="27103"/>
                  </a:lnTo>
                  <a:lnTo>
                    <a:pt x="646" y="27486"/>
                  </a:lnTo>
                  <a:lnTo>
                    <a:pt x="848" y="27849"/>
                  </a:lnTo>
                  <a:lnTo>
                    <a:pt x="1110" y="28172"/>
                  </a:lnTo>
                  <a:lnTo>
                    <a:pt x="1372" y="28475"/>
                  </a:lnTo>
                  <a:lnTo>
                    <a:pt x="1675" y="28737"/>
                  </a:lnTo>
                  <a:lnTo>
                    <a:pt x="1978" y="28959"/>
                  </a:lnTo>
                  <a:lnTo>
                    <a:pt x="2220" y="29100"/>
                  </a:lnTo>
                  <a:lnTo>
                    <a:pt x="2462" y="29221"/>
                  </a:lnTo>
                  <a:lnTo>
                    <a:pt x="2704" y="29302"/>
                  </a:lnTo>
                  <a:lnTo>
                    <a:pt x="2967" y="29383"/>
                  </a:lnTo>
                  <a:lnTo>
                    <a:pt x="3209" y="29443"/>
                  </a:lnTo>
                  <a:lnTo>
                    <a:pt x="3471" y="29484"/>
                  </a:lnTo>
                  <a:lnTo>
                    <a:pt x="3733" y="29504"/>
                  </a:lnTo>
                  <a:lnTo>
                    <a:pt x="3996" y="29524"/>
                  </a:lnTo>
                  <a:lnTo>
                    <a:pt x="4460" y="29484"/>
                  </a:lnTo>
                  <a:lnTo>
                    <a:pt x="4904" y="29423"/>
                  </a:lnTo>
                  <a:lnTo>
                    <a:pt x="5368" y="29322"/>
                  </a:lnTo>
                  <a:lnTo>
                    <a:pt x="5812" y="29181"/>
                  </a:lnTo>
                  <a:lnTo>
                    <a:pt x="6236" y="29020"/>
                  </a:lnTo>
                  <a:lnTo>
                    <a:pt x="6639" y="28838"/>
                  </a:lnTo>
                  <a:lnTo>
                    <a:pt x="7003" y="28636"/>
                  </a:lnTo>
                  <a:lnTo>
                    <a:pt x="7366" y="28414"/>
                  </a:lnTo>
                  <a:lnTo>
                    <a:pt x="7729" y="28152"/>
                  </a:lnTo>
                  <a:lnTo>
                    <a:pt x="8072" y="27890"/>
                  </a:lnTo>
                  <a:lnTo>
                    <a:pt x="8415" y="27587"/>
                  </a:lnTo>
                  <a:lnTo>
                    <a:pt x="8738" y="27304"/>
                  </a:lnTo>
                  <a:lnTo>
                    <a:pt x="9384" y="26699"/>
                  </a:lnTo>
                  <a:lnTo>
                    <a:pt x="9989" y="26073"/>
                  </a:lnTo>
                  <a:lnTo>
                    <a:pt x="10756" y="25307"/>
                  </a:lnTo>
                  <a:lnTo>
                    <a:pt x="11139" y="24943"/>
                  </a:lnTo>
                  <a:lnTo>
                    <a:pt x="11543" y="24580"/>
                  </a:lnTo>
                  <a:lnTo>
                    <a:pt x="12108" y="24116"/>
                  </a:lnTo>
                  <a:lnTo>
                    <a:pt x="12693" y="23672"/>
                  </a:lnTo>
                  <a:lnTo>
                    <a:pt x="13299" y="23248"/>
                  </a:lnTo>
                  <a:lnTo>
                    <a:pt x="13985" y="22824"/>
                  </a:lnTo>
                  <a:lnTo>
                    <a:pt x="14691" y="22401"/>
                  </a:lnTo>
                  <a:lnTo>
                    <a:pt x="15458" y="21997"/>
                  </a:lnTo>
                  <a:lnTo>
                    <a:pt x="16285" y="21593"/>
                  </a:lnTo>
                  <a:lnTo>
                    <a:pt x="17173" y="21170"/>
                  </a:lnTo>
                  <a:lnTo>
                    <a:pt x="17758" y="20907"/>
                  </a:lnTo>
                  <a:lnTo>
                    <a:pt x="18505" y="20584"/>
                  </a:lnTo>
                  <a:lnTo>
                    <a:pt x="19252" y="20241"/>
                  </a:lnTo>
                  <a:lnTo>
                    <a:pt x="19958" y="19878"/>
                  </a:lnTo>
                  <a:lnTo>
                    <a:pt x="20321" y="19696"/>
                  </a:lnTo>
                  <a:lnTo>
                    <a:pt x="20664" y="19495"/>
                  </a:lnTo>
                  <a:lnTo>
                    <a:pt x="20987" y="19273"/>
                  </a:lnTo>
                  <a:lnTo>
                    <a:pt x="21330" y="19051"/>
                  </a:lnTo>
                  <a:lnTo>
                    <a:pt x="21633" y="18809"/>
                  </a:lnTo>
                  <a:lnTo>
                    <a:pt x="21936" y="18566"/>
                  </a:lnTo>
                  <a:lnTo>
                    <a:pt x="22218" y="18304"/>
                  </a:lnTo>
                  <a:lnTo>
                    <a:pt x="22501" y="18022"/>
                  </a:lnTo>
                  <a:lnTo>
                    <a:pt x="22743" y="17719"/>
                  </a:lnTo>
                  <a:lnTo>
                    <a:pt x="22985" y="17396"/>
                  </a:lnTo>
                  <a:lnTo>
                    <a:pt x="23227" y="17013"/>
                  </a:lnTo>
                  <a:lnTo>
                    <a:pt x="23449" y="16589"/>
                  </a:lnTo>
                  <a:lnTo>
                    <a:pt x="23631" y="16185"/>
                  </a:lnTo>
                  <a:lnTo>
                    <a:pt x="23792" y="15761"/>
                  </a:lnTo>
                  <a:lnTo>
                    <a:pt x="23954" y="15317"/>
                  </a:lnTo>
                  <a:lnTo>
                    <a:pt x="24075" y="14873"/>
                  </a:lnTo>
                  <a:lnTo>
                    <a:pt x="24297" y="14006"/>
                  </a:lnTo>
                  <a:lnTo>
                    <a:pt x="24478" y="13198"/>
                  </a:lnTo>
                  <a:lnTo>
                    <a:pt x="24620" y="12432"/>
                  </a:lnTo>
                  <a:lnTo>
                    <a:pt x="24741" y="11685"/>
                  </a:lnTo>
                  <a:lnTo>
                    <a:pt x="24842" y="10938"/>
                  </a:lnTo>
                  <a:lnTo>
                    <a:pt x="24902" y="10232"/>
                  </a:lnTo>
                  <a:lnTo>
                    <a:pt x="24943" y="9546"/>
                  </a:lnTo>
                  <a:lnTo>
                    <a:pt x="24963" y="8880"/>
                  </a:lnTo>
                  <a:lnTo>
                    <a:pt x="24963" y="8214"/>
                  </a:lnTo>
                  <a:lnTo>
                    <a:pt x="24922" y="7447"/>
                  </a:lnTo>
                  <a:lnTo>
                    <a:pt x="24842" y="6721"/>
                  </a:lnTo>
                  <a:lnTo>
                    <a:pt x="24741" y="6014"/>
                  </a:lnTo>
                  <a:lnTo>
                    <a:pt x="24579" y="5348"/>
                  </a:lnTo>
                  <a:lnTo>
                    <a:pt x="24398" y="4703"/>
                  </a:lnTo>
                  <a:lnTo>
                    <a:pt x="24156" y="4097"/>
                  </a:lnTo>
                  <a:lnTo>
                    <a:pt x="23893" y="3532"/>
                  </a:lnTo>
                  <a:lnTo>
                    <a:pt x="23752" y="3250"/>
                  </a:lnTo>
                  <a:lnTo>
                    <a:pt x="23591" y="2987"/>
                  </a:lnTo>
                  <a:lnTo>
                    <a:pt x="23389" y="2685"/>
                  </a:lnTo>
                  <a:lnTo>
                    <a:pt x="23187" y="2382"/>
                  </a:lnTo>
                  <a:lnTo>
                    <a:pt x="22965" y="2099"/>
                  </a:lnTo>
                  <a:lnTo>
                    <a:pt x="22723" y="1837"/>
                  </a:lnTo>
                  <a:lnTo>
                    <a:pt x="22460" y="1595"/>
                  </a:lnTo>
                  <a:lnTo>
                    <a:pt x="22218" y="1353"/>
                  </a:lnTo>
                  <a:lnTo>
                    <a:pt x="21936" y="1151"/>
                  </a:lnTo>
                  <a:lnTo>
                    <a:pt x="21653" y="949"/>
                  </a:lnTo>
                  <a:lnTo>
                    <a:pt x="21371" y="768"/>
                  </a:lnTo>
                  <a:lnTo>
                    <a:pt x="21088" y="606"/>
                  </a:lnTo>
                  <a:lnTo>
                    <a:pt x="20785" y="445"/>
                  </a:lnTo>
                  <a:lnTo>
                    <a:pt x="20483" y="324"/>
                  </a:lnTo>
                  <a:lnTo>
                    <a:pt x="20160" y="223"/>
                  </a:lnTo>
                  <a:lnTo>
                    <a:pt x="19857" y="142"/>
                  </a:lnTo>
                  <a:lnTo>
                    <a:pt x="19534" y="61"/>
                  </a:lnTo>
                  <a:lnTo>
                    <a:pt x="19211" y="21"/>
                  </a:lnTo>
                  <a:lnTo>
                    <a:pt x="18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1"/>
            <p:cNvSpPr/>
            <p:nvPr/>
          </p:nvSpPr>
          <p:spPr>
            <a:xfrm flipH="1" rot="7510477">
              <a:off x="4097216" y="3895863"/>
              <a:ext cx="1193712" cy="1427300"/>
            </a:xfrm>
            <a:custGeom>
              <a:rect b="b" l="l" r="r" t="t"/>
              <a:pathLst>
                <a:path extrusionOk="0" h="25529" w="21351">
                  <a:moveTo>
                    <a:pt x="16709" y="81"/>
                  </a:moveTo>
                  <a:lnTo>
                    <a:pt x="17052" y="122"/>
                  </a:lnTo>
                  <a:lnTo>
                    <a:pt x="17416" y="202"/>
                  </a:lnTo>
                  <a:lnTo>
                    <a:pt x="17759" y="303"/>
                  </a:lnTo>
                  <a:lnTo>
                    <a:pt x="18102" y="424"/>
                  </a:lnTo>
                  <a:lnTo>
                    <a:pt x="18445" y="586"/>
                  </a:lnTo>
                  <a:lnTo>
                    <a:pt x="18788" y="788"/>
                  </a:lnTo>
                  <a:lnTo>
                    <a:pt x="19111" y="1010"/>
                  </a:lnTo>
                  <a:lnTo>
                    <a:pt x="19434" y="1272"/>
                  </a:lnTo>
                  <a:lnTo>
                    <a:pt x="19736" y="1575"/>
                  </a:lnTo>
                  <a:lnTo>
                    <a:pt x="19999" y="1897"/>
                  </a:lnTo>
                  <a:lnTo>
                    <a:pt x="20261" y="2261"/>
                  </a:lnTo>
                  <a:lnTo>
                    <a:pt x="20483" y="2644"/>
                  </a:lnTo>
                  <a:lnTo>
                    <a:pt x="20644" y="2947"/>
                  </a:lnTo>
                  <a:lnTo>
                    <a:pt x="20766" y="3250"/>
                  </a:lnTo>
                  <a:lnTo>
                    <a:pt x="20887" y="3572"/>
                  </a:lnTo>
                  <a:lnTo>
                    <a:pt x="20987" y="3895"/>
                  </a:lnTo>
                  <a:lnTo>
                    <a:pt x="21068" y="4238"/>
                  </a:lnTo>
                  <a:lnTo>
                    <a:pt x="21149" y="4581"/>
                  </a:lnTo>
                  <a:lnTo>
                    <a:pt x="21209" y="4945"/>
                  </a:lnTo>
                  <a:lnTo>
                    <a:pt x="21250" y="5308"/>
                  </a:lnTo>
                  <a:lnTo>
                    <a:pt x="21270" y="5691"/>
                  </a:lnTo>
                  <a:lnTo>
                    <a:pt x="21270" y="6075"/>
                  </a:lnTo>
                  <a:lnTo>
                    <a:pt x="21270" y="6478"/>
                  </a:lnTo>
                  <a:lnTo>
                    <a:pt x="21250" y="6882"/>
                  </a:lnTo>
                  <a:lnTo>
                    <a:pt x="21230" y="7306"/>
                  </a:lnTo>
                  <a:lnTo>
                    <a:pt x="21169" y="7750"/>
                  </a:lnTo>
                  <a:lnTo>
                    <a:pt x="21109" y="8194"/>
                  </a:lnTo>
                  <a:lnTo>
                    <a:pt x="21028" y="8658"/>
                  </a:lnTo>
                  <a:lnTo>
                    <a:pt x="20947" y="9122"/>
                  </a:lnTo>
                  <a:lnTo>
                    <a:pt x="20846" y="9586"/>
                  </a:lnTo>
                  <a:lnTo>
                    <a:pt x="20725" y="10010"/>
                  </a:lnTo>
                  <a:lnTo>
                    <a:pt x="20604" y="10434"/>
                  </a:lnTo>
                  <a:lnTo>
                    <a:pt x="20483" y="10857"/>
                  </a:lnTo>
                  <a:lnTo>
                    <a:pt x="20342" y="11261"/>
                  </a:lnTo>
                  <a:lnTo>
                    <a:pt x="20180" y="11644"/>
                  </a:lnTo>
                  <a:lnTo>
                    <a:pt x="20019" y="12008"/>
                  </a:lnTo>
                  <a:lnTo>
                    <a:pt x="19857" y="12371"/>
                  </a:lnTo>
                  <a:lnTo>
                    <a:pt x="19676" y="12714"/>
                  </a:lnTo>
                  <a:lnTo>
                    <a:pt x="19474" y="13037"/>
                  </a:lnTo>
                  <a:lnTo>
                    <a:pt x="19272" y="13340"/>
                  </a:lnTo>
                  <a:lnTo>
                    <a:pt x="19070" y="13642"/>
                  </a:lnTo>
                  <a:lnTo>
                    <a:pt x="18848" y="13945"/>
                  </a:lnTo>
                  <a:lnTo>
                    <a:pt x="18606" y="14207"/>
                  </a:lnTo>
                  <a:lnTo>
                    <a:pt x="18364" y="14470"/>
                  </a:lnTo>
                  <a:lnTo>
                    <a:pt x="18142" y="14692"/>
                  </a:lnTo>
                  <a:lnTo>
                    <a:pt x="17920" y="14893"/>
                  </a:lnTo>
                  <a:lnTo>
                    <a:pt x="17436" y="15297"/>
                  </a:lnTo>
                  <a:lnTo>
                    <a:pt x="16931" y="15640"/>
                  </a:lnTo>
                  <a:lnTo>
                    <a:pt x="16386" y="15983"/>
                  </a:lnTo>
                  <a:lnTo>
                    <a:pt x="15842" y="16306"/>
                  </a:lnTo>
                  <a:lnTo>
                    <a:pt x="15297" y="16589"/>
                  </a:lnTo>
                  <a:lnTo>
                    <a:pt x="14187" y="17154"/>
                  </a:lnTo>
                  <a:lnTo>
                    <a:pt x="13481" y="17497"/>
                  </a:lnTo>
                  <a:lnTo>
                    <a:pt x="12774" y="17860"/>
                  </a:lnTo>
                  <a:lnTo>
                    <a:pt x="12088" y="18264"/>
                  </a:lnTo>
                  <a:lnTo>
                    <a:pt x="11422" y="18667"/>
                  </a:lnTo>
                  <a:lnTo>
                    <a:pt x="10958" y="18990"/>
                  </a:lnTo>
                  <a:lnTo>
                    <a:pt x="10494" y="19333"/>
                  </a:lnTo>
                  <a:lnTo>
                    <a:pt x="10070" y="19696"/>
                  </a:lnTo>
                  <a:lnTo>
                    <a:pt x="9646" y="20060"/>
                  </a:lnTo>
                  <a:lnTo>
                    <a:pt x="8799" y="20847"/>
                  </a:lnTo>
                  <a:lnTo>
                    <a:pt x="7992" y="21613"/>
                  </a:lnTo>
                  <a:lnTo>
                    <a:pt x="7205" y="22400"/>
                  </a:lnTo>
                  <a:lnTo>
                    <a:pt x="6377" y="23167"/>
                  </a:lnTo>
                  <a:lnTo>
                    <a:pt x="5953" y="23531"/>
                  </a:lnTo>
                  <a:lnTo>
                    <a:pt x="5509" y="23894"/>
                  </a:lnTo>
                  <a:lnTo>
                    <a:pt x="5065" y="24237"/>
                  </a:lnTo>
                  <a:lnTo>
                    <a:pt x="4601" y="24560"/>
                  </a:lnTo>
                  <a:lnTo>
                    <a:pt x="4178" y="24822"/>
                  </a:lnTo>
                  <a:lnTo>
                    <a:pt x="3935" y="24963"/>
                  </a:lnTo>
                  <a:lnTo>
                    <a:pt x="3673" y="25084"/>
                  </a:lnTo>
                  <a:lnTo>
                    <a:pt x="3411" y="25205"/>
                  </a:lnTo>
                  <a:lnTo>
                    <a:pt x="3148" y="25306"/>
                  </a:lnTo>
                  <a:lnTo>
                    <a:pt x="2866" y="25367"/>
                  </a:lnTo>
                  <a:lnTo>
                    <a:pt x="2563" y="25427"/>
                  </a:lnTo>
                  <a:lnTo>
                    <a:pt x="2260" y="25448"/>
                  </a:lnTo>
                  <a:lnTo>
                    <a:pt x="1978" y="25427"/>
                  </a:lnTo>
                  <a:lnTo>
                    <a:pt x="1695" y="25367"/>
                  </a:lnTo>
                  <a:lnTo>
                    <a:pt x="1433" y="25286"/>
                  </a:lnTo>
                  <a:lnTo>
                    <a:pt x="1171" y="25185"/>
                  </a:lnTo>
                  <a:lnTo>
                    <a:pt x="949" y="25044"/>
                  </a:lnTo>
                  <a:lnTo>
                    <a:pt x="747" y="24883"/>
                  </a:lnTo>
                  <a:lnTo>
                    <a:pt x="585" y="24701"/>
                  </a:lnTo>
                  <a:lnTo>
                    <a:pt x="424" y="24459"/>
                  </a:lnTo>
                  <a:lnTo>
                    <a:pt x="303" y="24196"/>
                  </a:lnTo>
                  <a:lnTo>
                    <a:pt x="222" y="23894"/>
                  </a:lnTo>
                  <a:lnTo>
                    <a:pt x="142" y="23551"/>
                  </a:lnTo>
                  <a:lnTo>
                    <a:pt x="101" y="23167"/>
                  </a:lnTo>
                  <a:lnTo>
                    <a:pt x="81" y="22784"/>
                  </a:lnTo>
                  <a:lnTo>
                    <a:pt x="101" y="22421"/>
                  </a:lnTo>
                  <a:lnTo>
                    <a:pt x="142" y="22037"/>
                  </a:lnTo>
                  <a:lnTo>
                    <a:pt x="202" y="21654"/>
                  </a:lnTo>
                  <a:lnTo>
                    <a:pt x="303" y="21291"/>
                  </a:lnTo>
                  <a:lnTo>
                    <a:pt x="424" y="20947"/>
                  </a:lnTo>
                  <a:lnTo>
                    <a:pt x="585" y="20584"/>
                  </a:lnTo>
                  <a:lnTo>
                    <a:pt x="727" y="20342"/>
                  </a:lnTo>
                  <a:lnTo>
                    <a:pt x="868" y="20080"/>
                  </a:lnTo>
                  <a:lnTo>
                    <a:pt x="1029" y="19838"/>
                  </a:lnTo>
                  <a:lnTo>
                    <a:pt x="1211" y="19616"/>
                  </a:lnTo>
                  <a:lnTo>
                    <a:pt x="1393" y="19373"/>
                  </a:lnTo>
                  <a:lnTo>
                    <a:pt x="1574" y="19172"/>
                  </a:lnTo>
                  <a:lnTo>
                    <a:pt x="1978" y="18768"/>
                  </a:lnTo>
                  <a:lnTo>
                    <a:pt x="2402" y="18385"/>
                  </a:lnTo>
                  <a:lnTo>
                    <a:pt x="2825" y="18042"/>
                  </a:lnTo>
                  <a:lnTo>
                    <a:pt x="3249" y="17739"/>
                  </a:lnTo>
                  <a:lnTo>
                    <a:pt x="3673" y="17456"/>
                  </a:lnTo>
                  <a:lnTo>
                    <a:pt x="4561" y="16871"/>
                  </a:lnTo>
                  <a:lnTo>
                    <a:pt x="5489" y="16306"/>
                  </a:lnTo>
                  <a:lnTo>
                    <a:pt x="6438" y="15761"/>
                  </a:lnTo>
                  <a:lnTo>
                    <a:pt x="7366" y="15257"/>
                  </a:lnTo>
                  <a:lnTo>
                    <a:pt x="7568" y="15136"/>
                  </a:lnTo>
                  <a:lnTo>
                    <a:pt x="8153" y="14793"/>
                  </a:lnTo>
                  <a:lnTo>
                    <a:pt x="8758" y="14429"/>
                  </a:lnTo>
                  <a:lnTo>
                    <a:pt x="9041" y="14228"/>
                  </a:lnTo>
                  <a:lnTo>
                    <a:pt x="9323" y="14026"/>
                  </a:lnTo>
                  <a:lnTo>
                    <a:pt x="9606" y="13804"/>
                  </a:lnTo>
                  <a:lnTo>
                    <a:pt x="9868" y="13541"/>
                  </a:lnTo>
                  <a:lnTo>
                    <a:pt x="10070" y="13340"/>
                  </a:lnTo>
                  <a:lnTo>
                    <a:pt x="10232" y="13138"/>
                  </a:lnTo>
                  <a:lnTo>
                    <a:pt x="10393" y="12916"/>
                  </a:lnTo>
                  <a:lnTo>
                    <a:pt x="10534" y="12694"/>
                  </a:lnTo>
                  <a:lnTo>
                    <a:pt x="10675" y="12452"/>
                  </a:lnTo>
                  <a:lnTo>
                    <a:pt x="10797" y="12210"/>
                  </a:lnTo>
                  <a:lnTo>
                    <a:pt x="10897" y="11967"/>
                  </a:lnTo>
                  <a:lnTo>
                    <a:pt x="10978" y="11725"/>
                  </a:lnTo>
                  <a:lnTo>
                    <a:pt x="11140" y="11221"/>
                  </a:lnTo>
                  <a:lnTo>
                    <a:pt x="11261" y="10716"/>
                  </a:lnTo>
                  <a:lnTo>
                    <a:pt x="11362" y="10191"/>
                  </a:lnTo>
                  <a:lnTo>
                    <a:pt x="11463" y="9647"/>
                  </a:lnTo>
                  <a:lnTo>
                    <a:pt x="11563" y="8839"/>
                  </a:lnTo>
                  <a:lnTo>
                    <a:pt x="11664" y="8012"/>
                  </a:lnTo>
                  <a:lnTo>
                    <a:pt x="11846" y="6599"/>
                  </a:lnTo>
                  <a:lnTo>
                    <a:pt x="11947" y="5893"/>
                  </a:lnTo>
                  <a:lnTo>
                    <a:pt x="12088" y="5187"/>
                  </a:lnTo>
                  <a:lnTo>
                    <a:pt x="12209" y="4682"/>
                  </a:lnTo>
                  <a:lnTo>
                    <a:pt x="12330" y="4218"/>
                  </a:lnTo>
                  <a:lnTo>
                    <a:pt x="12472" y="3754"/>
                  </a:lnTo>
                  <a:lnTo>
                    <a:pt x="12633" y="3330"/>
                  </a:lnTo>
                  <a:lnTo>
                    <a:pt x="12794" y="2947"/>
                  </a:lnTo>
                  <a:lnTo>
                    <a:pt x="12976" y="2563"/>
                  </a:lnTo>
                  <a:lnTo>
                    <a:pt x="13158" y="2220"/>
                  </a:lnTo>
                  <a:lnTo>
                    <a:pt x="13359" y="1897"/>
                  </a:lnTo>
                  <a:lnTo>
                    <a:pt x="13561" y="1615"/>
                  </a:lnTo>
                  <a:lnTo>
                    <a:pt x="13803" y="1332"/>
                  </a:lnTo>
                  <a:lnTo>
                    <a:pt x="14025" y="1090"/>
                  </a:lnTo>
                  <a:lnTo>
                    <a:pt x="14288" y="868"/>
                  </a:lnTo>
                  <a:lnTo>
                    <a:pt x="14550" y="687"/>
                  </a:lnTo>
                  <a:lnTo>
                    <a:pt x="14812" y="525"/>
                  </a:lnTo>
                  <a:lnTo>
                    <a:pt x="15115" y="364"/>
                  </a:lnTo>
                  <a:lnTo>
                    <a:pt x="15418" y="263"/>
                  </a:lnTo>
                  <a:lnTo>
                    <a:pt x="15721" y="162"/>
                  </a:lnTo>
                  <a:lnTo>
                    <a:pt x="16043" y="101"/>
                  </a:lnTo>
                  <a:lnTo>
                    <a:pt x="16366" y="81"/>
                  </a:lnTo>
                  <a:close/>
                  <a:moveTo>
                    <a:pt x="16467" y="1"/>
                  </a:moveTo>
                  <a:lnTo>
                    <a:pt x="16104" y="21"/>
                  </a:lnTo>
                  <a:lnTo>
                    <a:pt x="15741" y="81"/>
                  </a:lnTo>
                  <a:lnTo>
                    <a:pt x="15377" y="182"/>
                  </a:lnTo>
                  <a:lnTo>
                    <a:pt x="15075" y="303"/>
                  </a:lnTo>
                  <a:lnTo>
                    <a:pt x="14792" y="445"/>
                  </a:lnTo>
                  <a:lnTo>
                    <a:pt x="14510" y="606"/>
                  </a:lnTo>
                  <a:lnTo>
                    <a:pt x="14227" y="808"/>
                  </a:lnTo>
                  <a:lnTo>
                    <a:pt x="13985" y="1030"/>
                  </a:lnTo>
                  <a:lnTo>
                    <a:pt x="13743" y="1272"/>
                  </a:lnTo>
                  <a:lnTo>
                    <a:pt x="13501" y="1554"/>
                  </a:lnTo>
                  <a:lnTo>
                    <a:pt x="13299" y="1857"/>
                  </a:lnTo>
                  <a:lnTo>
                    <a:pt x="13097" y="2180"/>
                  </a:lnTo>
                  <a:lnTo>
                    <a:pt x="12895" y="2523"/>
                  </a:lnTo>
                  <a:lnTo>
                    <a:pt x="12714" y="2906"/>
                  </a:lnTo>
                  <a:lnTo>
                    <a:pt x="12552" y="3310"/>
                  </a:lnTo>
                  <a:lnTo>
                    <a:pt x="12391" y="3734"/>
                  </a:lnTo>
                  <a:lnTo>
                    <a:pt x="12250" y="4178"/>
                  </a:lnTo>
                  <a:lnTo>
                    <a:pt x="12128" y="4662"/>
                  </a:lnTo>
                  <a:lnTo>
                    <a:pt x="12007" y="5187"/>
                  </a:lnTo>
                  <a:lnTo>
                    <a:pt x="11886" y="5873"/>
                  </a:lnTo>
                  <a:lnTo>
                    <a:pt x="11765" y="6599"/>
                  </a:lnTo>
                  <a:lnTo>
                    <a:pt x="11584" y="7992"/>
                  </a:lnTo>
                  <a:lnTo>
                    <a:pt x="11483" y="8819"/>
                  </a:lnTo>
                  <a:lnTo>
                    <a:pt x="11382" y="9647"/>
                  </a:lnTo>
                  <a:lnTo>
                    <a:pt x="11281" y="10171"/>
                  </a:lnTo>
                  <a:lnTo>
                    <a:pt x="11180" y="10696"/>
                  </a:lnTo>
                  <a:lnTo>
                    <a:pt x="11059" y="11200"/>
                  </a:lnTo>
                  <a:lnTo>
                    <a:pt x="10918" y="11705"/>
                  </a:lnTo>
                  <a:lnTo>
                    <a:pt x="10817" y="11947"/>
                  </a:lnTo>
                  <a:lnTo>
                    <a:pt x="10716" y="12169"/>
                  </a:lnTo>
                  <a:lnTo>
                    <a:pt x="10595" y="12411"/>
                  </a:lnTo>
                  <a:lnTo>
                    <a:pt x="10474" y="12633"/>
                  </a:lnTo>
                  <a:lnTo>
                    <a:pt x="10332" y="12855"/>
                  </a:lnTo>
                  <a:lnTo>
                    <a:pt x="10171" y="13077"/>
                  </a:lnTo>
                  <a:lnTo>
                    <a:pt x="10010" y="13279"/>
                  </a:lnTo>
                  <a:lnTo>
                    <a:pt x="9808" y="13501"/>
                  </a:lnTo>
                  <a:lnTo>
                    <a:pt x="9545" y="13743"/>
                  </a:lnTo>
                  <a:lnTo>
                    <a:pt x="9283" y="13965"/>
                  </a:lnTo>
                  <a:lnTo>
                    <a:pt x="9001" y="14167"/>
                  </a:lnTo>
                  <a:lnTo>
                    <a:pt x="8718" y="14369"/>
                  </a:lnTo>
                  <a:lnTo>
                    <a:pt x="8113" y="14732"/>
                  </a:lnTo>
                  <a:lnTo>
                    <a:pt x="7527" y="15055"/>
                  </a:lnTo>
                  <a:lnTo>
                    <a:pt x="7326" y="15176"/>
                  </a:lnTo>
                  <a:lnTo>
                    <a:pt x="6397" y="15701"/>
                  </a:lnTo>
                  <a:lnTo>
                    <a:pt x="5449" y="16246"/>
                  </a:lnTo>
                  <a:lnTo>
                    <a:pt x="4521" y="16790"/>
                  </a:lnTo>
                  <a:lnTo>
                    <a:pt x="3612" y="17376"/>
                  </a:lnTo>
                  <a:lnTo>
                    <a:pt x="3209" y="17658"/>
                  </a:lnTo>
                  <a:lnTo>
                    <a:pt x="2765" y="17981"/>
                  </a:lnTo>
                  <a:lnTo>
                    <a:pt x="2341" y="18324"/>
                  </a:lnTo>
                  <a:lnTo>
                    <a:pt x="1917" y="18707"/>
                  </a:lnTo>
                  <a:lnTo>
                    <a:pt x="1514" y="19111"/>
                  </a:lnTo>
                  <a:lnTo>
                    <a:pt x="1312" y="19333"/>
                  </a:lnTo>
                  <a:lnTo>
                    <a:pt x="1130" y="19555"/>
                  </a:lnTo>
                  <a:lnTo>
                    <a:pt x="969" y="19797"/>
                  </a:lnTo>
                  <a:lnTo>
                    <a:pt x="807" y="20039"/>
                  </a:lnTo>
                  <a:lnTo>
                    <a:pt x="646" y="20302"/>
                  </a:lnTo>
                  <a:lnTo>
                    <a:pt x="505" y="20564"/>
                  </a:lnTo>
                  <a:lnTo>
                    <a:pt x="364" y="20907"/>
                  </a:lnTo>
                  <a:lnTo>
                    <a:pt x="222" y="21270"/>
                  </a:lnTo>
                  <a:lnTo>
                    <a:pt x="142" y="21654"/>
                  </a:lnTo>
                  <a:lnTo>
                    <a:pt x="61" y="22017"/>
                  </a:lnTo>
                  <a:lnTo>
                    <a:pt x="20" y="22400"/>
                  </a:lnTo>
                  <a:lnTo>
                    <a:pt x="0" y="22784"/>
                  </a:lnTo>
                  <a:lnTo>
                    <a:pt x="20" y="23167"/>
                  </a:lnTo>
                  <a:lnTo>
                    <a:pt x="61" y="23551"/>
                  </a:lnTo>
                  <a:lnTo>
                    <a:pt x="142" y="23914"/>
                  </a:lnTo>
                  <a:lnTo>
                    <a:pt x="242" y="24237"/>
                  </a:lnTo>
                  <a:lnTo>
                    <a:pt x="364" y="24499"/>
                  </a:lnTo>
                  <a:lnTo>
                    <a:pt x="505" y="24741"/>
                  </a:lnTo>
                  <a:lnTo>
                    <a:pt x="666" y="24923"/>
                  </a:lnTo>
                  <a:lnTo>
                    <a:pt x="848" y="25064"/>
                  </a:lnTo>
                  <a:lnTo>
                    <a:pt x="1050" y="25205"/>
                  </a:lnTo>
                  <a:lnTo>
                    <a:pt x="1251" y="25327"/>
                  </a:lnTo>
                  <a:lnTo>
                    <a:pt x="1494" y="25407"/>
                  </a:lnTo>
                  <a:lnTo>
                    <a:pt x="1736" y="25468"/>
                  </a:lnTo>
                  <a:lnTo>
                    <a:pt x="1978" y="25508"/>
                  </a:lnTo>
                  <a:lnTo>
                    <a:pt x="2260" y="25528"/>
                  </a:lnTo>
                  <a:lnTo>
                    <a:pt x="2563" y="25508"/>
                  </a:lnTo>
                  <a:lnTo>
                    <a:pt x="2866" y="25448"/>
                  </a:lnTo>
                  <a:lnTo>
                    <a:pt x="3169" y="25367"/>
                  </a:lnTo>
                  <a:lnTo>
                    <a:pt x="3451" y="25286"/>
                  </a:lnTo>
                  <a:lnTo>
                    <a:pt x="3713" y="25165"/>
                  </a:lnTo>
                  <a:lnTo>
                    <a:pt x="3976" y="25044"/>
                  </a:lnTo>
                  <a:lnTo>
                    <a:pt x="4218" y="24903"/>
                  </a:lnTo>
                  <a:lnTo>
                    <a:pt x="4642" y="24620"/>
                  </a:lnTo>
                  <a:lnTo>
                    <a:pt x="5106" y="24297"/>
                  </a:lnTo>
                  <a:lnTo>
                    <a:pt x="5550" y="23954"/>
                  </a:lnTo>
                  <a:lnTo>
                    <a:pt x="5994" y="23611"/>
                  </a:lnTo>
                  <a:lnTo>
                    <a:pt x="6418" y="23228"/>
                  </a:lnTo>
                  <a:lnTo>
                    <a:pt x="7245" y="22461"/>
                  </a:lnTo>
                  <a:lnTo>
                    <a:pt x="8052" y="21674"/>
                  </a:lnTo>
                  <a:lnTo>
                    <a:pt x="8859" y="20907"/>
                  </a:lnTo>
                  <a:lnTo>
                    <a:pt x="9687" y="20140"/>
                  </a:lnTo>
                  <a:lnTo>
                    <a:pt x="10110" y="19757"/>
                  </a:lnTo>
                  <a:lnTo>
                    <a:pt x="10554" y="19394"/>
                  </a:lnTo>
                  <a:lnTo>
                    <a:pt x="10998" y="19051"/>
                  </a:lnTo>
                  <a:lnTo>
                    <a:pt x="11463" y="18728"/>
                  </a:lnTo>
                  <a:lnTo>
                    <a:pt x="12128" y="18324"/>
                  </a:lnTo>
                  <a:lnTo>
                    <a:pt x="12815" y="17941"/>
                  </a:lnTo>
                  <a:lnTo>
                    <a:pt x="13521" y="17577"/>
                  </a:lnTo>
                  <a:lnTo>
                    <a:pt x="14207" y="17234"/>
                  </a:lnTo>
                  <a:lnTo>
                    <a:pt x="15337" y="16669"/>
                  </a:lnTo>
                  <a:lnTo>
                    <a:pt x="15902" y="16367"/>
                  </a:lnTo>
                  <a:lnTo>
                    <a:pt x="16447" y="16044"/>
                  </a:lnTo>
                  <a:lnTo>
                    <a:pt x="16972" y="15721"/>
                  </a:lnTo>
                  <a:lnTo>
                    <a:pt x="17476" y="15358"/>
                  </a:lnTo>
                  <a:lnTo>
                    <a:pt x="17981" y="14954"/>
                  </a:lnTo>
                  <a:lnTo>
                    <a:pt x="18203" y="14752"/>
                  </a:lnTo>
                  <a:lnTo>
                    <a:pt x="18425" y="14530"/>
                  </a:lnTo>
                  <a:lnTo>
                    <a:pt x="18667" y="14268"/>
                  </a:lnTo>
                  <a:lnTo>
                    <a:pt x="18909" y="13985"/>
                  </a:lnTo>
                  <a:lnTo>
                    <a:pt x="19131" y="13703"/>
                  </a:lnTo>
                  <a:lnTo>
                    <a:pt x="19333" y="13400"/>
                  </a:lnTo>
                  <a:lnTo>
                    <a:pt x="19535" y="13077"/>
                  </a:lnTo>
                  <a:lnTo>
                    <a:pt x="19736" y="12754"/>
                  </a:lnTo>
                  <a:lnTo>
                    <a:pt x="19918" y="12411"/>
                  </a:lnTo>
                  <a:lnTo>
                    <a:pt x="20100" y="12048"/>
                  </a:lnTo>
                  <a:lnTo>
                    <a:pt x="20261" y="11665"/>
                  </a:lnTo>
                  <a:lnTo>
                    <a:pt x="20402" y="11281"/>
                  </a:lnTo>
                  <a:lnTo>
                    <a:pt x="20544" y="10878"/>
                  </a:lnTo>
                  <a:lnTo>
                    <a:pt x="20685" y="10474"/>
                  </a:lnTo>
                  <a:lnTo>
                    <a:pt x="20806" y="10050"/>
                  </a:lnTo>
                  <a:lnTo>
                    <a:pt x="20927" y="9606"/>
                  </a:lnTo>
                  <a:lnTo>
                    <a:pt x="21028" y="9142"/>
                  </a:lnTo>
                  <a:lnTo>
                    <a:pt x="21109" y="8678"/>
                  </a:lnTo>
                  <a:lnTo>
                    <a:pt x="21189" y="8214"/>
                  </a:lnTo>
                  <a:lnTo>
                    <a:pt x="21250" y="7750"/>
                  </a:lnTo>
                  <a:lnTo>
                    <a:pt x="21310" y="7326"/>
                  </a:lnTo>
                  <a:lnTo>
                    <a:pt x="21331" y="6882"/>
                  </a:lnTo>
                  <a:lnTo>
                    <a:pt x="21351" y="6478"/>
                  </a:lnTo>
                  <a:lnTo>
                    <a:pt x="21351" y="6075"/>
                  </a:lnTo>
                  <a:lnTo>
                    <a:pt x="21351" y="5671"/>
                  </a:lnTo>
                  <a:lnTo>
                    <a:pt x="21331" y="5288"/>
                  </a:lnTo>
                  <a:lnTo>
                    <a:pt x="21270" y="4924"/>
                  </a:lnTo>
                  <a:lnTo>
                    <a:pt x="21230" y="4561"/>
                  </a:lnTo>
                  <a:lnTo>
                    <a:pt x="21149" y="4218"/>
                  </a:lnTo>
                  <a:lnTo>
                    <a:pt x="21068" y="3875"/>
                  </a:lnTo>
                  <a:lnTo>
                    <a:pt x="20967" y="3532"/>
                  </a:lnTo>
                  <a:lnTo>
                    <a:pt x="20846" y="3229"/>
                  </a:lnTo>
                  <a:lnTo>
                    <a:pt x="20705" y="2906"/>
                  </a:lnTo>
                  <a:lnTo>
                    <a:pt x="20564" y="2624"/>
                  </a:lnTo>
                  <a:lnTo>
                    <a:pt x="20362" y="2281"/>
                  </a:lnTo>
                  <a:lnTo>
                    <a:pt x="20140" y="1958"/>
                  </a:lnTo>
                  <a:lnTo>
                    <a:pt x="19898" y="1655"/>
                  </a:lnTo>
                  <a:lnTo>
                    <a:pt x="19615" y="1373"/>
                  </a:lnTo>
                  <a:lnTo>
                    <a:pt x="19333" y="1110"/>
                  </a:lnTo>
                  <a:lnTo>
                    <a:pt x="19010" y="868"/>
                  </a:lnTo>
                  <a:lnTo>
                    <a:pt x="18687" y="646"/>
                  </a:lnTo>
                  <a:lnTo>
                    <a:pt x="18344" y="465"/>
                  </a:lnTo>
                  <a:lnTo>
                    <a:pt x="17981" y="283"/>
                  </a:lnTo>
                  <a:lnTo>
                    <a:pt x="17597" y="162"/>
                  </a:lnTo>
                  <a:lnTo>
                    <a:pt x="17214" y="61"/>
                  </a:lnTo>
                  <a:lnTo>
                    <a:pt x="16851" y="21"/>
                  </a:lnTo>
                  <a:lnTo>
                    <a:pt x="1646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1"/>
            <p:cNvSpPr/>
            <p:nvPr/>
          </p:nvSpPr>
          <p:spPr>
            <a:xfrm flipH="1" rot="7510477">
              <a:off x="4251510" y="4078874"/>
              <a:ext cx="901532" cy="1104594"/>
            </a:xfrm>
            <a:custGeom>
              <a:rect b="b" l="l" r="r" t="t"/>
              <a:pathLst>
                <a:path extrusionOk="0" h="19757" w="16125">
                  <a:moveTo>
                    <a:pt x="13945" y="81"/>
                  </a:moveTo>
                  <a:lnTo>
                    <a:pt x="14187" y="142"/>
                  </a:lnTo>
                  <a:lnTo>
                    <a:pt x="14449" y="222"/>
                  </a:lnTo>
                  <a:lnTo>
                    <a:pt x="14671" y="323"/>
                  </a:lnTo>
                  <a:lnTo>
                    <a:pt x="14893" y="464"/>
                  </a:lnTo>
                  <a:lnTo>
                    <a:pt x="15095" y="626"/>
                  </a:lnTo>
                  <a:lnTo>
                    <a:pt x="15277" y="807"/>
                  </a:lnTo>
                  <a:lnTo>
                    <a:pt x="15438" y="1009"/>
                  </a:lnTo>
                  <a:lnTo>
                    <a:pt x="15620" y="1332"/>
                  </a:lnTo>
                  <a:lnTo>
                    <a:pt x="15761" y="1655"/>
                  </a:lnTo>
                  <a:lnTo>
                    <a:pt x="15862" y="1998"/>
                  </a:lnTo>
                  <a:lnTo>
                    <a:pt x="15943" y="2341"/>
                  </a:lnTo>
                  <a:lnTo>
                    <a:pt x="16003" y="2704"/>
                  </a:lnTo>
                  <a:lnTo>
                    <a:pt x="16023" y="3068"/>
                  </a:lnTo>
                  <a:lnTo>
                    <a:pt x="16044" y="3431"/>
                  </a:lnTo>
                  <a:lnTo>
                    <a:pt x="16044" y="3814"/>
                  </a:lnTo>
                  <a:lnTo>
                    <a:pt x="16023" y="4319"/>
                  </a:lnTo>
                  <a:lnTo>
                    <a:pt x="16003" y="4803"/>
                  </a:lnTo>
                  <a:lnTo>
                    <a:pt x="15963" y="5287"/>
                  </a:lnTo>
                  <a:lnTo>
                    <a:pt x="15923" y="5731"/>
                  </a:lnTo>
                  <a:lnTo>
                    <a:pt x="15862" y="6175"/>
                  </a:lnTo>
                  <a:lnTo>
                    <a:pt x="15781" y="6599"/>
                  </a:lnTo>
                  <a:lnTo>
                    <a:pt x="15701" y="7003"/>
                  </a:lnTo>
                  <a:lnTo>
                    <a:pt x="15600" y="7386"/>
                  </a:lnTo>
                  <a:lnTo>
                    <a:pt x="15479" y="7749"/>
                  </a:lnTo>
                  <a:lnTo>
                    <a:pt x="15337" y="8113"/>
                  </a:lnTo>
                  <a:lnTo>
                    <a:pt x="15196" y="8436"/>
                  </a:lnTo>
                  <a:lnTo>
                    <a:pt x="15055" y="8758"/>
                  </a:lnTo>
                  <a:lnTo>
                    <a:pt x="14873" y="9081"/>
                  </a:lnTo>
                  <a:lnTo>
                    <a:pt x="14692" y="9364"/>
                  </a:lnTo>
                  <a:lnTo>
                    <a:pt x="14490" y="9646"/>
                  </a:lnTo>
                  <a:lnTo>
                    <a:pt x="14268" y="9909"/>
                  </a:lnTo>
                  <a:lnTo>
                    <a:pt x="14086" y="10131"/>
                  </a:lnTo>
                  <a:lnTo>
                    <a:pt x="13884" y="10332"/>
                  </a:lnTo>
                  <a:lnTo>
                    <a:pt x="13683" y="10514"/>
                  </a:lnTo>
                  <a:lnTo>
                    <a:pt x="13461" y="10716"/>
                  </a:lnTo>
                  <a:lnTo>
                    <a:pt x="13017" y="11059"/>
                  </a:lnTo>
                  <a:lnTo>
                    <a:pt x="12532" y="11362"/>
                  </a:lnTo>
                  <a:lnTo>
                    <a:pt x="12048" y="11664"/>
                  </a:lnTo>
                  <a:lnTo>
                    <a:pt x="11543" y="11947"/>
                  </a:lnTo>
                  <a:lnTo>
                    <a:pt x="10514" y="12451"/>
                  </a:lnTo>
                  <a:lnTo>
                    <a:pt x="9586" y="12915"/>
                  </a:lnTo>
                  <a:lnTo>
                    <a:pt x="9122" y="13178"/>
                  </a:lnTo>
                  <a:lnTo>
                    <a:pt x="8678" y="13420"/>
                  </a:lnTo>
                  <a:lnTo>
                    <a:pt x="8032" y="13844"/>
                  </a:lnTo>
                  <a:lnTo>
                    <a:pt x="7427" y="14288"/>
                  </a:lnTo>
                  <a:lnTo>
                    <a:pt x="6821" y="14752"/>
                  </a:lnTo>
                  <a:lnTo>
                    <a:pt x="6236" y="15236"/>
                  </a:lnTo>
                  <a:lnTo>
                    <a:pt x="5671" y="15761"/>
                  </a:lnTo>
                  <a:lnTo>
                    <a:pt x="5106" y="16265"/>
                  </a:lnTo>
                  <a:lnTo>
                    <a:pt x="4037" y="17335"/>
                  </a:lnTo>
                  <a:lnTo>
                    <a:pt x="3350" y="18001"/>
                  </a:lnTo>
                  <a:lnTo>
                    <a:pt x="2644" y="18667"/>
                  </a:lnTo>
                  <a:lnTo>
                    <a:pt x="2281" y="18990"/>
                  </a:lnTo>
                  <a:lnTo>
                    <a:pt x="2099" y="19151"/>
                  </a:lnTo>
                  <a:lnTo>
                    <a:pt x="1897" y="19292"/>
                  </a:lnTo>
                  <a:lnTo>
                    <a:pt x="1696" y="19413"/>
                  </a:lnTo>
                  <a:lnTo>
                    <a:pt x="1474" y="19514"/>
                  </a:lnTo>
                  <a:lnTo>
                    <a:pt x="1272" y="19595"/>
                  </a:lnTo>
                  <a:lnTo>
                    <a:pt x="1030" y="19656"/>
                  </a:lnTo>
                  <a:lnTo>
                    <a:pt x="808" y="19676"/>
                  </a:lnTo>
                  <a:lnTo>
                    <a:pt x="687" y="19656"/>
                  </a:lnTo>
                  <a:lnTo>
                    <a:pt x="566" y="19635"/>
                  </a:lnTo>
                  <a:lnTo>
                    <a:pt x="444" y="19595"/>
                  </a:lnTo>
                  <a:lnTo>
                    <a:pt x="344" y="19555"/>
                  </a:lnTo>
                  <a:lnTo>
                    <a:pt x="243" y="19474"/>
                  </a:lnTo>
                  <a:lnTo>
                    <a:pt x="162" y="19373"/>
                  </a:lnTo>
                  <a:lnTo>
                    <a:pt x="101" y="19232"/>
                  </a:lnTo>
                  <a:lnTo>
                    <a:pt x="81" y="19091"/>
                  </a:lnTo>
                  <a:lnTo>
                    <a:pt x="81" y="18929"/>
                  </a:lnTo>
                  <a:lnTo>
                    <a:pt x="122" y="18788"/>
                  </a:lnTo>
                  <a:lnTo>
                    <a:pt x="162" y="18667"/>
                  </a:lnTo>
                  <a:lnTo>
                    <a:pt x="222" y="18546"/>
                  </a:lnTo>
                  <a:lnTo>
                    <a:pt x="323" y="18364"/>
                  </a:lnTo>
                  <a:lnTo>
                    <a:pt x="444" y="18203"/>
                  </a:lnTo>
                  <a:lnTo>
                    <a:pt x="566" y="18021"/>
                  </a:lnTo>
                  <a:lnTo>
                    <a:pt x="868" y="17718"/>
                  </a:lnTo>
                  <a:lnTo>
                    <a:pt x="1171" y="17436"/>
                  </a:lnTo>
                  <a:lnTo>
                    <a:pt x="1494" y="17173"/>
                  </a:lnTo>
                  <a:lnTo>
                    <a:pt x="2220" y="16588"/>
                  </a:lnTo>
                  <a:lnTo>
                    <a:pt x="2987" y="16043"/>
                  </a:lnTo>
                  <a:lnTo>
                    <a:pt x="3754" y="15499"/>
                  </a:lnTo>
                  <a:lnTo>
                    <a:pt x="4521" y="14974"/>
                  </a:lnTo>
                  <a:lnTo>
                    <a:pt x="5308" y="14429"/>
                  </a:lnTo>
                  <a:lnTo>
                    <a:pt x="6075" y="13884"/>
                  </a:lnTo>
                  <a:lnTo>
                    <a:pt x="6862" y="13319"/>
                  </a:lnTo>
                  <a:lnTo>
                    <a:pt x="7608" y="12734"/>
                  </a:lnTo>
                  <a:lnTo>
                    <a:pt x="8153" y="12270"/>
                  </a:lnTo>
                  <a:lnTo>
                    <a:pt x="8436" y="12007"/>
                  </a:lnTo>
                  <a:lnTo>
                    <a:pt x="8718" y="11725"/>
                  </a:lnTo>
                  <a:lnTo>
                    <a:pt x="9001" y="11422"/>
                  </a:lnTo>
                  <a:lnTo>
                    <a:pt x="9283" y="11119"/>
                  </a:lnTo>
                  <a:lnTo>
                    <a:pt x="9546" y="10776"/>
                  </a:lnTo>
                  <a:lnTo>
                    <a:pt x="9788" y="10413"/>
                  </a:lnTo>
                  <a:lnTo>
                    <a:pt x="9949" y="10131"/>
                  </a:lnTo>
                  <a:lnTo>
                    <a:pt x="10111" y="9828"/>
                  </a:lnTo>
                  <a:lnTo>
                    <a:pt x="10252" y="9525"/>
                  </a:lnTo>
                  <a:lnTo>
                    <a:pt x="10393" y="9202"/>
                  </a:lnTo>
                  <a:lnTo>
                    <a:pt x="10494" y="8879"/>
                  </a:lnTo>
                  <a:lnTo>
                    <a:pt x="10615" y="8557"/>
                  </a:lnTo>
                  <a:lnTo>
                    <a:pt x="10777" y="7911"/>
                  </a:lnTo>
                  <a:lnTo>
                    <a:pt x="10938" y="7245"/>
                  </a:lnTo>
                  <a:lnTo>
                    <a:pt x="11039" y="6559"/>
                  </a:lnTo>
                  <a:lnTo>
                    <a:pt x="11241" y="5207"/>
                  </a:lnTo>
                  <a:lnTo>
                    <a:pt x="11342" y="4399"/>
                  </a:lnTo>
                  <a:lnTo>
                    <a:pt x="11463" y="3612"/>
                  </a:lnTo>
                  <a:lnTo>
                    <a:pt x="11604" y="2825"/>
                  </a:lnTo>
                  <a:lnTo>
                    <a:pt x="11685" y="2422"/>
                  </a:lnTo>
                  <a:lnTo>
                    <a:pt x="11786" y="2038"/>
                  </a:lnTo>
                  <a:lnTo>
                    <a:pt x="11866" y="1756"/>
                  </a:lnTo>
                  <a:lnTo>
                    <a:pt x="11987" y="1473"/>
                  </a:lnTo>
                  <a:lnTo>
                    <a:pt x="12109" y="1171"/>
                  </a:lnTo>
                  <a:lnTo>
                    <a:pt x="12250" y="888"/>
                  </a:lnTo>
                  <a:lnTo>
                    <a:pt x="12452" y="626"/>
                  </a:lnTo>
                  <a:lnTo>
                    <a:pt x="12552" y="525"/>
                  </a:lnTo>
                  <a:lnTo>
                    <a:pt x="12674" y="404"/>
                  </a:lnTo>
                  <a:lnTo>
                    <a:pt x="12795" y="323"/>
                  </a:lnTo>
                  <a:lnTo>
                    <a:pt x="12916" y="242"/>
                  </a:lnTo>
                  <a:lnTo>
                    <a:pt x="13077" y="182"/>
                  </a:lnTo>
                  <a:lnTo>
                    <a:pt x="13218" y="121"/>
                  </a:lnTo>
                  <a:lnTo>
                    <a:pt x="13461" y="81"/>
                  </a:lnTo>
                  <a:close/>
                  <a:moveTo>
                    <a:pt x="13541" y="0"/>
                  </a:moveTo>
                  <a:lnTo>
                    <a:pt x="13380" y="20"/>
                  </a:lnTo>
                  <a:lnTo>
                    <a:pt x="13218" y="41"/>
                  </a:lnTo>
                  <a:lnTo>
                    <a:pt x="13037" y="101"/>
                  </a:lnTo>
                  <a:lnTo>
                    <a:pt x="12896" y="162"/>
                  </a:lnTo>
                  <a:lnTo>
                    <a:pt x="12754" y="242"/>
                  </a:lnTo>
                  <a:lnTo>
                    <a:pt x="12613" y="343"/>
                  </a:lnTo>
                  <a:lnTo>
                    <a:pt x="12492" y="464"/>
                  </a:lnTo>
                  <a:lnTo>
                    <a:pt x="12391" y="565"/>
                  </a:lnTo>
                  <a:lnTo>
                    <a:pt x="12189" y="848"/>
                  </a:lnTo>
                  <a:lnTo>
                    <a:pt x="12028" y="1130"/>
                  </a:lnTo>
                  <a:lnTo>
                    <a:pt x="11907" y="1433"/>
                  </a:lnTo>
                  <a:lnTo>
                    <a:pt x="11806" y="1736"/>
                  </a:lnTo>
                  <a:lnTo>
                    <a:pt x="11705" y="2018"/>
                  </a:lnTo>
                  <a:lnTo>
                    <a:pt x="11604" y="2402"/>
                  </a:lnTo>
                  <a:lnTo>
                    <a:pt x="11523" y="2805"/>
                  </a:lnTo>
                  <a:lnTo>
                    <a:pt x="11382" y="3592"/>
                  </a:lnTo>
                  <a:lnTo>
                    <a:pt x="11261" y="4399"/>
                  </a:lnTo>
                  <a:lnTo>
                    <a:pt x="11160" y="5187"/>
                  </a:lnTo>
                  <a:lnTo>
                    <a:pt x="10958" y="6539"/>
                  </a:lnTo>
                  <a:lnTo>
                    <a:pt x="10857" y="7225"/>
                  </a:lnTo>
                  <a:lnTo>
                    <a:pt x="10716" y="7870"/>
                  </a:lnTo>
                  <a:lnTo>
                    <a:pt x="10534" y="8536"/>
                  </a:lnTo>
                  <a:lnTo>
                    <a:pt x="10434" y="8859"/>
                  </a:lnTo>
                  <a:lnTo>
                    <a:pt x="10313" y="9162"/>
                  </a:lnTo>
                  <a:lnTo>
                    <a:pt x="10191" y="9485"/>
                  </a:lnTo>
                  <a:lnTo>
                    <a:pt x="10050" y="9788"/>
                  </a:lnTo>
                  <a:lnTo>
                    <a:pt x="9889" y="10090"/>
                  </a:lnTo>
                  <a:lnTo>
                    <a:pt x="9707" y="10373"/>
                  </a:lnTo>
                  <a:lnTo>
                    <a:pt x="9465" y="10736"/>
                  </a:lnTo>
                  <a:lnTo>
                    <a:pt x="9223" y="11059"/>
                  </a:lnTo>
                  <a:lnTo>
                    <a:pt x="8940" y="11382"/>
                  </a:lnTo>
                  <a:lnTo>
                    <a:pt x="8658" y="11664"/>
                  </a:lnTo>
                  <a:lnTo>
                    <a:pt x="8375" y="11947"/>
                  </a:lnTo>
                  <a:lnTo>
                    <a:pt x="8093" y="12209"/>
                  </a:lnTo>
                  <a:lnTo>
                    <a:pt x="7568" y="12653"/>
                  </a:lnTo>
                  <a:lnTo>
                    <a:pt x="6801" y="13259"/>
                  </a:lnTo>
                  <a:lnTo>
                    <a:pt x="6034" y="13824"/>
                  </a:lnTo>
                  <a:lnTo>
                    <a:pt x="5247" y="14368"/>
                  </a:lnTo>
                  <a:lnTo>
                    <a:pt x="4480" y="14913"/>
                  </a:lnTo>
                  <a:lnTo>
                    <a:pt x="3714" y="15438"/>
                  </a:lnTo>
                  <a:lnTo>
                    <a:pt x="2927" y="15983"/>
                  </a:lnTo>
                  <a:lnTo>
                    <a:pt x="2180" y="16528"/>
                  </a:lnTo>
                  <a:lnTo>
                    <a:pt x="1433" y="17113"/>
                  </a:lnTo>
                  <a:lnTo>
                    <a:pt x="1131" y="17375"/>
                  </a:lnTo>
                  <a:lnTo>
                    <a:pt x="808" y="17658"/>
                  </a:lnTo>
                  <a:lnTo>
                    <a:pt x="505" y="17981"/>
                  </a:lnTo>
                  <a:lnTo>
                    <a:pt x="384" y="18142"/>
                  </a:lnTo>
                  <a:lnTo>
                    <a:pt x="243" y="18324"/>
                  </a:lnTo>
                  <a:lnTo>
                    <a:pt x="142" y="18526"/>
                  </a:lnTo>
                  <a:lnTo>
                    <a:pt x="81" y="18667"/>
                  </a:lnTo>
                  <a:lnTo>
                    <a:pt x="21" y="18808"/>
                  </a:lnTo>
                  <a:lnTo>
                    <a:pt x="1" y="18949"/>
                  </a:lnTo>
                  <a:lnTo>
                    <a:pt x="1" y="19111"/>
                  </a:lnTo>
                  <a:lnTo>
                    <a:pt x="21" y="19272"/>
                  </a:lnTo>
                  <a:lnTo>
                    <a:pt x="101" y="19434"/>
                  </a:lnTo>
                  <a:lnTo>
                    <a:pt x="162" y="19514"/>
                  </a:lnTo>
                  <a:lnTo>
                    <a:pt x="243" y="19575"/>
                  </a:lnTo>
                  <a:lnTo>
                    <a:pt x="323" y="19635"/>
                  </a:lnTo>
                  <a:lnTo>
                    <a:pt x="424" y="19676"/>
                  </a:lnTo>
                  <a:lnTo>
                    <a:pt x="626" y="19736"/>
                  </a:lnTo>
                  <a:lnTo>
                    <a:pt x="828" y="19757"/>
                  </a:lnTo>
                  <a:lnTo>
                    <a:pt x="1050" y="19736"/>
                  </a:lnTo>
                  <a:lnTo>
                    <a:pt x="1292" y="19676"/>
                  </a:lnTo>
                  <a:lnTo>
                    <a:pt x="1514" y="19595"/>
                  </a:lnTo>
                  <a:lnTo>
                    <a:pt x="1736" y="19494"/>
                  </a:lnTo>
                  <a:lnTo>
                    <a:pt x="1938" y="19353"/>
                  </a:lnTo>
                  <a:lnTo>
                    <a:pt x="2140" y="19212"/>
                  </a:lnTo>
                  <a:lnTo>
                    <a:pt x="2341" y="19050"/>
                  </a:lnTo>
                  <a:lnTo>
                    <a:pt x="2705" y="18727"/>
                  </a:lnTo>
                  <a:lnTo>
                    <a:pt x="3411" y="18061"/>
                  </a:lnTo>
                  <a:lnTo>
                    <a:pt x="4077" y="17395"/>
                  </a:lnTo>
                  <a:lnTo>
                    <a:pt x="5167" y="16326"/>
                  </a:lnTo>
                  <a:lnTo>
                    <a:pt x="5732" y="15821"/>
                  </a:lnTo>
                  <a:lnTo>
                    <a:pt x="6297" y="15297"/>
                  </a:lnTo>
                  <a:lnTo>
                    <a:pt x="6862" y="14812"/>
                  </a:lnTo>
                  <a:lnTo>
                    <a:pt x="7467" y="14348"/>
                  </a:lnTo>
                  <a:lnTo>
                    <a:pt x="8093" y="13904"/>
                  </a:lnTo>
                  <a:lnTo>
                    <a:pt x="8718" y="13501"/>
                  </a:lnTo>
                  <a:lnTo>
                    <a:pt x="9162" y="13238"/>
                  </a:lnTo>
                  <a:lnTo>
                    <a:pt x="9626" y="12996"/>
                  </a:lnTo>
                  <a:lnTo>
                    <a:pt x="10555" y="12532"/>
                  </a:lnTo>
                  <a:lnTo>
                    <a:pt x="11584" y="12007"/>
                  </a:lnTo>
                  <a:lnTo>
                    <a:pt x="12088" y="11725"/>
                  </a:lnTo>
                  <a:lnTo>
                    <a:pt x="12573" y="11442"/>
                  </a:lnTo>
                  <a:lnTo>
                    <a:pt x="13057" y="11119"/>
                  </a:lnTo>
                  <a:lnTo>
                    <a:pt x="13521" y="10776"/>
                  </a:lnTo>
                  <a:lnTo>
                    <a:pt x="13743" y="10575"/>
                  </a:lnTo>
                  <a:lnTo>
                    <a:pt x="13945" y="10393"/>
                  </a:lnTo>
                  <a:lnTo>
                    <a:pt x="14147" y="10171"/>
                  </a:lnTo>
                  <a:lnTo>
                    <a:pt x="14328" y="9969"/>
                  </a:lnTo>
                  <a:lnTo>
                    <a:pt x="14550" y="9687"/>
                  </a:lnTo>
                  <a:lnTo>
                    <a:pt x="14752" y="9404"/>
                  </a:lnTo>
                  <a:lnTo>
                    <a:pt x="14934" y="9122"/>
                  </a:lnTo>
                  <a:lnTo>
                    <a:pt x="15115" y="8799"/>
                  </a:lnTo>
                  <a:lnTo>
                    <a:pt x="15277" y="8476"/>
                  </a:lnTo>
                  <a:lnTo>
                    <a:pt x="15418" y="8133"/>
                  </a:lnTo>
                  <a:lnTo>
                    <a:pt x="15559" y="7790"/>
                  </a:lnTo>
                  <a:lnTo>
                    <a:pt x="15660" y="7406"/>
                  </a:lnTo>
                  <a:lnTo>
                    <a:pt x="15761" y="7023"/>
                  </a:lnTo>
                  <a:lnTo>
                    <a:pt x="15862" y="6619"/>
                  </a:lnTo>
                  <a:lnTo>
                    <a:pt x="15943" y="6196"/>
                  </a:lnTo>
                  <a:lnTo>
                    <a:pt x="16003" y="5752"/>
                  </a:lnTo>
                  <a:lnTo>
                    <a:pt x="16044" y="5287"/>
                  </a:lnTo>
                  <a:lnTo>
                    <a:pt x="16084" y="4823"/>
                  </a:lnTo>
                  <a:lnTo>
                    <a:pt x="16104" y="4319"/>
                  </a:lnTo>
                  <a:lnTo>
                    <a:pt x="16124" y="3814"/>
                  </a:lnTo>
                  <a:lnTo>
                    <a:pt x="16124" y="3431"/>
                  </a:lnTo>
                  <a:lnTo>
                    <a:pt x="16104" y="3068"/>
                  </a:lnTo>
                  <a:lnTo>
                    <a:pt x="16084" y="2684"/>
                  </a:lnTo>
                  <a:lnTo>
                    <a:pt x="16023" y="2321"/>
                  </a:lnTo>
                  <a:lnTo>
                    <a:pt x="15943" y="1958"/>
                  </a:lnTo>
                  <a:lnTo>
                    <a:pt x="15842" y="1615"/>
                  </a:lnTo>
                  <a:lnTo>
                    <a:pt x="15701" y="1292"/>
                  </a:lnTo>
                  <a:lnTo>
                    <a:pt x="15519" y="969"/>
                  </a:lnTo>
                  <a:lnTo>
                    <a:pt x="15418" y="828"/>
                  </a:lnTo>
                  <a:lnTo>
                    <a:pt x="15297" y="707"/>
                  </a:lnTo>
                  <a:lnTo>
                    <a:pt x="15196" y="585"/>
                  </a:lnTo>
                  <a:lnTo>
                    <a:pt x="15055" y="485"/>
                  </a:lnTo>
                  <a:lnTo>
                    <a:pt x="14934" y="384"/>
                  </a:lnTo>
                  <a:lnTo>
                    <a:pt x="14792" y="303"/>
                  </a:lnTo>
                  <a:lnTo>
                    <a:pt x="14490" y="142"/>
                  </a:lnTo>
                  <a:lnTo>
                    <a:pt x="14187" y="61"/>
                  </a:lnTo>
                  <a:lnTo>
                    <a:pt x="14026" y="20"/>
                  </a:lnTo>
                  <a:lnTo>
                    <a:pt x="13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1"/>
            <p:cNvSpPr/>
            <p:nvPr/>
          </p:nvSpPr>
          <p:spPr>
            <a:xfrm flipH="1" rot="7510477">
              <a:off x="5013466" y="4329445"/>
              <a:ext cx="130939" cy="390468"/>
            </a:xfrm>
            <a:custGeom>
              <a:rect b="b" l="l" r="r" t="t"/>
              <a:pathLst>
                <a:path extrusionOk="0" h="6984" w="2342">
                  <a:moveTo>
                    <a:pt x="1494" y="82"/>
                  </a:moveTo>
                  <a:lnTo>
                    <a:pt x="1615" y="122"/>
                  </a:lnTo>
                  <a:lnTo>
                    <a:pt x="1716" y="162"/>
                  </a:lnTo>
                  <a:lnTo>
                    <a:pt x="1817" y="223"/>
                  </a:lnTo>
                  <a:lnTo>
                    <a:pt x="1897" y="304"/>
                  </a:lnTo>
                  <a:lnTo>
                    <a:pt x="1978" y="404"/>
                  </a:lnTo>
                  <a:lnTo>
                    <a:pt x="2039" y="485"/>
                  </a:lnTo>
                  <a:lnTo>
                    <a:pt x="2099" y="586"/>
                  </a:lnTo>
                  <a:lnTo>
                    <a:pt x="2160" y="707"/>
                  </a:lnTo>
                  <a:lnTo>
                    <a:pt x="2200" y="828"/>
                  </a:lnTo>
                  <a:lnTo>
                    <a:pt x="2240" y="1070"/>
                  </a:lnTo>
                  <a:lnTo>
                    <a:pt x="2261" y="1333"/>
                  </a:lnTo>
                  <a:lnTo>
                    <a:pt x="2261" y="1595"/>
                  </a:lnTo>
                  <a:lnTo>
                    <a:pt x="2240" y="2281"/>
                  </a:lnTo>
                  <a:lnTo>
                    <a:pt x="2180" y="2967"/>
                  </a:lnTo>
                  <a:lnTo>
                    <a:pt x="2059" y="3694"/>
                  </a:lnTo>
                  <a:lnTo>
                    <a:pt x="1897" y="4521"/>
                  </a:lnTo>
                  <a:lnTo>
                    <a:pt x="1837" y="4763"/>
                  </a:lnTo>
                  <a:lnTo>
                    <a:pt x="1776" y="5026"/>
                  </a:lnTo>
                  <a:lnTo>
                    <a:pt x="1675" y="5308"/>
                  </a:lnTo>
                  <a:lnTo>
                    <a:pt x="1554" y="5591"/>
                  </a:lnTo>
                  <a:lnTo>
                    <a:pt x="1413" y="5893"/>
                  </a:lnTo>
                  <a:lnTo>
                    <a:pt x="1231" y="6176"/>
                  </a:lnTo>
                  <a:lnTo>
                    <a:pt x="1030" y="6459"/>
                  </a:lnTo>
                  <a:lnTo>
                    <a:pt x="808" y="6741"/>
                  </a:lnTo>
                  <a:lnTo>
                    <a:pt x="707" y="6822"/>
                  </a:lnTo>
                  <a:lnTo>
                    <a:pt x="626" y="6862"/>
                  </a:lnTo>
                  <a:lnTo>
                    <a:pt x="566" y="6902"/>
                  </a:lnTo>
                  <a:lnTo>
                    <a:pt x="485" y="6882"/>
                  </a:lnTo>
                  <a:lnTo>
                    <a:pt x="444" y="6862"/>
                  </a:lnTo>
                  <a:lnTo>
                    <a:pt x="384" y="6822"/>
                  </a:lnTo>
                  <a:lnTo>
                    <a:pt x="303" y="6701"/>
                  </a:lnTo>
                  <a:lnTo>
                    <a:pt x="243" y="6539"/>
                  </a:lnTo>
                  <a:lnTo>
                    <a:pt x="182" y="6317"/>
                  </a:lnTo>
                  <a:lnTo>
                    <a:pt x="142" y="6055"/>
                  </a:lnTo>
                  <a:lnTo>
                    <a:pt x="101" y="5752"/>
                  </a:lnTo>
                  <a:lnTo>
                    <a:pt x="81" y="5086"/>
                  </a:lnTo>
                  <a:lnTo>
                    <a:pt x="81" y="4602"/>
                  </a:lnTo>
                  <a:lnTo>
                    <a:pt x="81" y="4097"/>
                  </a:lnTo>
                  <a:lnTo>
                    <a:pt x="101" y="3976"/>
                  </a:lnTo>
                  <a:lnTo>
                    <a:pt x="122" y="3310"/>
                  </a:lnTo>
                  <a:lnTo>
                    <a:pt x="162" y="2685"/>
                  </a:lnTo>
                  <a:lnTo>
                    <a:pt x="222" y="2100"/>
                  </a:lnTo>
                  <a:lnTo>
                    <a:pt x="283" y="1535"/>
                  </a:lnTo>
                  <a:lnTo>
                    <a:pt x="323" y="1353"/>
                  </a:lnTo>
                  <a:lnTo>
                    <a:pt x="384" y="1131"/>
                  </a:lnTo>
                  <a:lnTo>
                    <a:pt x="444" y="909"/>
                  </a:lnTo>
                  <a:lnTo>
                    <a:pt x="545" y="667"/>
                  </a:lnTo>
                  <a:lnTo>
                    <a:pt x="687" y="465"/>
                  </a:lnTo>
                  <a:lnTo>
                    <a:pt x="767" y="364"/>
                  </a:lnTo>
                  <a:lnTo>
                    <a:pt x="848" y="263"/>
                  </a:lnTo>
                  <a:lnTo>
                    <a:pt x="949" y="203"/>
                  </a:lnTo>
                  <a:lnTo>
                    <a:pt x="1070" y="142"/>
                  </a:lnTo>
                  <a:lnTo>
                    <a:pt x="1191" y="102"/>
                  </a:lnTo>
                  <a:lnTo>
                    <a:pt x="1312" y="82"/>
                  </a:lnTo>
                  <a:close/>
                  <a:moveTo>
                    <a:pt x="1312" y="1"/>
                  </a:moveTo>
                  <a:lnTo>
                    <a:pt x="1171" y="21"/>
                  </a:lnTo>
                  <a:lnTo>
                    <a:pt x="1030" y="61"/>
                  </a:lnTo>
                  <a:lnTo>
                    <a:pt x="868" y="162"/>
                  </a:lnTo>
                  <a:lnTo>
                    <a:pt x="707" y="304"/>
                  </a:lnTo>
                  <a:lnTo>
                    <a:pt x="566" y="485"/>
                  </a:lnTo>
                  <a:lnTo>
                    <a:pt x="485" y="606"/>
                  </a:lnTo>
                  <a:lnTo>
                    <a:pt x="424" y="748"/>
                  </a:lnTo>
                  <a:lnTo>
                    <a:pt x="364" y="909"/>
                  </a:lnTo>
                  <a:lnTo>
                    <a:pt x="303" y="1091"/>
                  </a:lnTo>
                  <a:lnTo>
                    <a:pt x="263" y="1292"/>
                  </a:lnTo>
                  <a:lnTo>
                    <a:pt x="222" y="1514"/>
                  </a:lnTo>
                  <a:lnTo>
                    <a:pt x="142" y="2079"/>
                  </a:lnTo>
                  <a:lnTo>
                    <a:pt x="81" y="2685"/>
                  </a:lnTo>
                  <a:lnTo>
                    <a:pt x="41" y="3310"/>
                  </a:lnTo>
                  <a:lnTo>
                    <a:pt x="21" y="3976"/>
                  </a:lnTo>
                  <a:lnTo>
                    <a:pt x="1" y="4097"/>
                  </a:lnTo>
                  <a:lnTo>
                    <a:pt x="1" y="4602"/>
                  </a:lnTo>
                  <a:lnTo>
                    <a:pt x="1" y="5106"/>
                  </a:lnTo>
                  <a:lnTo>
                    <a:pt x="21" y="5752"/>
                  </a:lnTo>
                  <a:lnTo>
                    <a:pt x="61" y="6055"/>
                  </a:lnTo>
                  <a:lnTo>
                    <a:pt x="101" y="6337"/>
                  </a:lnTo>
                  <a:lnTo>
                    <a:pt x="142" y="6499"/>
                  </a:lnTo>
                  <a:lnTo>
                    <a:pt x="202" y="6680"/>
                  </a:lnTo>
                  <a:lnTo>
                    <a:pt x="263" y="6781"/>
                  </a:lnTo>
                  <a:lnTo>
                    <a:pt x="303" y="6862"/>
                  </a:lnTo>
                  <a:lnTo>
                    <a:pt x="384" y="6923"/>
                  </a:lnTo>
                  <a:lnTo>
                    <a:pt x="465" y="6963"/>
                  </a:lnTo>
                  <a:lnTo>
                    <a:pt x="525" y="6983"/>
                  </a:lnTo>
                  <a:lnTo>
                    <a:pt x="606" y="6963"/>
                  </a:lnTo>
                  <a:lnTo>
                    <a:pt x="687" y="6923"/>
                  </a:lnTo>
                  <a:lnTo>
                    <a:pt x="767" y="6882"/>
                  </a:lnTo>
                  <a:lnTo>
                    <a:pt x="868" y="6802"/>
                  </a:lnTo>
                  <a:lnTo>
                    <a:pt x="1090" y="6519"/>
                  </a:lnTo>
                  <a:lnTo>
                    <a:pt x="1292" y="6237"/>
                  </a:lnTo>
                  <a:lnTo>
                    <a:pt x="1474" y="5934"/>
                  </a:lnTo>
                  <a:lnTo>
                    <a:pt x="1615" y="5631"/>
                  </a:lnTo>
                  <a:lnTo>
                    <a:pt x="1736" y="5349"/>
                  </a:lnTo>
                  <a:lnTo>
                    <a:pt x="1837" y="5046"/>
                  </a:lnTo>
                  <a:lnTo>
                    <a:pt x="1918" y="4784"/>
                  </a:lnTo>
                  <a:lnTo>
                    <a:pt x="1978" y="4521"/>
                  </a:lnTo>
                  <a:lnTo>
                    <a:pt x="2140" y="3714"/>
                  </a:lnTo>
                  <a:lnTo>
                    <a:pt x="2261" y="2967"/>
                  </a:lnTo>
                  <a:lnTo>
                    <a:pt x="2321" y="2281"/>
                  </a:lnTo>
                  <a:lnTo>
                    <a:pt x="2341" y="1595"/>
                  </a:lnTo>
                  <a:lnTo>
                    <a:pt x="2341" y="1333"/>
                  </a:lnTo>
                  <a:lnTo>
                    <a:pt x="2321" y="1050"/>
                  </a:lnTo>
                  <a:lnTo>
                    <a:pt x="2261" y="788"/>
                  </a:lnTo>
                  <a:lnTo>
                    <a:pt x="2220" y="667"/>
                  </a:lnTo>
                  <a:lnTo>
                    <a:pt x="2180" y="546"/>
                  </a:lnTo>
                  <a:lnTo>
                    <a:pt x="2119" y="445"/>
                  </a:lnTo>
                  <a:lnTo>
                    <a:pt x="2039" y="324"/>
                  </a:lnTo>
                  <a:lnTo>
                    <a:pt x="1938" y="243"/>
                  </a:lnTo>
                  <a:lnTo>
                    <a:pt x="1837" y="142"/>
                  </a:lnTo>
                  <a:lnTo>
                    <a:pt x="1716" y="82"/>
                  </a:lnTo>
                  <a:lnTo>
                    <a:pt x="1595" y="21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1"/>
            <p:cNvSpPr/>
            <p:nvPr/>
          </p:nvSpPr>
          <p:spPr>
            <a:xfrm flipH="1" rot="7510477">
              <a:off x="5095056" y="4516892"/>
              <a:ext cx="4585" cy="55350"/>
            </a:xfrm>
            <a:custGeom>
              <a:rect b="b" l="l" r="r" t="t"/>
              <a:pathLst>
                <a:path extrusionOk="0" h="990" w="82">
                  <a:moveTo>
                    <a:pt x="1" y="0"/>
                  </a:moveTo>
                  <a:lnTo>
                    <a:pt x="1" y="989"/>
                  </a:lnTo>
                  <a:lnTo>
                    <a:pt x="81" y="989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1"/>
            <p:cNvSpPr/>
            <p:nvPr/>
          </p:nvSpPr>
          <p:spPr>
            <a:xfrm flipH="1" rot="7510477">
              <a:off x="5070454" y="4542140"/>
              <a:ext cx="55350" cy="4585"/>
            </a:xfrm>
            <a:custGeom>
              <a:rect b="b" l="l" r="r" t="t"/>
              <a:pathLst>
                <a:path extrusionOk="0" h="82" w="990">
                  <a:moveTo>
                    <a:pt x="1" y="0"/>
                  </a:moveTo>
                  <a:lnTo>
                    <a:pt x="1" y="81"/>
                  </a:lnTo>
                  <a:lnTo>
                    <a:pt x="990" y="81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84" name="Google Shape;4184;p51"/>
          <p:cNvSpPr/>
          <p:nvPr/>
        </p:nvSpPr>
        <p:spPr>
          <a:xfrm>
            <a:off x="8433200" y="3849629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5" name="Google Shape;4185;p51"/>
          <p:cNvSpPr/>
          <p:nvPr/>
        </p:nvSpPr>
        <p:spPr>
          <a:xfrm rot="5400000">
            <a:off x="8431434" y="4454735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6" name="Google Shape;4186;p51"/>
          <p:cNvSpPr/>
          <p:nvPr/>
        </p:nvSpPr>
        <p:spPr>
          <a:xfrm>
            <a:off x="144856" y="13988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7" name="Google Shape;4187;p51"/>
          <p:cNvSpPr/>
          <p:nvPr/>
        </p:nvSpPr>
        <p:spPr>
          <a:xfrm flipH="1">
            <a:off x="3451848" y="4425283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8" name="Google Shape;4188;p51"/>
          <p:cNvSpPr/>
          <p:nvPr/>
        </p:nvSpPr>
        <p:spPr>
          <a:xfrm flipH="1">
            <a:off x="4975848" y="3929983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9" name="Google Shape;4189;p51"/>
          <p:cNvSpPr/>
          <p:nvPr/>
        </p:nvSpPr>
        <p:spPr>
          <a:xfrm>
            <a:off x="144856" y="62206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0" name="Google Shape;4190;p51"/>
          <p:cNvSpPr/>
          <p:nvPr/>
        </p:nvSpPr>
        <p:spPr>
          <a:xfrm flipH="1">
            <a:off x="7094737" y="38089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1" name="Google Shape;4191;p51"/>
          <p:cNvSpPr/>
          <p:nvPr/>
        </p:nvSpPr>
        <p:spPr>
          <a:xfrm flipH="1">
            <a:off x="8466337" y="60949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2" name="Google Shape;4192;p51"/>
          <p:cNvSpPr/>
          <p:nvPr/>
        </p:nvSpPr>
        <p:spPr>
          <a:xfrm flipH="1">
            <a:off x="7780537" y="97144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CUSTOM_10_1_1">
    <p:bg>
      <p:bgPr>
        <a:solidFill>
          <a:schemeClr val="lt2"/>
        </a:solidFill>
      </p:bgPr>
    </p:bg>
    <p:spTree>
      <p:nvGrpSpPr>
        <p:cNvPr id="4193" name="Shape 4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4" name="Google Shape;4194;p52"/>
          <p:cNvSpPr txBox="1"/>
          <p:nvPr>
            <p:ph type="title"/>
          </p:nvPr>
        </p:nvSpPr>
        <p:spPr>
          <a:xfrm>
            <a:off x="2514600" y="1484478"/>
            <a:ext cx="41148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195" name="Google Shape;4195;p52"/>
          <p:cNvSpPr txBox="1"/>
          <p:nvPr>
            <p:ph idx="1" type="subTitle"/>
          </p:nvPr>
        </p:nvSpPr>
        <p:spPr>
          <a:xfrm>
            <a:off x="3037200" y="2100917"/>
            <a:ext cx="3069600" cy="3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196" name="Google Shape;4196;p52"/>
          <p:cNvSpPr txBox="1"/>
          <p:nvPr>
            <p:ph hasCustomPrompt="1" idx="2" type="title"/>
          </p:nvPr>
        </p:nvSpPr>
        <p:spPr>
          <a:xfrm>
            <a:off x="4027950" y="2947572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197" name="Google Shape;4197;p52"/>
          <p:cNvSpPr/>
          <p:nvPr/>
        </p:nvSpPr>
        <p:spPr>
          <a:xfrm>
            <a:off x="2530200" y="0"/>
            <a:ext cx="4083600" cy="51435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8" name="Google Shape;4198;p52"/>
          <p:cNvSpPr/>
          <p:nvPr/>
        </p:nvSpPr>
        <p:spPr>
          <a:xfrm>
            <a:off x="8133850" y="18219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9" name="Google Shape;4199;p52"/>
          <p:cNvSpPr/>
          <p:nvPr/>
        </p:nvSpPr>
        <p:spPr>
          <a:xfrm rot="5400000">
            <a:off x="8133850" y="7872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0" name="Google Shape;4200;p52"/>
          <p:cNvSpPr/>
          <p:nvPr/>
        </p:nvSpPr>
        <p:spPr>
          <a:xfrm rot="3449335">
            <a:off x="1473204" y="-1086091"/>
            <a:ext cx="1596402" cy="180291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1" name="Google Shape;4201;p52"/>
          <p:cNvSpPr/>
          <p:nvPr/>
        </p:nvSpPr>
        <p:spPr>
          <a:xfrm>
            <a:off x="7290020" y="98147"/>
            <a:ext cx="6754688" cy="4497143"/>
          </a:xfrm>
          <a:custGeom>
            <a:rect b="b" l="l" r="r" t="t"/>
            <a:pathLst>
              <a:path extrusionOk="0" h="80439" w="120819">
                <a:moveTo>
                  <a:pt x="94887" y="81"/>
                </a:moveTo>
                <a:lnTo>
                  <a:pt x="96400" y="122"/>
                </a:lnTo>
                <a:lnTo>
                  <a:pt x="97914" y="182"/>
                </a:lnTo>
                <a:lnTo>
                  <a:pt x="99427" y="283"/>
                </a:lnTo>
                <a:lnTo>
                  <a:pt x="100941" y="424"/>
                </a:lnTo>
                <a:lnTo>
                  <a:pt x="102454" y="586"/>
                </a:lnTo>
                <a:lnTo>
                  <a:pt x="103968" y="788"/>
                </a:lnTo>
                <a:lnTo>
                  <a:pt x="105481" y="1030"/>
                </a:lnTo>
                <a:lnTo>
                  <a:pt x="106894" y="1272"/>
                </a:lnTo>
                <a:lnTo>
                  <a:pt x="107620" y="1413"/>
                </a:lnTo>
                <a:lnTo>
                  <a:pt x="108367" y="1595"/>
                </a:lnTo>
                <a:lnTo>
                  <a:pt x="109114" y="1777"/>
                </a:lnTo>
                <a:lnTo>
                  <a:pt x="109860" y="1998"/>
                </a:lnTo>
                <a:lnTo>
                  <a:pt x="110607" y="2241"/>
                </a:lnTo>
                <a:lnTo>
                  <a:pt x="111354" y="2503"/>
                </a:lnTo>
                <a:lnTo>
                  <a:pt x="112100" y="2806"/>
                </a:lnTo>
                <a:lnTo>
                  <a:pt x="112827" y="3129"/>
                </a:lnTo>
                <a:lnTo>
                  <a:pt x="113533" y="3492"/>
                </a:lnTo>
                <a:lnTo>
                  <a:pt x="114219" y="3895"/>
                </a:lnTo>
                <a:lnTo>
                  <a:pt x="114562" y="4117"/>
                </a:lnTo>
                <a:lnTo>
                  <a:pt x="114885" y="4339"/>
                </a:lnTo>
                <a:lnTo>
                  <a:pt x="115208" y="4582"/>
                </a:lnTo>
                <a:lnTo>
                  <a:pt x="115531" y="4824"/>
                </a:lnTo>
                <a:lnTo>
                  <a:pt x="115834" y="5086"/>
                </a:lnTo>
                <a:lnTo>
                  <a:pt x="116136" y="5369"/>
                </a:lnTo>
                <a:lnTo>
                  <a:pt x="116419" y="5651"/>
                </a:lnTo>
                <a:lnTo>
                  <a:pt x="116701" y="5934"/>
                </a:lnTo>
                <a:lnTo>
                  <a:pt x="117044" y="6317"/>
                </a:lnTo>
                <a:lnTo>
                  <a:pt x="117367" y="6721"/>
                </a:lnTo>
                <a:lnTo>
                  <a:pt x="117690" y="7165"/>
                </a:lnTo>
                <a:lnTo>
                  <a:pt x="118033" y="7669"/>
                </a:lnTo>
                <a:lnTo>
                  <a:pt x="118336" y="8194"/>
                </a:lnTo>
                <a:lnTo>
                  <a:pt x="118659" y="8799"/>
                </a:lnTo>
                <a:lnTo>
                  <a:pt x="118941" y="9445"/>
                </a:lnTo>
                <a:lnTo>
                  <a:pt x="119224" y="10171"/>
                </a:lnTo>
                <a:lnTo>
                  <a:pt x="119486" y="10958"/>
                </a:lnTo>
                <a:lnTo>
                  <a:pt x="119728" y="11826"/>
                </a:lnTo>
                <a:lnTo>
                  <a:pt x="119950" y="12795"/>
                </a:lnTo>
                <a:lnTo>
                  <a:pt x="120152" y="13824"/>
                </a:lnTo>
                <a:lnTo>
                  <a:pt x="120334" y="14974"/>
                </a:lnTo>
                <a:lnTo>
                  <a:pt x="120475" y="16205"/>
                </a:lnTo>
                <a:lnTo>
                  <a:pt x="120576" y="17557"/>
                </a:lnTo>
                <a:lnTo>
                  <a:pt x="120657" y="19010"/>
                </a:lnTo>
                <a:lnTo>
                  <a:pt x="120697" y="20241"/>
                </a:lnTo>
                <a:lnTo>
                  <a:pt x="120717" y="21472"/>
                </a:lnTo>
                <a:lnTo>
                  <a:pt x="120737" y="22683"/>
                </a:lnTo>
                <a:lnTo>
                  <a:pt x="120737" y="23914"/>
                </a:lnTo>
                <a:lnTo>
                  <a:pt x="120717" y="25145"/>
                </a:lnTo>
                <a:lnTo>
                  <a:pt x="120697" y="26376"/>
                </a:lnTo>
                <a:lnTo>
                  <a:pt x="120657" y="27607"/>
                </a:lnTo>
                <a:lnTo>
                  <a:pt x="120616" y="28838"/>
                </a:lnTo>
                <a:lnTo>
                  <a:pt x="120536" y="30049"/>
                </a:lnTo>
                <a:lnTo>
                  <a:pt x="120455" y="31280"/>
                </a:lnTo>
                <a:lnTo>
                  <a:pt x="120374" y="32511"/>
                </a:lnTo>
                <a:lnTo>
                  <a:pt x="120253" y="33722"/>
                </a:lnTo>
                <a:lnTo>
                  <a:pt x="120152" y="34953"/>
                </a:lnTo>
                <a:lnTo>
                  <a:pt x="120011" y="36163"/>
                </a:lnTo>
                <a:lnTo>
                  <a:pt x="119870" y="37394"/>
                </a:lnTo>
                <a:lnTo>
                  <a:pt x="119708" y="38605"/>
                </a:lnTo>
                <a:lnTo>
                  <a:pt x="119567" y="39533"/>
                </a:lnTo>
                <a:lnTo>
                  <a:pt x="119405" y="40462"/>
                </a:lnTo>
                <a:lnTo>
                  <a:pt x="119224" y="41390"/>
                </a:lnTo>
                <a:lnTo>
                  <a:pt x="119103" y="41834"/>
                </a:lnTo>
                <a:lnTo>
                  <a:pt x="118982" y="42278"/>
                </a:lnTo>
                <a:lnTo>
                  <a:pt x="118820" y="42722"/>
                </a:lnTo>
                <a:lnTo>
                  <a:pt x="118659" y="43166"/>
                </a:lnTo>
                <a:lnTo>
                  <a:pt x="118497" y="43590"/>
                </a:lnTo>
                <a:lnTo>
                  <a:pt x="118296" y="43993"/>
                </a:lnTo>
                <a:lnTo>
                  <a:pt x="118074" y="44397"/>
                </a:lnTo>
                <a:lnTo>
                  <a:pt x="117831" y="44800"/>
                </a:lnTo>
                <a:lnTo>
                  <a:pt x="117549" y="45164"/>
                </a:lnTo>
                <a:lnTo>
                  <a:pt x="117266" y="45527"/>
                </a:lnTo>
                <a:lnTo>
                  <a:pt x="117105" y="45709"/>
                </a:lnTo>
                <a:lnTo>
                  <a:pt x="116943" y="45870"/>
                </a:lnTo>
                <a:lnTo>
                  <a:pt x="116782" y="45991"/>
                </a:lnTo>
                <a:lnTo>
                  <a:pt x="116621" y="46112"/>
                </a:lnTo>
                <a:lnTo>
                  <a:pt x="116459" y="46193"/>
                </a:lnTo>
                <a:lnTo>
                  <a:pt x="116298" y="46253"/>
                </a:lnTo>
                <a:lnTo>
                  <a:pt x="116136" y="46294"/>
                </a:lnTo>
                <a:lnTo>
                  <a:pt x="115975" y="46314"/>
                </a:lnTo>
                <a:lnTo>
                  <a:pt x="115813" y="46314"/>
                </a:lnTo>
                <a:lnTo>
                  <a:pt x="115632" y="46294"/>
                </a:lnTo>
                <a:lnTo>
                  <a:pt x="115490" y="46253"/>
                </a:lnTo>
                <a:lnTo>
                  <a:pt x="115349" y="46193"/>
                </a:lnTo>
                <a:lnTo>
                  <a:pt x="115228" y="46092"/>
                </a:lnTo>
                <a:lnTo>
                  <a:pt x="115107" y="45991"/>
                </a:lnTo>
                <a:lnTo>
                  <a:pt x="115006" y="45890"/>
                </a:lnTo>
                <a:lnTo>
                  <a:pt x="114905" y="45749"/>
                </a:lnTo>
                <a:lnTo>
                  <a:pt x="114724" y="45446"/>
                </a:lnTo>
                <a:lnTo>
                  <a:pt x="114562" y="45103"/>
                </a:lnTo>
                <a:lnTo>
                  <a:pt x="114441" y="44740"/>
                </a:lnTo>
                <a:lnTo>
                  <a:pt x="114300" y="44336"/>
                </a:lnTo>
                <a:lnTo>
                  <a:pt x="114360" y="44316"/>
                </a:lnTo>
                <a:lnTo>
                  <a:pt x="114199" y="43751"/>
                </a:lnTo>
                <a:lnTo>
                  <a:pt x="114017" y="43186"/>
                </a:lnTo>
                <a:lnTo>
                  <a:pt x="113816" y="42641"/>
                </a:lnTo>
                <a:lnTo>
                  <a:pt x="113594" y="42096"/>
                </a:lnTo>
                <a:lnTo>
                  <a:pt x="113331" y="41551"/>
                </a:lnTo>
                <a:lnTo>
                  <a:pt x="113049" y="41027"/>
                </a:lnTo>
                <a:lnTo>
                  <a:pt x="112746" y="40522"/>
                </a:lnTo>
                <a:lnTo>
                  <a:pt x="112403" y="40018"/>
                </a:lnTo>
                <a:lnTo>
                  <a:pt x="112040" y="39533"/>
                </a:lnTo>
                <a:lnTo>
                  <a:pt x="111656" y="39049"/>
                </a:lnTo>
                <a:lnTo>
                  <a:pt x="111253" y="38605"/>
                </a:lnTo>
                <a:lnTo>
                  <a:pt x="110829" y="38161"/>
                </a:lnTo>
                <a:lnTo>
                  <a:pt x="110365" y="37717"/>
                </a:lnTo>
                <a:lnTo>
                  <a:pt x="109901" y="37314"/>
                </a:lnTo>
                <a:lnTo>
                  <a:pt x="109396" y="36910"/>
                </a:lnTo>
                <a:lnTo>
                  <a:pt x="108892" y="36547"/>
                </a:lnTo>
                <a:lnTo>
                  <a:pt x="108367" y="36184"/>
                </a:lnTo>
                <a:lnTo>
                  <a:pt x="107822" y="35861"/>
                </a:lnTo>
                <a:lnTo>
                  <a:pt x="107277" y="35558"/>
                </a:lnTo>
                <a:lnTo>
                  <a:pt x="106712" y="35275"/>
                </a:lnTo>
                <a:lnTo>
                  <a:pt x="106147" y="35033"/>
                </a:lnTo>
                <a:lnTo>
                  <a:pt x="105582" y="34811"/>
                </a:lnTo>
                <a:lnTo>
                  <a:pt x="104997" y="34610"/>
                </a:lnTo>
                <a:lnTo>
                  <a:pt x="104412" y="34428"/>
                </a:lnTo>
                <a:lnTo>
                  <a:pt x="103826" y="34287"/>
                </a:lnTo>
                <a:lnTo>
                  <a:pt x="103241" y="34166"/>
                </a:lnTo>
                <a:lnTo>
                  <a:pt x="102636" y="34065"/>
                </a:lnTo>
                <a:lnTo>
                  <a:pt x="102051" y="34004"/>
                </a:lnTo>
                <a:lnTo>
                  <a:pt x="101445" y="33964"/>
                </a:lnTo>
                <a:lnTo>
                  <a:pt x="100860" y="33944"/>
                </a:lnTo>
                <a:lnTo>
                  <a:pt x="100255" y="33964"/>
                </a:lnTo>
                <a:lnTo>
                  <a:pt x="99669" y="34004"/>
                </a:lnTo>
                <a:lnTo>
                  <a:pt x="99084" y="34085"/>
                </a:lnTo>
                <a:lnTo>
                  <a:pt x="98499" y="34166"/>
                </a:lnTo>
                <a:lnTo>
                  <a:pt x="97914" y="34307"/>
                </a:lnTo>
                <a:lnTo>
                  <a:pt x="97349" y="34448"/>
                </a:lnTo>
                <a:lnTo>
                  <a:pt x="96763" y="34630"/>
                </a:lnTo>
                <a:lnTo>
                  <a:pt x="96198" y="34831"/>
                </a:lnTo>
                <a:lnTo>
                  <a:pt x="95654" y="35053"/>
                </a:lnTo>
                <a:lnTo>
                  <a:pt x="95109" y="35296"/>
                </a:lnTo>
                <a:lnTo>
                  <a:pt x="94564" y="35578"/>
                </a:lnTo>
                <a:lnTo>
                  <a:pt x="94019" y="35861"/>
                </a:lnTo>
                <a:lnTo>
                  <a:pt x="93494" y="36184"/>
                </a:lnTo>
                <a:lnTo>
                  <a:pt x="92990" y="36527"/>
                </a:lnTo>
                <a:lnTo>
                  <a:pt x="92485" y="36910"/>
                </a:lnTo>
                <a:lnTo>
                  <a:pt x="92001" y="37293"/>
                </a:lnTo>
                <a:lnTo>
                  <a:pt x="91517" y="37697"/>
                </a:lnTo>
                <a:lnTo>
                  <a:pt x="91052" y="38141"/>
                </a:lnTo>
                <a:lnTo>
                  <a:pt x="90609" y="38585"/>
                </a:lnTo>
                <a:lnTo>
                  <a:pt x="90185" y="39049"/>
                </a:lnTo>
                <a:lnTo>
                  <a:pt x="89781" y="39513"/>
                </a:lnTo>
                <a:lnTo>
                  <a:pt x="89398" y="40018"/>
                </a:lnTo>
                <a:lnTo>
                  <a:pt x="89055" y="40502"/>
                </a:lnTo>
                <a:lnTo>
                  <a:pt x="88712" y="41027"/>
                </a:lnTo>
                <a:lnTo>
                  <a:pt x="88389" y="41551"/>
                </a:lnTo>
                <a:lnTo>
                  <a:pt x="88086" y="42076"/>
                </a:lnTo>
                <a:lnTo>
                  <a:pt x="87824" y="42621"/>
                </a:lnTo>
                <a:lnTo>
                  <a:pt x="87561" y="43186"/>
                </a:lnTo>
                <a:lnTo>
                  <a:pt x="87339" y="43751"/>
                </a:lnTo>
                <a:lnTo>
                  <a:pt x="87138" y="44316"/>
                </a:lnTo>
                <a:lnTo>
                  <a:pt x="86956" y="44881"/>
                </a:lnTo>
                <a:lnTo>
                  <a:pt x="86815" y="45466"/>
                </a:lnTo>
                <a:lnTo>
                  <a:pt x="86673" y="46052"/>
                </a:lnTo>
                <a:lnTo>
                  <a:pt x="86573" y="46637"/>
                </a:lnTo>
                <a:lnTo>
                  <a:pt x="86492" y="47283"/>
                </a:lnTo>
                <a:lnTo>
                  <a:pt x="86411" y="47928"/>
                </a:lnTo>
                <a:lnTo>
                  <a:pt x="86290" y="49240"/>
                </a:lnTo>
                <a:lnTo>
                  <a:pt x="86209" y="50330"/>
                </a:lnTo>
                <a:lnTo>
                  <a:pt x="86088" y="51399"/>
                </a:lnTo>
                <a:lnTo>
                  <a:pt x="86007" y="51924"/>
                </a:lnTo>
                <a:lnTo>
                  <a:pt x="85927" y="52449"/>
                </a:lnTo>
                <a:lnTo>
                  <a:pt x="85806" y="52973"/>
                </a:lnTo>
                <a:lnTo>
                  <a:pt x="85685" y="53458"/>
                </a:lnTo>
                <a:lnTo>
                  <a:pt x="85543" y="53962"/>
                </a:lnTo>
                <a:lnTo>
                  <a:pt x="85362" y="54426"/>
                </a:lnTo>
                <a:lnTo>
                  <a:pt x="85160" y="54870"/>
                </a:lnTo>
                <a:lnTo>
                  <a:pt x="84918" y="55314"/>
                </a:lnTo>
                <a:lnTo>
                  <a:pt x="84655" y="55718"/>
                </a:lnTo>
                <a:lnTo>
                  <a:pt x="84353" y="56101"/>
                </a:lnTo>
                <a:lnTo>
                  <a:pt x="84171" y="56303"/>
                </a:lnTo>
                <a:lnTo>
                  <a:pt x="84010" y="56465"/>
                </a:lnTo>
                <a:lnTo>
                  <a:pt x="83808" y="56646"/>
                </a:lnTo>
                <a:lnTo>
                  <a:pt x="83606" y="56808"/>
                </a:lnTo>
                <a:lnTo>
                  <a:pt x="83344" y="56989"/>
                </a:lnTo>
                <a:lnTo>
                  <a:pt x="83041" y="57191"/>
                </a:lnTo>
                <a:lnTo>
                  <a:pt x="82658" y="57393"/>
                </a:lnTo>
                <a:lnTo>
                  <a:pt x="82173" y="57595"/>
                </a:lnTo>
                <a:lnTo>
                  <a:pt x="81628" y="57776"/>
                </a:lnTo>
                <a:lnTo>
                  <a:pt x="81326" y="57877"/>
                </a:lnTo>
                <a:lnTo>
                  <a:pt x="80983" y="57958"/>
                </a:lnTo>
                <a:lnTo>
                  <a:pt x="80599" y="58018"/>
                </a:lnTo>
                <a:lnTo>
                  <a:pt x="80216" y="58099"/>
                </a:lnTo>
                <a:lnTo>
                  <a:pt x="79792" y="58160"/>
                </a:lnTo>
                <a:lnTo>
                  <a:pt x="79328" y="58200"/>
                </a:lnTo>
                <a:lnTo>
                  <a:pt x="78642" y="58261"/>
                </a:lnTo>
                <a:lnTo>
                  <a:pt x="77935" y="58281"/>
                </a:lnTo>
                <a:lnTo>
                  <a:pt x="77249" y="58301"/>
                </a:lnTo>
                <a:lnTo>
                  <a:pt x="76543" y="58301"/>
                </a:lnTo>
                <a:lnTo>
                  <a:pt x="75837" y="58281"/>
                </a:lnTo>
                <a:lnTo>
                  <a:pt x="75151" y="58240"/>
                </a:lnTo>
                <a:lnTo>
                  <a:pt x="74444" y="58180"/>
                </a:lnTo>
                <a:lnTo>
                  <a:pt x="73758" y="58119"/>
                </a:lnTo>
                <a:lnTo>
                  <a:pt x="72366" y="57958"/>
                </a:lnTo>
                <a:lnTo>
                  <a:pt x="70994" y="57776"/>
                </a:lnTo>
                <a:lnTo>
                  <a:pt x="69601" y="57574"/>
                </a:lnTo>
                <a:lnTo>
                  <a:pt x="68249" y="57352"/>
                </a:lnTo>
                <a:lnTo>
                  <a:pt x="66937" y="57151"/>
                </a:lnTo>
                <a:lnTo>
                  <a:pt x="65605" y="56949"/>
                </a:lnTo>
                <a:lnTo>
                  <a:pt x="64294" y="56767"/>
                </a:lnTo>
                <a:lnTo>
                  <a:pt x="62962" y="56606"/>
                </a:lnTo>
                <a:lnTo>
                  <a:pt x="61771" y="56505"/>
                </a:lnTo>
                <a:lnTo>
                  <a:pt x="60581" y="56424"/>
                </a:lnTo>
                <a:lnTo>
                  <a:pt x="59390" y="56384"/>
                </a:lnTo>
                <a:lnTo>
                  <a:pt x="58179" y="56364"/>
                </a:lnTo>
                <a:lnTo>
                  <a:pt x="56968" y="56384"/>
                </a:lnTo>
                <a:lnTo>
                  <a:pt x="55778" y="56444"/>
                </a:lnTo>
                <a:lnTo>
                  <a:pt x="54567" y="56525"/>
                </a:lnTo>
                <a:lnTo>
                  <a:pt x="53356" y="56646"/>
                </a:lnTo>
                <a:lnTo>
                  <a:pt x="52145" y="56787"/>
                </a:lnTo>
                <a:lnTo>
                  <a:pt x="50935" y="56949"/>
                </a:lnTo>
                <a:lnTo>
                  <a:pt x="49744" y="57151"/>
                </a:lnTo>
                <a:lnTo>
                  <a:pt x="48553" y="57393"/>
                </a:lnTo>
                <a:lnTo>
                  <a:pt x="47343" y="57655"/>
                </a:lnTo>
                <a:lnTo>
                  <a:pt x="46172" y="57958"/>
                </a:lnTo>
                <a:lnTo>
                  <a:pt x="44981" y="58281"/>
                </a:lnTo>
                <a:lnTo>
                  <a:pt x="43811" y="58644"/>
                </a:lnTo>
                <a:lnTo>
                  <a:pt x="42661" y="59027"/>
                </a:lnTo>
                <a:lnTo>
                  <a:pt x="41510" y="59451"/>
                </a:lnTo>
                <a:lnTo>
                  <a:pt x="40380" y="59895"/>
                </a:lnTo>
                <a:lnTo>
                  <a:pt x="39250" y="60359"/>
                </a:lnTo>
                <a:lnTo>
                  <a:pt x="38140" y="60864"/>
                </a:lnTo>
                <a:lnTo>
                  <a:pt x="37031" y="61409"/>
                </a:lnTo>
                <a:lnTo>
                  <a:pt x="35961" y="61954"/>
                </a:lnTo>
                <a:lnTo>
                  <a:pt x="34891" y="62539"/>
                </a:lnTo>
                <a:lnTo>
                  <a:pt x="33842" y="63144"/>
                </a:lnTo>
                <a:lnTo>
                  <a:pt x="32813" y="63790"/>
                </a:lnTo>
                <a:lnTo>
                  <a:pt x="31784" y="64436"/>
                </a:lnTo>
                <a:lnTo>
                  <a:pt x="30795" y="65122"/>
                </a:lnTo>
                <a:lnTo>
                  <a:pt x="29826" y="65828"/>
                </a:lnTo>
                <a:lnTo>
                  <a:pt x="28878" y="66555"/>
                </a:lnTo>
                <a:lnTo>
                  <a:pt x="27950" y="67321"/>
                </a:lnTo>
                <a:lnTo>
                  <a:pt x="27041" y="68088"/>
                </a:lnTo>
                <a:lnTo>
                  <a:pt x="26113" y="68916"/>
                </a:lnTo>
                <a:lnTo>
                  <a:pt x="25205" y="69763"/>
                </a:lnTo>
                <a:lnTo>
                  <a:pt x="23429" y="71499"/>
                </a:lnTo>
                <a:lnTo>
                  <a:pt x="22279" y="72609"/>
                </a:lnTo>
                <a:lnTo>
                  <a:pt x="21129" y="73719"/>
                </a:lnTo>
                <a:lnTo>
                  <a:pt x="19938" y="74788"/>
                </a:lnTo>
                <a:lnTo>
                  <a:pt x="19333" y="75313"/>
                </a:lnTo>
                <a:lnTo>
                  <a:pt x="18707" y="75837"/>
                </a:lnTo>
                <a:lnTo>
                  <a:pt x="18081" y="76342"/>
                </a:lnTo>
                <a:lnTo>
                  <a:pt x="17456" y="76826"/>
                </a:lnTo>
                <a:lnTo>
                  <a:pt x="16810" y="77290"/>
                </a:lnTo>
                <a:lnTo>
                  <a:pt x="16144" y="77734"/>
                </a:lnTo>
                <a:lnTo>
                  <a:pt x="15458" y="78158"/>
                </a:lnTo>
                <a:lnTo>
                  <a:pt x="14772" y="78542"/>
                </a:lnTo>
                <a:lnTo>
                  <a:pt x="14066" y="78925"/>
                </a:lnTo>
                <a:lnTo>
                  <a:pt x="13339" y="79268"/>
                </a:lnTo>
                <a:lnTo>
                  <a:pt x="12915" y="79450"/>
                </a:lnTo>
                <a:lnTo>
                  <a:pt x="12492" y="79611"/>
                </a:lnTo>
                <a:lnTo>
                  <a:pt x="12048" y="79752"/>
                </a:lnTo>
                <a:lnTo>
                  <a:pt x="11604" y="79894"/>
                </a:lnTo>
                <a:lnTo>
                  <a:pt x="11160" y="79995"/>
                </a:lnTo>
                <a:lnTo>
                  <a:pt x="10716" y="80095"/>
                </a:lnTo>
                <a:lnTo>
                  <a:pt x="10252" y="80196"/>
                </a:lnTo>
                <a:lnTo>
                  <a:pt x="9787" y="80257"/>
                </a:lnTo>
                <a:lnTo>
                  <a:pt x="9344" y="80297"/>
                </a:lnTo>
                <a:lnTo>
                  <a:pt x="8879" y="80338"/>
                </a:lnTo>
                <a:lnTo>
                  <a:pt x="8415" y="80358"/>
                </a:lnTo>
                <a:lnTo>
                  <a:pt x="7951" y="80358"/>
                </a:lnTo>
                <a:lnTo>
                  <a:pt x="7507" y="80338"/>
                </a:lnTo>
                <a:lnTo>
                  <a:pt x="7063" y="80317"/>
                </a:lnTo>
                <a:lnTo>
                  <a:pt x="6619" y="80257"/>
                </a:lnTo>
                <a:lnTo>
                  <a:pt x="6175" y="80196"/>
                </a:lnTo>
                <a:lnTo>
                  <a:pt x="5691" y="80095"/>
                </a:lnTo>
                <a:lnTo>
                  <a:pt x="5247" y="79974"/>
                </a:lnTo>
                <a:lnTo>
                  <a:pt x="4803" y="79853"/>
                </a:lnTo>
                <a:lnTo>
                  <a:pt x="4379" y="79692"/>
                </a:lnTo>
                <a:lnTo>
                  <a:pt x="3955" y="79510"/>
                </a:lnTo>
                <a:lnTo>
                  <a:pt x="3572" y="79329"/>
                </a:lnTo>
                <a:lnTo>
                  <a:pt x="3189" y="79107"/>
                </a:lnTo>
                <a:lnTo>
                  <a:pt x="2846" y="78885"/>
                </a:lnTo>
                <a:lnTo>
                  <a:pt x="2502" y="78642"/>
                </a:lnTo>
                <a:lnTo>
                  <a:pt x="2180" y="78380"/>
                </a:lnTo>
                <a:lnTo>
                  <a:pt x="1897" y="78098"/>
                </a:lnTo>
                <a:lnTo>
                  <a:pt x="1615" y="77795"/>
                </a:lnTo>
                <a:lnTo>
                  <a:pt x="1352" y="77472"/>
                </a:lnTo>
                <a:lnTo>
                  <a:pt x="1130" y="77149"/>
                </a:lnTo>
                <a:lnTo>
                  <a:pt x="908" y="76806"/>
                </a:lnTo>
                <a:lnTo>
                  <a:pt x="727" y="76443"/>
                </a:lnTo>
                <a:lnTo>
                  <a:pt x="585" y="76180"/>
                </a:lnTo>
                <a:lnTo>
                  <a:pt x="484" y="75898"/>
                </a:lnTo>
                <a:lnTo>
                  <a:pt x="384" y="75636"/>
                </a:lnTo>
                <a:lnTo>
                  <a:pt x="303" y="75353"/>
                </a:lnTo>
                <a:lnTo>
                  <a:pt x="242" y="75050"/>
                </a:lnTo>
                <a:lnTo>
                  <a:pt x="182" y="74768"/>
                </a:lnTo>
                <a:lnTo>
                  <a:pt x="141" y="74465"/>
                </a:lnTo>
                <a:lnTo>
                  <a:pt x="101" y="74162"/>
                </a:lnTo>
                <a:lnTo>
                  <a:pt x="81" y="73860"/>
                </a:lnTo>
                <a:lnTo>
                  <a:pt x="81" y="73557"/>
                </a:lnTo>
                <a:lnTo>
                  <a:pt x="101" y="73254"/>
                </a:lnTo>
                <a:lnTo>
                  <a:pt x="121" y="72952"/>
                </a:lnTo>
                <a:lnTo>
                  <a:pt x="162" y="72629"/>
                </a:lnTo>
                <a:lnTo>
                  <a:pt x="202" y="72306"/>
                </a:lnTo>
                <a:lnTo>
                  <a:pt x="262" y="71983"/>
                </a:lnTo>
                <a:lnTo>
                  <a:pt x="343" y="71680"/>
                </a:lnTo>
                <a:lnTo>
                  <a:pt x="525" y="71075"/>
                </a:lnTo>
                <a:lnTo>
                  <a:pt x="727" y="70490"/>
                </a:lnTo>
                <a:lnTo>
                  <a:pt x="989" y="69925"/>
                </a:lnTo>
                <a:lnTo>
                  <a:pt x="1292" y="69380"/>
                </a:lnTo>
                <a:lnTo>
                  <a:pt x="1615" y="68835"/>
                </a:lnTo>
                <a:lnTo>
                  <a:pt x="1998" y="68330"/>
                </a:lnTo>
                <a:lnTo>
                  <a:pt x="2381" y="67846"/>
                </a:lnTo>
                <a:lnTo>
                  <a:pt x="2825" y="67382"/>
                </a:lnTo>
                <a:lnTo>
                  <a:pt x="3209" y="67019"/>
                </a:lnTo>
                <a:lnTo>
                  <a:pt x="3612" y="66676"/>
                </a:lnTo>
                <a:lnTo>
                  <a:pt x="4036" y="66353"/>
                </a:lnTo>
                <a:lnTo>
                  <a:pt x="4500" y="66030"/>
                </a:lnTo>
                <a:lnTo>
                  <a:pt x="4964" y="65727"/>
                </a:lnTo>
                <a:lnTo>
                  <a:pt x="5449" y="65445"/>
                </a:lnTo>
                <a:lnTo>
                  <a:pt x="5973" y="65162"/>
                </a:lnTo>
                <a:lnTo>
                  <a:pt x="6518" y="64900"/>
                </a:lnTo>
                <a:lnTo>
                  <a:pt x="7063" y="64658"/>
                </a:lnTo>
                <a:lnTo>
                  <a:pt x="7669" y="64415"/>
                </a:lnTo>
                <a:lnTo>
                  <a:pt x="8274" y="64194"/>
                </a:lnTo>
                <a:lnTo>
                  <a:pt x="8920" y="63992"/>
                </a:lnTo>
                <a:lnTo>
                  <a:pt x="9586" y="63790"/>
                </a:lnTo>
                <a:lnTo>
                  <a:pt x="10272" y="63608"/>
                </a:lnTo>
                <a:lnTo>
                  <a:pt x="10978" y="63427"/>
                </a:lnTo>
                <a:lnTo>
                  <a:pt x="11745" y="63265"/>
                </a:lnTo>
                <a:lnTo>
                  <a:pt x="12673" y="63084"/>
                </a:lnTo>
                <a:lnTo>
                  <a:pt x="13460" y="62942"/>
                </a:lnTo>
                <a:lnTo>
                  <a:pt x="14227" y="62781"/>
                </a:lnTo>
                <a:lnTo>
                  <a:pt x="15014" y="62579"/>
                </a:lnTo>
                <a:lnTo>
                  <a:pt x="15761" y="62377"/>
                </a:lnTo>
                <a:lnTo>
                  <a:pt x="16144" y="62256"/>
                </a:lnTo>
                <a:lnTo>
                  <a:pt x="16507" y="62115"/>
                </a:lnTo>
                <a:lnTo>
                  <a:pt x="16871" y="61974"/>
                </a:lnTo>
                <a:lnTo>
                  <a:pt x="17234" y="61812"/>
                </a:lnTo>
                <a:lnTo>
                  <a:pt x="17577" y="61631"/>
                </a:lnTo>
                <a:lnTo>
                  <a:pt x="17920" y="61429"/>
                </a:lnTo>
                <a:lnTo>
                  <a:pt x="18243" y="61227"/>
                </a:lnTo>
                <a:lnTo>
                  <a:pt x="18566" y="61005"/>
                </a:lnTo>
                <a:lnTo>
                  <a:pt x="18909" y="60723"/>
                </a:lnTo>
                <a:lnTo>
                  <a:pt x="19232" y="60420"/>
                </a:lnTo>
                <a:lnTo>
                  <a:pt x="19534" y="60097"/>
                </a:lnTo>
                <a:lnTo>
                  <a:pt x="19817" y="59754"/>
                </a:lnTo>
                <a:lnTo>
                  <a:pt x="20099" y="59391"/>
                </a:lnTo>
                <a:lnTo>
                  <a:pt x="20362" y="59007"/>
                </a:lnTo>
                <a:lnTo>
                  <a:pt x="20604" y="58604"/>
                </a:lnTo>
                <a:lnTo>
                  <a:pt x="20826" y="58160"/>
                </a:lnTo>
                <a:lnTo>
                  <a:pt x="21028" y="57716"/>
                </a:lnTo>
                <a:lnTo>
                  <a:pt x="21230" y="57252"/>
                </a:lnTo>
                <a:lnTo>
                  <a:pt x="21391" y="56767"/>
                </a:lnTo>
                <a:lnTo>
                  <a:pt x="21552" y="56263"/>
                </a:lnTo>
                <a:lnTo>
                  <a:pt x="21694" y="55738"/>
                </a:lnTo>
                <a:lnTo>
                  <a:pt x="21795" y="55213"/>
                </a:lnTo>
                <a:lnTo>
                  <a:pt x="21895" y="54648"/>
                </a:lnTo>
                <a:lnTo>
                  <a:pt x="21976" y="54083"/>
                </a:lnTo>
                <a:lnTo>
                  <a:pt x="22037" y="53478"/>
                </a:lnTo>
                <a:lnTo>
                  <a:pt x="22077" y="52872"/>
                </a:lnTo>
                <a:lnTo>
                  <a:pt x="22097" y="52267"/>
                </a:lnTo>
                <a:lnTo>
                  <a:pt x="22117" y="51662"/>
                </a:lnTo>
                <a:lnTo>
                  <a:pt x="22097" y="51056"/>
                </a:lnTo>
                <a:lnTo>
                  <a:pt x="22077" y="50451"/>
                </a:lnTo>
                <a:lnTo>
                  <a:pt x="21996" y="49240"/>
                </a:lnTo>
                <a:lnTo>
                  <a:pt x="21875" y="48029"/>
                </a:lnTo>
                <a:lnTo>
                  <a:pt x="21734" y="46818"/>
                </a:lnTo>
                <a:lnTo>
                  <a:pt x="21552" y="45608"/>
                </a:lnTo>
                <a:lnTo>
                  <a:pt x="21371" y="44417"/>
                </a:lnTo>
                <a:lnTo>
                  <a:pt x="21068" y="42359"/>
                </a:lnTo>
                <a:lnTo>
                  <a:pt x="20927" y="41309"/>
                </a:lnTo>
                <a:lnTo>
                  <a:pt x="20806" y="40280"/>
                </a:lnTo>
                <a:lnTo>
                  <a:pt x="20745" y="39493"/>
                </a:lnTo>
                <a:lnTo>
                  <a:pt x="20685" y="38706"/>
                </a:lnTo>
                <a:lnTo>
                  <a:pt x="20665" y="37879"/>
                </a:lnTo>
                <a:lnTo>
                  <a:pt x="20665" y="37031"/>
                </a:lnTo>
                <a:lnTo>
                  <a:pt x="20685" y="36184"/>
                </a:lnTo>
                <a:lnTo>
                  <a:pt x="20765" y="35316"/>
                </a:lnTo>
                <a:lnTo>
                  <a:pt x="20866" y="34448"/>
                </a:lnTo>
                <a:lnTo>
                  <a:pt x="21008" y="33560"/>
                </a:lnTo>
                <a:lnTo>
                  <a:pt x="21088" y="33136"/>
                </a:lnTo>
                <a:lnTo>
                  <a:pt x="21189" y="32713"/>
                </a:lnTo>
                <a:lnTo>
                  <a:pt x="21290" y="32269"/>
                </a:lnTo>
                <a:lnTo>
                  <a:pt x="21431" y="31845"/>
                </a:lnTo>
                <a:lnTo>
                  <a:pt x="21552" y="31441"/>
                </a:lnTo>
                <a:lnTo>
                  <a:pt x="21714" y="31017"/>
                </a:lnTo>
                <a:lnTo>
                  <a:pt x="21875" y="30614"/>
                </a:lnTo>
                <a:lnTo>
                  <a:pt x="22057" y="30210"/>
                </a:lnTo>
                <a:lnTo>
                  <a:pt x="22259" y="29807"/>
                </a:lnTo>
                <a:lnTo>
                  <a:pt x="22461" y="29423"/>
                </a:lnTo>
                <a:lnTo>
                  <a:pt x="22703" y="29040"/>
                </a:lnTo>
                <a:lnTo>
                  <a:pt x="22945" y="28677"/>
                </a:lnTo>
                <a:lnTo>
                  <a:pt x="23207" y="28313"/>
                </a:lnTo>
                <a:lnTo>
                  <a:pt x="23470" y="27950"/>
                </a:lnTo>
                <a:lnTo>
                  <a:pt x="23772" y="27607"/>
                </a:lnTo>
                <a:lnTo>
                  <a:pt x="24095" y="27284"/>
                </a:lnTo>
                <a:lnTo>
                  <a:pt x="24458" y="26921"/>
                </a:lnTo>
                <a:lnTo>
                  <a:pt x="24862" y="26578"/>
                </a:lnTo>
                <a:lnTo>
                  <a:pt x="25266" y="26275"/>
                </a:lnTo>
                <a:lnTo>
                  <a:pt x="25710" y="25972"/>
                </a:lnTo>
                <a:lnTo>
                  <a:pt x="26153" y="25690"/>
                </a:lnTo>
                <a:lnTo>
                  <a:pt x="26597" y="25448"/>
                </a:lnTo>
                <a:lnTo>
                  <a:pt x="27082" y="25226"/>
                </a:lnTo>
                <a:lnTo>
                  <a:pt x="27586" y="25004"/>
                </a:lnTo>
                <a:lnTo>
                  <a:pt x="28091" y="24822"/>
                </a:lnTo>
                <a:lnTo>
                  <a:pt x="28615" y="24661"/>
                </a:lnTo>
                <a:lnTo>
                  <a:pt x="29160" y="24519"/>
                </a:lnTo>
                <a:lnTo>
                  <a:pt x="29705" y="24398"/>
                </a:lnTo>
                <a:lnTo>
                  <a:pt x="30290" y="24297"/>
                </a:lnTo>
                <a:lnTo>
                  <a:pt x="30876" y="24217"/>
                </a:lnTo>
                <a:lnTo>
                  <a:pt x="31481" y="24176"/>
                </a:lnTo>
                <a:lnTo>
                  <a:pt x="32086" y="24136"/>
                </a:lnTo>
                <a:lnTo>
                  <a:pt x="33297" y="24136"/>
                </a:lnTo>
                <a:lnTo>
                  <a:pt x="33903" y="24176"/>
                </a:lnTo>
                <a:lnTo>
                  <a:pt x="34508" y="24217"/>
                </a:lnTo>
                <a:lnTo>
                  <a:pt x="35113" y="24277"/>
                </a:lnTo>
                <a:lnTo>
                  <a:pt x="35699" y="24358"/>
                </a:lnTo>
                <a:lnTo>
                  <a:pt x="36264" y="24459"/>
                </a:lnTo>
                <a:lnTo>
                  <a:pt x="36829" y="24580"/>
                </a:lnTo>
                <a:lnTo>
                  <a:pt x="37394" y="24681"/>
                </a:lnTo>
                <a:lnTo>
                  <a:pt x="38443" y="24943"/>
                </a:lnTo>
                <a:lnTo>
                  <a:pt x="39412" y="25246"/>
                </a:lnTo>
                <a:lnTo>
                  <a:pt x="40320" y="25549"/>
                </a:lnTo>
                <a:lnTo>
                  <a:pt x="41147" y="25851"/>
                </a:lnTo>
                <a:lnTo>
                  <a:pt x="41874" y="26134"/>
                </a:lnTo>
                <a:lnTo>
                  <a:pt x="42600" y="26437"/>
                </a:lnTo>
                <a:lnTo>
                  <a:pt x="43327" y="26759"/>
                </a:lnTo>
                <a:lnTo>
                  <a:pt x="44033" y="27082"/>
                </a:lnTo>
                <a:lnTo>
                  <a:pt x="45466" y="27768"/>
                </a:lnTo>
                <a:lnTo>
                  <a:pt x="46878" y="28495"/>
                </a:lnTo>
                <a:lnTo>
                  <a:pt x="48271" y="29242"/>
                </a:lnTo>
                <a:lnTo>
                  <a:pt x="49643" y="30008"/>
                </a:lnTo>
                <a:lnTo>
                  <a:pt x="52367" y="31542"/>
                </a:lnTo>
                <a:lnTo>
                  <a:pt x="54486" y="32753"/>
                </a:lnTo>
                <a:lnTo>
                  <a:pt x="56646" y="33944"/>
                </a:lnTo>
                <a:lnTo>
                  <a:pt x="57735" y="34529"/>
                </a:lnTo>
                <a:lnTo>
                  <a:pt x="58825" y="35094"/>
                </a:lnTo>
                <a:lnTo>
                  <a:pt x="59935" y="35639"/>
                </a:lnTo>
                <a:lnTo>
                  <a:pt x="61045" y="36163"/>
                </a:lnTo>
                <a:lnTo>
                  <a:pt x="61953" y="36547"/>
                </a:lnTo>
                <a:lnTo>
                  <a:pt x="62821" y="36890"/>
                </a:lnTo>
                <a:lnTo>
                  <a:pt x="63668" y="37193"/>
                </a:lnTo>
                <a:lnTo>
                  <a:pt x="64496" y="37435"/>
                </a:lnTo>
                <a:lnTo>
                  <a:pt x="65283" y="37637"/>
                </a:lnTo>
                <a:lnTo>
                  <a:pt x="66049" y="37798"/>
                </a:lnTo>
                <a:lnTo>
                  <a:pt x="66816" y="37899"/>
                </a:lnTo>
                <a:lnTo>
                  <a:pt x="67523" y="37959"/>
                </a:lnTo>
                <a:lnTo>
                  <a:pt x="68229" y="37980"/>
                </a:lnTo>
                <a:lnTo>
                  <a:pt x="68552" y="37959"/>
                </a:lnTo>
                <a:lnTo>
                  <a:pt x="68895" y="37939"/>
                </a:lnTo>
                <a:lnTo>
                  <a:pt x="69218" y="37899"/>
                </a:lnTo>
                <a:lnTo>
                  <a:pt x="69541" y="37859"/>
                </a:lnTo>
                <a:lnTo>
                  <a:pt x="69843" y="37798"/>
                </a:lnTo>
                <a:lnTo>
                  <a:pt x="70166" y="37737"/>
                </a:lnTo>
                <a:lnTo>
                  <a:pt x="70449" y="37657"/>
                </a:lnTo>
                <a:lnTo>
                  <a:pt x="70751" y="37556"/>
                </a:lnTo>
                <a:lnTo>
                  <a:pt x="71034" y="37455"/>
                </a:lnTo>
                <a:lnTo>
                  <a:pt x="71316" y="37334"/>
                </a:lnTo>
                <a:lnTo>
                  <a:pt x="71579" y="37193"/>
                </a:lnTo>
                <a:lnTo>
                  <a:pt x="71861" y="37051"/>
                </a:lnTo>
                <a:lnTo>
                  <a:pt x="72103" y="36890"/>
                </a:lnTo>
                <a:lnTo>
                  <a:pt x="72366" y="36728"/>
                </a:lnTo>
                <a:lnTo>
                  <a:pt x="72628" y="36547"/>
                </a:lnTo>
                <a:lnTo>
                  <a:pt x="72870" y="36345"/>
                </a:lnTo>
                <a:lnTo>
                  <a:pt x="73112" y="36143"/>
                </a:lnTo>
                <a:lnTo>
                  <a:pt x="73355" y="35921"/>
                </a:lnTo>
                <a:lnTo>
                  <a:pt x="73577" y="35679"/>
                </a:lnTo>
                <a:lnTo>
                  <a:pt x="73778" y="35437"/>
                </a:lnTo>
                <a:lnTo>
                  <a:pt x="74000" y="35195"/>
                </a:lnTo>
                <a:lnTo>
                  <a:pt x="74182" y="34912"/>
                </a:lnTo>
                <a:lnTo>
                  <a:pt x="74384" y="34650"/>
                </a:lnTo>
                <a:lnTo>
                  <a:pt x="74565" y="34347"/>
                </a:lnTo>
                <a:lnTo>
                  <a:pt x="74727" y="34065"/>
                </a:lnTo>
                <a:lnTo>
                  <a:pt x="74888" y="33742"/>
                </a:lnTo>
                <a:lnTo>
                  <a:pt x="75050" y="33419"/>
                </a:lnTo>
                <a:lnTo>
                  <a:pt x="75191" y="33096"/>
                </a:lnTo>
                <a:lnTo>
                  <a:pt x="75312" y="32753"/>
                </a:lnTo>
                <a:lnTo>
                  <a:pt x="75433" y="32410"/>
                </a:lnTo>
                <a:lnTo>
                  <a:pt x="75635" y="31784"/>
                </a:lnTo>
                <a:lnTo>
                  <a:pt x="75796" y="31139"/>
                </a:lnTo>
                <a:lnTo>
                  <a:pt x="75917" y="30473"/>
                </a:lnTo>
                <a:lnTo>
                  <a:pt x="76018" y="29786"/>
                </a:lnTo>
                <a:lnTo>
                  <a:pt x="76099" y="29080"/>
                </a:lnTo>
                <a:lnTo>
                  <a:pt x="76139" y="28374"/>
                </a:lnTo>
                <a:lnTo>
                  <a:pt x="76139" y="27627"/>
                </a:lnTo>
                <a:lnTo>
                  <a:pt x="76119" y="26901"/>
                </a:lnTo>
                <a:lnTo>
                  <a:pt x="76059" y="25791"/>
                </a:lnTo>
                <a:lnTo>
                  <a:pt x="75998" y="24721"/>
                </a:lnTo>
                <a:lnTo>
                  <a:pt x="75837" y="22703"/>
                </a:lnTo>
                <a:lnTo>
                  <a:pt x="75655" y="20786"/>
                </a:lnTo>
                <a:lnTo>
                  <a:pt x="75453" y="18950"/>
                </a:lnTo>
                <a:lnTo>
                  <a:pt x="75252" y="16932"/>
                </a:lnTo>
                <a:lnTo>
                  <a:pt x="75050" y="14833"/>
                </a:lnTo>
                <a:lnTo>
                  <a:pt x="74929" y="13642"/>
                </a:lnTo>
                <a:lnTo>
                  <a:pt x="74787" y="12452"/>
                </a:lnTo>
                <a:lnTo>
                  <a:pt x="74606" y="11140"/>
                </a:lnTo>
                <a:lnTo>
                  <a:pt x="74545" y="10494"/>
                </a:lnTo>
                <a:lnTo>
                  <a:pt x="74485" y="9849"/>
                </a:lnTo>
                <a:lnTo>
                  <a:pt x="74444" y="9203"/>
                </a:lnTo>
                <a:lnTo>
                  <a:pt x="74424" y="8577"/>
                </a:lnTo>
                <a:lnTo>
                  <a:pt x="74424" y="7952"/>
                </a:lnTo>
                <a:lnTo>
                  <a:pt x="74464" y="7346"/>
                </a:lnTo>
                <a:lnTo>
                  <a:pt x="74525" y="6741"/>
                </a:lnTo>
                <a:lnTo>
                  <a:pt x="74646" y="6176"/>
                </a:lnTo>
                <a:lnTo>
                  <a:pt x="74707" y="5893"/>
                </a:lnTo>
                <a:lnTo>
                  <a:pt x="74787" y="5611"/>
                </a:lnTo>
                <a:lnTo>
                  <a:pt x="74888" y="5348"/>
                </a:lnTo>
                <a:lnTo>
                  <a:pt x="74989" y="5066"/>
                </a:lnTo>
                <a:lnTo>
                  <a:pt x="75110" y="4824"/>
                </a:lnTo>
                <a:lnTo>
                  <a:pt x="75231" y="4561"/>
                </a:lnTo>
                <a:lnTo>
                  <a:pt x="75393" y="4319"/>
                </a:lnTo>
                <a:lnTo>
                  <a:pt x="75554" y="4077"/>
                </a:lnTo>
                <a:lnTo>
                  <a:pt x="75716" y="3835"/>
                </a:lnTo>
                <a:lnTo>
                  <a:pt x="75917" y="3613"/>
                </a:lnTo>
                <a:lnTo>
                  <a:pt x="76119" y="3391"/>
                </a:lnTo>
                <a:lnTo>
                  <a:pt x="76341" y="3189"/>
                </a:lnTo>
                <a:lnTo>
                  <a:pt x="76604" y="2967"/>
                </a:lnTo>
                <a:lnTo>
                  <a:pt x="76886" y="2765"/>
                </a:lnTo>
                <a:lnTo>
                  <a:pt x="77169" y="2584"/>
                </a:lnTo>
                <a:lnTo>
                  <a:pt x="77471" y="2422"/>
                </a:lnTo>
                <a:lnTo>
                  <a:pt x="77754" y="2261"/>
                </a:lnTo>
                <a:lnTo>
                  <a:pt x="78077" y="2120"/>
                </a:lnTo>
                <a:lnTo>
                  <a:pt x="78379" y="1998"/>
                </a:lnTo>
                <a:lnTo>
                  <a:pt x="78702" y="1877"/>
                </a:lnTo>
                <a:lnTo>
                  <a:pt x="79348" y="1676"/>
                </a:lnTo>
                <a:lnTo>
                  <a:pt x="80014" y="1514"/>
                </a:lnTo>
                <a:lnTo>
                  <a:pt x="80660" y="1373"/>
                </a:lnTo>
                <a:lnTo>
                  <a:pt x="81306" y="1232"/>
                </a:lnTo>
                <a:lnTo>
                  <a:pt x="82799" y="989"/>
                </a:lnTo>
                <a:lnTo>
                  <a:pt x="84312" y="747"/>
                </a:lnTo>
                <a:lnTo>
                  <a:pt x="85826" y="566"/>
                </a:lnTo>
                <a:lnTo>
                  <a:pt x="87319" y="404"/>
                </a:lnTo>
                <a:lnTo>
                  <a:pt x="88833" y="283"/>
                </a:lnTo>
                <a:lnTo>
                  <a:pt x="90346" y="182"/>
                </a:lnTo>
                <a:lnTo>
                  <a:pt x="91860" y="122"/>
                </a:lnTo>
                <a:lnTo>
                  <a:pt x="93373" y="81"/>
                </a:lnTo>
                <a:close/>
                <a:moveTo>
                  <a:pt x="93373" y="1"/>
                </a:moveTo>
                <a:lnTo>
                  <a:pt x="91860" y="41"/>
                </a:lnTo>
                <a:lnTo>
                  <a:pt x="90346" y="102"/>
                </a:lnTo>
                <a:lnTo>
                  <a:pt x="88833" y="202"/>
                </a:lnTo>
                <a:lnTo>
                  <a:pt x="87319" y="324"/>
                </a:lnTo>
                <a:lnTo>
                  <a:pt x="85806" y="485"/>
                </a:lnTo>
                <a:lnTo>
                  <a:pt x="84292" y="667"/>
                </a:lnTo>
                <a:lnTo>
                  <a:pt x="82799" y="909"/>
                </a:lnTo>
                <a:lnTo>
                  <a:pt x="81285" y="1171"/>
                </a:lnTo>
                <a:lnTo>
                  <a:pt x="80640" y="1292"/>
                </a:lnTo>
                <a:lnTo>
                  <a:pt x="79994" y="1433"/>
                </a:lnTo>
                <a:lnTo>
                  <a:pt x="79328" y="1595"/>
                </a:lnTo>
                <a:lnTo>
                  <a:pt x="78682" y="1797"/>
                </a:lnTo>
                <a:lnTo>
                  <a:pt x="78359" y="1918"/>
                </a:lnTo>
                <a:lnTo>
                  <a:pt x="78036" y="2059"/>
                </a:lnTo>
                <a:lnTo>
                  <a:pt x="77734" y="2200"/>
                </a:lnTo>
                <a:lnTo>
                  <a:pt x="77411" y="2342"/>
                </a:lnTo>
                <a:lnTo>
                  <a:pt x="77128" y="2523"/>
                </a:lnTo>
                <a:lnTo>
                  <a:pt x="76846" y="2705"/>
                </a:lnTo>
                <a:lnTo>
                  <a:pt x="76563" y="2907"/>
                </a:lnTo>
                <a:lnTo>
                  <a:pt x="76301" y="3129"/>
                </a:lnTo>
                <a:lnTo>
                  <a:pt x="76059" y="3330"/>
                </a:lnTo>
                <a:lnTo>
                  <a:pt x="75857" y="3552"/>
                </a:lnTo>
                <a:lnTo>
                  <a:pt x="75655" y="3795"/>
                </a:lnTo>
                <a:lnTo>
                  <a:pt x="75473" y="4017"/>
                </a:lnTo>
                <a:lnTo>
                  <a:pt x="75312" y="4259"/>
                </a:lnTo>
                <a:lnTo>
                  <a:pt x="75171" y="4521"/>
                </a:lnTo>
                <a:lnTo>
                  <a:pt x="75030" y="4763"/>
                </a:lnTo>
                <a:lnTo>
                  <a:pt x="74908" y="5026"/>
                </a:lnTo>
                <a:lnTo>
                  <a:pt x="74808" y="5308"/>
                </a:lnTo>
                <a:lnTo>
                  <a:pt x="74707" y="5570"/>
                </a:lnTo>
                <a:lnTo>
                  <a:pt x="74626" y="5853"/>
                </a:lnTo>
                <a:lnTo>
                  <a:pt x="74565" y="6135"/>
                </a:lnTo>
                <a:lnTo>
                  <a:pt x="74444" y="6721"/>
                </a:lnTo>
                <a:lnTo>
                  <a:pt x="74384" y="7326"/>
                </a:lnTo>
                <a:lnTo>
                  <a:pt x="74343" y="7931"/>
                </a:lnTo>
                <a:lnTo>
                  <a:pt x="74343" y="8557"/>
                </a:lnTo>
                <a:lnTo>
                  <a:pt x="74364" y="9203"/>
                </a:lnTo>
                <a:lnTo>
                  <a:pt x="74404" y="9849"/>
                </a:lnTo>
                <a:lnTo>
                  <a:pt x="74464" y="10494"/>
                </a:lnTo>
                <a:lnTo>
                  <a:pt x="74525" y="11160"/>
                </a:lnTo>
                <a:lnTo>
                  <a:pt x="74707" y="12472"/>
                </a:lnTo>
                <a:lnTo>
                  <a:pt x="74848" y="13663"/>
                </a:lnTo>
                <a:lnTo>
                  <a:pt x="74969" y="14833"/>
                </a:lnTo>
                <a:lnTo>
                  <a:pt x="75171" y="16932"/>
                </a:lnTo>
                <a:lnTo>
                  <a:pt x="75373" y="18950"/>
                </a:lnTo>
                <a:lnTo>
                  <a:pt x="75574" y="20806"/>
                </a:lnTo>
                <a:lnTo>
                  <a:pt x="75756" y="22703"/>
                </a:lnTo>
                <a:lnTo>
                  <a:pt x="75917" y="24741"/>
                </a:lnTo>
                <a:lnTo>
                  <a:pt x="75978" y="25791"/>
                </a:lnTo>
                <a:lnTo>
                  <a:pt x="76039" y="26901"/>
                </a:lnTo>
                <a:lnTo>
                  <a:pt x="76059" y="27627"/>
                </a:lnTo>
                <a:lnTo>
                  <a:pt x="76059" y="28354"/>
                </a:lnTo>
                <a:lnTo>
                  <a:pt x="76018" y="29080"/>
                </a:lnTo>
                <a:lnTo>
                  <a:pt x="75938" y="29766"/>
                </a:lnTo>
                <a:lnTo>
                  <a:pt x="75837" y="30452"/>
                </a:lnTo>
                <a:lnTo>
                  <a:pt x="75716" y="31118"/>
                </a:lnTo>
                <a:lnTo>
                  <a:pt x="75554" y="31764"/>
                </a:lnTo>
                <a:lnTo>
                  <a:pt x="75373" y="32370"/>
                </a:lnTo>
                <a:lnTo>
                  <a:pt x="75252" y="32733"/>
                </a:lnTo>
                <a:lnTo>
                  <a:pt x="75110" y="33056"/>
                </a:lnTo>
                <a:lnTo>
                  <a:pt x="74969" y="33399"/>
                </a:lnTo>
                <a:lnTo>
                  <a:pt x="74808" y="33701"/>
                </a:lnTo>
                <a:lnTo>
                  <a:pt x="74666" y="34024"/>
                </a:lnTo>
                <a:lnTo>
                  <a:pt x="74485" y="34307"/>
                </a:lnTo>
                <a:lnTo>
                  <a:pt x="74303" y="34589"/>
                </a:lnTo>
                <a:lnTo>
                  <a:pt x="74121" y="34872"/>
                </a:lnTo>
                <a:lnTo>
                  <a:pt x="73920" y="35134"/>
                </a:lnTo>
                <a:lnTo>
                  <a:pt x="73718" y="35397"/>
                </a:lnTo>
                <a:lnTo>
                  <a:pt x="73516" y="35639"/>
                </a:lnTo>
                <a:lnTo>
                  <a:pt x="73294" y="35861"/>
                </a:lnTo>
                <a:lnTo>
                  <a:pt x="73052" y="36083"/>
                </a:lnTo>
                <a:lnTo>
                  <a:pt x="72830" y="36284"/>
                </a:lnTo>
                <a:lnTo>
                  <a:pt x="72568" y="36486"/>
                </a:lnTo>
                <a:lnTo>
                  <a:pt x="72325" y="36668"/>
                </a:lnTo>
                <a:lnTo>
                  <a:pt x="72063" y="36829"/>
                </a:lnTo>
                <a:lnTo>
                  <a:pt x="71821" y="36991"/>
                </a:lnTo>
                <a:lnTo>
                  <a:pt x="71538" y="37132"/>
                </a:lnTo>
                <a:lnTo>
                  <a:pt x="71276" y="37253"/>
                </a:lnTo>
                <a:lnTo>
                  <a:pt x="70994" y="37374"/>
                </a:lnTo>
                <a:lnTo>
                  <a:pt x="70711" y="37475"/>
                </a:lnTo>
                <a:lnTo>
                  <a:pt x="70428" y="37576"/>
                </a:lnTo>
                <a:lnTo>
                  <a:pt x="70126" y="37657"/>
                </a:lnTo>
                <a:lnTo>
                  <a:pt x="69823" y="37717"/>
                </a:lnTo>
                <a:lnTo>
                  <a:pt x="69520" y="37778"/>
                </a:lnTo>
                <a:lnTo>
                  <a:pt x="69197" y="37838"/>
                </a:lnTo>
                <a:lnTo>
                  <a:pt x="68875" y="37859"/>
                </a:lnTo>
                <a:lnTo>
                  <a:pt x="68209" y="37899"/>
                </a:lnTo>
                <a:lnTo>
                  <a:pt x="67523" y="37879"/>
                </a:lnTo>
                <a:lnTo>
                  <a:pt x="66796" y="37818"/>
                </a:lnTo>
                <a:lnTo>
                  <a:pt x="66070" y="37717"/>
                </a:lnTo>
                <a:lnTo>
                  <a:pt x="65303" y="37556"/>
                </a:lnTo>
                <a:lnTo>
                  <a:pt x="64496" y="37354"/>
                </a:lnTo>
                <a:lnTo>
                  <a:pt x="63688" y="37112"/>
                </a:lnTo>
                <a:lnTo>
                  <a:pt x="62841" y="36829"/>
                </a:lnTo>
                <a:lnTo>
                  <a:pt x="61973" y="36486"/>
                </a:lnTo>
                <a:lnTo>
                  <a:pt x="61085" y="36083"/>
                </a:lnTo>
                <a:lnTo>
                  <a:pt x="59975" y="35558"/>
                </a:lnTo>
                <a:lnTo>
                  <a:pt x="58865" y="35013"/>
                </a:lnTo>
                <a:lnTo>
                  <a:pt x="57776" y="34448"/>
                </a:lnTo>
                <a:lnTo>
                  <a:pt x="56686" y="33863"/>
                </a:lnTo>
                <a:lnTo>
                  <a:pt x="54527" y="32672"/>
                </a:lnTo>
                <a:lnTo>
                  <a:pt x="52408" y="31461"/>
                </a:lnTo>
                <a:lnTo>
                  <a:pt x="49683" y="29928"/>
                </a:lnTo>
                <a:lnTo>
                  <a:pt x="48311" y="29161"/>
                </a:lnTo>
                <a:lnTo>
                  <a:pt x="46919" y="28414"/>
                </a:lnTo>
                <a:lnTo>
                  <a:pt x="45506" y="27708"/>
                </a:lnTo>
                <a:lnTo>
                  <a:pt x="44073" y="27022"/>
                </a:lnTo>
                <a:lnTo>
                  <a:pt x="43347" y="26679"/>
                </a:lnTo>
                <a:lnTo>
                  <a:pt x="42641" y="26376"/>
                </a:lnTo>
                <a:lnTo>
                  <a:pt x="41894" y="26053"/>
                </a:lnTo>
                <a:lnTo>
                  <a:pt x="41167" y="25771"/>
                </a:lnTo>
                <a:lnTo>
                  <a:pt x="40300" y="25448"/>
                </a:lnTo>
                <a:lnTo>
                  <a:pt x="39331" y="25125"/>
                </a:lnTo>
                <a:lnTo>
                  <a:pt x="38282" y="24822"/>
                </a:lnTo>
                <a:lnTo>
                  <a:pt x="37717" y="24681"/>
                </a:lnTo>
                <a:lnTo>
                  <a:pt x="37152" y="24560"/>
                </a:lnTo>
                <a:lnTo>
                  <a:pt x="36566" y="24439"/>
                </a:lnTo>
                <a:lnTo>
                  <a:pt x="35961" y="24318"/>
                </a:lnTo>
                <a:lnTo>
                  <a:pt x="35335" y="24237"/>
                </a:lnTo>
                <a:lnTo>
                  <a:pt x="34710" y="24156"/>
                </a:lnTo>
                <a:lnTo>
                  <a:pt x="34064" y="24096"/>
                </a:lnTo>
                <a:lnTo>
                  <a:pt x="33418" y="24055"/>
                </a:lnTo>
                <a:lnTo>
                  <a:pt x="32086" y="24055"/>
                </a:lnTo>
                <a:lnTo>
                  <a:pt x="31461" y="24096"/>
                </a:lnTo>
                <a:lnTo>
                  <a:pt x="30855" y="24136"/>
                </a:lnTo>
                <a:lnTo>
                  <a:pt x="30270" y="24217"/>
                </a:lnTo>
                <a:lnTo>
                  <a:pt x="29685" y="24318"/>
                </a:lnTo>
                <a:lnTo>
                  <a:pt x="29140" y="24439"/>
                </a:lnTo>
                <a:lnTo>
                  <a:pt x="28595" y="24580"/>
                </a:lnTo>
                <a:lnTo>
                  <a:pt x="28050" y="24741"/>
                </a:lnTo>
                <a:lnTo>
                  <a:pt x="27546" y="24943"/>
                </a:lnTo>
                <a:lnTo>
                  <a:pt x="27041" y="25145"/>
                </a:lnTo>
                <a:lnTo>
                  <a:pt x="26577" y="25367"/>
                </a:lnTo>
                <a:lnTo>
                  <a:pt x="26113" y="25629"/>
                </a:lnTo>
                <a:lnTo>
                  <a:pt x="25649" y="25912"/>
                </a:lnTo>
                <a:lnTo>
                  <a:pt x="25225" y="26194"/>
                </a:lnTo>
                <a:lnTo>
                  <a:pt x="24801" y="26517"/>
                </a:lnTo>
                <a:lnTo>
                  <a:pt x="24418" y="26860"/>
                </a:lnTo>
                <a:lnTo>
                  <a:pt x="24035" y="27224"/>
                </a:lnTo>
                <a:lnTo>
                  <a:pt x="23712" y="27546"/>
                </a:lnTo>
                <a:lnTo>
                  <a:pt x="23409" y="27890"/>
                </a:lnTo>
                <a:lnTo>
                  <a:pt x="23147" y="28253"/>
                </a:lnTo>
                <a:lnTo>
                  <a:pt x="22884" y="28616"/>
                </a:lnTo>
                <a:lnTo>
                  <a:pt x="22622" y="28999"/>
                </a:lnTo>
                <a:lnTo>
                  <a:pt x="22400" y="29383"/>
                </a:lnTo>
                <a:lnTo>
                  <a:pt x="22178" y="29766"/>
                </a:lnTo>
                <a:lnTo>
                  <a:pt x="21996" y="30170"/>
                </a:lnTo>
                <a:lnTo>
                  <a:pt x="21815" y="30573"/>
                </a:lnTo>
                <a:lnTo>
                  <a:pt x="21633" y="30977"/>
                </a:lnTo>
                <a:lnTo>
                  <a:pt x="21492" y="31401"/>
                </a:lnTo>
                <a:lnTo>
                  <a:pt x="21351" y="31825"/>
                </a:lnTo>
                <a:lnTo>
                  <a:pt x="21230" y="32248"/>
                </a:lnTo>
                <a:lnTo>
                  <a:pt x="21108" y="32672"/>
                </a:lnTo>
                <a:lnTo>
                  <a:pt x="21008" y="33116"/>
                </a:lnTo>
                <a:lnTo>
                  <a:pt x="20927" y="33540"/>
                </a:lnTo>
                <a:lnTo>
                  <a:pt x="20786" y="34428"/>
                </a:lnTo>
                <a:lnTo>
                  <a:pt x="20685" y="35296"/>
                </a:lnTo>
                <a:lnTo>
                  <a:pt x="20604" y="36163"/>
                </a:lnTo>
                <a:lnTo>
                  <a:pt x="20584" y="37031"/>
                </a:lnTo>
                <a:lnTo>
                  <a:pt x="20584" y="37879"/>
                </a:lnTo>
                <a:lnTo>
                  <a:pt x="20604" y="38706"/>
                </a:lnTo>
                <a:lnTo>
                  <a:pt x="20665" y="39513"/>
                </a:lnTo>
                <a:lnTo>
                  <a:pt x="20725" y="40280"/>
                </a:lnTo>
                <a:lnTo>
                  <a:pt x="20846" y="41329"/>
                </a:lnTo>
                <a:lnTo>
                  <a:pt x="20987" y="42359"/>
                </a:lnTo>
                <a:lnTo>
                  <a:pt x="21290" y="44437"/>
                </a:lnTo>
                <a:lnTo>
                  <a:pt x="21472" y="45628"/>
                </a:lnTo>
                <a:lnTo>
                  <a:pt x="21653" y="46818"/>
                </a:lnTo>
                <a:lnTo>
                  <a:pt x="21795" y="48029"/>
                </a:lnTo>
                <a:lnTo>
                  <a:pt x="21916" y="49240"/>
                </a:lnTo>
                <a:lnTo>
                  <a:pt x="21996" y="50451"/>
                </a:lnTo>
                <a:lnTo>
                  <a:pt x="22017" y="51056"/>
                </a:lnTo>
                <a:lnTo>
                  <a:pt x="22037" y="51662"/>
                </a:lnTo>
                <a:lnTo>
                  <a:pt x="22017" y="52267"/>
                </a:lnTo>
                <a:lnTo>
                  <a:pt x="21996" y="52872"/>
                </a:lnTo>
                <a:lnTo>
                  <a:pt x="21956" y="53478"/>
                </a:lnTo>
                <a:lnTo>
                  <a:pt x="21895" y="54083"/>
                </a:lnTo>
                <a:lnTo>
                  <a:pt x="21815" y="54648"/>
                </a:lnTo>
                <a:lnTo>
                  <a:pt x="21734" y="55193"/>
                </a:lnTo>
                <a:lnTo>
                  <a:pt x="21613" y="55718"/>
                </a:lnTo>
                <a:lnTo>
                  <a:pt x="21472" y="56243"/>
                </a:lnTo>
                <a:lnTo>
                  <a:pt x="21330" y="56727"/>
                </a:lnTo>
                <a:lnTo>
                  <a:pt x="21149" y="57211"/>
                </a:lnTo>
                <a:lnTo>
                  <a:pt x="20967" y="57675"/>
                </a:lnTo>
                <a:lnTo>
                  <a:pt x="20745" y="58119"/>
                </a:lnTo>
                <a:lnTo>
                  <a:pt x="20523" y="58543"/>
                </a:lnTo>
                <a:lnTo>
                  <a:pt x="20281" y="58967"/>
                </a:lnTo>
                <a:lnTo>
                  <a:pt x="20039" y="59350"/>
                </a:lnTo>
                <a:lnTo>
                  <a:pt x="19756" y="59714"/>
                </a:lnTo>
                <a:lnTo>
                  <a:pt x="19474" y="60057"/>
                </a:lnTo>
                <a:lnTo>
                  <a:pt x="19171" y="60359"/>
                </a:lnTo>
                <a:lnTo>
                  <a:pt x="18848" y="60662"/>
                </a:lnTo>
                <a:lnTo>
                  <a:pt x="18505" y="60945"/>
                </a:lnTo>
                <a:lnTo>
                  <a:pt x="18203" y="61167"/>
                </a:lnTo>
                <a:lnTo>
                  <a:pt x="17880" y="61368"/>
                </a:lnTo>
                <a:lnTo>
                  <a:pt x="17537" y="61570"/>
                </a:lnTo>
                <a:lnTo>
                  <a:pt x="17194" y="61732"/>
                </a:lnTo>
                <a:lnTo>
                  <a:pt x="16830" y="61893"/>
                </a:lnTo>
                <a:lnTo>
                  <a:pt x="16467" y="62034"/>
                </a:lnTo>
                <a:lnTo>
                  <a:pt x="16104" y="62176"/>
                </a:lnTo>
                <a:lnTo>
                  <a:pt x="15741" y="62297"/>
                </a:lnTo>
                <a:lnTo>
                  <a:pt x="14974" y="62519"/>
                </a:lnTo>
                <a:lnTo>
                  <a:pt x="14207" y="62700"/>
                </a:lnTo>
                <a:lnTo>
                  <a:pt x="13440" y="62862"/>
                </a:lnTo>
                <a:lnTo>
                  <a:pt x="12653" y="63003"/>
                </a:lnTo>
                <a:lnTo>
                  <a:pt x="11725" y="63185"/>
                </a:lnTo>
                <a:lnTo>
                  <a:pt x="10978" y="63346"/>
                </a:lnTo>
                <a:lnTo>
                  <a:pt x="10252" y="63528"/>
                </a:lnTo>
                <a:lnTo>
                  <a:pt x="9545" y="63709"/>
                </a:lnTo>
                <a:lnTo>
                  <a:pt x="8879" y="63911"/>
                </a:lnTo>
                <a:lnTo>
                  <a:pt x="8234" y="64113"/>
                </a:lnTo>
                <a:lnTo>
                  <a:pt x="7628" y="64335"/>
                </a:lnTo>
                <a:lnTo>
                  <a:pt x="7043" y="64577"/>
                </a:lnTo>
                <a:lnTo>
                  <a:pt x="6478" y="64819"/>
                </a:lnTo>
                <a:lnTo>
                  <a:pt x="5933" y="65081"/>
                </a:lnTo>
                <a:lnTo>
                  <a:pt x="5408" y="65364"/>
                </a:lnTo>
                <a:lnTo>
                  <a:pt x="4924" y="65646"/>
                </a:lnTo>
                <a:lnTo>
                  <a:pt x="4440" y="65969"/>
                </a:lnTo>
                <a:lnTo>
                  <a:pt x="3996" y="66272"/>
                </a:lnTo>
                <a:lnTo>
                  <a:pt x="3572" y="66615"/>
                </a:lnTo>
                <a:lnTo>
                  <a:pt x="3148" y="66958"/>
                </a:lnTo>
                <a:lnTo>
                  <a:pt x="2765" y="67321"/>
                </a:lnTo>
                <a:lnTo>
                  <a:pt x="2321" y="67786"/>
                </a:lnTo>
                <a:lnTo>
                  <a:pt x="1917" y="68270"/>
                </a:lnTo>
                <a:lnTo>
                  <a:pt x="1554" y="68795"/>
                </a:lnTo>
                <a:lnTo>
                  <a:pt x="1211" y="69339"/>
                </a:lnTo>
                <a:lnTo>
                  <a:pt x="928" y="69884"/>
                </a:lnTo>
                <a:lnTo>
                  <a:pt x="666" y="70470"/>
                </a:lnTo>
                <a:lnTo>
                  <a:pt x="444" y="71055"/>
                </a:lnTo>
                <a:lnTo>
                  <a:pt x="262" y="71660"/>
                </a:lnTo>
                <a:lnTo>
                  <a:pt x="182" y="71983"/>
                </a:lnTo>
                <a:lnTo>
                  <a:pt x="121" y="72306"/>
                </a:lnTo>
                <a:lnTo>
                  <a:pt x="81" y="72609"/>
                </a:lnTo>
                <a:lnTo>
                  <a:pt x="41" y="72931"/>
                </a:lnTo>
                <a:lnTo>
                  <a:pt x="20" y="73254"/>
                </a:lnTo>
                <a:lnTo>
                  <a:pt x="0" y="73557"/>
                </a:lnTo>
                <a:lnTo>
                  <a:pt x="0" y="73880"/>
                </a:lnTo>
                <a:lnTo>
                  <a:pt x="20" y="74183"/>
                </a:lnTo>
                <a:lnTo>
                  <a:pt x="61" y="74485"/>
                </a:lnTo>
                <a:lnTo>
                  <a:pt x="101" y="74788"/>
                </a:lnTo>
                <a:lnTo>
                  <a:pt x="162" y="75071"/>
                </a:lnTo>
                <a:lnTo>
                  <a:pt x="222" y="75373"/>
                </a:lnTo>
                <a:lnTo>
                  <a:pt x="323" y="75656"/>
                </a:lnTo>
                <a:lnTo>
                  <a:pt x="404" y="75938"/>
                </a:lnTo>
                <a:lnTo>
                  <a:pt x="525" y="76201"/>
                </a:lnTo>
                <a:lnTo>
                  <a:pt x="646" y="76483"/>
                </a:lnTo>
                <a:lnTo>
                  <a:pt x="828" y="76846"/>
                </a:lnTo>
                <a:lnTo>
                  <a:pt x="1050" y="77189"/>
                </a:lnTo>
                <a:lnTo>
                  <a:pt x="1292" y="77533"/>
                </a:lnTo>
                <a:lnTo>
                  <a:pt x="1554" y="77855"/>
                </a:lnTo>
                <a:lnTo>
                  <a:pt x="1837" y="78158"/>
                </a:lnTo>
                <a:lnTo>
                  <a:pt x="2139" y="78441"/>
                </a:lnTo>
                <a:lnTo>
                  <a:pt x="2462" y="78703"/>
                </a:lnTo>
                <a:lnTo>
                  <a:pt x="2785" y="78945"/>
                </a:lnTo>
                <a:lnTo>
                  <a:pt x="3148" y="79187"/>
                </a:lnTo>
                <a:lnTo>
                  <a:pt x="3532" y="79389"/>
                </a:lnTo>
                <a:lnTo>
                  <a:pt x="3935" y="79591"/>
                </a:lnTo>
                <a:lnTo>
                  <a:pt x="4339" y="79773"/>
                </a:lnTo>
                <a:lnTo>
                  <a:pt x="4763" y="79914"/>
                </a:lnTo>
                <a:lnTo>
                  <a:pt x="5227" y="80055"/>
                </a:lnTo>
                <a:lnTo>
                  <a:pt x="5691" y="80176"/>
                </a:lnTo>
                <a:lnTo>
                  <a:pt x="6155" y="80277"/>
                </a:lnTo>
                <a:lnTo>
                  <a:pt x="6660" y="80338"/>
                </a:lnTo>
                <a:lnTo>
                  <a:pt x="7144" y="80398"/>
                </a:lnTo>
                <a:lnTo>
                  <a:pt x="7648" y="80438"/>
                </a:lnTo>
                <a:lnTo>
                  <a:pt x="8153" y="80438"/>
                </a:lnTo>
                <a:lnTo>
                  <a:pt x="8819" y="80418"/>
                </a:lnTo>
                <a:lnTo>
                  <a:pt x="9485" y="80378"/>
                </a:lnTo>
                <a:lnTo>
                  <a:pt x="10171" y="80277"/>
                </a:lnTo>
                <a:lnTo>
                  <a:pt x="10817" y="80156"/>
                </a:lnTo>
                <a:lnTo>
                  <a:pt x="11483" y="80015"/>
                </a:lnTo>
                <a:lnTo>
                  <a:pt x="12128" y="79813"/>
                </a:lnTo>
                <a:lnTo>
                  <a:pt x="12754" y="79591"/>
                </a:lnTo>
                <a:lnTo>
                  <a:pt x="13380" y="79329"/>
                </a:lnTo>
                <a:lnTo>
                  <a:pt x="14106" y="78986"/>
                </a:lnTo>
                <a:lnTo>
                  <a:pt x="14812" y="78622"/>
                </a:lnTo>
                <a:lnTo>
                  <a:pt x="15498" y="78219"/>
                </a:lnTo>
                <a:lnTo>
                  <a:pt x="16185" y="77795"/>
                </a:lnTo>
                <a:lnTo>
                  <a:pt x="16850" y="77351"/>
                </a:lnTo>
                <a:lnTo>
                  <a:pt x="17496" y="76887"/>
                </a:lnTo>
                <a:lnTo>
                  <a:pt x="18142" y="76402"/>
                </a:lnTo>
                <a:lnTo>
                  <a:pt x="18768" y="75898"/>
                </a:lnTo>
                <a:lnTo>
                  <a:pt x="19373" y="75393"/>
                </a:lnTo>
                <a:lnTo>
                  <a:pt x="19978" y="74869"/>
                </a:lnTo>
                <a:lnTo>
                  <a:pt x="21169" y="73779"/>
                </a:lnTo>
                <a:lnTo>
                  <a:pt x="22339" y="72669"/>
                </a:lnTo>
                <a:lnTo>
                  <a:pt x="23490" y="71559"/>
                </a:lnTo>
                <a:lnTo>
                  <a:pt x="25266" y="69824"/>
                </a:lnTo>
                <a:lnTo>
                  <a:pt x="26174" y="68976"/>
                </a:lnTo>
                <a:lnTo>
                  <a:pt x="27102" y="68149"/>
                </a:lnTo>
                <a:lnTo>
                  <a:pt x="27990" y="67382"/>
                </a:lnTo>
                <a:lnTo>
                  <a:pt x="28918" y="66615"/>
                </a:lnTo>
                <a:lnTo>
                  <a:pt x="29867" y="65889"/>
                </a:lnTo>
                <a:lnTo>
                  <a:pt x="30855" y="65182"/>
                </a:lnTo>
                <a:lnTo>
                  <a:pt x="31844" y="64496"/>
                </a:lnTo>
                <a:lnTo>
                  <a:pt x="32853" y="63850"/>
                </a:lnTo>
                <a:lnTo>
                  <a:pt x="33882" y="63225"/>
                </a:lnTo>
                <a:lnTo>
                  <a:pt x="34932" y="62599"/>
                </a:lnTo>
                <a:lnTo>
                  <a:pt x="36001" y="62034"/>
                </a:lnTo>
                <a:lnTo>
                  <a:pt x="37071" y="61469"/>
                </a:lnTo>
                <a:lnTo>
                  <a:pt x="38161" y="60945"/>
                </a:lnTo>
                <a:lnTo>
                  <a:pt x="39271" y="60440"/>
                </a:lnTo>
                <a:lnTo>
                  <a:pt x="40401" y="59976"/>
                </a:lnTo>
                <a:lnTo>
                  <a:pt x="41531" y="59532"/>
                </a:lnTo>
                <a:lnTo>
                  <a:pt x="42681" y="59108"/>
                </a:lnTo>
                <a:lnTo>
                  <a:pt x="43851" y="58725"/>
                </a:lnTo>
                <a:lnTo>
                  <a:pt x="45002" y="58361"/>
                </a:lnTo>
                <a:lnTo>
                  <a:pt x="46192" y="58039"/>
                </a:lnTo>
                <a:lnTo>
                  <a:pt x="47363" y="57736"/>
                </a:lnTo>
                <a:lnTo>
                  <a:pt x="48553" y="57474"/>
                </a:lnTo>
                <a:lnTo>
                  <a:pt x="49764" y="57231"/>
                </a:lnTo>
                <a:lnTo>
                  <a:pt x="50955" y="57030"/>
                </a:lnTo>
                <a:lnTo>
                  <a:pt x="52166" y="56868"/>
                </a:lnTo>
                <a:lnTo>
                  <a:pt x="53356" y="56707"/>
                </a:lnTo>
                <a:lnTo>
                  <a:pt x="54567" y="56606"/>
                </a:lnTo>
                <a:lnTo>
                  <a:pt x="55778" y="56525"/>
                </a:lnTo>
                <a:lnTo>
                  <a:pt x="56989" y="56465"/>
                </a:lnTo>
                <a:lnTo>
                  <a:pt x="58179" y="56444"/>
                </a:lnTo>
                <a:lnTo>
                  <a:pt x="59390" y="56465"/>
                </a:lnTo>
                <a:lnTo>
                  <a:pt x="60581" y="56505"/>
                </a:lnTo>
                <a:lnTo>
                  <a:pt x="61771" y="56586"/>
                </a:lnTo>
                <a:lnTo>
                  <a:pt x="62962" y="56687"/>
                </a:lnTo>
                <a:lnTo>
                  <a:pt x="64274" y="56848"/>
                </a:lnTo>
                <a:lnTo>
                  <a:pt x="65605" y="57030"/>
                </a:lnTo>
                <a:lnTo>
                  <a:pt x="66917" y="57231"/>
                </a:lnTo>
                <a:lnTo>
                  <a:pt x="68229" y="57433"/>
                </a:lnTo>
                <a:lnTo>
                  <a:pt x="69601" y="57655"/>
                </a:lnTo>
                <a:lnTo>
                  <a:pt x="70973" y="57857"/>
                </a:lnTo>
                <a:lnTo>
                  <a:pt x="72366" y="58039"/>
                </a:lnTo>
                <a:lnTo>
                  <a:pt x="73758" y="58200"/>
                </a:lnTo>
                <a:lnTo>
                  <a:pt x="74444" y="58261"/>
                </a:lnTo>
                <a:lnTo>
                  <a:pt x="75151" y="58321"/>
                </a:lnTo>
                <a:lnTo>
                  <a:pt x="75837" y="58361"/>
                </a:lnTo>
                <a:lnTo>
                  <a:pt x="76543" y="58382"/>
                </a:lnTo>
                <a:lnTo>
                  <a:pt x="77249" y="58382"/>
                </a:lnTo>
                <a:lnTo>
                  <a:pt x="77935" y="58361"/>
                </a:lnTo>
                <a:lnTo>
                  <a:pt x="78642" y="58341"/>
                </a:lnTo>
                <a:lnTo>
                  <a:pt x="79328" y="58281"/>
                </a:lnTo>
                <a:lnTo>
                  <a:pt x="79812" y="58220"/>
                </a:lnTo>
                <a:lnTo>
                  <a:pt x="80337" y="58160"/>
                </a:lnTo>
                <a:lnTo>
                  <a:pt x="80882" y="58059"/>
                </a:lnTo>
                <a:lnTo>
                  <a:pt x="81467" y="57918"/>
                </a:lnTo>
                <a:lnTo>
                  <a:pt x="82032" y="57736"/>
                </a:lnTo>
                <a:lnTo>
                  <a:pt x="82315" y="57635"/>
                </a:lnTo>
                <a:lnTo>
                  <a:pt x="82597" y="57514"/>
                </a:lnTo>
                <a:lnTo>
                  <a:pt x="82880" y="57373"/>
                </a:lnTo>
                <a:lnTo>
                  <a:pt x="83142" y="57231"/>
                </a:lnTo>
                <a:lnTo>
                  <a:pt x="83404" y="57050"/>
                </a:lnTo>
                <a:lnTo>
                  <a:pt x="83667" y="56868"/>
                </a:lnTo>
                <a:lnTo>
                  <a:pt x="83868" y="56707"/>
                </a:lnTo>
                <a:lnTo>
                  <a:pt x="84050" y="56525"/>
                </a:lnTo>
                <a:lnTo>
                  <a:pt x="84232" y="56343"/>
                </a:lnTo>
                <a:lnTo>
                  <a:pt x="84413" y="56162"/>
                </a:lnTo>
                <a:lnTo>
                  <a:pt x="84716" y="55778"/>
                </a:lnTo>
                <a:lnTo>
                  <a:pt x="84998" y="55355"/>
                </a:lnTo>
                <a:lnTo>
                  <a:pt x="85220" y="54931"/>
                </a:lnTo>
                <a:lnTo>
                  <a:pt x="85442" y="54467"/>
                </a:lnTo>
                <a:lnTo>
                  <a:pt x="85604" y="53982"/>
                </a:lnTo>
                <a:lnTo>
                  <a:pt x="85765" y="53498"/>
                </a:lnTo>
                <a:lnTo>
                  <a:pt x="85886" y="52994"/>
                </a:lnTo>
                <a:lnTo>
                  <a:pt x="86007" y="52489"/>
                </a:lnTo>
                <a:lnTo>
                  <a:pt x="86088" y="51964"/>
                </a:lnTo>
                <a:lnTo>
                  <a:pt x="86169" y="51420"/>
                </a:lnTo>
                <a:lnTo>
                  <a:pt x="86290" y="50350"/>
                </a:lnTo>
                <a:lnTo>
                  <a:pt x="86371" y="49260"/>
                </a:lnTo>
                <a:lnTo>
                  <a:pt x="86492" y="47949"/>
                </a:lnTo>
                <a:lnTo>
                  <a:pt x="86573" y="47283"/>
                </a:lnTo>
                <a:lnTo>
                  <a:pt x="86653" y="46637"/>
                </a:lnTo>
                <a:lnTo>
                  <a:pt x="86754" y="46052"/>
                </a:lnTo>
                <a:lnTo>
                  <a:pt x="86895" y="45487"/>
                </a:lnTo>
                <a:lnTo>
                  <a:pt x="87037" y="44901"/>
                </a:lnTo>
                <a:lnTo>
                  <a:pt x="87218" y="44336"/>
                </a:lnTo>
                <a:lnTo>
                  <a:pt x="87420" y="43771"/>
                </a:lnTo>
                <a:lnTo>
                  <a:pt x="87642" y="43206"/>
                </a:lnTo>
                <a:lnTo>
                  <a:pt x="87884" y="42661"/>
                </a:lnTo>
                <a:lnTo>
                  <a:pt x="88167" y="42117"/>
                </a:lnTo>
                <a:lnTo>
                  <a:pt x="88449" y="41592"/>
                </a:lnTo>
                <a:lnTo>
                  <a:pt x="88772" y="41067"/>
                </a:lnTo>
                <a:lnTo>
                  <a:pt x="89115" y="40563"/>
                </a:lnTo>
                <a:lnTo>
                  <a:pt x="89478" y="40058"/>
                </a:lnTo>
                <a:lnTo>
                  <a:pt x="89842" y="39574"/>
                </a:lnTo>
                <a:lnTo>
                  <a:pt x="90245" y="39089"/>
                </a:lnTo>
                <a:lnTo>
                  <a:pt x="90669" y="38646"/>
                </a:lnTo>
                <a:lnTo>
                  <a:pt x="91113" y="38202"/>
                </a:lnTo>
                <a:lnTo>
                  <a:pt x="91577" y="37758"/>
                </a:lnTo>
                <a:lnTo>
                  <a:pt x="92041" y="37354"/>
                </a:lnTo>
                <a:lnTo>
                  <a:pt x="92526" y="36971"/>
                </a:lnTo>
                <a:lnTo>
                  <a:pt x="93030" y="36607"/>
                </a:lnTo>
                <a:lnTo>
                  <a:pt x="93535" y="36264"/>
                </a:lnTo>
                <a:lnTo>
                  <a:pt x="94059" y="35941"/>
                </a:lnTo>
                <a:lnTo>
                  <a:pt x="94584" y="35639"/>
                </a:lnTo>
                <a:lnTo>
                  <a:pt x="95129" y="35376"/>
                </a:lnTo>
                <a:lnTo>
                  <a:pt x="95674" y="35114"/>
                </a:lnTo>
                <a:lnTo>
                  <a:pt x="96239" y="34892"/>
                </a:lnTo>
                <a:lnTo>
                  <a:pt x="96804" y="34690"/>
                </a:lnTo>
                <a:lnTo>
                  <a:pt x="97369" y="34529"/>
                </a:lnTo>
                <a:lnTo>
                  <a:pt x="97934" y="34367"/>
                </a:lnTo>
                <a:lnTo>
                  <a:pt x="98519" y="34246"/>
                </a:lnTo>
                <a:lnTo>
                  <a:pt x="99084" y="34166"/>
                </a:lnTo>
                <a:lnTo>
                  <a:pt x="99669" y="34085"/>
                </a:lnTo>
                <a:lnTo>
                  <a:pt x="100255" y="34044"/>
                </a:lnTo>
                <a:lnTo>
                  <a:pt x="100860" y="34024"/>
                </a:lnTo>
                <a:lnTo>
                  <a:pt x="101445" y="34044"/>
                </a:lnTo>
                <a:lnTo>
                  <a:pt x="102051" y="34085"/>
                </a:lnTo>
                <a:lnTo>
                  <a:pt x="102636" y="34145"/>
                </a:lnTo>
                <a:lnTo>
                  <a:pt x="103221" y="34246"/>
                </a:lnTo>
                <a:lnTo>
                  <a:pt x="103806" y="34367"/>
                </a:lnTo>
                <a:lnTo>
                  <a:pt x="104391" y="34509"/>
                </a:lnTo>
                <a:lnTo>
                  <a:pt x="104977" y="34690"/>
                </a:lnTo>
                <a:lnTo>
                  <a:pt x="105542" y="34892"/>
                </a:lnTo>
                <a:lnTo>
                  <a:pt x="106127" y="35114"/>
                </a:lnTo>
                <a:lnTo>
                  <a:pt x="106672" y="35356"/>
                </a:lnTo>
                <a:lnTo>
                  <a:pt x="107237" y="35639"/>
                </a:lnTo>
                <a:lnTo>
                  <a:pt x="107782" y="35941"/>
                </a:lnTo>
                <a:lnTo>
                  <a:pt x="108306" y="36264"/>
                </a:lnTo>
                <a:lnTo>
                  <a:pt x="108831" y="36607"/>
                </a:lnTo>
                <a:lnTo>
                  <a:pt x="109336" y="36971"/>
                </a:lnTo>
                <a:lnTo>
                  <a:pt x="109820" y="37354"/>
                </a:lnTo>
                <a:lnTo>
                  <a:pt x="110284" y="37758"/>
                </a:lnTo>
                <a:lnTo>
                  <a:pt x="110728" y="38161"/>
                </a:lnTo>
                <a:lnTo>
                  <a:pt x="111152" y="38585"/>
                </a:lnTo>
                <a:lnTo>
                  <a:pt x="111535" y="39029"/>
                </a:lnTo>
                <a:lnTo>
                  <a:pt x="111919" y="39493"/>
                </a:lnTo>
                <a:lnTo>
                  <a:pt x="112262" y="39957"/>
                </a:lnTo>
                <a:lnTo>
                  <a:pt x="112605" y="40442"/>
                </a:lnTo>
                <a:lnTo>
                  <a:pt x="112907" y="40946"/>
                </a:lnTo>
                <a:lnTo>
                  <a:pt x="113190" y="41451"/>
                </a:lnTo>
                <a:lnTo>
                  <a:pt x="113452" y="41955"/>
                </a:lnTo>
                <a:lnTo>
                  <a:pt x="113674" y="42480"/>
                </a:lnTo>
                <a:lnTo>
                  <a:pt x="113876" y="43025"/>
                </a:lnTo>
                <a:lnTo>
                  <a:pt x="114058" y="43569"/>
                </a:lnTo>
                <a:lnTo>
                  <a:pt x="114219" y="44114"/>
                </a:lnTo>
                <a:lnTo>
                  <a:pt x="114038" y="43610"/>
                </a:lnTo>
                <a:lnTo>
                  <a:pt x="113937" y="43368"/>
                </a:lnTo>
                <a:lnTo>
                  <a:pt x="113816" y="43126"/>
                </a:lnTo>
                <a:lnTo>
                  <a:pt x="113694" y="42904"/>
                </a:lnTo>
                <a:lnTo>
                  <a:pt x="113573" y="42682"/>
                </a:lnTo>
                <a:lnTo>
                  <a:pt x="113432" y="42500"/>
                </a:lnTo>
                <a:lnTo>
                  <a:pt x="113251" y="42318"/>
                </a:lnTo>
                <a:lnTo>
                  <a:pt x="113210" y="42379"/>
                </a:lnTo>
                <a:lnTo>
                  <a:pt x="113372" y="42560"/>
                </a:lnTo>
                <a:lnTo>
                  <a:pt x="113533" y="42782"/>
                </a:lnTo>
                <a:lnTo>
                  <a:pt x="113674" y="43025"/>
                </a:lnTo>
                <a:lnTo>
                  <a:pt x="113816" y="43267"/>
                </a:lnTo>
                <a:lnTo>
                  <a:pt x="113916" y="43529"/>
                </a:lnTo>
                <a:lnTo>
                  <a:pt x="114017" y="43812"/>
                </a:lnTo>
                <a:lnTo>
                  <a:pt x="114219" y="44377"/>
                </a:lnTo>
                <a:lnTo>
                  <a:pt x="114360" y="44760"/>
                </a:lnTo>
                <a:lnTo>
                  <a:pt x="114502" y="45144"/>
                </a:lnTo>
                <a:lnTo>
                  <a:pt x="114663" y="45507"/>
                </a:lnTo>
                <a:lnTo>
                  <a:pt x="114744" y="45668"/>
                </a:lnTo>
                <a:lnTo>
                  <a:pt x="114845" y="45809"/>
                </a:lnTo>
                <a:lnTo>
                  <a:pt x="114946" y="45951"/>
                </a:lnTo>
                <a:lnTo>
                  <a:pt x="115067" y="46072"/>
                </a:lnTo>
                <a:lnTo>
                  <a:pt x="115188" y="46173"/>
                </a:lnTo>
                <a:lnTo>
                  <a:pt x="115309" y="46274"/>
                </a:lnTo>
                <a:lnTo>
                  <a:pt x="115470" y="46334"/>
                </a:lnTo>
                <a:lnTo>
                  <a:pt x="115632" y="46375"/>
                </a:lnTo>
                <a:lnTo>
                  <a:pt x="115793" y="46395"/>
                </a:lnTo>
                <a:lnTo>
                  <a:pt x="115995" y="46395"/>
                </a:lnTo>
                <a:lnTo>
                  <a:pt x="116156" y="46375"/>
                </a:lnTo>
                <a:lnTo>
                  <a:pt x="116318" y="46334"/>
                </a:lnTo>
                <a:lnTo>
                  <a:pt x="116479" y="46274"/>
                </a:lnTo>
                <a:lnTo>
                  <a:pt x="116641" y="46173"/>
                </a:lnTo>
                <a:lnTo>
                  <a:pt x="116822" y="46072"/>
                </a:lnTo>
                <a:lnTo>
                  <a:pt x="116984" y="45931"/>
                </a:lnTo>
                <a:lnTo>
                  <a:pt x="117145" y="45769"/>
                </a:lnTo>
                <a:lnTo>
                  <a:pt x="117327" y="45587"/>
                </a:lnTo>
                <a:lnTo>
                  <a:pt x="117630" y="45224"/>
                </a:lnTo>
                <a:lnTo>
                  <a:pt x="117892" y="44841"/>
                </a:lnTo>
                <a:lnTo>
                  <a:pt x="118134" y="44437"/>
                </a:lnTo>
                <a:lnTo>
                  <a:pt x="118356" y="44034"/>
                </a:lnTo>
                <a:lnTo>
                  <a:pt x="118558" y="43630"/>
                </a:lnTo>
                <a:lnTo>
                  <a:pt x="118739" y="43186"/>
                </a:lnTo>
                <a:lnTo>
                  <a:pt x="118901" y="42762"/>
                </a:lnTo>
                <a:lnTo>
                  <a:pt x="119042" y="42318"/>
                </a:lnTo>
                <a:lnTo>
                  <a:pt x="119183" y="41854"/>
                </a:lnTo>
                <a:lnTo>
                  <a:pt x="119284" y="41410"/>
                </a:lnTo>
                <a:lnTo>
                  <a:pt x="119486" y="40482"/>
                </a:lnTo>
                <a:lnTo>
                  <a:pt x="119648" y="39554"/>
                </a:lnTo>
                <a:lnTo>
                  <a:pt x="119789" y="38625"/>
                </a:lnTo>
                <a:lnTo>
                  <a:pt x="119950" y="37394"/>
                </a:lnTo>
                <a:lnTo>
                  <a:pt x="120092" y="36184"/>
                </a:lnTo>
                <a:lnTo>
                  <a:pt x="120233" y="34953"/>
                </a:lnTo>
                <a:lnTo>
                  <a:pt x="120334" y="33742"/>
                </a:lnTo>
                <a:lnTo>
                  <a:pt x="120455" y="32511"/>
                </a:lnTo>
                <a:lnTo>
                  <a:pt x="120536" y="31280"/>
                </a:lnTo>
                <a:lnTo>
                  <a:pt x="120616" y="30069"/>
                </a:lnTo>
                <a:lnTo>
                  <a:pt x="120697" y="28838"/>
                </a:lnTo>
                <a:lnTo>
                  <a:pt x="120737" y="27607"/>
                </a:lnTo>
                <a:lnTo>
                  <a:pt x="120778" y="26376"/>
                </a:lnTo>
                <a:lnTo>
                  <a:pt x="120798" y="25145"/>
                </a:lnTo>
                <a:lnTo>
                  <a:pt x="120818" y="23914"/>
                </a:lnTo>
                <a:lnTo>
                  <a:pt x="120818" y="22683"/>
                </a:lnTo>
                <a:lnTo>
                  <a:pt x="120798" y="21452"/>
                </a:lnTo>
                <a:lnTo>
                  <a:pt x="120778" y="20241"/>
                </a:lnTo>
                <a:lnTo>
                  <a:pt x="120737" y="19010"/>
                </a:lnTo>
                <a:lnTo>
                  <a:pt x="120697" y="18143"/>
                </a:lnTo>
                <a:lnTo>
                  <a:pt x="120636" y="17275"/>
                </a:lnTo>
                <a:lnTo>
                  <a:pt x="120576" y="16407"/>
                </a:lnTo>
                <a:lnTo>
                  <a:pt x="120495" y="15519"/>
                </a:lnTo>
                <a:lnTo>
                  <a:pt x="120374" y="14651"/>
                </a:lnTo>
                <a:lnTo>
                  <a:pt x="120233" y="13763"/>
                </a:lnTo>
                <a:lnTo>
                  <a:pt x="120071" y="12896"/>
                </a:lnTo>
                <a:lnTo>
                  <a:pt x="119870" y="12048"/>
                </a:lnTo>
                <a:lnTo>
                  <a:pt x="119648" y="11201"/>
                </a:lnTo>
                <a:lnTo>
                  <a:pt x="119365" y="10353"/>
                </a:lnTo>
                <a:lnTo>
                  <a:pt x="119062" y="9546"/>
                </a:lnTo>
                <a:lnTo>
                  <a:pt x="118881" y="9142"/>
                </a:lnTo>
                <a:lnTo>
                  <a:pt x="118699" y="8759"/>
                </a:lnTo>
                <a:lnTo>
                  <a:pt x="118497" y="8375"/>
                </a:lnTo>
                <a:lnTo>
                  <a:pt x="118296" y="7992"/>
                </a:lnTo>
                <a:lnTo>
                  <a:pt x="118074" y="7609"/>
                </a:lnTo>
                <a:lnTo>
                  <a:pt x="117831" y="7245"/>
                </a:lnTo>
                <a:lnTo>
                  <a:pt x="117589" y="6902"/>
                </a:lnTo>
                <a:lnTo>
                  <a:pt x="117327" y="6559"/>
                </a:lnTo>
                <a:lnTo>
                  <a:pt x="117044" y="6216"/>
                </a:lnTo>
                <a:lnTo>
                  <a:pt x="116762" y="5873"/>
                </a:lnTo>
                <a:lnTo>
                  <a:pt x="116257" y="5369"/>
                </a:lnTo>
                <a:lnTo>
                  <a:pt x="115712" y="4884"/>
                </a:lnTo>
                <a:lnTo>
                  <a:pt x="115127" y="4420"/>
                </a:lnTo>
                <a:lnTo>
                  <a:pt x="114502" y="3976"/>
                </a:lnTo>
                <a:lnTo>
                  <a:pt x="113836" y="3573"/>
                </a:lnTo>
                <a:lnTo>
                  <a:pt x="113129" y="3189"/>
                </a:lnTo>
                <a:lnTo>
                  <a:pt x="112403" y="2846"/>
                </a:lnTo>
                <a:lnTo>
                  <a:pt x="111596" y="2503"/>
                </a:lnTo>
                <a:lnTo>
                  <a:pt x="110970" y="2261"/>
                </a:lnTo>
                <a:lnTo>
                  <a:pt x="110284" y="2039"/>
                </a:lnTo>
                <a:lnTo>
                  <a:pt x="109578" y="1837"/>
                </a:lnTo>
                <a:lnTo>
                  <a:pt x="108851" y="1635"/>
                </a:lnTo>
                <a:lnTo>
                  <a:pt x="108064" y="1433"/>
                </a:lnTo>
                <a:lnTo>
                  <a:pt x="107257" y="1272"/>
                </a:lnTo>
                <a:lnTo>
                  <a:pt x="106389" y="1090"/>
                </a:lnTo>
                <a:lnTo>
                  <a:pt x="105481" y="949"/>
                </a:lnTo>
                <a:lnTo>
                  <a:pt x="103988" y="707"/>
                </a:lnTo>
                <a:lnTo>
                  <a:pt x="102474" y="505"/>
                </a:lnTo>
                <a:lnTo>
                  <a:pt x="100961" y="344"/>
                </a:lnTo>
                <a:lnTo>
                  <a:pt x="99447" y="202"/>
                </a:lnTo>
                <a:lnTo>
                  <a:pt x="97934" y="102"/>
                </a:lnTo>
                <a:lnTo>
                  <a:pt x="96420" y="41"/>
                </a:lnTo>
                <a:lnTo>
                  <a:pt x="9488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2" name="Google Shape;4202;p52"/>
          <p:cNvSpPr/>
          <p:nvPr/>
        </p:nvSpPr>
        <p:spPr>
          <a:xfrm>
            <a:off x="9011602" y="-25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3" name="Google Shape;4203;p52"/>
          <p:cNvSpPr/>
          <p:nvPr/>
        </p:nvSpPr>
        <p:spPr>
          <a:xfrm>
            <a:off x="7182848" y="1854781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4" name="Google Shape;4204;p52"/>
          <p:cNvSpPr/>
          <p:nvPr/>
        </p:nvSpPr>
        <p:spPr>
          <a:xfrm>
            <a:off x="7364488" y="11396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5" name="Google Shape;4205;p52"/>
          <p:cNvSpPr/>
          <p:nvPr/>
        </p:nvSpPr>
        <p:spPr>
          <a:xfrm>
            <a:off x="8605498" y="3630536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6" name="Google Shape;4206;p52"/>
          <p:cNvSpPr/>
          <p:nvPr/>
        </p:nvSpPr>
        <p:spPr>
          <a:xfrm>
            <a:off x="7917290" y="1315452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7" name="Google Shape;4207;p52"/>
          <p:cNvSpPr/>
          <p:nvPr/>
        </p:nvSpPr>
        <p:spPr>
          <a:xfrm>
            <a:off x="1573619" y="4469485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8" name="Google Shape;4208;p52"/>
          <p:cNvSpPr/>
          <p:nvPr/>
        </p:nvSpPr>
        <p:spPr>
          <a:xfrm rot="3449335">
            <a:off x="1554254" y="-1020347"/>
            <a:ext cx="1395586" cy="1650631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9" name="Google Shape;4209;p52"/>
          <p:cNvSpPr/>
          <p:nvPr/>
        </p:nvSpPr>
        <p:spPr>
          <a:xfrm>
            <a:off x="8938198" y="3915546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0" name="Google Shape;4210;p52"/>
          <p:cNvSpPr/>
          <p:nvPr/>
        </p:nvSpPr>
        <p:spPr>
          <a:xfrm>
            <a:off x="1754085" y="4576657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1" name="Google Shape;4211;p52"/>
          <p:cNvSpPr/>
          <p:nvPr/>
        </p:nvSpPr>
        <p:spPr>
          <a:xfrm>
            <a:off x="7475015" y="1977720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2" name="Google Shape;4212;p52"/>
          <p:cNvSpPr/>
          <p:nvPr/>
        </p:nvSpPr>
        <p:spPr>
          <a:xfrm>
            <a:off x="7497601" y="258374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3" name="Google Shape;4213;p52"/>
          <p:cNvSpPr/>
          <p:nvPr/>
        </p:nvSpPr>
        <p:spPr>
          <a:xfrm>
            <a:off x="7989465" y="1384273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4" name="Google Shape;4214;p52"/>
          <p:cNvSpPr/>
          <p:nvPr/>
        </p:nvSpPr>
        <p:spPr>
          <a:xfrm rot="3449335">
            <a:off x="1655522" y="-908175"/>
            <a:ext cx="1193653" cy="1427229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5" name="Google Shape;4215;p52"/>
          <p:cNvSpPr/>
          <p:nvPr/>
        </p:nvSpPr>
        <p:spPr>
          <a:xfrm>
            <a:off x="7611538" y="31925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6" name="Google Shape;4216;p52"/>
          <p:cNvSpPr/>
          <p:nvPr/>
        </p:nvSpPr>
        <p:spPr>
          <a:xfrm>
            <a:off x="8093284" y="1493738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7" name="Google Shape;4217;p52"/>
          <p:cNvSpPr/>
          <p:nvPr/>
        </p:nvSpPr>
        <p:spPr>
          <a:xfrm rot="3449335">
            <a:off x="1810805" y="-768073"/>
            <a:ext cx="901487" cy="1104539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8" name="Google Shape;4218;p52"/>
          <p:cNvSpPr/>
          <p:nvPr/>
        </p:nvSpPr>
        <p:spPr>
          <a:xfrm>
            <a:off x="8740847" y="1813019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9" name="Google Shape;4219;p52"/>
          <p:cNvSpPr/>
          <p:nvPr/>
        </p:nvSpPr>
        <p:spPr>
          <a:xfrm>
            <a:off x="7850706" y="3773824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0" name="Google Shape;4220;p52"/>
          <p:cNvSpPr/>
          <p:nvPr/>
        </p:nvSpPr>
        <p:spPr>
          <a:xfrm rot="3449335">
            <a:off x="2567386" y="-287123"/>
            <a:ext cx="130932" cy="390449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1" name="Google Shape;4221;p52"/>
          <p:cNvSpPr/>
          <p:nvPr/>
        </p:nvSpPr>
        <p:spPr>
          <a:xfrm>
            <a:off x="13470249" y="372312"/>
            <a:ext cx="206522" cy="1040271"/>
          </a:xfrm>
          <a:custGeom>
            <a:rect b="b" l="l" r="r" t="t"/>
            <a:pathLst>
              <a:path extrusionOk="0" h="18607" w="3694">
                <a:moveTo>
                  <a:pt x="2160" y="0"/>
                </a:moveTo>
                <a:lnTo>
                  <a:pt x="2099" y="61"/>
                </a:lnTo>
                <a:lnTo>
                  <a:pt x="2281" y="283"/>
                </a:lnTo>
                <a:lnTo>
                  <a:pt x="2462" y="545"/>
                </a:lnTo>
                <a:lnTo>
                  <a:pt x="2624" y="787"/>
                </a:lnTo>
                <a:lnTo>
                  <a:pt x="2765" y="1050"/>
                </a:lnTo>
                <a:lnTo>
                  <a:pt x="2886" y="1292"/>
                </a:lnTo>
                <a:lnTo>
                  <a:pt x="3007" y="1554"/>
                </a:lnTo>
                <a:lnTo>
                  <a:pt x="3209" y="2079"/>
                </a:lnTo>
                <a:lnTo>
                  <a:pt x="3350" y="2604"/>
                </a:lnTo>
                <a:lnTo>
                  <a:pt x="3471" y="3108"/>
                </a:lnTo>
                <a:lnTo>
                  <a:pt x="3532" y="3592"/>
                </a:lnTo>
                <a:lnTo>
                  <a:pt x="3572" y="4036"/>
                </a:lnTo>
                <a:lnTo>
                  <a:pt x="3613" y="4581"/>
                </a:lnTo>
                <a:lnTo>
                  <a:pt x="3613" y="5126"/>
                </a:lnTo>
                <a:lnTo>
                  <a:pt x="3592" y="5671"/>
                </a:lnTo>
                <a:lnTo>
                  <a:pt x="3552" y="6216"/>
                </a:lnTo>
                <a:lnTo>
                  <a:pt x="3431" y="7285"/>
                </a:lnTo>
                <a:lnTo>
                  <a:pt x="3290" y="8355"/>
                </a:lnTo>
                <a:lnTo>
                  <a:pt x="2684" y="12734"/>
                </a:lnTo>
                <a:lnTo>
                  <a:pt x="2604" y="13360"/>
                </a:lnTo>
                <a:lnTo>
                  <a:pt x="2503" y="14026"/>
                </a:lnTo>
                <a:lnTo>
                  <a:pt x="2361" y="14712"/>
                </a:lnTo>
                <a:lnTo>
                  <a:pt x="2281" y="15055"/>
                </a:lnTo>
                <a:lnTo>
                  <a:pt x="2180" y="15398"/>
                </a:lnTo>
                <a:lnTo>
                  <a:pt x="2059" y="15741"/>
                </a:lnTo>
                <a:lnTo>
                  <a:pt x="1938" y="16084"/>
                </a:lnTo>
                <a:lnTo>
                  <a:pt x="1796" y="16407"/>
                </a:lnTo>
                <a:lnTo>
                  <a:pt x="1635" y="16730"/>
                </a:lnTo>
                <a:lnTo>
                  <a:pt x="1453" y="17053"/>
                </a:lnTo>
                <a:lnTo>
                  <a:pt x="1252" y="17355"/>
                </a:lnTo>
                <a:lnTo>
                  <a:pt x="1030" y="17638"/>
                </a:lnTo>
                <a:lnTo>
                  <a:pt x="787" y="17900"/>
                </a:lnTo>
                <a:lnTo>
                  <a:pt x="606" y="18082"/>
                </a:lnTo>
                <a:lnTo>
                  <a:pt x="404" y="18243"/>
                </a:lnTo>
                <a:lnTo>
                  <a:pt x="202" y="18384"/>
                </a:lnTo>
                <a:lnTo>
                  <a:pt x="0" y="18526"/>
                </a:lnTo>
                <a:lnTo>
                  <a:pt x="41" y="18606"/>
                </a:lnTo>
                <a:lnTo>
                  <a:pt x="263" y="18465"/>
                </a:lnTo>
                <a:lnTo>
                  <a:pt x="465" y="18304"/>
                </a:lnTo>
                <a:lnTo>
                  <a:pt x="666" y="18142"/>
                </a:lnTo>
                <a:lnTo>
                  <a:pt x="848" y="17961"/>
                </a:lnTo>
                <a:lnTo>
                  <a:pt x="1090" y="17678"/>
                </a:lnTo>
                <a:lnTo>
                  <a:pt x="1332" y="17396"/>
                </a:lnTo>
                <a:lnTo>
                  <a:pt x="1534" y="17093"/>
                </a:lnTo>
                <a:lnTo>
                  <a:pt x="1716" y="16790"/>
                </a:lnTo>
                <a:lnTo>
                  <a:pt x="1877" y="16447"/>
                </a:lnTo>
                <a:lnTo>
                  <a:pt x="2018" y="16124"/>
                </a:lnTo>
                <a:lnTo>
                  <a:pt x="2139" y="15781"/>
                </a:lnTo>
                <a:lnTo>
                  <a:pt x="2240" y="15438"/>
                </a:lnTo>
                <a:lnTo>
                  <a:pt x="2341" y="15075"/>
                </a:lnTo>
                <a:lnTo>
                  <a:pt x="2442" y="14732"/>
                </a:lnTo>
                <a:lnTo>
                  <a:pt x="2563" y="14046"/>
                </a:lnTo>
                <a:lnTo>
                  <a:pt x="2684" y="13380"/>
                </a:lnTo>
                <a:lnTo>
                  <a:pt x="2765" y="12734"/>
                </a:lnTo>
                <a:lnTo>
                  <a:pt x="3370" y="8375"/>
                </a:lnTo>
                <a:lnTo>
                  <a:pt x="3512" y="7306"/>
                </a:lnTo>
                <a:lnTo>
                  <a:pt x="3633" y="6216"/>
                </a:lnTo>
                <a:lnTo>
                  <a:pt x="3673" y="5671"/>
                </a:lnTo>
                <a:lnTo>
                  <a:pt x="3693" y="5126"/>
                </a:lnTo>
                <a:lnTo>
                  <a:pt x="3693" y="4581"/>
                </a:lnTo>
                <a:lnTo>
                  <a:pt x="3653" y="4036"/>
                </a:lnTo>
                <a:lnTo>
                  <a:pt x="3613" y="3572"/>
                </a:lnTo>
                <a:lnTo>
                  <a:pt x="3532" y="3088"/>
                </a:lnTo>
                <a:lnTo>
                  <a:pt x="3431" y="2583"/>
                </a:lnTo>
                <a:lnTo>
                  <a:pt x="3290" y="2059"/>
                </a:lnTo>
                <a:lnTo>
                  <a:pt x="3088" y="1534"/>
                </a:lnTo>
                <a:lnTo>
                  <a:pt x="2967" y="1272"/>
                </a:lnTo>
                <a:lnTo>
                  <a:pt x="2826" y="1009"/>
                </a:lnTo>
                <a:lnTo>
                  <a:pt x="2684" y="747"/>
                </a:lnTo>
                <a:lnTo>
                  <a:pt x="2523" y="485"/>
                </a:lnTo>
                <a:lnTo>
                  <a:pt x="2341" y="243"/>
                </a:lnTo>
                <a:lnTo>
                  <a:pt x="216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2" name="Google Shape;4222;p52"/>
          <p:cNvSpPr/>
          <p:nvPr/>
        </p:nvSpPr>
        <p:spPr>
          <a:xfrm>
            <a:off x="8905548" y="1936013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3" name="Google Shape;4223;p52"/>
          <p:cNvSpPr/>
          <p:nvPr/>
        </p:nvSpPr>
        <p:spPr>
          <a:xfrm>
            <a:off x="9054482" y="2190947"/>
            <a:ext cx="794334" cy="541632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4" name="Google Shape;4224;p52"/>
          <p:cNvSpPr/>
          <p:nvPr/>
        </p:nvSpPr>
        <p:spPr>
          <a:xfrm>
            <a:off x="8006405" y="3940817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5" name="Google Shape;4225;p52"/>
          <p:cNvSpPr/>
          <p:nvPr/>
        </p:nvSpPr>
        <p:spPr>
          <a:xfrm>
            <a:off x="8024463" y="3383486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6" name="Google Shape;4226;p52"/>
          <p:cNvSpPr/>
          <p:nvPr/>
        </p:nvSpPr>
        <p:spPr>
          <a:xfrm>
            <a:off x="8022171" y="3381194"/>
            <a:ext cx="104994" cy="104994"/>
          </a:xfrm>
          <a:custGeom>
            <a:rect b="b" l="l" r="r" t="t"/>
            <a:pathLst>
              <a:path extrusionOk="0" h="1878" w="1878">
                <a:moveTo>
                  <a:pt x="949" y="81"/>
                </a:moveTo>
                <a:lnTo>
                  <a:pt x="1111" y="102"/>
                </a:lnTo>
                <a:lnTo>
                  <a:pt x="1272" y="142"/>
                </a:lnTo>
                <a:lnTo>
                  <a:pt x="1414" y="223"/>
                </a:lnTo>
                <a:lnTo>
                  <a:pt x="1555" y="32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8"/>
                </a:lnTo>
                <a:lnTo>
                  <a:pt x="1797" y="949"/>
                </a:lnTo>
                <a:lnTo>
                  <a:pt x="1777" y="1111"/>
                </a:lnTo>
                <a:lnTo>
                  <a:pt x="1736" y="1272"/>
                </a:lnTo>
                <a:lnTo>
                  <a:pt x="1656" y="1413"/>
                </a:lnTo>
                <a:lnTo>
                  <a:pt x="1555" y="1555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77"/>
                </a:lnTo>
                <a:lnTo>
                  <a:pt x="949" y="1797"/>
                </a:lnTo>
                <a:lnTo>
                  <a:pt x="768" y="1777"/>
                </a:lnTo>
                <a:lnTo>
                  <a:pt x="606" y="1736"/>
                </a:lnTo>
                <a:lnTo>
                  <a:pt x="465" y="1655"/>
                </a:lnTo>
                <a:lnTo>
                  <a:pt x="344" y="1555"/>
                </a:lnTo>
                <a:lnTo>
                  <a:pt x="223" y="1413"/>
                </a:lnTo>
                <a:lnTo>
                  <a:pt x="142" y="1272"/>
                </a:lnTo>
                <a:lnTo>
                  <a:pt x="102" y="1111"/>
                </a:lnTo>
                <a:lnTo>
                  <a:pt x="82" y="949"/>
                </a:lnTo>
                <a:lnTo>
                  <a:pt x="102" y="768"/>
                </a:lnTo>
                <a:lnTo>
                  <a:pt x="142" y="606"/>
                </a:lnTo>
                <a:lnTo>
                  <a:pt x="223" y="465"/>
                </a:lnTo>
                <a:lnTo>
                  <a:pt x="344" y="324"/>
                </a:lnTo>
                <a:lnTo>
                  <a:pt x="465" y="223"/>
                </a:lnTo>
                <a:lnTo>
                  <a:pt x="606" y="142"/>
                </a:lnTo>
                <a:lnTo>
                  <a:pt x="768" y="102"/>
                </a:lnTo>
                <a:lnTo>
                  <a:pt x="949" y="81"/>
                </a:lnTo>
                <a:close/>
                <a:moveTo>
                  <a:pt x="949" y="1"/>
                </a:moveTo>
                <a:lnTo>
                  <a:pt x="748" y="21"/>
                </a:lnTo>
                <a:lnTo>
                  <a:pt x="586" y="81"/>
                </a:lnTo>
                <a:lnTo>
                  <a:pt x="425" y="162"/>
                </a:lnTo>
                <a:lnTo>
                  <a:pt x="284" y="283"/>
                </a:lnTo>
                <a:lnTo>
                  <a:pt x="162" y="404"/>
                </a:lnTo>
                <a:lnTo>
                  <a:pt x="82" y="56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82" y="1312"/>
                </a:lnTo>
                <a:lnTo>
                  <a:pt x="162" y="1474"/>
                </a:lnTo>
                <a:lnTo>
                  <a:pt x="284" y="1615"/>
                </a:lnTo>
                <a:lnTo>
                  <a:pt x="425" y="1716"/>
                </a:lnTo>
                <a:lnTo>
                  <a:pt x="586" y="1817"/>
                </a:lnTo>
                <a:lnTo>
                  <a:pt x="748" y="1857"/>
                </a:lnTo>
                <a:lnTo>
                  <a:pt x="949" y="1877"/>
                </a:lnTo>
                <a:lnTo>
                  <a:pt x="1131" y="1857"/>
                </a:lnTo>
                <a:lnTo>
                  <a:pt x="1313" y="1817"/>
                </a:lnTo>
                <a:lnTo>
                  <a:pt x="1474" y="1716"/>
                </a:lnTo>
                <a:lnTo>
                  <a:pt x="1615" y="1615"/>
                </a:lnTo>
                <a:lnTo>
                  <a:pt x="1716" y="1474"/>
                </a:lnTo>
                <a:lnTo>
                  <a:pt x="181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817" y="566"/>
                </a:lnTo>
                <a:lnTo>
                  <a:pt x="1716" y="404"/>
                </a:lnTo>
                <a:lnTo>
                  <a:pt x="1615" y="283"/>
                </a:lnTo>
                <a:lnTo>
                  <a:pt x="1474" y="162"/>
                </a:lnTo>
                <a:lnTo>
                  <a:pt x="1313" y="81"/>
                </a:lnTo>
                <a:lnTo>
                  <a:pt x="1131" y="21"/>
                </a:lnTo>
                <a:lnTo>
                  <a:pt x="94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7" name="Google Shape;4227;p52"/>
          <p:cNvSpPr/>
          <p:nvPr/>
        </p:nvSpPr>
        <p:spPr>
          <a:xfrm>
            <a:off x="8252337" y="1963072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8" name="Google Shape;4228;p52"/>
          <p:cNvSpPr/>
          <p:nvPr/>
        </p:nvSpPr>
        <p:spPr>
          <a:xfrm>
            <a:off x="8250101" y="1960780"/>
            <a:ext cx="104994" cy="106112"/>
          </a:xfrm>
          <a:custGeom>
            <a:rect b="b" l="l" r="r" t="t"/>
            <a:pathLst>
              <a:path extrusionOk="0" h="1898" w="1878">
                <a:moveTo>
                  <a:pt x="929" y="82"/>
                </a:moveTo>
                <a:lnTo>
                  <a:pt x="1110" y="102"/>
                </a:lnTo>
                <a:lnTo>
                  <a:pt x="1272" y="162"/>
                </a:lnTo>
                <a:lnTo>
                  <a:pt x="1413" y="243"/>
                </a:lnTo>
                <a:lnTo>
                  <a:pt x="1554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31"/>
                </a:lnTo>
                <a:lnTo>
                  <a:pt x="1736" y="1293"/>
                </a:lnTo>
                <a:lnTo>
                  <a:pt x="1655" y="143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97"/>
                </a:lnTo>
                <a:lnTo>
                  <a:pt x="929" y="1817"/>
                </a:lnTo>
                <a:lnTo>
                  <a:pt x="767" y="1797"/>
                </a:lnTo>
                <a:lnTo>
                  <a:pt x="606" y="1736"/>
                </a:lnTo>
                <a:lnTo>
                  <a:pt x="465" y="1656"/>
                </a:lnTo>
                <a:lnTo>
                  <a:pt x="323" y="1555"/>
                </a:lnTo>
                <a:lnTo>
                  <a:pt x="222" y="1434"/>
                </a:lnTo>
                <a:lnTo>
                  <a:pt x="142" y="1293"/>
                </a:lnTo>
                <a:lnTo>
                  <a:pt x="101" y="113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44"/>
                </a:lnTo>
                <a:lnTo>
                  <a:pt x="465" y="243"/>
                </a:lnTo>
                <a:lnTo>
                  <a:pt x="606" y="162"/>
                </a:lnTo>
                <a:lnTo>
                  <a:pt x="767" y="102"/>
                </a:lnTo>
                <a:lnTo>
                  <a:pt x="929" y="82"/>
                </a:lnTo>
                <a:close/>
                <a:moveTo>
                  <a:pt x="929" y="1"/>
                </a:moveTo>
                <a:lnTo>
                  <a:pt x="747" y="21"/>
                </a:lnTo>
                <a:lnTo>
                  <a:pt x="565" y="82"/>
                </a:lnTo>
                <a:lnTo>
                  <a:pt x="404" y="162"/>
                </a:lnTo>
                <a:lnTo>
                  <a:pt x="263" y="284"/>
                </a:lnTo>
                <a:lnTo>
                  <a:pt x="162" y="425"/>
                </a:lnTo>
                <a:lnTo>
                  <a:pt x="61" y="586"/>
                </a:lnTo>
                <a:lnTo>
                  <a:pt x="21" y="768"/>
                </a:lnTo>
                <a:lnTo>
                  <a:pt x="0" y="949"/>
                </a:lnTo>
                <a:lnTo>
                  <a:pt x="21" y="1131"/>
                </a:lnTo>
                <a:lnTo>
                  <a:pt x="61" y="1313"/>
                </a:lnTo>
                <a:lnTo>
                  <a:pt x="162" y="1474"/>
                </a:lnTo>
                <a:lnTo>
                  <a:pt x="263" y="1615"/>
                </a:lnTo>
                <a:lnTo>
                  <a:pt x="404" y="1736"/>
                </a:lnTo>
                <a:lnTo>
                  <a:pt x="565" y="1817"/>
                </a:lnTo>
                <a:lnTo>
                  <a:pt x="747" y="1878"/>
                </a:lnTo>
                <a:lnTo>
                  <a:pt x="929" y="1898"/>
                </a:lnTo>
                <a:lnTo>
                  <a:pt x="1130" y="1878"/>
                </a:lnTo>
                <a:lnTo>
                  <a:pt x="1312" y="1817"/>
                </a:lnTo>
                <a:lnTo>
                  <a:pt x="1453" y="1736"/>
                </a:lnTo>
                <a:lnTo>
                  <a:pt x="1595" y="1615"/>
                </a:lnTo>
                <a:lnTo>
                  <a:pt x="1716" y="1474"/>
                </a:lnTo>
                <a:lnTo>
                  <a:pt x="1796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68"/>
                </a:lnTo>
                <a:lnTo>
                  <a:pt x="1796" y="586"/>
                </a:lnTo>
                <a:lnTo>
                  <a:pt x="1716" y="425"/>
                </a:lnTo>
                <a:lnTo>
                  <a:pt x="1595" y="284"/>
                </a:lnTo>
                <a:lnTo>
                  <a:pt x="1453" y="162"/>
                </a:lnTo>
                <a:lnTo>
                  <a:pt x="1312" y="82"/>
                </a:lnTo>
                <a:lnTo>
                  <a:pt x="1130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9" name="Google Shape;4229;p52"/>
          <p:cNvSpPr/>
          <p:nvPr/>
        </p:nvSpPr>
        <p:spPr>
          <a:xfrm>
            <a:off x="8947481" y="1091884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0" name="Google Shape;4230;p52"/>
          <p:cNvSpPr/>
          <p:nvPr/>
        </p:nvSpPr>
        <p:spPr>
          <a:xfrm>
            <a:off x="9048679" y="137326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1" name="Google Shape;4231;p52"/>
          <p:cNvSpPr/>
          <p:nvPr/>
        </p:nvSpPr>
        <p:spPr>
          <a:xfrm>
            <a:off x="9064657" y="390240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2" name="Google Shape;4232;p52"/>
          <p:cNvSpPr/>
          <p:nvPr/>
        </p:nvSpPr>
        <p:spPr>
          <a:xfrm>
            <a:off x="9062365" y="3900173"/>
            <a:ext cx="104994" cy="104994"/>
          </a:xfrm>
          <a:custGeom>
            <a:rect b="b" l="l" r="r" t="t"/>
            <a:pathLst>
              <a:path extrusionOk="0" h="1878" w="1878">
                <a:moveTo>
                  <a:pt x="929" y="81"/>
                </a:moveTo>
                <a:lnTo>
                  <a:pt x="1111" y="101"/>
                </a:lnTo>
                <a:lnTo>
                  <a:pt x="1272" y="142"/>
                </a:lnTo>
                <a:lnTo>
                  <a:pt x="1414" y="223"/>
                </a:lnTo>
                <a:lnTo>
                  <a:pt x="1535" y="34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7"/>
                </a:lnTo>
                <a:lnTo>
                  <a:pt x="1797" y="949"/>
                </a:lnTo>
                <a:lnTo>
                  <a:pt x="1777" y="1110"/>
                </a:lnTo>
                <a:lnTo>
                  <a:pt x="1736" y="1272"/>
                </a:lnTo>
                <a:lnTo>
                  <a:pt x="1656" y="1433"/>
                </a:lnTo>
                <a:lnTo>
                  <a:pt x="1535" y="1554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97"/>
                </a:lnTo>
                <a:lnTo>
                  <a:pt x="768" y="1797"/>
                </a:lnTo>
                <a:lnTo>
                  <a:pt x="606" y="1736"/>
                </a:lnTo>
                <a:lnTo>
                  <a:pt x="445" y="1655"/>
                </a:lnTo>
                <a:lnTo>
                  <a:pt x="324" y="1554"/>
                </a:lnTo>
                <a:lnTo>
                  <a:pt x="223" y="1433"/>
                </a:lnTo>
                <a:lnTo>
                  <a:pt x="142" y="1272"/>
                </a:lnTo>
                <a:lnTo>
                  <a:pt x="82" y="1110"/>
                </a:lnTo>
                <a:lnTo>
                  <a:pt x="82" y="949"/>
                </a:lnTo>
                <a:lnTo>
                  <a:pt x="82" y="767"/>
                </a:lnTo>
                <a:lnTo>
                  <a:pt x="142" y="606"/>
                </a:lnTo>
                <a:lnTo>
                  <a:pt x="223" y="465"/>
                </a:lnTo>
                <a:lnTo>
                  <a:pt x="324" y="344"/>
                </a:lnTo>
                <a:lnTo>
                  <a:pt x="445" y="223"/>
                </a:lnTo>
                <a:lnTo>
                  <a:pt x="606" y="142"/>
                </a:lnTo>
                <a:lnTo>
                  <a:pt x="768" y="101"/>
                </a:lnTo>
                <a:lnTo>
                  <a:pt x="929" y="81"/>
                </a:lnTo>
                <a:close/>
                <a:moveTo>
                  <a:pt x="929" y="1"/>
                </a:moveTo>
                <a:lnTo>
                  <a:pt x="748" y="21"/>
                </a:lnTo>
                <a:lnTo>
                  <a:pt x="566" y="81"/>
                </a:lnTo>
                <a:lnTo>
                  <a:pt x="405" y="162"/>
                </a:lnTo>
                <a:lnTo>
                  <a:pt x="263" y="283"/>
                </a:lnTo>
                <a:lnTo>
                  <a:pt x="162" y="424"/>
                </a:lnTo>
                <a:lnTo>
                  <a:pt x="62" y="58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62" y="1312"/>
                </a:lnTo>
                <a:lnTo>
                  <a:pt x="162" y="1474"/>
                </a:lnTo>
                <a:lnTo>
                  <a:pt x="263" y="1615"/>
                </a:lnTo>
                <a:lnTo>
                  <a:pt x="405" y="1716"/>
                </a:lnTo>
                <a:lnTo>
                  <a:pt x="566" y="1817"/>
                </a:lnTo>
                <a:lnTo>
                  <a:pt x="748" y="1857"/>
                </a:lnTo>
                <a:lnTo>
                  <a:pt x="929" y="1877"/>
                </a:lnTo>
                <a:lnTo>
                  <a:pt x="1131" y="1857"/>
                </a:lnTo>
                <a:lnTo>
                  <a:pt x="1293" y="1817"/>
                </a:lnTo>
                <a:lnTo>
                  <a:pt x="1454" y="1716"/>
                </a:lnTo>
                <a:lnTo>
                  <a:pt x="1595" y="1615"/>
                </a:lnTo>
                <a:lnTo>
                  <a:pt x="1716" y="1474"/>
                </a:lnTo>
                <a:lnTo>
                  <a:pt x="179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797" y="586"/>
                </a:lnTo>
                <a:lnTo>
                  <a:pt x="1716" y="424"/>
                </a:lnTo>
                <a:lnTo>
                  <a:pt x="1595" y="283"/>
                </a:lnTo>
                <a:lnTo>
                  <a:pt x="1454" y="162"/>
                </a:lnTo>
                <a:lnTo>
                  <a:pt x="1293" y="81"/>
                </a:lnTo>
                <a:lnTo>
                  <a:pt x="1131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3" name="Google Shape;4233;p52"/>
          <p:cNvSpPr/>
          <p:nvPr/>
        </p:nvSpPr>
        <p:spPr>
          <a:xfrm>
            <a:off x="7397129" y="44694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4" name="Google Shape;4234;p52"/>
          <p:cNvSpPr/>
          <p:nvPr/>
        </p:nvSpPr>
        <p:spPr>
          <a:xfrm>
            <a:off x="7665172" y="399370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5" name="Google Shape;4235;p52"/>
          <p:cNvSpPr/>
          <p:nvPr/>
        </p:nvSpPr>
        <p:spPr>
          <a:xfrm>
            <a:off x="9325237" y="2442525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6" name="Google Shape;4236;p52"/>
          <p:cNvSpPr/>
          <p:nvPr/>
        </p:nvSpPr>
        <p:spPr>
          <a:xfrm>
            <a:off x="9301588" y="2466230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7" name="Google Shape;4237;p52"/>
          <p:cNvSpPr/>
          <p:nvPr/>
        </p:nvSpPr>
        <p:spPr>
          <a:xfrm rot="3449335">
            <a:off x="2649872" y="-138575"/>
            <a:ext cx="4584" cy="55347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8" name="Google Shape;4238;p52"/>
          <p:cNvSpPr/>
          <p:nvPr/>
        </p:nvSpPr>
        <p:spPr>
          <a:xfrm>
            <a:off x="-2003610" y="63728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9" name="Google Shape;4239;p52"/>
          <p:cNvSpPr/>
          <p:nvPr/>
        </p:nvSpPr>
        <p:spPr>
          <a:xfrm rot="3449335">
            <a:off x="2625262" y="-113023"/>
            <a:ext cx="55347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40" name="Google Shape;4240;p52"/>
          <p:cNvGrpSpPr/>
          <p:nvPr/>
        </p:nvGrpSpPr>
        <p:grpSpPr>
          <a:xfrm>
            <a:off x="3970982" y="4599416"/>
            <a:ext cx="1205112" cy="520243"/>
            <a:chOff x="3970982" y="4599416"/>
            <a:chExt cx="1205112" cy="520243"/>
          </a:xfrm>
        </p:grpSpPr>
        <p:sp>
          <p:nvSpPr>
            <p:cNvPr id="4241" name="Google Shape;4241;p52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2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2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2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2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2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2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2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2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2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2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2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2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2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2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2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2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2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2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2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2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2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2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2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2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2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2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2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2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2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2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2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3" name="Google Shape;4273;p52"/>
          <p:cNvGrpSpPr/>
          <p:nvPr/>
        </p:nvGrpSpPr>
        <p:grpSpPr>
          <a:xfrm>
            <a:off x="3969444" y="51341"/>
            <a:ext cx="1205112" cy="520243"/>
            <a:chOff x="3970982" y="4599416"/>
            <a:chExt cx="1205112" cy="520243"/>
          </a:xfrm>
        </p:grpSpPr>
        <p:sp>
          <p:nvSpPr>
            <p:cNvPr id="4274" name="Google Shape;4274;p52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2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2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2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2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2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2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2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2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2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2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2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2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2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2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2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2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2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2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2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2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2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2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2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2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2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2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2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2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2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2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2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6" name="Google Shape;4306;p52"/>
          <p:cNvGrpSpPr/>
          <p:nvPr/>
        </p:nvGrpSpPr>
        <p:grpSpPr>
          <a:xfrm>
            <a:off x="335952" y="4224312"/>
            <a:ext cx="754524" cy="750237"/>
            <a:chOff x="8523754" y="10"/>
            <a:chExt cx="516408" cy="513439"/>
          </a:xfrm>
        </p:grpSpPr>
        <p:sp>
          <p:nvSpPr>
            <p:cNvPr id="4307" name="Google Shape;4307;p52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2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9" name="Google Shape;4309;p52"/>
          <p:cNvSpPr/>
          <p:nvPr/>
        </p:nvSpPr>
        <p:spPr>
          <a:xfrm>
            <a:off x="8202150" y="4384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0" name="Google Shape;4310;p52"/>
          <p:cNvSpPr/>
          <p:nvPr/>
        </p:nvSpPr>
        <p:spPr>
          <a:xfrm>
            <a:off x="484600" y="280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1" name="Google Shape;4311;p52"/>
          <p:cNvGrpSpPr/>
          <p:nvPr/>
        </p:nvGrpSpPr>
        <p:grpSpPr>
          <a:xfrm flipH="1" rot="2700000">
            <a:off x="-2243747" y="347213"/>
            <a:ext cx="2946912" cy="1512954"/>
            <a:chOff x="-1306807" y="-1638114"/>
            <a:chExt cx="2946940" cy="1512969"/>
          </a:xfrm>
        </p:grpSpPr>
        <p:sp>
          <p:nvSpPr>
            <p:cNvPr id="4312" name="Google Shape;4312;p52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2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2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5" name="Google Shape;4315;p52"/>
          <p:cNvSpPr/>
          <p:nvPr/>
        </p:nvSpPr>
        <p:spPr>
          <a:xfrm>
            <a:off x="322954" y="27325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6" name="Google Shape;4316;p52"/>
          <p:cNvSpPr/>
          <p:nvPr/>
        </p:nvSpPr>
        <p:spPr>
          <a:xfrm>
            <a:off x="2337742" y="162452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7" name="Google Shape;4317;p52"/>
          <p:cNvSpPr/>
          <p:nvPr/>
        </p:nvSpPr>
        <p:spPr>
          <a:xfrm>
            <a:off x="266642" y="137584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8" name="Google Shape;4318;p52"/>
          <p:cNvSpPr/>
          <p:nvPr/>
        </p:nvSpPr>
        <p:spPr>
          <a:xfrm>
            <a:off x="523842" y="1693465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9" name="Google Shape;4319;p52"/>
          <p:cNvSpPr/>
          <p:nvPr/>
        </p:nvSpPr>
        <p:spPr>
          <a:xfrm>
            <a:off x="3174892" y="-1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CUSTOM_10_1_1_1">
    <p:bg>
      <p:bgPr>
        <a:solidFill>
          <a:schemeClr val="lt2"/>
        </a:solidFill>
      </p:bgPr>
    </p:bg>
    <p:spTree>
      <p:nvGrpSpPr>
        <p:cNvPr id="4320" name="Shape 4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" name="Google Shape;4321;p53"/>
          <p:cNvSpPr/>
          <p:nvPr/>
        </p:nvSpPr>
        <p:spPr>
          <a:xfrm>
            <a:off x="0" y="4075216"/>
            <a:ext cx="9144000" cy="10932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2" name="Google Shape;4322;p53"/>
          <p:cNvSpPr/>
          <p:nvPr/>
        </p:nvSpPr>
        <p:spPr>
          <a:xfrm>
            <a:off x="0" y="0"/>
            <a:ext cx="9144000" cy="10932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3" name="Google Shape;4323;p53"/>
          <p:cNvSpPr txBox="1"/>
          <p:nvPr>
            <p:ph type="title"/>
          </p:nvPr>
        </p:nvSpPr>
        <p:spPr>
          <a:xfrm>
            <a:off x="2514600" y="2671608"/>
            <a:ext cx="41148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324" name="Google Shape;4324;p53"/>
          <p:cNvSpPr txBox="1"/>
          <p:nvPr>
            <p:ph idx="1" type="subTitle"/>
          </p:nvPr>
        </p:nvSpPr>
        <p:spPr>
          <a:xfrm>
            <a:off x="3037200" y="3288047"/>
            <a:ext cx="3069600" cy="3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325" name="Google Shape;4325;p53"/>
          <p:cNvSpPr txBox="1"/>
          <p:nvPr>
            <p:ph hasCustomPrompt="1" idx="2" type="title"/>
          </p:nvPr>
        </p:nvSpPr>
        <p:spPr>
          <a:xfrm>
            <a:off x="4027950" y="1696303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326" name="Google Shape;4326;p53"/>
          <p:cNvSpPr/>
          <p:nvPr/>
        </p:nvSpPr>
        <p:spPr>
          <a:xfrm>
            <a:off x="8133850" y="18219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7" name="Google Shape;4327;p53"/>
          <p:cNvSpPr/>
          <p:nvPr/>
        </p:nvSpPr>
        <p:spPr>
          <a:xfrm rot="5400000">
            <a:off x="8133850" y="7872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8" name="Google Shape;4328;p53"/>
          <p:cNvSpPr/>
          <p:nvPr/>
        </p:nvSpPr>
        <p:spPr>
          <a:xfrm rot="3449335">
            <a:off x="1473204" y="-1086091"/>
            <a:ext cx="1596402" cy="180291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9" name="Google Shape;4329;p53"/>
          <p:cNvSpPr/>
          <p:nvPr/>
        </p:nvSpPr>
        <p:spPr>
          <a:xfrm>
            <a:off x="7290020" y="98147"/>
            <a:ext cx="6754688" cy="4497143"/>
          </a:xfrm>
          <a:custGeom>
            <a:rect b="b" l="l" r="r" t="t"/>
            <a:pathLst>
              <a:path extrusionOk="0" h="80439" w="120819">
                <a:moveTo>
                  <a:pt x="94887" y="81"/>
                </a:moveTo>
                <a:lnTo>
                  <a:pt x="96400" y="122"/>
                </a:lnTo>
                <a:lnTo>
                  <a:pt x="97914" y="182"/>
                </a:lnTo>
                <a:lnTo>
                  <a:pt x="99427" y="283"/>
                </a:lnTo>
                <a:lnTo>
                  <a:pt x="100941" y="424"/>
                </a:lnTo>
                <a:lnTo>
                  <a:pt x="102454" y="586"/>
                </a:lnTo>
                <a:lnTo>
                  <a:pt x="103968" y="788"/>
                </a:lnTo>
                <a:lnTo>
                  <a:pt x="105481" y="1030"/>
                </a:lnTo>
                <a:lnTo>
                  <a:pt x="106894" y="1272"/>
                </a:lnTo>
                <a:lnTo>
                  <a:pt x="107620" y="1413"/>
                </a:lnTo>
                <a:lnTo>
                  <a:pt x="108367" y="1595"/>
                </a:lnTo>
                <a:lnTo>
                  <a:pt x="109114" y="1777"/>
                </a:lnTo>
                <a:lnTo>
                  <a:pt x="109860" y="1998"/>
                </a:lnTo>
                <a:lnTo>
                  <a:pt x="110607" y="2241"/>
                </a:lnTo>
                <a:lnTo>
                  <a:pt x="111354" y="2503"/>
                </a:lnTo>
                <a:lnTo>
                  <a:pt x="112100" y="2806"/>
                </a:lnTo>
                <a:lnTo>
                  <a:pt x="112827" y="3129"/>
                </a:lnTo>
                <a:lnTo>
                  <a:pt x="113533" y="3492"/>
                </a:lnTo>
                <a:lnTo>
                  <a:pt x="114219" y="3895"/>
                </a:lnTo>
                <a:lnTo>
                  <a:pt x="114562" y="4117"/>
                </a:lnTo>
                <a:lnTo>
                  <a:pt x="114885" y="4339"/>
                </a:lnTo>
                <a:lnTo>
                  <a:pt x="115208" y="4582"/>
                </a:lnTo>
                <a:lnTo>
                  <a:pt x="115531" y="4824"/>
                </a:lnTo>
                <a:lnTo>
                  <a:pt x="115834" y="5086"/>
                </a:lnTo>
                <a:lnTo>
                  <a:pt x="116136" y="5369"/>
                </a:lnTo>
                <a:lnTo>
                  <a:pt x="116419" y="5651"/>
                </a:lnTo>
                <a:lnTo>
                  <a:pt x="116701" y="5934"/>
                </a:lnTo>
                <a:lnTo>
                  <a:pt x="117044" y="6317"/>
                </a:lnTo>
                <a:lnTo>
                  <a:pt x="117367" y="6721"/>
                </a:lnTo>
                <a:lnTo>
                  <a:pt x="117690" y="7165"/>
                </a:lnTo>
                <a:lnTo>
                  <a:pt x="118033" y="7669"/>
                </a:lnTo>
                <a:lnTo>
                  <a:pt x="118336" y="8194"/>
                </a:lnTo>
                <a:lnTo>
                  <a:pt x="118659" y="8799"/>
                </a:lnTo>
                <a:lnTo>
                  <a:pt x="118941" y="9445"/>
                </a:lnTo>
                <a:lnTo>
                  <a:pt x="119224" y="10171"/>
                </a:lnTo>
                <a:lnTo>
                  <a:pt x="119486" y="10958"/>
                </a:lnTo>
                <a:lnTo>
                  <a:pt x="119728" y="11826"/>
                </a:lnTo>
                <a:lnTo>
                  <a:pt x="119950" y="12795"/>
                </a:lnTo>
                <a:lnTo>
                  <a:pt x="120152" y="13824"/>
                </a:lnTo>
                <a:lnTo>
                  <a:pt x="120334" y="14974"/>
                </a:lnTo>
                <a:lnTo>
                  <a:pt x="120475" y="16205"/>
                </a:lnTo>
                <a:lnTo>
                  <a:pt x="120576" y="17557"/>
                </a:lnTo>
                <a:lnTo>
                  <a:pt x="120657" y="19010"/>
                </a:lnTo>
                <a:lnTo>
                  <a:pt x="120697" y="20241"/>
                </a:lnTo>
                <a:lnTo>
                  <a:pt x="120717" y="21472"/>
                </a:lnTo>
                <a:lnTo>
                  <a:pt x="120737" y="22683"/>
                </a:lnTo>
                <a:lnTo>
                  <a:pt x="120737" y="23914"/>
                </a:lnTo>
                <a:lnTo>
                  <a:pt x="120717" y="25145"/>
                </a:lnTo>
                <a:lnTo>
                  <a:pt x="120697" y="26376"/>
                </a:lnTo>
                <a:lnTo>
                  <a:pt x="120657" y="27607"/>
                </a:lnTo>
                <a:lnTo>
                  <a:pt x="120616" y="28838"/>
                </a:lnTo>
                <a:lnTo>
                  <a:pt x="120536" y="30049"/>
                </a:lnTo>
                <a:lnTo>
                  <a:pt x="120455" y="31280"/>
                </a:lnTo>
                <a:lnTo>
                  <a:pt x="120374" y="32511"/>
                </a:lnTo>
                <a:lnTo>
                  <a:pt x="120253" y="33722"/>
                </a:lnTo>
                <a:lnTo>
                  <a:pt x="120152" y="34953"/>
                </a:lnTo>
                <a:lnTo>
                  <a:pt x="120011" y="36163"/>
                </a:lnTo>
                <a:lnTo>
                  <a:pt x="119870" y="37394"/>
                </a:lnTo>
                <a:lnTo>
                  <a:pt x="119708" y="38605"/>
                </a:lnTo>
                <a:lnTo>
                  <a:pt x="119567" y="39533"/>
                </a:lnTo>
                <a:lnTo>
                  <a:pt x="119405" y="40462"/>
                </a:lnTo>
                <a:lnTo>
                  <a:pt x="119224" y="41390"/>
                </a:lnTo>
                <a:lnTo>
                  <a:pt x="119103" y="41834"/>
                </a:lnTo>
                <a:lnTo>
                  <a:pt x="118982" y="42278"/>
                </a:lnTo>
                <a:lnTo>
                  <a:pt x="118820" y="42722"/>
                </a:lnTo>
                <a:lnTo>
                  <a:pt x="118659" y="43166"/>
                </a:lnTo>
                <a:lnTo>
                  <a:pt x="118497" y="43590"/>
                </a:lnTo>
                <a:lnTo>
                  <a:pt x="118296" y="43993"/>
                </a:lnTo>
                <a:lnTo>
                  <a:pt x="118074" y="44397"/>
                </a:lnTo>
                <a:lnTo>
                  <a:pt x="117831" y="44800"/>
                </a:lnTo>
                <a:lnTo>
                  <a:pt x="117549" y="45164"/>
                </a:lnTo>
                <a:lnTo>
                  <a:pt x="117266" y="45527"/>
                </a:lnTo>
                <a:lnTo>
                  <a:pt x="117105" y="45709"/>
                </a:lnTo>
                <a:lnTo>
                  <a:pt x="116943" y="45870"/>
                </a:lnTo>
                <a:lnTo>
                  <a:pt x="116782" y="45991"/>
                </a:lnTo>
                <a:lnTo>
                  <a:pt x="116621" y="46112"/>
                </a:lnTo>
                <a:lnTo>
                  <a:pt x="116459" y="46193"/>
                </a:lnTo>
                <a:lnTo>
                  <a:pt x="116298" y="46253"/>
                </a:lnTo>
                <a:lnTo>
                  <a:pt x="116136" y="46294"/>
                </a:lnTo>
                <a:lnTo>
                  <a:pt x="115975" y="46314"/>
                </a:lnTo>
                <a:lnTo>
                  <a:pt x="115813" y="46314"/>
                </a:lnTo>
                <a:lnTo>
                  <a:pt x="115632" y="46294"/>
                </a:lnTo>
                <a:lnTo>
                  <a:pt x="115490" y="46253"/>
                </a:lnTo>
                <a:lnTo>
                  <a:pt x="115349" y="46193"/>
                </a:lnTo>
                <a:lnTo>
                  <a:pt x="115228" y="46092"/>
                </a:lnTo>
                <a:lnTo>
                  <a:pt x="115107" y="45991"/>
                </a:lnTo>
                <a:lnTo>
                  <a:pt x="115006" y="45890"/>
                </a:lnTo>
                <a:lnTo>
                  <a:pt x="114905" y="45749"/>
                </a:lnTo>
                <a:lnTo>
                  <a:pt x="114724" y="45446"/>
                </a:lnTo>
                <a:lnTo>
                  <a:pt x="114562" y="45103"/>
                </a:lnTo>
                <a:lnTo>
                  <a:pt x="114441" y="44740"/>
                </a:lnTo>
                <a:lnTo>
                  <a:pt x="114300" y="44336"/>
                </a:lnTo>
                <a:lnTo>
                  <a:pt x="114360" y="44316"/>
                </a:lnTo>
                <a:lnTo>
                  <a:pt x="114199" y="43751"/>
                </a:lnTo>
                <a:lnTo>
                  <a:pt x="114017" y="43186"/>
                </a:lnTo>
                <a:lnTo>
                  <a:pt x="113816" y="42641"/>
                </a:lnTo>
                <a:lnTo>
                  <a:pt x="113594" y="42096"/>
                </a:lnTo>
                <a:lnTo>
                  <a:pt x="113331" y="41551"/>
                </a:lnTo>
                <a:lnTo>
                  <a:pt x="113049" y="41027"/>
                </a:lnTo>
                <a:lnTo>
                  <a:pt x="112746" y="40522"/>
                </a:lnTo>
                <a:lnTo>
                  <a:pt x="112403" y="40018"/>
                </a:lnTo>
                <a:lnTo>
                  <a:pt x="112040" y="39533"/>
                </a:lnTo>
                <a:lnTo>
                  <a:pt x="111656" y="39049"/>
                </a:lnTo>
                <a:lnTo>
                  <a:pt x="111253" y="38605"/>
                </a:lnTo>
                <a:lnTo>
                  <a:pt x="110829" y="38161"/>
                </a:lnTo>
                <a:lnTo>
                  <a:pt x="110365" y="37717"/>
                </a:lnTo>
                <a:lnTo>
                  <a:pt x="109901" y="37314"/>
                </a:lnTo>
                <a:lnTo>
                  <a:pt x="109396" y="36910"/>
                </a:lnTo>
                <a:lnTo>
                  <a:pt x="108892" y="36547"/>
                </a:lnTo>
                <a:lnTo>
                  <a:pt x="108367" y="36184"/>
                </a:lnTo>
                <a:lnTo>
                  <a:pt x="107822" y="35861"/>
                </a:lnTo>
                <a:lnTo>
                  <a:pt x="107277" y="35558"/>
                </a:lnTo>
                <a:lnTo>
                  <a:pt x="106712" y="35275"/>
                </a:lnTo>
                <a:lnTo>
                  <a:pt x="106147" y="35033"/>
                </a:lnTo>
                <a:lnTo>
                  <a:pt x="105582" y="34811"/>
                </a:lnTo>
                <a:lnTo>
                  <a:pt x="104997" y="34610"/>
                </a:lnTo>
                <a:lnTo>
                  <a:pt x="104412" y="34428"/>
                </a:lnTo>
                <a:lnTo>
                  <a:pt x="103826" y="34287"/>
                </a:lnTo>
                <a:lnTo>
                  <a:pt x="103241" y="34166"/>
                </a:lnTo>
                <a:lnTo>
                  <a:pt x="102636" y="34065"/>
                </a:lnTo>
                <a:lnTo>
                  <a:pt x="102051" y="34004"/>
                </a:lnTo>
                <a:lnTo>
                  <a:pt x="101445" y="33964"/>
                </a:lnTo>
                <a:lnTo>
                  <a:pt x="100860" y="33944"/>
                </a:lnTo>
                <a:lnTo>
                  <a:pt x="100255" y="33964"/>
                </a:lnTo>
                <a:lnTo>
                  <a:pt x="99669" y="34004"/>
                </a:lnTo>
                <a:lnTo>
                  <a:pt x="99084" y="34085"/>
                </a:lnTo>
                <a:lnTo>
                  <a:pt x="98499" y="34166"/>
                </a:lnTo>
                <a:lnTo>
                  <a:pt x="97914" y="34307"/>
                </a:lnTo>
                <a:lnTo>
                  <a:pt x="97349" y="34448"/>
                </a:lnTo>
                <a:lnTo>
                  <a:pt x="96763" y="34630"/>
                </a:lnTo>
                <a:lnTo>
                  <a:pt x="96198" y="34831"/>
                </a:lnTo>
                <a:lnTo>
                  <a:pt x="95654" y="35053"/>
                </a:lnTo>
                <a:lnTo>
                  <a:pt x="95109" y="35296"/>
                </a:lnTo>
                <a:lnTo>
                  <a:pt x="94564" y="35578"/>
                </a:lnTo>
                <a:lnTo>
                  <a:pt x="94019" y="35861"/>
                </a:lnTo>
                <a:lnTo>
                  <a:pt x="93494" y="36184"/>
                </a:lnTo>
                <a:lnTo>
                  <a:pt x="92990" y="36527"/>
                </a:lnTo>
                <a:lnTo>
                  <a:pt x="92485" y="36910"/>
                </a:lnTo>
                <a:lnTo>
                  <a:pt x="92001" y="37293"/>
                </a:lnTo>
                <a:lnTo>
                  <a:pt x="91517" y="37697"/>
                </a:lnTo>
                <a:lnTo>
                  <a:pt x="91052" y="38141"/>
                </a:lnTo>
                <a:lnTo>
                  <a:pt x="90609" y="38585"/>
                </a:lnTo>
                <a:lnTo>
                  <a:pt x="90185" y="39049"/>
                </a:lnTo>
                <a:lnTo>
                  <a:pt x="89781" y="39513"/>
                </a:lnTo>
                <a:lnTo>
                  <a:pt x="89398" y="40018"/>
                </a:lnTo>
                <a:lnTo>
                  <a:pt x="89055" y="40502"/>
                </a:lnTo>
                <a:lnTo>
                  <a:pt x="88712" y="41027"/>
                </a:lnTo>
                <a:lnTo>
                  <a:pt x="88389" y="41551"/>
                </a:lnTo>
                <a:lnTo>
                  <a:pt x="88086" y="42076"/>
                </a:lnTo>
                <a:lnTo>
                  <a:pt x="87824" y="42621"/>
                </a:lnTo>
                <a:lnTo>
                  <a:pt x="87561" y="43186"/>
                </a:lnTo>
                <a:lnTo>
                  <a:pt x="87339" y="43751"/>
                </a:lnTo>
                <a:lnTo>
                  <a:pt x="87138" y="44316"/>
                </a:lnTo>
                <a:lnTo>
                  <a:pt x="86956" y="44881"/>
                </a:lnTo>
                <a:lnTo>
                  <a:pt x="86815" y="45466"/>
                </a:lnTo>
                <a:lnTo>
                  <a:pt x="86673" y="46052"/>
                </a:lnTo>
                <a:lnTo>
                  <a:pt x="86573" y="46637"/>
                </a:lnTo>
                <a:lnTo>
                  <a:pt x="86492" y="47283"/>
                </a:lnTo>
                <a:lnTo>
                  <a:pt x="86411" y="47928"/>
                </a:lnTo>
                <a:lnTo>
                  <a:pt x="86290" y="49240"/>
                </a:lnTo>
                <a:lnTo>
                  <a:pt x="86209" y="50330"/>
                </a:lnTo>
                <a:lnTo>
                  <a:pt x="86088" y="51399"/>
                </a:lnTo>
                <a:lnTo>
                  <a:pt x="86007" y="51924"/>
                </a:lnTo>
                <a:lnTo>
                  <a:pt x="85927" y="52449"/>
                </a:lnTo>
                <a:lnTo>
                  <a:pt x="85806" y="52973"/>
                </a:lnTo>
                <a:lnTo>
                  <a:pt x="85685" y="53458"/>
                </a:lnTo>
                <a:lnTo>
                  <a:pt x="85543" y="53962"/>
                </a:lnTo>
                <a:lnTo>
                  <a:pt x="85362" y="54426"/>
                </a:lnTo>
                <a:lnTo>
                  <a:pt x="85160" y="54870"/>
                </a:lnTo>
                <a:lnTo>
                  <a:pt x="84918" y="55314"/>
                </a:lnTo>
                <a:lnTo>
                  <a:pt x="84655" y="55718"/>
                </a:lnTo>
                <a:lnTo>
                  <a:pt x="84353" y="56101"/>
                </a:lnTo>
                <a:lnTo>
                  <a:pt x="84171" y="56303"/>
                </a:lnTo>
                <a:lnTo>
                  <a:pt x="84010" y="56465"/>
                </a:lnTo>
                <a:lnTo>
                  <a:pt x="83808" y="56646"/>
                </a:lnTo>
                <a:lnTo>
                  <a:pt x="83606" y="56808"/>
                </a:lnTo>
                <a:lnTo>
                  <a:pt x="83344" y="56989"/>
                </a:lnTo>
                <a:lnTo>
                  <a:pt x="83041" y="57191"/>
                </a:lnTo>
                <a:lnTo>
                  <a:pt x="82658" y="57393"/>
                </a:lnTo>
                <a:lnTo>
                  <a:pt x="82173" y="57595"/>
                </a:lnTo>
                <a:lnTo>
                  <a:pt x="81628" y="57776"/>
                </a:lnTo>
                <a:lnTo>
                  <a:pt x="81326" y="57877"/>
                </a:lnTo>
                <a:lnTo>
                  <a:pt x="80983" y="57958"/>
                </a:lnTo>
                <a:lnTo>
                  <a:pt x="80599" y="58018"/>
                </a:lnTo>
                <a:lnTo>
                  <a:pt x="80216" y="58099"/>
                </a:lnTo>
                <a:lnTo>
                  <a:pt x="79792" y="58160"/>
                </a:lnTo>
                <a:lnTo>
                  <a:pt x="79328" y="58200"/>
                </a:lnTo>
                <a:lnTo>
                  <a:pt x="78642" y="58261"/>
                </a:lnTo>
                <a:lnTo>
                  <a:pt x="77935" y="58281"/>
                </a:lnTo>
                <a:lnTo>
                  <a:pt x="77249" y="58301"/>
                </a:lnTo>
                <a:lnTo>
                  <a:pt x="76543" y="58301"/>
                </a:lnTo>
                <a:lnTo>
                  <a:pt x="75837" y="58281"/>
                </a:lnTo>
                <a:lnTo>
                  <a:pt x="75151" y="58240"/>
                </a:lnTo>
                <a:lnTo>
                  <a:pt x="74444" y="58180"/>
                </a:lnTo>
                <a:lnTo>
                  <a:pt x="73758" y="58119"/>
                </a:lnTo>
                <a:lnTo>
                  <a:pt x="72366" y="57958"/>
                </a:lnTo>
                <a:lnTo>
                  <a:pt x="70994" y="57776"/>
                </a:lnTo>
                <a:lnTo>
                  <a:pt x="69601" y="57574"/>
                </a:lnTo>
                <a:lnTo>
                  <a:pt x="68249" y="57352"/>
                </a:lnTo>
                <a:lnTo>
                  <a:pt x="66937" y="57151"/>
                </a:lnTo>
                <a:lnTo>
                  <a:pt x="65605" y="56949"/>
                </a:lnTo>
                <a:lnTo>
                  <a:pt x="64294" y="56767"/>
                </a:lnTo>
                <a:lnTo>
                  <a:pt x="62962" y="56606"/>
                </a:lnTo>
                <a:lnTo>
                  <a:pt x="61771" y="56505"/>
                </a:lnTo>
                <a:lnTo>
                  <a:pt x="60581" y="56424"/>
                </a:lnTo>
                <a:lnTo>
                  <a:pt x="59390" y="56384"/>
                </a:lnTo>
                <a:lnTo>
                  <a:pt x="58179" y="56364"/>
                </a:lnTo>
                <a:lnTo>
                  <a:pt x="56968" y="56384"/>
                </a:lnTo>
                <a:lnTo>
                  <a:pt x="55778" y="56444"/>
                </a:lnTo>
                <a:lnTo>
                  <a:pt x="54567" y="56525"/>
                </a:lnTo>
                <a:lnTo>
                  <a:pt x="53356" y="56646"/>
                </a:lnTo>
                <a:lnTo>
                  <a:pt x="52145" y="56787"/>
                </a:lnTo>
                <a:lnTo>
                  <a:pt x="50935" y="56949"/>
                </a:lnTo>
                <a:lnTo>
                  <a:pt x="49744" y="57151"/>
                </a:lnTo>
                <a:lnTo>
                  <a:pt x="48553" y="57393"/>
                </a:lnTo>
                <a:lnTo>
                  <a:pt x="47343" y="57655"/>
                </a:lnTo>
                <a:lnTo>
                  <a:pt x="46172" y="57958"/>
                </a:lnTo>
                <a:lnTo>
                  <a:pt x="44981" y="58281"/>
                </a:lnTo>
                <a:lnTo>
                  <a:pt x="43811" y="58644"/>
                </a:lnTo>
                <a:lnTo>
                  <a:pt x="42661" y="59027"/>
                </a:lnTo>
                <a:lnTo>
                  <a:pt x="41510" y="59451"/>
                </a:lnTo>
                <a:lnTo>
                  <a:pt x="40380" y="59895"/>
                </a:lnTo>
                <a:lnTo>
                  <a:pt x="39250" y="60359"/>
                </a:lnTo>
                <a:lnTo>
                  <a:pt x="38140" y="60864"/>
                </a:lnTo>
                <a:lnTo>
                  <a:pt x="37031" y="61409"/>
                </a:lnTo>
                <a:lnTo>
                  <a:pt x="35961" y="61954"/>
                </a:lnTo>
                <a:lnTo>
                  <a:pt x="34891" y="62539"/>
                </a:lnTo>
                <a:lnTo>
                  <a:pt x="33842" y="63144"/>
                </a:lnTo>
                <a:lnTo>
                  <a:pt x="32813" y="63790"/>
                </a:lnTo>
                <a:lnTo>
                  <a:pt x="31784" y="64436"/>
                </a:lnTo>
                <a:lnTo>
                  <a:pt x="30795" y="65122"/>
                </a:lnTo>
                <a:lnTo>
                  <a:pt x="29826" y="65828"/>
                </a:lnTo>
                <a:lnTo>
                  <a:pt x="28878" y="66555"/>
                </a:lnTo>
                <a:lnTo>
                  <a:pt x="27950" y="67321"/>
                </a:lnTo>
                <a:lnTo>
                  <a:pt x="27041" y="68088"/>
                </a:lnTo>
                <a:lnTo>
                  <a:pt x="26113" y="68916"/>
                </a:lnTo>
                <a:lnTo>
                  <a:pt x="25205" y="69763"/>
                </a:lnTo>
                <a:lnTo>
                  <a:pt x="23429" y="71499"/>
                </a:lnTo>
                <a:lnTo>
                  <a:pt x="22279" y="72609"/>
                </a:lnTo>
                <a:lnTo>
                  <a:pt x="21129" y="73719"/>
                </a:lnTo>
                <a:lnTo>
                  <a:pt x="19938" y="74788"/>
                </a:lnTo>
                <a:lnTo>
                  <a:pt x="19333" y="75313"/>
                </a:lnTo>
                <a:lnTo>
                  <a:pt x="18707" y="75837"/>
                </a:lnTo>
                <a:lnTo>
                  <a:pt x="18081" y="76342"/>
                </a:lnTo>
                <a:lnTo>
                  <a:pt x="17456" y="76826"/>
                </a:lnTo>
                <a:lnTo>
                  <a:pt x="16810" y="77290"/>
                </a:lnTo>
                <a:lnTo>
                  <a:pt x="16144" y="77734"/>
                </a:lnTo>
                <a:lnTo>
                  <a:pt x="15458" y="78158"/>
                </a:lnTo>
                <a:lnTo>
                  <a:pt x="14772" y="78542"/>
                </a:lnTo>
                <a:lnTo>
                  <a:pt x="14066" y="78925"/>
                </a:lnTo>
                <a:lnTo>
                  <a:pt x="13339" y="79268"/>
                </a:lnTo>
                <a:lnTo>
                  <a:pt x="12915" y="79450"/>
                </a:lnTo>
                <a:lnTo>
                  <a:pt x="12492" y="79611"/>
                </a:lnTo>
                <a:lnTo>
                  <a:pt x="12048" y="79752"/>
                </a:lnTo>
                <a:lnTo>
                  <a:pt x="11604" y="79894"/>
                </a:lnTo>
                <a:lnTo>
                  <a:pt x="11160" y="79995"/>
                </a:lnTo>
                <a:lnTo>
                  <a:pt x="10716" y="80095"/>
                </a:lnTo>
                <a:lnTo>
                  <a:pt x="10252" y="80196"/>
                </a:lnTo>
                <a:lnTo>
                  <a:pt x="9787" y="80257"/>
                </a:lnTo>
                <a:lnTo>
                  <a:pt x="9344" y="80297"/>
                </a:lnTo>
                <a:lnTo>
                  <a:pt x="8879" y="80338"/>
                </a:lnTo>
                <a:lnTo>
                  <a:pt x="8415" y="80358"/>
                </a:lnTo>
                <a:lnTo>
                  <a:pt x="7951" y="80358"/>
                </a:lnTo>
                <a:lnTo>
                  <a:pt x="7507" y="80338"/>
                </a:lnTo>
                <a:lnTo>
                  <a:pt x="7063" y="80317"/>
                </a:lnTo>
                <a:lnTo>
                  <a:pt x="6619" y="80257"/>
                </a:lnTo>
                <a:lnTo>
                  <a:pt x="6175" y="80196"/>
                </a:lnTo>
                <a:lnTo>
                  <a:pt x="5691" y="80095"/>
                </a:lnTo>
                <a:lnTo>
                  <a:pt x="5247" y="79974"/>
                </a:lnTo>
                <a:lnTo>
                  <a:pt x="4803" y="79853"/>
                </a:lnTo>
                <a:lnTo>
                  <a:pt x="4379" y="79692"/>
                </a:lnTo>
                <a:lnTo>
                  <a:pt x="3955" y="79510"/>
                </a:lnTo>
                <a:lnTo>
                  <a:pt x="3572" y="79329"/>
                </a:lnTo>
                <a:lnTo>
                  <a:pt x="3189" y="79107"/>
                </a:lnTo>
                <a:lnTo>
                  <a:pt x="2846" y="78885"/>
                </a:lnTo>
                <a:lnTo>
                  <a:pt x="2502" y="78642"/>
                </a:lnTo>
                <a:lnTo>
                  <a:pt x="2180" y="78380"/>
                </a:lnTo>
                <a:lnTo>
                  <a:pt x="1897" y="78098"/>
                </a:lnTo>
                <a:lnTo>
                  <a:pt x="1615" y="77795"/>
                </a:lnTo>
                <a:lnTo>
                  <a:pt x="1352" y="77472"/>
                </a:lnTo>
                <a:lnTo>
                  <a:pt x="1130" y="77149"/>
                </a:lnTo>
                <a:lnTo>
                  <a:pt x="908" y="76806"/>
                </a:lnTo>
                <a:lnTo>
                  <a:pt x="727" y="76443"/>
                </a:lnTo>
                <a:lnTo>
                  <a:pt x="585" y="76180"/>
                </a:lnTo>
                <a:lnTo>
                  <a:pt x="484" y="75898"/>
                </a:lnTo>
                <a:lnTo>
                  <a:pt x="384" y="75636"/>
                </a:lnTo>
                <a:lnTo>
                  <a:pt x="303" y="75353"/>
                </a:lnTo>
                <a:lnTo>
                  <a:pt x="242" y="75050"/>
                </a:lnTo>
                <a:lnTo>
                  <a:pt x="182" y="74768"/>
                </a:lnTo>
                <a:lnTo>
                  <a:pt x="141" y="74465"/>
                </a:lnTo>
                <a:lnTo>
                  <a:pt x="101" y="74162"/>
                </a:lnTo>
                <a:lnTo>
                  <a:pt x="81" y="73860"/>
                </a:lnTo>
                <a:lnTo>
                  <a:pt x="81" y="73557"/>
                </a:lnTo>
                <a:lnTo>
                  <a:pt x="101" y="73254"/>
                </a:lnTo>
                <a:lnTo>
                  <a:pt x="121" y="72952"/>
                </a:lnTo>
                <a:lnTo>
                  <a:pt x="162" y="72629"/>
                </a:lnTo>
                <a:lnTo>
                  <a:pt x="202" y="72306"/>
                </a:lnTo>
                <a:lnTo>
                  <a:pt x="262" y="71983"/>
                </a:lnTo>
                <a:lnTo>
                  <a:pt x="343" y="71680"/>
                </a:lnTo>
                <a:lnTo>
                  <a:pt x="525" y="71075"/>
                </a:lnTo>
                <a:lnTo>
                  <a:pt x="727" y="70490"/>
                </a:lnTo>
                <a:lnTo>
                  <a:pt x="989" y="69925"/>
                </a:lnTo>
                <a:lnTo>
                  <a:pt x="1292" y="69380"/>
                </a:lnTo>
                <a:lnTo>
                  <a:pt x="1615" y="68835"/>
                </a:lnTo>
                <a:lnTo>
                  <a:pt x="1998" y="68330"/>
                </a:lnTo>
                <a:lnTo>
                  <a:pt x="2381" y="67846"/>
                </a:lnTo>
                <a:lnTo>
                  <a:pt x="2825" y="67382"/>
                </a:lnTo>
                <a:lnTo>
                  <a:pt x="3209" y="67019"/>
                </a:lnTo>
                <a:lnTo>
                  <a:pt x="3612" y="66676"/>
                </a:lnTo>
                <a:lnTo>
                  <a:pt x="4036" y="66353"/>
                </a:lnTo>
                <a:lnTo>
                  <a:pt x="4500" y="66030"/>
                </a:lnTo>
                <a:lnTo>
                  <a:pt x="4964" y="65727"/>
                </a:lnTo>
                <a:lnTo>
                  <a:pt x="5449" y="65445"/>
                </a:lnTo>
                <a:lnTo>
                  <a:pt x="5973" y="65162"/>
                </a:lnTo>
                <a:lnTo>
                  <a:pt x="6518" y="64900"/>
                </a:lnTo>
                <a:lnTo>
                  <a:pt x="7063" y="64658"/>
                </a:lnTo>
                <a:lnTo>
                  <a:pt x="7669" y="64415"/>
                </a:lnTo>
                <a:lnTo>
                  <a:pt x="8274" y="64194"/>
                </a:lnTo>
                <a:lnTo>
                  <a:pt x="8920" y="63992"/>
                </a:lnTo>
                <a:lnTo>
                  <a:pt x="9586" y="63790"/>
                </a:lnTo>
                <a:lnTo>
                  <a:pt x="10272" y="63608"/>
                </a:lnTo>
                <a:lnTo>
                  <a:pt x="10978" y="63427"/>
                </a:lnTo>
                <a:lnTo>
                  <a:pt x="11745" y="63265"/>
                </a:lnTo>
                <a:lnTo>
                  <a:pt x="12673" y="63084"/>
                </a:lnTo>
                <a:lnTo>
                  <a:pt x="13460" y="62942"/>
                </a:lnTo>
                <a:lnTo>
                  <a:pt x="14227" y="62781"/>
                </a:lnTo>
                <a:lnTo>
                  <a:pt x="15014" y="62579"/>
                </a:lnTo>
                <a:lnTo>
                  <a:pt x="15761" y="62377"/>
                </a:lnTo>
                <a:lnTo>
                  <a:pt x="16144" y="62256"/>
                </a:lnTo>
                <a:lnTo>
                  <a:pt x="16507" y="62115"/>
                </a:lnTo>
                <a:lnTo>
                  <a:pt x="16871" y="61974"/>
                </a:lnTo>
                <a:lnTo>
                  <a:pt x="17234" y="61812"/>
                </a:lnTo>
                <a:lnTo>
                  <a:pt x="17577" y="61631"/>
                </a:lnTo>
                <a:lnTo>
                  <a:pt x="17920" y="61429"/>
                </a:lnTo>
                <a:lnTo>
                  <a:pt x="18243" y="61227"/>
                </a:lnTo>
                <a:lnTo>
                  <a:pt x="18566" y="61005"/>
                </a:lnTo>
                <a:lnTo>
                  <a:pt x="18909" y="60723"/>
                </a:lnTo>
                <a:lnTo>
                  <a:pt x="19232" y="60420"/>
                </a:lnTo>
                <a:lnTo>
                  <a:pt x="19534" y="60097"/>
                </a:lnTo>
                <a:lnTo>
                  <a:pt x="19817" y="59754"/>
                </a:lnTo>
                <a:lnTo>
                  <a:pt x="20099" y="59391"/>
                </a:lnTo>
                <a:lnTo>
                  <a:pt x="20362" y="59007"/>
                </a:lnTo>
                <a:lnTo>
                  <a:pt x="20604" y="58604"/>
                </a:lnTo>
                <a:lnTo>
                  <a:pt x="20826" y="58160"/>
                </a:lnTo>
                <a:lnTo>
                  <a:pt x="21028" y="57716"/>
                </a:lnTo>
                <a:lnTo>
                  <a:pt x="21230" y="57252"/>
                </a:lnTo>
                <a:lnTo>
                  <a:pt x="21391" y="56767"/>
                </a:lnTo>
                <a:lnTo>
                  <a:pt x="21552" y="56263"/>
                </a:lnTo>
                <a:lnTo>
                  <a:pt x="21694" y="55738"/>
                </a:lnTo>
                <a:lnTo>
                  <a:pt x="21795" y="55213"/>
                </a:lnTo>
                <a:lnTo>
                  <a:pt x="21895" y="54648"/>
                </a:lnTo>
                <a:lnTo>
                  <a:pt x="21976" y="54083"/>
                </a:lnTo>
                <a:lnTo>
                  <a:pt x="22037" y="53478"/>
                </a:lnTo>
                <a:lnTo>
                  <a:pt x="22077" y="52872"/>
                </a:lnTo>
                <a:lnTo>
                  <a:pt x="22097" y="52267"/>
                </a:lnTo>
                <a:lnTo>
                  <a:pt x="22117" y="51662"/>
                </a:lnTo>
                <a:lnTo>
                  <a:pt x="22097" y="51056"/>
                </a:lnTo>
                <a:lnTo>
                  <a:pt x="22077" y="50451"/>
                </a:lnTo>
                <a:lnTo>
                  <a:pt x="21996" y="49240"/>
                </a:lnTo>
                <a:lnTo>
                  <a:pt x="21875" y="48029"/>
                </a:lnTo>
                <a:lnTo>
                  <a:pt x="21734" y="46818"/>
                </a:lnTo>
                <a:lnTo>
                  <a:pt x="21552" y="45608"/>
                </a:lnTo>
                <a:lnTo>
                  <a:pt x="21371" y="44417"/>
                </a:lnTo>
                <a:lnTo>
                  <a:pt x="21068" y="42359"/>
                </a:lnTo>
                <a:lnTo>
                  <a:pt x="20927" y="41309"/>
                </a:lnTo>
                <a:lnTo>
                  <a:pt x="20806" y="40280"/>
                </a:lnTo>
                <a:lnTo>
                  <a:pt x="20745" y="39493"/>
                </a:lnTo>
                <a:lnTo>
                  <a:pt x="20685" y="38706"/>
                </a:lnTo>
                <a:lnTo>
                  <a:pt x="20665" y="37879"/>
                </a:lnTo>
                <a:lnTo>
                  <a:pt x="20665" y="37031"/>
                </a:lnTo>
                <a:lnTo>
                  <a:pt x="20685" y="36184"/>
                </a:lnTo>
                <a:lnTo>
                  <a:pt x="20765" y="35316"/>
                </a:lnTo>
                <a:lnTo>
                  <a:pt x="20866" y="34448"/>
                </a:lnTo>
                <a:lnTo>
                  <a:pt x="21008" y="33560"/>
                </a:lnTo>
                <a:lnTo>
                  <a:pt x="21088" y="33136"/>
                </a:lnTo>
                <a:lnTo>
                  <a:pt x="21189" y="32713"/>
                </a:lnTo>
                <a:lnTo>
                  <a:pt x="21290" y="32269"/>
                </a:lnTo>
                <a:lnTo>
                  <a:pt x="21431" y="31845"/>
                </a:lnTo>
                <a:lnTo>
                  <a:pt x="21552" y="31441"/>
                </a:lnTo>
                <a:lnTo>
                  <a:pt x="21714" y="31017"/>
                </a:lnTo>
                <a:lnTo>
                  <a:pt x="21875" y="30614"/>
                </a:lnTo>
                <a:lnTo>
                  <a:pt x="22057" y="30210"/>
                </a:lnTo>
                <a:lnTo>
                  <a:pt x="22259" y="29807"/>
                </a:lnTo>
                <a:lnTo>
                  <a:pt x="22461" y="29423"/>
                </a:lnTo>
                <a:lnTo>
                  <a:pt x="22703" y="29040"/>
                </a:lnTo>
                <a:lnTo>
                  <a:pt x="22945" y="28677"/>
                </a:lnTo>
                <a:lnTo>
                  <a:pt x="23207" y="28313"/>
                </a:lnTo>
                <a:lnTo>
                  <a:pt x="23470" y="27950"/>
                </a:lnTo>
                <a:lnTo>
                  <a:pt x="23772" y="27607"/>
                </a:lnTo>
                <a:lnTo>
                  <a:pt x="24095" y="27284"/>
                </a:lnTo>
                <a:lnTo>
                  <a:pt x="24458" y="26921"/>
                </a:lnTo>
                <a:lnTo>
                  <a:pt x="24862" y="26578"/>
                </a:lnTo>
                <a:lnTo>
                  <a:pt x="25266" y="26275"/>
                </a:lnTo>
                <a:lnTo>
                  <a:pt x="25710" y="25972"/>
                </a:lnTo>
                <a:lnTo>
                  <a:pt x="26153" y="25690"/>
                </a:lnTo>
                <a:lnTo>
                  <a:pt x="26597" y="25448"/>
                </a:lnTo>
                <a:lnTo>
                  <a:pt x="27082" y="25226"/>
                </a:lnTo>
                <a:lnTo>
                  <a:pt x="27586" y="25004"/>
                </a:lnTo>
                <a:lnTo>
                  <a:pt x="28091" y="24822"/>
                </a:lnTo>
                <a:lnTo>
                  <a:pt x="28615" y="24661"/>
                </a:lnTo>
                <a:lnTo>
                  <a:pt x="29160" y="24519"/>
                </a:lnTo>
                <a:lnTo>
                  <a:pt x="29705" y="24398"/>
                </a:lnTo>
                <a:lnTo>
                  <a:pt x="30290" y="24297"/>
                </a:lnTo>
                <a:lnTo>
                  <a:pt x="30876" y="24217"/>
                </a:lnTo>
                <a:lnTo>
                  <a:pt x="31481" y="24176"/>
                </a:lnTo>
                <a:lnTo>
                  <a:pt x="32086" y="24136"/>
                </a:lnTo>
                <a:lnTo>
                  <a:pt x="33297" y="24136"/>
                </a:lnTo>
                <a:lnTo>
                  <a:pt x="33903" y="24176"/>
                </a:lnTo>
                <a:lnTo>
                  <a:pt x="34508" y="24217"/>
                </a:lnTo>
                <a:lnTo>
                  <a:pt x="35113" y="24277"/>
                </a:lnTo>
                <a:lnTo>
                  <a:pt x="35699" y="24358"/>
                </a:lnTo>
                <a:lnTo>
                  <a:pt x="36264" y="24459"/>
                </a:lnTo>
                <a:lnTo>
                  <a:pt x="36829" y="24580"/>
                </a:lnTo>
                <a:lnTo>
                  <a:pt x="37394" y="24681"/>
                </a:lnTo>
                <a:lnTo>
                  <a:pt x="38443" y="24943"/>
                </a:lnTo>
                <a:lnTo>
                  <a:pt x="39412" y="25246"/>
                </a:lnTo>
                <a:lnTo>
                  <a:pt x="40320" y="25549"/>
                </a:lnTo>
                <a:lnTo>
                  <a:pt x="41147" y="25851"/>
                </a:lnTo>
                <a:lnTo>
                  <a:pt x="41874" y="26134"/>
                </a:lnTo>
                <a:lnTo>
                  <a:pt x="42600" y="26437"/>
                </a:lnTo>
                <a:lnTo>
                  <a:pt x="43327" y="26759"/>
                </a:lnTo>
                <a:lnTo>
                  <a:pt x="44033" y="27082"/>
                </a:lnTo>
                <a:lnTo>
                  <a:pt x="45466" y="27768"/>
                </a:lnTo>
                <a:lnTo>
                  <a:pt x="46878" y="28495"/>
                </a:lnTo>
                <a:lnTo>
                  <a:pt x="48271" y="29242"/>
                </a:lnTo>
                <a:lnTo>
                  <a:pt x="49643" y="30008"/>
                </a:lnTo>
                <a:lnTo>
                  <a:pt x="52367" y="31542"/>
                </a:lnTo>
                <a:lnTo>
                  <a:pt x="54486" y="32753"/>
                </a:lnTo>
                <a:lnTo>
                  <a:pt x="56646" y="33944"/>
                </a:lnTo>
                <a:lnTo>
                  <a:pt x="57735" y="34529"/>
                </a:lnTo>
                <a:lnTo>
                  <a:pt x="58825" y="35094"/>
                </a:lnTo>
                <a:lnTo>
                  <a:pt x="59935" y="35639"/>
                </a:lnTo>
                <a:lnTo>
                  <a:pt x="61045" y="36163"/>
                </a:lnTo>
                <a:lnTo>
                  <a:pt x="61953" y="36547"/>
                </a:lnTo>
                <a:lnTo>
                  <a:pt x="62821" y="36890"/>
                </a:lnTo>
                <a:lnTo>
                  <a:pt x="63668" y="37193"/>
                </a:lnTo>
                <a:lnTo>
                  <a:pt x="64496" y="37435"/>
                </a:lnTo>
                <a:lnTo>
                  <a:pt x="65283" y="37637"/>
                </a:lnTo>
                <a:lnTo>
                  <a:pt x="66049" y="37798"/>
                </a:lnTo>
                <a:lnTo>
                  <a:pt x="66816" y="37899"/>
                </a:lnTo>
                <a:lnTo>
                  <a:pt x="67523" y="37959"/>
                </a:lnTo>
                <a:lnTo>
                  <a:pt x="68229" y="37980"/>
                </a:lnTo>
                <a:lnTo>
                  <a:pt x="68552" y="37959"/>
                </a:lnTo>
                <a:lnTo>
                  <a:pt x="68895" y="37939"/>
                </a:lnTo>
                <a:lnTo>
                  <a:pt x="69218" y="37899"/>
                </a:lnTo>
                <a:lnTo>
                  <a:pt x="69541" y="37859"/>
                </a:lnTo>
                <a:lnTo>
                  <a:pt x="69843" y="37798"/>
                </a:lnTo>
                <a:lnTo>
                  <a:pt x="70166" y="37737"/>
                </a:lnTo>
                <a:lnTo>
                  <a:pt x="70449" y="37657"/>
                </a:lnTo>
                <a:lnTo>
                  <a:pt x="70751" y="37556"/>
                </a:lnTo>
                <a:lnTo>
                  <a:pt x="71034" y="37455"/>
                </a:lnTo>
                <a:lnTo>
                  <a:pt x="71316" y="37334"/>
                </a:lnTo>
                <a:lnTo>
                  <a:pt x="71579" y="37193"/>
                </a:lnTo>
                <a:lnTo>
                  <a:pt x="71861" y="37051"/>
                </a:lnTo>
                <a:lnTo>
                  <a:pt x="72103" y="36890"/>
                </a:lnTo>
                <a:lnTo>
                  <a:pt x="72366" y="36728"/>
                </a:lnTo>
                <a:lnTo>
                  <a:pt x="72628" y="36547"/>
                </a:lnTo>
                <a:lnTo>
                  <a:pt x="72870" y="36345"/>
                </a:lnTo>
                <a:lnTo>
                  <a:pt x="73112" y="36143"/>
                </a:lnTo>
                <a:lnTo>
                  <a:pt x="73355" y="35921"/>
                </a:lnTo>
                <a:lnTo>
                  <a:pt x="73577" y="35679"/>
                </a:lnTo>
                <a:lnTo>
                  <a:pt x="73778" y="35437"/>
                </a:lnTo>
                <a:lnTo>
                  <a:pt x="74000" y="35195"/>
                </a:lnTo>
                <a:lnTo>
                  <a:pt x="74182" y="34912"/>
                </a:lnTo>
                <a:lnTo>
                  <a:pt x="74384" y="34650"/>
                </a:lnTo>
                <a:lnTo>
                  <a:pt x="74565" y="34347"/>
                </a:lnTo>
                <a:lnTo>
                  <a:pt x="74727" y="34065"/>
                </a:lnTo>
                <a:lnTo>
                  <a:pt x="74888" y="33742"/>
                </a:lnTo>
                <a:lnTo>
                  <a:pt x="75050" y="33419"/>
                </a:lnTo>
                <a:lnTo>
                  <a:pt x="75191" y="33096"/>
                </a:lnTo>
                <a:lnTo>
                  <a:pt x="75312" y="32753"/>
                </a:lnTo>
                <a:lnTo>
                  <a:pt x="75433" y="32410"/>
                </a:lnTo>
                <a:lnTo>
                  <a:pt x="75635" y="31784"/>
                </a:lnTo>
                <a:lnTo>
                  <a:pt x="75796" y="31139"/>
                </a:lnTo>
                <a:lnTo>
                  <a:pt x="75917" y="30473"/>
                </a:lnTo>
                <a:lnTo>
                  <a:pt x="76018" y="29786"/>
                </a:lnTo>
                <a:lnTo>
                  <a:pt x="76099" y="29080"/>
                </a:lnTo>
                <a:lnTo>
                  <a:pt x="76139" y="28374"/>
                </a:lnTo>
                <a:lnTo>
                  <a:pt x="76139" y="27627"/>
                </a:lnTo>
                <a:lnTo>
                  <a:pt x="76119" y="26901"/>
                </a:lnTo>
                <a:lnTo>
                  <a:pt x="76059" y="25791"/>
                </a:lnTo>
                <a:lnTo>
                  <a:pt x="75998" y="24721"/>
                </a:lnTo>
                <a:lnTo>
                  <a:pt x="75837" y="22703"/>
                </a:lnTo>
                <a:lnTo>
                  <a:pt x="75655" y="20786"/>
                </a:lnTo>
                <a:lnTo>
                  <a:pt x="75453" y="18950"/>
                </a:lnTo>
                <a:lnTo>
                  <a:pt x="75252" y="16932"/>
                </a:lnTo>
                <a:lnTo>
                  <a:pt x="75050" y="14833"/>
                </a:lnTo>
                <a:lnTo>
                  <a:pt x="74929" y="13642"/>
                </a:lnTo>
                <a:lnTo>
                  <a:pt x="74787" y="12452"/>
                </a:lnTo>
                <a:lnTo>
                  <a:pt x="74606" y="11140"/>
                </a:lnTo>
                <a:lnTo>
                  <a:pt x="74545" y="10494"/>
                </a:lnTo>
                <a:lnTo>
                  <a:pt x="74485" y="9849"/>
                </a:lnTo>
                <a:lnTo>
                  <a:pt x="74444" y="9203"/>
                </a:lnTo>
                <a:lnTo>
                  <a:pt x="74424" y="8577"/>
                </a:lnTo>
                <a:lnTo>
                  <a:pt x="74424" y="7952"/>
                </a:lnTo>
                <a:lnTo>
                  <a:pt x="74464" y="7346"/>
                </a:lnTo>
                <a:lnTo>
                  <a:pt x="74525" y="6741"/>
                </a:lnTo>
                <a:lnTo>
                  <a:pt x="74646" y="6176"/>
                </a:lnTo>
                <a:lnTo>
                  <a:pt x="74707" y="5893"/>
                </a:lnTo>
                <a:lnTo>
                  <a:pt x="74787" y="5611"/>
                </a:lnTo>
                <a:lnTo>
                  <a:pt x="74888" y="5348"/>
                </a:lnTo>
                <a:lnTo>
                  <a:pt x="74989" y="5066"/>
                </a:lnTo>
                <a:lnTo>
                  <a:pt x="75110" y="4824"/>
                </a:lnTo>
                <a:lnTo>
                  <a:pt x="75231" y="4561"/>
                </a:lnTo>
                <a:lnTo>
                  <a:pt x="75393" y="4319"/>
                </a:lnTo>
                <a:lnTo>
                  <a:pt x="75554" y="4077"/>
                </a:lnTo>
                <a:lnTo>
                  <a:pt x="75716" y="3835"/>
                </a:lnTo>
                <a:lnTo>
                  <a:pt x="75917" y="3613"/>
                </a:lnTo>
                <a:lnTo>
                  <a:pt x="76119" y="3391"/>
                </a:lnTo>
                <a:lnTo>
                  <a:pt x="76341" y="3189"/>
                </a:lnTo>
                <a:lnTo>
                  <a:pt x="76604" y="2967"/>
                </a:lnTo>
                <a:lnTo>
                  <a:pt x="76886" y="2765"/>
                </a:lnTo>
                <a:lnTo>
                  <a:pt x="77169" y="2584"/>
                </a:lnTo>
                <a:lnTo>
                  <a:pt x="77471" y="2422"/>
                </a:lnTo>
                <a:lnTo>
                  <a:pt x="77754" y="2261"/>
                </a:lnTo>
                <a:lnTo>
                  <a:pt x="78077" y="2120"/>
                </a:lnTo>
                <a:lnTo>
                  <a:pt x="78379" y="1998"/>
                </a:lnTo>
                <a:lnTo>
                  <a:pt x="78702" y="1877"/>
                </a:lnTo>
                <a:lnTo>
                  <a:pt x="79348" y="1676"/>
                </a:lnTo>
                <a:lnTo>
                  <a:pt x="80014" y="1514"/>
                </a:lnTo>
                <a:lnTo>
                  <a:pt x="80660" y="1373"/>
                </a:lnTo>
                <a:lnTo>
                  <a:pt x="81306" y="1232"/>
                </a:lnTo>
                <a:lnTo>
                  <a:pt x="82799" y="989"/>
                </a:lnTo>
                <a:lnTo>
                  <a:pt x="84312" y="747"/>
                </a:lnTo>
                <a:lnTo>
                  <a:pt x="85826" y="566"/>
                </a:lnTo>
                <a:lnTo>
                  <a:pt x="87319" y="404"/>
                </a:lnTo>
                <a:lnTo>
                  <a:pt x="88833" y="283"/>
                </a:lnTo>
                <a:lnTo>
                  <a:pt x="90346" y="182"/>
                </a:lnTo>
                <a:lnTo>
                  <a:pt x="91860" y="122"/>
                </a:lnTo>
                <a:lnTo>
                  <a:pt x="93373" y="81"/>
                </a:lnTo>
                <a:close/>
                <a:moveTo>
                  <a:pt x="93373" y="1"/>
                </a:moveTo>
                <a:lnTo>
                  <a:pt x="91860" y="41"/>
                </a:lnTo>
                <a:lnTo>
                  <a:pt x="90346" y="102"/>
                </a:lnTo>
                <a:lnTo>
                  <a:pt x="88833" y="202"/>
                </a:lnTo>
                <a:lnTo>
                  <a:pt x="87319" y="324"/>
                </a:lnTo>
                <a:lnTo>
                  <a:pt x="85806" y="485"/>
                </a:lnTo>
                <a:lnTo>
                  <a:pt x="84292" y="667"/>
                </a:lnTo>
                <a:lnTo>
                  <a:pt x="82799" y="909"/>
                </a:lnTo>
                <a:lnTo>
                  <a:pt x="81285" y="1171"/>
                </a:lnTo>
                <a:lnTo>
                  <a:pt x="80640" y="1292"/>
                </a:lnTo>
                <a:lnTo>
                  <a:pt x="79994" y="1433"/>
                </a:lnTo>
                <a:lnTo>
                  <a:pt x="79328" y="1595"/>
                </a:lnTo>
                <a:lnTo>
                  <a:pt x="78682" y="1797"/>
                </a:lnTo>
                <a:lnTo>
                  <a:pt x="78359" y="1918"/>
                </a:lnTo>
                <a:lnTo>
                  <a:pt x="78036" y="2059"/>
                </a:lnTo>
                <a:lnTo>
                  <a:pt x="77734" y="2200"/>
                </a:lnTo>
                <a:lnTo>
                  <a:pt x="77411" y="2342"/>
                </a:lnTo>
                <a:lnTo>
                  <a:pt x="77128" y="2523"/>
                </a:lnTo>
                <a:lnTo>
                  <a:pt x="76846" y="2705"/>
                </a:lnTo>
                <a:lnTo>
                  <a:pt x="76563" y="2907"/>
                </a:lnTo>
                <a:lnTo>
                  <a:pt x="76301" y="3129"/>
                </a:lnTo>
                <a:lnTo>
                  <a:pt x="76059" y="3330"/>
                </a:lnTo>
                <a:lnTo>
                  <a:pt x="75857" y="3552"/>
                </a:lnTo>
                <a:lnTo>
                  <a:pt x="75655" y="3795"/>
                </a:lnTo>
                <a:lnTo>
                  <a:pt x="75473" y="4017"/>
                </a:lnTo>
                <a:lnTo>
                  <a:pt x="75312" y="4259"/>
                </a:lnTo>
                <a:lnTo>
                  <a:pt x="75171" y="4521"/>
                </a:lnTo>
                <a:lnTo>
                  <a:pt x="75030" y="4763"/>
                </a:lnTo>
                <a:lnTo>
                  <a:pt x="74908" y="5026"/>
                </a:lnTo>
                <a:lnTo>
                  <a:pt x="74808" y="5308"/>
                </a:lnTo>
                <a:lnTo>
                  <a:pt x="74707" y="5570"/>
                </a:lnTo>
                <a:lnTo>
                  <a:pt x="74626" y="5853"/>
                </a:lnTo>
                <a:lnTo>
                  <a:pt x="74565" y="6135"/>
                </a:lnTo>
                <a:lnTo>
                  <a:pt x="74444" y="6721"/>
                </a:lnTo>
                <a:lnTo>
                  <a:pt x="74384" y="7326"/>
                </a:lnTo>
                <a:lnTo>
                  <a:pt x="74343" y="7931"/>
                </a:lnTo>
                <a:lnTo>
                  <a:pt x="74343" y="8557"/>
                </a:lnTo>
                <a:lnTo>
                  <a:pt x="74364" y="9203"/>
                </a:lnTo>
                <a:lnTo>
                  <a:pt x="74404" y="9849"/>
                </a:lnTo>
                <a:lnTo>
                  <a:pt x="74464" y="10494"/>
                </a:lnTo>
                <a:lnTo>
                  <a:pt x="74525" y="11160"/>
                </a:lnTo>
                <a:lnTo>
                  <a:pt x="74707" y="12472"/>
                </a:lnTo>
                <a:lnTo>
                  <a:pt x="74848" y="13663"/>
                </a:lnTo>
                <a:lnTo>
                  <a:pt x="74969" y="14833"/>
                </a:lnTo>
                <a:lnTo>
                  <a:pt x="75171" y="16932"/>
                </a:lnTo>
                <a:lnTo>
                  <a:pt x="75373" y="18950"/>
                </a:lnTo>
                <a:lnTo>
                  <a:pt x="75574" y="20806"/>
                </a:lnTo>
                <a:lnTo>
                  <a:pt x="75756" y="22703"/>
                </a:lnTo>
                <a:lnTo>
                  <a:pt x="75917" y="24741"/>
                </a:lnTo>
                <a:lnTo>
                  <a:pt x="75978" y="25791"/>
                </a:lnTo>
                <a:lnTo>
                  <a:pt x="76039" y="26901"/>
                </a:lnTo>
                <a:lnTo>
                  <a:pt x="76059" y="27627"/>
                </a:lnTo>
                <a:lnTo>
                  <a:pt x="76059" y="28354"/>
                </a:lnTo>
                <a:lnTo>
                  <a:pt x="76018" y="29080"/>
                </a:lnTo>
                <a:lnTo>
                  <a:pt x="75938" y="29766"/>
                </a:lnTo>
                <a:lnTo>
                  <a:pt x="75837" y="30452"/>
                </a:lnTo>
                <a:lnTo>
                  <a:pt x="75716" y="31118"/>
                </a:lnTo>
                <a:lnTo>
                  <a:pt x="75554" y="31764"/>
                </a:lnTo>
                <a:lnTo>
                  <a:pt x="75373" y="32370"/>
                </a:lnTo>
                <a:lnTo>
                  <a:pt x="75252" y="32733"/>
                </a:lnTo>
                <a:lnTo>
                  <a:pt x="75110" y="33056"/>
                </a:lnTo>
                <a:lnTo>
                  <a:pt x="74969" y="33399"/>
                </a:lnTo>
                <a:lnTo>
                  <a:pt x="74808" y="33701"/>
                </a:lnTo>
                <a:lnTo>
                  <a:pt x="74666" y="34024"/>
                </a:lnTo>
                <a:lnTo>
                  <a:pt x="74485" y="34307"/>
                </a:lnTo>
                <a:lnTo>
                  <a:pt x="74303" y="34589"/>
                </a:lnTo>
                <a:lnTo>
                  <a:pt x="74121" y="34872"/>
                </a:lnTo>
                <a:lnTo>
                  <a:pt x="73920" y="35134"/>
                </a:lnTo>
                <a:lnTo>
                  <a:pt x="73718" y="35397"/>
                </a:lnTo>
                <a:lnTo>
                  <a:pt x="73516" y="35639"/>
                </a:lnTo>
                <a:lnTo>
                  <a:pt x="73294" y="35861"/>
                </a:lnTo>
                <a:lnTo>
                  <a:pt x="73052" y="36083"/>
                </a:lnTo>
                <a:lnTo>
                  <a:pt x="72830" y="36284"/>
                </a:lnTo>
                <a:lnTo>
                  <a:pt x="72568" y="36486"/>
                </a:lnTo>
                <a:lnTo>
                  <a:pt x="72325" y="36668"/>
                </a:lnTo>
                <a:lnTo>
                  <a:pt x="72063" y="36829"/>
                </a:lnTo>
                <a:lnTo>
                  <a:pt x="71821" y="36991"/>
                </a:lnTo>
                <a:lnTo>
                  <a:pt x="71538" y="37132"/>
                </a:lnTo>
                <a:lnTo>
                  <a:pt x="71276" y="37253"/>
                </a:lnTo>
                <a:lnTo>
                  <a:pt x="70994" y="37374"/>
                </a:lnTo>
                <a:lnTo>
                  <a:pt x="70711" y="37475"/>
                </a:lnTo>
                <a:lnTo>
                  <a:pt x="70428" y="37576"/>
                </a:lnTo>
                <a:lnTo>
                  <a:pt x="70126" y="37657"/>
                </a:lnTo>
                <a:lnTo>
                  <a:pt x="69823" y="37717"/>
                </a:lnTo>
                <a:lnTo>
                  <a:pt x="69520" y="37778"/>
                </a:lnTo>
                <a:lnTo>
                  <a:pt x="69197" y="37838"/>
                </a:lnTo>
                <a:lnTo>
                  <a:pt x="68875" y="37859"/>
                </a:lnTo>
                <a:lnTo>
                  <a:pt x="68209" y="37899"/>
                </a:lnTo>
                <a:lnTo>
                  <a:pt x="67523" y="37879"/>
                </a:lnTo>
                <a:lnTo>
                  <a:pt x="66796" y="37818"/>
                </a:lnTo>
                <a:lnTo>
                  <a:pt x="66070" y="37717"/>
                </a:lnTo>
                <a:lnTo>
                  <a:pt x="65303" y="37556"/>
                </a:lnTo>
                <a:lnTo>
                  <a:pt x="64496" y="37354"/>
                </a:lnTo>
                <a:lnTo>
                  <a:pt x="63688" y="37112"/>
                </a:lnTo>
                <a:lnTo>
                  <a:pt x="62841" y="36829"/>
                </a:lnTo>
                <a:lnTo>
                  <a:pt x="61973" y="36486"/>
                </a:lnTo>
                <a:lnTo>
                  <a:pt x="61085" y="36083"/>
                </a:lnTo>
                <a:lnTo>
                  <a:pt x="59975" y="35558"/>
                </a:lnTo>
                <a:lnTo>
                  <a:pt x="58865" y="35013"/>
                </a:lnTo>
                <a:lnTo>
                  <a:pt x="57776" y="34448"/>
                </a:lnTo>
                <a:lnTo>
                  <a:pt x="56686" y="33863"/>
                </a:lnTo>
                <a:lnTo>
                  <a:pt x="54527" y="32672"/>
                </a:lnTo>
                <a:lnTo>
                  <a:pt x="52408" y="31461"/>
                </a:lnTo>
                <a:lnTo>
                  <a:pt x="49683" y="29928"/>
                </a:lnTo>
                <a:lnTo>
                  <a:pt x="48311" y="29161"/>
                </a:lnTo>
                <a:lnTo>
                  <a:pt x="46919" y="28414"/>
                </a:lnTo>
                <a:lnTo>
                  <a:pt x="45506" y="27708"/>
                </a:lnTo>
                <a:lnTo>
                  <a:pt x="44073" y="27022"/>
                </a:lnTo>
                <a:lnTo>
                  <a:pt x="43347" y="26679"/>
                </a:lnTo>
                <a:lnTo>
                  <a:pt x="42641" y="26376"/>
                </a:lnTo>
                <a:lnTo>
                  <a:pt x="41894" y="26053"/>
                </a:lnTo>
                <a:lnTo>
                  <a:pt x="41167" y="25771"/>
                </a:lnTo>
                <a:lnTo>
                  <a:pt x="40300" y="25448"/>
                </a:lnTo>
                <a:lnTo>
                  <a:pt x="39331" y="25125"/>
                </a:lnTo>
                <a:lnTo>
                  <a:pt x="38282" y="24822"/>
                </a:lnTo>
                <a:lnTo>
                  <a:pt x="37717" y="24681"/>
                </a:lnTo>
                <a:lnTo>
                  <a:pt x="37152" y="24560"/>
                </a:lnTo>
                <a:lnTo>
                  <a:pt x="36566" y="24439"/>
                </a:lnTo>
                <a:lnTo>
                  <a:pt x="35961" y="24318"/>
                </a:lnTo>
                <a:lnTo>
                  <a:pt x="35335" y="24237"/>
                </a:lnTo>
                <a:lnTo>
                  <a:pt x="34710" y="24156"/>
                </a:lnTo>
                <a:lnTo>
                  <a:pt x="34064" y="24096"/>
                </a:lnTo>
                <a:lnTo>
                  <a:pt x="33418" y="24055"/>
                </a:lnTo>
                <a:lnTo>
                  <a:pt x="32086" y="24055"/>
                </a:lnTo>
                <a:lnTo>
                  <a:pt x="31461" y="24096"/>
                </a:lnTo>
                <a:lnTo>
                  <a:pt x="30855" y="24136"/>
                </a:lnTo>
                <a:lnTo>
                  <a:pt x="30270" y="24217"/>
                </a:lnTo>
                <a:lnTo>
                  <a:pt x="29685" y="24318"/>
                </a:lnTo>
                <a:lnTo>
                  <a:pt x="29140" y="24439"/>
                </a:lnTo>
                <a:lnTo>
                  <a:pt x="28595" y="24580"/>
                </a:lnTo>
                <a:lnTo>
                  <a:pt x="28050" y="24741"/>
                </a:lnTo>
                <a:lnTo>
                  <a:pt x="27546" y="24943"/>
                </a:lnTo>
                <a:lnTo>
                  <a:pt x="27041" y="25145"/>
                </a:lnTo>
                <a:lnTo>
                  <a:pt x="26577" y="25367"/>
                </a:lnTo>
                <a:lnTo>
                  <a:pt x="26113" y="25629"/>
                </a:lnTo>
                <a:lnTo>
                  <a:pt x="25649" y="25912"/>
                </a:lnTo>
                <a:lnTo>
                  <a:pt x="25225" y="26194"/>
                </a:lnTo>
                <a:lnTo>
                  <a:pt x="24801" y="26517"/>
                </a:lnTo>
                <a:lnTo>
                  <a:pt x="24418" y="26860"/>
                </a:lnTo>
                <a:lnTo>
                  <a:pt x="24035" y="27224"/>
                </a:lnTo>
                <a:lnTo>
                  <a:pt x="23712" y="27546"/>
                </a:lnTo>
                <a:lnTo>
                  <a:pt x="23409" y="27890"/>
                </a:lnTo>
                <a:lnTo>
                  <a:pt x="23147" y="28253"/>
                </a:lnTo>
                <a:lnTo>
                  <a:pt x="22884" y="28616"/>
                </a:lnTo>
                <a:lnTo>
                  <a:pt x="22622" y="28999"/>
                </a:lnTo>
                <a:lnTo>
                  <a:pt x="22400" y="29383"/>
                </a:lnTo>
                <a:lnTo>
                  <a:pt x="22178" y="29766"/>
                </a:lnTo>
                <a:lnTo>
                  <a:pt x="21996" y="30170"/>
                </a:lnTo>
                <a:lnTo>
                  <a:pt x="21815" y="30573"/>
                </a:lnTo>
                <a:lnTo>
                  <a:pt x="21633" y="30977"/>
                </a:lnTo>
                <a:lnTo>
                  <a:pt x="21492" y="31401"/>
                </a:lnTo>
                <a:lnTo>
                  <a:pt x="21351" y="31825"/>
                </a:lnTo>
                <a:lnTo>
                  <a:pt x="21230" y="32248"/>
                </a:lnTo>
                <a:lnTo>
                  <a:pt x="21108" y="32672"/>
                </a:lnTo>
                <a:lnTo>
                  <a:pt x="21008" y="33116"/>
                </a:lnTo>
                <a:lnTo>
                  <a:pt x="20927" y="33540"/>
                </a:lnTo>
                <a:lnTo>
                  <a:pt x="20786" y="34428"/>
                </a:lnTo>
                <a:lnTo>
                  <a:pt x="20685" y="35296"/>
                </a:lnTo>
                <a:lnTo>
                  <a:pt x="20604" y="36163"/>
                </a:lnTo>
                <a:lnTo>
                  <a:pt x="20584" y="37031"/>
                </a:lnTo>
                <a:lnTo>
                  <a:pt x="20584" y="37879"/>
                </a:lnTo>
                <a:lnTo>
                  <a:pt x="20604" y="38706"/>
                </a:lnTo>
                <a:lnTo>
                  <a:pt x="20665" y="39513"/>
                </a:lnTo>
                <a:lnTo>
                  <a:pt x="20725" y="40280"/>
                </a:lnTo>
                <a:lnTo>
                  <a:pt x="20846" y="41329"/>
                </a:lnTo>
                <a:lnTo>
                  <a:pt x="20987" y="42359"/>
                </a:lnTo>
                <a:lnTo>
                  <a:pt x="21290" y="44437"/>
                </a:lnTo>
                <a:lnTo>
                  <a:pt x="21472" y="45628"/>
                </a:lnTo>
                <a:lnTo>
                  <a:pt x="21653" y="46818"/>
                </a:lnTo>
                <a:lnTo>
                  <a:pt x="21795" y="48029"/>
                </a:lnTo>
                <a:lnTo>
                  <a:pt x="21916" y="49240"/>
                </a:lnTo>
                <a:lnTo>
                  <a:pt x="21996" y="50451"/>
                </a:lnTo>
                <a:lnTo>
                  <a:pt x="22017" y="51056"/>
                </a:lnTo>
                <a:lnTo>
                  <a:pt x="22037" y="51662"/>
                </a:lnTo>
                <a:lnTo>
                  <a:pt x="22017" y="52267"/>
                </a:lnTo>
                <a:lnTo>
                  <a:pt x="21996" y="52872"/>
                </a:lnTo>
                <a:lnTo>
                  <a:pt x="21956" y="53478"/>
                </a:lnTo>
                <a:lnTo>
                  <a:pt x="21895" y="54083"/>
                </a:lnTo>
                <a:lnTo>
                  <a:pt x="21815" y="54648"/>
                </a:lnTo>
                <a:lnTo>
                  <a:pt x="21734" y="55193"/>
                </a:lnTo>
                <a:lnTo>
                  <a:pt x="21613" y="55718"/>
                </a:lnTo>
                <a:lnTo>
                  <a:pt x="21472" y="56243"/>
                </a:lnTo>
                <a:lnTo>
                  <a:pt x="21330" y="56727"/>
                </a:lnTo>
                <a:lnTo>
                  <a:pt x="21149" y="57211"/>
                </a:lnTo>
                <a:lnTo>
                  <a:pt x="20967" y="57675"/>
                </a:lnTo>
                <a:lnTo>
                  <a:pt x="20745" y="58119"/>
                </a:lnTo>
                <a:lnTo>
                  <a:pt x="20523" y="58543"/>
                </a:lnTo>
                <a:lnTo>
                  <a:pt x="20281" y="58967"/>
                </a:lnTo>
                <a:lnTo>
                  <a:pt x="20039" y="59350"/>
                </a:lnTo>
                <a:lnTo>
                  <a:pt x="19756" y="59714"/>
                </a:lnTo>
                <a:lnTo>
                  <a:pt x="19474" y="60057"/>
                </a:lnTo>
                <a:lnTo>
                  <a:pt x="19171" y="60359"/>
                </a:lnTo>
                <a:lnTo>
                  <a:pt x="18848" y="60662"/>
                </a:lnTo>
                <a:lnTo>
                  <a:pt x="18505" y="60945"/>
                </a:lnTo>
                <a:lnTo>
                  <a:pt x="18203" y="61167"/>
                </a:lnTo>
                <a:lnTo>
                  <a:pt x="17880" y="61368"/>
                </a:lnTo>
                <a:lnTo>
                  <a:pt x="17537" y="61570"/>
                </a:lnTo>
                <a:lnTo>
                  <a:pt x="17194" y="61732"/>
                </a:lnTo>
                <a:lnTo>
                  <a:pt x="16830" y="61893"/>
                </a:lnTo>
                <a:lnTo>
                  <a:pt x="16467" y="62034"/>
                </a:lnTo>
                <a:lnTo>
                  <a:pt x="16104" y="62176"/>
                </a:lnTo>
                <a:lnTo>
                  <a:pt x="15741" y="62297"/>
                </a:lnTo>
                <a:lnTo>
                  <a:pt x="14974" y="62519"/>
                </a:lnTo>
                <a:lnTo>
                  <a:pt x="14207" y="62700"/>
                </a:lnTo>
                <a:lnTo>
                  <a:pt x="13440" y="62862"/>
                </a:lnTo>
                <a:lnTo>
                  <a:pt x="12653" y="63003"/>
                </a:lnTo>
                <a:lnTo>
                  <a:pt x="11725" y="63185"/>
                </a:lnTo>
                <a:lnTo>
                  <a:pt x="10978" y="63346"/>
                </a:lnTo>
                <a:lnTo>
                  <a:pt x="10252" y="63528"/>
                </a:lnTo>
                <a:lnTo>
                  <a:pt x="9545" y="63709"/>
                </a:lnTo>
                <a:lnTo>
                  <a:pt x="8879" y="63911"/>
                </a:lnTo>
                <a:lnTo>
                  <a:pt x="8234" y="64113"/>
                </a:lnTo>
                <a:lnTo>
                  <a:pt x="7628" y="64335"/>
                </a:lnTo>
                <a:lnTo>
                  <a:pt x="7043" y="64577"/>
                </a:lnTo>
                <a:lnTo>
                  <a:pt x="6478" y="64819"/>
                </a:lnTo>
                <a:lnTo>
                  <a:pt x="5933" y="65081"/>
                </a:lnTo>
                <a:lnTo>
                  <a:pt x="5408" y="65364"/>
                </a:lnTo>
                <a:lnTo>
                  <a:pt x="4924" y="65646"/>
                </a:lnTo>
                <a:lnTo>
                  <a:pt x="4440" y="65969"/>
                </a:lnTo>
                <a:lnTo>
                  <a:pt x="3996" y="66272"/>
                </a:lnTo>
                <a:lnTo>
                  <a:pt x="3572" y="66615"/>
                </a:lnTo>
                <a:lnTo>
                  <a:pt x="3148" y="66958"/>
                </a:lnTo>
                <a:lnTo>
                  <a:pt x="2765" y="67321"/>
                </a:lnTo>
                <a:lnTo>
                  <a:pt x="2321" y="67786"/>
                </a:lnTo>
                <a:lnTo>
                  <a:pt x="1917" y="68270"/>
                </a:lnTo>
                <a:lnTo>
                  <a:pt x="1554" y="68795"/>
                </a:lnTo>
                <a:lnTo>
                  <a:pt x="1211" y="69339"/>
                </a:lnTo>
                <a:lnTo>
                  <a:pt x="928" y="69884"/>
                </a:lnTo>
                <a:lnTo>
                  <a:pt x="666" y="70470"/>
                </a:lnTo>
                <a:lnTo>
                  <a:pt x="444" y="71055"/>
                </a:lnTo>
                <a:lnTo>
                  <a:pt x="262" y="71660"/>
                </a:lnTo>
                <a:lnTo>
                  <a:pt x="182" y="71983"/>
                </a:lnTo>
                <a:lnTo>
                  <a:pt x="121" y="72306"/>
                </a:lnTo>
                <a:lnTo>
                  <a:pt x="81" y="72609"/>
                </a:lnTo>
                <a:lnTo>
                  <a:pt x="41" y="72931"/>
                </a:lnTo>
                <a:lnTo>
                  <a:pt x="20" y="73254"/>
                </a:lnTo>
                <a:lnTo>
                  <a:pt x="0" y="73557"/>
                </a:lnTo>
                <a:lnTo>
                  <a:pt x="0" y="73880"/>
                </a:lnTo>
                <a:lnTo>
                  <a:pt x="20" y="74183"/>
                </a:lnTo>
                <a:lnTo>
                  <a:pt x="61" y="74485"/>
                </a:lnTo>
                <a:lnTo>
                  <a:pt x="101" y="74788"/>
                </a:lnTo>
                <a:lnTo>
                  <a:pt x="162" y="75071"/>
                </a:lnTo>
                <a:lnTo>
                  <a:pt x="222" y="75373"/>
                </a:lnTo>
                <a:lnTo>
                  <a:pt x="323" y="75656"/>
                </a:lnTo>
                <a:lnTo>
                  <a:pt x="404" y="75938"/>
                </a:lnTo>
                <a:lnTo>
                  <a:pt x="525" y="76201"/>
                </a:lnTo>
                <a:lnTo>
                  <a:pt x="646" y="76483"/>
                </a:lnTo>
                <a:lnTo>
                  <a:pt x="828" y="76846"/>
                </a:lnTo>
                <a:lnTo>
                  <a:pt x="1050" y="77189"/>
                </a:lnTo>
                <a:lnTo>
                  <a:pt x="1292" y="77533"/>
                </a:lnTo>
                <a:lnTo>
                  <a:pt x="1554" y="77855"/>
                </a:lnTo>
                <a:lnTo>
                  <a:pt x="1837" y="78158"/>
                </a:lnTo>
                <a:lnTo>
                  <a:pt x="2139" y="78441"/>
                </a:lnTo>
                <a:lnTo>
                  <a:pt x="2462" y="78703"/>
                </a:lnTo>
                <a:lnTo>
                  <a:pt x="2785" y="78945"/>
                </a:lnTo>
                <a:lnTo>
                  <a:pt x="3148" y="79187"/>
                </a:lnTo>
                <a:lnTo>
                  <a:pt x="3532" y="79389"/>
                </a:lnTo>
                <a:lnTo>
                  <a:pt x="3935" y="79591"/>
                </a:lnTo>
                <a:lnTo>
                  <a:pt x="4339" y="79773"/>
                </a:lnTo>
                <a:lnTo>
                  <a:pt x="4763" y="79914"/>
                </a:lnTo>
                <a:lnTo>
                  <a:pt x="5227" y="80055"/>
                </a:lnTo>
                <a:lnTo>
                  <a:pt x="5691" y="80176"/>
                </a:lnTo>
                <a:lnTo>
                  <a:pt x="6155" y="80277"/>
                </a:lnTo>
                <a:lnTo>
                  <a:pt x="6660" y="80338"/>
                </a:lnTo>
                <a:lnTo>
                  <a:pt x="7144" y="80398"/>
                </a:lnTo>
                <a:lnTo>
                  <a:pt x="7648" y="80438"/>
                </a:lnTo>
                <a:lnTo>
                  <a:pt x="8153" y="80438"/>
                </a:lnTo>
                <a:lnTo>
                  <a:pt x="8819" y="80418"/>
                </a:lnTo>
                <a:lnTo>
                  <a:pt x="9485" y="80378"/>
                </a:lnTo>
                <a:lnTo>
                  <a:pt x="10171" y="80277"/>
                </a:lnTo>
                <a:lnTo>
                  <a:pt x="10817" y="80156"/>
                </a:lnTo>
                <a:lnTo>
                  <a:pt x="11483" y="80015"/>
                </a:lnTo>
                <a:lnTo>
                  <a:pt x="12128" y="79813"/>
                </a:lnTo>
                <a:lnTo>
                  <a:pt x="12754" y="79591"/>
                </a:lnTo>
                <a:lnTo>
                  <a:pt x="13380" y="79329"/>
                </a:lnTo>
                <a:lnTo>
                  <a:pt x="14106" y="78986"/>
                </a:lnTo>
                <a:lnTo>
                  <a:pt x="14812" y="78622"/>
                </a:lnTo>
                <a:lnTo>
                  <a:pt x="15498" y="78219"/>
                </a:lnTo>
                <a:lnTo>
                  <a:pt x="16185" y="77795"/>
                </a:lnTo>
                <a:lnTo>
                  <a:pt x="16850" y="77351"/>
                </a:lnTo>
                <a:lnTo>
                  <a:pt x="17496" y="76887"/>
                </a:lnTo>
                <a:lnTo>
                  <a:pt x="18142" y="76402"/>
                </a:lnTo>
                <a:lnTo>
                  <a:pt x="18768" y="75898"/>
                </a:lnTo>
                <a:lnTo>
                  <a:pt x="19373" y="75393"/>
                </a:lnTo>
                <a:lnTo>
                  <a:pt x="19978" y="74869"/>
                </a:lnTo>
                <a:lnTo>
                  <a:pt x="21169" y="73779"/>
                </a:lnTo>
                <a:lnTo>
                  <a:pt x="22339" y="72669"/>
                </a:lnTo>
                <a:lnTo>
                  <a:pt x="23490" y="71559"/>
                </a:lnTo>
                <a:lnTo>
                  <a:pt x="25266" y="69824"/>
                </a:lnTo>
                <a:lnTo>
                  <a:pt x="26174" y="68976"/>
                </a:lnTo>
                <a:lnTo>
                  <a:pt x="27102" y="68149"/>
                </a:lnTo>
                <a:lnTo>
                  <a:pt x="27990" y="67382"/>
                </a:lnTo>
                <a:lnTo>
                  <a:pt x="28918" y="66615"/>
                </a:lnTo>
                <a:lnTo>
                  <a:pt x="29867" y="65889"/>
                </a:lnTo>
                <a:lnTo>
                  <a:pt x="30855" y="65182"/>
                </a:lnTo>
                <a:lnTo>
                  <a:pt x="31844" y="64496"/>
                </a:lnTo>
                <a:lnTo>
                  <a:pt x="32853" y="63850"/>
                </a:lnTo>
                <a:lnTo>
                  <a:pt x="33882" y="63225"/>
                </a:lnTo>
                <a:lnTo>
                  <a:pt x="34932" y="62599"/>
                </a:lnTo>
                <a:lnTo>
                  <a:pt x="36001" y="62034"/>
                </a:lnTo>
                <a:lnTo>
                  <a:pt x="37071" y="61469"/>
                </a:lnTo>
                <a:lnTo>
                  <a:pt x="38161" y="60945"/>
                </a:lnTo>
                <a:lnTo>
                  <a:pt x="39271" y="60440"/>
                </a:lnTo>
                <a:lnTo>
                  <a:pt x="40401" y="59976"/>
                </a:lnTo>
                <a:lnTo>
                  <a:pt x="41531" y="59532"/>
                </a:lnTo>
                <a:lnTo>
                  <a:pt x="42681" y="59108"/>
                </a:lnTo>
                <a:lnTo>
                  <a:pt x="43851" y="58725"/>
                </a:lnTo>
                <a:lnTo>
                  <a:pt x="45002" y="58361"/>
                </a:lnTo>
                <a:lnTo>
                  <a:pt x="46192" y="58039"/>
                </a:lnTo>
                <a:lnTo>
                  <a:pt x="47363" y="57736"/>
                </a:lnTo>
                <a:lnTo>
                  <a:pt x="48553" y="57474"/>
                </a:lnTo>
                <a:lnTo>
                  <a:pt x="49764" y="57231"/>
                </a:lnTo>
                <a:lnTo>
                  <a:pt x="50955" y="57030"/>
                </a:lnTo>
                <a:lnTo>
                  <a:pt x="52166" y="56868"/>
                </a:lnTo>
                <a:lnTo>
                  <a:pt x="53356" y="56707"/>
                </a:lnTo>
                <a:lnTo>
                  <a:pt x="54567" y="56606"/>
                </a:lnTo>
                <a:lnTo>
                  <a:pt x="55778" y="56525"/>
                </a:lnTo>
                <a:lnTo>
                  <a:pt x="56989" y="56465"/>
                </a:lnTo>
                <a:lnTo>
                  <a:pt x="58179" y="56444"/>
                </a:lnTo>
                <a:lnTo>
                  <a:pt x="59390" y="56465"/>
                </a:lnTo>
                <a:lnTo>
                  <a:pt x="60581" y="56505"/>
                </a:lnTo>
                <a:lnTo>
                  <a:pt x="61771" y="56586"/>
                </a:lnTo>
                <a:lnTo>
                  <a:pt x="62962" y="56687"/>
                </a:lnTo>
                <a:lnTo>
                  <a:pt x="64274" y="56848"/>
                </a:lnTo>
                <a:lnTo>
                  <a:pt x="65605" y="57030"/>
                </a:lnTo>
                <a:lnTo>
                  <a:pt x="66917" y="57231"/>
                </a:lnTo>
                <a:lnTo>
                  <a:pt x="68229" y="57433"/>
                </a:lnTo>
                <a:lnTo>
                  <a:pt x="69601" y="57655"/>
                </a:lnTo>
                <a:lnTo>
                  <a:pt x="70973" y="57857"/>
                </a:lnTo>
                <a:lnTo>
                  <a:pt x="72366" y="58039"/>
                </a:lnTo>
                <a:lnTo>
                  <a:pt x="73758" y="58200"/>
                </a:lnTo>
                <a:lnTo>
                  <a:pt x="74444" y="58261"/>
                </a:lnTo>
                <a:lnTo>
                  <a:pt x="75151" y="58321"/>
                </a:lnTo>
                <a:lnTo>
                  <a:pt x="75837" y="58361"/>
                </a:lnTo>
                <a:lnTo>
                  <a:pt x="76543" y="58382"/>
                </a:lnTo>
                <a:lnTo>
                  <a:pt x="77249" y="58382"/>
                </a:lnTo>
                <a:lnTo>
                  <a:pt x="77935" y="58361"/>
                </a:lnTo>
                <a:lnTo>
                  <a:pt x="78642" y="58341"/>
                </a:lnTo>
                <a:lnTo>
                  <a:pt x="79328" y="58281"/>
                </a:lnTo>
                <a:lnTo>
                  <a:pt x="79812" y="58220"/>
                </a:lnTo>
                <a:lnTo>
                  <a:pt x="80337" y="58160"/>
                </a:lnTo>
                <a:lnTo>
                  <a:pt x="80882" y="58059"/>
                </a:lnTo>
                <a:lnTo>
                  <a:pt x="81467" y="57918"/>
                </a:lnTo>
                <a:lnTo>
                  <a:pt x="82032" y="57736"/>
                </a:lnTo>
                <a:lnTo>
                  <a:pt x="82315" y="57635"/>
                </a:lnTo>
                <a:lnTo>
                  <a:pt x="82597" y="57514"/>
                </a:lnTo>
                <a:lnTo>
                  <a:pt x="82880" y="57373"/>
                </a:lnTo>
                <a:lnTo>
                  <a:pt x="83142" y="57231"/>
                </a:lnTo>
                <a:lnTo>
                  <a:pt x="83404" y="57050"/>
                </a:lnTo>
                <a:lnTo>
                  <a:pt x="83667" y="56868"/>
                </a:lnTo>
                <a:lnTo>
                  <a:pt x="83868" y="56707"/>
                </a:lnTo>
                <a:lnTo>
                  <a:pt x="84050" y="56525"/>
                </a:lnTo>
                <a:lnTo>
                  <a:pt x="84232" y="56343"/>
                </a:lnTo>
                <a:lnTo>
                  <a:pt x="84413" y="56162"/>
                </a:lnTo>
                <a:lnTo>
                  <a:pt x="84716" y="55778"/>
                </a:lnTo>
                <a:lnTo>
                  <a:pt x="84998" y="55355"/>
                </a:lnTo>
                <a:lnTo>
                  <a:pt x="85220" y="54931"/>
                </a:lnTo>
                <a:lnTo>
                  <a:pt x="85442" y="54467"/>
                </a:lnTo>
                <a:lnTo>
                  <a:pt x="85604" y="53982"/>
                </a:lnTo>
                <a:lnTo>
                  <a:pt x="85765" y="53498"/>
                </a:lnTo>
                <a:lnTo>
                  <a:pt x="85886" y="52994"/>
                </a:lnTo>
                <a:lnTo>
                  <a:pt x="86007" y="52489"/>
                </a:lnTo>
                <a:lnTo>
                  <a:pt x="86088" y="51964"/>
                </a:lnTo>
                <a:lnTo>
                  <a:pt x="86169" y="51420"/>
                </a:lnTo>
                <a:lnTo>
                  <a:pt x="86290" y="50350"/>
                </a:lnTo>
                <a:lnTo>
                  <a:pt x="86371" y="49260"/>
                </a:lnTo>
                <a:lnTo>
                  <a:pt x="86492" y="47949"/>
                </a:lnTo>
                <a:lnTo>
                  <a:pt x="86573" y="47283"/>
                </a:lnTo>
                <a:lnTo>
                  <a:pt x="86653" y="46637"/>
                </a:lnTo>
                <a:lnTo>
                  <a:pt x="86754" y="46052"/>
                </a:lnTo>
                <a:lnTo>
                  <a:pt x="86895" y="45487"/>
                </a:lnTo>
                <a:lnTo>
                  <a:pt x="87037" y="44901"/>
                </a:lnTo>
                <a:lnTo>
                  <a:pt x="87218" y="44336"/>
                </a:lnTo>
                <a:lnTo>
                  <a:pt x="87420" y="43771"/>
                </a:lnTo>
                <a:lnTo>
                  <a:pt x="87642" y="43206"/>
                </a:lnTo>
                <a:lnTo>
                  <a:pt x="87884" y="42661"/>
                </a:lnTo>
                <a:lnTo>
                  <a:pt x="88167" y="42117"/>
                </a:lnTo>
                <a:lnTo>
                  <a:pt x="88449" y="41592"/>
                </a:lnTo>
                <a:lnTo>
                  <a:pt x="88772" y="41067"/>
                </a:lnTo>
                <a:lnTo>
                  <a:pt x="89115" y="40563"/>
                </a:lnTo>
                <a:lnTo>
                  <a:pt x="89478" y="40058"/>
                </a:lnTo>
                <a:lnTo>
                  <a:pt x="89842" y="39574"/>
                </a:lnTo>
                <a:lnTo>
                  <a:pt x="90245" y="39089"/>
                </a:lnTo>
                <a:lnTo>
                  <a:pt x="90669" y="38646"/>
                </a:lnTo>
                <a:lnTo>
                  <a:pt x="91113" y="38202"/>
                </a:lnTo>
                <a:lnTo>
                  <a:pt x="91577" y="37758"/>
                </a:lnTo>
                <a:lnTo>
                  <a:pt x="92041" y="37354"/>
                </a:lnTo>
                <a:lnTo>
                  <a:pt x="92526" y="36971"/>
                </a:lnTo>
                <a:lnTo>
                  <a:pt x="93030" y="36607"/>
                </a:lnTo>
                <a:lnTo>
                  <a:pt x="93535" y="36264"/>
                </a:lnTo>
                <a:lnTo>
                  <a:pt x="94059" y="35941"/>
                </a:lnTo>
                <a:lnTo>
                  <a:pt x="94584" y="35639"/>
                </a:lnTo>
                <a:lnTo>
                  <a:pt x="95129" y="35376"/>
                </a:lnTo>
                <a:lnTo>
                  <a:pt x="95674" y="35114"/>
                </a:lnTo>
                <a:lnTo>
                  <a:pt x="96239" y="34892"/>
                </a:lnTo>
                <a:lnTo>
                  <a:pt x="96804" y="34690"/>
                </a:lnTo>
                <a:lnTo>
                  <a:pt x="97369" y="34529"/>
                </a:lnTo>
                <a:lnTo>
                  <a:pt x="97934" y="34367"/>
                </a:lnTo>
                <a:lnTo>
                  <a:pt x="98519" y="34246"/>
                </a:lnTo>
                <a:lnTo>
                  <a:pt x="99084" y="34166"/>
                </a:lnTo>
                <a:lnTo>
                  <a:pt x="99669" y="34085"/>
                </a:lnTo>
                <a:lnTo>
                  <a:pt x="100255" y="34044"/>
                </a:lnTo>
                <a:lnTo>
                  <a:pt x="100860" y="34024"/>
                </a:lnTo>
                <a:lnTo>
                  <a:pt x="101445" y="34044"/>
                </a:lnTo>
                <a:lnTo>
                  <a:pt x="102051" y="34085"/>
                </a:lnTo>
                <a:lnTo>
                  <a:pt x="102636" y="34145"/>
                </a:lnTo>
                <a:lnTo>
                  <a:pt x="103221" y="34246"/>
                </a:lnTo>
                <a:lnTo>
                  <a:pt x="103806" y="34367"/>
                </a:lnTo>
                <a:lnTo>
                  <a:pt x="104391" y="34509"/>
                </a:lnTo>
                <a:lnTo>
                  <a:pt x="104977" y="34690"/>
                </a:lnTo>
                <a:lnTo>
                  <a:pt x="105542" y="34892"/>
                </a:lnTo>
                <a:lnTo>
                  <a:pt x="106127" y="35114"/>
                </a:lnTo>
                <a:lnTo>
                  <a:pt x="106672" y="35356"/>
                </a:lnTo>
                <a:lnTo>
                  <a:pt x="107237" y="35639"/>
                </a:lnTo>
                <a:lnTo>
                  <a:pt x="107782" y="35941"/>
                </a:lnTo>
                <a:lnTo>
                  <a:pt x="108306" y="36264"/>
                </a:lnTo>
                <a:lnTo>
                  <a:pt x="108831" y="36607"/>
                </a:lnTo>
                <a:lnTo>
                  <a:pt x="109336" y="36971"/>
                </a:lnTo>
                <a:lnTo>
                  <a:pt x="109820" y="37354"/>
                </a:lnTo>
                <a:lnTo>
                  <a:pt x="110284" y="37758"/>
                </a:lnTo>
                <a:lnTo>
                  <a:pt x="110728" y="38161"/>
                </a:lnTo>
                <a:lnTo>
                  <a:pt x="111152" y="38585"/>
                </a:lnTo>
                <a:lnTo>
                  <a:pt x="111535" y="39029"/>
                </a:lnTo>
                <a:lnTo>
                  <a:pt x="111919" y="39493"/>
                </a:lnTo>
                <a:lnTo>
                  <a:pt x="112262" y="39957"/>
                </a:lnTo>
                <a:lnTo>
                  <a:pt x="112605" y="40442"/>
                </a:lnTo>
                <a:lnTo>
                  <a:pt x="112907" y="40946"/>
                </a:lnTo>
                <a:lnTo>
                  <a:pt x="113190" y="41451"/>
                </a:lnTo>
                <a:lnTo>
                  <a:pt x="113452" y="41955"/>
                </a:lnTo>
                <a:lnTo>
                  <a:pt x="113674" y="42480"/>
                </a:lnTo>
                <a:lnTo>
                  <a:pt x="113876" y="43025"/>
                </a:lnTo>
                <a:lnTo>
                  <a:pt x="114058" y="43569"/>
                </a:lnTo>
                <a:lnTo>
                  <a:pt x="114219" y="44114"/>
                </a:lnTo>
                <a:lnTo>
                  <a:pt x="114038" y="43610"/>
                </a:lnTo>
                <a:lnTo>
                  <a:pt x="113937" y="43368"/>
                </a:lnTo>
                <a:lnTo>
                  <a:pt x="113816" y="43126"/>
                </a:lnTo>
                <a:lnTo>
                  <a:pt x="113694" y="42904"/>
                </a:lnTo>
                <a:lnTo>
                  <a:pt x="113573" y="42682"/>
                </a:lnTo>
                <a:lnTo>
                  <a:pt x="113432" y="42500"/>
                </a:lnTo>
                <a:lnTo>
                  <a:pt x="113251" y="42318"/>
                </a:lnTo>
                <a:lnTo>
                  <a:pt x="113210" y="42379"/>
                </a:lnTo>
                <a:lnTo>
                  <a:pt x="113372" y="42560"/>
                </a:lnTo>
                <a:lnTo>
                  <a:pt x="113533" y="42782"/>
                </a:lnTo>
                <a:lnTo>
                  <a:pt x="113674" y="43025"/>
                </a:lnTo>
                <a:lnTo>
                  <a:pt x="113816" y="43267"/>
                </a:lnTo>
                <a:lnTo>
                  <a:pt x="113916" y="43529"/>
                </a:lnTo>
                <a:lnTo>
                  <a:pt x="114017" y="43812"/>
                </a:lnTo>
                <a:lnTo>
                  <a:pt x="114219" y="44377"/>
                </a:lnTo>
                <a:lnTo>
                  <a:pt x="114360" y="44760"/>
                </a:lnTo>
                <a:lnTo>
                  <a:pt x="114502" y="45144"/>
                </a:lnTo>
                <a:lnTo>
                  <a:pt x="114663" y="45507"/>
                </a:lnTo>
                <a:lnTo>
                  <a:pt x="114744" y="45668"/>
                </a:lnTo>
                <a:lnTo>
                  <a:pt x="114845" y="45809"/>
                </a:lnTo>
                <a:lnTo>
                  <a:pt x="114946" y="45951"/>
                </a:lnTo>
                <a:lnTo>
                  <a:pt x="115067" y="46072"/>
                </a:lnTo>
                <a:lnTo>
                  <a:pt x="115188" y="46173"/>
                </a:lnTo>
                <a:lnTo>
                  <a:pt x="115309" y="46274"/>
                </a:lnTo>
                <a:lnTo>
                  <a:pt x="115470" y="46334"/>
                </a:lnTo>
                <a:lnTo>
                  <a:pt x="115632" y="46375"/>
                </a:lnTo>
                <a:lnTo>
                  <a:pt x="115793" y="46395"/>
                </a:lnTo>
                <a:lnTo>
                  <a:pt x="115995" y="46395"/>
                </a:lnTo>
                <a:lnTo>
                  <a:pt x="116156" y="46375"/>
                </a:lnTo>
                <a:lnTo>
                  <a:pt x="116318" y="46334"/>
                </a:lnTo>
                <a:lnTo>
                  <a:pt x="116479" y="46274"/>
                </a:lnTo>
                <a:lnTo>
                  <a:pt x="116641" y="46173"/>
                </a:lnTo>
                <a:lnTo>
                  <a:pt x="116822" y="46072"/>
                </a:lnTo>
                <a:lnTo>
                  <a:pt x="116984" y="45931"/>
                </a:lnTo>
                <a:lnTo>
                  <a:pt x="117145" y="45769"/>
                </a:lnTo>
                <a:lnTo>
                  <a:pt x="117327" y="45587"/>
                </a:lnTo>
                <a:lnTo>
                  <a:pt x="117630" y="45224"/>
                </a:lnTo>
                <a:lnTo>
                  <a:pt x="117892" y="44841"/>
                </a:lnTo>
                <a:lnTo>
                  <a:pt x="118134" y="44437"/>
                </a:lnTo>
                <a:lnTo>
                  <a:pt x="118356" y="44034"/>
                </a:lnTo>
                <a:lnTo>
                  <a:pt x="118558" y="43630"/>
                </a:lnTo>
                <a:lnTo>
                  <a:pt x="118739" y="43186"/>
                </a:lnTo>
                <a:lnTo>
                  <a:pt x="118901" y="42762"/>
                </a:lnTo>
                <a:lnTo>
                  <a:pt x="119042" y="42318"/>
                </a:lnTo>
                <a:lnTo>
                  <a:pt x="119183" y="41854"/>
                </a:lnTo>
                <a:lnTo>
                  <a:pt x="119284" y="41410"/>
                </a:lnTo>
                <a:lnTo>
                  <a:pt x="119486" y="40482"/>
                </a:lnTo>
                <a:lnTo>
                  <a:pt x="119648" y="39554"/>
                </a:lnTo>
                <a:lnTo>
                  <a:pt x="119789" y="38625"/>
                </a:lnTo>
                <a:lnTo>
                  <a:pt x="119950" y="37394"/>
                </a:lnTo>
                <a:lnTo>
                  <a:pt x="120092" y="36184"/>
                </a:lnTo>
                <a:lnTo>
                  <a:pt x="120233" y="34953"/>
                </a:lnTo>
                <a:lnTo>
                  <a:pt x="120334" y="33742"/>
                </a:lnTo>
                <a:lnTo>
                  <a:pt x="120455" y="32511"/>
                </a:lnTo>
                <a:lnTo>
                  <a:pt x="120536" y="31280"/>
                </a:lnTo>
                <a:lnTo>
                  <a:pt x="120616" y="30069"/>
                </a:lnTo>
                <a:lnTo>
                  <a:pt x="120697" y="28838"/>
                </a:lnTo>
                <a:lnTo>
                  <a:pt x="120737" y="27607"/>
                </a:lnTo>
                <a:lnTo>
                  <a:pt x="120778" y="26376"/>
                </a:lnTo>
                <a:lnTo>
                  <a:pt x="120798" y="25145"/>
                </a:lnTo>
                <a:lnTo>
                  <a:pt x="120818" y="23914"/>
                </a:lnTo>
                <a:lnTo>
                  <a:pt x="120818" y="22683"/>
                </a:lnTo>
                <a:lnTo>
                  <a:pt x="120798" y="21452"/>
                </a:lnTo>
                <a:lnTo>
                  <a:pt x="120778" y="20241"/>
                </a:lnTo>
                <a:lnTo>
                  <a:pt x="120737" y="19010"/>
                </a:lnTo>
                <a:lnTo>
                  <a:pt x="120697" y="18143"/>
                </a:lnTo>
                <a:lnTo>
                  <a:pt x="120636" y="17275"/>
                </a:lnTo>
                <a:lnTo>
                  <a:pt x="120576" y="16407"/>
                </a:lnTo>
                <a:lnTo>
                  <a:pt x="120495" y="15519"/>
                </a:lnTo>
                <a:lnTo>
                  <a:pt x="120374" y="14651"/>
                </a:lnTo>
                <a:lnTo>
                  <a:pt x="120233" y="13763"/>
                </a:lnTo>
                <a:lnTo>
                  <a:pt x="120071" y="12896"/>
                </a:lnTo>
                <a:lnTo>
                  <a:pt x="119870" y="12048"/>
                </a:lnTo>
                <a:lnTo>
                  <a:pt x="119648" y="11201"/>
                </a:lnTo>
                <a:lnTo>
                  <a:pt x="119365" y="10353"/>
                </a:lnTo>
                <a:lnTo>
                  <a:pt x="119062" y="9546"/>
                </a:lnTo>
                <a:lnTo>
                  <a:pt x="118881" y="9142"/>
                </a:lnTo>
                <a:lnTo>
                  <a:pt x="118699" y="8759"/>
                </a:lnTo>
                <a:lnTo>
                  <a:pt x="118497" y="8375"/>
                </a:lnTo>
                <a:lnTo>
                  <a:pt x="118296" y="7992"/>
                </a:lnTo>
                <a:lnTo>
                  <a:pt x="118074" y="7609"/>
                </a:lnTo>
                <a:lnTo>
                  <a:pt x="117831" y="7245"/>
                </a:lnTo>
                <a:lnTo>
                  <a:pt x="117589" y="6902"/>
                </a:lnTo>
                <a:lnTo>
                  <a:pt x="117327" y="6559"/>
                </a:lnTo>
                <a:lnTo>
                  <a:pt x="117044" y="6216"/>
                </a:lnTo>
                <a:lnTo>
                  <a:pt x="116762" y="5873"/>
                </a:lnTo>
                <a:lnTo>
                  <a:pt x="116257" y="5369"/>
                </a:lnTo>
                <a:lnTo>
                  <a:pt x="115712" y="4884"/>
                </a:lnTo>
                <a:lnTo>
                  <a:pt x="115127" y="4420"/>
                </a:lnTo>
                <a:lnTo>
                  <a:pt x="114502" y="3976"/>
                </a:lnTo>
                <a:lnTo>
                  <a:pt x="113836" y="3573"/>
                </a:lnTo>
                <a:lnTo>
                  <a:pt x="113129" y="3189"/>
                </a:lnTo>
                <a:lnTo>
                  <a:pt x="112403" y="2846"/>
                </a:lnTo>
                <a:lnTo>
                  <a:pt x="111596" y="2503"/>
                </a:lnTo>
                <a:lnTo>
                  <a:pt x="110970" y="2261"/>
                </a:lnTo>
                <a:lnTo>
                  <a:pt x="110284" y="2039"/>
                </a:lnTo>
                <a:lnTo>
                  <a:pt x="109578" y="1837"/>
                </a:lnTo>
                <a:lnTo>
                  <a:pt x="108851" y="1635"/>
                </a:lnTo>
                <a:lnTo>
                  <a:pt x="108064" y="1433"/>
                </a:lnTo>
                <a:lnTo>
                  <a:pt x="107257" y="1272"/>
                </a:lnTo>
                <a:lnTo>
                  <a:pt x="106389" y="1090"/>
                </a:lnTo>
                <a:lnTo>
                  <a:pt x="105481" y="949"/>
                </a:lnTo>
                <a:lnTo>
                  <a:pt x="103988" y="707"/>
                </a:lnTo>
                <a:lnTo>
                  <a:pt x="102474" y="505"/>
                </a:lnTo>
                <a:lnTo>
                  <a:pt x="100961" y="344"/>
                </a:lnTo>
                <a:lnTo>
                  <a:pt x="99447" y="202"/>
                </a:lnTo>
                <a:lnTo>
                  <a:pt x="97934" y="102"/>
                </a:lnTo>
                <a:lnTo>
                  <a:pt x="96420" y="41"/>
                </a:lnTo>
                <a:lnTo>
                  <a:pt x="9488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0" name="Google Shape;4330;p53"/>
          <p:cNvSpPr/>
          <p:nvPr/>
        </p:nvSpPr>
        <p:spPr>
          <a:xfrm>
            <a:off x="9011602" y="-25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1" name="Google Shape;4331;p53"/>
          <p:cNvSpPr/>
          <p:nvPr/>
        </p:nvSpPr>
        <p:spPr>
          <a:xfrm>
            <a:off x="7182848" y="1854781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2" name="Google Shape;4332;p53"/>
          <p:cNvSpPr/>
          <p:nvPr/>
        </p:nvSpPr>
        <p:spPr>
          <a:xfrm>
            <a:off x="7364488" y="11396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3" name="Google Shape;4333;p53"/>
          <p:cNvSpPr/>
          <p:nvPr/>
        </p:nvSpPr>
        <p:spPr>
          <a:xfrm>
            <a:off x="8605498" y="3630536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4" name="Google Shape;4334;p53"/>
          <p:cNvSpPr/>
          <p:nvPr/>
        </p:nvSpPr>
        <p:spPr>
          <a:xfrm>
            <a:off x="7917290" y="1315452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5" name="Google Shape;4335;p53"/>
          <p:cNvSpPr/>
          <p:nvPr/>
        </p:nvSpPr>
        <p:spPr>
          <a:xfrm>
            <a:off x="1573619" y="4469485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6" name="Google Shape;4336;p53"/>
          <p:cNvSpPr/>
          <p:nvPr/>
        </p:nvSpPr>
        <p:spPr>
          <a:xfrm rot="3449335">
            <a:off x="1554254" y="-1020347"/>
            <a:ext cx="1395586" cy="1650631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7" name="Google Shape;4337;p53"/>
          <p:cNvSpPr/>
          <p:nvPr/>
        </p:nvSpPr>
        <p:spPr>
          <a:xfrm>
            <a:off x="8938198" y="3915546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8" name="Google Shape;4338;p53"/>
          <p:cNvSpPr/>
          <p:nvPr/>
        </p:nvSpPr>
        <p:spPr>
          <a:xfrm>
            <a:off x="1754085" y="4576657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9" name="Google Shape;4339;p53"/>
          <p:cNvSpPr/>
          <p:nvPr/>
        </p:nvSpPr>
        <p:spPr>
          <a:xfrm>
            <a:off x="7475015" y="1977720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0" name="Google Shape;4340;p53"/>
          <p:cNvSpPr/>
          <p:nvPr/>
        </p:nvSpPr>
        <p:spPr>
          <a:xfrm>
            <a:off x="7497601" y="258374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1" name="Google Shape;4341;p53"/>
          <p:cNvSpPr/>
          <p:nvPr/>
        </p:nvSpPr>
        <p:spPr>
          <a:xfrm>
            <a:off x="7989465" y="1384273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2" name="Google Shape;4342;p53"/>
          <p:cNvSpPr/>
          <p:nvPr/>
        </p:nvSpPr>
        <p:spPr>
          <a:xfrm rot="3449335">
            <a:off x="1655522" y="-908175"/>
            <a:ext cx="1193653" cy="1427229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3" name="Google Shape;4343;p53"/>
          <p:cNvSpPr/>
          <p:nvPr/>
        </p:nvSpPr>
        <p:spPr>
          <a:xfrm>
            <a:off x="7611538" y="31925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4" name="Google Shape;4344;p53"/>
          <p:cNvSpPr/>
          <p:nvPr/>
        </p:nvSpPr>
        <p:spPr>
          <a:xfrm>
            <a:off x="8093284" y="1493738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5" name="Google Shape;4345;p53"/>
          <p:cNvSpPr/>
          <p:nvPr/>
        </p:nvSpPr>
        <p:spPr>
          <a:xfrm rot="3449335">
            <a:off x="1810805" y="-768073"/>
            <a:ext cx="901487" cy="1104539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6" name="Google Shape;4346;p53"/>
          <p:cNvSpPr/>
          <p:nvPr/>
        </p:nvSpPr>
        <p:spPr>
          <a:xfrm>
            <a:off x="8740847" y="1813019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7" name="Google Shape;4347;p53"/>
          <p:cNvSpPr/>
          <p:nvPr/>
        </p:nvSpPr>
        <p:spPr>
          <a:xfrm>
            <a:off x="7850706" y="3773824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8" name="Google Shape;4348;p53"/>
          <p:cNvSpPr/>
          <p:nvPr/>
        </p:nvSpPr>
        <p:spPr>
          <a:xfrm rot="3449335">
            <a:off x="2567386" y="-287123"/>
            <a:ext cx="130932" cy="390449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9" name="Google Shape;4349;p53"/>
          <p:cNvSpPr/>
          <p:nvPr/>
        </p:nvSpPr>
        <p:spPr>
          <a:xfrm>
            <a:off x="13470249" y="372312"/>
            <a:ext cx="206522" cy="1040271"/>
          </a:xfrm>
          <a:custGeom>
            <a:rect b="b" l="l" r="r" t="t"/>
            <a:pathLst>
              <a:path extrusionOk="0" h="18607" w="3694">
                <a:moveTo>
                  <a:pt x="2160" y="0"/>
                </a:moveTo>
                <a:lnTo>
                  <a:pt x="2099" y="61"/>
                </a:lnTo>
                <a:lnTo>
                  <a:pt x="2281" y="283"/>
                </a:lnTo>
                <a:lnTo>
                  <a:pt x="2462" y="545"/>
                </a:lnTo>
                <a:lnTo>
                  <a:pt x="2624" y="787"/>
                </a:lnTo>
                <a:lnTo>
                  <a:pt x="2765" y="1050"/>
                </a:lnTo>
                <a:lnTo>
                  <a:pt x="2886" y="1292"/>
                </a:lnTo>
                <a:lnTo>
                  <a:pt x="3007" y="1554"/>
                </a:lnTo>
                <a:lnTo>
                  <a:pt x="3209" y="2079"/>
                </a:lnTo>
                <a:lnTo>
                  <a:pt x="3350" y="2604"/>
                </a:lnTo>
                <a:lnTo>
                  <a:pt x="3471" y="3108"/>
                </a:lnTo>
                <a:lnTo>
                  <a:pt x="3532" y="3592"/>
                </a:lnTo>
                <a:lnTo>
                  <a:pt x="3572" y="4036"/>
                </a:lnTo>
                <a:lnTo>
                  <a:pt x="3613" y="4581"/>
                </a:lnTo>
                <a:lnTo>
                  <a:pt x="3613" y="5126"/>
                </a:lnTo>
                <a:lnTo>
                  <a:pt x="3592" y="5671"/>
                </a:lnTo>
                <a:lnTo>
                  <a:pt x="3552" y="6216"/>
                </a:lnTo>
                <a:lnTo>
                  <a:pt x="3431" y="7285"/>
                </a:lnTo>
                <a:lnTo>
                  <a:pt x="3290" y="8355"/>
                </a:lnTo>
                <a:lnTo>
                  <a:pt x="2684" y="12734"/>
                </a:lnTo>
                <a:lnTo>
                  <a:pt x="2604" y="13360"/>
                </a:lnTo>
                <a:lnTo>
                  <a:pt x="2503" y="14026"/>
                </a:lnTo>
                <a:lnTo>
                  <a:pt x="2361" y="14712"/>
                </a:lnTo>
                <a:lnTo>
                  <a:pt x="2281" y="15055"/>
                </a:lnTo>
                <a:lnTo>
                  <a:pt x="2180" y="15398"/>
                </a:lnTo>
                <a:lnTo>
                  <a:pt x="2059" y="15741"/>
                </a:lnTo>
                <a:lnTo>
                  <a:pt x="1938" y="16084"/>
                </a:lnTo>
                <a:lnTo>
                  <a:pt x="1796" y="16407"/>
                </a:lnTo>
                <a:lnTo>
                  <a:pt x="1635" y="16730"/>
                </a:lnTo>
                <a:lnTo>
                  <a:pt x="1453" y="17053"/>
                </a:lnTo>
                <a:lnTo>
                  <a:pt x="1252" y="17355"/>
                </a:lnTo>
                <a:lnTo>
                  <a:pt x="1030" y="17638"/>
                </a:lnTo>
                <a:lnTo>
                  <a:pt x="787" y="17900"/>
                </a:lnTo>
                <a:lnTo>
                  <a:pt x="606" y="18082"/>
                </a:lnTo>
                <a:lnTo>
                  <a:pt x="404" y="18243"/>
                </a:lnTo>
                <a:lnTo>
                  <a:pt x="202" y="18384"/>
                </a:lnTo>
                <a:lnTo>
                  <a:pt x="0" y="18526"/>
                </a:lnTo>
                <a:lnTo>
                  <a:pt x="41" y="18606"/>
                </a:lnTo>
                <a:lnTo>
                  <a:pt x="263" y="18465"/>
                </a:lnTo>
                <a:lnTo>
                  <a:pt x="465" y="18304"/>
                </a:lnTo>
                <a:lnTo>
                  <a:pt x="666" y="18142"/>
                </a:lnTo>
                <a:lnTo>
                  <a:pt x="848" y="17961"/>
                </a:lnTo>
                <a:lnTo>
                  <a:pt x="1090" y="17678"/>
                </a:lnTo>
                <a:lnTo>
                  <a:pt x="1332" y="17396"/>
                </a:lnTo>
                <a:lnTo>
                  <a:pt x="1534" y="17093"/>
                </a:lnTo>
                <a:lnTo>
                  <a:pt x="1716" y="16790"/>
                </a:lnTo>
                <a:lnTo>
                  <a:pt x="1877" y="16447"/>
                </a:lnTo>
                <a:lnTo>
                  <a:pt x="2018" y="16124"/>
                </a:lnTo>
                <a:lnTo>
                  <a:pt x="2139" y="15781"/>
                </a:lnTo>
                <a:lnTo>
                  <a:pt x="2240" y="15438"/>
                </a:lnTo>
                <a:lnTo>
                  <a:pt x="2341" y="15075"/>
                </a:lnTo>
                <a:lnTo>
                  <a:pt x="2442" y="14732"/>
                </a:lnTo>
                <a:lnTo>
                  <a:pt x="2563" y="14046"/>
                </a:lnTo>
                <a:lnTo>
                  <a:pt x="2684" y="13380"/>
                </a:lnTo>
                <a:lnTo>
                  <a:pt x="2765" y="12734"/>
                </a:lnTo>
                <a:lnTo>
                  <a:pt x="3370" y="8375"/>
                </a:lnTo>
                <a:lnTo>
                  <a:pt x="3512" y="7306"/>
                </a:lnTo>
                <a:lnTo>
                  <a:pt x="3633" y="6216"/>
                </a:lnTo>
                <a:lnTo>
                  <a:pt x="3673" y="5671"/>
                </a:lnTo>
                <a:lnTo>
                  <a:pt x="3693" y="5126"/>
                </a:lnTo>
                <a:lnTo>
                  <a:pt x="3693" y="4581"/>
                </a:lnTo>
                <a:lnTo>
                  <a:pt x="3653" y="4036"/>
                </a:lnTo>
                <a:lnTo>
                  <a:pt x="3613" y="3572"/>
                </a:lnTo>
                <a:lnTo>
                  <a:pt x="3532" y="3088"/>
                </a:lnTo>
                <a:lnTo>
                  <a:pt x="3431" y="2583"/>
                </a:lnTo>
                <a:lnTo>
                  <a:pt x="3290" y="2059"/>
                </a:lnTo>
                <a:lnTo>
                  <a:pt x="3088" y="1534"/>
                </a:lnTo>
                <a:lnTo>
                  <a:pt x="2967" y="1272"/>
                </a:lnTo>
                <a:lnTo>
                  <a:pt x="2826" y="1009"/>
                </a:lnTo>
                <a:lnTo>
                  <a:pt x="2684" y="747"/>
                </a:lnTo>
                <a:lnTo>
                  <a:pt x="2523" y="485"/>
                </a:lnTo>
                <a:lnTo>
                  <a:pt x="2341" y="243"/>
                </a:lnTo>
                <a:lnTo>
                  <a:pt x="216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0" name="Google Shape;4350;p53"/>
          <p:cNvSpPr/>
          <p:nvPr/>
        </p:nvSpPr>
        <p:spPr>
          <a:xfrm>
            <a:off x="8905548" y="1936013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1" name="Google Shape;4351;p53"/>
          <p:cNvSpPr/>
          <p:nvPr/>
        </p:nvSpPr>
        <p:spPr>
          <a:xfrm>
            <a:off x="9054482" y="2190947"/>
            <a:ext cx="794334" cy="541632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2" name="Google Shape;4352;p53"/>
          <p:cNvSpPr/>
          <p:nvPr/>
        </p:nvSpPr>
        <p:spPr>
          <a:xfrm>
            <a:off x="8006405" y="3940817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3" name="Google Shape;4353;p53"/>
          <p:cNvSpPr/>
          <p:nvPr/>
        </p:nvSpPr>
        <p:spPr>
          <a:xfrm>
            <a:off x="8024463" y="3383486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4" name="Google Shape;4354;p53"/>
          <p:cNvSpPr/>
          <p:nvPr/>
        </p:nvSpPr>
        <p:spPr>
          <a:xfrm>
            <a:off x="8022171" y="3381194"/>
            <a:ext cx="104994" cy="104994"/>
          </a:xfrm>
          <a:custGeom>
            <a:rect b="b" l="l" r="r" t="t"/>
            <a:pathLst>
              <a:path extrusionOk="0" h="1878" w="1878">
                <a:moveTo>
                  <a:pt x="949" y="81"/>
                </a:moveTo>
                <a:lnTo>
                  <a:pt x="1111" y="102"/>
                </a:lnTo>
                <a:lnTo>
                  <a:pt x="1272" y="142"/>
                </a:lnTo>
                <a:lnTo>
                  <a:pt x="1414" y="223"/>
                </a:lnTo>
                <a:lnTo>
                  <a:pt x="1555" y="32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8"/>
                </a:lnTo>
                <a:lnTo>
                  <a:pt x="1797" y="949"/>
                </a:lnTo>
                <a:lnTo>
                  <a:pt x="1777" y="1111"/>
                </a:lnTo>
                <a:lnTo>
                  <a:pt x="1736" y="1272"/>
                </a:lnTo>
                <a:lnTo>
                  <a:pt x="1656" y="1413"/>
                </a:lnTo>
                <a:lnTo>
                  <a:pt x="1555" y="1555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77"/>
                </a:lnTo>
                <a:lnTo>
                  <a:pt x="949" y="1797"/>
                </a:lnTo>
                <a:lnTo>
                  <a:pt x="768" y="1777"/>
                </a:lnTo>
                <a:lnTo>
                  <a:pt x="606" y="1736"/>
                </a:lnTo>
                <a:lnTo>
                  <a:pt x="465" y="1655"/>
                </a:lnTo>
                <a:lnTo>
                  <a:pt x="344" y="1555"/>
                </a:lnTo>
                <a:lnTo>
                  <a:pt x="223" y="1413"/>
                </a:lnTo>
                <a:lnTo>
                  <a:pt x="142" y="1272"/>
                </a:lnTo>
                <a:lnTo>
                  <a:pt x="102" y="1111"/>
                </a:lnTo>
                <a:lnTo>
                  <a:pt x="82" y="949"/>
                </a:lnTo>
                <a:lnTo>
                  <a:pt x="102" y="768"/>
                </a:lnTo>
                <a:lnTo>
                  <a:pt x="142" y="606"/>
                </a:lnTo>
                <a:lnTo>
                  <a:pt x="223" y="465"/>
                </a:lnTo>
                <a:lnTo>
                  <a:pt x="344" y="324"/>
                </a:lnTo>
                <a:lnTo>
                  <a:pt x="465" y="223"/>
                </a:lnTo>
                <a:lnTo>
                  <a:pt x="606" y="142"/>
                </a:lnTo>
                <a:lnTo>
                  <a:pt x="768" y="102"/>
                </a:lnTo>
                <a:lnTo>
                  <a:pt x="949" y="81"/>
                </a:lnTo>
                <a:close/>
                <a:moveTo>
                  <a:pt x="949" y="1"/>
                </a:moveTo>
                <a:lnTo>
                  <a:pt x="748" y="21"/>
                </a:lnTo>
                <a:lnTo>
                  <a:pt x="586" y="81"/>
                </a:lnTo>
                <a:lnTo>
                  <a:pt x="425" y="162"/>
                </a:lnTo>
                <a:lnTo>
                  <a:pt x="284" y="283"/>
                </a:lnTo>
                <a:lnTo>
                  <a:pt x="162" y="404"/>
                </a:lnTo>
                <a:lnTo>
                  <a:pt x="82" y="56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82" y="1312"/>
                </a:lnTo>
                <a:lnTo>
                  <a:pt x="162" y="1474"/>
                </a:lnTo>
                <a:lnTo>
                  <a:pt x="284" y="1615"/>
                </a:lnTo>
                <a:lnTo>
                  <a:pt x="425" y="1716"/>
                </a:lnTo>
                <a:lnTo>
                  <a:pt x="586" y="1817"/>
                </a:lnTo>
                <a:lnTo>
                  <a:pt x="748" y="1857"/>
                </a:lnTo>
                <a:lnTo>
                  <a:pt x="949" y="1877"/>
                </a:lnTo>
                <a:lnTo>
                  <a:pt x="1131" y="1857"/>
                </a:lnTo>
                <a:lnTo>
                  <a:pt x="1313" y="1817"/>
                </a:lnTo>
                <a:lnTo>
                  <a:pt x="1474" y="1716"/>
                </a:lnTo>
                <a:lnTo>
                  <a:pt x="1615" y="1615"/>
                </a:lnTo>
                <a:lnTo>
                  <a:pt x="1716" y="1474"/>
                </a:lnTo>
                <a:lnTo>
                  <a:pt x="181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817" y="566"/>
                </a:lnTo>
                <a:lnTo>
                  <a:pt x="1716" y="404"/>
                </a:lnTo>
                <a:lnTo>
                  <a:pt x="1615" y="283"/>
                </a:lnTo>
                <a:lnTo>
                  <a:pt x="1474" y="162"/>
                </a:lnTo>
                <a:lnTo>
                  <a:pt x="1313" y="81"/>
                </a:lnTo>
                <a:lnTo>
                  <a:pt x="1131" y="21"/>
                </a:lnTo>
                <a:lnTo>
                  <a:pt x="94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5" name="Google Shape;4355;p53"/>
          <p:cNvSpPr/>
          <p:nvPr/>
        </p:nvSpPr>
        <p:spPr>
          <a:xfrm>
            <a:off x="8252337" y="1963072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6" name="Google Shape;4356;p53"/>
          <p:cNvSpPr/>
          <p:nvPr/>
        </p:nvSpPr>
        <p:spPr>
          <a:xfrm>
            <a:off x="8250101" y="1960780"/>
            <a:ext cx="104994" cy="106112"/>
          </a:xfrm>
          <a:custGeom>
            <a:rect b="b" l="l" r="r" t="t"/>
            <a:pathLst>
              <a:path extrusionOk="0" h="1898" w="1878">
                <a:moveTo>
                  <a:pt x="929" y="82"/>
                </a:moveTo>
                <a:lnTo>
                  <a:pt x="1110" y="102"/>
                </a:lnTo>
                <a:lnTo>
                  <a:pt x="1272" y="162"/>
                </a:lnTo>
                <a:lnTo>
                  <a:pt x="1413" y="243"/>
                </a:lnTo>
                <a:lnTo>
                  <a:pt x="1554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31"/>
                </a:lnTo>
                <a:lnTo>
                  <a:pt x="1736" y="1293"/>
                </a:lnTo>
                <a:lnTo>
                  <a:pt x="1655" y="143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97"/>
                </a:lnTo>
                <a:lnTo>
                  <a:pt x="929" y="1817"/>
                </a:lnTo>
                <a:lnTo>
                  <a:pt x="767" y="1797"/>
                </a:lnTo>
                <a:lnTo>
                  <a:pt x="606" y="1736"/>
                </a:lnTo>
                <a:lnTo>
                  <a:pt x="465" y="1656"/>
                </a:lnTo>
                <a:lnTo>
                  <a:pt x="323" y="1555"/>
                </a:lnTo>
                <a:lnTo>
                  <a:pt x="222" y="1434"/>
                </a:lnTo>
                <a:lnTo>
                  <a:pt x="142" y="1293"/>
                </a:lnTo>
                <a:lnTo>
                  <a:pt x="101" y="113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44"/>
                </a:lnTo>
                <a:lnTo>
                  <a:pt x="465" y="243"/>
                </a:lnTo>
                <a:lnTo>
                  <a:pt x="606" y="162"/>
                </a:lnTo>
                <a:lnTo>
                  <a:pt x="767" y="102"/>
                </a:lnTo>
                <a:lnTo>
                  <a:pt x="929" y="82"/>
                </a:lnTo>
                <a:close/>
                <a:moveTo>
                  <a:pt x="929" y="1"/>
                </a:moveTo>
                <a:lnTo>
                  <a:pt x="747" y="21"/>
                </a:lnTo>
                <a:lnTo>
                  <a:pt x="565" y="82"/>
                </a:lnTo>
                <a:lnTo>
                  <a:pt x="404" y="162"/>
                </a:lnTo>
                <a:lnTo>
                  <a:pt x="263" y="284"/>
                </a:lnTo>
                <a:lnTo>
                  <a:pt x="162" y="425"/>
                </a:lnTo>
                <a:lnTo>
                  <a:pt x="61" y="586"/>
                </a:lnTo>
                <a:lnTo>
                  <a:pt x="21" y="768"/>
                </a:lnTo>
                <a:lnTo>
                  <a:pt x="0" y="949"/>
                </a:lnTo>
                <a:lnTo>
                  <a:pt x="21" y="1131"/>
                </a:lnTo>
                <a:lnTo>
                  <a:pt x="61" y="1313"/>
                </a:lnTo>
                <a:lnTo>
                  <a:pt x="162" y="1474"/>
                </a:lnTo>
                <a:lnTo>
                  <a:pt x="263" y="1615"/>
                </a:lnTo>
                <a:lnTo>
                  <a:pt x="404" y="1736"/>
                </a:lnTo>
                <a:lnTo>
                  <a:pt x="565" y="1817"/>
                </a:lnTo>
                <a:lnTo>
                  <a:pt x="747" y="1878"/>
                </a:lnTo>
                <a:lnTo>
                  <a:pt x="929" y="1898"/>
                </a:lnTo>
                <a:lnTo>
                  <a:pt x="1130" y="1878"/>
                </a:lnTo>
                <a:lnTo>
                  <a:pt x="1312" y="1817"/>
                </a:lnTo>
                <a:lnTo>
                  <a:pt x="1453" y="1736"/>
                </a:lnTo>
                <a:lnTo>
                  <a:pt x="1595" y="1615"/>
                </a:lnTo>
                <a:lnTo>
                  <a:pt x="1716" y="1474"/>
                </a:lnTo>
                <a:lnTo>
                  <a:pt x="1796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68"/>
                </a:lnTo>
                <a:lnTo>
                  <a:pt x="1796" y="586"/>
                </a:lnTo>
                <a:lnTo>
                  <a:pt x="1716" y="425"/>
                </a:lnTo>
                <a:lnTo>
                  <a:pt x="1595" y="284"/>
                </a:lnTo>
                <a:lnTo>
                  <a:pt x="1453" y="162"/>
                </a:lnTo>
                <a:lnTo>
                  <a:pt x="1312" y="82"/>
                </a:lnTo>
                <a:lnTo>
                  <a:pt x="1130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7" name="Google Shape;4357;p53"/>
          <p:cNvSpPr/>
          <p:nvPr/>
        </p:nvSpPr>
        <p:spPr>
          <a:xfrm>
            <a:off x="8947481" y="1091884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8" name="Google Shape;4358;p53"/>
          <p:cNvSpPr/>
          <p:nvPr/>
        </p:nvSpPr>
        <p:spPr>
          <a:xfrm>
            <a:off x="9048679" y="137326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9" name="Google Shape;4359;p53"/>
          <p:cNvSpPr/>
          <p:nvPr/>
        </p:nvSpPr>
        <p:spPr>
          <a:xfrm>
            <a:off x="9064657" y="390240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0" name="Google Shape;4360;p53"/>
          <p:cNvSpPr/>
          <p:nvPr/>
        </p:nvSpPr>
        <p:spPr>
          <a:xfrm>
            <a:off x="9062365" y="3900173"/>
            <a:ext cx="104994" cy="104994"/>
          </a:xfrm>
          <a:custGeom>
            <a:rect b="b" l="l" r="r" t="t"/>
            <a:pathLst>
              <a:path extrusionOk="0" h="1878" w="1878">
                <a:moveTo>
                  <a:pt x="929" y="81"/>
                </a:moveTo>
                <a:lnTo>
                  <a:pt x="1111" y="101"/>
                </a:lnTo>
                <a:lnTo>
                  <a:pt x="1272" y="142"/>
                </a:lnTo>
                <a:lnTo>
                  <a:pt x="1414" y="223"/>
                </a:lnTo>
                <a:lnTo>
                  <a:pt x="1535" y="34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7"/>
                </a:lnTo>
                <a:lnTo>
                  <a:pt x="1797" y="949"/>
                </a:lnTo>
                <a:lnTo>
                  <a:pt x="1777" y="1110"/>
                </a:lnTo>
                <a:lnTo>
                  <a:pt x="1736" y="1272"/>
                </a:lnTo>
                <a:lnTo>
                  <a:pt x="1656" y="1433"/>
                </a:lnTo>
                <a:lnTo>
                  <a:pt x="1535" y="1554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97"/>
                </a:lnTo>
                <a:lnTo>
                  <a:pt x="768" y="1797"/>
                </a:lnTo>
                <a:lnTo>
                  <a:pt x="606" y="1736"/>
                </a:lnTo>
                <a:lnTo>
                  <a:pt x="445" y="1655"/>
                </a:lnTo>
                <a:lnTo>
                  <a:pt x="324" y="1554"/>
                </a:lnTo>
                <a:lnTo>
                  <a:pt x="223" y="1433"/>
                </a:lnTo>
                <a:lnTo>
                  <a:pt x="142" y="1272"/>
                </a:lnTo>
                <a:lnTo>
                  <a:pt x="82" y="1110"/>
                </a:lnTo>
                <a:lnTo>
                  <a:pt x="82" y="949"/>
                </a:lnTo>
                <a:lnTo>
                  <a:pt x="82" y="767"/>
                </a:lnTo>
                <a:lnTo>
                  <a:pt x="142" y="606"/>
                </a:lnTo>
                <a:lnTo>
                  <a:pt x="223" y="465"/>
                </a:lnTo>
                <a:lnTo>
                  <a:pt x="324" y="344"/>
                </a:lnTo>
                <a:lnTo>
                  <a:pt x="445" y="223"/>
                </a:lnTo>
                <a:lnTo>
                  <a:pt x="606" y="142"/>
                </a:lnTo>
                <a:lnTo>
                  <a:pt x="768" y="101"/>
                </a:lnTo>
                <a:lnTo>
                  <a:pt x="929" y="81"/>
                </a:lnTo>
                <a:close/>
                <a:moveTo>
                  <a:pt x="929" y="1"/>
                </a:moveTo>
                <a:lnTo>
                  <a:pt x="748" y="21"/>
                </a:lnTo>
                <a:lnTo>
                  <a:pt x="566" y="81"/>
                </a:lnTo>
                <a:lnTo>
                  <a:pt x="405" y="162"/>
                </a:lnTo>
                <a:lnTo>
                  <a:pt x="263" y="283"/>
                </a:lnTo>
                <a:lnTo>
                  <a:pt x="162" y="424"/>
                </a:lnTo>
                <a:lnTo>
                  <a:pt x="62" y="58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62" y="1312"/>
                </a:lnTo>
                <a:lnTo>
                  <a:pt x="162" y="1474"/>
                </a:lnTo>
                <a:lnTo>
                  <a:pt x="263" y="1615"/>
                </a:lnTo>
                <a:lnTo>
                  <a:pt x="405" y="1716"/>
                </a:lnTo>
                <a:lnTo>
                  <a:pt x="566" y="1817"/>
                </a:lnTo>
                <a:lnTo>
                  <a:pt x="748" y="1857"/>
                </a:lnTo>
                <a:lnTo>
                  <a:pt x="929" y="1877"/>
                </a:lnTo>
                <a:lnTo>
                  <a:pt x="1131" y="1857"/>
                </a:lnTo>
                <a:lnTo>
                  <a:pt x="1293" y="1817"/>
                </a:lnTo>
                <a:lnTo>
                  <a:pt x="1454" y="1716"/>
                </a:lnTo>
                <a:lnTo>
                  <a:pt x="1595" y="1615"/>
                </a:lnTo>
                <a:lnTo>
                  <a:pt x="1716" y="1474"/>
                </a:lnTo>
                <a:lnTo>
                  <a:pt x="179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797" y="586"/>
                </a:lnTo>
                <a:lnTo>
                  <a:pt x="1716" y="424"/>
                </a:lnTo>
                <a:lnTo>
                  <a:pt x="1595" y="283"/>
                </a:lnTo>
                <a:lnTo>
                  <a:pt x="1454" y="162"/>
                </a:lnTo>
                <a:lnTo>
                  <a:pt x="1293" y="81"/>
                </a:lnTo>
                <a:lnTo>
                  <a:pt x="1131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1" name="Google Shape;4361;p53"/>
          <p:cNvSpPr/>
          <p:nvPr/>
        </p:nvSpPr>
        <p:spPr>
          <a:xfrm>
            <a:off x="7397129" y="44694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2" name="Google Shape;4362;p53"/>
          <p:cNvSpPr/>
          <p:nvPr/>
        </p:nvSpPr>
        <p:spPr>
          <a:xfrm>
            <a:off x="7665172" y="399370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3" name="Google Shape;4363;p53"/>
          <p:cNvSpPr/>
          <p:nvPr/>
        </p:nvSpPr>
        <p:spPr>
          <a:xfrm>
            <a:off x="9325237" y="2442525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4" name="Google Shape;4364;p53"/>
          <p:cNvSpPr/>
          <p:nvPr/>
        </p:nvSpPr>
        <p:spPr>
          <a:xfrm>
            <a:off x="9301588" y="2466230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5" name="Google Shape;4365;p53"/>
          <p:cNvSpPr/>
          <p:nvPr/>
        </p:nvSpPr>
        <p:spPr>
          <a:xfrm rot="3449335">
            <a:off x="2649872" y="-138575"/>
            <a:ext cx="4584" cy="55347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6" name="Google Shape;4366;p53"/>
          <p:cNvSpPr/>
          <p:nvPr/>
        </p:nvSpPr>
        <p:spPr>
          <a:xfrm>
            <a:off x="-2003610" y="63728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7" name="Google Shape;4367;p53"/>
          <p:cNvSpPr/>
          <p:nvPr/>
        </p:nvSpPr>
        <p:spPr>
          <a:xfrm rot="3449335">
            <a:off x="2625262" y="-113023"/>
            <a:ext cx="55347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8" name="Google Shape;4368;p53"/>
          <p:cNvGrpSpPr/>
          <p:nvPr/>
        </p:nvGrpSpPr>
        <p:grpSpPr>
          <a:xfrm>
            <a:off x="3970982" y="4599416"/>
            <a:ext cx="1205112" cy="520243"/>
            <a:chOff x="3970982" y="4599416"/>
            <a:chExt cx="1205112" cy="520243"/>
          </a:xfrm>
        </p:grpSpPr>
        <p:sp>
          <p:nvSpPr>
            <p:cNvPr id="4369" name="Google Shape;4369;p53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3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3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3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3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3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3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3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3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3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3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3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3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3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3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3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3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3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3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3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3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3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3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3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3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3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3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3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3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3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3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3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1" name="Google Shape;4401;p53"/>
          <p:cNvGrpSpPr/>
          <p:nvPr/>
        </p:nvGrpSpPr>
        <p:grpSpPr>
          <a:xfrm>
            <a:off x="3969444" y="51341"/>
            <a:ext cx="1205112" cy="520243"/>
            <a:chOff x="3970982" y="4599416"/>
            <a:chExt cx="1205112" cy="520243"/>
          </a:xfrm>
        </p:grpSpPr>
        <p:sp>
          <p:nvSpPr>
            <p:cNvPr id="4402" name="Google Shape;4402;p53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3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3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3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3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3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3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3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3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3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3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3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3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3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3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3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3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3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3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3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3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3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3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3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3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3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3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3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3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3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3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3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4" name="Google Shape;4434;p53"/>
          <p:cNvGrpSpPr/>
          <p:nvPr/>
        </p:nvGrpSpPr>
        <p:grpSpPr>
          <a:xfrm>
            <a:off x="335952" y="4224312"/>
            <a:ext cx="754524" cy="750237"/>
            <a:chOff x="8523754" y="10"/>
            <a:chExt cx="516408" cy="513439"/>
          </a:xfrm>
        </p:grpSpPr>
        <p:sp>
          <p:nvSpPr>
            <p:cNvPr id="4435" name="Google Shape;4435;p53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3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7" name="Google Shape;4437;p53"/>
          <p:cNvSpPr/>
          <p:nvPr/>
        </p:nvSpPr>
        <p:spPr>
          <a:xfrm>
            <a:off x="8202150" y="4384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8" name="Google Shape;4438;p53"/>
          <p:cNvSpPr/>
          <p:nvPr/>
        </p:nvSpPr>
        <p:spPr>
          <a:xfrm>
            <a:off x="484600" y="280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9" name="Google Shape;4439;p53"/>
          <p:cNvGrpSpPr/>
          <p:nvPr/>
        </p:nvGrpSpPr>
        <p:grpSpPr>
          <a:xfrm flipH="1" rot="2700000">
            <a:off x="-2243747" y="347213"/>
            <a:ext cx="2946912" cy="1512954"/>
            <a:chOff x="-1306807" y="-1638114"/>
            <a:chExt cx="2946940" cy="1512969"/>
          </a:xfrm>
        </p:grpSpPr>
        <p:sp>
          <p:nvSpPr>
            <p:cNvPr id="4440" name="Google Shape;4440;p53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3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3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3" name="Google Shape;4443;p53"/>
          <p:cNvSpPr/>
          <p:nvPr/>
        </p:nvSpPr>
        <p:spPr>
          <a:xfrm>
            <a:off x="322954" y="27325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4" name="Google Shape;4444;p53"/>
          <p:cNvSpPr/>
          <p:nvPr/>
        </p:nvSpPr>
        <p:spPr>
          <a:xfrm>
            <a:off x="2337742" y="162452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5" name="Google Shape;4445;p53"/>
          <p:cNvSpPr/>
          <p:nvPr/>
        </p:nvSpPr>
        <p:spPr>
          <a:xfrm>
            <a:off x="266642" y="137584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6" name="Google Shape;4446;p53"/>
          <p:cNvSpPr/>
          <p:nvPr/>
        </p:nvSpPr>
        <p:spPr>
          <a:xfrm>
            <a:off x="523842" y="1693465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7" name="Google Shape;4447;p53"/>
          <p:cNvSpPr/>
          <p:nvPr/>
        </p:nvSpPr>
        <p:spPr>
          <a:xfrm>
            <a:off x="3174892" y="-1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5">
  <p:cSld name="CUSTOM_10_1_1_1_1">
    <p:bg>
      <p:bgPr>
        <a:solidFill>
          <a:schemeClr val="lt2"/>
        </a:solidFill>
      </p:bgPr>
    </p:bg>
    <p:spTree>
      <p:nvGrpSpPr>
        <p:cNvPr id="4448" name="Shape 4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9" name="Google Shape;4449;p54"/>
          <p:cNvSpPr/>
          <p:nvPr/>
        </p:nvSpPr>
        <p:spPr>
          <a:xfrm flipH="1">
            <a:off x="8403688" y="0"/>
            <a:ext cx="754500" cy="51435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0" name="Google Shape;4450;p54"/>
          <p:cNvSpPr txBox="1"/>
          <p:nvPr>
            <p:ph type="title"/>
          </p:nvPr>
        </p:nvSpPr>
        <p:spPr>
          <a:xfrm>
            <a:off x="3110400" y="2065980"/>
            <a:ext cx="41148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451" name="Google Shape;4451;p54"/>
          <p:cNvSpPr txBox="1"/>
          <p:nvPr>
            <p:ph idx="1" type="subTitle"/>
          </p:nvPr>
        </p:nvSpPr>
        <p:spPr>
          <a:xfrm>
            <a:off x="3110400" y="2682420"/>
            <a:ext cx="3069600" cy="3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452" name="Google Shape;4452;p54"/>
          <p:cNvSpPr txBox="1"/>
          <p:nvPr>
            <p:ph hasCustomPrompt="1" idx="2" type="title"/>
          </p:nvPr>
        </p:nvSpPr>
        <p:spPr>
          <a:xfrm>
            <a:off x="1918800" y="2334000"/>
            <a:ext cx="1088100" cy="47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453" name="Google Shape;4453;p54"/>
          <p:cNvSpPr/>
          <p:nvPr/>
        </p:nvSpPr>
        <p:spPr>
          <a:xfrm flipH="1">
            <a:off x="25" y="0"/>
            <a:ext cx="754500" cy="51435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4" name="Google Shape;4454;p54"/>
          <p:cNvSpPr/>
          <p:nvPr/>
        </p:nvSpPr>
        <p:spPr>
          <a:xfrm>
            <a:off x="8133850" y="18219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5" name="Google Shape;4455;p54"/>
          <p:cNvSpPr/>
          <p:nvPr/>
        </p:nvSpPr>
        <p:spPr>
          <a:xfrm rot="5400000">
            <a:off x="8133850" y="78729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6" name="Google Shape;4456;p54"/>
          <p:cNvSpPr/>
          <p:nvPr/>
        </p:nvSpPr>
        <p:spPr>
          <a:xfrm rot="3449335">
            <a:off x="1473204" y="-1086091"/>
            <a:ext cx="1596402" cy="180291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7" name="Google Shape;4457;p54"/>
          <p:cNvSpPr/>
          <p:nvPr/>
        </p:nvSpPr>
        <p:spPr>
          <a:xfrm>
            <a:off x="7290020" y="98147"/>
            <a:ext cx="6754688" cy="4497143"/>
          </a:xfrm>
          <a:custGeom>
            <a:rect b="b" l="l" r="r" t="t"/>
            <a:pathLst>
              <a:path extrusionOk="0" h="80439" w="120819">
                <a:moveTo>
                  <a:pt x="94887" y="81"/>
                </a:moveTo>
                <a:lnTo>
                  <a:pt x="96400" y="122"/>
                </a:lnTo>
                <a:lnTo>
                  <a:pt x="97914" y="182"/>
                </a:lnTo>
                <a:lnTo>
                  <a:pt x="99427" y="283"/>
                </a:lnTo>
                <a:lnTo>
                  <a:pt x="100941" y="424"/>
                </a:lnTo>
                <a:lnTo>
                  <a:pt x="102454" y="586"/>
                </a:lnTo>
                <a:lnTo>
                  <a:pt x="103968" y="788"/>
                </a:lnTo>
                <a:lnTo>
                  <a:pt x="105481" y="1030"/>
                </a:lnTo>
                <a:lnTo>
                  <a:pt x="106894" y="1272"/>
                </a:lnTo>
                <a:lnTo>
                  <a:pt x="107620" y="1413"/>
                </a:lnTo>
                <a:lnTo>
                  <a:pt x="108367" y="1595"/>
                </a:lnTo>
                <a:lnTo>
                  <a:pt x="109114" y="1777"/>
                </a:lnTo>
                <a:lnTo>
                  <a:pt x="109860" y="1998"/>
                </a:lnTo>
                <a:lnTo>
                  <a:pt x="110607" y="2241"/>
                </a:lnTo>
                <a:lnTo>
                  <a:pt x="111354" y="2503"/>
                </a:lnTo>
                <a:lnTo>
                  <a:pt x="112100" y="2806"/>
                </a:lnTo>
                <a:lnTo>
                  <a:pt x="112827" y="3129"/>
                </a:lnTo>
                <a:lnTo>
                  <a:pt x="113533" y="3492"/>
                </a:lnTo>
                <a:lnTo>
                  <a:pt x="114219" y="3895"/>
                </a:lnTo>
                <a:lnTo>
                  <a:pt x="114562" y="4117"/>
                </a:lnTo>
                <a:lnTo>
                  <a:pt x="114885" y="4339"/>
                </a:lnTo>
                <a:lnTo>
                  <a:pt x="115208" y="4582"/>
                </a:lnTo>
                <a:lnTo>
                  <a:pt x="115531" y="4824"/>
                </a:lnTo>
                <a:lnTo>
                  <a:pt x="115834" y="5086"/>
                </a:lnTo>
                <a:lnTo>
                  <a:pt x="116136" y="5369"/>
                </a:lnTo>
                <a:lnTo>
                  <a:pt x="116419" y="5651"/>
                </a:lnTo>
                <a:lnTo>
                  <a:pt x="116701" y="5934"/>
                </a:lnTo>
                <a:lnTo>
                  <a:pt x="117044" y="6317"/>
                </a:lnTo>
                <a:lnTo>
                  <a:pt x="117367" y="6721"/>
                </a:lnTo>
                <a:lnTo>
                  <a:pt x="117690" y="7165"/>
                </a:lnTo>
                <a:lnTo>
                  <a:pt x="118033" y="7669"/>
                </a:lnTo>
                <a:lnTo>
                  <a:pt x="118336" y="8194"/>
                </a:lnTo>
                <a:lnTo>
                  <a:pt x="118659" y="8799"/>
                </a:lnTo>
                <a:lnTo>
                  <a:pt x="118941" y="9445"/>
                </a:lnTo>
                <a:lnTo>
                  <a:pt x="119224" y="10171"/>
                </a:lnTo>
                <a:lnTo>
                  <a:pt x="119486" y="10958"/>
                </a:lnTo>
                <a:lnTo>
                  <a:pt x="119728" y="11826"/>
                </a:lnTo>
                <a:lnTo>
                  <a:pt x="119950" y="12795"/>
                </a:lnTo>
                <a:lnTo>
                  <a:pt x="120152" y="13824"/>
                </a:lnTo>
                <a:lnTo>
                  <a:pt x="120334" y="14974"/>
                </a:lnTo>
                <a:lnTo>
                  <a:pt x="120475" y="16205"/>
                </a:lnTo>
                <a:lnTo>
                  <a:pt x="120576" y="17557"/>
                </a:lnTo>
                <a:lnTo>
                  <a:pt x="120657" y="19010"/>
                </a:lnTo>
                <a:lnTo>
                  <a:pt x="120697" y="20241"/>
                </a:lnTo>
                <a:lnTo>
                  <a:pt x="120717" y="21472"/>
                </a:lnTo>
                <a:lnTo>
                  <a:pt x="120737" y="22683"/>
                </a:lnTo>
                <a:lnTo>
                  <a:pt x="120737" y="23914"/>
                </a:lnTo>
                <a:lnTo>
                  <a:pt x="120717" y="25145"/>
                </a:lnTo>
                <a:lnTo>
                  <a:pt x="120697" y="26376"/>
                </a:lnTo>
                <a:lnTo>
                  <a:pt x="120657" y="27607"/>
                </a:lnTo>
                <a:lnTo>
                  <a:pt x="120616" y="28838"/>
                </a:lnTo>
                <a:lnTo>
                  <a:pt x="120536" y="30049"/>
                </a:lnTo>
                <a:lnTo>
                  <a:pt x="120455" y="31280"/>
                </a:lnTo>
                <a:lnTo>
                  <a:pt x="120374" y="32511"/>
                </a:lnTo>
                <a:lnTo>
                  <a:pt x="120253" y="33722"/>
                </a:lnTo>
                <a:lnTo>
                  <a:pt x="120152" y="34953"/>
                </a:lnTo>
                <a:lnTo>
                  <a:pt x="120011" y="36163"/>
                </a:lnTo>
                <a:lnTo>
                  <a:pt x="119870" y="37394"/>
                </a:lnTo>
                <a:lnTo>
                  <a:pt x="119708" y="38605"/>
                </a:lnTo>
                <a:lnTo>
                  <a:pt x="119567" y="39533"/>
                </a:lnTo>
                <a:lnTo>
                  <a:pt x="119405" y="40462"/>
                </a:lnTo>
                <a:lnTo>
                  <a:pt x="119224" y="41390"/>
                </a:lnTo>
                <a:lnTo>
                  <a:pt x="119103" y="41834"/>
                </a:lnTo>
                <a:lnTo>
                  <a:pt x="118982" y="42278"/>
                </a:lnTo>
                <a:lnTo>
                  <a:pt x="118820" y="42722"/>
                </a:lnTo>
                <a:lnTo>
                  <a:pt x="118659" y="43166"/>
                </a:lnTo>
                <a:lnTo>
                  <a:pt x="118497" y="43590"/>
                </a:lnTo>
                <a:lnTo>
                  <a:pt x="118296" y="43993"/>
                </a:lnTo>
                <a:lnTo>
                  <a:pt x="118074" y="44397"/>
                </a:lnTo>
                <a:lnTo>
                  <a:pt x="117831" y="44800"/>
                </a:lnTo>
                <a:lnTo>
                  <a:pt x="117549" y="45164"/>
                </a:lnTo>
                <a:lnTo>
                  <a:pt x="117266" y="45527"/>
                </a:lnTo>
                <a:lnTo>
                  <a:pt x="117105" y="45709"/>
                </a:lnTo>
                <a:lnTo>
                  <a:pt x="116943" y="45870"/>
                </a:lnTo>
                <a:lnTo>
                  <a:pt x="116782" y="45991"/>
                </a:lnTo>
                <a:lnTo>
                  <a:pt x="116621" y="46112"/>
                </a:lnTo>
                <a:lnTo>
                  <a:pt x="116459" y="46193"/>
                </a:lnTo>
                <a:lnTo>
                  <a:pt x="116298" y="46253"/>
                </a:lnTo>
                <a:lnTo>
                  <a:pt x="116136" y="46294"/>
                </a:lnTo>
                <a:lnTo>
                  <a:pt x="115975" y="46314"/>
                </a:lnTo>
                <a:lnTo>
                  <a:pt x="115813" y="46314"/>
                </a:lnTo>
                <a:lnTo>
                  <a:pt x="115632" y="46294"/>
                </a:lnTo>
                <a:lnTo>
                  <a:pt x="115490" y="46253"/>
                </a:lnTo>
                <a:lnTo>
                  <a:pt x="115349" y="46193"/>
                </a:lnTo>
                <a:lnTo>
                  <a:pt x="115228" y="46092"/>
                </a:lnTo>
                <a:lnTo>
                  <a:pt x="115107" y="45991"/>
                </a:lnTo>
                <a:lnTo>
                  <a:pt x="115006" y="45890"/>
                </a:lnTo>
                <a:lnTo>
                  <a:pt x="114905" y="45749"/>
                </a:lnTo>
                <a:lnTo>
                  <a:pt x="114724" y="45446"/>
                </a:lnTo>
                <a:lnTo>
                  <a:pt x="114562" y="45103"/>
                </a:lnTo>
                <a:lnTo>
                  <a:pt x="114441" y="44740"/>
                </a:lnTo>
                <a:lnTo>
                  <a:pt x="114300" y="44336"/>
                </a:lnTo>
                <a:lnTo>
                  <a:pt x="114360" y="44316"/>
                </a:lnTo>
                <a:lnTo>
                  <a:pt x="114199" y="43751"/>
                </a:lnTo>
                <a:lnTo>
                  <a:pt x="114017" y="43186"/>
                </a:lnTo>
                <a:lnTo>
                  <a:pt x="113816" y="42641"/>
                </a:lnTo>
                <a:lnTo>
                  <a:pt x="113594" y="42096"/>
                </a:lnTo>
                <a:lnTo>
                  <a:pt x="113331" y="41551"/>
                </a:lnTo>
                <a:lnTo>
                  <a:pt x="113049" y="41027"/>
                </a:lnTo>
                <a:lnTo>
                  <a:pt x="112746" y="40522"/>
                </a:lnTo>
                <a:lnTo>
                  <a:pt x="112403" y="40018"/>
                </a:lnTo>
                <a:lnTo>
                  <a:pt x="112040" y="39533"/>
                </a:lnTo>
                <a:lnTo>
                  <a:pt x="111656" y="39049"/>
                </a:lnTo>
                <a:lnTo>
                  <a:pt x="111253" y="38605"/>
                </a:lnTo>
                <a:lnTo>
                  <a:pt x="110829" y="38161"/>
                </a:lnTo>
                <a:lnTo>
                  <a:pt x="110365" y="37717"/>
                </a:lnTo>
                <a:lnTo>
                  <a:pt x="109901" y="37314"/>
                </a:lnTo>
                <a:lnTo>
                  <a:pt x="109396" y="36910"/>
                </a:lnTo>
                <a:lnTo>
                  <a:pt x="108892" y="36547"/>
                </a:lnTo>
                <a:lnTo>
                  <a:pt x="108367" y="36184"/>
                </a:lnTo>
                <a:lnTo>
                  <a:pt x="107822" y="35861"/>
                </a:lnTo>
                <a:lnTo>
                  <a:pt x="107277" y="35558"/>
                </a:lnTo>
                <a:lnTo>
                  <a:pt x="106712" y="35275"/>
                </a:lnTo>
                <a:lnTo>
                  <a:pt x="106147" y="35033"/>
                </a:lnTo>
                <a:lnTo>
                  <a:pt x="105582" y="34811"/>
                </a:lnTo>
                <a:lnTo>
                  <a:pt x="104997" y="34610"/>
                </a:lnTo>
                <a:lnTo>
                  <a:pt x="104412" y="34428"/>
                </a:lnTo>
                <a:lnTo>
                  <a:pt x="103826" y="34287"/>
                </a:lnTo>
                <a:lnTo>
                  <a:pt x="103241" y="34166"/>
                </a:lnTo>
                <a:lnTo>
                  <a:pt x="102636" y="34065"/>
                </a:lnTo>
                <a:lnTo>
                  <a:pt x="102051" y="34004"/>
                </a:lnTo>
                <a:lnTo>
                  <a:pt x="101445" y="33964"/>
                </a:lnTo>
                <a:lnTo>
                  <a:pt x="100860" y="33944"/>
                </a:lnTo>
                <a:lnTo>
                  <a:pt x="100255" y="33964"/>
                </a:lnTo>
                <a:lnTo>
                  <a:pt x="99669" y="34004"/>
                </a:lnTo>
                <a:lnTo>
                  <a:pt x="99084" y="34085"/>
                </a:lnTo>
                <a:lnTo>
                  <a:pt x="98499" y="34166"/>
                </a:lnTo>
                <a:lnTo>
                  <a:pt x="97914" y="34307"/>
                </a:lnTo>
                <a:lnTo>
                  <a:pt x="97349" y="34448"/>
                </a:lnTo>
                <a:lnTo>
                  <a:pt x="96763" y="34630"/>
                </a:lnTo>
                <a:lnTo>
                  <a:pt x="96198" y="34831"/>
                </a:lnTo>
                <a:lnTo>
                  <a:pt x="95654" y="35053"/>
                </a:lnTo>
                <a:lnTo>
                  <a:pt x="95109" y="35296"/>
                </a:lnTo>
                <a:lnTo>
                  <a:pt x="94564" y="35578"/>
                </a:lnTo>
                <a:lnTo>
                  <a:pt x="94019" y="35861"/>
                </a:lnTo>
                <a:lnTo>
                  <a:pt x="93494" y="36184"/>
                </a:lnTo>
                <a:lnTo>
                  <a:pt x="92990" y="36527"/>
                </a:lnTo>
                <a:lnTo>
                  <a:pt x="92485" y="36910"/>
                </a:lnTo>
                <a:lnTo>
                  <a:pt x="92001" y="37293"/>
                </a:lnTo>
                <a:lnTo>
                  <a:pt x="91517" y="37697"/>
                </a:lnTo>
                <a:lnTo>
                  <a:pt x="91052" y="38141"/>
                </a:lnTo>
                <a:lnTo>
                  <a:pt x="90609" y="38585"/>
                </a:lnTo>
                <a:lnTo>
                  <a:pt x="90185" y="39049"/>
                </a:lnTo>
                <a:lnTo>
                  <a:pt x="89781" y="39513"/>
                </a:lnTo>
                <a:lnTo>
                  <a:pt x="89398" y="40018"/>
                </a:lnTo>
                <a:lnTo>
                  <a:pt x="89055" y="40502"/>
                </a:lnTo>
                <a:lnTo>
                  <a:pt x="88712" y="41027"/>
                </a:lnTo>
                <a:lnTo>
                  <a:pt x="88389" y="41551"/>
                </a:lnTo>
                <a:lnTo>
                  <a:pt x="88086" y="42076"/>
                </a:lnTo>
                <a:lnTo>
                  <a:pt x="87824" y="42621"/>
                </a:lnTo>
                <a:lnTo>
                  <a:pt x="87561" y="43186"/>
                </a:lnTo>
                <a:lnTo>
                  <a:pt x="87339" y="43751"/>
                </a:lnTo>
                <a:lnTo>
                  <a:pt x="87138" y="44316"/>
                </a:lnTo>
                <a:lnTo>
                  <a:pt x="86956" y="44881"/>
                </a:lnTo>
                <a:lnTo>
                  <a:pt x="86815" y="45466"/>
                </a:lnTo>
                <a:lnTo>
                  <a:pt x="86673" y="46052"/>
                </a:lnTo>
                <a:lnTo>
                  <a:pt x="86573" y="46637"/>
                </a:lnTo>
                <a:lnTo>
                  <a:pt x="86492" y="47283"/>
                </a:lnTo>
                <a:lnTo>
                  <a:pt x="86411" y="47928"/>
                </a:lnTo>
                <a:lnTo>
                  <a:pt x="86290" y="49240"/>
                </a:lnTo>
                <a:lnTo>
                  <a:pt x="86209" y="50330"/>
                </a:lnTo>
                <a:lnTo>
                  <a:pt x="86088" y="51399"/>
                </a:lnTo>
                <a:lnTo>
                  <a:pt x="86007" y="51924"/>
                </a:lnTo>
                <a:lnTo>
                  <a:pt x="85927" y="52449"/>
                </a:lnTo>
                <a:lnTo>
                  <a:pt x="85806" y="52973"/>
                </a:lnTo>
                <a:lnTo>
                  <a:pt x="85685" y="53458"/>
                </a:lnTo>
                <a:lnTo>
                  <a:pt x="85543" y="53962"/>
                </a:lnTo>
                <a:lnTo>
                  <a:pt x="85362" y="54426"/>
                </a:lnTo>
                <a:lnTo>
                  <a:pt x="85160" y="54870"/>
                </a:lnTo>
                <a:lnTo>
                  <a:pt x="84918" y="55314"/>
                </a:lnTo>
                <a:lnTo>
                  <a:pt x="84655" y="55718"/>
                </a:lnTo>
                <a:lnTo>
                  <a:pt x="84353" y="56101"/>
                </a:lnTo>
                <a:lnTo>
                  <a:pt x="84171" y="56303"/>
                </a:lnTo>
                <a:lnTo>
                  <a:pt x="84010" y="56465"/>
                </a:lnTo>
                <a:lnTo>
                  <a:pt x="83808" y="56646"/>
                </a:lnTo>
                <a:lnTo>
                  <a:pt x="83606" y="56808"/>
                </a:lnTo>
                <a:lnTo>
                  <a:pt x="83344" y="56989"/>
                </a:lnTo>
                <a:lnTo>
                  <a:pt x="83041" y="57191"/>
                </a:lnTo>
                <a:lnTo>
                  <a:pt x="82658" y="57393"/>
                </a:lnTo>
                <a:lnTo>
                  <a:pt x="82173" y="57595"/>
                </a:lnTo>
                <a:lnTo>
                  <a:pt x="81628" y="57776"/>
                </a:lnTo>
                <a:lnTo>
                  <a:pt x="81326" y="57877"/>
                </a:lnTo>
                <a:lnTo>
                  <a:pt x="80983" y="57958"/>
                </a:lnTo>
                <a:lnTo>
                  <a:pt x="80599" y="58018"/>
                </a:lnTo>
                <a:lnTo>
                  <a:pt x="80216" y="58099"/>
                </a:lnTo>
                <a:lnTo>
                  <a:pt x="79792" y="58160"/>
                </a:lnTo>
                <a:lnTo>
                  <a:pt x="79328" y="58200"/>
                </a:lnTo>
                <a:lnTo>
                  <a:pt x="78642" y="58261"/>
                </a:lnTo>
                <a:lnTo>
                  <a:pt x="77935" y="58281"/>
                </a:lnTo>
                <a:lnTo>
                  <a:pt x="77249" y="58301"/>
                </a:lnTo>
                <a:lnTo>
                  <a:pt x="76543" y="58301"/>
                </a:lnTo>
                <a:lnTo>
                  <a:pt x="75837" y="58281"/>
                </a:lnTo>
                <a:lnTo>
                  <a:pt x="75151" y="58240"/>
                </a:lnTo>
                <a:lnTo>
                  <a:pt x="74444" y="58180"/>
                </a:lnTo>
                <a:lnTo>
                  <a:pt x="73758" y="58119"/>
                </a:lnTo>
                <a:lnTo>
                  <a:pt x="72366" y="57958"/>
                </a:lnTo>
                <a:lnTo>
                  <a:pt x="70994" y="57776"/>
                </a:lnTo>
                <a:lnTo>
                  <a:pt x="69601" y="57574"/>
                </a:lnTo>
                <a:lnTo>
                  <a:pt x="68249" y="57352"/>
                </a:lnTo>
                <a:lnTo>
                  <a:pt x="66937" y="57151"/>
                </a:lnTo>
                <a:lnTo>
                  <a:pt x="65605" y="56949"/>
                </a:lnTo>
                <a:lnTo>
                  <a:pt x="64294" y="56767"/>
                </a:lnTo>
                <a:lnTo>
                  <a:pt x="62962" y="56606"/>
                </a:lnTo>
                <a:lnTo>
                  <a:pt x="61771" y="56505"/>
                </a:lnTo>
                <a:lnTo>
                  <a:pt x="60581" y="56424"/>
                </a:lnTo>
                <a:lnTo>
                  <a:pt x="59390" y="56384"/>
                </a:lnTo>
                <a:lnTo>
                  <a:pt x="58179" y="56364"/>
                </a:lnTo>
                <a:lnTo>
                  <a:pt x="56968" y="56384"/>
                </a:lnTo>
                <a:lnTo>
                  <a:pt x="55778" y="56444"/>
                </a:lnTo>
                <a:lnTo>
                  <a:pt x="54567" y="56525"/>
                </a:lnTo>
                <a:lnTo>
                  <a:pt x="53356" y="56646"/>
                </a:lnTo>
                <a:lnTo>
                  <a:pt x="52145" y="56787"/>
                </a:lnTo>
                <a:lnTo>
                  <a:pt x="50935" y="56949"/>
                </a:lnTo>
                <a:lnTo>
                  <a:pt x="49744" y="57151"/>
                </a:lnTo>
                <a:lnTo>
                  <a:pt x="48553" y="57393"/>
                </a:lnTo>
                <a:lnTo>
                  <a:pt x="47343" y="57655"/>
                </a:lnTo>
                <a:lnTo>
                  <a:pt x="46172" y="57958"/>
                </a:lnTo>
                <a:lnTo>
                  <a:pt x="44981" y="58281"/>
                </a:lnTo>
                <a:lnTo>
                  <a:pt x="43811" y="58644"/>
                </a:lnTo>
                <a:lnTo>
                  <a:pt x="42661" y="59027"/>
                </a:lnTo>
                <a:lnTo>
                  <a:pt x="41510" y="59451"/>
                </a:lnTo>
                <a:lnTo>
                  <a:pt x="40380" y="59895"/>
                </a:lnTo>
                <a:lnTo>
                  <a:pt x="39250" y="60359"/>
                </a:lnTo>
                <a:lnTo>
                  <a:pt x="38140" y="60864"/>
                </a:lnTo>
                <a:lnTo>
                  <a:pt x="37031" y="61409"/>
                </a:lnTo>
                <a:lnTo>
                  <a:pt x="35961" y="61954"/>
                </a:lnTo>
                <a:lnTo>
                  <a:pt x="34891" y="62539"/>
                </a:lnTo>
                <a:lnTo>
                  <a:pt x="33842" y="63144"/>
                </a:lnTo>
                <a:lnTo>
                  <a:pt x="32813" y="63790"/>
                </a:lnTo>
                <a:lnTo>
                  <a:pt x="31784" y="64436"/>
                </a:lnTo>
                <a:lnTo>
                  <a:pt x="30795" y="65122"/>
                </a:lnTo>
                <a:lnTo>
                  <a:pt x="29826" y="65828"/>
                </a:lnTo>
                <a:lnTo>
                  <a:pt x="28878" y="66555"/>
                </a:lnTo>
                <a:lnTo>
                  <a:pt x="27950" y="67321"/>
                </a:lnTo>
                <a:lnTo>
                  <a:pt x="27041" y="68088"/>
                </a:lnTo>
                <a:lnTo>
                  <a:pt x="26113" y="68916"/>
                </a:lnTo>
                <a:lnTo>
                  <a:pt x="25205" y="69763"/>
                </a:lnTo>
                <a:lnTo>
                  <a:pt x="23429" y="71499"/>
                </a:lnTo>
                <a:lnTo>
                  <a:pt x="22279" y="72609"/>
                </a:lnTo>
                <a:lnTo>
                  <a:pt x="21129" y="73719"/>
                </a:lnTo>
                <a:lnTo>
                  <a:pt x="19938" y="74788"/>
                </a:lnTo>
                <a:lnTo>
                  <a:pt x="19333" y="75313"/>
                </a:lnTo>
                <a:lnTo>
                  <a:pt x="18707" y="75837"/>
                </a:lnTo>
                <a:lnTo>
                  <a:pt x="18081" y="76342"/>
                </a:lnTo>
                <a:lnTo>
                  <a:pt x="17456" y="76826"/>
                </a:lnTo>
                <a:lnTo>
                  <a:pt x="16810" y="77290"/>
                </a:lnTo>
                <a:lnTo>
                  <a:pt x="16144" y="77734"/>
                </a:lnTo>
                <a:lnTo>
                  <a:pt x="15458" y="78158"/>
                </a:lnTo>
                <a:lnTo>
                  <a:pt x="14772" y="78542"/>
                </a:lnTo>
                <a:lnTo>
                  <a:pt x="14066" y="78925"/>
                </a:lnTo>
                <a:lnTo>
                  <a:pt x="13339" y="79268"/>
                </a:lnTo>
                <a:lnTo>
                  <a:pt x="12915" y="79450"/>
                </a:lnTo>
                <a:lnTo>
                  <a:pt x="12492" y="79611"/>
                </a:lnTo>
                <a:lnTo>
                  <a:pt x="12048" y="79752"/>
                </a:lnTo>
                <a:lnTo>
                  <a:pt x="11604" y="79894"/>
                </a:lnTo>
                <a:lnTo>
                  <a:pt x="11160" y="79995"/>
                </a:lnTo>
                <a:lnTo>
                  <a:pt x="10716" y="80095"/>
                </a:lnTo>
                <a:lnTo>
                  <a:pt x="10252" y="80196"/>
                </a:lnTo>
                <a:lnTo>
                  <a:pt x="9787" y="80257"/>
                </a:lnTo>
                <a:lnTo>
                  <a:pt x="9344" y="80297"/>
                </a:lnTo>
                <a:lnTo>
                  <a:pt x="8879" y="80338"/>
                </a:lnTo>
                <a:lnTo>
                  <a:pt x="8415" y="80358"/>
                </a:lnTo>
                <a:lnTo>
                  <a:pt x="7951" y="80358"/>
                </a:lnTo>
                <a:lnTo>
                  <a:pt x="7507" y="80338"/>
                </a:lnTo>
                <a:lnTo>
                  <a:pt x="7063" y="80317"/>
                </a:lnTo>
                <a:lnTo>
                  <a:pt x="6619" y="80257"/>
                </a:lnTo>
                <a:lnTo>
                  <a:pt x="6175" y="80196"/>
                </a:lnTo>
                <a:lnTo>
                  <a:pt x="5691" y="80095"/>
                </a:lnTo>
                <a:lnTo>
                  <a:pt x="5247" y="79974"/>
                </a:lnTo>
                <a:lnTo>
                  <a:pt x="4803" y="79853"/>
                </a:lnTo>
                <a:lnTo>
                  <a:pt x="4379" y="79692"/>
                </a:lnTo>
                <a:lnTo>
                  <a:pt x="3955" y="79510"/>
                </a:lnTo>
                <a:lnTo>
                  <a:pt x="3572" y="79329"/>
                </a:lnTo>
                <a:lnTo>
                  <a:pt x="3189" y="79107"/>
                </a:lnTo>
                <a:lnTo>
                  <a:pt x="2846" y="78885"/>
                </a:lnTo>
                <a:lnTo>
                  <a:pt x="2502" y="78642"/>
                </a:lnTo>
                <a:lnTo>
                  <a:pt x="2180" y="78380"/>
                </a:lnTo>
                <a:lnTo>
                  <a:pt x="1897" y="78098"/>
                </a:lnTo>
                <a:lnTo>
                  <a:pt x="1615" y="77795"/>
                </a:lnTo>
                <a:lnTo>
                  <a:pt x="1352" y="77472"/>
                </a:lnTo>
                <a:lnTo>
                  <a:pt x="1130" y="77149"/>
                </a:lnTo>
                <a:lnTo>
                  <a:pt x="908" y="76806"/>
                </a:lnTo>
                <a:lnTo>
                  <a:pt x="727" y="76443"/>
                </a:lnTo>
                <a:lnTo>
                  <a:pt x="585" y="76180"/>
                </a:lnTo>
                <a:lnTo>
                  <a:pt x="484" y="75898"/>
                </a:lnTo>
                <a:lnTo>
                  <a:pt x="384" y="75636"/>
                </a:lnTo>
                <a:lnTo>
                  <a:pt x="303" y="75353"/>
                </a:lnTo>
                <a:lnTo>
                  <a:pt x="242" y="75050"/>
                </a:lnTo>
                <a:lnTo>
                  <a:pt x="182" y="74768"/>
                </a:lnTo>
                <a:lnTo>
                  <a:pt x="141" y="74465"/>
                </a:lnTo>
                <a:lnTo>
                  <a:pt x="101" y="74162"/>
                </a:lnTo>
                <a:lnTo>
                  <a:pt x="81" y="73860"/>
                </a:lnTo>
                <a:lnTo>
                  <a:pt x="81" y="73557"/>
                </a:lnTo>
                <a:lnTo>
                  <a:pt x="101" y="73254"/>
                </a:lnTo>
                <a:lnTo>
                  <a:pt x="121" y="72952"/>
                </a:lnTo>
                <a:lnTo>
                  <a:pt x="162" y="72629"/>
                </a:lnTo>
                <a:lnTo>
                  <a:pt x="202" y="72306"/>
                </a:lnTo>
                <a:lnTo>
                  <a:pt x="262" y="71983"/>
                </a:lnTo>
                <a:lnTo>
                  <a:pt x="343" y="71680"/>
                </a:lnTo>
                <a:lnTo>
                  <a:pt x="525" y="71075"/>
                </a:lnTo>
                <a:lnTo>
                  <a:pt x="727" y="70490"/>
                </a:lnTo>
                <a:lnTo>
                  <a:pt x="989" y="69925"/>
                </a:lnTo>
                <a:lnTo>
                  <a:pt x="1292" y="69380"/>
                </a:lnTo>
                <a:lnTo>
                  <a:pt x="1615" y="68835"/>
                </a:lnTo>
                <a:lnTo>
                  <a:pt x="1998" y="68330"/>
                </a:lnTo>
                <a:lnTo>
                  <a:pt x="2381" y="67846"/>
                </a:lnTo>
                <a:lnTo>
                  <a:pt x="2825" y="67382"/>
                </a:lnTo>
                <a:lnTo>
                  <a:pt x="3209" y="67019"/>
                </a:lnTo>
                <a:lnTo>
                  <a:pt x="3612" y="66676"/>
                </a:lnTo>
                <a:lnTo>
                  <a:pt x="4036" y="66353"/>
                </a:lnTo>
                <a:lnTo>
                  <a:pt x="4500" y="66030"/>
                </a:lnTo>
                <a:lnTo>
                  <a:pt x="4964" y="65727"/>
                </a:lnTo>
                <a:lnTo>
                  <a:pt x="5449" y="65445"/>
                </a:lnTo>
                <a:lnTo>
                  <a:pt x="5973" y="65162"/>
                </a:lnTo>
                <a:lnTo>
                  <a:pt x="6518" y="64900"/>
                </a:lnTo>
                <a:lnTo>
                  <a:pt x="7063" y="64658"/>
                </a:lnTo>
                <a:lnTo>
                  <a:pt x="7669" y="64415"/>
                </a:lnTo>
                <a:lnTo>
                  <a:pt x="8274" y="64194"/>
                </a:lnTo>
                <a:lnTo>
                  <a:pt x="8920" y="63992"/>
                </a:lnTo>
                <a:lnTo>
                  <a:pt x="9586" y="63790"/>
                </a:lnTo>
                <a:lnTo>
                  <a:pt x="10272" y="63608"/>
                </a:lnTo>
                <a:lnTo>
                  <a:pt x="10978" y="63427"/>
                </a:lnTo>
                <a:lnTo>
                  <a:pt x="11745" y="63265"/>
                </a:lnTo>
                <a:lnTo>
                  <a:pt x="12673" y="63084"/>
                </a:lnTo>
                <a:lnTo>
                  <a:pt x="13460" y="62942"/>
                </a:lnTo>
                <a:lnTo>
                  <a:pt x="14227" y="62781"/>
                </a:lnTo>
                <a:lnTo>
                  <a:pt x="15014" y="62579"/>
                </a:lnTo>
                <a:lnTo>
                  <a:pt x="15761" y="62377"/>
                </a:lnTo>
                <a:lnTo>
                  <a:pt x="16144" y="62256"/>
                </a:lnTo>
                <a:lnTo>
                  <a:pt x="16507" y="62115"/>
                </a:lnTo>
                <a:lnTo>
                  <a:pt x="16871" y="61974"/>
                </a:lnTo>
                <a:lnTo>
                  <a:pt x="17234" y="61812"/>
                </a:lnTo>
                <a:lnTo>
                  <a:pt x="17577" y="61631"/>
                </a:lnTo>
                <a:lnTo>
                  <a:pt x="17920" y="61429"/>
                </a:lnTo>
                <a:lnTo>
                  <a:pt x="18243" y="61227"/>
                </a:lnTo>
                <a:lnTo>
                  <a:pt x="18566" y="61005"/>
                </a:lnTo>
                <a:lnTo>
                  <a:pt x="18909" y="60723"/>
                </a:lnTo>
                <a:lnTo>
                  <a:pt x="19232" y="60420"/>
                </a:lnTo>
                <a:lnTo>
                  <a:pt x="19534" y="60097"/>
                </a:lnTo>
                <a:lnTo>
                  <a:pt x="19817" y="59754"/>
                </a:lnTo>
                <a:lnTo>
                  <a:pt x="20099" y="59391"/>
                </a:lnTo>
                <a:lnTo>
                  <a:pt x="20362" y="59007"/>
                </a:lnTo>
                <a:lnTo>
                  <a:pt x="20604" y="58604"/>
                </a:lnTo>
                <a:lnTo>
                  <a:pt x="20826" y="58160"/>
                </a:lnTo>
                <a:lnTo>
                  <a:pt x="21028" y="57716"/>
                </a:lnTo>
                <a:lnTo>
                  <a:pt x="21230" y="57252"/>
                </a:lnTo>
                <a:lnTo>
                  <a:pt x="21391" y="56767"/>
                </a:lnTo>
                <a:lnTo>
                  <a:pt x="21552" y="56263"/>
                </a:lnTo>
                <a:lnTo>
                  <a:pt x="21694" y="55738"/>
                </a:lnTo>
                <a:lnTo>
                  <a:pt x="21795" y="55213"/>
                </a:lnTo>
                <a:lnTo>
                  <a:pt x="21895" y="54648"/>
                </a:lnTo>
                <a:lnTo>
                  <a:pt x="21976" y="54083"/>
                </a:lnTo>
                <a:lnTo>
                  <a:pt x="22037" y="53478"/>
                </a:lnTo>
                <a:lnTo>
                  <a:pt x="22077" y="52872"/>
                </a:lnTo>
                <a:lnTo>
                  <a:pt x="22097" y="52267"/>
                </a:lnTo>
                <a:lnTo>
                  <a:pt x="22117" y="51662"/>
                </a:lnTo>
                <a:lnTo>
                  <a:pt x="22097" y="51056"/>
                </a:lnTo>
                <a:lnTo>
                  <a:pt x="22077" y="50451"/>
                </a:lnTo>
                <a:lnTo>
                  <a:pt x="21996" y="49240"/>
                </a:lnTo>
                <a:lnTo>
                  <a:pt x="21875" y="48029"/>
                </a:lnTo>
                <a:lnTo>
                  <a:pt x="21734" y="46818"/>
                </a:lnTo>
                <a:lnTo>
                  <a:pt x="21552" y="45608"/>
                </a:lnTo>
                <a:lnTo>
                  <a:pt x="21371" y="44417"/>
                </a:lnTo>
                <a:lnTo>
                  <a:pt x="21068" y="42359"/>
                </a:lnTo>
                <a:lnTo>
                  <a:pt x="20927" y="41309"/>
                </a:lnTo>
                <a:lnTo>
                  <a:pt x="20806" y="40280"/>
                </a:lnTo>
                <a:lnTo>
                  <a:pt x="20745" y="39493"/>
                </a:lnTo>
                <a:lnTo>
                  <a:pt x="20685" y="38706"/>
                </a:lnTo>
                <a:lnTo>
                  <a:pt x="20665" y="37879"/>
                </a:lnTo>
                <a:lnTo>
                  <a:pt x="20665" y="37031"/>
                </a:lnTo>
                <a:lnTo>
                  <a:pt x="20685" y="36184"/>
                </a:lnTo>
                <a:lnTo>
                  <a:pt x="20765" y="35316"/>
                </a:lnTo>
                <a:lnTo>
                  <a:pt x="20866" y="34448"/>
                </a:lnTo>
                <a:lnTo>
                  <a:pt x="21008" y="33560"/>
                </a:lnTo>
                <a:lnTo>
                  <a:pt x="21088" y="33136"/>
                </a:lnTo>
                <a:lnTo>
                  <a:pt x="21189" y="32713"/>
                </a:lnTo>
                <a:lnTo>
                  <a:pt x="21290" y="32269"/>
                </a:lnTo>
                <a:lnTo>
                  <a:pt x="21431" y="31845"/>
                </a:lnTo>
                <a:lnTo>
                  <a:pt x="21552" y="31441"/>
                </a:lnTo>
                <a:lnTo>
                  <a:pt x="21714" y="31017"/>
                </a:lnTo>
                <a:lnTo>
                  <a:pt x="21875" y="30614"/>
                </a:lnTo>
                <a:lnTo>
                  <a:pt x="22057" y="30210"/>
                </a:lnTo>
                <a:lnTo>
                  <a:pt x="22259" y="29807"/>
                </a:lnTo>
                <a:lnTo>
                  <a:pt x="22461" y="29423"/>
                </a:lnTo>
                <a:lnTo>
                  <a:pt x="22703" y="29040"/>
                </a:lnTo>
                <a:lnTo>
                  <a:pt x="22945" y="28677"/>
                </a:lnTo>
                <a:lnTo>
                  <a:pt x="23207" y="28313"/>
                </a:lnTo>
                <a:lnTo>
                  <a:pt x="23470" y="27950"/>
                </a:lnTo>
                <a:lnTo>
                  <a:pt x="23772" y="27607"/>
                </a:lnTo>
                <a:lnTo>
                  <a:pt x="24095" y="27284"/>
                </a:lnTo>
                <a:lnTo>
                  <a:pt x="24458" y="26921"/>
                </a:lnTo>
                <a:lnTo>
                  <a:pt x="24862" y="26578"/>
                </a:lnTo>
                <a:lnTo>
                  <a:pt x="25266" y="26275"/>
                </a:lnTo>
                <a:lnTo>
                  <a:pt x="25710" y="25972"/>
                </a:lnTo>
                <a:lnTo>
                  <a:pt x="26153" y="25690"/>
                </a:lnTo>
                <a:lnTo>
                  <a:pt x="26597" y="25448"/>
                </a:lnTo>
                <a:lnTo>
                  <a:pt x="27082" y="25226"/>
                </a:lnTo>
                <a:lnTo>
                  <a:pt x="27586" y="25004"/>
                </a:lnTo>
                <a:lnTo>
                  <a:pt x="28091" y="24822"/>
                </a:lnTo>
                <a:lnTo>
                  <a:pt x="28615" y="24661"/>
                </a:lnTo>
                <a:lnTo>
                  <a:pt x="29160" y="24519"/>
                </a:lnTo>
                <a:lnTo>
                  <a:pt x="29705" y="24398"/>
                </a:lnTo>
                <a:lnTo>
                  <a:pt x="30290" y="24297"/>
                </a:lnTo>
                <a:lnTo>
                  <a:pt x="30876" y="24217"/>
                </a:lnTo>
                <a:lnTo>
                  <a:pt x="31481" y="24176"/>
                </a:lnTo>
                <a:lnTo>
                  <a:pt x="32086" y="24136"/>
                </a:lnTo>
                <a:lnTo>
                  <a:pt x="33297" y="24136"/>
                </a:lnTo>
                <a:lnTo>
                  <a:pt x="33903" y="24176"/>
                </a:lnTo>
                <a:lnTo>
                  <a:pt x="34508" y="24217"/>
                </a:lnTo>
                <a:lnTo>
                  <a:pt x="35113" y="24277"/>
                </a:lnTo>
                <a:lnTo>
                  <a:pt x="35699" y="24358"/>
                </a:lnTo>
                <a:lnTo>
                  <a:pt x="36264" y="24459"/>
                </a:lnTo>
                <a:lnTo>
                  <a:pt x="36829" y="24580"/>
                </a:lnTo>
                <a:lnTo>
                  <a:pt x="37394" y="24681"/>
                </a:lnTo>
                <a:lnTo>
                  <a:pt x="38443" y="24943"/>
                </a:lnTo>
                <a:lnTo>
                  <a:pt x="39412" y="25246"/>
                </a:lnTo>
                <a:lnTo>
                  <a:pt x="40320" y="25549"/>
                </a:lnTo>
                <a:lnTo>
                  <a:pt x="41147" y="25851"/>
                </a:lnTo>
                <a:lnTo>
                  <a:pt x="41874" y="26134"/>
                </a:lnTo>
                <a:lnTo>
                  <a:pt x="42600" y="26437"/>
                </a:lnTo>
                <a:lnTo>
                  <a:pt x="43327" y="26759"/>
                </a:lnTo>
                <a:lnTo>
                  <a:pt x="44033" y="27082"/>
                </a:lnTo>
                <a:lnTo>
                  <a:pt x="45466" y="27768"/>
                </a:lnTo>
                <a:lnTo>
                  <a:pt x="46878" y="28495"/>
                </a:lnTo>
                <a:lnTo>
                  <a:pt x="48271" y="29242"/>
                </a:lnTo>
                <a:lnTo>
                  <a:pt x="49643" y="30008"/>
                </a:lnTo>
                <a:lnTo>
                  <a:pt x="52367" y="31542"/>
                </a:lnTo>
                <a:lnTo>
                  <a:pt x="54486" y="32753"/>
                </a:lnTo>
                <a:lnTo>
                  <a:pt x="56646" y="33944"/>
                </a:lnTo>
                <a:lnTo>
                  <a:pt x="57735" y="34529"/>
                </a:lnTo>
                <a:lnTo>
                  <a:pt x="58825" y="35094"/>
                </a:lnTo>
                <a:lnTo>
                  <a:pt x="59935" y="35639"/>
                </a:lnTo>
                <a:lnTo>
                  <a:pt x="61045" y="36163"/>
                </a:lnTo>
                <a:lnTo>
                  <a:pt x="61953" y="36547"/>
                </a:lnTo>
                <a:lnTo>
                  <a:pt x="62821" y="36890"/>
                </a:lnTo>
                <a:lnTo>
                  <a:pt x="63668" y="37193"/>
                </a:lnTo>
                <a:lnTo>
                  <a:pt x="64496" y="37435"/>
                </a:lnTo>
                <a:lnTo>
                  <a:pt x="65283" y="37637"/>
                </a:lnTo>
                <a:lnTo>
                  <a:pt x="66049" y="37798"/>
                </a:lnTo>
                <a:lnTo>
                  <a:pt x="66816" y="37899"/>
                </a:lnTo>
                <a:lnTo>
                  <a:pt x="67523" y="37959"/>
                </a:lnTo>
                <a:lnTo>
                  <a:pt x="68229" y="37980"/>
                </a:lnTo>
                <a:lnTo>
                  <a:pt x="68552" y="37959"/>
                </a:lnTo>
                <a:lnTo>
                  <a:pt x="68895" y="37939"/>
                </a:lnTo>
                <a:lnTo>
                  <a:pt x="69218" y="37899"/>
                </a:lnTo>
                <a:lnTo>
                  <a:pt x="69541" y="37859"/>
                </a:lnTo>
                <a:lnTo>
                  <a:pt x="69843" y="37798"/>
                </a:lnTo>
                <a:lnTo>
                  <a:pt x="70166" y="37737"/>
                </a:lnTo>
                <a:lnTo>
                  <a:pt x="70449" y="37657"/>
                </a:lnTo>
                <a:lnTo>
                  <a:pt x="70751" y="37556"/>
                </a:lnTo>
                <a:lnTo>
                  <a:pt x="71034" y="37455"/>
                </a:lnTo>
                <a:lnTo>
                  <a:pt x="71316" y="37334"/>
                </a:lnTo>
                <a:lnTo>
                  <a:pt x="71579" y="37193"/>
                </a:lnTo>
                <a:lnTo>
                  <a:pt x="71861" y="37051"/>
                </a:lnTo>
                <a:lnTo>
                  <a:pt x="72103" y="36890"/>
                </a:lnTo>
                <a:lnTo>
                  <a:pt x="72366" y="36728"/>
                </a:lnTo>
                <a:lnTo>
                  <a:pt x="72628" y="36547"/>
                </a:lnTo>
                <a:lnTo>
                  <a:pt x="72870" y="36345"/>
                </a:lnTo>
                <a:lnTo>
                  <a:pt x="73112" y="36143"/>
                </a:lnTo>
                <a:lnTo>
                  <a:pt x="73355" y="35921"/>
                </a:lnTo>
                <a:lnTo>
                  <a:pt x="73577" y="35679"/>
                </a:lnTo>
                <a:lnTo>
                  <a:pt x="73778" y="35437"/>
                </a:lnTo>
                <a:lnTo>
                  <a:pt x="74000" y="35195"/>
                </a:lnTo>
                <a:lnTo>
                  <a:pt x="74182" y="34912"/>
                </a:lnTo>
                <a:lnTo>
                  <a:pt x="74384" y="34650"/>
                </a:lnTo>
                <a:lnTo>
                  <a:pt x="74565" y="34347"/>
                </a:lnTo>
                <a:lnTo>
                  <a:pt x="74727" y="34065"/>
                </a:lnTo>
                <a:lnTo>
                  <a:pt x="74888" y="33742"/>
                </a:lnTo>
                <a:lnTo>
                  <a:pt x="75050" y="33419"/>
                </a:lnTo>
                <a:lnTo>
                  <a:pt x="75191" y="33096"/>
                </a:lnTo>
                <a:lnTo>
                  <a:pt x="75312" y="32753"/>
                </a:lnTo>
                <a:lnTo>
                  <a:pt x="75433" y="32410"/>
                </a:lnTo>
                <a:lnTo>
                  <a:pt x="75635" y="31784"/>
                </a:lnTo>
                <a:lnTo>
                  <a:pt x="75796" y="31139"/>
                </a:lnTo>
                <a:lnTo>
                  <a:pt x="75917" y="30473"/>
                </a:lnTo>
                <a:lnTo>
                  <a:pt x="76018" y="29786"/>
                </a:lnTo>
                <a:lnTo>
                  <a:pt x="76099" y="29080"/>
                </a:lnTo>
                <a:lnTo>
                  <a:pt x="76139" y="28374"/>
                </a:lnTo>
                <a:lnTo>
                  <a:pt x="76139" y="27627"/>
                </a:lnTo>
                <a:lnTo>
                  <a:pt x="76119" y="26901"/>
                </a:lnTo>
                <a:lnTo>
                  <a:pt x="76059" y="25791"/>
                </a:lnTo>
                <a:lnTo>
                  <a:pt x="75998" y="24721"/>
                </a:lnTo>
                <a:lnTo>
                  <a:pt x="75837" y="22703"/>
                </a:lnTo>
                <a:lnTo>
                  <a:pt x="75655" y="20786"/>
                </a:lnTo>
                <a:lnTo>
                  <a:pt x="75453" y="18950"/>
                </a:lnTo>
                <a:lnTo>
                  <a:pt x="75252" y="16932"/>
                </a:lnTo>
                <a:lnTo>
                  <a:pt x="75050" y="14833"/>
                </a:lnTo>
                <a:lnTo>
                  <a:pt x="74929" y="13642"/>
                </a:lnTo>
                <a:lnTo>
                  <a:pt x="74787" y="12452"/>
                </a:lnTo>
                <a:lnTo>
                  <a:pt x="74606" y="11140"/>
                </a:lnTo>
                <a:lnTo>
                  <a:pt x="74545" y="10494"/>
                </a:lnTo>
                <a:lnTo>
                  <a:pt x="74485" y="9849"/>
                </a:lnTo>
                <a:lnTo>
                  <a:pt x="74444" y="9203"/>
                </a:lnTo>
                <a:lnTo>
                  <a:pt x="74424" y="8577"/>
                </a:lnTo>
                <a:lnTo>
                  <a:pt x="74424" y="7952"/>
                </a:lnTo>
                <a:lnTo>
                  <a:pt x="74464" y="7346"/>
                </a:lnTo>
                <a:lnTo>
                  <a:pt x="74525" y="6741"/>
                </a:lnTo>
                <a:lnTo>
                  <a:pt x="74646" y="6176"/>
                </a:lnTo>
                <a:lnTo>
                  <a:pt x="74707" y="5893"/>
                </a:lnTo>
                <a:lnTo>
                  <a:pt x="74787" y="5611"/>
                </a:lnTo>
                <a:lnTo>
                  <a:pt x="74888" y="5348"/>
                </a:lnTo>
                <a:lnTo>
                  <a:pt x="74989" y="5066"/>
                </a:lnTo>
                <a:lnTo>
                  <a:pt x="75110" y="4824"/>
                </a:lnTo>
                <a:lnTo>
                  <a:pt x="75231" y="4561"/>
                </a:lnTo>
                <a:lnTo>
                  <a:pt x="75393" y="4319"/>
                </a:lnTo>
                <a:lnTo>
                  <a:pt x="75554" y="4077"/>
                </a:lnTo>
                <a:lnTo>
                  <a:pt x="75716" y="3835"/>
                </a:lnTo>
                <a:lnTo>
                  <a:pt x="75917" y="3613"/>
                </a:lnTo>
                <a:lnTo>
                  <a:pt x="76119" y="3391"/>
                </a:lnTo>
                <a:lnTo>
                  <a:pt x="76341" y="3189"/>
                </a:lnTo>
                <a:lnTo>
                  <a:pt x="76604" y="2967"/>
                </a:lnTo>
                <a:lnTo>
                  <a:pt x="76886" y="2765"/>
                </a:lnTo>
                <a:lnTo>
                  <a:pt x="77169" y="2584"/>
                </a:lnTo>
                <a:lnTo>
                  <a:pt x="77471" y="2422"/>
                </a:lnTo>
                <a:lnTo>
                  <a:pt x="77754" y="2261"/>
                </a:lnTo>
                <a:lnTo>
                  <a:pt x="78077" y="2120"/>
                </a:lnTo>
                <a:lnTo>
                  <a:pt x="78379" y="1998"/>
                </a:lnTo>
                <a:lnTo>
                  <a:pt x="78702" y="1877"/>
                </a:lnTo>
                <a:lnTo>
                  <a:pt x="79348" y="1676"/>
                </a:lnTo>
                <a:lnTo>
                  <a:pt x="80014" y="1514"/>
                </a:lnTo>
                <a:lnTo>
                  <a:pt x="80660" y="1373"/>
                </a:lnTo>
                <a:lnTo>
                  <a:pt x="81306" y="1232"/>
                </a:lnTo>
                <a:lnTo>
                  <a:pt x="82799" y="989"/>
                </a:lnTo>
                <a:lnTo>
                  <a:pt x="84312" y="747"/>
                </a:lnTo>
                <a:lnTo>
                  <a:pt x="85826" y="566"/>
                </a:lnTo>
                <a:lnTo>
                  <a:pt x="87319" y="404"/>
                </a:lnTo>
                <a:lnTo>
                  <a:pt x="88833" y="283"/>
                </a:lnTo>
                <a:lnTo>
                  <a:pt x="90346" y="182"/>
                </a:lnTo>
                <a:lnTo>
                  <a:pt x="91860" y="122"/>
                </a:lnTo>
                <a:lnTo>
                  <a:pt x="93373" y="81"/>
                </a:lnTo>
                <a:close/>
                <a:moveTo>
                  <a:pt x="93373" y="1"/>
                </a:moveTo>
                <a:lnTo>
                  <a:pt x="91860" y="41"/>
                </a:lnTo>
                <a:lnTo>
                  <a:pt x="90346" y="102"/>
                </a:lnTo>
                <a:lnTo>
                  <a:pt x="88833" y="202"/>
                </a:lnTo>
                <a:lnTo>
                  <a:pt x="87319" y="324"/>
                </a:lnTo>
                <a:lnTo>
                  <a:pt x="85806" y="485"/>
                </a:lnTo>
                <a:lnTo>
                  <a:pt x="84292" y="667"/>
                </a:lnTo>
                <a:lnTo>
                  <a:pt x="82799" y="909"/>
                </a:lnTo>
                <a:lnTo>
                  <a:pt x="81285" y="1171"/>
                </a:lnTo>
                <a:lnTo>
                  <a:pt x="80640" y="1292"/>
                </a:lnTo>
                <a:lnTo>
                  <a:pt x="79994" y="1433"/>
                </a:lnTo>
                <a:lnTo>
                  <a:pt x="79328" y="1595"/>
                </a:lnTo>
                <a:lnTo>
                  <a:pt x="78682" y="1797"/>
                </a:lnTo>
                <a:lnTo>
                  <a:pt x="78359" y="1918"/>
                </a:lnTo>
                <a:lnTo>
                  <a:pt x="78036" y="2059"/>
                </a:lnTo>
                <a:lnTo>
                  <a:pt x="77734" y="2200"/>
                </a:lnTo>
                <a:lnTo>
                  <a:pt x="77411" y="2342"/>
                </a:lnTo>
                <a:lnTo>
                  <a:pt x="77128" y="2523"/>
                </a:lnTo>
                <a:lnTo>
                  <a:pt x="76846" y="2705"/>
                </a:lnTo>
                <a:lnTo>
                  <a:pt x="76563" y="2907"/>
                </a:lnTo>
                <a:lnTo>
                  <a:pt x="76301" y="3129"/>
                </a:lnTo>
                <a:lnTo>
                  <a:pt x="76059" y="3330"/>
                </a:lnTo>
                <a:lnTo>
                  <a:pt x="75857" y="3552"/>
                </a:lnTo>
                <a:lnTo>
                  <a:pt x="75655" y="3795"/>
                </a:lnTo>
                <a:lnTo>
                  <a:pt x="75473" y="4017"/>
                </a:lnTo>
                <a:lnTo>
                  <a:pt x="75312" y="4259"/>
                </a:lnTo>
                <a:lnTo>
                  <a:pt x="75171" y="4521"/>
                </a:lnTo>
                <a:lnTo>
                  <a:pt x="75030" y="4763"/>
                </a:lnTo>
                <a:lnTo>
                  <a:pt x="74908" y="5026"/>
                </a:lnTo>
                <a:lnTo>
                  <a:pt x="74808" y="5308"/>
                </a:lnTo>
                <a:lnTo>
                  <a:pt x="74707" y="5570"/>
                </a:lnTo>
                <a:lnTo>
                  <a:pt x="74626" y="5853"/>
                </a:lnTo>
                <a:lnTo>
                  <a:pt x="74565" y="6135"/>
                </a:lnTo>
                <a:lnTo>
                  <a:pt x="74444" y="6721"/>
                </a:lnTo>
                <a:lnTo>
                  <a:pt x="74384" y="7326"/>
                </a:lnTo>
                <a:lnTo>
                  <a:pt x="74343" y="7931"/>
                </a:lnTo>
                <a:lnTo>
                  <a:pt x="74343" y="8557"/>
                </a:lnTo>
                <a:lnTo>
                  <a:pt x="74364" y="9203"/>
                </a:lnTo>
                <a:lnTo>
                  <a:pt x="74404" y="9849"/>
                </a:lnTo>
                <a:lnTo>
                  <a:pt x="74464" y="10494"/>
                </a:lnTo>
                <a:lnTo>
                  <a:pt x="74525" y="11160"/>
                </a:lnTo>
                <a:lnTo>
                  <a:pt x="74707" y="12472"/>
                </a:lnTo>
                <a:lnTo>
                  <a:pt x="74848" y="13663"/>
                </a:lnTo>
                <a:lnTo>
                  <a:pt x="74969" y="14833"/>
                </a:lnTo>
                <a:lnTo>
                  <a:pt x="75171" y="16932"/>
                </a:lnTo>
                <a:lnTo>
                  <a:pt x="75373" y="18950"/>
                </a:lnTo>
                <a:lnTo>
                  <a:pt x="75574" y="20806"/>
                </a:lnTo>
                <a:lnTo>
                  <a:pt x="75756" y="22703"/>
                </a:lnTo>
                <a:lnTo>
                  <a:pt x="75917" y="24741"/>
                </a:lnTo>
                <a:lnTo>
                  <a:pt x="75978" y="25791"/>
                </a:lnTo>
                <a:lnTo>
                  <a:pt x="76039" y="26901"/>
                </a:lnTo>
                <a:lnTo>
                  <a:pt x="76059" y="27627"/>
                </a:lnTo>
                <a:lnTo>
                  <a:pt x="76059" y="28354"/>
                </a:lnTo>
                <a:lnTo>
                  <a:pt x="76018" y="29080"/>
                </a:lnTo>
                <a:lnTo>
                  <a:pt x="75938" y="29766"/>
                </a:lnTo>
                <a:lnTo>
                  <a:pt x="75837" y="30452"/>
                </a:lnTo>
                <a:lnTo>
                  <a:pt x="75716" y="31118"/>
                </a:lnTo>
                <a:lnTo>
                  <a:pt x="75554" y="31764"/>
                </a:lnTo>
                <a:lnTo>
                  <a:pt x="75373" y="32370"/>
                </a:lnTo>
                <a:lnTo>
                  <a:pt x="75252" y="32733"/>
                </a:lnTo>
                <a:lnTo>
                  <a:pt x="75110" y="33056"/>
                </a:lnTo>
                <a:lnTo>
                  <a:pt x="74969" y="33399"/>
                </a:lnTo>
                <a:lnTo>
                  <a:pt x="74808" y="33701"/>
                </a:lnTo>
                <a:lnTo>
                  <a:pt x="74666" y="34024"/>
                </a:lnTo>
                <a:lnTo>
                  <a:pt x="74485" y="34307"/>
                </a:lnTo>
                <a:lnTo>
                  <a:pt x="74303" y="34589"/>
                </a:lnTo>
                <a:lnTo>
                  <a:pt x="74121" y="34872"/>
                </a:lnTo>
                <a:lnTo>
                  <a:pt x="73920" y="35134"/>
                </a:lnTo>
                <a:lnTo>
                  <a:pt x="73718" y="35397"/>
                </a:lnTo>
                <a:lnTo>
                  <a:pt x="73516" y="35639"/>
                </a:lnTo>
                <a:lnTo>
                  <a:pt x="73294" y="35861"/>
                </a:lnTo>
                <a:lnTo>
                  <a:pt x="73052" y="36083"/>
                </a:lnTo>
                <a:lnTo>
                  <a:pt x="72830" y="36284"/>
                </a:lnTo>
                <a:lnTo>
                  <a:pt x="72568" y="36486"/>
                </a:lnTo>
                <a:lnTo>
                  <a:pt x="72325" y="36668"/>
                </a:lnTo>
                <a:lnTo>
                  <a:pt x="72063" y="36829"/>
                </a:lnTo>
                <a:lnTo>
                  <a:pt x="71821" y="36991"/>
                </a:lnTo>
                <a:lnTo>
                  <a:pt x="71538" y="37132"/>
                </a:lnTo>
                <a:lnTo>
                  <a:pt x="71276" y="37253"/>
                </a:lnTo>
                <a:lnTo>
                  <a:pt x="70994" y="37374"/>
                </a:lnTo>
                <a:lnTo>
                  <a:pt x="70711" y="37475"/>
                </a:lnTo>
                <a:lnTo>
                  <a:pt x="70428" y="37576"/>
                </a:lnTo>
                <a:lnTo>
                  <a:pt x="70126" y="37657"/>
                </a:lnTo>
                <a:lnTo>
                  <a:pt x="69823" y="37717"/>
                </a:lnTo>
                <a:lnTo>
                  <a:pt x="69520" y="37778"/>
                </a:lnTo>
                <a:lnTo>
                  <a:pt x="69197" y="37838"/>
                </a:lnTo>
                <a:lnTo>
                  <a:pt x="68875" y="37859"/>
                </a:lnTo>
                <a:lnTo>
                  <a:pt x="68209" y="37899"/>
                </a:lnTo>
                <a:lnTo>
                  <a:pt x="67523" y="37879"/>
                </a:lnTo>
                <a:lnTo>
                  <a:pt x="66796" y="37818"/>
                </a:lnTo>
                <a:lnTo>
                  <a:pt x="66070" y="37717"/>
                </a:lnTo>
                <a:lnTo>
                  <a:pt x="65303" y="37556"/>
                </a:lnTo>
                <a:lnTo>
                  <a:pt x="64496" y="37354"/>
                </a:lnTo>
                <a:lnTo>
                  <a:pt x="63688" y="37112"/>
                </a:lnTo>
                <a:lnTo>
                  <a:pt x="62841" y="36829"/>
                </a:lnTo>
                <a:lnTo>
                  <a:pt x="61973" y="36486"/>
                </a:lnTo>
                <a:lnTo>
                  <a:pt x="61085" y="36083"/>
                </a:lnTo>
                <a:lnTo>
                  <a:pt x="59975" y="35558"/>
                </a:lnTo>
                <a:lnTo>
                  <a:pt x="58865" y="35013"/>
                </a:lnTo>
                <a:lnTo>
                  <a:pt x="57776" y="34448"/>
                </a:lnTo>
                <a:lnTo>
                  <a:pt x="56686" y="33863"/>
                </a:lnTo>
                <a:lnTo>
                  <a:pt x="54527" y="32672"/>
                </a:lnTo>
                <a:lnTo>
                  <a:pt x="52408" y="31461"/>
                </a:lnTo>
                <a:lnTo>
                  <a:pt x="49683" y="29928"/>
                </a:lnTo>
                <a:lnTo>
                  <a:pt x="48311" y="29161"/>
                </a:lnTo>
                <a:lnTo>
                  <a:pt x="46919" y="28414"/>
                </a:lnTo>
                <a:lnTo>
                  <a:pt x="45506" y="27708"/>
                </a:lnTo>
                <a:lnTo>
                  <a:pt x="44073" y="27022"/>
                </a:lnTo>
                <a:lnTo>
                  <a:pt x="43347" y="26679"/>
                </a:lnTo>
                <a:lnTo>
                  <a:pt x="42641" y="26376"/>
                </a:lnTo>
                <a:lnTo>
                  <a:pt x="41894" y="26053"/>
                </a:lnTo>
                <a:lnTo>
                  <a:pt x="41167" y="25771"/>
                </a:lnTo>
                <a:lnTo>
                  <a:pt x="40300" y="25448"/>
                </a:lnTo>
                <a:lnTo>
                  <a:pt x="39331" y="25125"/>
                </a:lnTo>
                <a:lnTo>
                  <a:pt x="38282" y="24822"/>
                </a:lnTo>
                <a:lnTo>
                  <a:pt x="37717" y="24681"/>
                </a:lnTo>
                <a:lnTo>
                  <a:pt x="37152" y="24560"/>
                </a:lnTo>
                <a:lnTo>
                  <a:pt x="36566" y="24439"/>
                </a:lnTo>
                <a:lnTo>
                  <a:pt x="35961" y="24318"/>
                </a:lnTo>
                <a:lnTo>
                  <a:pt x="35335" y="24237"/>
                </a:lnTo>
                <a:lnTo>
                  <a:pt x="34710" y="24156"/>
                </a:lnTo>
                <a:lnTo>
                  <a:pt x="34064" y="24096"/>
                </a:lnTo>
                <a:lnTo>
                  <a:pt x="33418" y="24055"/>
                </a:lnTo>
                <a:lnTo>
                  <a:pt x="32086" y="24055"/>
                </a:lnTo>
                <a:lnTo>
                  <a:pt x="31461" y="24096"/>
                </a:lnTo>
                <a:lnTo>
                  <a:pt x="30855" y="24136"/>
                </a:lnTo>
                <a:lnTo>
                  <a:pt x="30270" y="24217"/>
                </a:lnTo>
                <a:lnTo>
                  <a:pt x="29685" y="24318"/>
                </a:lnTo>
                <a:lnTo>
                  <a:pt x="29140" y="24439"/>
                </a:lnTo>
                <a:lnTo>
                  <a:pt x="28595" y="24580"/>
                </a:lnTo>
                <a:lnTo>
                  <a:pt x="28050" y="24741"/>
                </a:lnTo>
                <a:lnTo>
                  <a:pt x="27546" y="24943"/>
                </a:lnTo>
                <a:lnTo>
                  <a:pt x="27041" y="25145"/>
                </a:lnTo>
                <a:lnTo>
                  <a:pt x="26577" y="25367"/>
                </a:lnTo>
                <a:lnTo>
                  <a:pt x="26113" y="25629"/>
                </a:lnTo>
                <a:lnTo>
                  <a:pt x="25649" y="25912"/>
                </a:lnTo>
                <a:lnTo>
                  <a:pt x="25225" y="26194"/>
                </a:lnTo>
                <a:lnTo>
                  <a:pt x="24801" y="26517"/>
                </a:lnTo>
                <a:lnTo>
                  <a:pt x="24418" y="26860"/>
                </a:lnTo>
                <a:lnTo>
                  <a:pt x="24035" y="27224"/>
                </a:lnTo>
                <a:lnTo>
                  <a:pt x="23712" y="27546"/>
                </a:lnTo>
                <a:lnTo>
                  <a:pt x="23409" y="27890"/>
                </a:lnTo>
                <a:lnTo>
                  <a:pt x="23147" y="28253"/>
                </a:lnTo>
                <a:lnTo>
                  <a:pt x="22884" y="28616"/>
                </a:lnTo>
                <a:lnTo>
                  <a:pt x="22622" y="28999"/>
                </a:lnTo>
                <a:lnTo>
                  <a:pt x="22400" y="29383"/>
                </a:lnTo>
                <a:lnTo>
                  <a:pt x="22178" y="29766"/>
                </a:lnTo>
                <a:lnTo>
                  <a:pt x="21996" y="30170"/>
                </a:lnTo>
                <a:lnTo>
                  <a:pt x="21815" y="30573"/>
                </a:lnTo>
                <a:lnTo>
                  <a:pt x="21633" y="30977"/>
                </a:lnTo>
                <a:lnTo>
                  <a:pt x="21492" y="31401"/>
                </a:lnTo>
                <a:lnTo>
                  <a:pt x="21351" y="31825"/>
                </a:lnTo>
                <a:lnTo>
                  <a:pt x="21230" y="32248"/>
                </a:lnTo>
                <a:lnTo>
                  <a:pt x="21108" y="32672"/>
                </a:lnTo>
                <a:lnTo>
                  <a:pt x="21008" y="33116"/>
                </a:lnTo>
                <a:lnTo>
                  <a:pt x="20927" y="33540"/>
                </a:lnTo>
                <a:lnTo>
                  <a:pt x="20786" y="34428"/>
                </a:lnTo>
                <a:lnTo>
                  <a:pt x="20685" y="35296"/>
                </a:lnTo>
                <a:lnTo>
                  <a:pt x="20604" y="36163"/>
                </a:lnTo>
                <a:lnTo>
                  <a:pt x="20584" y="37031"/>
                </a:lnTo>
                <a:lnTo>
                  <a:pt x="20584" y="37879"/>
                </a:lnTo>
                <a:lnTo>
                  <a:pt x="20604" y="38706"/>
                </a:lnTo>
                <a:lnTo>
                  <a:pt x="20665" y="39513"/>
                </a:lnTo>
                <a:lnTo>
                  <a:pt x="20725" y="40280"/>
                </a:lnTo>
                <a:lnTo>
                  <a:pt x="20846" y="41329"/>
                </a:lnTo>
                <a:lnTo>
                  <a:pt x="20987" y="42359"/>
                </a:lnTo>
                <a:lnTo>
                  <a:pt x="21290" y="44437"/>
                </a:lnTo>
                <a:lnTo>
                  <a:pt x="21472" y="45628"/>
                </a:lnTo>
                <a:lnTo>
                  <a:pt x="21653" y="46818"/>
                </a:lnTo>
                <a:lnTo>
                  <a:pt x="21795" y="48029"/>
                </a:lnTo>
                <a:lnTo>
                  <a:pt x="21916" y="49240"/>
                </a:lnTo>
                <a:lnTo>
                  <a:pt x="21996" y="50451"/>
                </a:lnTo>
                <a:lnTo>
                  <a:pt x="22017" y="51056"/>
                </a:lnTo>
                <a:lnTo>
                  <a:pt x="22037" y="51662"/>
                </a:lnTo>
                <a:lnTo>
                  <a:pt x="22017" y="52267"/>
                </a:lnTo>
                <a:lnTo>
                  <a:pt x="21996" y="52872"/>
                </a:lnTo>
                <a:lnTo>
                  <a:pt x="21956" y="53478"/>
                </a:lnTo>
                <a:lnTo>
                  <a:pt x="21895" y="54083"/>
                </a:lnTo>
                <a:lnTo>
                  <a:pt x="21815" y="54648"/>
                </a:lnTo>
                <a:lnTo>
                  <a:pt x="21734" y="55193"/>
                </a:lnTo>
                <a:lnTo>
                  <a:pt x="21613" y="55718"/>
                </a:lnTo>
                <a:lnTo>
                  <a:pt x="21472" y="56243"/>
                </a:lnTo>
                <a:lnTo>
                  <a:pt x="21330" y="56727"/>
                </a:lnTo>
                <a:lnTo>
                  <a:pt x="21149" y="57211"/>
                </a:lnTo>
                <a:lnTo>
                  <a:pt x="20967" y="57675"/>
                </a:lnTo>
                <a:lnTo>
                  <a:pt x="20745" y="58119"/>
                </a:lnTo>
                <a:lnTo>
                  <a:pt x="20523" y="58543"/>
                </a:lnTo>
                <a:lnTo>
                  <a:pt x="20281" y="58967"/>
                </a:lnTo>
                <a:lnTo>
                  <a:pt x="20039" y="59350"/>
                </a:lnTo>
                <a:lnTo>
                  <a:pt x="19756" y="59714"/>
                </a:lnTo>
                <a:lnTo>
                  <a:pt x="19474" y="60057"/>
                </a:lnTo>
                <a:lnTo>
                  <a:pt x="19171" y="60359"/>
                </a:lnTo>
                <a:lnTo>
                  <a:pt x="18848" y="60662"/>
                </a:lnTo>
                <a:lnTo>
                  <a:pt x="18505" y="60945"/>
                </a:lnTo>
                <a:lnTo>
                  <a:pt x="18203" y="61167"/>
                </a:lnTo>
                <a:lnTo>
                  <a:pt x="17880" y="61368"/>
                </a:lnTo>
                <a:lnTo>
                  <a:pt x="17537" y="61570"/>
                </a:lnTo>
                <a:lnTo>
                  <a:pt x="17194" y="61732"/>
                </a:lnTo>
                <a:lnTo>
                  <a:pt x="16830" y="61893"/>
                </a:lnTo>
                <a:lnTo>
                  <a:pt x="16467" y="62034"/>
                </a:lnTo>
                <a:lnTo>
                  <a:pt x="16104" y="62176"/>
                </a:lnTo>
                <a:lnTo>
                  <a:pt x="15741" y="62297"/>
                </a:lnTo>
                <a:lnTo>
                  <a:pt x="14974" y="62519"/>
                </a:lnTo>
                <a:lnTo>
                  <a:pt x="14207" y="62700"/>
                </a:lnTo>
                <a:lnTo>
                  <a:pt x="13440" y="62862"/>
                </a:lnTo>
                <a:lnTo>
                  <a:pt x="12653" y="63003"/>
                </a:lnTo>
                <a:lnTo>
                  <a:pt x="11725" y="63185"/>
                </a:lnTo>
                <a:lnTo>
                  <a:pt x="10978" y="63346"/>
                </a:lnTo>
                <a:lnTo>
                  <a:pt x="10252" y="63528"/>
                </a:lnTo>
                <a:lnTo>
                  <a:pt x="9545" y="63709"/>
                </a:lnTo>
                <a:lnTo>
                  <a:pt x="8879" y="63911"/>
                </a:lnTo>
                <a:lnTo>
                  <a:pt x="8234" y="64113"/>
                </a:lnTo>
                <a:lnTo>
                  <a:pt x="7628" y="64335"/>
                </a:lnTo>
                <a:lnTo>
                  <a:pt x="7043" y="64577"/>
                </a:lnTo>
                <a:lnTo>
                  <a:pt x="6478" y="64819"/>
                </a:lnTo>
                <a:lnTo>
                  <a:pt x="5933" y="65081"/>
                </a:lnTo>
                <a:lnTo>
                  <a:pt x="5408" y="65364"/>
                </a:lnTo>
                <a:lnTo>
                  <a:pt x="4924" y="65646"/>
                </a:lnTo>
                <a:lnTo>
                  <a:pt x="4440" y="65969"/>
                </a:lnTo>
                <a:lnTo>
                  <a:pt x="3996" y="66272"/>
                </a:lnTo>
                <a:lnTo>
                  <a:pt x="3572" y="66615"/>
                </a:lnTo>
                <a:lnTo>
                  <a:pt x="3148" y="66958"/>
                </a:lnTo>
                <a:lnTo>
                  <a:pt x="2765" y="67321"/>
                </a:lnTo>
                <a:lnTo>
                  <a:pt x="2321" y="67786"/>
                </a:lnTo>
                <a:lnTo>
                  <a:pt x="1917" y="68270"/>
                </a:lnTo>
                <a:lnTo>
                  <a:pt x="1554" y="68795"/>
                </a:lnTo>
                <a:lnTo>
                  <a:pt x="1211" y="69339"/>
                </a:lnTo>
                <a:lnTo>
                  <a:pt x="928" y="69884"/>
                </a:lnTo>
                <a:lnTo>
                  <a:pt x="666" y="70470"/>
                </a:lnTo>
                <a:lnTo>
                  <a:pt x="444" y="71055"/>
                </a:lnTo>
                <a:lnTo>
                  <a:pt x="262" y="71660"/>
                </a:lnTo>
                <a:lnTo>
                  <a:pt x="182" y="71983"/>
                </a:lnTo>
                <a:lnTo>
                  <a:pt x="121" y="72306"/>
                </a:lnTo>
                <a:lnTo>
                  <a:pt x="81" y="72609"/>
                </a:lnTo>
                <a:lnTo>
                  <a:pt x="41" y="72931"/>
                </a:lnTo>
                <a:lnTo>
                  <a:pt x="20" y="73254"/>
                </a:lnTo>
                <a:lnTo>
                  <a:pt x="0" y="73557"/>
                </a:lnTo>
                <a:lnTo>
                  <a:pt x="0" y="73880"/>
                </a:lnTo>
                <a:lnTo>
                  <a:pt x="20" y="74183"/>
                </a:lnTo>
                <a:lnTo>
                  <a:pt x="61" y="74485"/>
                </a:lnTo>
                <a:lnTo>
                  <a:pt x="101" y="74788"/>
                </a:lnTo>
                <a:lnTo>
                  <a:pt x="162" y="75071"/>
                </a:lnTo>
                <a:lnTo>
                  <a:pt x="222" y="75373"/>
                </a:lnTo>
                <a:lnTo>
                  <a:pt x="323" y="75656"/>
                </a:lnTo>
                <a:lnTo>
                  <a:pt x="404" y="75938"/>
                </a:lnTo>
                <a:lnTo>
                  <a:pt x="525" y="76201"/>
                </a:lnTo>
                <a:lnTo>
                  <a:pt x="646" y="76483"/>
                </a:lnTo>
                <a:lnTo>
                  <a:pt x="828" y="76846"/>
                </a:lnTo>
                <a:lnTo>
                  <a:pt x="1050" y="77189"/>
                </a:lnTo>
                <a:lnTo>
                  <a:pt x="1292" y="77533"/>
                </a:lnTo>
                <a:lnTo>
                  <a:pt x="1554" y="77855"/>
                </a:lnTo>
                <a:lnTo>
                  <a:pt x="1837" y="78158"/>
                </a:lnTo>
                <a:lnTo>
                  <a:pt x="2139" y="78441"/>
                </a:lnTo>
                <a:lnTo>
                  <a:pt x="2462" y="78703"/>
                </a:lnTo>
                <a:lnTo>
                  <a:pt x="2785" y="78945"/>
                </a:lnTo>
                <a:lnTo>
                  <a:pt x="3148" y="79187"/>
                </a:lnTo>
                <a:lnTo>
                  <a:pt x="3532" y="79389"/>
                </a:lnTo>
                <a:lnTo>
                  <a:pt x="3935" y="79591"/>
                </a:lnTo>
                <a:lnTo>
                  <a:pt x="4339" y="79773"/>
                </a:lnTo>
                <a:lnTo>
                  <a:pt x="4763" y="79914"/>
                </a:lnTo>
                <a:lnTo>
                  <a:pt x="5227" y="80055"/>
                </a:lnTo>
                <a:lnTo>
                  <a:pt x="5691" y="80176"/>
                </a:lnTo>
                <a:lnTo>
                  <a:pt x="6155" y="80277"/>
                </a:lnTo>
                <a:lnTo>
                  <a:pt x="6660" y="80338"/>
                </a:lnTo>
                <a:lnTo>
                  <a:pt x="7144" y="80398"/>
                </a:lnTo>
                <a:lnTo>
                  <a:pt x="7648" y="80438"/>
                </a:lnTo>
                <a:lnTo>
                  <a:pt x="8153" y="80438"/>
                </a:lnTo>
                <a:lnTo>
                  <a:pt x="8819" y="80418"/>
                </a:lnTo>
                <a:lnTo>
                  <a:pt x="9485" y="80378"/>
                </a:lnTo>
                <a:lnTo>
                  <a:pt x="10171" y="80277"/>
                </a:lnTo>
                <a:lnTo>
                  <a:pt x="10817" y="80156"/>
                </a:lnTo>
                <a:lnTo>
                  <a:pt x="11483" y="80015"/>
                </a:lnTo>
                <a:lnTo>
                  <a:pt x="12128" y="79813"/>
                </a:lnTo>
                <a:lnTo>
                  <a:pt x="12754" y="79591"/>
                </a:lnTo>
                <a:lnTo>
                  <a:pt x="13380" y="79329"/>
                </a:lnTo>
                <a:lnTo>
                  <a:pt x="14106" y="78986"/>
                </a:lnTo>
                <a:lnTo>
                  <a:pt x="14812" y="78622"/>
                </a:lnTo>
                <a:lnTo>
                  <a:pt x="15498" y="78219"/>
                </a:lnTo>
                <a:lnTo>
                  <a:pt x="16185" y="77795"/>
                </a:lnTo>
                <a:lnTo>
                  <a:pt x="16850" y="77351"/>
                </a:lnTo>
                <a:lnTo>
                  <a:pt x="17496" y="76887"/>
                </a:lnTo>
                <a:lnTo>
                  <a:pt x="18142" y="76402"/>
                </a:lnTo>
                <a:lnTo>
                  <a:pt x="18768" y="75898"/>
                </a:lnTo>
                <a:lnTo>
                  <a:pt x="19373" y="75393"/>
                </a:lnTo>
                <a:lnTo>
                  <a:pt x="19978" y="74869"/>
                </a:lnTo>
                <a:lnTo>
                  <a:pt x="21169" y="73779"/>
                </a:lnTo>
                <a:lnTo>
                  <a:pt x="22339" y="72669"/>
                </a:lnTo>
                <a:lnTo>
                  <a:pt x="23490" y="71559"/>
                </a:lnTo>
                <a:lnTo>
                  <a:pt x="25266" y="69824"/>
                </a:lnTo>
                <a:lnTo>
                  <a:pt x="26174" y="68976"/>
                </a:lnTo>
                <a:lnTo>
                  <a:pt x="27102" y="68149"/>
                </a:lnTo>
                <a:lnTo>
                  <a:pt x="27990" y="67382"/>
                </a:lnTo>
                <a:lnTo>
                  <a:pt x="28918" y="66615"/>
                </a:lnTo>
                <a:lnTo>
                  <a:pt x="29867" y="65889"/>
                </a:lnTo>
                <a:lnTo>
                  <a:pt x="30855" y="65182"/>
                </a:lnTo>
                <a:lnTo>
                  <a:pt x="31844" y="64496"/>
                </a:lnTo>
                <a:lnTo>
                  <a:pt x="32853" y="63850"/>
                </a:lnTo>
                <a:lnTo>
                  <a:pt x="33882" y="63225"/>
                </a:lnTo>
                <a:lnTo>
                  <a:pt x="34932" y="62599"/>
                </a:lnTo>
                <a:lnTo>
                  <a:pt x="36001" y="62034"/>
                </a:lnTo>
                <a:lnTo>
                  <a:pt x="37071" y="61469"/>
                </a:lnTo>
                <a:lnTo>
                  <a:pt x="38161" y="60945"/>
                </a:lnTo>
                <a:lnTo>
                  <a:pt x="39271" y="60440"/>
                </a:lnTo>
                <a:lnTo>
                  <a:pt x="40401" y="59976"/>
                </a:lnTo>
                <a:lnTo>
                  <a:pt x="41531" y="59532"/>
                </a:lnTo>
                <a:lnTo>
                  <a:pt x="42681" y="59108"/>
                </a:lnTo>
                <a:lnTo>
                  <a:pt x="43851" y="58725"/>
                </a:lnTo>
                <a:lnTo>
                  <a:pt x="45002" y="58361"/>
                </a:lnTo>
                <a:lnTo>
                  <a:pt x="46192" y="58039"/>
                </a:lnTo>
                <a:lnTo>
                  <a:pt x="47363" y="57736"/>
                </a:lnTo>
                <a:lnTo>
                  <a:pt x="48553" y="57474"/>
                </a:lnTo>
                <a:lnTo>
                  <a:pt x="49764" y="57231"/>
                </a:lnTo>
                <a:lnTo>
                  <a:pt x="50955" y="57030"/>
                </a:lnTo>
                <a:lnTo>
                  <a:pt x="52166" y="56868"/>
                </a:lnTo>
                <a:lnTo>
                  <a:pt x="53356" y="56707"/>
                </a:lnTo>
                <a:lnTo>
                  <a:pt x="54567" y="56606"/>
                </a:lnTo>
                <a:lnTo>
                  <a:pt x="55778" y="56525"/>
                </a:lnTo>
                <a:lnTo>
                  <a:pt x="56989" y="56465"/>
                </a:lnTo>
                <a:lnTo>
                  <a:pt x="58179" y="56444"/>
                </a:lnTo>
                <a:lnTo>
                  <a:pt x="59390" y="56465"/>
                </a:lnTo>
                <a:lnTo>
                  <a:pt x="60581" y="56505"/>
                </a:lnTo>
                <a:lnTo>
                  <a:pt x="61771" y="56586"/>
                </a:lnTo>
                <a:lnTo>
                  <a:pt x="62962" y="56687"/>
                </a:lnTo>
                <a:lnTo>
                  <a:pt x="64274" y="56848"/>
                </a:lnTo>
                <a:lnTo>
                  <a:pt x="65605" y="57030"/>
                </a:lnTo>
                <a:lnTo>
                  <a:pt x="66917" y="57231"/>
                </a:lnTo>
                <a:lnTo>
                  <a:pt x="68229" y="57433"/>
                </a:lnTo>
                <a:lnTo>
                  <a:pt x="69601" y="57655"/>
                </a:lnTo>
                <a:lnTo>
                  <a:pt x="70973" y="57857"/>
                </a:lnTo>
                <a:lnTo>
                  <a:pt x="72366" y="58039"/>
                </a:lnTo>
                <a:lnTo>
                  <a:pt x="73758" y="58200"/>
                </a:lnTo>
                <a:lnTo>
                  <a:pt x="74444" y="58261"/>
                </a:lnTo>
                <a:lnTo>
                  <a:pt x="75151" y="58321"/>
                </a:lnTo>
                <a:lnTo>
                  <a:pt x="75837" y="58361"/>
                </a:lnTo>
                <a:lnTo>
                  <a:pt x="76543" y="58382"/>
                </a:lnTo>
                <a:lnTo>
                  <a:pt x="77249" y="58382"/>
                </a:lnTo>
                <a:lnTo>
                  <a:pt x="77935" y="58361"/>
                </a:lnTo>
                <a:lnTo>
                  <a:pt x="78642" y="58341"/>
                </a:lnTo>
                <a:lnTo>
                  <a:pt x="79328" y="58281"/>
                </a:lnTo>
                <a:lnTo>
                  <a:pt x="79812" y="58220"/>
                </a:lnTo>
                <a:lnTo>
                  <a:pt x="80337" y="58160"/>
                </a:lnTo>
                <a:lnTo>
                  <a:pt x="80882" y="58059"/>
                </a:lnTo>
                <a:lnTo>
                  <a:pt x="81467" y="57918"/>
                </a:lnTo>
                <a:lnTo>
                  <a:pt x="82032" y="57736"/>
                </a:lnTo>
                <a:lnTo>
                  <a:pt x="82315" y="57635"/>
                </a:lnTo>
                <a:lnTo>
                  <a:pt x="82597" y="57514"/>
                </a:lnTo>
                <a:lnTo>
                  <a:pt x="82880" y="57373"/>
                </a:lnTo>
                <a:lnTo>
                  <a:pt x="83142" y="57231"/>
                </a:lnTo>
                <a:lnTo>
                  <a:pt x="83404" y="57050"/>
                </a:lnTo>
                <a:lnTo>
                  <a:pt x="83667" y="56868"/>
                </a:lnTo>
                <a:lnTo>
                  <a:pt x="83868" y="56707"/>
                </a:lnTo>
                <a:lnTo>
                  <a:pt x="84050" y="56525"/>
                </a:lnTo>
                <a:lnTo>
                  <a:pt x="84232" y="56343"/>
                </a:lnTo>
                <a:lnTo>
                  <a:pt x="84413" y="56162"/>
                </a:lnTo>
                <a:lnTo>
                  <a:pt x="84716" y="55778"/>
                </a:lnTo>
                <a:lnTo>
                  <a:pt x="84998" y="55355"/>
                </a:lnTo>
                <a:lnTo>
                  <a:pt x="85220" y="54931"/>
                </a:lnTo>
                <a:lnTo>
                  <a:pt x="85442" y="54467"/>
                </a:lnTo>
                <a:lnTo>
                  <a:pt x="85604" y="53982"/>
                </a:lnTo>
                <a:lnTo>
                  <a:pt x="85765" y="53498"/>
                </a:lnTo>
                <a:lnTo>
                  <a:pt x="85886" y="52994"/>
                </a:lnTo>
                <a:lnTo>
                  <a:pt x="86007" y="52489"/>
                </a:lnTo>
                <a:lnTo>
                  <a:pt x="86088" y="51964"/>
                </a:lnTo>
                <a:lnTo>
                  <a:pt x="86169" y="51420"/>
                </a:lnTo>
                <a:lnTo>
                  <a:pt x="86290" y="50350"/>
                </a:lnTo>
                <a:lnTo>
                  <a:pt x="86371" y="49260"/>
                </a:lnTo>
                <a:lnTo>
                  <a:pt x="86492" y="47949"/>
                </a:lnTo>
                <a:lnTo>
                  <a:pt x="86573" y="47283"/>
                </a:lnTo>
                <a:lnTo>
                  <a:pt x="86653" y="46637"/>
                </a:lnTo>
                <a:lnTo>
                  <a:pt x="86754" y="46052"/>
                </a:lnTo>
                <a:lnTo>
                  <a:pt x="86895" y="45487"/>
                </a:lnTo>
                <a:lnTo>
                  <a:pt x="87037" y="44901"/>
                </a:lnTo>
                <a:lnTo>
                  <a:pt x="87218" y="44336"/>
                </a:lnTo>
                <a:lnTo>
                  <a:pt x="87420" y="43771"/>
                </a:lnTo>
                <a:lnTo>
                  <a:pt x="87642" y="43206"/>
                </a:lnTo>
                <a:lnTo>
                  <a:pt x="87884" y="42661"/>
                </a:lnTo>
                <a:lnTo>
                  <a:pt x="88167" y="42117"/>
                </a:lnTo>
                <a:lnTo>
                  <a:pt x="88449" y="41592"/>
                </a:lnTo>
                <a:lnTo>
                  <a:pt x="88772" y="41067"/>
                </a:lnTo>
                <a:lnTo>
                  <a:pt x="89115" y="40563"/>
                </a:lnTo>
                <a:lnTo>
                  <a:pt x="89478" y="40058"/>
                </a:lnTo>
                <a:lnTo>
                  <a:pt x="89842" y="39574"/>
                </a:lnTo>
                <a:lnTo>
                  <a:pt x="90245" y="39089"/>
                </a:lnTo>
                <a:lnTo>
                  <a:pt x="90669" y="38646"/>
                </a:lnTo>
                <a:lnTo>
                  <a:pt x="91113" y="38202"/>
                </a:lnTo>
                <a:lnTo>
                  <a:pt x="91577" y="37758"/>
                </a:lnTo>
                <a:lnTo>
                  <a:pt x="92041" y="37354"/>
                </a:lnTo>
                <a:lnTo>
                  <a:pt x="92526" y="36971"/>
                </a:lnTo>
                <a:lnTo>
                  <a:pt x="93030" y="36607"/>
                </a:lnTo>
                <a:lnTo>
                  <a:pt x="93535" y="36264"/>
                </a:lnTo>
                <a:lnTo>
                  <a:pt x="94059" y="35941"/>
                </a:lnTo>
                <a:lnTo>
                  <a:pt x="94584" y="35639"/>
                </a:lnTo>
                <a:lnTo>
                  <a:pt x="95129" y="35376"/>
                </a:lnTo>
                <a:lnTo>
                  <a:pt x="95674" y="35114"/>
                </a:lnTo>
                <a:lnTo>
                  <a:pt x="96239" y="34892"/>
                </a:lnTo>
                <a:lnTo>
                  <a:pt x="96804" y="34690"/>
                </a:lnTo>
                <a:lnTo>
                  <a:pt x="97369" y="34529"/>
                </a:lnTo>
                <a:lnTo>
                  <a:pt x="97934" y="34367"/>
                </a:lnTo>
                <a:lnTo>
                  <a:pt x="98519" y="34246"/>
                </a:lnTo>
                <a:lnTo>
                  <a:pt x="99084" y="34166"/>
                </a:lnTo>
                <a:lnTo>
                  <a:pt x="99669" y="34085"/>
                </a:lnTo>
                <a:lnTo>
                  <a:pt x="100255" y="34044"/>
                </a:lnTo>
                <a:lnTo>
                  <a:pt x="100860" y="34024"/>
                </a:lnTo>
                <a:lnTo>
                  <a:pt x="101445" y="34044"/>
                </a:lnTo>
                <a:lnTo>
                  <a:pt x="102051" y="34085"/>
                </a:lnTo>
                <a:lnTo>
                  <a:pt x="102636" y="34145"/>
                </a:lnTo>
                <a:lnTo>
                  <a:pt x="103221" y="34246"/>
                </a:lnTo>
                <a:lnTo>
                  <a:pt x="103806" y="34367"/>
                </a:lnTo>
                <a:lnTo>
                  <a:pt x="104391" y="34509"/>
                </a:lnTo>
                <a:lnTo>
                  <a:pt x="104977" y="34690"/>
                </a:lnTo>
                <a:lnTo>
                  <a:pt x="105542" y="34892"/>
                </a:lnTo>
                <a:lnTo>
                  <a:pt x="106127" y="35114"/>
                </a:lnTo>
                <a:lnTo>
                  <a:pt x="106672" y="35356"/>
                </a:lnTo>
                <a:lnTo>
                  <a:pt x="107237" y="35639"/>
                </a:lnTo>
                <a:lnTo>
                  <a:pt x="107782" y="35941"/>
                </a:lnTo>
                <a:lnTo>
                  <a:pt x="108306" y="36264"/>
                </a:lnTo>
                <a:lnTo>
                  <a:pt x="108831" y="36607"/>
                </a:lnTo>
                <a:lnTo>
                  <a:pt x="109336" y="36971"/>
                </a:lnTo>
                <a:lnTo>
                  <a:pt x="109820" y="37354"/>
                </a:lnTo>
                <a:lnTo>
                  <a:pt x="110284" y="37758"/>
                </a:lnTo>
                <a:lnTo>
                  <a:pt x="110728" y="38161"/>
                </a:lnTo>
                <a:lnTo>
                  <a:pt x="111152" y="38585"/>
                </a:lnTo>
                <a:lnTo>
                  <a:pt x="111535" y="39029"/>
                </a:lnTo>
                <a:lnTo>
                  <a:pt x="111919" y="39493"/>
                </a:lnTo>
                <a:lnTo>
                  <a:pt x="112262" y="39957"/>
                </a:lnTo>
                <a:lnTo>
                  <a:pt x="112605" y="40442"/>
                </a:lnTo>
                <a:lnTo>
                  <a:pt x="112907" y="40946"/>
                </a:lnTo>
                <a:lnTo>
                  <a:pt x="113190" y="41451"/>
                </a:lnTo>
                <a:lnTo>
                  <a:pt x="113452" y="41955"/>
                </a:lnTo>
                <a:lnTo>
                  <a:pt x="113674" y="42480"/>
                </a:lnTo>
                <a:lnTo>
                  <a:pt x="113876" y="43025"/>
                </a:lnTo>
                <a:lnTo>
                  <a:pt x="114058" y="43569"/>
                </a:lnTo>
                <a:lnTo>
                  <a:pt x="114219" y="44114"/>
                </a:lnTo>
                <a:lnTo>
                  <a:pt x="114038" y="43610"/>
                </a:lnTo>
                <a:lnTo>
                  <a:pt x="113937" y="43368"/>
                </a:lnTo>
                <a:lnTo>
                  <a:pt x="113816" y="43126"/>
                </a:lnTo>
                <a:lnTo>
                  <a:pt x="113694" y="42904"/>
                </a:lnTo>
                <a:lnTo>
                  <a:pt x="113573" y="42682"/>
                </a:lnTo>
                <a:lnTo>
                  <a:pt x="113432" y="42500"/>
                </a:lnTo>
                <a:lnTo>
                  <a:pt x="113251" y="42318"/>
                </a:lnTo>
                <a:lnTo>
                  <a:pt x="113210" y="42379"/>
                </a:lnTo>
                <a:lnTo>
                  <a:pt x="113372" y="42560"/>
                </a:lnTo>
                <a:lnTo>
                  <a:pt x="113533" y="42782"/>
                </a:lnTo>
                <a:lnTo>
                  <a:pt x="113674" y="43025"/>
                </a:lnTo>
                <a:lnTo>
                  <a:pt x="113816" y="43267"/>
                </a:lnTo>
                <a:lnTo>
                  <a:pt x="113916" y="43529"/>
                </a:lnTo>
                <a:lnTo>
                  <a:pt x="114017" y="43812"/>
                </a:lnTo>
                <a:lnTo>
                  <a:pt x="114219" y="44377"/>
                </a:lnTo>
                <a:lnTo>
                  <a:pt x="114360" y="44760"/>
                </a:lnTo>
                <a:lnTo>
                  <a:pt x="114502" y="45144"/>
                </a:lnTo>
                <a:lnTo>
                  <a:pt x="114663" y="45507"/>
                </a:lnTo>
                <a:lnTo>
                  <a:pt x="114744" y="45668"/>
                </a:lnTo>
                <a:lnTo>
                  <a:pt x="114845" y="45809"/>
                </a:lnTo>
                <a:lnTo>
                  <a:pt x="114946" y="45951"/>
                </a:lnTo>
                <a:lnTo>
                  <a:pt x="115067" y="46072"/>
                </a:lnTo>
                <a:lnTo>
                  <a:pt x="115188" y="46173"/>
                </a:lnTo>
                <a:lnTo>
                  <a:pt x="115309" y="46274"/>
                </a:lnTo>
                <a:lnTo>
                  <a:pt x="115470" y="46334"/>
                </a:lnTo>
                <a:lnTo>
                  <a:pt x="115632" y="46375"/>
                </a:lnTo>
                <a:lnTo>
                  <a:pt x="115793" y="46395"/>
                </a:lnTo>
                <a:lnTo>
                  <a:pt x="115995" y="46395"/>
                </a:lnTo>
                <a:lnTo>
                  <a:pt x="116156" y="46375"/>
                </a:lnTo>
                <a:lnTo>
                  <a:pt x="116318" y="46334"/>
                </a:lnTo>
                <a:lnTo>
                  <a:pt x="116479" y="46274"/>
                </a:lnTo>
                <a:lnTo>
                  <a:pt x="116641" y="46173"/>
                </a:lnTo>
                <a:lnTo>
                  <a:pt x="116822" y="46072"/>
                </a:lnTo>
                <a:lnTo>
                  <a:pt x="116984" y="45931"/>
                </a:lnTo>
                <a:lnTo>
                  <a:pt x="117145" y="45769"/>
                </a:lnTo>
                <a:lnTo>
                  <a:pt x="117327" y="45587"/>
                </a:lnTo>
                <a:lnTo>
                  <a:pt x="117630" y="45224"/>
                </a:lnTo>
                <a:lnTo>
                  <a:pt x="117892" y="44841"/>
                </a:lnTo>
                <a:lnTo>
                  <a:pt x="118134" y="44437"/>
                </a:lnTo>
                <a:lnTo>
                  <a:pt x="118356" y="44034"/>
                </a:lnTo>
                <a:lnTo>
                  <a:pt x="118558" y="43630"/>
                </a:lnTo>
                <a:lnTo>
                  <a:pt x="118739" y="43186"/>
                </a:lnTo>
                <a:lnTo>
                  <a:pt x="118901" y="42762"/>
                </a:lnTo>
                <a:lnTo>
                  <a:pt x="119042" y="42318"/>
                </a:lnTo>
                <a:lnTo>
                  <a:pt x="119183" y="41854"/>
                </a:lnTo>
                <a:lnTo>
                  <a:pt x="119284" y="41410"/>
                </a:lnTo>
                <a:lnTo>
                  <a:pt x="119486" y="40482"/>
                </a:lnTo>
                <a:lnTo>
                  <a:pt x="119648" y="39554"/>
                </a:lnTo>
                <a:lnTo>
                  <a:pt x="119789" y="38625"/>
                </a:lnTo>
                <a:lnTo>
                  <a:pt x="119950" y="37394"/>
                </a:lnTo>
                <a:lnTo>
                  <a:pt x="120092" y="36184"/>
                </a:lnTo>
                <a:lnTo>
                  <a:pt x="120233" y="34953"/>
                </a:lnTo>
                <a:lnTo>
                  <a:pt x="120334" y="33742"/>
                </a:lnTo>
                <a:lnTo>
                  <a:pt x="120455" y="32511"/>
                </a:lnTo>
                <a:lnTo>
                  <a:pt x="120536" y="31280"/>
                </a:lnTo>
                <a:lnTo>
                  <a:pt x="120616" y="30069"/>
                </a:lnTo>
                <a:lnTo>
                  <a:pt x="120697" y="28838"/>
                </a:lnTo>
                <a:lnTo>
                  <a:pt x="120737" y="27607"/>
                </a:lnTo>
                <a:lnTo>
                  <a:pt x="120778" y="26376"/>
                </a:lnTo>
                <a:lnTo>
                  <a:pt x="120798" y="25145"/>
                </a:lnTo>
                <a:lnTo>
                  <a:pt x="120818" y="23914"/>
                </a:lnTo>
                <a:lnTo>
                  <a:pt x="120818" y="22683"/>
                </a:lnTo>
                <a:lnTo>
                  <a:pt x="120798" y="21452"/>
                </a:lnTo>
                <a:lnTo>
                  <a:pt x="120778" y="20241"/>
                </a:lnTo>
                <a:lnTo>
                  <a:pt x="120737" y="19010"/>
                </a:lnTo>
                <a:lnTo>
                  <a:pt x="120697" y="18143"/>
                </a:lnTo>
                <a:lnTo>
                  <a:pt x="120636" y="17275"/>
                </a:lnTo>
                <a:lnTo>
                  <a:pt x="120576" y="16407"/>
                </a:lnTo>
                <a:lnTo>
                  <a:pt x="120495" y="15519"/>
                </a:lnTo>
                <a:lnTo>
                  <a:pt x="120374" y="14651"/>
                </a:lnTo>
                <a:lnTo>
                  <a:pt x="120233" y="13763"/>
                </a:lnTo>
                <a:lnTo>
                  <a:pt x="120071" y="12896"/>
                </a:lnTo>
                <a:lnTo>
                  <a:pt x="119870" y="12048"/>
                </a:lnTo>
                <a:lnTo>
                  <a:pt x="119648" y="11201"/>
                </a:lnTo>
                <a:lnTo>
                  <a:pt x="119365" y="10353"/>
                </a:lnTo>
                <a:lnTo>
                  <a:pt x="119062" y="9546"/>
                </a:lnTo>
                <a:lnTo>
                  <a:pt x="118881" y="9142"/>
                </a:lnTo>
                <a:lnTo>
                  <a:pt x="118699" y="8759"/>
                </a:lnTo>
                <a:lnTo>
                  <a:pt x="118497" y="8375"/>
                </a:lnTo>
                <a:lnTo>
                  <a:pt x="118296" y="7992"/>
                </a:lnTo>
                <a:lnTo>
                  <a:pt x="118074" y="7609"/>
                </a:lnTo>
                <a:lnTo>
                  <a:pt x="117831" y="7245"/>
                </a:lnTo>
                <a:lnTo>
                  <a:pt x="117589" y="6902"/>
                </a:lnTo>
                <a:lnTo>
                  <a:pt x="117327" y="6559"/>
                </a:lnTo>
                <a:lnTo>
                  <a:pt x="117044" y="6216"/>
                </a:lnTo>
                <a:lnTo>
                  <a:pt x="116762" y="5873"/>
                </a:lnTo>
                <a:lnTo>
                  <a:pt x="116257" y="5369"/>
                </a:lnTo>
                <a:lnTo>
                  <a:pt x="115712" y="4884"/>
                </a:lnTo>
                <a:lnTo>
                  <a:pt x="115127" y="4420"/>
                </a:lnTo>
                <a:lnTo>
                  <a:pt x="114502" y="3976"/>
                </a:lnTo>
                <a:lnTo>
                  <a:pt x="113836" y="3573"/>
                </a:lnTo>
                <a:lnTo>
                  <a:pt x="113129" y="3189"/>
                </a:lnTo>
                <a:lnTo>
                  <a:pt x="112403" y="2846"/>
                </a:lnTo>
                <a:lnTo>
                  <a:pt x="111596" y="2503"/>
                </a:lnTo>
                <a:lnTo>
                  <a:pt x="110970" y="2261"/>
                </a:lnTo>
                <a:lnTo>
                  <a:pt x="110284" y="2039"/>
                </a:lnTo>
                <a:lnTo>
                  <a:pt x="109578" y="1837"/>
                </a:lnTo>
                <a:lnTo>
                  <a:pt x="108851" y="1635"/>
                </a:lnTo>
                <a:lnTo>
                  <a:pt x="108064" y="1433"/>
                </a:lnTo>
                <a:lnTo>
                  <a:pt x="107257" y="1272"/>
                </a:lnTo>
                <a:lnTo>
                  <a:pt x="106389" y="1090"/>
                </a:lnTo>
                <a:lnTo>
                  <a:pt x="105481" y="949"/>
                </a:lnTo>
                <a:lnTo>
                  <a:pt x="103988" y="707"/>
                </a:lnTo>
                <a:lnTo>
                  <a:pt x="102474" y="505"/>
                </a:lnTo>
                <a:lnTo>
                  <a:pt x="100961" y="344"/>
                </a:lnTo>
                <a:lnTo>
                  <a:pt x="99447" y="202"/>
                </a:lnTo>
                <a:lnTo>
                  <a:pt x="97934" y="102"/>
                </a:lnTo>
                <a:lnTo>
                  <a:pt x="96420" y="41"/>
                </a:lnTo>
                <a:lnTo>
                  <a:pt x="9488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8" name="Google Shape;4458;p54"/>
          <p:cNvSpPr/>
          <p:nvPr/>
        </p:nvSpPr>
        <p:spPr>
          <a:xfrm>
            <a:off x="9011602" y="-25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9" name="Google Shape;4459;p54"/>
          <p:cNvSpPr/>
          <p:nvPr/>
        </p:nvSpPr>
        <p:spPr>
          <a:xfrm>
            <a:off x="7182848" y="1854781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0" name="Google Shape;4460;p54"/>
          <p:cNvSpPr/>
          <p:nvPr/>
        </p:nvSpPr>
        <p:spPr>
          <a:xfrm>
            <a:off x="7364488" y="11396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1" name="Google Shape;4461;p54"/>
          <p:cNvSpPr/>
          <p:nvPr/>
        </p:nvSpPr>
        <p:spPr>
          <a:xfrm>
            <a:off x="8605498" y="3630536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2" name="Google Shape;4462;p54"/>
          <p:cNvSpPr/>
          <p:nvPr/>
        </p:nvSpPr>
        <p:spPr>
          <a:xfrm>
            <a:off x="7917290" y="1315452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3" name="Google Shape;4463;p54"/>
          <p:cNvSpPr/>
          <p:nvPr/>
        </p:nvSpPr>
        <p:spPr>
          <a:xfrm>
            <a:off x="1573619" y="4469485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4" name="Google Shape;4464;p54"/>
          <p:cNvSpPr/>
          <p:nvPr/>
        </p:nvSpPr>
        <p:spPr>
          <a:xfrm rot="3449335">
            <a:off x="1554254" y="-1020347"/>
            <a:ext cx="1395586" cy="1650631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5" name="Google Shape;4465;p54"/>
          <p:cNvSpPr/>
          <p:nvPr/>
        </p:nvSpPr>
        <p:spPr>
          <a:xfrm>
            <a:off x="8938198" y="3915546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6" name="Google Shape;4466;p54"/>
          <p:cNvSpPr/>
          <p:nvPr/>
        </p:nvSpPr>
        <p:spPr>
          <a:xfrm>
            <a:off x="1754085" y="4576657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7" name="Google Shape;4467;p54"/>
          <p:cNvSpPr/>
          <p:nvPr/>
        </p:nvSpPr>
        <p:spPr>
          <a:xfrm>
            <a:off x="7475015" y="1977720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8" name="Google Shape;4468;p54"/>
          <p:cNvSpPr/>
          <p:nvPr/>
        </p:nvSpPr>
        <p:spPr>
          <a:xfrm>
            <a:off x="7497601" y="258374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9" name="Google Shape;4469;p54"/>
          <p:cNvSpPr/>
          <p:nvPr/>
        </p:nvSpPr>
        <p:spPr>
          <a:xfrm>
            <a:off x="7989465" y="1384273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0" name="Google Shape;4470;p54"/>
          <p:cNvSpPr/>
          <p:nvPr/>
        </p:nvSpPr>
        <p:spPr>
          <a:xfrm rot="3449335">
            <a:off x="1655522" y="-908175"/>
            <a:ext cx="1193653" cy="1427229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1" name="Google Shape;4471;p54"/>
          <p:cNvSpPr/>
          <p:nvPr/>
        </p:nvSpPr>
        <p:spPr>
          <a:xfrm>
            <a:off x="7611538" y="31925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2" name="Google Shape;4472;p54"/>
          <p:cNvSpPr/>
          <p:nvPr/>
        </p:nvSpPr>
        <p:spPr>
          <a:xfrm>
            <a:off x="8093284" y="1493738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3" name="Google Shape;4473;p54"/>
          <p:cNvSpPr/>
          <p:nvPr/>
        </p:nvSpPr>
        <p:spPr>
          <a:xfrm rot="3449335">
            <a:off x="1810805" y="-768073"/>
            <a:ext cx="901487" cy="1104539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4" name="Google Shape;4474;p54"/>
          <p:cNvSpPr/>
          <p:nvPr/>
        </p:nvSpPr>
        <p:spPr>
          <a:xfrm>
            <a:off x="8740847" y="1813019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5" name="Google Shape;4475;p54"/>
          <p:cNvSpPr/>
          <p:nvPr/>
        </p:nvSpPr>
        <p:spPr>
          <a:xfrm>
            <a:off x="7850706" y="3773824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6" name="Google Shape;4476;p54"/>
          <p:cNvSpPr/>
          <p:nvPr/>
        </p:nvSpPr>
        <p:spPr>
          <a:xfrm rot="3449335">
            <a:off x="2567386" y="-287123"/>
            <a:ext cx="130932" cy="390449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7" name="Google Shape;4477;p54"/>
          <p:cNvSpPr/>
          <p:nvPr/>
        </p:nvSpPr>
        <p:spPr>
          <a:xfrm>
            <a:off x="13470249" y="372312"/>
            <a:ext cx="206522" cy="1040271"/>
          </a:xfrm>
          <a:custGeom>
            <a:rect b="b" l="l" r="r" t="t"/>
            <a:pathLst>
              <a:path extrusionOk="0" h="18607" w="3694">
                <a:moveTo>
                  <a:pt x="2160" y="0"/>
                </a:moveTo>
                <a:lnTo>
                  <a:pt x="2099" y="61"/>
                </a:lnTo>
                <a:lnTo>
                  <a:pt x="2281" y="283"/>
                </a:lnTo>
                <a:lnTo>
                  <a:pt x="2462" y="545"/>
                </a:lnTo>
                <a:lnTo>
                  <a:pt x="2624" y="787"/>
                </a:lnTo>
                <a:lnTo>
                  <a:pt x="2765" y="1050"/>
                </a:lnTo>
                <a:lnTo>
                  <a:pt x="2886" y="1292"/>
                </a:lnTo>
                <a:lnTo>
                  <a:pt x="3007" y="1554"/>
                </a:lnTo>
                <a:lnTo>
                  <a:pt x="3209" y="2079"/>
                </a:lnTo>
                <a:lnTo>
                  <a:pt x="3350" y="2604"/>
                </a:lnTo>
                <a:lnTo>
                  <a:pt x="3471" y="3108"/>
                </a:lnTo>
                <a:lnTo>
                  <a:pt x="3532" y="3592"/>
                </a:lnTo>
                <a:lnTo>
                  <a:pt x="3572" y="4036"/>
                </a:lnTo>
                <a:lnTo>
                  <a:pt x="3613" y="4581"/>
                </a:lnTo>
                <a:lnTo>
                  <a:pt x="3613" y="5126"/>
                </a:lnTo>
                <a:lnTo>
                  <a:pt x="3592" y="5671"/>
                </a:lnTo>
                <a:lnTo>
                  <a:pt x="3552" y="6216"/>
                </a:lnTo>
                <a:lnTo>
                  <a:pt x="3431" y="7285"/>
                </a:lnTo>
                <a:lnTo>
                  <a:pt x="3290" y="8355"/>
                </a:lnTo>
                <a:lnTo>
                  <a:pt x="2684" y="12734"/>
                </a:lnTo>
                <a:lnTo>
                  <a:pt x="2604" y="13360"/>
                </a:lnTo>
                <a:lnTo>
                  <a:pt x="2503" y="14026"/>
                </a:lnTo>
                <a:lnTo>
                  <a:pt x="2361" y="14712"/>
                </a:lnTo>
                <a:lnTo>
                  <a:pt x="2281" y="15055"/>
                </a:lnTo>
                <a:lnTo>
                  <a:pt x="2180" y="15398"/>
                </a:lnTo>
                <a:lnTo>
                  <a:pt x="2059" y="15741"/>
                </a:lnTo>
                <a:lnTo>
                  <a:pt x="1938" y="16084"/>
                </a:lnTo>
                <a:lnTo>
                  <a:pt x="1796" y="16407"/>
                </a:lnTo>
                <a:lnTo>
                  <a:pt x="1635" y="16730"/>
                </a:lnTo>
                <a:lnTo>
                  <a:pt x="1453" y="17053"/>
                </a:lnTo>
                <a:lnTo>
                  <a:pt x="1252" y="17355"/>
                </a:lnTo>
                <a:lnTo>
                  <a:pt x="1030" y="17638"/>
                </a:lnTo>
                <a:lnTo>
                  <a:pt x="787" y="17900"/>
                </a:lnTo>
                <a:lnTo>
                  <a:pt x="606" y="18082"/>
                </a:lnTo>
                <a:lnTo>
                  <a:pt x="404" y="18243"/>
                </a:lnTo>
                <a:lnTo>
                  <a:pt x="202" y="18384"/>
                </a:lnTo>
                <a:lnTo>
                  <a:pt x="0" y="18526"/>
                </a:lnTo>
                <a:lnTo>
                  <a:pt x="41" y="18606"/>
                </a:lnTo>
                <a:lnTo>
                  <a:pt x="263" y="18465"/>
                </a:lnTo>
                <a:lnTo>
                  <a:pt x="465" y="18304"/>
                </a:lnTo>
                <a:lnTo>
                  <a:pt x="666" y="18142"/>
                </a:lnTo>
                <a:lnTo>
                  <a:pt x="848" y="17961"/>
                </a:lnTo>
                <a:lnTo>
                  <a:pt x="1090" y="17678"/>
                </a:lnTo>
                <a:lnTo>
                  <a:pt x="1332" y="17396"/>
                </a:lnTo>
                <a:lnTo>
                  <a:pt x="1534" y="17093"/>
                </a:lnTo>
                <a:lnTo>
                  <a:pt x="1716" y="16790"/>
                </a:lnTo>
                <a:lnTo>
                  <a:pt x="1877" y="16447"/>
                </a:lnTo>
                <a:lnTo>
                  <a:pt x="2018" y="16124"/>
                </a:lnTo>
                <a:lnTo>
                  <a:pt x="2139" y="15781"/>
                </a:lnTo>
                <a:lnTo>
                  <a:pt x="2240" y="15438"/>
                </a:lnTo>
                <a:lnTo>
                  <a:pt x="2341" y="15075"/>
                </a:lnTo>
                <a:lnTo>
                  <a:pt x="2442" y="14732"/>
                </a:lnTo>
                <a:lnTo>
                  <a:pt x="2563" y="14046"/>
                </a:lnTo>
                <a:lnTo>
                  <a:pt x="2684" y="13380"/>
                </a:lnTo>
                <a:lnTo>
                  <a:pt x="2765" y="12734"/>
                </a:lnTo>
                <a:lnTo>
                  <a:pt x="3370" y="8375"/>
                </a:lnTo>
                <a:lnTo>
                  <a:pt x="3512" y="7306"/>
                </a:lnTo>
                <a:lnTo>
                  <a:pt x="3633" y="6216"/>
                </a:lnTo>
                <a:lnTo>
                  <a:pt x="3673" y="5671"/>
                </a:lnTo>
                <a:lnTo>
                  <a:pt x="3693" y="5126"/>
                </a:lnTo>
                <a:lnTo>
                  <a:pt x="3693" y="4581"/>
                </a:lnTo>
                <a:lnTo>
                  <a:pt x="3653" y="4036"/>
                </a:lnTo>
                <a:lnTo>
                  <a:pt x="3613" y="3572"/>
                </a:lnTo>
                <a:lnTo>
                  <a:pt x="3532" y="3088"/>
                </a:lnTo>
                <a:lnTo>
                  <a:pt x="3431" y="2583"/>
                </a:lnTo>
                <a:lnTo>
                  <a:pt x="3290" y="2059"/>
                </a:lnTo>
                <a:lnTo>
                  <a:pt x="3088" y="1534"/>
                </a:lnTo>
                <a:lnTo>
                  <a:pt x="2967" y="1272"/>
                </a:lnTo>
                <a:lnTo>
                  <a:pt x="2826" y="1009"/>
                </a:lnTo>
                <a:lnTo>
                  <a:pt x="2684" y="747"/>
                </a:lnTo>
                <a:lnTo>
                  <a:pt x="2523" y="485"/>
                </a:lnTo>
                <a:lnTo>
                  <a:pt x="2341" y="243"/>
                </a:lnTo>
                <a:lnTo>
                  <a:pt x="216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8" name="Google Shape;4478;p54"/>
          <p:cNvSpPr/>
          <p:nvPr/>
        </p:nvSpPr>
        <p:spPr>
          <a:xfrm>
            <a:off x="8905548" y="1936013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9" name="Google Shape;4479;p54"/>
          <p:cNvSpPr/>
          <p:nvPr/>
        </p:nvSpPr>
        <p:spPr>
          <a:xfrm>
            <a:off x="9054482" y="2190947"/>
            <a:ext cx="794334" cy="541632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0" name="Google Shape;4480;p54"/>
          <p:cNvSpPr/>
          <p:nvPr/>
        </p:nvSpPr>
        <p:spPr>
          <a:xfrm>
            <a:off x="8006405" y="3940817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1" name="Google Shape;4481;p54"/>
          <p:cNvSpPr/>
          <p:nvPr/>
        </p:nvSpPr>
        <p:spPr>
          <a:xfrm>
            <a:off x="8024463" y="3383486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2" name="Google Shape;4482;p54"/>
          <p:cNvSpPr/>
          <p:nvPr/>
        </p:nvSpPr>
        <p:spPr>
          <a:xfrm>
            <a:off x="8022171" y="3381194"/>
            <a:ext cx="104994" cy="104994"/>
          </a:xfrm>
          <a:custGeom>
            <a:rect b="b" l="l" r="r" t="t"/>
            <a:pathLst>
              <a:path extrusionOk="0" h="1878" w="1878">
                <a:moveTo>
                  <a:pt x="949" y="81"/>
                </a:moveTo>
                <a:lnTo>
                  <a:pt x="1111" y="102"/>
                </a:lnTo>
                <a:lnTo>
                  <a:pt x="1272" y="142"/>
                </a:lnTo>
                <a:lnTo>
                  <a:pt x="1414" y="223"/>
                </a:lnTo>
                <a:lnTo>
                  <a:pt x="1555" y="32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8"/>
                </a:lnTo>
                <a:lnTo>
                  <a:pt x="1797" y="949"/>
                </a:lnTo>
                <a:lnTo>
                  <a:pt x="1777" y="1111"/>
                </a:lnTo>
                <a:lnTo>
                  <a:pt x="1736" y="1272"/>
                </a:lnTo>
                <a:lnTo>
                  <a:pt x="1656" y="1413"/>
                </a:lnTo>
                <a:lnTo>
                  <a:pt x="1555" y="1555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77"/>
                </a:lnTo>
                <a:lnTo>
                  <a:pt x="949" y="1797"/>
                </a:lnTo>
                <a:lnTo>
                  <a:pt x="768" y="1777"/>
                </a:lnTo>
                <a:lnTo>
                  <a:pt x="606" y="1736"/>
                </a:lnTo>
                <a:lnTo>
                  <a:pt x="465" y="1655"/>
                </a:lnTo>
                <a:lnTo>
                  <a:pt x="344" y="1555"/>
                </a:lnTo>
                <a:lnTo>
                  <a:pt x="223" y="1413"/>
                </a:lnTo>
                <a:lnTo>
                  <a:pt x="142" y="1272"/>
                </a:lnTo>
                <a:lnTo>
                  <a:pt x="102" y="1111"/>
                </a:lnTo>
                <a:lnTo>
                  <a:pt x="82" y="949"/>
                </a:lnTo>
                <a:lnTo>
                  <a:pt x="102" y="768"/>
                </a:lnTo>
                <a:lnTo>
                  <a:pt x="142" y="606"/>
                </a:lnTo>
                <a:lnTo>
                  <a:pt x="223" y="465"/>
                </a:lnTo>
                <a:lnTo>
                  <a:pt x="344" y="324"/>
                </a:lnTo>
                <a:lnTo>
                  <a:pt x="465" y="223"/>
                </a:lnTo>
                <a:lnTo>
                  <a:pt x="606" y="142"/>
                </a:lnTo>
                <a:lnTo>
                  <a:pt x="768" y="102"/>
                </a:lnTo>
                <a:lnTo>
                  <a:pt x="949" y="81"/>
                </a:lnTo>
                <a:close/>
                <a:moveTo>
                  <a:pt x="949" y="1"/>
                </a:moveTo>
                <a:lnTo>
                  <a:pt x="748" y="21"/>
                </a:lnTo>
                <a:lnTo>
                  <a:pt x="586" y="81"/>
                </a:lnTo>
                <a:lnTo>
                  <a:pt x="425" y="162"/>
                </a:lnTo>
                <a:lnTo>
                  <a:pt x="284" y="283"/>
                </a:lnTo>
                <a:lnTo>
                  <a:pt x="162" y="404"/>
                </a:lnTo>
                <a:lnTo>
                  <a:pt x="82" y="56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82" y="1312"/>
                </a:lnTo>
                <a:lnTo>
                  <a:pt x="162" y="1474"/>
                </a:lnTo>
                <a:lnTo>
                  <a:pt x="284" y="1615"/>
                </a:lnTo>
                <a:lnTo>
                  <a:pt x="425" y="1716"/>
                </a:lnTo>
                <a:lnTo>
                  <a:pt x="586" y="1817"/>
                </a:lnTo>
                <a:lnTo>
                  <a:pt x="748" y="1857"/>
                </a:lnTo>
                <a:lnTo>
                  <a:pt x="949" y="1877"/>
                </a:lnTo>
                <a:lnTo>
                  <a:pt x="1131" y="1857"/>
                </a:lnTo>
                <a:lnTo>
                  <a:pt x="1313" y="1817"/>
                </a:lnTo>
                <a:lnTo>
                  <a:pt x="1474" y="1716"/>
                </a:lnTo>
                <a:lnTo>
                  <a:pt x="1615" y="1615"/>
                </a:lnTo>
                <a:lnTo>
                  <a:pt x="1716" y="1474"/>
                </a:lnTo>
                <a:lnTo>
                  <a:pt x="181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817" y="566"/>
                </a:lnTo>
                <a:lnTo>
                  <a:pt x="1716" y="404"/>
                </a:lnTo>
                <a:lnTo>
                  <a:pt x="1615" y="283"/>
                </a:lnTo>
                <a:lnTo>
                  <a:pt x="1474" y="162"/>
                </a:lnTo>
                <a:lnTo>
                  <a:pt x="1313" y="81"/>
                </a:lnTo>
                <a:lnTo>
                  <a:pt x="1131" y="21"/>
                </a:lnTo>
                <a:lnTo>
                  <a:pt x="94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3" name="Google Shape;4483;p54"/>
          <p:cNvSpPr/>
          <p:nvPr/>
        </p:nvSpPr>
        <p:spPr>
          <a:xfrm>
            <a:off x="8252337" y="1963072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4" name="Google Shape;4484;p54"/>
          <p:cNvSpPr/>
          <p:nvPr/>
        </p:nvSpPr>
        <p:spPr>
          <a:xfrm>
            <a:off x="8250101" y="1960780"/>
            <a:ext cx="104994" cy="106112"/>
          </a:xfrm>
          <a:custGeom>
            <a:rect b="b" l="l" r="r" t="t"/>
            <a:pathLst>
              <a:path extrusionOk="0" h="1898" w="1878">
                <a:moveTo>
                  <a:pt x="929" y="82"/>
                </a:moveTo>
                <a:lnTo>
                  <a:pt x="1110" y="102"/>
                </a:lnTo>
                <a:lnTo>
                  <a:pt x="1272" y="162"/>
                </a:lnTo>
                <a:lnTo>
                  <a:pt x="1413" y="243"/>
                </a:lnTo>
                <a:lnTo>
                  <a:pt x="1554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31"/>
                </a:lnTo>
                <a:lnTo>
                  <a:pt x="1736" y="1293"/>
                </a:lnTo>
                <a:lnTo>
                  <a:pt x="1655" y="143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97"/>
                </a:lnTo>
                <a:lnTo>
                  <a:pt x="929" y="1817"/>
                </a:lnTo>
                <a:lnTo>
                  <a:pt x="767" y="1797"/>
                </a:lnTo>
                <a:lnTo>
                  <a:pt x="606" y="1736"/>
                </a:lnTo>
                <a:lnTo>
                  <a:pt x="465" y="1656"/>
                </a:lnTo>
                <a:lnTo>
                  <a:pt x="323" y="1555"/>
                </a:lnTo>
                <a:lnTo>
                  <a:pt x="222" y="1434"/>
                </a:lnTo>
                <a:lnTo>
                  <a:pt x="142" y="1293"/>
                </a:lnTo>
                <a:lnTo>
                  <a:pt x="101" y="113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44"/>
                </a:lnTo>
                <a:lnTo>
                  <a:pt x="465" y="243"/>
                </a:lnTo>
                <a:lnTo>
                  <a:pt x="606" y="162"/>
                </a:lnTo>
                <a:lnTo>
                  <a:pt x="767" y="102"/>
                </a:lnTo>
                <a:lnTo>
                  <a:pt x="929" y="82"/>
                </a:lnTo>
                <a:close/>
                <a:moveTo>
                  <a:pt x="929" y="1"/>
                </a:moveTo>
                <a:lnTo>
                  <a:pt x="747" y="21"/>
                </a:lnTo>
                <a:lnTo>
                  <a:pt x="565" y="82"/>
                </a:lnTo>
                <a:lnTo>
                  <a:pt x="404" y="162"/>
                </a:lnTo>
                <a:lnTo>
                  <a:pt x="263" y="284"/>
                </a:lnTo>
                <a:lnTo>
                  <a:pt x="162" y="425"/>
                </a:lnTo>
                <a:lnTo>
                  <a:pt x="61" y="586"/>
                </a:lnTo>
                <a:lnTo>
                  <a:pt x="21" y="768"/>
                </a:lnTo>
                <a:lnTo>
                  <a:pt x="0" y="949"/>
                </a:lnTo>
                <a:lnTo>
                  <a:pt x="21" y="1131"/>
                </a:lnTo>
                <a:lnTo>
                  <a:pt x="61" y="1313"/>
                </a:lnTo>
                <a:lnTo>
                  <a:pt x="162" y="1474"/>
                </a:lnTo>
                <a:lnTo>
                  <a:pt x="263" y="1615"/>
                </a:lnTo>
                <a:lnTo>
                  <a:pt x="404" y="1736"/>
                </a:lnTo>
                <a:lnTo>
                  <a:pt x="565" y="1817"/>
                </a:lnTo>
                <a:lnTo>
                  <a:pt x="747" y="1878"/>
                </a:lnTo>
                <a:lnTo>
                  <a:pt x="929" y="1898"/>
                </a:lnTo>
                <a:lnTo>
                  <a:pt x="1130" y="1878"/>
                </a:lnTo>
                <a:lnTo>
                  <a:pt x="1312" y="1817"/>
                </a:lnTo>
                <a:lnTo>
                  <a:pt x="1453" y="1736"/>
                </a:lnTo>
                <a:lnTo>
                  <a:pt x="1595" y="1615"/>
                </a:lnTo>
                <a:lnTo>
                  <a:pt x="1716" y="1474"/>
                </a:lnTo>
                <a:lnTo>
                  <a:pt x="1796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68"/>
                </a:lnTo>
                <a:lnTo>
                  <a:pt x="1796" y="586"/>
                </a:lnTo>
                <a:lnTo>
                  <a:pt x="1716" y="425"/>
                </a:lnTo>
                <a:lnTo>
                  <a:pt x="1595" y="284"/>
                </a:lnTo>
                <a:lnTo>
                  <a:pt x="1453" y="162"/>
                </a:lnTo>
                <a:lnTo>
                  <a:pt x="1312" y="82"/>
                </a:lnTo>
                <a:lnTo>
                  <a:pt x="1130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5" name="Google Shape;4485;p54"/>
          <p:cNvSpPr/>
          <p:nvPr/>
        </p:nvSpPr>
        <p:spPr>
          <a:xfrm>
            <a:off x="8947481" y="1091884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6" name="Google Shape;4486;p54"/>
          <p:cNvSpPr/>
          <p:nvPr/>
        </p:nvSpPr>
        <p:spPr>
          <a:xfrm>
            <a:off x="9048679" y="137326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7" name="Google Shape;4487;p54"/>
          <p:cNvSpPr/>
          <p:nvPr/>
        </p:nvSpPr>
        <p:spPr>
          <a:xfrm>
            <a:off x="9064657" y="390240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8" name="Google Shape;4488;p54"/>
          <p:cNvSpPr/>
          <p:nvPr/>
        </p:nvSpPr>
        <p:spPr>
          <a:xfrm>
            <a:off x="9062365" y="3900173"/>
            <a:ext cx="104994" cy="104994"/>
          </a:xfrm>
          <a:custGeom>
            <a:rect b="b" l="l" r="r" t="t"/>
            <a:pathLst>
              <a:path extrusionOk="0" h="1878" w="1878">
                <a:moveTo>
                  <a:pt x="929" y="81"/>
                </a:moveTo>
                <a:lnTo>
                  <a:pt x="1111" y="101"/>
                </a:lnTo>
                <a:lnTo>
                  <a:pt x="1272" y="142"/>
                </a:lnTo>
                <a:lnTo>
                  <a:pt x="1414" y="223"/>
                </a:lnTo>
                <a:lnTo>
                  <a:pt x="1535" y="344"/>
                </a:lnTo>
                <a:lnTo>
                  <a:pt x="1656" y="465"/>
                </a:lnTo>
                <a:lnTo>
                  <a:pt x="1736" y="606"/>
                </a:lnTo>
                <a:lnTo>
                  <a:pt x="1777" y="767"/>
                </a:lnTo>
                <a:lnTo>
                  <a:pt x="1797" y="949"/>
                </a:lnTo>
                <a:lnTo>
                  <a:pt x="1777" y="1110"/>
                </a:lnTo>
                <a:lnTo>
                  <a:pt x="1736" y="1272"/>
                </a:lnTo>
                <a:lnTo>
                  <a:pt x="1656" y="1433"/>
                </a:lnTo>
                <a:lnTo>
                  <a:pt x="1535" y="1554"/>
                </a:lnTo>
                <a:lnTo>
                  <a:pt x="1414" y="1655"/>
                </a:lnTo>
                <a:lnTo>
                  <a:pt x="1272" y="1736"/>
                </a:lnTo>
                <a:lnTo>
                  <a:pt x="1111" y="1797"/>
                </a:lnTo>
                <a:lnTo>
                  <a:pt x="768" y="1797"/>
                </a:lnTo>
                <a:lnTo>
                  <a:pt x="606" y="1736"/>
                </a:lnTo>
                <a:lnTo>
                  <a:pt x="445" y="1655"/>
                </a:lnTo>
                <a:lnTo>
                  <a:pt x="324" y="1554"/>
                </a:lnTo>
                <a:lnTo>
                  <a:pt x="223" y="1433"/>
                </a:lnTo>
                <a:lnTo>
                  <a:pt x="142" y="1272"/>
                </a:lnTo>
                <a:lnTo>
                  <a:pt x="82" y="1110"/>
                </a:lnTo>
                <a:lnTo>
                  <a:pt x="82" y="949"/>
                </a:lnTo>
                <a:lnTo>
                  <a:pt x="82" y="767"/>
                </a:lnTo>
                <a:lnTo>
                  <a:pt x="142" y="606"/>
                </a:lnTo>
                <a:lnTo>
                  <a:pt x="223" y="465"/>
                </a:lnTo>
                <a:lnTo>
                  <a:pt x="324" y="344"/>
                </a:lnTo>
                <a:lnTo>
                  <a:pt x="445" y="223"/>
                </a:lnTo>
                <a:lnTo>
                  <a:pt x="606" y="142"/>
                </a:lnTo>
                <a:lnTo>
                  <a:pt x="768" y="101"/>
                </a:lnTo>
                <a:lnTo>
                  <a:pt x="929" y="81"/>
                </a:lnTo>
                <a:close/>
                <a:moveTo>
                  <a:pt x="929" y="1"/>
                </a:moveTo>
                <a:lnTo>
                  <a:pt x="748" y="21"/>
                </a:lnTo>
                <a:lnTo>
                  <a:pt x="566" y="81"/>
                </a:lnTo>
                <a:lnTo>
                  <a:pt x="405" y="162"/>
                </a:lnTo>
                <a:lnTo>
                  <a:pt x="263" y="283"/>
                </a:lnTo>
                <a:lnTo>
                  <a:pt x="162" y="424"/>
                </a:lnTo>
                <a:lnTo>
                  <a:pt x="62" y="586"/>
                </a:lnTo>
                <a:lnTo>
                  <a:pt x="21" y="747"/>
                </a:lnTo>
                <a:lnTo>
                  <a:pt x="1" y="949"/>
                </a:lnTo>
                <a:lnTo>
                  <a:pt x="21" y="1131"/>
                </a:lnTo>
                <a:lnTo>
                  <a:pt x="62" y="1312"/>
                </a:lnTo>
                <a:lnTo>
                  <a:pt x="162" y="1474"/>
                </a:lnTo>
                <a:lnTo>
                  <a:pt x="263" y="1615"/>
                </a:lnTo>
                <a:lnTo>
                  <a:pt x="405" y="1716"/>
                </a:lnTo>
                <a:lnTo>
                  <a:pt x="566" y="1817"/>
                </a:lnTo>
                <a:lnTo>
                  <a:pt x="748" y="1857"/>
                </a:lnTo>
                <a:lnTo>
                  <a:pt x="929" y="1877"/>
                </a:lnTo>
                <a:lnTo>
                  <a:pt x="1131" y="1857"/>
                </a:lnTo>
                <a:lnTo>
                  <a:pt x="1293" y="1817"/>
                </a:lnTo>
                <a:lnTo>
                  <a:pt x="1454" y="1716"/>
                </a:lnTo>
                <a:lnTo>
                  <a:pt x="1595" y="1615"/>
                </a:lnTo>
                <a:lnTo>
                  <a:pt x="1716" y="1474"/>
                </a:lnTo>
                <a:lnTo>
                  <a:pt x="1797" y="1312"/>
                </a:lnTo>
                <a:lnTo>
                  <a:pt x="1858" y="1131"/>
                </a:lnTo>
                <a:lnTo>
                  <a:pt x="1878" y="949"/>
                </a:lnTo>
                <a:lnTo>
                  <a:pt x="1858" y="747"/>
                </a:lnTo>
                <a:lnTo>
                  <a:pt x="1797" y="586"/>
                </a:lnTo>
                <a:lnTo>
                  <a:pt x="1716" y="424"/>
                </a:lnTo>
                <a:lnTo>
                  <a:pt x="1595" y="283"/>
                </a:lnTo>
                <a:lnTo>
                  <a:pt x="1454" y="162"/>
                </a:lnTo>
                <a:lnTo>
                  <a:pt x="1293" y="81"/>
                </a:lnTo>
                <a:lnTo>
                  <a:pt x="1131" y="21"/>
                </a:lnTo>
                <a:lnTo>
                  <a:pt x="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9" name="Google Shape;4489;p54"/>
          <p:cNvSpPr/>
          <p:nvPr/>
        </p:nvSpPr>
        <p:spPr>
          <a:xfrm>
            <a:off x="7397129" y="44694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0" name="Google Shape;4490;p54"/>
          <p:cNvSpPr/>
          <p:nvPr/>
        </p:nvSpPr>
        <p:spPr>
          <a:xfrm>
            <a:off x="7665172" y="399370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1" name="Google Shape;4491;p54"/>
          <p:cNvSpPr/>
          <p:nvPr/>
        </p:nvSpPr>
        <p:spPr>
          <a:xfrm>
            <a:off x="9325237" y="2442525"/>
            <a:ext cx="4584" cy="51994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2" name="Google Shape;4492;p54"/>
          <p:cNvSpPr/>
          <p:nvPr/>
        </p:nvSpPr>
        <p:spPr>
          <a:xfrm>
            <a:off x="9301588" y="2466230"/>
            <a:ext cx="51938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3" name="Google Shape;4493;p54"/>
          <p:cNvSpPr/>
          <p:nvPr/>
        </p:nvSpPr>
        <p:spPr>
          <a:xfrm rot="3449335">
            <a:off x="2649872" y="-138575"/>
            <a:ext cx="4584" cy="55347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4" name="Google Shape;4494;p54"/>
          <p:cNvSpPr/>
          <p:nvPr/>
        </p:nvSpPr>
        <p:spPr>
          <a:xfrm>
            <a:off x="-2003610" y="63728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5" name="Google Shape;4495;p54"/>
          <p:cNvSpPr/>
          <p:nvPr/>
        </p:nvSpPr>
        <p:spPr>
          <a:xfrm rot="3449335">
            <a:off x="2625262" y="-113023"/>
            <a:ext cx="55347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6" name="Google Shape;4496;p54"/>
          <p:cNvGrpSpPr/>
          <p:nvPr/>
        </p:nvGrpSpPr>
        <p:grpSpPr>
          <a:xfrm>
            <a:off x="3970982" y="4599416"/>
            <a:ext cx="1205112" cy="520243"/>
            <a:chOff x="3970982" y="4599416"/>
            <a:chExt cx="1205112" cy="520243"/>
          </a:xfrm>
        </p:grpSpPr>
        <p:sp>
          <p:nvSpPr>
            <p:cNvPr id="4497" name="Google Shape;4497;p54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4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4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4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4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4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4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4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4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4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4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4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4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4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4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4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4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4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4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4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4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4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4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4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4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4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4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4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4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4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4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4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9" name="Google Shape;4529;p54"/>
          <p:cNvGrpSpPr/>
          <p:nvPr/>
        </p:nvGrpSpPr>
        <p:grpSpPr>
          <a:xfrm>
            <a:off x="3969444" y="51341"/>
            <a:ext cx="1205112" cy="520243"/>
            <a:chOff x="3970982" y="4599416"/>
            <a:chExt cx="1205112" cy="520243"/>
          </a:xfrm>
        </p:grpSpPr>
        <p:sp>
          <p:nvSpPr>
            <p:cNvPr id="4530" name="Google Shape;4530;p54"/>
            <p:cNvSpPr/>
            <p:nvPr/>
          </p:nvSpPr>
          <p:spPr>
            <a:xfrm>
              <a:off x="4793927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4"/>
            <p:cNvSpPr/>
            <p:nvPr/>
          </p:nvSpPr>
          <p:spPr>
            <a:xfrm>
              <a:off x="4465205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4"/>
            <p:cNvSpPr/>
            <p:nvPr/>
          </p:nvSpPr>
          <p:spPr>
            <a:xfrm>
              <a:off x="4632225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4"/>
            <p:cNvSpPr/>
            <p:nvPr/>
          </p:nvSpPr>
          <p:spPr>
            <a:xfrm>
              <a:off x="4466725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4"/>
            <p:cNvSpPr/>
            <p:nvPr/>
          </p:nvSpPr>
          <p:spPr>
            <a:xfrm>
              <a:off x="4629946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4"/>
            <p:cNvSpPr/>
            <p:nvPr/>
          </p:nvSpPr>
          <p:spPr>
            <a:xfrm>
              <a:off x="4796206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4"/>
            <p:cNvSpPr/>
            <p:nvPr/>
          </p:nvSpPr>
          <p:spPr>
            <a:xfrm>
              <a:off x="4459090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4"/>
            <p:cNvSpPr/>
            <p:nvPr/>
          </p:nvSpPr>
          <p:spPr>
            <a:xfrm>
              <a:off x="4631466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4"/>
            <p:cNvSpPr/>
            <p:nvPr/>
          </p:nvSpPr>
          <p:spPr>
            <a:xfrm>
              <a:off x="4796206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4"/>
            <p:cNvSpPr/>
            <p:nvPr/>
          </p:nvSpPr>
          <p:spPr>
            <a:xfrm>
              <a:off x="4462166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4"/>
            <p:cNvSpPr/>
            <p:nvPr/>
          </p:nvSpPr>
          <p:spPr>
            <a:xfrm>
              <a:off x="4630706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4"/>
            <p:cNvSpPr/>
            <p:nvPr/>
          </p:nvSpPr>
          <p:spPr>
            <a:xfrm>
              <a:off x="4797004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4"/>
            <p:cNvSpPr/>
            <p:nvPr/>
          </p:nvSpPr>
          <p:spPr>
            <a:xfrm>
              <a:off x="4960985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4"/>
            <p:cNvSpPr/>
            <p:nvPr/>
          </p:nvSpPr>
          <p:spPr>
            <a:xfrm>
              <a:off x="4303503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4"/>
            <p:cNvSpPr/>
            <p:nvPr/>
          </p:nvSpPr>
          <p:spPr>
            <a:xfrm>
              <a:off x="4303503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4"/>
            <p:cNvSpPr/>
            <p:nvPr/>
          </p:nvSpPr>
          <p:spPr>
            <a:xfrm>
              <a:off x="4959428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4"/>
            <p:cNvSpPr/>
            <p:nvPr/>
          </p:nvSpPr>
          <p:spPr>
            <a:xfrm>
              <a:off x="4301984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4"/>
            <p:cNvSpPr/>
            <p:nvPr/>
          </p:nvSpPr>
          <p:spPr>
            <a:xfrm>
              <a:off x="4960226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4"/>
            <p:cNvSpPr/>
            <p:nvPr/>
          </p:nvSpPr>
          <p:spPr>
            <a:xfrm>
              <a:off x="4137243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4"/>
            <p:cNvSpPr/>
            <p:nvPr/>
          </p:nvSpPr>
          <p:spPr>
            <a:xfrm>
              <a:off x="4959428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4"/>
            <p:cNvSpPr/>
            <p:nvPr/>
          </p:nvSpPr>
          <p:spPr>
            <a:xfrm>
              <a:off x="4302743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4"/>
            <p:cNvSpPr/>
            <p:nvPr/>
          </p:nvSpPr>
          <p:spPr>
            <a:xfrm>
              <a:off x="4138762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4"/>
            <p:cNvSpPr/>
            <p:nvPr/>
          </p:nvSpPr>
          <p:spPr>
            <a:xfrm>
              <a:off x="3970982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4"/>
            <p:cNvSpPr/>
            <p:nvPr/>
          </p:nvSpPr>
          <p:spPr>
            <a:xfrm>
              <a:off x="3973261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4"/>
            <p:cNvSpPr/>
            <p:nvPr/>
          </p:nvSpPr>
          <p:spPr>
            <a:xfrm>
              <a:off x="5123447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4"/>
            <p:cNvSpPr/>
            <p:nvPr/>
          </p:nvSpPr>
          <p:spPr>
            <a:xfrm>
              <a:off x="4137243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4"/>
            <p:cNvSpPr/>
            <p:nvPr/>
          </p:nvSpPr>
          <p:spPr>
            <a:xfrm>
              <a:off x="4134964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4"/>
            <p:cNvSpPr/>
            <p:nvPr/>
          </p:nvSpPr>
          <p:spPr>
            <a:xfrm>
              <a:off x="5121890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4"/>
            <p:cNvSpPr/>
            <p:nvPr/>
          </p:nvSpPr>
          <p:spPr>
            <a:xfrm>
              <a:off x="5124207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4"/>
            <p:cNvSpPr/>
            <p:nvPr/>
          </p:nvSpPr>
          <p:spPr>
            <a:xfrm>
              <a:off x="3974781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4"/>
            <p:cNvSpPr/>
            <p:nvPr/>
          </p:nvSpPr>
          <p:spPr>
            <a:xfrm>
              <a:off x="3975541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4"/>
            <p:cNvSpPr/>
            <p:nvPr/>
          </p:nvSpPr>
          <p:spPr>
            <a:xfrm>
              <a:off x="5124967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2" name="Google Shape;4562;p54"/>
          <p:cNvGrpSpPr/>
          <p:nvPr/>
        </p:nvGrpSpPr>
        <p:grpSpPr>
          <a:xfrm>
            <a:off x="335952" y="4224312"/>
            <a:ext cx="754524" cy="750237"/>
            <a:chOff x="8523754" y="10"/>
            <a:chExt cx="516408" cy="513439"/>
          </a:xfrm>
        </p:grpSpPr>
        <p:sp>
          <p:nvSpPr>
            <p:cNvPr id="4563" name="Google Shape;4563;p54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4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5" name="Google Shape;4565;p54"/>
          <p:cNvSpPr/>
          <p:nvPr/>
        </p:nvSpPr>
        <p:spPr>
          <a:xfrm>
            <a:off x="8202150" y="4384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6" name="Google Shape;4566;p54"/>
          <p:cNvSpPr/>
          <p:nvPr/>
        </p:nvSpPr>
        <p:spPr>
          <a:xfrm>
            <a:off x="484600" y="280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7" name="Google Shape;4567;p54"/>
          <p:cNvGrpSpPr/>
          <p:nvPr/>
        </p:nvGrpSpPr>
        <p:grpSpPr>
          <a:xfrm flipH="1" rot="2700000">
            <a:off x="-2243747" y="347213"/>
            <a:ext cx="2946912" cy="1512954"/>
            <a:chOff x="-1306807" y="-1638114"/>
            <a:chExt cx="2946940" cy="1512969"/>
          </a:xfrm>
        </p:grpSpPr>
        <p:sp>
          <p:nvSpPr>
            <p:cNvPr id="4568" name="Google Shape;4568;p54"/>
            <p:cNvSpPr/>
            <p:nvPr/>
          </p:nvSpPr>
          <p:spPr>
            <a:xfrm flipH="1">
              <a:off x="-1306807" y="-1638114"/>
              <a:ext cx="2946940" cy="1512969"/>
            </a:xfrm>
            <a:custGeom>
              <a:rect b="b" l="l" r="r" t="t"/>
              <a:pathLst>
                <a:path extrusionOk="0" h="27062" w="52711">
                  <a:moveTo>
                    <a:pt x="48008" y="81"/>
                  </a:moveTo>
                  <a:lnTo>
                    <a:pt x="48654" y="122"/>
                  </a:lnTo>
                  <a:lnTo>
                    <a:pt x="49300" y="202"/>
                  </a:lnTo>
                  <a:lnTo>
                    <a:pt x="49623" y="243"/>
                  </a:lnTo>
                  <a:lnTo>
                    <a:pt x="49946" y="323"/>
                  </a:lnTo>
                  <a:lnTo>
                    <a:pt x="50248" y="404"/>
                  </a:lnTo>
                  <a:lnTo>
                    <a:pt x="50551" y="485"/>
                  </a:lnTo>
                  <a:lnTo>
                    <a:pt x="50854" y="606"/>
                  </a:lnTo>
                  <a:lnTo>
                    <a:pt x="51156" y="727"/>
                  </a:lnTo>
                  <a:lnTo>
                    <a:pt x="51399" y="848"/>
                  </a:lnTo>
                  <a:lnTo>
                    <a:pt x="51621" y="989"/>
                  </a:lnTo>
                  <a:lnTo>
                    <a:pt x="51822" y="1131"/>
                  </a:lnTo>
                  <a:lnTo>
                    <a:pt x="52004" y="1272"/>
                  </a:lnTo>
                  <a:lnTo>
                    <a:pt x="52165" y="1413"/>
                  </a:lnTo>
                  <a:lnTo>
                    <a:pt x="52287" y="1575"/>
                  </a:lnTo>
                  <a:lnTo>
                    <a:pt x="52408" y="1756"/>
                  </a:lnTo>
                  <a:lnTo>
                    <a:pt x="52488" y="1938"/>
                  </a:lnTo>
                  <a:lnTo>
                    <a:pt x="52569" y="2180"/>
                  </a:lnTo>
                  <a:lnTo>
                    <a:pt x="52609" y="2301"/>
                  </a:lnTo>
                  <a:lnTo>
                    <a:pt x="52630" y="2442"/>
                  </a:lnTo>
                  <a:lnTo>
                    <a:pt x="52630" y="2604"/>
                  </a:lnTo>
                  <a:lnTo>
                    <a:pt x="52609" y="2765"/>
                  </a:lnTo>
                  <a:lnTo>
                    <a:pt x="52589" y="2947"/>
                  </a:lnTo>
                  <a:lnTo>
                    <a:pt x="52549" y="3128"/>
                  </a:lnTo>
                  <a:lnTo>
                    <a:pt x="52488" y="3330"/>
                  </a:lnTo>
                  <a:lnTo>
                    <a:pt x="52408" y="3532"/>
                  </a:lnTo>
                  <a:lnTo>
                    <a:pt x="52307" y="3754"/>
                  </a:lnTo>
                  <a:lnTo>
                    <a:pt x="52186" y="3976"/>
                  </a:lnTo>
                  <a:lnTo>
                    <a:pt x="52024" y="4218"/>
                  </a:lnTo>
                  <a:lnTo>
                    <a:pt x="51843" y="4460"/>
                  </a:lnTo>
                  <a:lnTo>
                    <a:pt x="51641" y="4702"/>
                  </a:lnTo>
                  <a:lnTo>
                    <a:pt x="51399" y="4965"/>
                  </a:lnTo>
                  <a:lnTo>
                    <a:pt x="50854" y="5530"/>
                  </a:lnTo>
                  <a:lnTo>
                    <a:pt x="50269" y="6075"/>
                  </a:lnTo>
                  <a:lnTo>
                    <a:pt x="49118" y="7124"/>
                  </a:lnTo>
                  <a:lnTo>
                    <a:pt x="48311" y="7851"/>
                  </a:lnTo>
                  <a:lnTo>
                    <a:pt x="47524" y="8597"/>
                  </a:lnTo>
                  <a:lnTo>
                    <a:pt x="47141" y="8981"/>
                  </a:lnTo>
                  <a:lnTo>
                    <a:pt x="46777" y="9364"/>
                  </a:lnTo>
                  <a:lnTo>
                    <a:pt x="46414" y="9747"/>
                  </a:lnTo>
                  <a:lnTo>
                    <a:pt x="46071" y="10151"/>
                  </a:lnTo>
                  <a:lnTo>
                    <a:pt x="45748" y="10555"/>
                  </a:lnTo>
                  <a:lnTo>
                    <a:pt x="45446" y="10978"/>
                  </a:lnTo>
                  <a:lnTo>
                    <a:pt x="45163" y="11422"/>
                  </a:lnTo>
                  <a:lnTo>
                    <a:pt x="44901" y="11866"/>
                  </a:lnTo>
                  <a:lnTo>
                    <a:pt x="44658" y="12331"/>
                  </a:lnTo>
                  <a:lnTo>
                    <a:pt x="44457" y="12795"/>
                  </a:lnTo>
                  <a:lnTo>
                    <a:pt x="44295" y="13299"/>
                  </a:lnTo>
                  <a:lnTo>
                    <a:pt x="44154" y="13804"/>
                  </a:lnTo>
                  <a:lnTo>
                    <a:pt x="44093" y="14127"/>
                  </a:lnTo>
                  <a:lnTo>
                    <a:pt x="44033" y="14449"/>
                  </a:lnTo>
                  <a:lnTo>
                    <a:pt x="43972" y="15095"/>
                  </a:lnTo>
                  <a:lnTo>
                    <a:pt x="43932" y="15761"/>
                  </a:lnTo>
                  <a:lnTo>
                    <a:pt x="43912" y="16407"/>
                  </a:lnTo>
                  <a:lnTo>
                    <a:pt x="43871" y="17194"/>
                  </a:lnTo>
                  <a:lnTo>
                    <a:pt x="43811" y="17981"/>
                  </a:lnTo>
                  <a:lnTo>
                    <a:pt x="43771" y="18385"/>
                  </a:lnTo>
                  <a:lnTo>
                    <a:pt x="43710" y="18768"/>
                  </a:lnTo>
                  <a:lnTo>
                    <a:pt x="43609" y="19151"/>
                  </a:lnTo>
                  <a:lnTo>
                    <a:pt x="43508" y="19535"/>
                  </a:lnTo>
                  <a:lnTo>
                    <a:pt x="43306" y="20039"/>
                  </a:lnTo>
                  <a:lnTo>
                    <a:pt x="43064" y="20544"/>
                  </a:lnTo>
                  <a:lnTo>
                    <a:pt x="42782" y="21028"/>
                  </a:lnTo>
                  <a:lnTo>
                    <a:pt x="42459" y="21492"/>
                  </a:lnTo>
                  <a:lnTo>
                    <a:pt x="42096" y="21936"/>
                  </a:lnTo>
                  <a:lnTo>
                    <a:pt x="41692" y="22360"/>
                  </a:lnTo>
                  <a:lnTo>
                    <a:pt x="41248" y="22764"/>
                  </a:lnTo>
                  <a:lnTo>
                    <a:pt x="40784" y="23127"/>
                  </a:lnTo>
                  <a:lnTo>
                    <a:pt x="40300" y="23470"/>
                  </a:lnTo>
                  <a:lnTo>
                    <a:pt x="39795" y="23773"/>
                  </a:lnTo>
                  <a:lnTo>
                    <a:pt x="39270" y="24035"/>
                  </a:lnTo>
                  <a:lnTo>
                    <a:pt x="38746" y="24277"/>
                  </a:lnTo>
                  <a:lnTo>
                    <a:pt x="38181" y="24479"/>
                  </a:lnTo>
                  <a:lnTo>
                    <a:pt x="37636" y="24640"/>
                  </a:lnTo>
                  <a:lnTo>
                    <a:pt x="37071" y="24782"/>
                  </a:lnTo>
                  <a:lnTo>
                    <a:pt x="36506" y="24862"/>
                  </a:lnTo>
                  <a:lnTo>
                    <a:pt x="34790" y="25125"/>
                  </a:lnTo>
                  <a:lnTo>
                    <a:pt x="32894" y="25387"/>
                  </a:lnTo>
                  <a:lnTo>
                    <a:pt x="30250" y="25791"/>
                  </a:lnTo>
                  <a:lnTo>
                    <a:pt x="27485" y="26174"/>
                  </a:lnTo>
                  <a:lnTo>
                    <a:pt x="26093" y="26356"/>
                  </a:lnTo>
                  <a:lnTo>
                    <a:pt x="24680" y="26517"/>
                  </a:lnTo>
                  <a:lnTo>
                    <a:pt x="23247" y="26679"/>
                  </a:lnTo>
                  <a:lnTo>
                    <a:pt x="21855" y="26800"/>
                  </a:lnTo>
                  <a:lnTo>
                    <a:pt x="20564" y="26901"/>
                  </a:lnTo>
                  <a:lnTo>
                    <a:pt x="19252" y="26961"/>
                  </a:lnTo>
                  <a:lnTo>
                    <a:pt x="17900" y="26981"/>
                  </a:lnTo>
                  <a:lnTo>
                    <a:pt x="16548" y="26961"/>
                  </a:lnTo>
                  <a:lnTo>
                    <a:pt x="15175" y="26901"/>
                  </a:lnTo>
                  <a:lnTo>
                    <a:pt x="13783" y="26820"/>
                  </a:lnTo>
                  <a:lnTo>
                    <a:pt x="12370" y="26699"/>
                  </a:lnTo>
                  <a:lnTo>
                    <a:pt x="10958" y="26558"/>
                  </a:lnTo>
                  <a:lnTo>
                    <a:pt x="10837" y="26537"/>
                  </a:lnTo>
                  <a:lnTo>
                    <a:pt x="9626" y="26396"/>
                  </a:lnTo>
                  <a:lnTo>
                    <a:pt x="8334" y="26214"/>
                  </a:lnTo>
                  <a:lnTo>
                    <a:pt x="7648" y="26093"/>
                  </a:lnTo>
                  <a:lnTo>
                    <a:pt x="6962" y="25972"/>
                  </a:lnTo>
                  <a:lnTo>
                    <a:pt x="6276" y="25851"/>
                  </a:lnTo>
                  <a:lnTo>
                    <a:pt x="5590" y="25690"/>
                  </a:lnTo>
                  <a:lnTo>
                    <a:pt x="4924" y="25508"/>
                  </a:lnTo>
                  <a:lnTo>
                    <a:pt x="4258" y="25327"/>
                  </a:lnTo>
                  <a:lnTo>
                    <a:pt x="3612" y="25105"/>
                  </a:lnTo>
                  <a:lnTo>
                    <a:pt x="3007" y="24862"/>
                  </a:lnTo>
                  <a:lnTo>
                    <a:pt x="2422" y="24580"/>
                  </a:lnTo>
                  <a:lnTo>
                    <a:pt x="1877" y="24277"/>
                  </a:lnTo>
                  <a:lnTo>
                    <a:pt x="1614" y="24136"/>
                  </a:lnTo>
                  <a:lnTo>
                    <a:pt x="1372" y="23954"/>
                  </a:lnTo>
                  <a:lnTo>
                    <a:pt x="1130" y="23773"/>
                  </a:lnTo>
                  <a:lnTo>
                    <a:pt x="908" y="23591"/>
                  </a:lnTo>
                  <a:lnTo>
                    <a:pt x="727" y="23409"/>
                  </a:lnTo>
                  <a:lnTo>
                    <a:pt x="545" y="23208"/>
                  </a:lnTo>
                  <a:lnTo>
                    <a:pt x="404" y="23026"/>
                  </a:lnTo>
                  <a:lnTo>
                    <a:pt x="283" y="22824"/>
                  </a:lnTo>
                  <a:lnTo>
                    <a:pt x="202" y="22643"/>
                  </a:lnTo>
                  <a:lnTo>
                    <a:pt x="121" y="22441"/>
                  </a:lnTo>
                  <a:lnTo>
                    <a:pt x="101" y="22239"/>
                  </a:lnTo>
                  <a:lnTo>
                    <a:pt x="81" y="22037"/>
                  </a:lnTo>
                  <a:lnTo>
                    <a:pt x="101" y="21815"/>
                  </a:lnTo>
                  <a:lnTo>
                    <a:pt x="141" y="21593"/>
                  </a:lnTo>
                  <a:lnTo>
                    <a:pt x="202" y="21371"/>
                  </a:lnTo>
                  <a:lnTo>
                    <a:pt x="303" y="21149"/>
                  </a:lnTo>
                  <a:lnTo>
                    <a:pt x="424" y="20947"/>
                  </a:lnTo>
                  <a:lnTo>
                    <a:pt x="565" y="20725"/>
                  </a:lnTo>
                  <a:lnTo>
                    <a:pt x="706" y="20524"/>
                  </a:lnTo>
                  <a:lnTo>
                    <a:pt x="888" y="20302"/>
                  </a:lnTo>
                  <a:lnTo>
                    <a:pt x="1251" y="19898"/>
                  </a:lnTo>
                  <a:lnTo>
                    <a:pt x="1675" y="19494"/>
                  </a:lnTo>
                  <a:lnTo>
                    <a:pt x="2099" y="19111"/>
                  </a:lnTo>
                  <a:lnTo>
                    <a:pt x="2543" y="18748"/>
                  </a:lnTo>
                  <a:lnTo>
                    <a:pt x="3168" y="18183"/>
                  </a:lnTo>
                  <a:lnTo>
                    <a:pt x="3451" y="17920"/>
                  </a:lnTo>
                  <a:lnTo>
                    <a:pt x="3713" y="17658"/>
                  </a:lnTo>
                  <a:lnTo>
                    <a:pt x="4641" y="16669"/>
                  </a:lnTo>
                  <a:lnTo>
                    <a:pt x="5570" y="15701"/>
                  </a:lnTo>
                  <a:lnTo>
                    <a:pt x="6498" y="14793"/>
                  </a:lnTo>
                  <a:lnTo>
                    <a:pt x="7426" y="13925"/>
                  </a:lnTo>
                  <a:lnTo>
                    <a:pt x="8375" y="13097"/>
                  </a:lnTo>
                  <a:lnTo>
                    <a:pt x="9323" y="12310"/>
                  </a:lnTo>
                  <a:lnTo>
                    <a:pt x="10272" y="11564"/>
                  </a:lnTo>
                  <a:lnTo>
                    <a:pt x="11240" y="10857"/>
                  </a:lnTo>
                  <a:lnTo>
                    <a:pt x="12370" y="10091"/>
                  </a:lnTo>
                  <a:lnTo>
                    <a:pt x="13521" y="9324"/>
                  </a:lnTo>
                  <a:lnTo>
                    <a:pt x="14711" y="8597"/>
                  </a:lnTo>
                  <a:lnTo>
                    <a:pt x="15922" y="7911"/>
                  </a:lnTo>
                  <a:lnTo>
                    <a:pt x="17153" y="7245"/>
                  </a:lnTo>
                  <a:lnTo>
                    <a:pt x="18424" y="6599"/>
                  </a:lnTo>
                  <a:lnTo>
                    <a:pt x="19716" y="5994"/>
                  </a:lnTo>
                  <a:lnTo>
                    <a:pt x="21028" y="5429"/>
                  </a:lnTo>
                  <a:lnTo>
                    <a:pt x="22380" y="4864"/>
                  </a:lnTo>
                  <a:lnTo>
                    <a:pt x="23752" y="4339"/>
                  </a:lnTo>
                  <a:lnTo>
                    <a:pt x="25165" y="3855"/>
                  </a:lnTo>
                  <a:lnTo>
                    <a:pt x="26597" y="3391"/>
                  </a:lnTo>
                  <a:lnTo>
                    <a:pt x="28050" y="2967"/>
                  </a:lnTo>
                  <a:lnTo>
                    <a:pt x="29544" y="2563"/>
                  </a:lnTo>
                  <a:lnTo>
                    <a:pt x="31037" y="2180"/>
                  </a:lnTo>
                  <a:lnTo>
                    <a:pt x="32591" y="1837"/>
                  </a:lnTo>
                  <a:lnTo>
                    <a:pt x="34145" y="1514"/>
                  </a:lnTo>
                  <a:lnTo>
                    <a:pt x="35739" y="1231"/>
                  </a:lnTo>
                  <a:lnTo>
                    <a:pt x="37374" y="989"/>
                  </a:lnTo>
                  <a:lnTo>
                    <a:pt x="39028" y="747"/>
                  </a:lnTo>
                  <a:lnTo>
                    <a:pt x="40723" y="566"/>
                  </a:lnTo>
                  <a:lnTo>
                    <a:pt x="42439" y="384"/>
                  </a:lnTo>
                  <a:lnTo>
                    <a:pt x="44194" y="243"/>
                  </a:lnTo>
                  <a:lnTo>
                    <a:pt x="45970" y="142"/>
                  </a:lnTo>
                  <a:lnTo>
                    <a:pt x="46656" y="101"/>
                  </a:lnTo>
                  <a:lnTo>
                    <a:pt x="47342" y="81"/>
                  </a:lnTo>
                  <a:close/>
                  <a:moveTo>
                    <a:pt x="47302" y="1"/>
                  </a:moveTo>
                  <a:lnTo>
                    <a:pt x="46636" y="21"/>
                  </a:lnTo>
                  <a:lnTo>
                    <a:pt x="45970" y="61"/>
                  </a:lnTo>
                  <a:lnTo>
                    <a:pt x="44194" y="162"/>
                  </a:lnTo>
                  <a:lnTo>
                    <a:pt x="42439" y="303"/>
                  </a:lnTo>
                  <a:lnTo>
                    <a:pt x="40703" y="485"/>
                  </a:lnTo>
                  <a:lnTo>
                    <a:pt x="39028" y="666"/>
                  </a:lnTo>
                  <a:lnTo>
                    <a:pt x="37353" y="909"/>
                  </a:lnTo>
                  <a:lnTo>
                    <a:pt x="35739" y="1151"/>
                  </a:lnTo>
                  <a:lnTo>
                    <a:pt x="34145" y="1453"/>
                  </a:lnTo>
                  <a:lnTo>
                    <a:pt x="32571" y="1756"/>
                  </a:lnTo>
                  <a:lnTo>
                    <a:pt x="31017" y="2099"/>
                  </a:lnTo>
                  <a:lnTo>
                    <a:pt x="29523" y="2483"/>
                  </a:lnTo>
                  <a:lnTo>
                    <a:pt x="28030" y="2886"/>
                  </a:lnTo>
                  <a:lnTo>
                    <a:pt x="26577" y="3310"/>
                  </a:lnTo>
                  <a:lnTo>
                    <a:pt x="25144" y="3774"/>
                  </a:lnTo>
                  <a:lnTo>
                    <a:pt x="23732" y="4279"/>
                  </a:lnTo>
                  <a:lnTo>
                    <a:pt x="22339" y="4803"/>
                  </a:lnTo>
                  <a:lnTo>
                    <a:pt x="20987" y="5348"/>
                  </a:lnTo>
                  <a:lnTo>
                    <a:pt x="19676" y="5933"/>
                  </a:lnTo>
                  <a:lnTo>
                    <a:pt x="18384" y="6539"/>
                  </a:lnTo>
                  <a:lnTo>
                    <a:pt x="17113" y="7164"/>
                  </a:lnTo>
                  <a:lnTo>
                    <a:pt x="15882" y="7830"/>
                  </a:lnTo>
                  <a:lnTo>
                    <a:pt x="14671" y="8537"/>
                  </a:lnTo>
                  <a:lnTo>
                    <a:pt x="13480" y="9263"/>
                  </a:lnTo>
                  <a:lnTo>
                    <a:pt x="12330" y="10010"/>
                  </a:lnTo>
                  <a:lnTo>
                    <a:pt x="11200" y="10797"/>
                  </a:lnTo>
                  <a:lnTo>
                    <a:pt x="10231" y="11503"/>
                  </a:lnTo>
                  <a:lnTo>
                    <a:pt x="9263" y="12250"/>
                  </a:lnTo>
                  <a:lnTo>
                    <a:pt x="8314" y="13037"/>
                  </a:lnTo>
                  <a:lnTo>
                    <a:pt x="7386" y="13864"/>
                  </a:lnTo>
                  <a:lnTo>
                    <a:pt x="6438" y="14732"/>
                  </a:lnTo>
                  <a:lnTo>
                    <a:pt x="5509" y="15640"/>
                  </a:lnTo>
                  <a:lnTo>
                    <a:pt x="4581" y="16609"/>
                  </a:lnTo>
                  <a:lnTo>
                    <a:pt x="3653" y="17598"/>
                  </a:lnTo>
                  <a:lnTo>
                    <a:pt x="3390" y="17860"/>
                  </a:lnTo>
                  <a:lnTo>
                    <a:pt x="3108" y="18122"/>
                  </a:lnTo>
                  <a:lnTo>
                    <a:pt x="2482" y="18687"/>
                  </a:lnTo>
                  <a:lnTo>
                    <a:pt x="2038" y="19051"/>
                  </a:lnTo>
                  <a:lnTo>
                    <a:pt x="1614" y="19454"/>
                  </a:lnTo>
                  <a:lnTo>
                    <a:pt x="1191" y="19858"/>
                  </a:lnTo>
                  <a:lnTo>
                    <a:pt x="807" y="20261"/>
                  </a:lnTo>
                  <a:lnTo>
                    <a:pt x="646" y="20483"/>
                  </a:lnTo>
                  <a:lnTo>
                    <a:pt x="484" y="20685"/>
                  </a:lnTo>
                  <a:lnTo>
                    <a:pt x="343" y="20907"/>
                  </a:lnTo>
                  <a:lnTo>
                    <a:pt x="222" y="21129"/>
                  </a:lnTo>
                  <a:lnTo>
                    <a:pt x="141" y="21351"/>
                  </a:lnTo>
                  <a:lnTo>
                    <a:pt x="61" y="21573"/>
                  </a:lnTo>
                  <a:lnTo>
                    <a:pt x="20" y="21795"/>
                  </a:lnTo>
                  <a:lnTo>
                    <a:pt x="0" y="22037"/>
                  </a:lnTo>
                  <a:lnTo>
                    <a:pt x="20" y="22239"/>
                  </a:lnTo>
                  <a:lnTo>
                    <a:pt x="61" y="22441"/>
                  </a:lnTo>
                  <a:lnTo>
                    <a:pt x="121" y="22663"/>
                  </a:lnTo>
                  <a:lnTo>
                    <a:pt x="222" y="22865"/>
                  </a:lnTo>
                  <a:lnTo>
                    <a:pt x="343" y="23066"/>
                  </a:lnTo>
                  <a:lnTo>
                    <a:pt x="484" y="23268"/>
                  </a:lnTo>
                  <a:lnTo>
                    <a:pt x="666" y="23470"/>
                  </a:lnTo>
                  <a:lnTo>
                    <a:pt x="868" y="23652"/>
                  </a:lnTo>
                  <a:lnTo>
                    <a:pt x="1090" y="23833"/>
                  </a:lnTo>
                  <a:lnTo>
                    <a:pt x="1312" y="24015"/>
                  </a:lnTo>
                  <a:lnTo>
                    <a:pt x="1574" y="24196"/>
                  </a:lnTo>
                  <a:lnTo>
                    <a:pt x="1836" y="24358"/>
                  </a:lnTo>
                  <a:lnTo>
                    <a:pt x="2381" y="24661"/>
                  </a:lnTo>
                  <a:lnTo>
                    <a:pt x="2967" y="24923"/>
                  </a:lnTo>
                  <a:lnTo>
                    <a:pt x="3592" y="25165"/>
                  </a:lnTo>
                  <a:lnTo>
                    <a:pt x="4218" y="25387"/>
                  </a:lnTo>
                  <a:lnTo>
                    <a:pt x="4884" y="25589"/>
                  </a:lnTo>
                  <a:lnTo>
                    <a:pt x="5570" y="25770"/>
                  </a:lnTo>
                  <a:lnTo>
                    <a:pt x="6256" y="25912"/>
                  </a:lnTo>
                  <a:lnTo>
                    <a:pt x="6942" y="26053"/>
                  </a:lnTo>
                  <a:lnTo>
                    <a:pt x="7628" y="26174"/>
                  </a:lnTo>
                  <a:lnTo>
                    <a:pt x="8314" y="26295"/>
                  </a:lnTo>
                  <a:lnTo>
                    <a:pt x="9606" y="26477"/>
                  </a:lnTo>
                  <a:lnTo>
                    <a:pt x="10817" y="26618"/>
                  </a:lnTo>
                  <a:lnTo>
                    <a:pt x="10938" y="26638"/>
                  </a:lnTo>
                  <a:lnTo>
                    <a:pt x="11826" y="26739"/>
                  </a:lnTo>
                  <a:lnTo>
                    <a:pt x="12693" y="26820"/>
                  </a:lnTo>
                  <a:lnTo>
                    <a:pt x="13561" y="26880"/>
                  </a:lnTo>
                  <a:lnTo>
                    <a:pt x="14429" y="26941"/>
                  </a:lnTo>
                  <a:lnTo>
                    <a:pt x="15276" y="27001"/>
                  </a:lnTo>
                  <a:lnTo>
                    <a:pt x="16124" y="27022"/>
                  </a:lnTo>
                  <a:lnTo>
                    <a:pt x="16971" y="27042"/>
                  </a:lnTo>
                  <a:lnTo>
                    <a:pt x="17799" y="27062"/>
                  </a:lnTo>
                  <a:lnTo>
                    <a:pt x="18828" y="27042"/>
                  </a:lnTo>
                  <a:lnTo>
                    <a:pt x="19857" y="27022"/>
                  </a:lnTo>
                  <a:lnTo>
                    <a:pt x="20866" y="26961"/>
                  </a:lnTo>
                  <a:lnTo>
                    <a:pt x="21855" y="26880"/>
                  </a:lnTo>
                  <a:lnTo>
                    <a:pt x="23268" y="26759"/>
                  </a:lnTo>
                  <a:lnTo>
                    <a:pt x="24680" y="26598"/>
                  </a:lnTo>
                  <a:lnTo>
                    <a:pt x="26093" y="26436"/>
                  </a:lnTo>
                  <a:lnTo>
                    <a:pt x="27505" y="26255"/>
                  </a:lnTo>
                  <a:lnTo>
                    <a:pt x="30270" y="25871"/>
                  </a:lnTo>
                  <a:lnTo>
                    <a:pt x="32914" y="25468"/>
                  </a:lnTo>
                  <a:lnTo>
                    <a:pt x="34790" y="25205"/>
                  </a:lnTo>
                  <a:lnTo>
                    <a:pt x="36506" y="24943"/>
                  </a:lnTo>
                  <a:lnTo>
                    <a:pt x="37091" y="24862"/>
                  </a:lnTo>
                  <a:lnTo>
                    <a:pt x="37656" y="24721"/>
                  </a:lnTo>
                  <a:lnTo>
                    <a:pt x="38221" y="24539"/>
                  </a:lnTo>
                  <a:lnTo>
                    <a:pt x="38766" y="24338"/>
                  </a:lnTo>
                  <a:lnTo>
                    <a:pt x="39311" y="24096"/>
                  </a:lnTo>
                  <a:lnTo>
                    <a:pt x="39835" y="23833"/>
                  </a:lnTo>
                  <a:lnTo>
                    <a:pt x="40340" y="23530"/>
                  </a:lnTo>
                  <a:lnTo>
                    <a:pt x="40824" y="23208"/>
                  </a:lnTo>
                  <a:lnTo>
                    <a:pt x="41309" y="22824"/>
                  </a:lnTo>
                  <a:lnTo>
                    <a:pt x="41753" y="22421"/>
                  </a:lnTo>
                  <a:lnTo>
                    <a:pt x="42156" y="21977"/>
                  </a:lnTo>
                  <a:lnTo>
                    <a:pt x="42540" y="21533"/>
                  </a:lnTo>
                  <a:lnTo>
                    <a:pt x="42862" y="21069"/>
                  </a:lnTo>
                  <a:lnTo>
                    <a:pt x="43145" y="20584"/>
                  </a:lnTo>
                  <a:lnTo>
                    <a:pt x="43387" y="20080"/>
                  </a:lnTo>
                  <a:lnTo>
                    <a:pt x="43589" y="19555"/>
                  </a:lnTo>
                  <a:lnTo>
                    <a:pt x="43690" y="19172"/>
                  </a:lnTo>
                  <a:lnTo>
                    <a:pt x="43771" y="18788"/>
                  </a:lnTo>
                  <a:lnTo>
                    <a:pt x="43851" y="18385"/>
                  </a:lnTo>
                  <a:lnTo>
                    <a:pt x="43892" y="18001"/>
                  </a:lnTo>
                  <a:lnTo>
                    <a:pt x="43952" y="17194"/>
                  </a:lnTo>
                  <a:lnTo>
                    <a:pt x="43993" y="16407"/>
                  </a:lnTo>
                  <a:lnTo>
                    <a:pt x="44013" y="15761"/>
                  </a:lnTo>
                  <a:lnTo>
                    <a:pt x="44053" y="15115"/>
                  </a:lnTo>
                  <a:lnTo>
                    <a:pt x="44114" y="14449"/>
                  </a:lnTo>
                  <a:lnTo>
                    <a:pt x="44174" y="14147"/>
                  </a:lnTo>
                  <a:lnTo>
                    <a:pt x="44235" y="13824"/>
                  </a:lnTo>
                  <a:lnTo>
                    <a:pt x="44376" y="13319"/>
                  </a:lnTo>
                  <a:lnTo>
                    <a:pt x="44537" y="12815"/>
                  </a:lnTo>
                  <a:lnTo>
                    <a:pt x="44739" y="12351"/>
                  </a:lnTo>
                  <a:lnTo>
                    <a:pt x="44981" y="11887"/>
                  </a:lnTo>
                  <a:lnTo>
                    <a:pt x="45224" y="11443"/>
                  </a:lnTo>
                  <a:lnTo>
                    <a:pt x="45506" y="11019"/>
                  </a:lnTo>
                  <a:lnTo>
                    <a:pt x="45809" y="10595"/>
                  </a:lnTo>
                  <a:lnTo>
                    <a:pt x="46152" y="10191"/>
                  </a:lnTo>
                  <a:lnTo>
                    <a:pt x="46475" y="9788"/>
                  </a:lnTo>
                  <a:lnTo>
                    <a:pt x="46838" y="9404"/>
                  </a:lnTo>
                  <a:lnTo>
                    <a:pt x="47201" y="9021"/>
                  </a:lnTo>
                  <a:lnTo>
                    <a:pt x="47585" y="8658"/>
                  </a:lnTo>
                  <a:lnTo>
                    <a:pt x="48372" y="7911"/>
                  </a:lnTo>
                  <a:lnTo>
                    <a:pt x="49159" y="7185"/>
                  </a:lnTo>
                  <a:lnTo>
                    <a:pt x="50329" y="6135"/>
                  </a:lnTo>
                  <a:lnTo>
                    <a:pt x="50894" y="5590"/>
                  </a:lnTo>
                  <a:lnTo>
                    <a:pt x="51459" y="5025"/>
                  </a:lnTo>
                  <a:lnTo>
                    <a:pt x="51742" y="4702"/>
                  </a:lnTo>
                  <a:lnTo>
                    <a:pt x="52024" y="4359"/>
                  </a:lnTo>
                  <a:lnTo>
                    <a:pt x="52266" y="3976"/>
                  </a:lnTo>
                  <a:lnTo>
                    <a:pt x="52387" y="3774"/>
                  </a:lnTo>
                  <a:lnTo>
                    <a:pt x="52468" y="3572"/>
                  </a:lnTo>
                  <a:lnTo>
                    <a:pt x="52569" y="3371"/>
                  </a:lnTo>
                  <a:lnTo>
                    <a:pt x="52630" y="3169"/>
                  </a:lnTo>
                  <a:lnTo>
                    <a:pt x="52670" y="2947"/>
                  </a:lnTo>
                  <a:lnTo>
                    <a:pt x="52710" y="2745"/>
                  </a:lnTo>
                  <a:lnTo>
                    <a:pt x="52710" y="2523"/>
                  </a:lnTo>
                  <a:lnTo>
                    <a:pt x="52690" y="2321"/>
                  </a:lnTo>
                  <a:lnTo>
                    <a:pt x="52650" y="2099"/>
                  </a:lnTo>
                  <a:lnTo>
                    <a:pt x="52569" y="1897"/>
                  </a:lnTo>
                  <a:lnTo>
                    <a:pt x="52468" y="1716"/>
                  </a:lnTo>
                  <a:lnTo>
                    <a:pt x="52367" y="1534"/>
                  </a:lnTo>
                  <a:lnTo>
                    <a:pt x="52226" y="1373"/>
                  </a:lnTo>
                  <a:lnTo>
                    <a:pt x="52065" y="1211"/>
                  </a:lnTo>
                  <a:lnTo>
                    <a:pt x="51883" y="1070"/>
                  </a:lnTo>
                  <a:lnTo>
                    <a:pt x="51661" y="909"/>
                  </a:lnTo>
                  <a:lnTo>
                    <a:pt x="51439" y="788"/>
                  </a:lnTo>
                  <a:lnTo>
                    <a:pt x="51197" y="666"/>
                  </a:lnTo>
                  <a:lnTo>
                    <a:pt x="50894" y="525"/>
                  </a:lnTo>
                  <a:lnTo>
                    <a:pt x="50571" y="424"/>
                  </a:lnTo>
                  <a:lnTo>
                    <a:pt x="50269" y="323"/>
                  </a:lnTo>
                  <a:lnTo>
                    <a:pt x="49946" y="243"/>
                  </a:lnTo>
                  <a:lnTo>
                    <a:pt x="49623" y="182"/>
                  </a:lnTo>
                  <a:lnTo>
                    <a:pt x="49300" y="122"/>
                  </a:lnTo>
                  <a:lnTo>
                    <a:pt x="48654" y="41"/>
                  </a:lnTo>
                  <a:lnTo>
                    <a:pt x="479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4"/>
            <p:cNvSpPr/>
            <p:nvPr/>
          </p:nvSpPr>
          <p:spPr>
            <a:xfrm flipH="1">
              <a:off x="-1104859" y="-1581704"/>
              <a:ext cx="2259893" cy="1045918"/>
            </a:xfrm>
            <a:custGeom>
              <a:rect b="b" l="l" r="r" t="t"/>
              <a:pathLst>
                <a:path extrusionOk="0" h="18708" w="40422">
                  <a:moveTo>
                    <a:pt x="37434" y="81"/>
                  </a:moveTo>
                  <a:lnTo>
                    <a:pt x="37919" y="101"/>
                  </a:lnTo>
                  <a:lnTo>
                    <a:pt x="38403" y="162"/>
                  </a:lnTo>
                  <a:lnTo>
                    <a:pt x="38887" y="263"/>
                  </a:lnTo>
                  <a:lnTo>
                    <a:pt x="39372" y="384"/>
                  </a:lnTo>
                  <a:lnTo>
                    <a:pt x="39634" y="485"/>
                  </a:lnTo>
                  <a:lnTo>
                    <a:pt x="39796" y="566"/>
                  </a:lnTo>
                  <a:lnTo>
                    <a:pt x="39957" y="666"/>
                  </a:lnTo>
                  <a:lnTo>
                    <a:pt x="40098" y="808"/>
                  </a:lnTo>
                  <a:lnTo>
                    <a:pt x="40219" y="949"/>
                  </a:lnTo>
                  <a:lnTo>
                    <a:pt x="40260" y="1030"/>
                  </a:lnTo>
                  <a:lnTo>
                    <a:pt x="40300" y="1110"/>
                  </a:lnTo>
                  <a:lnTo>
                    <a:pt x="40320" y="1211"/>
                  </a:lnTo>
                  <a:lnTo>
                    <a:pt x="40340" y="1292"/>
                  </a:lnTo>
                  <a:lnTo>
                    <a:pt x="40320" y="1413"/>
                  </a:lnTo>
                  <a:lnTo>
                    <a:pt x="40300" y="1534"/>
                  </a:lnTo>
                  <a:lnTo>
                    <a:pt x="40260" y="1655"/>
                  </a:lnTo>
                  <a:lnTo>
                    <a:pt x="40199" y="1756"/>
                  </a:lnTo>
                  <a:lnTo>
                    <a:pt x="40058" y="1958"/>
                  </a:lnTo>
                  <a:lnTo>
                    <a:pt x="39876" y="2160"/>
                  </a:lnTo>
                  <a:lnTo>
                    <a:pt x="39513" y="2523"/>
                  </a:lnTo>
                  <a:lnTo>
                    <a:pt x="39130" y="2886"/>
                  </a:lnTo>
                  <a:lnTo>
                    <a:pt x="38322" y="3572"/>
                  </a:lnTo>
                  <a:lnTo>
                    <a:pt x="37677" y="4117"/>
                  </a:lnTo>
                  <a:lnTo>
                    <a:pt x="37051" y="4682"/>
                  </a:lnTo>
                  <a:lnTo>
                    <a:pt x="36748" y="4985"/>
                  </a:lnTo>
                  <a:lnTo>
                    <a:pt x="36466" y="5308"/>
                  </a:lnTo>
                  <a:lnTo>
                    <a:pt x="36203" y="5631"/>
                  </a:lnTo>
                  <a:lnTo>
                    <a:pt x="35961" y="5974"/>
                  </a:lnTo>
                  <a:lnTo>
                    <a:pt x="35719" y="6337"/>
                  </a:lnTo>
                  <a:lnTo>
                    <a:pt x="35517" y="6700"/>
                  </a:lnTo>
                  <a:lnTo>
                    <a:pt x="35336" y="7084"/>
                  </a:lnTo>
                  <a:lnTo>
                    <a:pt x="35174" y="7467"/>
                  </a:lnTo>
                  <a:lnTo>
                    <a:pt x="34872" y="8254"/>
                  </a:lnTo>
                  <a:lnTo>
                    <a:pt x="34589" y="9041"/>
                  </a:lnTo>
                  <a:lnTo>
                    <a:pt x="34307" y="9869"/>
                  </a:lnTo>
                  <a:lnTo>
                    <a:pt x="34145" y="10292"/>
                  </a:lnTo>
                  <a:lnTo>
                    <a:pt x="33984" y="10696"/>
                  </a:lnTo>
                  <a:lnTo>
                    <a:pt x="33802" y="11100"/>
                  </a:lnTo>
                  <a:lnTo>
                    <a:pt x="33600" y="11503"/>
                  </a:lnTo>
                  <a:lnTo>
                    <a:pt x="33378" y="11887"/>
                  </a:lnTo>
                  <a:lnTo>
                    <a:pt x="33136" y="12250"/>
                  </a:lnTo>
                  <a:lnTo>
                    <a:pt x="32914" y="12512"/>
                  </a:lnTo>
                  <a:lnTo>
                    <a:pt x="32712" y="12754"/>
                  </a:lnTo>
                  <a:lnTo>
                    <a:pt x="32470" y="12996"/>
                  </a:lnTo>
                  <a:lnTo>
                    <a:pt x="32228" y="13239"/>
                  </a:lnTo>
                  <a:lnTo>
                    <a:pt x="31986" y="13440"/>
                  </a:lnTo>
                  <a:lnTo>
                    <a:pt x="31724" y="13642"/>
                  </a:lnTo>
                  <a:lnTo>
                    <a:pt x="31199" y="14026"/>
                  </a:lnTo>
                  <a:lnTo>
                    <a:pt x="30634" y="14369"/>
                  </a:lnTo>
                  <a:lnTo>
                    <a:pt x="30069" y="14692"/>
                  </a:lnTo>
                  <a:lnTo>
                    <a:pt x="29504" y="14954"/>
                  </a:lnTo>
                  <a:lnTo>
                    <a:pt x="28939" y="15216"/>
                  </a:lnTo>
                  <a:lnTo>
                    <a:pt x="27970" y="15640"/>
                  </a:lnTo>
                  <a:lnTo>
                    <a:pt x="26961" y="16024"/>
                  </a:lnTo>
                  <a:lnTo>
                    <a:pt x="25952" y="16387"/>
                  </a:lnTo>
                  <a:lnTo>
                    <a:pt x="24923" y="16730"/>
                  </a:lnTo>
                  <a:lnTo>
                    <a:pt x="23873" y="17033"/>
                  </a:lnTo>
                  <a:lnTo>
                    <a:pt x="22804" y="17315"/>
                  </a:lnTo>
                  <a:lnTo>
                    <a:pt x="21714" y="17557"/>
                  </a:lnTo>
                  <a:lnTo>
                    <a:pt x="20604" y="17799"/>
                  </a:lnTo>
                  <a:lnTo>
                    <a:pt x="19494" y="18001"/>
                  </a:lnTo>
                  <a:lnTo>
                    <a:pt x="18344" y="18163"/>
                  </a:lnTo>
                  <a:lnTo>
                    <a:pt x="17194" y="18304"/>
                  </a:lnTo>
                  <a:lnTo>
                    <a:pt x="16023" y="18425"/>
                  </a:lnTo>
                  <a:lnTo>
                    <a:pt x="14833" y="18526"/>
                  </a:lnTo>
                  <a:lnTo>
                    <a:pt x="13622" y="18586"/>
                  </a:lnTo>
                  <a:lnTo>
                    <a:pt x="12391" y="18607"/>
                  </a:lnTo>
                  <a:lnTo>
                    <a:pt x="11160" y="18627"/>
                  </a:lnTo>
                  <a:lnTo>
                    <a:pt x="10091" y="18607"/>
                  </a:lnTo>
                  <a:lnTo>
                    <a:pt x="8981" y="18566"/>
                  </a:lnTo>
                  <a:lnTo>
                    <a:pt x="7810" y="18465"/>
                  </a:lnTo>
                  <a:lnTo>
                    <a:pt x="7205" y="18405"/>
                  </a:lnTo>
                  <a:lnTo>
                    <a:pt x="6599" y="18324"/>
                  </a:lnTo>
                  <a:lnTo>
                    <a:pt x="5994" y="18243"/>
                  </a:lnTo>
                  <a:lnTo>
                    <a:pt x="5368" y="18122"/>
                  </a:lnTo>
                  <a:lnTo>
                    <a:pt x="4763" y="17981"/>
                  </a:lnTo>
                  <a:lnTo>
                    <a:pt x="4137" y="17840"/>
                  </a:lnTo>
                  <a:lnTo>
                    <a:pt x="3532" y="17658"/>
                  </a:lnTo>
                  <a:lnTo>
                    <a:pt x="2927" y="17456"/>
                  </a:lnTo>
                  <a:lnTo>
                    <a:pt x="2321" y="17234"/>
                  </a:lnTo>
                  <a:lnTo>
                    <a:pt x="1716" y="16972"/>
                  </a:lnTo>
                  <a:lnTo>
                    <a:pt x="1312" y="16790"/>
                  </a:lnTo>
                  <a:lnTo>
                    <a:pt x="1131" y="16669"/>
                  </a:lnTo>
                  <a:lnTo>
                    <a:pt x="949" y="16548"/>
                  </a:lnTo>
                  <a:lnTo>
                    <a:pt x="767" y="16427"/>
                  </a:lnTo>
                  <a:lnTo>
                    <a:pt x="606" y="16286"/>
                  </a:lnTo>
                  <a:lnTo>
                    <a:pt x="465" y="16124"/>
                  </a:lnTo>
                  <a:lnTo>
                    <a:pt x="323" y="15963"/>
                  </a:lnTo>
                  <a:lnTo>
                    <a:pt x="243" y="15802"/>
                  </a:lnTo>
                  <a:lnTo>
                    <a:pt x="162" y="15640"/>
                  </a:lnTo>
                  <a:lnTo>
                    <a:pt x="122" y="15499"/>
                  </a:lnTo>
                  <a:lnTo>
                    <a:pt x="101" y="15337"/>
                  </a:lnTo>
                  <a:lnTo>
                    <a:pt x="81" y="15196"/>
                  </a:lnTo>
                  <a:lnTo>
                    <a:pt x="101" y="15055"/>
                  </a:lnTo>
                  <a:lnTo>
                    <a:pt x="122" y="14914"/>
                  </a:lnTo>
                  <a:lnTo>
                    <a:pt x="162" y="14772"/>
                  </a:lnTo>
                  <a:lnTo>
                    <a:pt x="222" y="14631"/>
                  </a:lnTo>
                  <a:lnTo>
                    <a:pt x="283" y="14490"/>
                  </a:lnTo>
                  <a:lnTo>
                    <a:pt x="444" y="14207"/>
                  </a:lnTo>
                  <a:lnTo>
                    <a:pt x="646" y="13945"/>
                  </a:lnTo>
                  <a:lnTo>
                    <a:pt x="868" y="13703"/>
                  </a:lnTo>
                  <a:lnTo>
                    <a:pt x="1453" y="13077"/>
                  </a:lnTo>
                  <a:lnTo>
                    <a:pt x="2059" y="12472"/>
                  </a:lnTo>
                  <a:lnTo>
                    <a:pt x="2684" y="11887"/>
                  </a:lnTo>
                  <a:lnTo>
                    <a:pt x="3310" y="11322"/>
                  </a:lnTo>
                  <a:lnTo>
                    <a:pt x="3936" y="10797"/>
                  </a:lnTo>
                  <a:lnTo>
                    <a:pt x="4602" y="10272"/>
                  </a:lnTo>
                  <a:lnTo>
                    <a:pt x="5267" y="9768"/>
                  </a:lnTo>
                  <a:lnTo>
                    <a:pt x="5974" y="9283"/>
                  </a:lnTo>
                  <a:lnTo>
                    <a:pt x="6680" y="8819"/>
                  </a:lnTo>
                  <a:lnTo>
                    <a:pt x="7427" y="8355"/>
                  </a:lnTo>
                  <a:lnTo>
                    <a:pt x="8173" y="7891"/>
                  </a:lnTo>
                  <a:lnTo>
                    <a:pt x="8960" y="7467"/>
                  </a:lnTo>
                  <a:lnTo>
                    <a:pt x="9808" y="7003"/>
                  </a:lnTo>
                  <a:lnTo>
                    <a:pt x="10676" y="6579"/>
                  </a:lnTo>
                  <a:lnTo>
                    <a:pt x="11564" y="6155"/>
                  </a:lnTo>
                  <a:lnTo>
                    <a:pt x="12492" y="5752"/>
                  </a:lnTo>
                  <a:lnTo>
                    <a:pt x="13380" y="5389"/>
                  </a:lnTo>
                  <a:lnTo>
                    <a:pt x="14268" y="5046"/>
                  </a:lnTo>
                  <a:lnTo>
                    <a:pt x="15176" y="4702"/>
                  </a:lnTo>
                  <a:lnTo>
                    <a:pt x="16084" y="4380"/>
                  </a:lnTo>
                  <a:lnTo>
                    <a:pt x="17012" y="4077"/>
                  </a:lnTo>
                  <a:lnTo>
                    <a:pt x="17920" y="3794"/>
                  </a:lnTo>
                  <a:lnTo>
                    <a:pt x="18849" y="3512"/>
                  </a:lnTo>
                  <a:lnTo>
                    <a:pt x="19777" y="3270"/>
                  </a:lnTo>
                  <a:lnTo>
                    <a:pt x="21613" y="2765"/>
                  </a:lnTo>
                  <a:lnTo>
                    <a:pt x="23470" y="2321"/>
                  </a:lnTo>
                  <a:lnTo>
                    <a:pt x="25286" y="1918"/>
                  </a:lnTo>
                  <a:lnTo>
                    <a:pt x="27102" y="1534"/>
                  </a:lnTo>
                  <a:lnTo>
                    <a:pt x="29362" y="1070"/>
                  </a:lnTo>
                  <a:lnTo>
                    <a:pt x="30452" y="868"/>
                  </a:lnTo>
                  <a:lnTo>
                    <a:pt x="31502" y="687"/>
                  </a:lnTo>
                  <a:lnTo>
                    <a:pt x="32531" y="525"/>
                  </a:lnTo>
                  <a:lnTo>
                    <a:pt x="33560" y="384"/>
                  </a:lnTo>
                  <a:lnTo>
                    <a:pt x="34569" y="263"/>
                  </a:lnTo>
                  <a:lnTo>
                    <a:pt x="35578" y="162"/>
                  </a:lnTo>
                  <a:lnTo>
                    <a:pt x="36486" y="81"/>
                  </a:lnTo>
                  <a:close/>
                  <a:moveTo>
                    <a:pt x="36486" y="1"/>
                  </a:moveTo>
                  <a:lnTo>
                    <a:pt x="35558" y="81"/>
                  </a:lnTo>
                  <a:lnTo>
                    <a:pt x="34549" y="182"/>
                  </a:lnTo>
                  <a:lnTo>
                    <a:pt x="33540" y="303"/>
                  </a:lnTo>
                  <a:lnTo>
                    <a:pt x="32511" y="444"/>
                  </a:lnTo>
                  <a:lnTo>
                    <a:pt x="31481" y="606"/>
                  </a:lnTo>
                  <a:lnTo>
                    <a:pt x="30432" y="788"/>
                  </a:lnTo>
                  <a:lnTo>
                    <a:pt x="29362" y="989"/>
                  </a:lnTo>
                  <a:lnTo>
                    <a:pt x="27082" y="1453"/>
                  </a:lnTo>
                  <a:lnTo>
                    <a:pt x="25286" y="1837"/>
                  </a:lnTo>
                  <a:lnTo>
                    <a:pt x="23450" y="2241"/>
                  </a:lnTo>
                  <a:lnTo>
                    <a:pt x="21593" y="2705"/>
                  </a:lnTo>
                  <a:lnTo>
                    <a:pt x="19757" y="3189"/>
                  </a:lnTo>
                  <a:lnTo>
                    <a:pt x="18828" y="3451"/>
                  </a:lnTo>
                  <a:lnTo>
                    <a:pt x="17900" y="3714"/>
                  </a:lnTo>
                  <a:lnTo>
                    <a:pt x="16992" y="3996"/>
                  </a:lnTo>
                  <a:lnTo>
                    <a:pt x="16064" y="4299"/>
                  </a:lnTo>
                  <a:lnTo>
                    <a:pt x="15156" y="4622"/>
                  </a:lnTo>
                  <a:lnTo>
                    <a:pt x="14248" y="4965"/>
                  </a:lnTo>
                  <a:lnTo>
                    <a:pt x="13339" y="5308"/>
                  </a:lnTo>
                  <a:lnTo>
                    <a:pt x="12452" y="5691"/>
                  </a:lnTo>
                  <a:lnTo>
                    <a:pt x="11543" y="6095"/>
                  </a:lnTo>
                  <a:lnTo>
                    <a:pt x="10635" y="6499"/>
                  </a:lnTo>
                  <a:lnTo>
                    <a:pt x="9768" y="6942"/>
                  </a:lnTo>
                  <a:lnTo>
                    <a:pt x="8920" y="7386"/>
                  </a:lnTo>
                  <a:lnTo>
                    <a:pt x="8133" y="7830"/>
                  </a:lnTo>
                  <a:lnTo>
                    <a:pt x="7386" y="8274"/>
                  </a:lnTo>
                  <a:lnTo>
                    <a:pt x="6640" y="8738"/>
                  </a:lnTo>
                  <a:lnTo>
                    <a:pt x="5933" y="9223"/>
                  </a:lnTo>
                  <a:lnTo>
                    <a:pt x="5227" y="9707"/>
                  </a:lnTo>
                  <a:lnTo>
                    <a:pt x="4541" y="10212"/>
                  </a:lnTo>
                  <a:lnTo>
                    <a:pt x="3895" y="10736"/>
                  </a:lnTo>
                  <a:lnTo>
                    <a:pt x="3270" y="11261"/>
                  </a:lnTo>
                  <a:lnTo>
                    <a:pt x="2624" y="11826"/>
                  </a:lnTo>
                  <a:lnTo>
                    <a:pt x="1998" y="12411"/>
                  </a:lnTo>
                  <a:lnTo>
                    <a:pt x="1393" y="13017"/>
                  </a:lnTo>
                  <a:lnTo>
                    <a:pt x="808" y="13642"/>
                  </a:lnTo>
                  <a:lnTo>
                    <a:pt x="586" y="13905"/>
                  </a:lnTo>
                  <a:lnTo>
                    <a:pt x="364" y="14187"/>
                  </a:lnTo>
                  <a:lnTo>
                    <a:pt x="202" y="14470"/>
                  </a:lnTo>
                  <a:lnTo>
                    <a:pt x="122" y="14611"/>
                  </a:lnTo>
                  <a:lnTo>
                    <a:pt x="81" y="14752"/>
                  </a:lnTo>
                  <a:lnTo>
                    <a:pt x="41" y="14893"/>
                  </a:lnTo>
                  <a:lnTo>
                    <a:pt x="0" y="15055"/>
                  </a:lnTo>
                  <a:lnTo>
                    <a:pt x="0" y="15196"/>
                  </a:lnTo>
                  <a:lnTo>
                    <a:pt x="0" y="15358"/>
                  </a:lnTo>
                  <a:lnTo>
                    <a:pt x="41" y="15519"/>
                  </a:lnTo>
                  <a:lnTo>
                    <a:pt x="101" y="15680"/>
                  </a:lnTo>
                  <a:lnTo>
                    <a:pt x="162" y="15842"/>
                  </a:lnTo>
                  <a:lnTo>
                    <a:pt x="263" y="16003"/>
                  </a:lnTo>
                  <a:lnTo>
                    <a:pt x="404" y="16185"/>
                  </a:lnTo>
                  <a:lnTo>
                    <a:pt x="545" y="16346"/>
                  </a:lnTo>
                  <a:lnTo>
                    <a:pt x="727" y="16488"/>
                  </a:lnTo>
                  <a:lnTo>
                    <a:pt x="888" y="16629"/>
                  </a:lnTo>
                  <a:lnTo>
                    <a:pt x="1090" y="16750"/>
                  </a:lnTo>
                  <a:lnTo>
                    <a:pt x="1272" y="16851"/>
                  </a:lnTo>
                  <a:lnTo>
                    <a:pt x="1675" y="17053"/>
                  </a:lnTo>
                  <a:lnTo>
                    <a:pt x="2281" y="17295"/>
                  </a:lnTo>
                  <a:lnTo>
                    <a:pt x="2886" y="17537"/>
                  </a:lnTo>
                  <a:lnTo>
                    <a:pt x="3512" y="17739"/>
                  </a:lnTo>
                  <a:lnTo>
                    <a:pt x="4117" y="17920"/>
                  </a:lnTo>
                  <a:lnTo>
                    <a:pt x="4743" y="18062"/>
                  </a:lnTo>
                  <a:lnTo>
                    <a:pt x="5348" y="18203"/>
                  </a:lnTo>
                  <a:lnTo>
                    <a:pt x="5974" y="18324"/>
                  </a:lnTo>
                  <a:lnTo>
                    <a:pt x="6579" y="18405"/>
                  </a:lnTo>
                  <a:lnTo>
                    <a:pt x="7185" y="18485"/>
                  </a:lnTo>
                  <a:lnTo>
                    <a:pt x="7790" y="18546"/>
                  </a:lnTo>
                  <a:lnTo>
                    <a:pt x="8960" y="18647"/>
                  </a:lnTo>
                  <a:lnTo>
                    <a:pt x="10091" y="18687"/>
                  </a:lnTo>
                  <a:lnTo>
                    <a:pt x="11160" y="18707"/>
                  </a:lnTo>
                  <a:lnTo>
                    <a:pt x="11443" y="18707"/>
                  </a:lnTo>
                  <a:lnTo>
                    <a:pt x="12653" y="18687"/>
                  </a:lnTo>
                  <a:lnTo>
                    <a:pt x="13864" y="18647"/>
                  </a:lnTo>
                  <a:lnTo>
                    <a:pt x="15055" y="18586"/>
                  </a:lnTo>
                  <a:lnTo>
                    <a:pt x="16225" y="18485"/>
                  </a:lnTo>
                  <a:lnTo>
                    <a:pt x="17376" y="18364"/>
                  </a:lnTo>
                  <a:lnTo>
                    <a:pt x="18526" y="18223"/>
                  </a:lnTo>
                  <a:lnTo>
                    <a:pt x="19636" y="18042"/>
                  </a:lnTo>
                  <a:lnTo>
                    <a:pt x="20746" y="17840"/>
                  </a:lnTo>
                  <a:lnTo>
                    <a:pt x="21835" y="17618"/>
                  </a:lnTo>
                  <a:lnTo>
                    <a:pt x="22905" y="17376"/>
                  </a:lnTo>
                  <a:lnTo>
                    <a:pt x="23974" y="17093"/>
                  </a:lnTo>
                  <a:lnTo>
                    <a:pt x="25004" y="16790"/>
                  </a:lnTo>
                  <a:lnTo>
                    <a:pt x="26033" y="16447"/>
                  </a:lnTo>
                  <a:lnTo>
                    <a:pt x="27022" y="16084"/>
                  </a:lnTo>
                  <a:lnTo>
                    <a:pt x="28010" y="15701"/>
                  </a:lnTo>
                  <a:lnTo>
                    <a:pt x="28979" y="15297"/>
                  </a:lnTo>
                  <a:lnTo>
                    <a:pt x="29544" y="15035"/>
                  </a:lnTo>
                  <a:lnTo>
                    <a:pt x="30109" y="14752"/>
                  </a:lnTo>
                  <a:lnTo>
                    <a:pt x="30674" y="14449"/>
                  </a:lnTo>
                  <a:lnTo>
                    <a:pt x="31239" y="14086"/>
                  </a:lnTo>
                  <a:lnTo>
                    <a:pt x="31784" y="13703"/>
                  </a:lnTo>
                  <a:lnTo>
                    <a:pt x="32046" y="13501"/>
                  </a:lnTo>
                  <a:lnTo>
                    <a:pt x="32289" y="13279"/>
                  </a:lnTo>
                  <a:lnTo>
                    <a:pt x="32531" y="13057"/>
                  </a:lnTo>
                  <a:lnTo>
                    <a:pt x="32773" y="12815"/>
                  </a:lnTo>
                  <a:lnTo>
                    <a:pt x="32995" y="12553"/>
                  </a:lnTo>
                  <a:lnTo>
                    <a:pt x="33197" y="12290"/>
                  </a:lnTo>
                  <a:lnTo>
                    <a:pt x="33439" y="11927"/>
                  </a:lnTo>
                  <a:lnTo>
                    <a:pt x="33661" y="11544"/>
                  </a:lnTo>
                  <a:lnTo>
                    <a:pt x="33863" y="11140"/>
                  </a:lnTo>
                  <a:lnTo>
                    <a:pt x="34044" y="10736"/>
                  </a:lnTo>
                  <a:lnTo>
                    <a:pt x="34226" y="10333"/>
                  </a:lnTo>
                  <a:lnTo>
                    <a:pt x="34367" y="9909"/>
                  </a:lnTo>
                  <a:lnTo>
                    <a:pt x="34670" y="9061"/>
                  </a:lnTo>
                  <a:lnTo>
                    <a:pt x="34952" y="8274"/>
                  </a:lnTo>
                  <a:lnTo>
                    <a:pt x="35235" y="7487"/>
                  </a:lnTo>
                  <a:lnTo>
                    <a:pt x="35416" y="7104"/>
                  </a:lnTo>
                  <a:lnTo>
                    <a:pt x="35598" y="6741"/>
                  </a:lnTo>
                  <a:lnTo>
                    <a:pt x="35800" y="6377"/>
                  </a:lnTo>
                  <a:lnTo>
                    <a:pt x="36022" y="6014"/>
                  </a:lnTo>
                  <a:lnTo>
                    <a:pt x="36264" y="5671"/>
                  </a:lnTo>
                  <a:lnTo>
                    <a:pt x="36526" y="5348"/>
                  </a:lnTo>
                  <a:lnTo>
                    <a:pt x="36809" y="5046"/>
                  </a:lnTo>
                  <a:lnTo>
                    <a:pt x="37112" y="4743"/>
                  </a:lnTo>
                  <a:lnTo>
                    <a:pt x="37737" y="4178"/>
                  </a:lnTo>
                  <a:lnTo>
                    <a:pt x="38383" y="3633"/>
                  </a:lnTo>
                  <a:lnTo>
                    <a:pt x="39170" y="2947"/>
                  </a:lnTo>
                  <a:lnTo>
                    <a:pt x="39574" y="2584"/>
                  </a:lnTo>
                  <a:lnTo>
                    <a:pt x="39937" y="2200"/>
                  </a:lnTo>
                  <a:lnTo>
                    <a:pt x="40118" y="2019"/>
                  </a:lnTo>
                  <a:lnTo>
                    <a:pt x="40280" y="1797"/>
                  </a:lnTo>
                  <a:lnTo>
                    <a:pt x="40340" y="1675"/>
                  </a:lnTo>
                  <a:lnTo>
                    <a:pt x="40381" y="1554"/>
                  </a:lnTo>
                  <a:lnTo>
                    <a:pt x="40401" y="1433"/>
                  </a:lnTo>
                  <a:lnTo>
                    <a:pt x="40421" y="1292"/>
                  </a:lnTo>
                  <a:lnTo>
                    <a:pt x="40401" y="1191"/>
                  </a:lnTo>
                  <a:lnTo>
                    <a:pt x="40381" y="1090"/>
                  </a:lnTo>
                  <a:lnTo>
                    <a:pt x="40340" y="989"/>
                  </a:lnTo>
                  <a:lnTo>
                    <a:pt x="40280" y="909"/>
                  </a:lnTo>
                  <a:lnTo>
                    <a:pt x="40159" y="747"/>
                  </a:lnTo>
                  <a:lnTo>
                    <a:pt x="40018" y="626"/>
                  </a:lnTo>
                  <a:lnTo>
                    <a:pt x="39836" y="505"/>
                  </a:lnTo>
                  <a:lnTo>
                    <a:pt x="39674" y="424"/>
                  </a:lnTo>
                  <a:lnTo>
                    <a:pt x="39392" y="303"/>
                  </a:lnTo>
                  <a:lnTo>
                    <a:pt x="38908" y="182"/>
                  </a:lnTo>
                  <a:lnTo>
                    <a:pt x="38423" y="81"/>
                  </a:lnTo>
                  <a:lnTo>
                    <a:pt x="37939" y="21"/>
                  </a:lnTo>
                  <a:lnTo>
                    <a:pt x="374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4"/>
            <p:cNvSpPr/>
            <p:nvPr/>
          </p:nvSpPr>
          <p:spPr>
            <a:xfrm flipH="1">
              <a:off x="-818271" y="-1474532"/>
              <a:ext cx="1642730" cy="740159"/>
            </a:xfrm>
            <a:custGeom>
              <a:rect b="b" l="l" r="r" t="t"/>
              <a:pathLst>
                <a:path extrusionOk="0" h="13239" w="29383">
                  <a:moveTo>
                    <a:pt x="28272" y="81"/>
                  </a:moveTo>
                  <a:lnTo>
                    <a:pt x="28474" y="102"/>
                  </a:lnTo>
                  <a:lnTo>
                    <a:pt x="28696" y="142"/>
                  </a:lnTo>
                  <a:lnTo>
                    <a:pt x="28898" y="202"/>
                  </a:lnTo>
                  <a:lnTo>
                    <a:pt x="29019" y="243"/>
                  </a:lnTo>
                  <a:lnTo>
                    <a:pt x="29140" y="303"/>
                  </a:lnTo>
                  <a:lnTo>
                    <a:pt x="29201" y="364"/>
                  </a:lnTo>
                  <a:lnTo>
                    <a:pt x="29261" y="404"/>
                  </a:lnTo>
                  <a:lnTo>
                    <a:pt x="29281" y="465"/>
                  </a:lnTo>
                  <a:lnTo>
                    <a:pt x="29302" y="545"/>
                  </a:lnTo>
                  <a:lnTo>
                    <a:pt x="29302" y="626"/>
                  </a:lnTo>
                  <a:lnTo>
                    <a:pt x="29281" y="707"/>
                  </a:lnTo>
                  <a:lnTo>
                    <a:pt x="29201" y="848"/>
                  </a:lnTo>
                  <a:lnTo>
                    <a:pt x="29059" y="1070"/>
                  </a:lnTo>
                  <a:lnTo>
                    <a:pt x="28918" y="1272"/>
                  </a:lnTo>
                  <a:lnTo>
                    <a:pt x="28595" y="1676"/>
                  </a:lnTo>
                  <a:lnTo>
                    <a:pt x="28232" y="2079"/>
                  </a:lnTo>
                  <a:lnTo>
                    <a:pt x="27889" y="2442"/>
                  </a:lnTo>
                  <a:lnTo>
                    <a:pt x="27566" y="2785"/>
                  </a:lnTo>
                  <a:lnTo>
                    <a:pt x="27263" y="3129"/>
                  </a:lnTo>
                  <a:lnTo>
                    <a:pt x="26961" y="3492"/>
                  </a:lnTo>
                  <a:lnTo>
                    <a:pt x="26698" y="3855"/>
                  </a:lnTo>
                  <a:lnTo>
                    <a:pt x="26476" y="4198"/>
                  </a:lnTo>
                  <a:lnTo>
                    <a:pt x="26295" y="4521"/>
                  </a:lnTo>
                  <a:lnTo>
                    <a:pt x="26133" y="4884"/>
                  </a:lnTo>
                  <a:lnTo>
                    <a:pt x="25972" y="5247"/>
                  </a:lnTo>
                  <a:lnTo>
                    <a:pt x="25689" y="5974"/>
                  </a:lnTo>
                  <a:lnTo>
                    <a:pt x="25447" y="6721"/>
                  </a:lnTo>
                  <a:lnTo>
                    <a:pt x="25124" y="7649"/>
                  </a:lnTo>
                  <a:lnTo>
                    <a:pt x="24943" y="8113"/>
                  </a:lnTo>
                  <a:lnTo>
                    <a:pt x="24741" y="8557"/>
                  </a:lnTo>
                  <a:lnTo>
                    <a:pt x="24539" y="8981"/>
                  </a:lnTo>
                  <a:lnTo>
                    <a:pt x="24297" y="9405"/>
                  </a:lnTo>
                  <a:lnTo>
                    <a:pt x="24014" y="9788"/>
                  </a:lnTo>
                  <a:lnTo>
                    <a:pt x="23853" y="9990"/>
                  </a:lnTo>
                  <a:lnTo>
                    <a:pt x="23692" y="10171"/>
                  </a:lnTo>
                  <a:lnTo>
                    <a:pt x="23409" y="10414"/>
                  </a:lnTo>
                  <a:lnTo>
                    <a:pt x="23106" y="10676"/>
                  </a:lnTo>
                  <a:lnTo>
                    <a:pt x="22784" y="10898"/>
                  </a:lnTo>
                  <a:lnTo>
                    <a:pt x="22420" y="11100"/>
                  </a:lnTo>
                  <a:lnTo>
                    <a:pt x="22017" y="11301"/>
                  </a:lnTo>
                  <a:lnTo>
                    <a:pt x="21593" y="11483"/>
                  </a:lnTo>
                  <a:lnTo>
                    <a:pt x="21129" y="11645"/>
                  </a:lnTo>
                  <a:lnTo>
                    <a:pt x="20644" y="11786"/>
                  </a:lnTo>
                  <a:lnTo>
                    <a:pt x="19958" y="11947"/>
                  </a:lnTo>
                  <a:lnTo>
                    <a:pt x="19272" y="12088"/>
                  </a:lnTo>
                  <a:lnTo>
                    <a:pt x="18566" y="12210"/>
                  </a:lnTo>
                  <a:lnTo>
                    <a:pt x="17880" y="12290"/>
                  </a:lnTo>
                  <a:lnTo>
                    <a:pt x="17173" y="12371"/>
                  </a:lnTo>
                  <a:lnTo>
                    <a:pt x="16467" y="12432"/>
                  </a:lnTo>
                  <a:lnTo>
                    <a:pt x="15075" y="12532"/>
                  </a:lnTo>
                  <a:lnTo>
                    <a:pt x="14106" y="12593"/>
                  </a:lnTo>
                  <a:lnTo>
                    <a:pt x="12774" y="12694"/>
                  </a:lnTo>
                  <a:lnTo>
                    <a:pt x="11442" y="12815"/>
                  </a:lnTo>
                  <a:lnTo>
                    <a:pt x="9142" y="12997"/>
                  </a:lnTo>
                  <a:lnTo>
                    <a:pt x="7971" y="13077"/>
                  </a:lnTo>
                  <a:lnTo>
                    <a:pt x="6801" y="13138"/>
                  </a:lnTo>
                  <a:lnTo>
                    <a:pt x="5630" y="13158"/>
                  </a:lnTo>
                  <a:lnTo>
                    <a:pt x="4480" y="13158"/>
                  </a:lnTo>
                  <a:lnTo>
                    <a:pt x="3895" y="13138"/>
                  </a:lnTo>
                  <a:lnTo>
                    <a:pt x="3310" y="13098"/>
                  </a:lnTo>
                  <a:lnTo>
                    <a:pt x="2725" y="13057"/>
                  </a:lnTo>
                  <a:lnTo>
                    <a:pt x="2139" y="12976"/>
                  </a:lnTo>
                  <a:lnTo>
                    <a:pt x="1857" y="12936"/>
                  </a:lnTo>
                  <a:lnTo>
                    <a:pt x="1554" y="12855"/>
                  </a:lnTo>
                  <a:lnTo>
                    <a:pt x="1251" y="12754"/>
                  </a:lnTo>
                  <a:lnTo>
                    <a:pt x="969" y="12613"/>
                  </a:lnTo>
                  <a:lnTo>
                    <a:pt x="707" y="12452"/>
                  </a:lnTo>
                  <a:lnTo>
                    <a:pt x="485" y="12270"/>
                  </a:lnTo>
                  <a:lnTo>
                    <a:pt x="384" y="12169"/>
                  </a:lnTo>
                  <a:lnTo>
                    <a:pt x="303" y="12048"/>
                  </a:lnTo>
                  <a:lnTo>
                    <a:pt x="222" y="11947"/>
                  </a:lnTo>
                  <a:lnTo>
                    <a:pt x="162" y="11826"/>
                  </a:lnTo>
                  <a:lnTo>
                    <a:pt x="121" y="11685"/>
                  </a:lnTo>
                  <a:lnTo>
                    <a:pt x="81" y="11544"/>
                  </a:lnTo>
                  <a:lnTo>
                    <a:pt x="81" y="11382"/>
                  </a:lnTo>
                  <a:lnTo>
                    <a:pt x="101" y="11241"/>
                  </a:lnTo>
                  <a:lnTo>
                    <a:pt x="142" y="11079"/>
                  </a:lnTo>
                  <a:lnTo>
                    <a:pt x="202" y="10938"/>
                  </a:lnTo>
                  <a:lnTo>
                    <a:pt x="283" y="10777"/>
                  </a:lnTo>
                  <a:lnTo>
                    <a:pt x="384" y="10615"/>
                  </a:lnTo>
                  <a:lnTo>
                    <a:pt x="646" y="10313"/>
                  </a:lnTo>
                  <a:lnTo>
                    <a:pt x="929" y="10010"/>
                  </a:lnTo>
                  <a:lnTo>
                    <a:pt x="1272" y="9727"/>
                  </a:lnTo>
                  <a:lnTo>
                    <a:pt x="1635" y="9465"/>
                  </a:lnTo>
                  <a:lnTo>
                    <a:pt x="2038" y="9203"/>
                  </a:lnTo>
                  <a:lnTo>
                    <a:pt x="2422" y="8940"/>
                  </a:lnTo>
                  <a:lnTo>
                    <a:pt x="3229" y="8476"/>
                  </a:lnTo>
                  <a:lnTo>
                    <a:pt x="4016" y="7992"/>
                  </a:lnTo>
                  <a:lnTo>
                    <a:pt x="5005" y="7407"/>
                  </a:lnTo>
                  <a:lnTo>
                    <a:pt x="6014" y="6821"/>
                  </a:lnTo>
                  <a:lnTo>
                    <a:pt x="7063" y="6277"/>
                  </a:lnTo>
                  <a:lnTo>
                    <a:pt x="8153" y="5732"/>
                  </a:lnTo>
                  <a:lnTo>
                    <a:pt x="9283" y="5207"/>
                  </a:lnTo>
                  <a:lnTo>
                    <a:pt x="10433" y="4682"/>
                  </a:lnTo>
                  <a:lnTo>
                    <a:pt x="11644" y="4198"/>
                  </a:lnTo>
                  <a:lnTo>
                    <a:pt x="12895" y="3714"/>
                  </a:lnTo>
                  <a:lnTo>
                    <a:pt x="14146" y="3250"/>
                  </a:lnTo>
                  <a:lnTo>
                    <a:pt x="15438" y="2826"/>
                  </a:lnTo>
                  <a:lnTo>
                    <a:pt x="16790" y="2382"/>
                  </a:lnTo>
                  <a:lnTo>
                    <a:pt x="18182" y="1958"/>
                  </a:lnTo>
                  <a:lnTo>
                    <a:pt x="19151" y="1676"/>
                  </a:lnTo>
                  <a:lnTo>
                    <a:pt x="20180" y="1393"/>
                  </a:lnTo>
                  <a:lnTo>
                    <a:pt x="21250" y="1111"/>
                  </a:lnTo>
                  <a:lnTo>
                    <a:pt x="22380" y="848"/>
                  </a:lnTo>
                  <a:lnTo>
                    <a:pt x="23550" y="606"/>
                  </a:lnTo>
                  <a:lnTo>
                    <a:pt x="24761" y="404"/>
                  </a:lnTo>
                  <a:lnTo>
                    <a:pt x="25972" y="223"/>
                  </a:lnTo>
                  <a:lnTo>
                    <a:pt x="26598" y="162"/>
                  </a:lnTo>
                  <a:lnTo>
                    <a:pt x="27223" y="102"/>
                  </a:lnTo>
                  <a:lnTo>
                    <a:pt x="27647" y="81"/>
                  </a:lnTo>
                  <a:close/>
                  <a:moveTo>
                    <a:pt x="27647" y="1"/>
                  </a:moveTo>
                  <a:lnTo>
                    <a:pt x="27223" y="21"/>
                  </a:lnTo>
                  <a:lnTo>
                    <a:pt x="26598" y="81"/>
                  </a:lnTo>
                  <a:lnTo>
                    <a:pt x="25972" y="142"/>
                  </a:lnTo>
                  <a:lnTo>
                    <a:pt x="24741" y="324"/>
                  </a:lnTo>
                  <a:lnTo>
                    <a:pt x="23550" y="525"/>
                  </a:lnTo>
                  <a:lnTo>
                    <a:pt x="22360" y="767"/>
                  </a:lnTo>
                  <a:lnTo>
                    <a:pt x="21230" y="1030"/>
                  </a:lnTo>
                  <a:lnTo>
                    <a:pt x="20160" y="1312"/>
                  </a:lnTo>
                  <a:lnTo>
                    <a:pt x="19131" y="1595"/>
                  </a:lnTo>
                  <a:lnTo>
                    <a:pt x="18162" y="1877"/>
                  </a:lnTo>
                  <a:lnTo>
                    <a:pt x="16750" y="2301"/>
                  </a:lnTo>
                  <a:lnTo>
                    <a:pt x="15418" y="2745"/>
                  </a:lnTo>
                  <a:lnTo>
                    <a:pt x="14106" y="3189"/>
                  </a:lnTo>
                  <a:lnTo>
                    <a:pt x="12855" y="3633"/>
                  </a:lnTo>
                  <a:lnTo>
                    <a:pt x="11604" y="4117"/>
                  </a:lnTo>
                  <a:lnTo>
                    <a:pt x="10413" y="4622"/>
                  </a:lnTo>
                  <a:lnTo>
                    <a:pt x="9243" y="5126"/>
                  </a:lnTo>
                  <a:lnTo>
                    <a:pt x="8113" y="5651"/>
                  </a:lnTo>
                  <a:lnTo>
                    <a:pt x="7023" y="6196"/>
                  </a:lnTo>
                  <a:lnTo>
                    <a:pt x="5974" y="6761"/>
                  </a:lnTo>
                  <a:lnTo>
                    <a:pt x="4965" y="7326"/>
                  </a:lnTo>
                  <a:lnTo>
                    <a:pt x="3976" y="7931"/>
                  </a:lnTo>
                  <a:lnTo>
                    <a:pt x="3189" y="8396"/>
                  </a:lnTo>
                  <a:lnTo>
                    <a:pt x="2381" y="8880"/>
                  </a:lnTo>
                  <a:lnTo>
                    <a:pt x="1978" y="9142"/>
                  </a:lnTo>
                  <a:lnTo>
                    <a:pt x="1594" y="9405"/>
                  </a:lnTo>
                  <a:lnTo>
                    <a:pt x="1211" y="9667"/>
                  </a:lnTo>
                  <a:lnTo>
                    <a:pt x="888" y="9949"/>
                  </a:lnTo>
                  <a:lnTo>
                    <a:pt x="585" y="10252"/>
                  </a:lnTo>
                  <a:lnTo>
                    <a:pt x="444" y="10414"/>
                  </a:lnTo>
                  <a:lnTo>
                    <a:pt x="323" y="10575"/>
                  </a:lnTo>
                  <a:lnTo>
                    <a:pt x="202" y="10736"/>
                  </a:lnTo>
                  <a:lnTo>
                    <a:pt x="121" y="10898"/>
                  </a:lnTo>
                  <a:lnTo>
                    <a:pt x="61" y="11059"/>
                  </a:lnTo>
                  <a:lnTo>
                    <a:pt x="20" y="11241"/>
                  </a:lnTo>
                  <a:lnTo>
                    <a:pt x="0" y="11382"/>
                  </a:lnTo>
                  <a:lnTo>
                    <a:pt x="0" y="11544"/>
                  </a:lnTo>
                  <a:lnTo>
                    <a:pt x="41" y="11705"/>
                  </a:lnTo>
                  <a:lnTo>
                    <a:pt x="101" y="11867"/>
                  </a:lnTo>
                  <a:lnTo>
                    <a:pt x="202" y="12048"/>
                  </a:lnTo>
                  <a:lnTo>
                    <a:pt x="343" y="12230"/>
                  </a:lnTo>
                  <a:lnTo>
                    <a:pt x="545" y="12411"/>
                  </a:lnTo>
                  <a:lnTo>
                    <a:pt x="787" y="12593"/>
                  </a:lnTo>
                  <a:lnTo>
                    <a:pt x="1070" y="12754"/>
                  </a:lnTo>
                  <a:lnTo>
                    <a:pt x="1393" y="12896"/>
                  </a:lnTo>
                  <a:lnTo>
                    <a:pt x="1736" y="12997"/>
                  </a:lnTo>
                  <a:lnTo>
                    <a:pt x="2139" y="13057"/>
                  </a:lnTo>
                  <a:lnTo>
                    <a:pt x="2947" y="13158"/>
                  </a:lnTo>
                  <a:lnTo>
                    <a:pt x="3754" y="13198"/>
                  </a:lnTo>
                  <a:lnTo>
                    <a:pt x="4561" y="13239"/>
                  </a:lnTo>
                  <a:lnTo>
                    <a:pt x="6135" y="13239"/>
                  </a:lnTo>
                  <a:lnTo>
                    <a:pt x="6902" y="13219"/>
                  </a:lnTo>
                  <a:lnTo>
                    <a:pt x="8435" y="13138"/>
                  </a:lnTo>
                  <a:lnTo>
                    <a:pt x="9949" y="13017"/>
                  </a:lnTo>
                  <a:lnTo>
                    <a:pt x="11442" y="12896"/>
                  </a:lnTo>
                  <a:lnTo>
                    <a:pt x="12774" y="12775"/>
                  </a:lnTo>
                  <a:lnTo>
                    <a:pt x="14106" y="12674"/>
                  </a:lnTo>
                  <a:lnTo>
                    <a:pt x="15075" y="12613"/>
                  </a:lnTo>
                  <a:lnTo>
                    <a:pt x="16467" y="12512"/>
                  </a:lnTo>
                  <a:lnTo>
                    <a:pt x="17173" y="12452"/>
                  </a:lnTo>
                  <a:lnTo>
                    <a:pt x="17880" y="12371"/>
                  </a:lnTo>
                  <a:lnTo>
                    <a:pt x="18586" y="12290"/>
                  </a:lnTo>
                  <a:lnTo>
                    <a:pt x="19272" y="12169"/>
                  </a:lnTo>
                  <a:lnTo>
                    <a:pt x="19978" y="12028"/>
                  </a:lnTo>
                  <a:lnTo>
                    <a:pt x="20665" y="11867"/>
                  </a:lnTo>
                  <a:lnTo>
                    <a:pt x="21149" y="11705"/>
                  </a:lnTo>
                  <a:lnTo>
                    <a:pt x="21613" y="11544"/>
                  </a:lnTo>
                  <a:lnTo>
                    <a:pt x="22057" y="11362"/>
                  </a:lnTo>
                  <a:lnTo>
                    <a:pt x="22461" y="11180"/>
                  </a:lnTo>
                  <a:lnTo>
                    <a:pt x="22824" y="10958"/>
                  </a:lnTo>
                  <a:lnTo>
                    <a:pt x="23167" y="10736"/>
                  </a:lnTo>
                  <a:lnTo>
                    <a:pt x="23470" y="10474"/>
                  </a:lnTo>
                  <a:lnTo>
                    <a:pt x="23752" y="10212"/>
                  </a:lnTo>
                  <a:lnTo>
                    <a:pt x="23914" y="10030"/>
                  </a:lnTo>
                  <a:lnTo>
                    <a:pt x="24075" y="9849"/>
                  </a:lnTo>
                  <a:lnTo>
                    <a:pt x="24358" y="9445"/>
                  </a:lnTo>
                  <a:lnTo>
                    <a:pt x="24600" y="9021"/>
                  </a:lnTo>
                  <a:lnTo>
                    <a:pt x="24822" y="8597"/>
                  </a:lnTo>
                  <a:lnTo>
                    <a:pt x="25023" y="8133"/>
                  </a:lnTo>
                  <a:lnTo>
                    <a:pt x="25185" y="7669"/>
                  </a:lnTo>
                  <a:lnTo>
                    <a:pt x="25508" y="6741"/>
                  </a:lnTo>
                  <a:lnTo>
                    <a:pt x="25770" y="6014"/>
                  </a:lnTo>
                  <a:lnTo>
                    <a:pt x="26053" y="5268"/>
                  </a:lnTo>
                  <a:lnTo>
                    <a:pt x="26194" y="4925"/>
                  </a:lnTo>
                  <a:lnTo>
                    <a:pt x="26376" y="4561"/>
                  </a:lnTo>
                  <a:lnTo>
                    <a:pt x="26557" y="4238"/>
                  </a:lnTo>
                  <a:lnTo>
                    <a:pt x="26759" y="3895"/>
                  </a:lnTo>
                  <a:lnTo>
                    <a:pt x="27021" y="3532"/>
                  </a:lnTo>
                  <a:lnTo>
                    <a:pt x="27324" y="3169"/>
                  </a:lnTo>
                  <a:lnTo>
                    <a:pt x="27627" y="2826"/>
                  </a:lnTo>
                  <a:lnTo>
                    <a:pt x="27950" y="2503"/>
                  </a:lnTo>
                  <a:lnTo>
                    <a:pt x="28293" y="2120"/>
                  </a:lnTo>
                  <a:lnTo>
                    <a:pt x="28656" y="1736"/>
                  </a:lnTo>
                  <a:lnTo>
                    <a:pt x="28979" y="1333"/>
                  </a:lnTo>
                  <a:lnTo>
                    <a:pt x="29120" y="1111"/>
                  </a:lnTo>
                  <a:lnTo>
                    <a:pt x="29261" y="889"/>
                  </a:lnTo>
                  <a:lnTo>
                    <a:pt x="29362" y="727"/>
                  </a:lnTo>
                  <a:lnTo>
                    <a:pt x="29382" y="626"/>
                  </a:lnTo>
                  <a:lnTo>
                    <a:pt x="29382" y="545"/>
                  </a:lnTo>
                  <a:lnTo>
                    <a:pt x="29362" y="445"/>
                  </a:lnTo>
                  <a:lnTo>
                    <a:pt x="29322" y="364"/>
                  </a:lnTo>
                  <a:lnTo>
                    <a:pt x="29261" y="303"/>
                  </a:lnTo>
                  <a:lnTo>
                    <a:pt x="29201" y="243"/>
                  </a:lnTo>
                  <a:lnTo>
                    <a:pt x="29059" y="162"/>
                  </a:lnTo>
                  <a:lnTo>
                    <a:pt x="28918" y="122"/>
                  </a:lnTo>
                  <a:lnTo>
                    <a:pt x="28716" y="61"/>
                  </a:lnTo>
                  <a:lnTo>
                    <a:pt x="28494" y="21"/>
                  </a:lnTo>
                  <a:lnTo>
                    <a:pt x="28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71" name="Google Shape;4571;p54"/>
          <p:cNvSpPr/>
          <p:nvPr/>
        </p:nvSpPr>
        <p:spPr>
          <a:xfrm>
            <a:off x="322954" y="2732577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2" name="Google Shape;4572;p54"/>
          <p:cNvSpPr/>
          <p:nvPr/>
        </p:nvSpPr>
        <p:spPr>
          <a:xfrm>
            <a:off x="2337742" y="162452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3" name="Google Shape;4573;p54"/>
          <p:cNvSpPr/>
          <p:nvPr/>
        </p:nvSpPr>
        <p:spPr>
          <a:xfrm>
            <a:off x="266642" y="137584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4" name="Google Shape;4574;p54"/>
          <p:cNvSpPr/>
          <p:nvPr/>
        </p:nvSpPr>
        <p:spPr>
          <a:xfrm>
            <a:off x="523842" y="1693465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5" name="Google Shape;4575;p54"/>
          <p:cNvSpPr/>
          <p:nvPr/>
        </p:nvSpPr>
        <p:spPr>
          <a:xfrm>
            <a:off x="3174892" y="-10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2">
    <p:spTree>
      <p:nvGrpSpPr>
        <p:cNvPr id="4576" name="Shape 4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7" name="Google Shape;4577;p55"/>
          <p:cNvSpPr txBox="1"/>
          <p:nvPr>
            <p:ph type="title"/>
          </p:nvPr>
        </p:nvSpPr>
        <p:spPr>
          <a:xfrm>
            <a:off x="713225" y="530350"/>
            <a:ext cx="77178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578" name="Google Shape;4578;p55"/>
          <p:cNvSpPr txBox="1"/>
          <p:nvPr>
            <p:ph idx="1" type="body"/>
          </p:nvPr>
        </p:nvSpPr>
        <p:spPr>
          <a:xfrm>
            <a:off x="2286000" y="1638900"/>
            <a:ext cx="4848000" cy="18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rabicPeriod"/>
              <a:defRPr/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lphaLcPeriod"/>
              <a:defRPr/>
            </a:lvl2pPr>
            <a:lvl3pPr indent="-317500" lvl="2" marL="1371600" rtl="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romanLcPeriod"/>
              <a:defRPr/>
            </a:lvl3pPr>
            <a:lvl4pPr indent="-317500" lvl="3" marL="1828800" rtl="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rabicPeriod"/>
              <a:defRPr/>
            </a:lvl4pPr>
            <a:lvl5pPr indent="-317500" lvl="4" marL="2286000" rtl="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lphaLcPeriod"/>
              <a:defRPr/>
            </a:lvl5pPr>
            <a:lvl6pPr indent="-317500" lvl="5" marL="2743200" rtl="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romanLcPeriod"/>
              <a:defRPr/>
            </a:lvl6pPr>
            <a:lvl7pPr indent="-317500" lvl="6" marL="3200400" rtl="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rabicPeriod"/>
              <a:defRPr/>
            </a:lvl7pPr>
            <a:lvl8pPr indent="-317500" lvl="7" marL="3657600" rtl="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alphaLcPeriod"/>
              <a:defRPr/>
            </a:lvl8pPr>
            <a:lvl9pPr indent="-317500" lvl="8" marL="4114800" rtl="0">
              <a:spcBef>
                <a:spcPts val="0"/>
              </a:spcBef>
              <a:spcAft>
                <a:spcPts val="0"/>
              </a:spcAft>
              <a:buClr>
                <a:srgbClr val="2A2828"/>
              </a:buClr>
              <a:buSzPts val="1400"/>
              <a:buFont typeface="Open Sans"/>
              <a:buAutoNum type="romanLcPeriod"/>
              <a:defRPr/>
            </a:lvl9pPr>
          </a:lstStyle>
          <a:p/>
        </p:txBody>
      </p:sp>
      <p:sp>
        <p:nvSpPr>
          <p:cNvPr id="4579" name="Google Shape;4579;p55"/>
          <p:cNvSpPr/>
          <p:nvPr/>
        </p:nvSpPr>
        <p:spPr>
          <a:xfrm flipH="1">
            <a:off x="7934700" y="0"/>
            <a:ext cx="12093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0" name="Google Shape;4580;p55"/>
          <p:cNvSpPr/>
          <p:nvPr/>
        </p:nvSpPr>
        <p:spPr>
          <a:xfrm flipH="1">
            <a:off x="225" y="0"/>
            <a:ext cx="12093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1" name="Google Shape;4581;p55"/>
          <p:cNvSpPr/>
          <p:nvPr/>
        </p:nvSpPr>
        <p:spPr>
          <a:xfrm>
            <a:off x="343700" y="19603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2" name="Google Shape;4582;p55"/>
          <p:cNvSpPr/>
          <p:nvPr/>
        </p:nvSpPr>
        <p:spPr>
          <a:xfrm>
            <a:off x="8352925" y="3903785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3" name="Google Shape;4583;p55"/>
          <p:cNvSpPr/>
          <p:nvPr/>
        </p:nvSpPr>
        <p:spPr>
          <a:xfrm>
            <a:off x="8352938" y="443551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4" name="Google Shape;4584;p55"/>
          <p:cNvSpPr/>
          <p:nvPr/>
        </p:nvSpPr>
        <p:spPr>
          <a:xfrm>
            <a:off x="343713" y="727760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85" name="Google Shape;4585;p55"/>
          <p:cNvGrpSpPr/>
          <p:nvPr/>
        </p:nvGrpSpPr>
        <p:grpSpPr>
          <a:xfrm>
            <a:off x="8389390" y="1997778"/>
            <a:ext cx="398956" cy="1147945"/>
            <a:chOff x="8644380" y="1997778"/>
            <a:chExt cx="398956" cy="1147945"/>
          </a:xfrm>
        </p:grpSpPr>
        <p:sp>
          <p:nvSpPr>
            <p:cNvPr id="4586" name="Google Shape;4586;p55"/>
            <p:cNvSpPr/>
            <p:nvPr/>
          </p:nvSpPr>
          <p:spPr>
            <a:xfrm>
              <a:off x="8979217" y="3084680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5"/>
            <p:cNvSpPr/>
            <p:nvPr/>
          </p:nvSpPr>
          <p:spPr>
            <a:xfrm>
              <a:off x="8977698" y="2926017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5"/>
            <p:cNvSpPr/>
            <p:nvPr/>
          </p:nvSpPr>
          <p:spPr>
            <a:xfrm>
              <a:off x="8976938" y="2768911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5"/>
            <p:cNvSpPr/>
            <p:nvPr/>
          </p:nvSpPr>
          <p:spPr>
            <a:xfrm>
              <a:off x="8978458" y="2616363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5"/>
            <p:cNvSpPr/>
            <p:nvPr/>
          </p:nvSpPr>
          <p:spPr>
            <a:xfrm>
              <a:off x="8980737" y="1998575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5"/>
            <p:cNvSpPr/>
            <p:nvPr/>
          </p:nvSpPr>
          <p:spPr>
            <a:xfrm>
              <a:off x="8814476" y="2772710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5"/>
            <p:cNvSpPr/>
            <p:nvPr/>
          </p:nvSpPr>
          <p:spPr>
            <a:xfrm>
              <a:off x="8813717" y="2614844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5"/>
            <p:cNvSpPr/>
            <p:nvPr/>
          </p:nvSpPr>
          <p:spPr>
            <a:xfrm>
              <a:off x="8980737" y="2153402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5"/>
            <p:cNvSpPr/>
            <p:nvPr/>
          </p:nvSpPr>
          <p:spPr>
            <a:xfrm>
              <a:off x="8979217" y="2464575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5"/>
            <p:cNvSpPr/>
            <p:nvPr/>
          </p:nvSpPr>
          <p:spPr>
            <a:xfrm>
              <a:off x="8814476" y="2929094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5"/>
            <p:cNvSpPr/>
            <p:nvPr/>
          </p:nvSpPr>
          <p:spPr>
            <a:xfrm>
              <a:off x="8814476" y="2463056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5"/>
            <p:cNvSpPr/>
            <p:nvPr/>
          </p:nvSpPr>
          <p:spPr>
            <a:xfrm>
              <a:off x="8812957" y="3083921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5"/>
            <p:cNvSpPr/>
            <p:nvPr/>
          </p:nvSpPr>
          <p:spPr>
            <a:xfrm>
              <a:off x="8644380" y="3080844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5"/>
            <p:cNvSpPr/>
            <p:nvPr/>
          </p:nvSpPr>
          <p:spPr>
            <a:xfrm>
              <a:off x="8979977" y="2308229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5"/>
            <p:cNvSpPr/>
            <p:nvPr/>
          </p:nvSpPr>
          <p:spPr>
            <a:xfrm>
              <a:off x="8815996" y="2299834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5"/>
            <p:cNvSpPr/>
            <p:nvPr/>
          </p:nvSpPr>
          <p:spPr>
            <a:xfrm>
              <a:off x="8648216" y="2463816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5"/>
            <p:cNvSpPr/>
            <p:nvPr/>
          </p:nvSpPr>
          <p:spPr>
            <a:xfrm>
              <a:off x="8650495" y="2308989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5"/>
            <p:cNvSpPr/>
            <p:nvPr/>
          </p:nvSpPr>
          <p:spPr>
            <a:xfrm>
              <a:off x="8649735" y="2928296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5"/>
            <p:cNvSpPr/>
            <p:nvPr/>
          </p:nvSpPr>
          <p:spPr>
            <a:xfrm>
              <a:off x="8648216" y="2618642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5"/>
            <p:cNvSpPr/>
            <p:nvPr/>
          </p:nvSpPr>
          <p:spPr>
            <a:xfrm>
              <a:off x="8814476" y="2154922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5"/>
            <p:cNvSpPr/>
            <p:nvPr/>
          </p:nvSpPr>
          <p:spPr>
            <a:xfrm>
              <a:off x="8649735" y="2774229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5"/>
            <p:cNvSpPr/>
            <p:nvPr/>
          </p:nvSpPr>
          <p:spPr>
            <a:xfrm>
              <a:off x="8812197" y="1999335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5"/>
            <p:cNvSpPr/>
            <p:nvPr/>
          </p:nvSpPr>
          <p:spPr>
            <a:xfrm>
              <a:off x="8652015" y="2152643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5"/>
            <p:cNvSpPr/>
            <p:nvPr/>
          </p:nvSpPr>
          <p:spPr>
            <a:xfrm>
              <a:off x="8652774" y="1997778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0" name="Google Shape;4610;p55"/>
          <p:cNvGrpSpPr/>
          <p:nvPr/>
        </p:nvGrpSpPr>
        <p:grpSpPr>
          <a:xfrm>
            <a:off x="351774" y="1997778"/>
            <a:ext cx="398956" cy="1147945"/>
            <a:chOff x="8644380" y="1997778"/>
            <a:chExt cx="398956" cy="1147945"/>
          </a:xfrm>
        </p:grpSpPr>
        <p:sp>
          <p:nvSpPr>
            <p:cNvPr id="4611" name="Google Shape;4611;p55"/>
            <p:cNvSpPr/>
            <p:nvPr/>
          </p:nvSpPr>
          <p:spPr>
            <a:xfrm>
              <a:off x="8979217" y="3084680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5"/>
            <p:cNvSpPr/>
            <p:nvPr/>
          </p:nvSpPr>
          <p:spPr>
            <a:xfrm>
              <a:off x="8977698" y="2926017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5"/>
            <p:cNvSpPr/>
            <p:nvPr/>
          </p:nvSpPr>
          <p:spPr>
            <a:xfrm>
              <a:off x="8976938" y="2768911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5"/>
            <p:cNvSpPr/>
            <p:nvPr/>
          </p:nvSpPr>
          <p:spPr>
            <a:xfrm>
              <a:off x="8978458" y="2616363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5"/>
            <p:cNvSpPr/>
            <p:nvPr/>
          </p:nvSpPr>
          <p:spPr>
            <a:xfrm>
              <a:off x="8980737" y="1998575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5"/>
            <p:cNvSpPr/>
            <p:nvPr/>
          </p:nvSpPr>
          <p:spPr>
            <a:xfrm>
              <a:off x="8814476" y="2772710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5"/>
            <p:cNvSpPr/>
            <p:nvPr/>
          </p:nvSpPr>
          <p:spPr>
            <a:xfrm>
              <a:off x="8813717" y="2614844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5"/>
            <p:cNvSpPr/>
            <p:nvPr/>
          </p:nvSpPr>
          <p:spPr>
            <a:xfrm>
              <a:off x="8980737" y="2153402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5"/>
            <p:cNvSpPr/>
            <p:nvPr/>
          </p:nvSpPr>
          <p:spPr>
            <a:xfrm>
              <a:off x="8979217" y="2464575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5"/>
            <p:cNvSpPr/>
            <p:nvPr/>
          </p:nvSpPr>
          <p:spPr>
            <a:xfrm>
              <a:off x="8814476" y="2929094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5"/>
            <p:cNvSpPr/>
            <p:nvPr/>
          </p:nvSpPr>
          <p:spPr>
            <a:xfrm>
              <a:off x="8814476" y="2463056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5"/>
            <p:cNvSpPr/>
            <p:nvPr/>
          </p:nvSpPr>
          <p:spPr>
            <a:xfrm>
              <a:off x="8812957" y="3083921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5"/>
            <p:cNvSpPr/>
            <p:nvPr/>
          </p:nvSpPr>
          <p:spPr>
            <a:xfrm>
              <a:off x="8644380" y="3080844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5"/>
            <p:cNvSpPr/>
            <p:nvPr/>
          </p:nvSpPr>
          <p:spPr>
            <a:xfrm>
              <a:off x="8979977" y="2308229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5"/>
            <p:cNvSpPr/>
            <p:nvPr/>
          </p:nvSpPr>
          <p:spPr>
            <a:xfrm>
              <a:off x="8815996" y="2299834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5"/>
            <p:cNvSpPr/>
            <p:nvPr/>
          </p:nvSpPr>
          <p:spPr>
            <a:xfrm>
              <a:off x="8648216" y="2463816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5"/>
            <p:cNvSpPr/>
            <p:nvPr/>
          </p:nvSpPr>
          <p:spPr>
            <a:xfrm>
              <a:off x="8650495" y="2308989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5"/>
            <p:cNvSpPr/>
            <p:nvPr/>
          </p:nvSpPr>
          <p:spPr>
            <a:xfrm>
              <a:off x="8649735" y="2928296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5"/>
            <p:cNvSpPr/>
            <p:nvPr/>
          </p:nvSpPr>
          <p:spPr>
            <a:xfrm>
              <a:off x="8648216" y="2618642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5"/>
            <p:cNvSpPr/>
            <p:nvPr/>
          </p:nvSpPr>
          <p:spPr>
            <a:xfrm>
              <a:off x="8814476" y="2154922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5"/>
            <p:cNvSpPr/>
            <p:nvPr/>
          </p:nvSpPr>
          <p:spPr>
            <a:xfrm>
              <a:off x="8649735" y="2774229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5"/>
            <p:cNvSpPr/>
            <p:nvPr/>
          </p:nvSpPr>
          <p:spPr>
            <a:xfrm>
              <a:off x="8812197" y="1999335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5"/>
            <p:cNvSpPr/>
            <p:nvPr/>
          </p:nvSpPr>
          <p:spPr>
            <a:xfrm>
              <a:off x="8652015" y="2152643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5"/>
            <p:cNvSpPr/>
            <p:nvPr/>
          </p:nvSpPr>
          <p:spPr>
            <a:xfrm>
              <a:off x="8652774" y="1997778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5" name="Google Shape;4635;p55"/>
          <p:cNvSpPr/>
          <p:nvPr/>
        </p:nvSpPr>
        <p:spPr>
          <a:xfrm>
            <a:off x="-636920" y="348802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6" name="Google Shape;4636;p55"/>
          <p:cNvSpPr/>
          <p:nvPr/>
        </p:nvSpPr>
        <p:spPr>
          <a:xfrm>
            <a:off x="366041" y="466474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7" name="Google Shape;4637;p55"/>
          <p:cNvSpPr/>
          <p:nvPr/>
        </p:nvSpPr>
        <p:spPr>
          <a:xfrm>
            <a:off x="-555688" y="357490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8" name="Google Shape;4638;p55"/>
          <p:cNvSpPr/>
          <p:nvPr/>
        </p:nvSpPr>
        <p:spPr>
          <a:xfrm>
            <a:off x="546506" y="477192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9" name="Google Shape;4639;p55"/>
          <p:cNvSpPr/>
          <p:nvPr/>
        </p:nvSpPr>
        <p:spPr>
          <a:xfrm>
            <a:off x="-454162" y="368660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0" name="Google Shape;4640;p55"/>
          <p:cNvSpPr/>
          <p:nvPr/>
        </p:nvSpPr>
        <p:spPr>
          <a:xfrm>
            <a:off x="-321049" y="382877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1" name="Google Shape;4641;p55"/>
          <p:cNvSpPr/>
          <p:nvPr/>
        </p:nvSpPr>
        <p:spPr>
          <a:xfrm>
            <a:off x="368277" y="393930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2" name="Google Shape;4642;p55"/>
          <p:cNvSpPr/>
          <p:nvPr/>
        </p:nvSpPr>
        <p:spPr>
          <a:xfrm>
            <a:off x="425805" y="408035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3" name="Google Shape;4643;p55"/>
          <p:cNvSpPr/>
          <p:nvPr/>
        </p:nvSpPr>
        <p:spPr>
          <a:xfrm>
            <a:off x="400982" y="410518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4" name="Google Shape;4644;p55"/>
          <p:cNvSpPr/>
          <p:nvPr/>
        </p:nvSpPr>
        <p:spPr>
          <a:xfrm flipH="1">
            <a:off x="8401164" y="359803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5" name="Google Shape;4645;p55"/>
          <p:cNvSpPr/>
          <p:nvPr/>
        </p:nvSpPr>
        <p:spPr>
          <a:xfrm>
            <a:off x="8317542" y="25906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6" name="Google Shape;4646;p55"/>
          <p:cNvSpPr/>
          <p:nvPr/>
        </p:nvSpPr>
        <p:spPr>
          <a:xfrm>
            <a:off x="8870345" y="122739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7" name="Google Shape;4647;p55"/>
          <p:cNvSpPr/>
          <p:nvPr/>
        </p:nvSpPr>
        <p:spPr>
          <a:xfrm>
            <a:off x="8450655" y="170312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8" name="Google Shape;4648;p55"/>
          <p:cNvSpPr/>
          <p:nvPr/>
        </p:nvSpPr>
        <p:spPr>
          <a:xfrm>
            <a:off x="8942520" y="1296211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9" name="Google Shape;4649;p55"/>
          <p:cNvSpPr/>
          <p:nvPr/>
        </p:nvSpPr>
        <p:spPr>
          <a:xfrm>
            <a:off x="8564592" y="231194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0" name="Google Shape;4650;p55"/>
          <p:cNvSpPr/>
          <p:nvPr/>
        </p:nvSpPr>
        <p:spPr>
          <a:xfrm>
            <a:off x="9046338" y="140567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1" name="Google Shape;4651;p55"/>
          <p:cNvSpPr/>
          <p:nvPr/>
        </p:nvSpPr>
        <p:spPr>
          <a:xfrm>
            <a:off x="4194777" y="4711912"/>
            <a:ext cx="754445" cy="377331"/>
          </a:xfrm>
          <a:custGeom>
            <a:rect b="b" l="l" r="r" t="t"/>
            <a:pathLst>
              <a:path extrusionOk="0" h="41798" w="83595">
                <a:moveTo>
                  <a:pt x="41797" y="0"/>
                </a:moveTo>
                <a:lnTo>
                  <a:pt x="40710" y="28"/>
                </a:lnTo>
                <a:lnTo>
                  <a:pt x="39650" y="56"/>
                </a:lnTo>
                <a:lnTo>
                  <a:pt x="38591" y="112"/>
                </a:lnTo>
                <a:lnTo>
                  <a:pt x="37531" y="223"/>
                </a:lnTo>
                <a:lnTo>
                  <a:pt x="36472" y="335"/>
                </a:lnTo>
                <a:lnTo>
                  <a:pt x="35440" y="474"/>
                </a:lnTo>
                <a:lnTo>
                  <a:pt x="34408" y="669"/>
                </a:lnTo>
                <a:lnTo>
                  <a:pt x="33377" y="864"/>
                </a:lnTo>
                <a:lnTo>
                  <a:pt x="32373" y="1060"/>
                </a:lnTo>
                <a:lnTo>
                  <a:pt x="31369" y="1311"/>
                </a:lnTo>
                <a:lnTo>
                  <a:pt x="30365" y="1589"/>
                </a:lnTo>
                <a:lnTo>
                  <a:pt x="29361" y="1868"/>
                </a:lnTo>
                <a:lnTo>
                  <a:pt x="28385" y="2203"/>
                </a:lnTo>
                <a:lnTo>
                  <a:pt x="27437" y="2537"/>
                </a:lnTo>
                <a:lnTo>
                  <a:pt x="26489" y="2900"/>
                </a:lnTo>
                <a:lnTo>
                  <a:pt x="25541" y="3290"/>
                </a:lnTo>
                <a:lnTo>
                  <a:pt x="24593" y="3708"/>
                </a:lnTo>
                <a:lnTo>
                  <a:pt x="23673" y="4127"/>
                </a:lnTo>
                <a:lnTo>
                  <a:pt x="22781" y="4573"/>
                </a:lnTo>
                <a:lnTo>
                  <a:pt x="21889" y="5047"/>
                </a:lnTo>
                <a:lnTo>
                  <a:pt x="20996" y="5549"/>
                </a:lnTo>
                <a:lnTo>
                  <a:pt x="20132" y="6051"/>
                </a:lnTo>
                <a:lnTo>
                  <a:pt x="19267" y="6580"/>
                </a:lnTo>
                <a:lnTo>
                  <a:pt x="18431" y="7138"/>
                </a:lnTo>
                <a:lnTo>
                  <a:pt x="17594" y="7724"/>
                </a:lnTo>
                <a:lnTo>
                  <a:pt x="16786" y="8309"/>
                </a:lnTo>
                <a:lnTo>
                  <a:pt x="16005" y="8923"/>
                </a:lnTo>
                <a:lnTo>
                  <a:pt x="15224" y="9536"/>
                </a:lnTo>
                <a:lnTo>
                  <a:pt x="14444" y="10205"/>
                </a:lnTo>
                <a:lnTo>
                  <a:pt x="13691" y="10847"/>
                </a:lnTo>
                <a:lnTo>
                  <a:pt x="12966" y="11544"/>
                </a:lnTo>
                <a:lnTo>
                  <a:pt x="12241" y="12241"/>
                </a:lnTo>
                <a:lnTo>
                  <a:pt x="11544" y="12966"/>
                </a:lnTo>
                <a:lnTo>
                  <a:pt x="10875" y="13691"/>
                </a:lnTo>
                <a:lnTo>
                  <a:pt x="10205" y="14444"/>
                </a:lnTo>
                <a:lnTo>
                  <a:pt x="9564" y="15224"/>
                </a:lnTo>
                <a:lnTo>
                  <a:pt x="8923" y="16005"/>
                </a:lnTo>
                <a:lnTo>
                  <a:pt x="8309" y="16786"/>
                </a:lnTo>
                <a:lnTo>
                  <a:pt x="7724" y="17594"/>
                </a:lnTo>
                <a:lnTo>
                  <a:pt x="7138" y="18431"/>
                </a:lnTo>
                <a:lnTo>
                  <a:pt x="6581" y="19267"/>
                </a:lnTo>
                <a:lnTo>
                  <a:pt x="6051" y="20132"/>
                </a:lnTo>
                <a:lnTo>
                  <a:pt x="5549" y="20996"/>
                </a:lnTo>
                <a:lnTo>
                  <a:pt x="5047" y="21888"/>
                </a:lnTo>
                <a:lnTo>
                  <a:pt x="4573" y="22781"/>
                </a:lnTo>
                <a:lnTo>
                  <a:pt x="4127" y="23673"/>
                </a:lnTo>
                <a:lnTo>
                  <a:pt x="3709" y="24593"/>
                </a:lnTo>
                <a:lnTo>
                  <a:pt x="3290" y="25541"/>
                </a:lnTo>
                <a:lnTo>
                  <a:pt x="2900" y="26461"/>
                </a:lnTo>
                <a:lnTo>
                  <a:pt x="2537" y="27437"/>
                </a:lnTo>
                <a:lnTo>
                  <a:pt x="2203" y="28385"/>
                </a:lnTo>
                <a:lnTo>
                  <a:pt x="1896" y="29361"/>
                </a:lnTo>
                <a:lnTo>
                  <a:pt x="1589" y="30365"/>
                </a:lnTo>
                <a:lnTo>
                  <a:pt x="1311" y="31341"/>
                </a:lnTo>
                <a:lnTo>
                  <a:pt x="1087" y="32345"/>
                </a:lnTo>
                <a:lnTo>
                  <a:pt x="864" y="33376"/>
                </a:lnTo>
                <a:lnTo>
                  <a:pt x="669" y="34408"/>
                </a:lnTo>
                <a:lnTo>
                  <a:pt x="502" y="35440"/>
                </a:lnTo>
                <a:lnTo>
                  <a:pt x="335" y="36471"/>
                </a:lnTo>
                <a:lnTo>
                  <a:pt x="223" y="37531"/>
                </a:lnTo>
                <a:lnTo>
                  <a:pt x="139" y="38591"/>
                </a:lnTo>
                <a:lnTo>
                  <a:pt x="56" y="39650"/>
                </a:lnTo>
                <a:lnTo>
                  <a:pt x="28" y="40710"/>
                </a:lnTo>
                <a:lnTo>
                  <a:pt x="0" y="41797"/>
                </a:lnTo>
                <a:lnTo>
                  <a:pt x="83595" y="41797"/>
                </a:lnTo>
                <a:lnTo>
                  <a:pt x="83595" y="40710"/>
                </a:lnTo>
                <a:lnTo>
                  <a:pt x="83539" y="39650"/>
                </a:lnTo>
                <a:lnTo>
                  <a:pt x="83483" y="38591"/>
                </a:lnTo>
                <a:lnTo>
                  <a:pt x="83372" y="37531"/>
                </a:lnTo>
                <a:lnTo>
                  <a:pt x="83260" y="36471"/>
                </a:lnTo>
                <a:lnTo>
                  <a:pt x="83121" y="35440"/>
                </a:lnTo>
                <a:lnTo>
                  <a:pt x="82953" y="34408"/>
                </a:lnTo>
                <a:lnTo>
                  <a:pt x="82758" y="33376"/>
                </a:lnTo>
                <a:lnTo>
                  <a:pt x="82535" y="32345"/>
                </a:lnTo>
                <a:lnTo>
                  <a:pt x="82284" y="31341"/>
                </a:lnTo>
                <a:lnTo>
                  <a:pt x="82005" y="30365"/>
                </a:lnTo>
                <a:lnTo>
                  <a:pt x="81727" y="29361"/>
                </a:lnTo>
                <a:lnTo>
                  <a:pt x="81392" y="28385"/>
                </a:lnTo>
                <a:lnTo>
                  <a:pt x="81057" y="27437"/>
                </a:lnTo>
                <a:lnTo>
                  <a:pt x="80695" y="26461"/>
                </a:lnTo>
                <a:lnTo>
                  <a:pt x="80304" y="25541"/>
                </a:lnTo>
                <a:lnTo>
                  <a:pt x="79914" y="24593"/>
                </a:lnTo>
                <a:lnTo>
                  <a:pt x="79468" y="23673"/>
                </a:lnTo>
                <a:lnTo>
                  <a:pt x="79022" y="22781"/>
                </a:lnTo>
                <a:lnTo>
                  <a:pt x="78548" y="21888"/>
                </a:lnTo>
                <a:lnTo>
                  <a:pt x="78046" y="20996"/>
                </a:lnTo>
                <a:lnTo>
                  <a:pt x="77544" y="20132"/>
                </a:lnTo>
                <a:lnTo>
                  <a:pt x="77014" y="19267"/>
                </a:lnTo>
                <a:lnTo>
                  <a:pt x="76457" y="18431"/>
                </a:lnTo>
                <a:lnTo>
                  <a:pt x="75899" y="17594"/>
                </a:lnTo>
                <a:lnTo>
                  <a:pt x="75285" y="16786"/>
                </a:lnTo>
                <a:lnTo>
                  <a:pt x="74672" y="16005"/>
                </a:lnTo>
                <a:lnTo>
                  <a:pt x="74059" y="15224"/>
                </a:lnTo>
                <a:lnTo>
                  <a:pt x="73417" y="14444"/>
                </a:lnTo>
                <a:lnTo>
                  <a:pt x="72748" y="13691"/>
                </a:lnTo>
                <a:lnTo>
                  <a:pt x="72051" y="12966"/>
                </a:lnTo>
                <a:lnTo>
                  <a:pt x="71354" y="12241"/>
                </a:lnTo>
                <a:lnTo>
                  <a:pt x="70629" y="11544"/>
                </a:lnTo>
                <a:lnTo>
                  <a:pt x="69904" y="10847"/>
                </a:lnTo>
                <a:lnTo>
                  <a:pt x="69151" y="10205"/>
                </a:lnTo>
                <a:lnTo>
                  <a:pt x="68398" y="9536"/>
                </a:lnTo>
                <a:lnTo>
                  <a:pt x="67617" y="8923"/>
                </a:lnTo>
                <a:lnTo>
                  <a:pt x="66809" y="8309"/>
                </a:lnTo>
                <a:lnTo>
                  <a:pt x="66000" y="7724"/>
                </a:lnTo>
                <a:lnTo>
                  <a:pt x="65164" y="7138"/>
                </a:lnTo>
                <a:lnTo>
                  <a:pt x="64327" y="6580"/>
                </a:lnTo>
                <a:lnTo>
                  <a:pt x="63463" y="6051"/>
                </a:lnTo>
                <a:lnTo>
                  <a:pt x="62598" y="5549"/>
                </a:lnTo>
                <a:lnTo>
                  <a:pt x="61734" y="5047"/>
                </a:lnTo>
                <a:lnTo>
                  <a:pt x="60842" y="4573"/>
                </a:lnTo>
                <a:lnTo>
                  <a:pt x="59922" y="4127"/>
                </a:lnTo>
                <a:lnTo>
                  <a:pt x="59001" y="3708"/>
                </a:lnTo>
                <a:lnTo>
                  <a:pt x="58081" y="3290"/>
                </a:lnTo>
                <a:lnTo>
                  <a:pt x="57133" y="2900"/>
                </a:lnTo>
                <a:lnTo>
                  <a:pt x="56185" y="2537"/>
                </a:lnTo>
                <a:lnTo>
                  <a:pt x="55209" y="2203"/>
                </a:lnTo>
                <a:lnTo>
                  <a:pt x="54233" y="1868"/>
                </a:lnTo>
                <a:lnTo>
                  <a:pt x="53257" y="1589"/>
                </a:lnTo>
                <a:lnTo>
                  <a:pt x="52254" y="1311"/>
                </a:lnTo>
                <a:lnTo>
                  <a:pt x="51250" y="1060"/>
                </a:lnTo>
                <a:lnTo>
                  <a:pt x="50218" y="864"/>
                </a:lnTo>
                <a:lnTo>
                  <a:pt x="49214" y="669"/>
                </a:lnTo>
                <a:lnTo>
                  <a:pt x="48155" y="474"/>
                </a:lnTo>
                <a:lnTo>
                  <a:pt x="47123" y="335"/>
                </a:lnTo>
                <a:lnTo>
                  <a:pt x="46064" y="223"/>
                </a:lnTo>
                <a:lnTo>
                  <a:pt x="45032" y="112"/>
                </a:lnTo>
                <a:lnTo>
                  <a:pt x="43944" y="56"/>
                </a:lnTo>
                <a:lnTo>
                  <a:pt x="42885" y="28"/>
                </a:lnTo>
                <a:lnTo>
                  <a:pt x="4179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2" name="Google Shape;4652;p55"/>
          <p:cNvSpPr/>
          <p:nvPr/>
        </p:nvSpPr>
        <p:spPr>
          <a:xfrm>
            <a:off x="4194777" y="4334562"/>
            <a:ext cx="754445" cy="377331"/>
          </a:xfrm>
          <a:custGeom>
            <a:rect b="b" l="l" r="r" t="t"/>
            <a:pathLst>
              <a:path extrusionOk="0" h="41798" w="83595">
                <a:moveTo>
                  <a:pt x="41797" y="0"/>
                </a:moveTo>
                <a:lnTo>
                  <a:pt x="40710" y="28"/>
                </a:lnTo>
                <a:lnTo>
                  <a:pt x="39650" y="56"/>
                </a:lnTo>
                <a:lnTo>
                  <a:pt x="38591" y="112"/>
                </a:lnTo>
                <a:lnTo>
                  <a:pt x="37531" y="223"/>
                </a:lnTo>
                <a:lnTo>
                  <a:pt x="36472" y="335"/>
                </a:lnTo>
                <a:lnTo>
                  <a:pt x="35440" y="474"/>
                </a:lnTo>
                <a:lnTo>
                  <a:pt x="34408" y="669"/>
                </a:lnTo>
                <a:lnTo>
                  <a:pt x="33377" y="864"/>
                </a:lnTo>
                <a:lnTo>
                  <a:pt x="32373" y="1060"/>
                </a:lnTo>
                <a:lnTo>
                  <a:pt x="31369" y="1311"/>
                </a:lnTo>
                <a:lnTo>
                  <a:pt x="30365" y="1589"/>
                </a:lnTo>
                <a:lnTo>
                  <a:pt x="29361" y="1868"/>
                </a:lnTo>
                <a:lnTo>
                  <a:pt x="28385" y="2203"/>
                </a:lnTo>
                <a:lnTo>
                  <a:pt x="27437" y="2537"/>
                </a:lnTo>
                <a:lnTo>
                  <a:pt x="26489" y="2900"/>
                </a:lnTo>
                <a:lnTo>
                  <a:pt x="25541" y="3290"/>
                </a:lnTo>
                <a:lnTo>
                  <a:pt x="24593" y="3708"/>
                </a:lnTo>
                <a:lnTo>
                  <a:pt x="23673" y="4127"/>
                </a:lnTo>
                <a:lnTo>
                  <a:pt x="22781" y="4573"/>
                </a:lnTo>
                <a:lnTo>
                  <a:pt x="21889" y="5047"/>
                </a:lnTo>
                <a:lnTo>
                  <a:pt x="20996" y="5549"/>
                </a:lnTo>
                <a:lnTo>
                  <a:pt x="20132" y="6051"/>
                </a:lnTo>
                <a:lnTo>
                  <a:pt x="19267" y="6580"/>
                </a:lnTo>
                <a:lnTo>
                  <a:pt x="18431" y="7138"/>
                </a:lnTo>
                <a:lnTo>
                  <a:pt x="17594" y="7724"/>
                </a:lnTo>
                <a:lnTo>
                  <a:pt x="16786" y="8309"/>
                </a:lnTo>
                <a:lnTo>
                  <a:pt x="16005" y="8923"/>
                </a:lnTo>
                <a:lnTo>
                  <a:pt x="15224" y="9536"/>
                </a:lnTo>
                <a:lnTo>
                  <a:pt x="14444" y="10205"/>
                </a:lnTo>
                <a:lnTo>
                  <a:pt x="13691" y="10847"/>
                </a:lnTo>
                <a:lnTo>
                  <a:pt x="12966" y="11544"/>
                </a:lnTo>
                <a:lnTo>
                  <a:pt x="12241" y="12241"/>
                </a:lnTo>
                <a:lnTo>
                  <a:pt x="11544" y="12966"/>
                </a:lnTo>
                <a:lnTo>
                  <a:pt x="10875" y="13691"/>
                </a:lnTo>
                <a:lnTo>
                  <a:pt x="10205" y="14444"/>
                </a:lnTo>
                <a:lnTo>
                  <a:pt x="9564" y="15224"/>
                </a:lnTo>
                <a:lnTo>
                  <a:pt x="8923" y="16005"/>
                </a:lnTo>
                <a:lnTo>
                  <a:pt x="8309" y="16786"/>
                </a:lnTo>
                <a:lnTo>
                  <a:pt x="7724" y="17594"/>
                </a:lnTo>
                <a:lnTo>
                  <a:pt x="7138" y="18431"/>
                </a:lnTo>
                <a:lnTo>
                  <a:pt x="6581" y="19267"/>
                </a:lnTo>
                <a:lnTo>
                  <a:pt x="6051" y="20132"/>
                </a:lnTo>
                <a:lnTo>
                  <a:pt x="5549" y="20996"/>
                </a:lnTo>
                <a:lnTo>
                  <a:pt x="5047" y="21888"/>
                </a:lnTo>
                <a:lnTo>
                  <a:pt x="4573" y="22781"/>
                </a:lnTo>
                <a:lnTo>
                  <a:pt x="4127" y="23673"/>
                </a:lnTo>
                <a:lnTo>
                  <a:pt x="3709" y="24593"/>
                </a:lnTo>
                <a:lnTo>
                  <a:pt x="3290" y="25541"/>
                </a:lnTo>
                <a:lnTo>
                  <a:pt x="2900" y="26461"/>
                </a:lnTo>
                <a:lnTo>
                  <a:pt x="2537" y="27437"/>
                </a:lnTo>
                <a:lnTo>
                  <a:pt x="2203" y="28385"/>
                </a:lnTo>
                <a:lnTo>
                  <a:pt x="1896" y="29361"/>
                </a:lnTo>
                <a:lnTo>
                  <a:pt x="1589" y="30365"/>
                </a:lnTo>
                <a:lnTo>
                  <a:pt x="1311" y="31341"/>
                </a:lnTo>
                <a:lnTo>
                  <a:pt x="1087" y="32345"/>
                </a:lnTo>
                <a:lnTo>
                  <a:pt x="864" y="33376"/>
                </a:lnTo>
                <a:lnTo>
                  <a:pt x="669" y="34408"/>
                </a:lnTo>
                <a:lnTo>
                  <a:pt x="502" y="35440"/>
                </a:lnTo>
                <a:lnTo>
                  <a:pt x="335" y="36471"/>
                </a:lnTo>
                <a:lnTo>
                  <a:pt x="223" y="37531"/>
                </a:lnTo>
                <a:lnTo>
                  <a:pt x="139" y="38591"/>
                </a:lnTo>
                <a:lnTo>
                  <a:pt x="56" y="39650"/>
                </a:lnTo>
                <a:lnTo>
                  <a:pt x="28" y="40710"/>
                </a:lnTo>
                <a:lnTo>
                  <a:pt x="0" y="41797"/>
                </a:lnTo>
                <a:lnTo>
                  <a:pt x="83595" y="41797"/>
                </a:lnTo>
                <a:lnTo>
                  <a:pt x="83595" y="40710"/>
                </a:lnTo>
                <a:lnTo>
                  <a:pt x="83539" y="39650"/>
                </a:lnTo>
                <a:lnTo>
                  <a:pt x="83483" y="38591"/>
                </a:lnTo>
                <a:lnTo>
                  <a:pt x="83372" y="37531"/>
                </a:lnTo>
                <a:lnTo>
                  <a:pt x="83260" y="36471"/>
                </a:lnTo>
                <a:lnTo>
                  <a:pt x="83121" y="35440"/>
                </a:lnTo>
                <a:lnTo>
                  <a:pt x="82953" y="34408"/>
                </a:lnTo>
                <a:lnTo>
                  <a:pt x="82758" y="33376"/>
                </a:lnTo>
                <a:lnTo>
                  <a:pt x="82535" y="32345"/>
                </a:lnTo>
                <a:lnTo>
                  <a:pt x="82284" y="31341"/>
                </a:lnTo>
                <a:lnTo>
                  <a:pt x="82005" y="30365"/>
                </a:lnTo>
                <a:lnTo>
                  <a:pt x="81727" y="29361"/>
                </a:lnTo>
                <a:lnTo>
                  <a:pt x="81392" y="28385"/>
                </a:lnTo>
                <a:lnTo>
                  <a:pt x="81057" y="27437"/>
                </a:lnTo>
                <a:lnTo>
                  <a:pt x="80695" y="26461"/>
                </a:lnTo>
                <a:lnTo>
                  <a:pt x="80304" y="25541"/>
                </a:lnTo>
                <a:lnTo>
                  <a:pt x="79914" y="24593"/>
                </a:lnTo>
                <a:lnTo>
                  <a:pt x="79468" y="23673"/>
                </a:lnTo>
                <a:lnTo>
                  <a:pt x="79022" y="22781"/>
                </a:lnTo>
                <a:lnTo>
                  <a:pt x="78548" y="21888"/>
                </a:lnTo>
                <a:lnTo>
                  <a:pt x="78046" y="20996"/>
                </a:lnTo>
                <a:lnTo>
                  <a:pt x="77544" y="20132"/>
                </a:lnTo>
                <a:lnTo>
                  <a:pt x="77014" y="19267"/>
                </a:lnTo>
                <a:lnTo>
                  <a:pt x="76457" y="18431"/>
                </a:lnTo>
                <a:lnTo>
                  <a:pt x="75899" y="17594"/>
                </a:lnTo>
                <a:lnTo>
                  <a:pt x="75285" y="16786"/>
                </a:lnTo>
                <a:lnTo>
                  <a:pt x="74672" y="16005"/>
                </a:lnTo>
                <a:lnTo>
                  <a:pt x="74059" y="15224"/>
                </a:lnTo>
                <a:lnTo>
                  <a:pt x="73417" y="14444"/>
                </a:lnTo>
                <a:lnTo>
                  <a:pt x="72748" y="13691"/>
                </a:lnTo>
                <a:lnTo>
                  <a:pt x="72051" y="12966"/>
                </a:lnTo>
                <a:lnTo>
                  <a:pt x="71354" y="12241"/>
                </a:lnTo>
                <a:lnTo>
                  <a:pt x="70629" y="11544"/>
                </a:lnTo>
                <a:lnTo>
                  <a:pt x="69904" y="10847"/>
                </a:lnTo>
                <a:lnTo>
                  <a:pt x="69151" y="10205"/>
                </a:lnTo>
                <a:lnTo>
                  <a:pt x="68398" y="9536"/>
                </a:lnTo>
                <a:lnTo>
                  <a:pt x="67617" y="8923"/>
                </a:lnTo>
                <a:lnTo>
                  <a:pt x="66809" y="8309"/>
                </a:lnTo>
                <a:lnTo>
                  <a:pt x="66000" y="7724"/>
                </a:lnTo>
                <a:lnTo>
                  <a:pt x="65164" y="7138"/>
                </a:lnTo>
                <a:lnTo>
                  <a:pt x="64327" y="6580"/>
                </a:lnTo>
                <a:lnTo>
                  <a:pt x="63463" y="6051"/>
                </a:lnTo>
                <a:lnTo>
                  <a:pt x="62598" y="5549"/>
                </a:lnTo>
                <a:lnTo>
                  <a:pt x="61734" y="5047"/>
                </a:lnTo>
                <a:lnTo>
                  <a:pt x="60842" y="4573"/>
                </a:lnTo>
                <a:lnTo>
                  <a:pt x="59922" y="4127"/>
                </a:lnTo>
                <a:lnTo>
                  <a:pt x="59001" y="3708"/>
                </a:lnTo>
                <a:lnTo>
                  <a:pt x="58081" y="3290"/>
                </a:lnTo>
                <a:lnTo>
                  <a:pt x="57133" y="2900"/>
                </a:lnTo>
                <a:lnTo>
                  <a:pt x="56185" y="2537"/>
                </a:lnTo>
                <a:lnTo>
                  <a:pt x="55209" y="2203"/>
                </a:lnTo>
                <a:lnTo>
                  <a:pt x="54233" y="1868"/>
                </a:lnTo>
                <a:lnTo>
                  <a:pt x="53257" y="1589"/>
                </a:lnTo>
                <a:lnTo>
                  <a:pt x="52254" y="1311"/>
                </a:lnTo>
                <a:lnTo>
                  <a:pt x="51250" y="1060"/>
                </a:lnTo>
                <a:lnTo>
                  <a:pt x="50218" y="864"/>
                </a:lnTo>
                <a:lnTo>
                  <a:pt x="49214" y="669"/>
                </a:lnTo>
                <a:lnTo>
                  <a:pt x="48155" y="474"/>
                </a:lnTo>
                <a:lnTo>
                  <a:pt x="47123" y="335"/>
                </a:lnTo>
                <a:lnTo>
                  <a:pt x="46064" y="223"/>
                </a:lnTo>
                <a:lnTo>
                  <a:pt x="45032" y="112"/>
                </a:lnTo>
                <a:lnTo>
                  <a:pt x="43944" y="56"/>
                </a:lnTo>
                <a:lnTo>
                  <a:pt x="42885" y="28"/>
                </a:lnTo>
                <a:lnTo>
                  <a:pt x="4179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2_1">
    <p:spTree>
      <p:nvGrpSpPr>
        <p:cNvPr id="4653" name="Shape 4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4" name="Google Shape;4654;p56"/>
          <p:cNvSpPr txBox="1"/>
          <p:nvPr>
            <p:ph type="title"/>
          </p:nvPr>
        </p:nvSpPr>
        <p:spPr>
          <a:xfrm>
            <a:off x="4153050" y="1534200"/>
            <a:ext cx="4277700" cy="112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655" name="Google Shape;4655;p56"/>
          <p:cNvSpPr txBox="1"/>
          <p:nvPr>
            <p:ph idx="1" type="subTitle"/>
          </p:nvPr>
        </p:nvSpPr>
        <p:spPr>
          <a:xfrm>
            <a:off x="5230300" y="2694900"/>
            <a:ext cx="3200400" cy="91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656" name="Google Shape;4656;p56"/>
          <p:cNvSpPr/>
          <p:nvPr/>
        </p:nvSpPr>
        <p:spPr>
          <a:xfrm flipH="1">
            <a:off x="-75" y="0"/>
            <a:ext cx="27006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7" name="Google Shape;4657;p56"/>
          <p:cNvSpPr/>
          <p:nvPr/>
        </p:nvSpPr>
        <p:spPr>
          <a:xfrm>
            <a:off x="2488747" y="497678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8" name="Google Shape;4658;p56"/>
          <p:cNvSpPr/>
          <p:nvPr/>
        </p:nvSpPr>
        <p:spPr>
          <a:xfrm flipH="1">
            <a:off x="617717" y="163781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9" name="Google Shape;4659;p56"/>
          <p:cNvSpPr/>
          <p:nvPr/>
        </p:nvSpPr>
        <p:spPr>
          <a:xfrm flipH="1">
            <a:off x="1817000" y="1365265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0" name="Google Shape;4660;p56"/>
          <p:cNvSpPr/>
          <p:nvPr/>
        </p:nvSpPr>
        <p:spPr>
          <a:xfrm flipH="1">
            <a:off x="745189" y="308187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1" name="Google Shape;4661;p56"/>
          <p:cNvSpPr/>
          <p:nvPr/>
        </p:nvSpPr>
        <p:spPr>
          <a:xfrm flipH="1">
            <a:off x="1961410" y="1434086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2" name="Google Shape;4662;p56"/>
          <p:cNvSpPr/>
          <p:nvPr/>
        </p:nvSpPr>
        <p:spPr>
          <a:xfrm flipH="1">
            <a:off x="870424" y="369069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3" name="Google Shape;4663;p56"/>
          <p:cNvSpPr/>
          <p:nvPr/>
        </p:nvSpPr>
        <p:spPr>
          <a:xfrm flipH="1">
            <a:off x="2105877" y="1543550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4" name="Google Shape;4664;p56"/>
          <p:cNvSpPr/>
          <p:nvPr/>
        </p:nvSpPr>
        <p:spPr>
          <a:xfrm>
            <a:off x="772520" y="3766430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5" name="Google Shape;4665;p56"/>
          <p:cNvSpPr/>
          <p:nvPr/>
        </p:nvSpPr>
        <p:spPr>
          <a:xfrm flipH="1">
            <a:off x="163868" y="3478149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6" name="Google Shape;4666;p56"/>
          <p:cNvSpPr/>
          <p:nvPr/>
        </p:nvSpPr>
        <p:spPr>
          <a:xfrm flipH="1">
            <a:off x="365816" y="3534558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7" name="Google Shape;4667;p56"/>
          <p:cNvSpPr/>
          <p:nvPr/>
        </p:nvSpPr>
        <p:spPr>
          <a:xfrm flipH="1">
            <a:off x="652404" y="3641731"/>
            <a:ext cx="1642730" cy="740159"/>
          </a:xfrm>
          <a:custGeom>
            <a:rect b="b" l="l" r="r" t="t"/>
            <a:pathLst>
              <a:path extrusionOk="0" h="13239" w="29383">
                <a:moveTo>
                  <a:pt x="28272" y="81"/>
                </a:moveTo>
                <a:lnTo>
                  <a:pt x="28474" y="102"/>
                </a:lnTo>
                <a:lnTo>
                  <a:pt x="28696" y="142"/>
                </a:lnTo>
                <a:lnTo>
                  <a:pt x="28898" y="202"/>
                </a:lnTo>
                <a:lnTo>
                  <a:pt x="29019" y="243"/>
                </a:lnTo>
                <a:lnTo>
                  <a:pt x="29140" y="303"/>
                </a:lnTo>
                <a:lnTo>
                  <a:pt x="29201" y="364"/>
                </a:lnTo>
                <a:lnTo>
                  <a:pt x="29261" y="404"/>
                </a:lnTo>
                <a:lnTo>
                  <a:pt x="29281" y="465"/>
                </a:lnTo>
                <a:lnTo>
                  <a:pt x="29302" y="545"/>
                </a:lnTo>
                <a:lnTo>
                  <a:pt x="29302" y="626"/>
                </a:lnTo>
                <a:lnTo>
                  <a:pt x="29281" y="707"/>
                </a:lnTo>
                <a:lnTo>
                  <a:pt x="29201" y="848"/>
                </a:lnTo>
                <a:lnTo>
                  <a:pt x="29059" y="1070"/>
                </a:lnTo>
                <a:lnTo>
                  <a:pt x="28918" y="1272"/>
                </a:lnTo>
                <a:lnTo>
                  <a:pt x="28595" y="1676"/>
                </a:lnTo>
                <a:lnTo>
                  <a:pt x="28232" y="2079"/>
                </a:lnTo>
                <a:lnTo>
                  <a:pt x="27889" y="2442"/>
                </a:lnTo>
                <a:lnTo>
                  <a:pt x="27566" y="2785"/>
                </a:lnTo>
                <a:lnTo>
                  <a:pt x="27263" y="3129"/>
                </a:lnTo>
                <a:lnTo>
                  <a:pt x="26961" y="3492"/>
                </a:lnTo>
                <a:lnTo>
                  <a:pt x="26698" y="3855"/>
                </a:lnTo>
                <a:lnTo>
                  <a:pt x="26476" y="4198"/>
                </a:lnTo>
                <a:lnTo>
                  <a:pt x="26295" y="4521"/>
                </a:lnTo>
                <a:lnTo>
                  <a:pt x="26133" y="4884"/>
                </a:lnTo>
                <a:lnTo>
                  <a:pt x="25972" y="5247"/>
                </a:lnTo>
                <a:lnTo>
                  <a:pt x="25689" y="5974"/>
                </a:lnTo>
                <a:lnTo>
                  <a:pt x="25447" y="6721"/>
                </a:lnTo>
                <a:lnTo>
                  <a:pt x="25124" y="7649"/>
                </a:lnTo>
                <a:lnTo>
                  <a:pt x="24943" y="8113"/>
                </a:lnTo>
                <a:lnTo>
                  <a:pt x="24741" y="8557"/>
                </a:lnTo>
                <a:lnTo>
                  <a:pt x="24539" y="8981"/>
                </a:lnTo>
                <a:lnTo>
                  <a:pt x="24297" y="9405"/>
                </a:lnTo>
                <a:lnTo>
                  <a:pt x="24014" y="9788"/>
                </a:lnTo>
                <a:lnTo>
                  <a:pt x="23853" y="9990"/>
                </a:lnTo>
                <a:lnTo>
                  <a:pt x="23692" y="10171"/>
                </a:lnTo>
                <a:lnTo>
                  <a:pt x="23409" y="10414"/>
                </a:lnTo>
                <a:lnTo>
                  <a:pt x="23106" y="10676"/>
                </a:lnTo>
                <a:lnTo>
                  <a:pt x="22784" y="10898"/>
                </a:lnTo>
                <a:lnTo>
                  <a:pt x="22420" y="11100"/>
                </a:lnTo>
                <a:lnTo>
                  <a:pt x="22017" y="11301"/>
                </a:lnTo>
                <a:lnTo>
                  <a:pt x="21593" y="11483"/>
                </a:lnTo>
                <a:lnTo>
                  <a:pt x="21129" y="11645"/>
                </a:lnTo>
                <a:lnTo>
                  <a:pt x="20644" y="11786"/>
                </a:lnTo>
                <a:lnTo>
                  <a:pt x="19958" y="11947"/>
                </a:lnTo>
                <a:lnTo>
                  <a:pt x="19272" y="12088"/>
                </a:lnTo>
                <a:lnTo>
                  <a:pt x="18566" y="12210"/>
                </a:lnTo>
                <a:lnTo>
                  <a:pt x="17880" y="12290"/>
                </a:lnTo>
                <a:lnTo>
                  <a:pt x="17173" y="12371"/>
                </a:lnTo>
                <a:lnTo>
                  <a:pt x="16467" y="12432"/>
                </a:lnTo>
                <a:lnTo>
                  <a:pt x="15075" y="12532"/>
                </a:lnTo>
                <a:lnTo>
                  <a:pt x="14106" y="12593"/>
                </a:lnTo>
                <a:lnTo>
                  <a:pt x="12774" y="12694"/>
                </a:lnTo>
                <a:lnTo>
                  <a:pt x="11442" y="12815"/>
                </a:lnTo>
                <a:lnTo>
                  <a:pt x="9142" y="12997"/>
                </a:lnTo>
                <a:lnTo>
                  <a:pt x="7971" y="13077"/>
                </a:lnTo>
                <a:lnTo>
                  <a:pt x="6801" y="13138"/>
                </a:lnTo>
                <a:lnTo>
                  <a:pt x="5630" y="13158"/>
                </a:lnTo>
                <a:lnTo>
                  <a:pt x="4480" y="13158"/>
                </a:lnTo>
                <a:lnTo>
                  <a:pt x="3895" y="13138"/>
                </a:lnTo>
                <a:lnTo>
                  <a:pt x="3310" y="13098"/>
                </a:lnTo>
                <a:lnTo>
                  <a:pt x="2725" y="13057"/>
                </a:lnTo>
                <a:lnTo>
                  <a:pt x="2139" y="12976"/>
                </a:lnTo>
                <a:lnTo>
                  <a:pt x="1857" y="12936"/>
                </a:lnTo>
                <a:lnTo>
                  <a:pt x="1554" y="12855"/>
                </a:lnTo>
                <a:lnTo>
                  <a:pt x="1251" y="12754"/>
                </a:lnTo>
                <a:lnTo>
                  <a:pt x="969" y="12613"/>
                </a:lnTo>
                <a:lnTo>
                  <a:pt x="707" y="12452"/>
                </a:lnTo>
                <a:lnTo>
                  <a:pt x="485" y="12270"/>
                </a:lnTo>
                <a:lnTo>
                  <a:pt x="384" y="12169"/>
                </a:lnTo>
                <a:lnTo>
                  <a:pt x="303" y="12048"/>
                </a:lnTo>
                <a:lnTo>
                  <a:pt x="222" y="11947"/>
                </a:lnTo>
                <a:lnTo>
                  <a:pt x="162" y="11826"/>
                </a:lnTo>
                <a:lnTo>
                  <a:pt x="121" y="11685"/>
                </a:lnTo>
                <a:lnTo>
                  <a:pt x="81" y="11544"/>
                </a:lnTo>
                <a:lnTo>
                  <a:pt x="81" y="11382"/>
                </a:lnTo>
                <a:lnTo>
                  <a:pt x="101" y="11241"/>
                </a:lnTo>
                <a:lnTo>
                  <a:pt x="142" y="11079"/>
                </a:lnTo>
                <a:lnTo>
                  <a:pt x="202" y="10938"/>
                </a:lnTo>
                <a:lnTo>
                  <a:pt x="283" y="10777"/>
                </a:lnTo>
                <a:lnTo>
                  <a:pt x="384" y="10615"/>
                </a:lnTo>
                <a:lnTo>
                  <a:pt x="646" y="10313"/>
                </a:lnTo>
                <a:lnTo>
                  <a:pt x="929" y="10010"/>
                </a:lnTo>
                <a:lnTo>
                  <a:pt x="1272" y="9727"/>
                </a:lnTo>
                <a:lnTo>
                  <a:pt x="1635" y="9465"/>
                </a:lnTo>
                <a:lnTo>
                  <a:pt x="2038" y="9203"/>
                </a:lnTo>
                <a:lnTo>
                  <a:pt x="2422" y="8940"/>
                </a:lnTo>
                <a:lnTo>
                  <a:pt x="3229" y="8476"/>
                </a:lnTo>
                <a:lnTo>
                  <a:pt x="4016" y="7992"/>
                </a:lnTo>
                <a:lnTo>
                  <a:pt x="5005" y="7407"/>
                </a:lnTo>
                <a:lnTo>
                  <a:pt x="6014" y="6821"/>
                </a:lnTo>
                <a:lnTo>
                  <a:pt x="7063" y="6277"/>
                </a:lnTo>
                <a:lnTo>
                  <a:pt x="8153" y="5732"/>
                </a:lnTo>
                <a:lnTo>
                  <a:pt x="9283" y="5207"/>
                </a:lnTo>
                <a:lnTo>
                  <a:pt x="10433" y="4682"/>
                </a:lnTo>
                <a:lnTo>
                  <a:pt x="11644" y="4198"/>
                </a:lnTo>
                <a:lnTo>
                  <a:pt x="12895" y="3714"/>
                </a:lnTo>
                <a:lnTo>
                  <a:pt x="14146" y="3250"/>
                </a:lnTo>
                <a:lnTo>
                  <a:pt x="15438" y="2826"/>
                </a:lnTo>
                <a:lnTo>
                  <a:pt x="16790" y="2382"/>
                </a:lnTo>
                <a:lnTo>
                  <a:pt x="18182" y="1958"/>
                </a:lnTo>
                <a:lnTo>
                  <a:pt x="19151" y="1676"/>
                </a:lnTo>
                <a:lnTo>
                  <a:pt x="20180" y="1393"/>
                </a:lnTo>
                <a:lnTo>
                  <a:pt x="21250" y="1111"/>
                </a:lnTo>
                <a:lnTo>
                  <a:pt x="22380" y="848"/>
                </a:lnTo>
                <a:lnTo>
                  <a:pt x="23550" y="606"/>
                </a:lnTo>
                <a:lnTo>
                  <a:pt x="24761" y="404"/>
                </a:lnTo>
                <a:lnTo>
                  <a:pt x="25972" y="223"/>
                </a:lnTo>
                <a:lnTo>
                  <a:pt x="26598" y="162"/>
                </a:lnTo>
                <a:lnTo>
                  <a:pt x="27223" y="102"/>
                </a:lnTo>
                <a:lnTo>
                  <a:pt x="27647" y="81"/>
                </a:lnTo>
                <a:close/>
                <a:moveTo>
                  <a:pt x="27647" y="1"/>
                </a:moveTo>
                <a:lnTo>
                  <a:pt x="27223" y="21"/>
                </a:lnTo>
                <a:lnTo>
                  <a:pt x="26598" y="81"/>
                </a:lnTo>
                <a:lnTo>
                  <a:pt x="25972" y="142"/>
                </a:lnTo>
                <a:lnTo>
                  <a:pt x="24741" y="324"/>
                </a:lnTo>
                <a:lnTo>
                  <a:pt x="23550" y="525"/>
                </a:lnTo>
                <a:lnTo>
                  <a:pt x="22360" y="767"/>
                </a:lnTo>
                <a:lnTo>
                  <a:pt x="21230" y="1030"/>
                </a:lnTo>
                <a:lnTo>
                  <a:pt x="20160" y="1312"/>
                </a:lnTo>
                <a:lnTo>
                  <a:pt x="19131" y="1595"/>
                </a:lnTo>
                <a:lnTo>
                  <a:pt x="18162" y="1877"/>
                </a:lnTo>
                <a:lnTo>
                  <a:pt x="16750" y="2301"/>
                </a:lnTo>
                <a:lnTo>
                  <a:pt x="15418" y="2745"/>
                </a:lnTo>
                <a:lnTo>
                  <a:pt x="14106" y="3189"/>
                </a:lnTo>
                <a:lnTo>
                  <a:pt x="12855" y="3633"/>
                </a:lnTo>
                <a:lnTo>
                  <a:pt x="11604" y="4117"/>
                </a:lnTo>
                <a:lnTo>
                  <a:pt x="10413" y="4622"/>
                </a:lnTo>
                <a:lnTo>
                  <a:pt x="9243" y="5126"/>
                </a:lnTo>
                <a:lnTo>
                  <a:pt x="8113" y="5651"/>
                </a:lnTo>
                <a:lnTo>
                  <a:pt x="7023" y="6196"/>
                </a:lnTo>
                <a:lnTo>
                  <a:pt x="5974" y="6761"/>
                </a:lnTo>
                <a:lnTo>
                  <a:pt x="4965" y="7326"/>
                </a:lnTo>
                <a:lnTo>
                  <a:pt x="3976" y="7931"/>
                </a:lnTo>
                <a:lnTo>
                  <a:pt x="3189" y="8396"/>
                </a:lnTo>
                <a:lnTo>
                  <a:pt x="2381" y="8880"/>
                </a:lnTo>
                <a:lnTo>
                  <a:pt x="1978" y="9142"/>
                </a:lnTo>
                <a:lnTo>
                  <a:pt x="1594" y="9405"/>
                </a:lnTo>
                <a:lnTo>
                  <a:pt x="1211" y="9667"/>
                </a:lnTo>
                <a:lnTo>
                  <a:pt x="888" y="9949"/>
                </a:lnTo>
                <a:lnTo>
                  <a:pt x="585" y="10252"/>
                </a:lnTo>
                <a:lnTo>
                  <a:pt x="444" y="10414"/>
                </a:lnTo>
                <a:lnTo>
                  <a:pt x="323" y="10575"/>
                </a:lnTo>
                <a:lnTo>
                  <a:pt x="202" y="10736"/>
                </a:lnTo>
                <a:lnTo>
                  <a:pt x="121" y="10898"/>
                </a:lnTo>
                <a:lnTo>
                  <a:pt x="61" y="11059"/>
                </a:lnTo>
                <a:lnTo>
                  <a:pt x="20" y="11241"/>
                </a:lnTo>
                <a:lnTo>
                  <a:pt x="0" y="11382"/>
                </a:lnTo>
                <a:lnTo>
                  <a:pt x="0" y="11544"/>
                </a:lnTo>
                <a:lnTo>
                  <a:pt x="41" y="11705"/>
                </a:lnTo>
                <a:lnTo>
                  <a:pt x="101" y="11867"/>
                </a:lnTo>
                <a:lnTo>
                  <a:pt x="202" y="12048"/>
                </a:lnTo>
                <a:lnTo>
                  <a:pt x="343" y="12230"/>
                </a:lnTo>
                <a:lnTo>
                  <a:pt x="545" y="12411"/>
                </a:lnTo>
                <a:lnTo>
                  <a:pt x="787" y="12593"/>
                </a:lnTo>
                <a:lnTo>
                  <a:pt x="1070" y="12754"/>
                </a:lnTo>
                <a:lnTo>
                  <a:pt x="1393" y="12896"/>
                </a:lnTo>
                <a:lnTo>
                  <a:pt x="1736" y="12997"/>
                </a:lnTo>
                <a:lnTo>
                  <a:pt x="2139" y="13057"/>
                </a:lnTo>
                <a:lnTo>
                  <a:pt x="2947" y="13158"/>
                </a:lnTo>
                <a:lnTo>
                  <a:pt x="3754" y="13198"/>
                </a:lnTo>
                <a:lnTo>
                  <a:pt x="4561" y="13239"/>
                </a:lnTo>
                <a:lnTo>
                  <a:pt x="6135" y="13239"/>
                </a:lnTo>
                <a:lnTo>
                  <a:pt x="6902" y="13219"/>
                </a:lnTo>
                <a:lnTo>
                  <a:pt x="8435" y="13138"/>
                </a:lnTo>
                <a:lnTo>
                  <a:pt x="9949" y="13017"/>
                </a:lnTo>
                <a:lnTo>
                  <a:pt x="11442" y="12896"/>
                </a:lnTo>
                <a:lnTo>
                  <a:pt x="12774" y="12775"/>
                </a:lnTo>
                <a:lnTo>
                  <a:pt x="14106" y="12674"/>
                </a:lnTo>
                <a:lnTo>
                  <a:pt x="15075" y="12613"/>
                </a:lnTo>
                <a:lnTo>
                  <a:pt x="16467" y="12512"/>
                </a:lnTo>
                <a:lnTo>
                  <a:pt x="17173" y="12452"/>
                </a:lnTo>
                <a:lnTo>
                  <a:pt x="17880" y="12371"/>
                </a:lnTo>
                <a:lnTo>
                  <a:pt x="18586" y="12290"/>
                </a:lnTo>
                <a:lnTo>
                  <a:pt x="19272" y="12169"/>
                </a:lnTo>
                <a:lnTo>
                  <a:pt x="19978" y="12028"/>
                </a:lnTo>
                <a:lnTo>
                  <a:pt x="20665" y="11867"/>
                </a:lnTo>
                <a:lnTo>
                  <a:pt x="21149" y="11705"/>
                </a:lnTo>
                <a:lnTo>
                  <a:pt x="21613" y="11544"/>
                </a:lnTo>
                <a:lnTo>
                  <a:pt x="22057" y="11362"/>
                </a:lnTo>
                <a:lnTo>
                  <a:pt x="22461" y="11180"/>
                </a:lnTo>
                <a:lnTo>
                  <a:pt x="22824" y="10958"/>
                </a:lnTo>
                <a:lnTo>
                  <a:pt x="23167" y="10736"/>
                </a:lnTo>
                <a:lnTo>
                  <a:pt x="23470" y="10474"/>
                </a:lnTo>
                <a:lnTo>
                  <a:pt x="23752" y="10212"/>
                </a:lnTo>
                <a:lnTo>
                  <a:pt x="23914" y="10030"/>
                </a:lnTo>
                <a:lnTo>
                  <a:pt x="24075" y="9849"/>
                </a:lnTo>
                <a:lnTo>
                  <a:pt x="24358" y="9445"/>
                </a:lnTo>
                <a:lnTo>
                  <a:pt x="24600" y="9021"/>
                </a:lnTo>
                <a:lnTo>
                  <a:pt x="24822" y="8597"/>
                </a:lnTo>
                <a:lnTo>
                  <a:pt x="25023" y="8133"/>
                </a:lnTo>
                <a:lnTo>
                  <a:pt x="25185" y="7669"/>
                </a:lnTo>
                <a:lnTo>
                  <a:pt x="25508" y="6741"/>
                </a:lnTo>
                <a:lnTo>
                  <a:pt x="25770" y="6014"/>
                </a:lnTo>
                <a:lnTo>
                  <a:pt x="26053" y="5268"/>
                </a:lnTo>
                <a:lnTo>
                  <a:pt x="26194" y="4925"/>
                </a:lnTo>
                <a:lnTo>
                  <a:pt x="26376" y="4561"/>
                </a:lnTo>
                <a:lnTo>
                  <a:pt x="26557" y="4238"/>
                </a:lnTo>
                <a:lnTo>
                  <a:pt x="26759" y="3895"/>
                </a:lnTo>
                <a:lnTo>
                  <a:pt x="27021" y="3532"/>
                </a:lnTo>
                <a:lnTo>
                  <a:pt x="27324" y="3169"/>
                </a:lnTo>
                <a:lnTo>
                  <a:pt x="27627" y="2826"/>
                </a:lnTo>
                <a:lnTo>
                  <a:pt x="27950" y="2503"/>
                </a:lnTo>
                <a:lnTo>
                  <a:pt x="28293" y="2120"/>
                </a:lnTo>
                <a:lnTo>
                  <a:pt x="28656" y="1736"/>
                </a:lnTo>
                <a:lnTo>
                  <a:pt x="28979" y="1333"/>
                </a:lnTo>
                <a:lnTo>
                  <a:pt x="29120" y="1111"/>
                </a:lnTo>
                <a:lnTo>
                  <a:pt x="29261" y="889"/>
                </a:lnTo>
                <a:lnTo>
                  <a:pt x="29362" y="727"/>
                </a:lnTo>
                <a:lnTo>
                  <a:pt x="29382" y="626"/>
                </a:lnTo>
                <a:lnTo>
                  <a:pt x="29382" y="545"/>
                </a:lnTo>
                <a:lnTo>
                  <a:pt x="29362" y="445"/>
                </a:lnTo>
                <a:lnTo>
                  <a:pt x="29322" y="364"/>
                </a:lnTo>
                <a:lnTo>
                  <a:pt x="29261" y="303"/>
                </a:lnTo>
                <a:lnTo>
                  <a:pt x="29201" y="243"/>
                </a:lnTo>
                <a:lnTo>
                  <a:pt x="29059" y="162"/>
                </a:lnTo>
                <a:lnTo>
                  <a:pt x="28918" y="122"/>
                </a:lnTo>
                <a:lnTo>
                  <a:pt x="28716" y="61"/>
                </a:lnTo>
                <a:lnTo>
                  <a:pt x="28494" y="21"/>
                </a:lnTo>
                <a:lnTo>
                  <a:pt x="2829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8" name="Google Shape;4668;p56"/>
          <p:cNvSpPr/>
          <p:nvPr/>
        </p:nvSpPr>
        <p:spPr>
          <a:xfrm flipH="1">
            <a:off x="1224411" y="4052419"/>
            <a:ext cx="235874" cy="188464"/>
          </a:xfrm>
          <a:custGeom>
            <a:rect b="b" l="l" r="r" t="t"/>
            <a:pathLst>
              <a:path extrusionOk="0" h="3371" w="4219">
                <a:moveTo>
                  <a:pt x="3875" y="81"/>
                </a:moveTo>
                <a:lnTo>
                  <a:pt x="3976" y="101"/>
                </a:lnTo>
                <a:lnTo>
                  <a:pt x="4057" y="182"/>
                </a:lnTo>
                <a:lnTo>
                  <a:pt x="4097" y="263"/>
                </a:lnTo>
                <a:lnTo>
                  <a:pt x="4137" y="363"/>
                </a:lnTo>
                <a:lnTo>
                  <a:pt x="4137" y="464"/>
                </a:lnTo>
                <a:lnTo>
                  <a:pt x="4137" y="585"/>
                </a:lnTo>
                <a:lnTo>
                  <a:pt x="4077" y="807"/>
                </a:lnTo>
                <a:lnTo>
                  <a:pt x="3936" y="1130"/>
                </a:lnTo>
                <a:lnTo>
                  <a:pt x="3794" y="1433"/>
                </a:lnTo>
                <a:lnTo>
                  <a:pt x="3613" y="1715"/>
                </a:lnTo>
                <a:lnTo>
                  <a:pt x="3411" y="1998"/>
                </a:lnTo>
                <a:lnTo>
                  <a:pt x="3189" y="2240"/>
                </a:lnTo>
                <a:lnTo>
                  <a:pt x="2947" y="2482"/>
                </a:lnTo>
                <a:lnTo>
                  <a:pt x="2684" y="2684"/>
                </a:lnTo>
                <a:lnTo>
                  <a:pt x="2422" y="2866"/>
                </a:lnTo>
                <a:lnTo>
                  <a:pt x="2180" y="2967"/>
                </a:lnTo>
                <a:lnTo>
                  <a:pt x="1897" y="3088"/>
                </a:lnTo>
                <a:lnTo>
                  <a:pt x="1575" y="3189"/>
                </a:lnTo>
                <a:lnTo>
                  <a:pt x="1252" y="3249"/>
                </a:lnTo>
                <a:lnTo>
                  <a:pt x="929" y="3290"/>
                </a:lnTo>
                <a:lnTo>
                  <a:pt x="626" y="3290"/>
                </a:lnTo>
                <a:lnTo>
                  <a:pt x="505" y="3269"/>
                </a:lnTo>
                <a:lnTo>
                  <a:pt x="384" y="3249"/>
                </a:lnTo>
                <a:lnTo>
                  <a:pt x="283" y="3209"/>
                </a:lnTo>
                <a:lnTo>
                  <a:pt x="202" y="3148"/>
                </a:lnTo>
                <a:lnTo>
                  <a:pt x="142" y="3088"/>
                </a:lnTo>
                <a:lnTo>
                  <a:pt x="122" y="3007"/>
                </a:lnTo>
                <a:lnTo>
                  <a:pt x="101" y="2926"/>
                </a:lnTo>
                <a:lnTo>
                  <a:pt x="81" y="2846"/>
                </a:lnTo>
                <a:lnTo>
                  <a:pt x="101" y="2745"/>
                </a:lnTo>
                <a:lnTo>
                  <a:pt x="122" y="2624"/>
                </a:lnTo>
                <a:lnTo>
                  <a:pt x="222" y="2381"/>
                </a:lnTo>
                <a:lnTo>
                  <a:pt x="344" y="2159"/>
                </a:lnTo>
                <a:lnTo>
                  <a:pt x="485" y="1958"/>
                </a:lnTo>
                <a:lnTo>
                  <a:pt x="666" y="1756"/>
                </a:lnTo>
                <a:lnTo>
                  <a:pt x="848" y="1574"/>
                </a:lnTo>
                <a:lnTo>
                  <a:pt x="1070" y="1393"/>
                </a:lnTo>
                <a:lnTo>
                  <a:pt x="1292" y="1231"/>
                </a:lnTo>
                <a:lnTo>
                  <a:pt x="1534" y="1070"/>
                </a:lnTo>
                <a:lnTo>
                  <a:pt x="1776" y="928"/>
                </a:lnTo>
                <a:lnTo>
                  <a:pt x="2261" y="666"/>
                </a:lnTo>
                <a:lnTo>
                  <a:pt x="2765" y="444"/>
                </a:lnTo>
                <a:lnTo>
                  <a:pt x="3229" y="263"/>
                </a:lnTo>
                <a:lnTo>
                  <a:pt x="3653" y="101"/>
                </a:lnTo>
                <a:lnTo>
                  <a:pt x="3774" y="81"/>
                </a:lnTo>
                <a:close/>
                <a:moveTo>
                  <a:pt x="3754" y="0"/>
                </a:moveTo>
                <a:lnTo>
                  <a:pt x="3633" y="41"/>
                </a:lnTo>
                <a:lnTo>
                  <a:pt x="3209" y="182"/>
                </a:lnTo>
                <a:lnTo>
                  <a:pt x="2725" y="363"/>
                </a:lnTo>
                <a:lnTo>
                  <a:pt x="2220" y="606"/>
                </a:lnTo>
                <a:lnTo>
                  <a:pt x="1716" y="868"/>
                </a:lnTo>
                <a:lnTo>
                  <a:pt x="1474" y="1009"/>
                </a:lnTo>
                <a:lnTo>
                  <a:pt x="1231" y="1171"/>
                </a:lnTo>
                <a:lnTo>
                  <a:pt x="1009" y="1352"/>
                </a:lnTo>
                <a:lnTo>
                  <a:pt x="787" y="1514"/>
                </a:lnTo>
                <a:lnTo>
                  <a:pt x="606" y="1715"/>
                </a:lnTo>
                <a:lnTo>
                  <a:pt x="424" y="1917"/>
                </a:lnTo>
                <a:lnTo>
                  <a:pt x="283" y="2119"/>
                </a:lnTo>
                <a:lnTo>
                  <a:pt x="142" y="2341"/>
                </a:lnTo>
                <a:lnTo>
                  <a:pt x="81" y="2482"/>
                </a:lnTo>
                <a:lnTo>
                  <a:pt x="41" y="2624"/>
                </a:lnTo>
                <a:lnTo>
                  <a:pt x="21" y="2745"/>
                </a:lnTo>
                <a:lnTo>
                  <a:pt x="0" y="2866"/>
                </a:lnTo>
                <a:lnTo>
                  <a:pt x="21" y="2967"/>
                </a:lnTo>
                <a:lnTo>
                  <a:pt x="41" y="3047"/>
                </a:lnTo>
                <a:lnTo>
                  <a:pt x="81" y="3128"/>
                </a:lnTo>
                <a:lnTo>
                  <a:pt x="142" y="3209"/>
                </a:lnTo>
                <a:lnTo>
                  <a:pt x="263" y="3290"/>
                </a:lnTo>
                <a:lnTo>
                  <a:pt x="404" y="3330"/>
                </a:lnTo>
                <a:lnTo>
                  <a:pt x="586" y="3370"/>
                </a:lnTo>
                <a:lnTo>
                  <a:pt x="989" y="3370"/>
                </a:lnTo>
                <a:lnTo>
                  <a:pt x="1211" y="3350"/>
                </a:lnTo>
                <a:lnTo>
                  <a:pt x="1453" y="3290"/>
                </a:lnTo>
                <a:lnTo>
                  <a:pt x="1675" y="3229"/>
                </a:lnTo>
                <a:lnTo>
                  <a:pt x="2119" y="3088"/>
                </a:lnTo>
                <a:lnTo>
                  <a:pt x="2301" y="3007"/>
                </a:lnTo>
                <a:lnTo>
                  <a:pt x="2462" y="2926"/>
                </a:lnTo>
                <a:lnTo>
                  <a:pt x="2745" y="2745"/>
                </a:lnTo>
                <a:lnTo>
                  <a:pt x="3007" y="2543"/>
                </a:lnTo>
                <a:lnTo>
                  <a:pt x="3249" y="2301"/>
                </a:lnTo>
                <a:lnTo>
                  <a:pt x="3471" y="2038"/>
                </a:lnTo>
                <a:lnTo>
                  <a:pt x="3673" y="1776"/>
                </a:lnTo>
                <a:lnTo>
                  <a:pt x="3855" y="1473"/>
                </a:lnTo>
                <a:lnTo>
                  <a:pt x="4016" y="1150"/>
                </a:lnTo>
                <a:lnTo>
                  <a:pt x="4137" y="828"/>
                </a:lnTo>
                <a:lnTo>
                  <a:pt x="4218" y="585"/>
                </a:lnTo>
                <a:lnTo>
                  <a:pt x="4218" y="464"/>
                </a:lnTo>
                <a:lnTo>
                  <a:pt x="4218" y="343"/>
                </a:lnTo>
                <a:lnTo>
                  <a:pt x="4178" y="222"/>
                </a:lnTo>
                <a:lnTo>
                  <a:pt x="4097" y="121"/>
                </a:lnTo>
                <a:lnTo>
                  <a:pt x="3996" y="41"/>
                </a:lnTo>
                <a:lnTo>
                  <a:pt x="395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9" name="Google Shape;4669;p56"/>
          <p:cNvSpPr/>
          <p:nvPr/>
        </p:nvSpPr>
        <p:spPr>
          <a:xfrm>
            <a:off x="8496749" y="3852866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0" name="Google Shape;4670;p56"/>
          <p:cNvSpPr/>
          <p:nvPr/>
        </p:nvSpPr>
        <p:spPr>
          <a:xfrm rot="5400000">
            <a:off x="8496749" y="4457968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1" name="Google Shape;4671;p56"/>
          <p:cNvGrpSpPr/>
          <p:nvPr/>
        </p:nvGrpSpPr>
        <p:grpSpPr>
          <a:xfrm>
            <a:off x="7825917" y="95832"/>
            <a:ext cx="1209708" cy="530878"/>
            <a:chOff x="7825917" y="-56568"/>
            <a:chExt cx="1209708" cy="530878"/>
          </a:xfrm>
        </p:grpSpPr>
        <p:sp>
          <p:nvSpPr>
            <p:cNvPr id="4672" name="Google Shape;4672;p56"/>
            <p:cNvSpPr/>
            <p:nvPr/>
          </p:nvSpPr>
          <p:spPr>
            <a:xfrm>
              <a:off x="8814401" y="-52770"/>
              <a:ext cx="56484" cy="5268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6"/>
            <p:cNvSpPr/>
            <p:nvPr/>
          </p:nvSpPr>
          <p:spPr>
            <a:xfrm>
              <a:off x="8815920" y="413268"/>
              <a:ext cx="57243" cy="55724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6"/>
            <p:cNvSpPr/>
            <p:nvPr/>
          </p:nvSpPr>
          <p:spPr>
            <a:xfrm>
              <a:off x="8650419" y="414788"/>
              <a:ext cx="58003" cy="51888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6"/>
            <p:cNvSpPr/>
            <p:nvPr/>
          </p:nvSpPr>
          <p:spPr>
            <a:xfrm>
              <a:off x="8485679" y="411749"/>
              <a:ext cx="61042" cy="59522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6"/>
            <p:cNvSpPr/>
            <p:nvPr/>
          </p:nvSpPr>
          <p:spPr>
            <a:xfrm>
              <a:off x="8323217" y="412509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6"/>
            <p:cNvSpPr/>
            <p:nvPr/>
          </p:nvSpPr>
          <p:spPr>
            <a:xfrm>
              <a:off x="8160755" y="413268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6"/>
            <p:cNvSpPr/>
            <p:nvPr/>
          </p:nvSpPr>
          <p:spPr>
            <a:xfrm>
              <a:off x="8817439" y="259961"/>
              <a:ext cx="55724" cy="51888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6"/>
            <p:cNvSpPr/>
            <p:nvPr/>
          </p:nvSpPr>
          <p:spPr>
            <a:xfrm>
              <a:off x="8652699" y="253845"/>
              <a:ext cx="54964" cy="60282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6"/>
            <p:cNvSpPr/>
            <p:nvPr/>
          </p:nvSpPr>
          <p:spPr>
            <a:xfrm>
              <a:off x="8487198" y="258442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6"/>
            <p:cNvSpPr/>
            <p:nvPr/>
          </p:nvSpPr>
          <p:spPr>
            <a:xfrm>
              <a:off x="8323217" y="254605"/>
              <a:ext cx="57243" cy="58003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6"/>
            <p:cNvSpPr/>
            <p:nvPr/>
          </p:nvSpPr>
          <p:spPr>
            <a:xfrm>
              <a:off x="8159235" y="254605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6"/>
            <p:cNvSpPr/>
            <p:nvPr/>
          </p:nvSpPr>
          <p:spPr>
            <a:xfrm>
              <a:off x="8816680" y="102817"/>
              <a:ext cx="54205" cy="51166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6"/>
            <p:cNvSpPr/>
            <p:nvPr/>
          </p:nvSpPr>
          <p:spPr>
            <a:xfrm>
              <a:off x="8652699" y="104374"/>
              <a:ext cx="54205" cy="50368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6"/>
            <p:cNvSpPr/>
            <p:nvPr/>
          </p:nvSpPr>
          <p:spPr>
            <a:xfrm>
              <a:off x="8484919" y="99778"/>
              <a:ext cx="70196" cy="58003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6"/>
            <p:cNvSpPr/>
            <p:nvPr/>
          </p:nvSpPr>
          <p:spPr>
            <a:xfrm>
              <a:off x="8323217" y="102057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6"/>
            <p:cNvSpPr/>
            <p:nvPr/>
          </p:nvSpPr>
          <p:spPr>
            <a:xfrm>
              <a:off x="8158476" y="97499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6"/>
            <p:cNvSpPr/>
            <p:nvPr/>
          </p:nvSpPr>
          <p:spPr>
            <a:xfrm>
              <a:off x="8648900" y="-50490"/>
              <a:ext cx="57243" cy="5420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6"/>
            <p:cNvSpPr/>
            <p:nvPr/>
          </p:nvSpPr>
          <p:spPr>
            <a:xfrm>
              <a:off x="8323217" y="-52010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6"/>
            <p:cNvSpPr/>
            <p:nvPr/>
          </p:nvSpPr>
          <p:spPr>
            <a:xfrm>
              <a:off x="8489477" y="-53529"/>
              <a:ext cx="58003" cy="54964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6"/>
            <p:cNvSpPr/>
            <p:nvPr/>
          </p:nvSpPr>
          <p:spPr>
            <a:xfrm>
              <a:off x="8159995" y="-55049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6"/>
            <p:cNvSpPr/>
            <p:nvPr/>
          </p:nvSpPr>
          <p:spPr>
            <a:xfrm>
              <a:off x="8982218" y="-49731"/>
              <a:ext cx="51888" cy="48089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6"/>
            <p:cNvSpPr/>
            <p:nvPr/>
          </p:nvSpPr>
          <p:spPr>
            <a:xfrm>
              <a:off x="7996014" y="101298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6"/>
            <p:cNvSpPr/>
            <p:nvPr/>
          </p:nvSpPr>
          <p:spPr>
            <a:xfrm>
              <a:off x="7995254" y="-56568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6"/>
            <p:cNvSpPr/>
            <p:nvPr/>
          </p:nvSpPr>
          <p:spPr>
            <a:xfrm>
              <a:off x="8971507" y="414028"/>
              <a:ext cx="63359" cy="54964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6"/>
            <p:cNvSpPr/>
            <p:nvPr/>
          </p:nvSpPr>
          <p:spPr>
            <a:xfrm>
              <a:off x="8981459" y="105134"/>
              <a:ext cx="53407" cy="51128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6"/>
            <p:cNvSpPr/>
            <p:nvPr/>
          </p:nvSpPr>
          <p:spPr>
            <a:xfrm>
              <a:off x="7996014" y="257682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6"/>
            <p:cNvSpPr/>
            <p:nvPr/>
          </p:nvSpPr>
          <p:spPr>
            <a:xfrm>
              <a:off x="7994494" y="412509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6"/>
            <p:cNvSpPr/>
            <p:nvPr/>
          </p:nvSpPr>
          <p:spPr>
            <a:xfrm>
              <a:off x="7825917" y="409432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6"/>
            <p:cNvSpPr/>
            <p:nvPr/>
          </p:nvSpPr>
          <p:spPr>
            <a:xfrm>
              <a:off x="8980661" y="259961"/>
              <a:ext cx="54964" cy="51128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6"/>
            <p:cNvSpPr/>
            <p:nvPr/>
          </p:nvSpPr>
          <p:spPr>
            <a:xfrm>
              <a:off x="7831273" y="256884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6"/>
            <p:cNvSpPr/>
            <p:nvPr/>
          </p:nvSpPr>
          <p:spPr>
            <a:xfrm>
              <a:off x="7829754" y="-52770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6"/>
            <p:cNvSpPr/>
            <p:nvPr/>
          </p:nvSpPr>
          <p:spPr>
            <a:xfrm>
              <a:off x="7831273" y="102817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4" name="Google Shape;4704;p56"/>
          <p:cNvSpPr/>
          <p:nvPr/>
        </p:nvSpPr>
        <p:spPr>
          <a:xfrm flipH="1">
            <a:off x="8647205" y="999172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5" name="Google Shape;4705;p56"/>
          <p:cNvSpPr/>
          <p:nvPr/>
        </p:nvSpPr>
        <p:spPr>
          <a:xfrm flipH="1">
            <a:off x="8748737" y="1106345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5">
    <p:spTree>
      <p:nvGrpSpPr>
        <p:cNvPr id="4706" name="Shape 4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7" name="Google Shape;4707;p57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9pPr>
          </a:lstStyle>
          <a:p/>
        </p:txBody>
      </p:sp>
      <p:sp>
        <p:nvSpPr>
          <p:cNvPr id="4708" name="Google Shape;4708;p57"/>
          <p:cNvSpPr txBox="1"/>
          <p:nvPr>
            <p:ph idx="1" type="body"/>
          </p:nvPr>
        </p:nvSpPr>
        <p:spPr>
          <a:xfrm>
            <a:off x="1740600" y="1428750"/>
            <a:ext cx="5662800" cy="228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400"/>
            </a:lvl2pPr>
            <a:lvl3pPr indent="-317500" lvl="2" marL="13716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400"/>
            </a:lvl3pPr>
            <a:lvl4pPr indent="-317500" lvl="3" marL="18288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4pPr>
            <a:lvl5pPr indent="-317500" lvl="4" marL="22860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400"/>
            </a:lvl5pPr>
            <a:lvl6pPr indent="-317500" lvl="5" marL="27432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400"/>
            </a:lvl6pPr>
            <a:lvl7pPr indent="-317500" lvl="6" marL="32004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7pPr>
            <a:lvl8pPr indent="-317500" lvl="7" marL="36576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400"/>
            </a:lvl8pPr>
            <a:lvl9pPr indent="-317500" lvl="8" marL="41148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400"/>
            </a:lvl9pPr>
          </a:lstStyle>
          <a:p/>
        </p:txBody>
      </p:sp>
      <p:sp>
        <p:nvSpPr>
          <p:cNvPr id="4709" name="Google Shape;4709;p57"/>
          <p:cNvSpPr/>
          <p:nvPr/>
        </p:nvSpPr>
        <p:spPr>
          <a:xfrm flipH="1">
            <a:off x="4572000" y="0"/>
            <a:ext cx="4572000" cy="544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0" name="Google Shape;4710;p57"/>
          <p:cNvSpPr/>
          <p:nvPr/>
        </p:nvSpPr>
        <p:spPr>
          <a:xfrm flipH="1">
            <a:off x="0" y="4599425"/>
            <a:ext cx="4572000" cy="544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1" name="Google Shape;4711;p57"/>
          <p:cNvSpPr/>
          <p:nvPr/>
        </p:nvSpPr>
        <p:spPr>
          <a:xfrm>
            <a:off x="410720" y="16224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2" name="Google Shape;4712;p57"/>
          <p:cNvSpPr/>
          <p:nvPr/>
        </p:nvSpPr>
        <p:spPr>
          <a:xfrm rot="5400000">
            <a:off x="410720" y="76734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3" name="Google Shape;4713;p57"/>
          <p:cNvGrpSpPr/>
          <p:nvPr/>
        </p:nvGrpSpPr>
        <p:grpSpPr>
          <a:xfrm>
            <a:off x="4958737" y="4644318"/>
            <a:ext cx="1205112" cy="520243"/>
            <a:chOff x="5541266" y="4599416"/>
            <a:chExt cx="1205112" cy="520243"/>
          </a:xfrm>
        </p:grpSpPr>
        <p:sp>
          <p:nvSpPr>
            <p:cNvPr id="4714" name="Google Shape;4714;p57"/>
            <p:cNvSpPr/>
            <p:nvPr/>
          </p:nvSpPr>
          <p:spPr>
            <a:xfrm>
              <a:off x="6364211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7"/>
            <p:cNvSpPr/>
            <p:nvPr/>
          </p:nvSpPr>
          <p:spPr>
            <a:xfrm>
              <a:off x="6035489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7"/>
            <p:cNvSpPr/>
            <p:nvPr/>
          </p:nvSpPr>
          <p:spPr>
            <a:xfrm>
              <a:off x="6202509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7"/>
            <p:cNvSpPr/>
            <p:nvPr/>
          </p:nvSpPr>
          <p:spPr>
            <a:xfrm>
              <a:off x="6037008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7"/>
            <p:cNvSpPr/>
            <p:nvPr/>
          </p:nvSpPr>
          <p:spPr>
            <a:xfrm>
              <a:off x="6200230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7"/>
            <p:cNvSpPr/>
            <p:nvPr/>
          </p:nvSpPr>
          <p:spPr>
            <a:xfrm>
              <a:off x="6366490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7"/>
            <p:cNvSpPr/>
            <p:nvPr/>
          </p:nvSpPr>
          <p:spPr>
            <a:xfrm>
              <a:off x="6029373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7"/>
            <p:cNvSpPr/>
            <p:nvPr/>
          </p:nvSpPr>
          <p:spPr>
            <a:xfrm>
              <a:off x="6201749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7"/>
            <p:cNvSpPr/>
            <p:nvPr/>
          </p:nvSpPr>
          <p:spPr>
            <a:xfrm>
              <a:off x="6366490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7"/>
            <p:cNvSpPr/>
            <p:nvPr/>
          </p:nvSpPr>
          <p:spPr>
            <a:xfrm>
              <a:off x="6032450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7"/>
            <p:cNvSpPr/>
            <p:nvPr/>
          </p:nvSpPr>
          <p:spPr>
            <a:xfrm>
              <a:off x="6200990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7"/>
            <p:cNvSpPr/>
            <p:nvPr/>
          </p:nvSpPr>
          <p:spPr>
            <a:xfrm>
              <a:off x="6367288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7"/>
            <p:cNvSpPr/>
            <p:nvPr/>
          </p:nvSpPr>
          <p:spPr>
            <a:xfrm>
              <a:off x="6531269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7"/>
            <p:cNvSpPr/>
            <p:nvPr/>
          </p:nvSpPr>
          <p:spPr>
            <a:xfrm>
              <a:off x="5873787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7"/>
            <p:cNvSpPr/>
            <p:nvPr/>
          </p:nvSpPr>
          <p:spPr>
            <a:xfrm>
              <a:off x="5873787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7"/>
            <p:cNvSpPr/>
            <p:nvPr/>
          </p:nvSpPr>
          <p:spPr>
            <a:xfrm>
              <a:off x="6529712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7"/>
            <p:cNvSpPr/>
            <p:nvPr/>
          </p:nvSpPr>
          <p:spPr>
            <a:xfrm>
              <a:off x="5872267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7"/>
            <p:cNvSpPr/>
            <p:nvPr/>
          </p:nvSpPr>
          <p:spPr>
            <a:xfrm>
              <a:off x="6530509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7"/>
            <p:cNvSpPr/>
            <p:nvPr/>
          </p:nvSpPr>
          <p:spPr>
            <a:xfrm>
              <a:off x="5707526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7"/>
            <p:cNvSpPr/>
            <p:nvPr/>
          </p:nvSpPr>
          <p:spPr>
            <a:xfrm>
              <a:off x="6529712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7"/>
            <p:cNvSpPr/>
            <p:nvPr/>
          </p:nvSpPr>
          <p:spPr>
            <a:xfrm>
              <a:off x="5873027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7"/>
            <p:cNvSpPr/>
            <p:nvPr/>
          </p:nvSpPr>
          <p:spPr>
            <a:xfrm>
              <a:off x="5709046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7"/>
            <p:cNvSpPr/>
            <p:nvPr/>
          </p:nvSpPr>
          <p:spPr>
            <a:xfrm>
              <a:off x="5541266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7"/>
            <p:cNvSpPr/>
            <p:nvPr/>
          </p:nvSpPr>
          <p:spPr>
            <a:xfrm>
              <a:off x="5543545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7"/>
            <p:cNvSpPr/>
            <p:nvPr/>
          </p:nvSpPr>
          <p:spPr>
            <a:xfrm>
              <a:off x="6693731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7"/>
            <p:cNvSpPr/>
            <p:nvPr/>
          </p:nvSpPr>
          <p:spPr>
            <a:xfrm>
              <a:off x="5707526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7"/>
            <p:cNvSpPr/>
            <p:nvPr/>
          </p:nvSpPr>
          <p:spPr>
            <a:xfrm>
              <a:off x="5705247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7"/>
            <p:cNvSpPr/>
            <p:nvPr/>
          </p:nvSpPr>
          <p:spPr>
            <a:xfrm>
              <a:off x="6692174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7"/>
            <p:cNvSpPr/>
            <p:nvPr/>
          </p:nvSpPr>
          <p:spPr>
            <a:xfrm>
              <a:off x="6694491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7"/>
            <p:cNvSpPr/>
            <p:nvPr/>
          </p:nvSpPr>
          <p:spPr>
            <a:xfrm>
              <a:off x="5545065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7"/>
            <p:cNvSpPr/>
            <p:nvPr/>
          </p:nvSpPr>
          <p:spPr>
            <a:xfrm>
              <a:off x="5545824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7"/>
            <p:cNvSpPr/>
            <p:nvPr/>
          </p:nvSpPr>
          <p:spPr>
            <a:xfrm>
              <a:off x="6695250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6" name="Google Shape;4746;p57"/>
          <p:cNvGrpSpPr/>
          <p:nvPr/>
        </p:nvGrpSpPr>
        <p:grpSpPr>
          <a:xfrm>
            <a:off x="2982105" y="-6438"/>
            <a:ext cx="1205112" cy="520243"/>
            <a:chOff x="5541266" y="4599416"/>
            <a:chExt cx="1205112" cy="520243"/>
          </a:xfrm>
        </p:grpSpPr>
        <p:sp>
          <p:nvSpPr>
            <p:cNvPr id="4747" name="Google Shape;4747;p57"/>
            <p:cNvSpPr/>
            <p:nvPr/>
          </p:nvSpPr>
          <p:spPr>
            <a:xfrm>
              <a:off x="6364211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7"/>
            <p:cNvSpPr/>
            <p:nvPr/>
          </p:nvSpPr>
          <p:spPr>
            <a:xfrm>
              <a:off x="6035489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7"/>
            <p:cNvSpPr/>
            <p:nvPr/>
          </p:nvSpPr>
          <p:spPr>
            <a:xfrm>
              <a:off x="6202509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7"/>
            <p:cNvSpPr/>
            <p:nvPr/>
          </p:nvSpPr>
          <p:spPr>
            <a:xfrm>
              <a:off x="6037008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7"/>
            <p:cNvSpPr/>
            <p:nvPr/>
          </p:nvSpPr>
          <p:spPr>
            <a:xfrm>
              <a:off x="6200230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7"/>
            <p:cNvSpPr/>
            <p:nvPr/>
          </p:nvSpPr>
          <p:spPr>
            <a:xfrm>
              <a:off x="6366490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7"/>
            <p:cNvSpPr/>
            <p:nvPr/>
          </p:nvSpPr>
          <p:spPr>
            <a:xfrm>
              <a:off x="6029373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7"/>
            <p:cNvSpPr/>
            <p:nvPr/>
          </p:nvSpPr>
          <p:spPr>
            <a:xfrm>
              <a:off x="6201749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7"/>
            <p:cNvSpPr/>
            <p:nvPr/>
          </p:nvSpPr>
          <p:spPr>
            <a:xfrm>
              <a:off x="6366490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7"/>
            <p:cNvSpPr/>
            <p:nvPr/>
          </p:nvSpPr>
          <p:spPr>
            <a:xfrm>
              <a:off x="6032450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7"/>
            <p:cNvSpPr/>
            <p:nvPr/>
          </p:nvSpPr>
          <p:spPr>
            <a:xfrm>
              <a:off x="6200990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7"/>
            <p:cNvSpPr/>
            <p:nvPr/>
          </p:nvSpPr>
          <p:spPr>
            <a:xfrm>
              <a:off x="6367288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7"/>
            <p:cNvSpPr/>
            <p:nvPr/>
          </p:nvSpPr>
          <p:spPr>
            <a:xfrm>
              <a:off x="6531269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7"/>
            <p:cNvSpPr/>
            <p:nvPr/>
          </p:nvSpPr>
          <p:spPr>
            <a:xfrm>
              <a:off x="5873787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7"/>
            <p:cNvSpPr/>
            <p:nvPr/>
          </p:nvSpPr>
          <p:spPr>
            <a:xfrm>
              <a:off x="5873787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7"/>
            <p:cNvSpPr/>
            <p:nvPr/>
          </p:nvSpPr>
          <p:spPr>
            <a:xfrm>
              <a:off x="6529712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7"/>
            <p:cNvSpPr/>
            <p:nvPr/>
          </p:nvSpPr>
          <p:spPr>
            <a:xfrm>
              <a:off x="5872267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7"/>
            <p:cNvSpPr/>
            <p:nvPr/>
          </p:nvSpPr>
          <p:spPr>
            <a:xfrm>
              <a:off x="6530509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7"/>
            <p:cNvSpPr/>
            <p:nvPr/>
          </p:nvSpPr>
          <p:spPr>
            <a:xfrm>
              <a:off x="5707526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7"/>
            <p:cNvSpPr/>
            <p:nvPr/>
          </p:nvSpPr>
          <p:spPr>
            <a:xfrm>
              <a:off x="6529712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7"/>
            <p:cNvSpPr/>
            <p:nvPr/>
          </p:nvSpPr>
          <p:spPr>
            <a:xfrm>
              <a:off x="5873027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7"/>
            <p:cNvSpPr/>
            <p:nvPr/>
          </p:nvSpPr>
          <p:spPr>
            <a:xfrm>
              <a:off x="5709046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7"/>
            <p:cNvSpPr/>
            <p:nvPr/>
          </p:nvSpPr>
          <p:spPr>
            <a:xfrm>
              <a:off x="5541266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7"/>
            <p:cNvSpPr/>
            <p:nvPr/>
          </p:nvSpPr>
          <p:spPr>
            <a:xfrm>
              <a:off x="5543545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7"/>
            <p:cNvSpPr/>
            <p:nvPr/>
          </p:nvSpPr>
          <p:spPr>
            <a:xfrm>
              <a:off x="6693731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7"/>
            <p:cNvSpPr/>
            <p:nvPr/>
          </p:nvSpPr>
          <p:spPr>
            <a:xfrm>
              <a:off x="5707526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7"/>
            <p:cNvSpPr/>
            <p:nvPr/>
          </p:nvSpPr>
          <p:spPr>
            <a:xfrm>
              <a:off x="5705247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7"/>
            <p:cNvSpPr/>
            <p:nvPr/>
          </p:nvSpPr>
          <p:spPr>
            <a:xfrm>
              <a:off x="6692174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7"/>
            <p:cNvSpPr/>
            <p:nvPr/>
          </p:nvSpPr>
          <p:spPr>
            <a:xfrm>
              <a:off x="6694491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7"/>
            <p:cNvSpPr/>
            <p:nvPr/>
          </p:nvSpPr>
          <p:spPr>
            <a:xfrm>
              <a:off x="5545065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7"/>
            <p:cNvSpPr/>
            <p:nvPr/>
          </p:nvSpPr>
          <p:spPr>
            <a:xfrm>
              <a:off x="5545824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7"/>
            <p:cNvSpPr/>
            <p:nvPr/>
          </p:nvSpPr>
          <p:spPr>
            <a:xfrm>
              <a:off x="6695250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9" name="Google Shape;4779;p57"/>
          <p:cNvSpPr/>
          <p:nvPr/>
        </p:nvSpPr>
        <p:spPr>
          <a:xfrm>
            <a:off x="496925" y="39734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0" name="Google Shape;4780;p57"/>
          <p:cNvSpPr/>
          <p:nvPr/>
        </p:nvSpPr>
        <p:spPr>
          <a:xfrm>
            <a:off x="8202150" y="7578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1" name="Google Shape;4781;p57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2" name="Google Shape;4782;p57"/>
          <p:cNvSpPr/>
          <p:nvPr/>
        </p:nvSpPr>
        <p:spPr>
          <a:xfrm>
            <a:off x="341375" y="4816828"/>
            <a:ext cx="790800" cy="790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3" name="Google Shape;4783;p57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4" name="Google Shape;4784;p57"/>
          <p:cNvSpPr/>
          <p:nvPr/>
        </p:nvSpPr>
        <p:spPr>
          <a:xfrm flipH="1" rot="-3594086">
            <a:off x="284520" y="4214679"/>
            <a:ext cx="1596467" cy="1802993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5" name="Google Shape;4785;p57"/>
          <p:cNvSpPr/>
          <p:nvPr/>
        </p:nvSpPr>
        <p:spPr>
          <a:xfrm flipH="1" rot="-3594086">
            <a:off x="7882295" y="-270166"/>
            <a:ext cx="935349" cy="741291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6" name="Google Shape;4786;p57"/>
          <p:cNvSpPr/>
          <p:nvPr/>
        </p:nvSpPr>
        <p:spPr>
          <a:xfrm flipH="1" rot="-3594086">
            <a:off x="403835" y="4279614"/>
            <a:ext cx="1395643" cy="1650698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7" name="Google Shape;4787;p57"/>
          <p:cNvSpPr/>
          <p:nvPr/>
        </p:nvSpPr>
        <p:spPr>
          <a:xfrm flipH="1" rot="-3594086">
            <a:off x="8023044" y="-140108"/>
            <a:ext cx="653347" cy="57211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8" name="Google Shape;4788;p57"/>
          <p:cNvSpPr/>
          <p:nvPr/>
        </p:nvSpPr>
        <p:spPr>
          <a:xfrm flipH="1" rot="-3594086">
            <a:off x="504525" y="4391798"/>
            <a:ext cx="1193702" cy="1427288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9" name="Google Shape;4789;p57"/>
          <p:cNvSpPr/>
          <p:nvPr/>
        </p:nvSpPr>
        <p:spPr>
          <a:xfrm flipH="1" rot="-3594086">
            <a:off x="640527" y="4532303"/>
            <a:ext cx="901524" cy="110458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0" name="Google Shape;4790;p57"/>
          <p:cNvSpPr/>
          <p:nvPr/>
        </p:nvSpPr>
        <p:spPr>
          <a:xfrm flipH="1" rot="-3594086">
            <a:off x="660066" y="5028769"/>
            <a:ext cx="130938" cy="390465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1" name="Google Shape;4791;p57"/>
          <p:cNvSpPr/>
          <p:nvPr/>
        </p:nvSpPr>
        <p:spPr>
          <a:xfrm flipH="1" rot="-3594086">
            <a:off x="703144" y="5178147"/>
            <a:ext cx="4584" cy="55349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2" name="Google Shape;4792;p57"/>
          <p:cNvSpPr/>
          <p:nvPr/>
        </p:nvSpPr>
        <p:spPr>
          <a:xfrm flipH="1" rot="-3594086">
            <a:off x="676997" y="5203733"/>
            <a:ext cx="55349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3" name="Google Shape;4793;p57"/>
          <p:cNvSpPr/>
          <p:nvPr/>
        </p:nvSpPr>
        <p:spPr>
          <a:xfrm flipH="1">
            <a:off x="1941584" y="47406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4" name="Google Shape;4794;p57"/>
          <p:cNvSpPr/>
          <p:nvPr/>
        </p:nvSpPr>
        <p:spPr>
          <a:xfrm flipH="1">
            <a:off x="1331984" y="48930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5" name="Google Shape;4795;p57"/>
          <p:cNvSpPr/>
          <p:nvPr/>
        </p:nvSpPr>
        <p:spPr>
          <a:xfrm flipH="1">
            <a:off x="321974" y="48168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6" name="Google Shape;4796;p57"/>
          <p:cNvSpPr/>
          <p:nvPr/>
        </p:nvSpPr>
        <p:spPr>
          <a:xfrm flipH="1">
            <a:off x="7865774" y="3210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7" name="Google Shape;4797;p57"/>
          <p:cNvSpPr/>
          <p:nvPr/>
        </p:nvSpPr>
        <p:spPr>
          <a:xfrm flipH="1">
            <a:off x="8703974" y="924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8" name="Google Shape;4798;p57"/>
          <p:cNvSpPr/>
          <p:nvPr/>
        </p:nvSpPr>
        <p:spPr>
          <a:xfrm flipH="1">
            <a:off x="3501050" y="4664415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9" name="Google Shape;4799;p57"/>
          <p:cNvSpPr/>
          <p:nvPr/>
        </p:nvSpPr>
        <p:spPr>
          <a:xfrm flipH="1">
            <a:off x="3645460" y="4733236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0" name="Google Shape;4800;p57"/>
          <p:cNvSpPr/>
          <p:nvPr/>
        </p:nvSpPr>
        <p:spPr>
          <a:xfrm flipH="1">
            <a:off x="3789927" y="4842700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1" name="Google Shape;4801;p57"/>
          <p:cNvSpPr/>
          <p:nvPr/>
        </p:nvSpPr>
        <p:spPr>
          <a:xfrm flipH="1">
            <a:off x="3875698" y="4816821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16">
    <p:spTree>
      <p:nvGrpSpPr>
        <p:cNvPr id="4802" name="Shape 4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3" name="Google Shape;4803;p58"/>
          <p:cNvSpPr txBox="1"/>
          <p:nvPr>
            <p:ph idx="1" type="subTitle"/>
          </p:nvPr>
        </p:nvSpPr>
        <p:spPr>
          <a:xfrm>
            <a:off x="837050" y="2565945"/>
            <a:ext cx="36576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4804" name="Google Shape;4804;p58"/>
          <p:cNvSpPr txBox="1"/>
          <p:nvPr>
            <p:ph type="title"/>
          </p:nvPr>
        </p:nvSpPr>
        <p:spPr>
          <a:xfrm>
            <a:off x="2786100" y="1480150"/>
            <a:ext cx="1708500" cy="91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805" name="Google Shape;4805;p58"/>
          <p:cNvSpPr/>
          <p:nvPr/>
        </p:nvSpPr>
        <p:spPr>
          <a:xfrm flipH="1">
            <a:off x="6540300" y="0"/>
            <a:ext cx="26037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6" name="Google Shape;4806;p58"/>
          <p:cNvSpPr/>
          <p:nvPr/>
        </p:nvSpPr>
        <p:spPr>
          <a:xfrm>
            <a:off x="2544682" y="1242"/>
            <a:ext cx="6330" cy="10086"/>
          </a:xfrm>
          <a:custGeom>
            <a:rect b="b" l="l" r="r" t="t"/>
            <a:pathLst>
              <a:path extrusionOk="0" h="145" w="91">
                <a:moveTo>
                  <a:pt x="0" y="0"/>
                </a:moveTo>
                <a:lnTo>
                  <a:pt x="72" y="144"/>
                </a:lnTo>
                <a:lnTo>
                  <a:pt x="9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7" name="Google Shape;4807;p58"/>
          <p:cNvSpPr/>
          <p:nvPr/>
        </p:nvSpPr>
        <p:spPr>
          <a:xfrm flipH="1" rot="5400000">
            <a:off x="7235071" y="-520256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8" name="Google Shape;4808;p58"/>
          <p:cNvSpPr/>
          <p:nvPr/>
        </p:nvSpPr>
        <p:spPr>
          <a:xfrm flipH="1" rot="5400000">
            <a:off x="7447159" y="-47739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9" name="Google Shape;4809;p58"/>
          <p:cNvGrpSpPr/>
          <p:nvPr/>
        </p:nvGrpSpPr>
        <p:grpSpPr>
          <a:xfrm>
            <a:off x="170355" y="118041"/>
            <a:ext cx="1209708" cy="1147945"/>
            <a:chOff x="5235125" y="2636100"/>
            <a:chExt cx="796175" cy="755525"/>
          </a:xfrm>
        </p:grpSpPr>
        <p:sp>
          <p:nvSpPr>
            <p:cNvPr id="4810" name="Google Shape;4810;p58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8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8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8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8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8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8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8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8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8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8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8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8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8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8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8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8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8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8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8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8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8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8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8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8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8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8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8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8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8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8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8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8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8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8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8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8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8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8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8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8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8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8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8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8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8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8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8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8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8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8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8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8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8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8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8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8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8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8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8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8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8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8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8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4" name="Google Shape;4874;p58"/>
          <p:cNvGrpSpPr/>
          <p:nvPr/>
        </p:nvGrpSpPr>
        <p:grpSpPr>
          <a:xfrm>
            <a:off x="336002" y="4222100"/>
            <a:ext cx="754445" cy="754656"/>
            <a:chOff x="336002" y="4222100"/>
            <a:chExt cx="754445" cy="754656"/>
          </a:xfrm>
        </p:grpSpPr>
        <p:sp>
          <p:nvSpPr>
            <p:cNvPr id="4875" name="Google Shape;4875;p58"/>
            <p:cNvSpPr/>
            <p:nvPr/>
          </p:nvSpPr>
          <p:spPr>
            <a:xfrm>
              <a:off x="336002" y="4599425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8"/>
            <p:cNvSpPr/>
            <p:nvPr/>
          </p:nvSpPr>
          <p:spPr>
            <a:xfrm>
              <a:off x="336002" y="4222100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7" name="Google Shape;4877;p58"/>
          <p:cNvSpPr/>
          <p:nvPr/>
        </p:nvSpPr>
        <p:spPr>
          <a:xfrm flipH="1">
            <a:off x="7788569" y="386067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8" name="Google Shape;4878;p58"/>
          <p:cNvSpPr/>
          <p:nvPr/>
        </p:nvSpPr>
        <p:spPr>
          <a:xfrm flipH="1">
            <a:off x="7141914" y="47325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9" name="Google Shape;4879;p58"/>
          <p:cNvSpPr/>
          <p:nvPr/>
        </p:nvSpPr>
        <p:spPr>
          <a:xfrm flipH="1">
            <a:off x="7908157" y="394755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0" name="Google Shape;4880;p58"/>
          <p:cNvSpPr/>
          <p:nvPr/>
        </p:nvSpPr>
        <p:spPr>
          <a:xfrm flipH="1">
            <a:off x="7243446" y="48397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1" name="Google Shape;4881;p58"/>
          <p:cNvSpPr/>
          <p:nvPr/>
        </p:nvSpPr>
        <p:spPr>
          <a:xfrm flipH="1">
            <a:off x="8008568" y="405925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2" name="Google Shape;4882;p58"/>
          <p:cNvSpPr/>
          <p:nvPr/>
        </p:nvSpPr>
        <p:spPr>
          <a:xfrm flipH="1">
            <a:off x="8167628" y="420142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3" name="Google Shape;4883;p58"/>
          <p:cNvSpPr/>
          <p:nvPr/>
        </p:nvSpPr>
        <p:spPr>
          <a:xfrm flipH="1">
            <a:off x="8248875" y="431195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4" name="Google Shape;4884;p58"/>
          <p:cNvSpPr/>
          <p:nvPr/>
        </p:nvSpPr>
        <p:spPr>
          <a:xfrm flipH="1">
            <a:off x="8317698" y="445300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5" name="Google Shape;4885;p58"/>
          <p:cNvSpPr/>
          <p:nvPr/>
        </p:nvSpPr>
        <p:spPr>
          <a:xfrm flipH="1">
            <a:off x="8291757" y="447783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6" name="Google Shape;4886;p58"/>
          <p:cNvSpPr/>
          <p:nvPr/>
        </p:nvSpPr>
        <p:spPr>
          <a:xfrm>
            <a:off x="8587350" y="6553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7" name="Google Shape;4887;p58"/>
          <p:cNvSpPr/>
          <p:nvPr/>
        </p:nvSpPr>
        <p:spPr>
          <a:xfrm>
            <a:off x="8587363" y="11870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8" name="Google Shape;4888;p58"/>
          <p:cNvSpPr/>
          <p:nvPr/>
        </p:nvSpPr>
        <p:spPr>
          <a:xfrm flipH="1">
            <a:off x="7109773" y="47550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9" name="Google Shape;4889;p58"/>
          <p:cNvSpPr/>
          <p:nvPr/>
        </p:nvSpPr>
        <p:spPr>
          <a:xfrm flipH="1">
            <a:off x="8073983" y="49074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0" name="Google Shape;4890;p58"/>
          <p:cNvSpPr/>
          <p:nvPr/>
        </p:nvSpPr>
        <p:spPr>
          <a:xfrm flipH="1">
            <a:off x="8481373" y="43740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1" name="Google Shape;4891;p58"/>
          <p:cNvSpPr/>
          <p:nvPr/>
        </p:nvSpPr>
        <p:spPr>
          <a:xfrm rot="-5400000">
            <a:off x="8942300" y="2039329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2" name="Google Shape;4892;p58"/>
          <p:cNvSpPr/>
          <p:nvPr/>
        </p:nvSpPr>
        <p:spPr>
          <a:xfrm flipH="1" rot="-5400000">
            <a:off x="8237792" y="232631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3" name="Google Shape;4893;p58"/>
          <p:cNvSpPr/>
          <p:nvPr/>
        </p:nvSpPr>
        <p:spPr>
          <a:xfrm flipH="1" rot="-5400000">
            <a:off x="8287966" y="2553663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4" name="Google Shape;4894;p58"/>
          <p:cNvSpPr/>
          <p:nvPr/>
        </p:nvSpPr>
        <p:spPr>
          <a:xfrm flipH="1" rot="-5400000">
            <a:off x="8238319" y="2778130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17">
    <p:spTree>
      <p:nvGrpSpPr>
        <p:cNvPr id="4895" name="Shape 4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6" name="Google Shape;4896;p59"/>
          <p:cNvSpPr txBox="1"/>
          <p:nvPr>
            <p:ph idx="1" type="subTitle"/>
          </p:nvPr>
        </p:nvSpPr>
        <p:spPr>
          <a:xfrm>
            <a:off x="4527400" y="2569464"/>
            <a:ext cx="36576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4897" name="Google Shape;4897;p59"/>
          <p:cNvSpPr txBox="1"/>
          <p:nvPr>
            <p:ph type="title"/>
          </p:nvPr>
        </p:nvSpPr>
        <p:spPr>
          <a:xfrm>
            <a:off x="4527400" y="1481328"/>
            <a:ext cx="1788600" cy="91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898" name="Google Shape;4898;p59"/>
          <p:cNvSpPr/>
          <p:nvPr/>
        </p:nvSpPr>
        <p:spPr>
          <a:xfrm>
            <a:off x="5508" y="0"/>
            <a:ext cx="26037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9" name="Google Shape;4899;p59"/>
          <p:cNvSpPr/>
          <p:nvPr/>
        </p:nvSpPr>
        <p:spPr>
          <a:xfrm rot="-5400000">
            <a:off x="912575" y="-520256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0" name="Google Shape;4900;p59"/>
          <p:cNvSpPr/>
          <p:nvPr/>
        </p:nvSpPr>
        <p:spPr>
          <a:xfrm rot="-5400000">
            <a:off x="1141541" y="-47739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1" name="Google Shape;4901;p59"/>
          <p:cNvGrpSpPr/>
          <p:nvPr/>
        </p:nvGrpSpPr>
        <p:grpSpPr>
          <a:xfrm flipH="1">
            <a:off x="7769446" y="118041"/>
            <a:ext cx="1209708" cy="1147945"/>
            <a:chOff x="5235125" y="2636100"/>
            <a:chExt cx="796175" cy="755525"/>
          </a:xfrm>
        </p:grpSpPr>
        <p:sp>
          <p:nvSpPr>
            <p:cNvPr id="4902" name="Google Shape;4902;p59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9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9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9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9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9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9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9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9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9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9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9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9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9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9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9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9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9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9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9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9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9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9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9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9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9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9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9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9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9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9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9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9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9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9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9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9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9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9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9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9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9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9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9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9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9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9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9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9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9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9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9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9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9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9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9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9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9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9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9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9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9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9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9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59"/>
          <p:cNvGrpSpPr/>
          <p:nvPr/>
        </p:nvGrpSpPr>
        <p:grpSpPr>
          <a:xfrm flipH="1">
            <a:off x="8059061" y="4222100"/>
            <a:ext cx="754445" cy="754656"/>
            <a:chOff x="336002" y="4222100"/>
            <a:chExt cx="754445" cy="754656"/>
          </a:xfrm>
        </p:grpSpPr>
        <p:sp>
          <p:nvSpPr>
            <p:cNvPr id="4967" name="Google Shape;4967;p59"/>
            <p:cNvSpPr/>
            <p:nvPr/>
          </p:nvSpPr>
          <p:spPr>
            <a:xfrm>
              <a:off x="336002" y="4599425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9"/>
            <p:cNvSpPr/>
            <p:nvPr/>
          </p:nvSpPr>
          <p:spPr>
            <a:xfrm>
              <a:off x="336002" y="4222100"/>
              <a:ext cx="754445" cy="377331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9" name="Google Shape;4969;p59"/>
          <p:cNvSpPr/>
          <p:nvPr/>
        </p:nvSpPr>
        <p:spPr>
          <a:xfrm>
            <a:off x="-235499" y="386067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0" name="Google Shape;4970;p59"/>
          <p:cNvSpPr/>
          <p:nvPr/>
        </p:nvSpPr>
        <p:spPr>
          <a:xfrm>
            <a:off x="1072262" y="47325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1" name="Google Shape;4971;p59"/>
          <p:cNvSpPr/>
          <p:nvPr/>
        </p:nvSpPr>
        <p:spPr>
          <a:xfrm>
            <a:off x="-154267" y="394755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2" name="Google Shape;4972;p59"/>
          <p:cNvSpPr/>
          <p:nvPr/>
        </p:nvSpPr>
        <p:spPr>
          <a:xfrm>
            <a:off x="1252727" y="48397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3" name="Google Shape;4973;p59"/>
          <p:cNvSpPr/>
          <p:nvPr/>
        </p:nvSpPr>
        <p:spPr>
          <a:xfrm>
            <a:off x="-52741" y="405925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4" name="Google Shape;4974;p59"/>
          <p:cNvSpPr/>
          <p:nvPr/>
        </p:nvSpPr>
        <p:spPr>
          <a:xfrm>
            <a:off x="80372" y="420142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5" name="Google Shape;4975;p59"/>
          <p:cNvSpPr/>
          <p:nvPr/>
        </p:nvSpPr>
        <p:spPr>
          <a:xfrm>
            <a:off x="769698" y="431195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6" name="Google Shape;4976;p59"/>
          <p:cNvSpPr/>
          <p:nvPr/>
        </p:nvSpPr>
        <p:spPr>
          <a:xfrm>
            <a:off x="827225" y="445300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7" name="Google Shape;4977;p59"/>
          <p:cNvSpPr/>
          <p:nvPr/>
        </p:nvSpPr>
        <p:spPr>
          <a:xfrm>
            <a:off x="802403" y="447783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8" name="Google Shape;4978;p59"/>
          <p:cNvSpPr/>
          <p:nvPr/>
        </p:nvSpPr>
        <p:spPr>
          <a:xfrm flipH="1">
            <a:off x="104921" y="6553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9" name="Google Shape;4979;p59"/>
          <p:cNvSpPr/>
          <p:nvPr/>
        </p:nvSpPr>
        <p:spPr>
          <a:xfrm flipH="1">
            <a:off x="104908" y="11870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0" name="Google Shape;4980;p59"/>
          <p:cNvSpPr/>
          <p:nvPr/>
        </p:nvSpPr>
        <p:spPr>
          <a:xfrm>
            <a:off x="1939270" y="47550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1" name="Google Shape;4981;p59"/>
          <p:cNvSpPr/>
          <p:nvPr/>
        </p:nvSpPr>
        <p:spPr>
          <a:xfrm>
            <a:off x="975059" y="49074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2" name="Google Shape;4982;p59"/>
          <p:cNvSpPr/>
          <p:nvPr/>
        </p:nvSpPr>
        <p:spPr>
          <a:xfrm>
            <a:off x="567670" y="437409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3" name="Google Shape;4983;p59"/>
          <p:cNvSpPr/>
          <p:nvPr/>
        </p:nvSpPr>
        <p:spPr>
          <a:xfrm flipH="1" rot="5400000">
            <a:off x="-222092" y="2039329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4" name="Google Shape;4984;p59"/>
          <p:cNvSpPr/>
          <p:nvPr/>
        </p:nvSpPr>
        <p:spPr>
          <a:xfrm rot="5400000">
            <a:off x="-1472235" y="2326318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5" name="Google Shape;4985;p59"/>
          <p:cNvSpPr/>
          <p:nvPr/>
        </p:nvSpPr>
        <p:spPr>
          <a:xfrm rot="5400000">
            <a:off x="-1261825" y="2553663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6" name="Google Shape;4986;p59"/>
          <p:cNvSpPr/>
          <p:nvPr/>
        </p:nvSpPr>
        <p:spPr>
          <a:xfrm rot="5400000">
            <a:off x="-973005" y="2778130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2_1_1">
    <p:spTree>
      <p:nvGrpSpPr>
        <p:cNvPr id="4987" name="Shape 4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8" name="Google Shape;4988;p60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989" name="Google Shape;4989;p60"/>
          <p:cNvSpPr txBox="1"/>
          <p:nvPr>
            <p:ph idx="1" type="subTitle"/>
          </p:nvPr>
        </p:nvSpPr>
        <p:spPr>
          <a:xfrm>
            <a:off x="713225" y="1012850"/>
            <a:ext cx="3858900" cy="352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Char char="●"/>
              <a:defRPr sz="13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990" name="Google Shape;4990;p60"/>
          <p:cNvSpPr txBox="1"/>
          <p:nvPr>
            <p:ph idx="2" type="subTitle"/>
          </p:nvPr>
        </p:nvSpPr>
        <p:spPr>
          <a:xfrm>
            <a:off x="4572025" y="1012850"/>
            <a:ext cx="3858900" cy="352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Char char="●"/>
              <a:defRPr sz="13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991" name="Google Shape;4991;p60"/>
          <p:cNvSpPr/>
          <p:nvPr/>
        </p:nvSpPr>
        <p:spPr>
          <a:xfrm>
            <a:off x="8430925" y="207341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2" name="Google Shape;4992;p60"/>
          <p:cNvSpPr/>
          <p:nvPr/>
        </p:nvSpPr>
        <p:spPr>
          <a:xfrm rot="5400000">
            <a:off x="8430925" y="812443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3" name="Google Shape;4993;p60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4" name="Google Shape;4994;p60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5" name="Google Shape;4995;p60"/>
          <p:cNvSpPr/>
          <p:nvPr/>
        </p:nvSpPr>
        <p:spPr>
          <a:xfrm>
            <a:off x="-1765585" y="-1356372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6" name="Google Shape;4996;p60"/>
          <p:cNvSpPr/>
          <p:nvPr/>
        </p:nvSpPr>
        <p:spPr>
          <a:xfrm flipH="1">
            <a:off x="-194140" y="-200037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7" name="Google Shape;4997;p60"/>
          <p:cNvSpPr/>
          <p:nvPr/>
        </p:nvSpPr>
        <p:spPr>
          <a:xfrm flipH="1">
            <a:off x="-118543" y="-60104"/>
            <a:ext cx="1730784" cy="1441910"/>
          </a:xfrm>
          <a:custGeom>
            <a:rect b="b" l="l" r="r" t="t"/>
            <a:pathLst>
              <a:path extrusionOk="0" h="25791" w="30958">
                <a:moveTo>
                  <a:pt x="13179" y="81"/>
                </a:moveTo>
                <a:lnTo>
                  <a:pt x="14551" y="101"/>
                </a:lnTo>
                <a:lnTo>
                  <a:pt x="15257" y="121"/>
                </a:lnTo>
                <a:lnTo>
                  <a:pt x="15963" y="162"/>
                </a:lnTo>
                <a:lnTo>
                  <a:pt x="16690" y="242"/>
                </a:lnTo>
                <a:lnTo>
                  <a:pt x="17416" y="323"/>
                </a:lnTo>
                <a:lnTo>
                  <a:pt x="18143" y="444"/>
                </a:lnTo>
                <a:lnTo>
                  <a:pt x="18869" y="586"/>
                </a:lnTo>
                <a:lnTo>
                  <a:pt x="19576" y="767"/>
                </a:lnTo>
                <a:lnTo>
                  <a:pt x="20282" y="969"/>
                </a:lnTo>
                <a:lnTo>
                  <a:pt x="20988" y="1211"/>
                </a:lnTo>
                <a:lnTo>
                  <a:pt x="21654" y="1494"/>
                </a:lnTo>
                <a:lnTo>
                  <a:pt x="21997" y="1655"/>
                </a:lnTo>
                <a:lnTo>
                  <a:pt x="22320" y="1837"/>
                </a:lnTo>
                <a:lnTo>
                  <a:pt x="22643" y="2018"/>
                </a:lnTo>
                <a:lnTo>
                  <a:pt x="22946" y="2200"/>
                </a:lnTo>
                <a:lnTo>
                  <a:pt x="23269" y="2402"/>
                </a:lnTo>
                <a:lnTo>
                  <a:pt x="23551" y="2624"/>
                </a:lnTo>
                <a:lnTo>
                  <a:pt x="23854" y="2866"/>
                </a:lnTo>
                <a:lnTo>
                  <a:pt x="24136" y="3108"/>
                </a:lnTo>
                <a:lnTo>
                  <a:pt x="24540" y="3491"/>
                </a:lnTo>
                <a:lnTo>
                  <a:pt x="24923" y="3895"/>
                </a:lnTo>
                <a:lnTo>
                  <a:pt x="25287" y="4339"/>
                </a:lnTo>
                <a:lnTo>
                  <a:pt x="25670" y="4823"/>
                </a:lnTo>
                <a:lnTo>
                  <a:pt x="26013" y="5348"/>
                </a:lnTo>
                <a:lnTo>
                  <a:pt x="26356" y="5913"/>
                </a:lnTo>
                <a:lnTo>
                  <a:pt x="26719" y="6518"/>
                </a:lnTo>
                <a:lnTo>
                  <a:pt x="27042" y="7164"/>
                </a:lnTo>
                <a:lnTo>
                  <a:pt x="27345" y="7749"/>
                </a:lnTo>
                <a:lnTo>
                  <a:pt x="27607" y="8335"/>
                </a:lnTo>
                <a:lnTo>
                  <a:pt x="27870" y="8940"/>
                </a:lnTo>
                <a:lnTo>
                  <a:pt x="28112" y="9546"/>
                </a:lnTo>
                <a:lnTo>
                  <a:pt x="28556" y="10756"/>
                </a:lnTo>
                <a:lnTo>
                  <a:pt x="28959" y="11947"/>
                </a:lnTo>
                <a:lnTo>
                  <a:pt x="29343" y="13138"/>
                </a:lnTo>
                <a:lnTo>
                  <a:pt x="29666" y="14328"/>
                </a:lnTo>
                <a:lnTo>
                  <a:pt x="29948" y="15478"/>
                </a:lnTo>
                <a:lnTo>
                  <a:pt x="30231" y="16588"/>
                </a:lnTo>
                <a:lnTo>
                  <a:pt x="30453" y="17577"/>
                </a:lnTo>
                <a:lnTo>
                  <a:pt x="30654" y="18606"/>
                </a:lnTo>
                <a:lnTo>
                  <a:pt x="30735" y="19111"/>
                </a:lnTo>
                <a:lnTo>
                  <a:pt x="30816" y="19636"/>
                </a:lnTo>
                <a:lnTo>
                  <a:pt x="30856" y="20160"/>
                </a:lnTo>
                <a:lnTo>
                  <a:pt x="30876" y="20685"/>
                </a:lnTo>
                <a:lnTo>
                  <a:pt x="30876" y="21169"/>
                </a:lnTo>
                <a:lnTo>
                  <a:pt x="30856" y="21674"/>
                </a:lnTo>
                <a:lnTo>
                  <a:pt x="30796" y="22219"/>
                </a:lnTo>
                <a:lnTo>
                  <a:pt x="30695" y="22784"/>
                </a:lnTo>
                <a:lnTo>
                  <a:pt x="30614" y="23046"/>
                </a:lnTo>
                <a:lnTo>
                  <a:pt x="30533" y="23329"/>
                </a:lnTo>
                <a:lnTo>
                  <a:pt x="30412" y="23611"/>
                </a:lnTo>
                <a:lnTo>
                  <a:pt x="30311" y="23873"/>
                </a:lnTo>
                <a:lnTo>
                  <a:pt x="30170" y="24136"/>
                </a:lnTo>
                <a:lnTo>
                  <a:pt x="30009" y="24398"/>
                </a:lnTo>
                <a:lnTo>
                  <a:pt x="29847" y="24640"/>
                </a:lnTo>
                <a:lnTo>
                  <a:pt x="29645" y="24882"/>
                </a:lnTo>
                <a:lnTo>
                  <a:pt x="29383" y="25145"/>
                </a:lnTo>
                <a:lnTo>
                  <a:pt x="29242" y="25266"/>
                </a:lnTo>
                <a:lnTo>
                  <a:pt x="29101" y="25387"/>
                </a:lnTo>
                <a:lnTo>
                  <a:pt x="28939" y="25468"/>
                </a:lnTo>
                <a:lnTo>
                  <a:pt x="28798" y="25548"/>
                </a:lnTo>
                <a:lnTo>
                  <a:pt x="28657" y="25609"/>
                </a:lnTo>
                <a:lnTo>
                  <a:pt x="28515" y="25649"/>
                </a:lnTo>
                <a:lnTo>
                  <a:pt x="28334" y="25690"/>
                </a:lnTo>
                <a:lnTo>
                  <a:pt x="28152" y="25710"/>
                </a:lnTo>
                <a:lnTo>
                  <a:pt x="27991" y="25710"/>
                </a:lnTo>
                <a:lnTo>
                  <a:pt x="27809" y="25690"/>
                </a:lnTo>
                <a:lnTo>
                  <a:pt x="27648" y="25669"/>
                </a:lnTo>
                <a:lnTo>
                  <a:pt x="27466" y="25629"/>
                </a:lnTo>
                <a:lnTo>
                  <a:pt x="27143" y="25508"/>
                </a:lnTo>
                <a:lnTo>
                  <a:pt x="26800" y="25347"/>
                </a:lnTo>
                <a:lnTo>
                  <a:pt x="26477" y="25165"/>
                </a:lnTo>
                <a:lnTo>
                  <a:pt x="26154" y="24963"/>
                </a:lnTo>
                <a:lnTo>
                  <a:pt x="25852" y="24741"/>
                </a:lnTo>
                <a:lnTo>
                  <a:pt x="25145" y="24196"/>
                </a:lnTo>
                <a:lnTo>
                  <a:pt x="24419" y="23631"/>
                </a:lnTo>
                <a:lnTo>
                  <a:pt x="23692" y="23046"/>
                </a:lnTo>
                <a:lnTo>
                  <a:pt x="22946" y="22420"/>
                </a:lnTo>
                <a:lnTo>
                  <a:pt x="22199" y="21775"/>
                </a:lnTo>
                <a:lnTo>
                  <a:pt x="21412" y="21109"/>
                </a:lnTo>
                <a:lnTo>
                  <a:pt x="20625" y="20382"/>
                </a:lnTo>
                <a:lnTo>
                  <a:pt x="19798" y="19636"/>
                </a:lnTo>
                <a:lnTo>
                  <a:pt x="18506" y="18405"/>
                </a:lnTo>
                <a:lnTo>
                  <a:pt x="17215" y="17153"/>
                </a:lnTo>
                <a:lnTo>
                  <a:pt x="14692" y="14671"/>
                </a:lnTo>
                <a:lnTo>
                  <a:pt x="12270" y="12290"/>
                </a:lnTo>
                <a:lnTo>
                  <a:pt x="11039" y="11079"/>
                </a:lnTo>
                <a:lnTo>
                  <a:pt x="9808" y="9909"/>
                </a:lnTo>
                <a:lnTo>
                  <a:pt x="8376" y="8597"/>
                </a:lnTo>
                <a:lnTo>
                  <a:pt x="7024" y="7406"/>
                </a:lnTo>
                <a:lnTo>
                  <a:pt x="5732" y="6317"/>
                </a:lnTo>
                <a:lnTo>
                  <a:pt x="4461" y="5308"/>
                </a:lnTo>
                <a:lnTo>
                  <a:pt x="4118" y="5086"/>
                </a:lnTo>
                <a:lnTo>
                  <a:pt x="3593" y="4743"/>
                </a:lnTo>
                <a:lnTo>
                  <a:pt x="2523" y="4057"/>
                </a:lnTo>
                <a:lnTo>
                  <a:pt x="1958" y="3673"/>
                </a:lnTo>
                <a:lnTo>
                  <a:pt x="1414" y="3290"/>
                </a:lnTo>
                <a:lnTo>
                  <a:pt x="929" y="2886"/>
                </a:lnTo>
                <a:lnTo>
                  <a:pt x="707" y="2704"/>
                </a:lnTo>
                <a:lnTo>
                  <a:pt x="526" y="2503"/>
                </a:lnTo>
                <a:lnTo>
                  <a:pt x="364" y="2341"/>
                </a:lnTo>
                <a:lnTo>
                  <a:pt x="223" y="2160"/>
                </a:lnTo>
                <a:lnTo>
                  <a:pt x="142" y="1998"/>
                </a:lnTo>
                <a:lnTo>
                  <a:pt x="82" y="1857"/>
                </a:lnTo>
                <a:lnTo>
                  <a:pt x="82" y="1776"/>
                </a:lnTo>
                <a:lnTo>
                  <a:pt x="82" y="1716"/>
                </a:lnTo>
                <a:lnTo>
                  <a:pt x="102" y="1655"/>
                </a:lnTo>
                <a:lnTo>
                  <a:pt x="142" y="1595"/>
                </a:lnTo>
                <a:lnTo>
                  <a:pt x="243" y="1473"/>
                </a:lnTo>
                <a:lnTo>
                  <a:pt x="364" y="1373"/>
                </a:lnTo>
                <a:lnTo>
                  <a:pt x="485" y="1292"/>
                </a:lnTo>
                <a:lnTo>
                  <a:pt x="647" y="1231"/>
                </a:lnTo>
                <a:lnTo>
                  <a:pt x="788" y="1171"/>
                </a:lnTo>
                <a:lnTo>
                  <a:pt x="949" y="1130"/>
                </a:lnTo>
                <a:lnTo>
                  <a:pt x="1292" y="1070"/>
                </a:lnTo>
                <a:lnTo>
                  <a:pt x="2745" y="848"/>
                </a:lnTo>
                <a:lnTo>
                  <a:pt x="4219" y="646"/>
                </a:lnTo>
                <a:lnTo>
                  <a:pt x="5712" y="464"/>
                </a:lnTo>
                <a:lnTo>
                  <a:pt x="7185" y="323"/>
                </a:lnTo>
                <a:lnTo>
                  <a:pt x="8658" y="222"/>
                </a:lnTo>
                <a:lnTo>
                  <a:pt x="10152" y="142"/>
                </a:lnTo>
                <a:lnTo>
                  <a:pt x="11645" y="81"/>
                </a:lnTo>
                <a:close/>
                <a:moveTo>
                  <a:pt x="11645" y="0"/>
                </a:moveTo>
                <a:lnTo>
                  <a:pt x="10152" y="61"/>
                </a:lnTo>
                <a:lnTo>
                  <a:pt x="8658" y="142"/>
                </a:lnTo>
                <a:lnTo>
                  <a:pt x="7185" y="242"/>
                </a:lnTo>
                <a:lnTo>
                  <a:pt x="5692" y="384"/>
                </a:lnTo>
                <a:lnTo>
                  <a:pt x="4219" y="565"/>
                </a:lnTo>
                <a:lnTo>
                  <a:pt x="2745" y="767"/>
                </a:lnTo>
                <a:lnTo>
                  <a:pt x="1272" y="989"/>
                </a:lnTo>
                <a:lnTo>
                  <a:pt x="929" y="1070"/>
                </a:lnTo>
                <a:lnTo>
                  <a:pt x="768" y="1110"/>
                </a:lnTo>
                <a:lnTo>
                  <a:pt x="606" y="1151"/>
                </a:lnTo>
                <a:lnTo>
                  <a:pt x="445" y="1231"/>
                </a:lnTo>
                <a:lnTo>
                  <a:pt x="304" y="1312"/>
                </a:lnTo>
                <a:lnTo>
                  <a:pt x="183" y="1413"/>
                </a:lnTo>
                <a:lnTo>
                  <a:pt x="82" y="1554"/>
                </a:lnTo>
                <a:lnTo>
                  <a:pt x="41" y="1615"/>
                </a:lnTo>
                <a:lnTo>
                  <a:pt x="1" y="1695"/>
                </a:lnTo>
                <a:lnTo>
                  <a:pt x="1" y="1776"/>
                </a:lnTo>
                <a:lnTo>
                  <a:pt x="1" y="1857"/>
                </a:lnTo>
                <a:lnTo>
                  <a:pt x="61" y="2018"/>
                </a:lnTo>
                <a:lnTo>
                  <a:pt x="142" y="2180"/>
                </a:lnTo>
                <a:lnTo>
                  <a:pt x="283" y="2361"/>
                </a:lnTo>
                <a:lnTo>
                  <a:pt x="445" y="2543"/>
                </a:lnTo>
                <a:lnTo>
                  <a:pt x="627" y="2725"/>
                </a:lnTo>
                <a:lnTo>
                  <a:pt x="849" y="2926"/>
                </a:lnTo>
                <a:lnTo>
                  <a:pt x="1333" y="3310"/>
                </a:lnTo>
                <a:lnTo>
                  <a:pt x="1878" y="3713"/>
                </a:lnTo>
                <a:lnTo>
                  <a:pt x="2443" y="4097"/>
                </a:lnTo>
                <a:lnTo>
                  <a:pt x="3532" y="4803"/>
                </a:lnTo>
                <a:lnTo>
                  <a:pt x="4077" y="5146"/>
                </a:lnTo>
                <a:lnTo>
                  <a:pt x="4420" y="5388"/>
                </a:lnTo>
                <a:lnTo>
                  <a:pt x="5672" y="6377"/>
                </a:lnTo>
                <a:lnTo>
                  <a:pt x="6963" y="7467"/>
                </a:lnTo>
                <a:lnTo>
                  <a:pt x="8315" y="8658"/>
                </a:lnTo>
                <a:lnTo>
                  <a:pt x="9748" y="9969"/>
                </a:lnTo>
                <a:lnTo>
                  <a:pt x="10999" y="11140"/>
                </a:lnTo>
                <a:lnTo>
                  <a:pt x="12230" y="12351"/>
                </a:lnTo>
                <a:lnTo>
                  <a:pt x="14631" y="14732"/>
                </a:lnTo>
                <a:lnTo>
                  <a:pt x="17154" y="17214"/>
                </a:lnTo>
                <a:lnTo>
                  <a:pt x="18445" y="18465"/>
                </a:lnTo>
                <a:lnTo>
                  <a:pt x="19737" y="19696"/>
                </a:lnTo>
                <a:lnTo>
                  <a:pt x="20564" y="20443"/>
                </a:lnTo>
                <a:lnTo>
                  <a:pt x="21372" y="21169"/>
                </a:lnTo>
                <a:lnTo>
                  <a:pt x="22138" y="21835"/>
                </a:lnTo>
                <a:lnTo>
                  <a:pt x="22885" y="22501"/>
                </a:lnTo>
                <a:lnTo>
                  <a:pt x="23632" y="23107"/>
                </a:lnTo>
                <a:lnTo>
                  <a:pt x="24358" y="23692"/>
                </a:lnTo>
                <a:lnTo>
                  <a:pt x="25085" y="24257"/>
                </a:lnTo>
                <a:lnTo>
                  <a:pt x="25811" y="24802"/>
                </a:lnTo>
                <a:lnTo>
                  <a:pt x="26336" y="25165"/>
                </a:lnTo>
                <a:lnTo>
                  <a:pt x="26598" y="25326"/>
                </a:lnTo>
                <a:lnTo>
                  <a:pt x="26881" y="25488"/>
                </a:lnTo>
                <a:lnTo>
                  <a:pt x="27183" y="25609"/>
                </a:lnTo>
                <a:lnTo>
                  <a:pt x="27466" y="25710"/>
                </a:lnTo>
                <a:lnTo>
                  <a:pt x="27769" y="25770"/>
                </a:lnTo>
                <a:lnTo>
                  <a:pt x="28051" y="25790"/>
                </a:lnTo>
                <a:lnTo>
                  <a:pt x="28293" y="25770"/>
                </a:lnTo>
                <a:lnTo>
                  <a:pt x="28536" y="25730"/>
                </a:lnTo>
                <a:lnTo>
                  <a:pt x="28677" y="25690"/>
                </a:lnTo>
                <a:lnTo>
                  <a:pt x="28838" y="25609"/>
                </a:lnTo>
                <a:lnTo>
                  <a:pt x="28979" y="25548"/>
                </a:lnTo>
                <a:lnTo>
                  <a:pt x="29141" y="25447"/>
                </a:lnTo>
                <a:lnTo>
                  <a:pt x="29282" y="25347"/>
                </a:lnTo>
                <a:lnTo>
                  <a:pt x="29423" y="25225"/>
                </a:lnTo>
                <a:lnTo>
                  <a:pt x="29706" y="24923"/>
                </a:lnTo>
                <a:lnTo>
                  <a:pt x="29908" y="24681"/>
                </a:lnTo>
                <a:lnTo>
                  <a:pt x="30089" y="24438"/>
                </a:lnTo>
                <a:lnTo>
                  <a:pt x="30231" y="24176"/>
                </a:lnTo>
                <a:lnTo>
                  <a:pt x="30372" y="23914"/>
                </a:lnTo>
                <a:lnTo>
                  <a:pt x="30493" y="23631"/>
                </a:lnTo>
                <a:lnTo>
                  <a:pt x="30594" y="23369"/>
                </a:lnTo>
                <a:lnTo>
                  <a:pt x="30695" y="23086"/>
                </a:lnTo>
                <a:lnTo>
                  <a:pt x="30755" y="22804"/>
                </a:lnTo>
                <a:lnTo>
                  <a:pt x="30816" y="22521"/>
                </a:lnTo>
                <a:lnTo>
                  <a:pt x="30876" y="22239"/>
                </a:lnTo>
                <a:lnTo>
                  <a:pt x="30937" y="21694"/>
                </a:lnTo>
                <a:lnTo>
                  <a:pt x="30957" y="21169"/>
                </a:lnTo>
                <a:lnTo>
                  <a:pt x="30957" y="20685"/>
                </a:lnTo>
                <a:lnTo>
                  <a:pt x="30937" y="20160"/>
                </a:lnTo>
                <a:lnTo>
                  <a:pt x="30897" y="19636"/>
                </a:lnTo>
                <a:lnTo>
                  <a:pt x="30816" y="19111"/>
                </a:lnTo>
                <a:lnTo>
                  <a:pt x="30735" y="18586"/>
                </a:lnTo>
                <a:lnTo>
                  <a:pt x="30533" y="17557"/>
                </a:lnTo>
                <a:lnTo>
                  <a:pt x="30311" y="16568"/>
                </a:lnTo>
                <a:lnTo>
                  <a:pt x="30029" y="15458"/>
                </a:lnTo>
                <a:lnTo>
                  <a:pt x="29746" y="14308"/>
                </a:lnTo>
                <a:lnTo>
                  <a:pt x="29403" y="13117"/>
                </a:lnTo>
                <a:lnTo>
                  <a:pt x="29040" y="11927"/>
                </a:lnTo>
                <a:lnTo>
                  <a:pt x="28636" y="10716"/>
                </a:lnTo>
                <a:lnTo>
                  <a:pt x="28192" y="9505"/>
                </a:lnTo>
                <a:lnTo>
                  <a:pt x="27950" y="8900"/>
                </a:lnTo>
                <a:lnTo>
                  <a:pt x="27688" y="8315"/>
                </a:lnTo>
                <a:lnTo>
                  <a:pt x="27405" y="7709"/>
                </a:lnTo>
                <a:lnTo>
                  <a:pt x="27123" y="7124"/>
                </a:lnTo>
                <a:lnTo>
                  <a:pt x="26780" y="6478"/>
                </a:lnTo>
                <a:lnTo>
                  <a:pt x="26437" y="5853"/>
                </a:lnTo>
                <a:lnTo>
                  <a:pt x="26074" y="5288"/>
                </a:lnTo>
                <a:lnTo>
                  <a:pt x="25730" y="4783"/>
                </a:lnTo>
                <a:lnTo>
                  <a:pt x="25367" y="4279"/>
                </a:lnTo>
                <a:lnTo>
                  <a:pt x="24984" y="3835"/>
                </a:lnTo>
                <a:lnTo>
                  <a:pt x="24600" y="3431"/>
                </a:lnTo>
                <a:lnTo>
                  <a:pt x="24197" y="3048"/>
                </a:lnTo>
                <a:lnTo>
                  <a:pt x="23672" y="2604"/>
                </a:lnTo>
                <a:lnTo>
                  <a:pt x="23127" y="2220"/>
                </a:lnTo>
                <a:lnTo>
                  <a:pt x="22522" y="1857"/>
                </a:lnTo>
                <a:lnTo>
                  <a:pt x="21896" y="1514"/>
                </a:lnTo>
                <a:lnTo>
                  <a:pt x="21251" y="1231"/>
                </a:lnTo>
                <a:lnTo>
                  <a:pt x="20544" y="969"/>
                </a:lnTo>
                <a:lnTo>
                  <a:pt x="19798" y="727"/>
                </a:lnTo>
                <a:lnTo>
                  <a:pt x="19031" y="525"/>
                </a:lnTo>
                <a:lnTo>
                  <a:pt x="18405" y="404"/>
                </a:lnTo>
                <a:lnTo>
                  <a:pt x="17759" y="303"/>
                </a:lnTo>
                <a:lnTo>
                  <a:pt x="17093" y="202"/>
                </a:lnTo>
                <a:lnTo>
                  <a:pt x="16387" y="121"/>
                </a:lnTo>
                <a:lnTo>
                  <a:pt x="15640" y="61"/>
                </a:lnTo>
                <a:lnTo>
                  <a:pt x="14853" y="21"/>
                </a:lnTo>
                <a:lnTo>
                  <a:pt x="1404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8" name="Google Shape;4998;p60"/>
          <p:cNvSpPr/>
          <p:nvPr/>
        </p:nvSpPr>
        <p:spPr>
          <a:xfrm flipH="1">
            <a:off x="104872" y="10953"/>
            <a:ext cx="1058329" cy="998564"/>
          </a:xfrm>
          <a:custGeom>
            <a:rect b="b" l="l" r="r" t="t"/>
            <a:pathLst>
              <a:path extrusionOk="0" h="17861" w="18930">
                <a:moveTo>
                  <a:pt x="3431" y="81"/>
                </a:moveTo>
                <a:lnTo>
                  <a:pt x="4117" y="102"/>
                </a:lnTo>
                <a:lnTo>
                  <a:pt x="4824" y="162"/>
                </a:lnTo>
                <a:lnTo>
                  <a:pt x="5510" y="263"/>
                </a:lnTo>
                <a:lnTo>
                  <a:pt x="6216" y="404"/>
                </a:lnTo>
                <a:lnTo>
                  <a:pt x="6882" y="566"/>
                </a:lnTo>
                <a:lnTo>
                  <a:pt x="7568" y="768"/>
                </a:lnTo>
                <a:lnTo>
                  <a:pt x="8234" y="1010"/>
                </a:lnTo>
                <a:lnTo>
                  <a:pt x="8880" y="1272"/>
                </a:lnTo>
                <a:lnTo>
                  <a:pt x="9505" y="1575"/>
                </a:lnTo>
                <a:lnTo>
                  <a:pt x="10131" y="1918"/>
                </a:lnTo>
                <a:lnTo>
                  <a:pt x="10736" y="2281"/>
                </a:lnTo>
                <a:lnTo>
                  <a:pt x="11301" y="2664"/>
                </a:lnTo>
                <a:lnTo>
                  <a:pt x="11866" y="3088"/>
                </a:lnTo>
                <a:lnTo>
                  <a:pt x="12391" y="3552"/>
                </a:lnTo>
                <a:lnTo>
                  <a:pt x="12896" y="4017"/>
                </a:lnTo>
                <a:lnTo>
                  <a:pt x="13380" y="4521"/>
                </a:lnTo>
                <a:lnTo>
                  <a:pt x="13824" y="5026"/>
                </a:lnTo>
                <a:lnTo>
                  <a:pt x="14248" y="5570"/>
                </a:lnTo>
                <a:lnTo>
                  <a:pt x="14651" y="6115"/>
                </a:lnTo>
                <a:lnTo>
                  <a:pt x="15035" y="6680"/>
                </a:lnTo>
                <a:lnTo>
                  <a:pt x="15418" y="7245"/>
                </a:lnTo>
                <a:lnTo>
                  <a:pt x="15761" y="7831"/>
                </a:lnTo>
                <a:lnTo>
                  <a:pt x="16084" y="8416"/>
                </a:lnTo>
                <a:lnTo>
                  <a:pt x="16387" y="9021"/>
                </a:lnTo>
                <a:lnTo>
                  <a:pt x="16689" y="9627"/>
                </a:lnTo>
                <a:lnTo>
                  <a:pt x="16972" y="10232"/>
                </a:lnTo>
                <a:lnTo>
                  <a:pt x="17497" y="11423"/>
                </a:lnTo>
                <a:lnTo>
                  <a:pt x="17981" y="12593"/>
                </a:lnTo>
                <a:lnTo>
                  <a:pt x="18183" y="13158"/>
                </a:lnTo>
                <a:lnTo>
                  <a:pt x="18385" y="13723"/>
                </a:lnTo>
                <a:lnTo>
                  <a:pt x="18566" y="14288"/>
                </a:lnTo>
                <a:lnTo>
                  <a:pt x="18707" y="14853"/>
                </a:lnTo>
                <a:lnTo>
                  <a:pt x="18768" y="15136"/>
                </a:lnTo>
                <a:lnTo>
                  <a:pt x="18808" y="15438"/>
                </a:lnTo>
                <a:lnTo>
                  <a:pt x="18829" y="15721"/>
                </a:lnTo>
                <a:lnTo>
                  <a:pt x="18849" y="16003"/>
                </a:lnTo>
                <a:lnTo>
                  <a:pt x="18849" y="16286"/>
                </a:lnTo>
                <a:lnTo>
                  <a:pt x="18829" y="16589"/>
                </a:lnTo>
                <a:lnTo>
                  <a:pt x="18788" y="16871"/>
                </a:lnTo>
                <a:lnTo>
                  <a:pt x="18728" y="17154"/>
                </a:lnTo>
                <a:lnTo>
                  <a:pt x="18687" y="17295"/>
                </a:lnTo>
                <a:lnTo>
                  <a:pt x="18647" y="17416"/>
                </a:lnTo>
                <a:lnTo>
                  <a:pt x="18586" y="17537"/>
                </a:lnTo>
                <a:lnTo>
                  <a:pt x="18486" y="17658"/>
                </a:lnTo>
                <a:lnTo>
                  <a:pt x="18405" y="17699"/>
                </a:lnTo>
                <a:lnTo>
                  <a:pt x="18324" y="17739"/>
                </a:lnTo>
                <a:lnTo>
                  <a:pt x="18243" y="17759"/>
                </a:lnTo>
                <a:lnTo>
                  <a:pt x="18163" y="17779"/>
                </a:lnTo>
                <a:lnTo>
                  <a:pt x="17981" y="17759"/>
                </a:lnTo>
                <a:lnTo>
                  <a:pt x="17799" y="17699"/>
                </a:lnTo>
                <a:lnTo>
                  <a:pt x="17638" y="17618"/>
                </a:lnTo>
                <a:lnTo>
                  <a:pt x="17477" y="17517"/>
                </a:lnTo>
                <a:lnTo>
                  <a:pt x="17234" y="17315"/>
                </a:lnTo>
                <a:lnTo>
                  <a:pt x="16346" y="16548"/>
                </a:lnTo>
                <a:lnTo>
                  <a:pt x="15418" y="15701"/>
                </a:lnTo>
                <a:lnTo>
                  <a:pt x="14429" y="14793"/>
                </a:lnTo>
                <a:lnTo>
                  <a:pt x="13319" y="13743"/>
                </a:lnTo>
                <a:lnTo>
                  <a:pt x="11140" y="11645"/>
                </a:lnTo>
                <a:lnTo>
                  <a:pt x="8860" y="9465"/>
                </a:lnTo>
                <a:lnTo>
                  <a:pt x="7709" y="8375"/>
                </a:lnTo>
                <a:lnTo>
                  <a:pt x="6539" y="7306"/>
                </a:lnTo>
                <a:lnTo>
                  <a:pt x="5611" y="6478"/>
                </a:lnTo>
                <a:lnTo>
                  <a:pt x="4703" y="5691"/>
                </a:lnTo>
                <a:lnTo>
                  <a:pt x="3835" y="4965"/>
                </a:lnTo>
                <a:lnTo>
                  <a:pt x="3007" y="4279"/>
                </a:lnTo>
                <a:lnTo>
                  <a:pt x="2644" y="4017"/>
                </a:lnTo>
                <a:lnTo>
                  <a:pt x="2220" y="3734"/>
                </a:lnTo>
                <a:lnTo>
                  <a:pt x="1575" y="3290"/>
                </a:lnTo>
                <a:lnTo>
                  <a:pt x="1252" y="3048"/>
                </a:lnTo>
                <a:lnTo>
                  <a:pt x="929" y="2806"/>
                </a:lnTo>
                <a:lnTo>
                  <a:pt x="667" y="2564"/>
                </a:lnTo>
                <a:lnTo>
                  <a:pt x="424" y="2301"/>
                </a:lnTo>
                <a:lnTo>
                  <a:pt x="323" y="2160"/>
                </a:lnTo>
                <a:lnTo>
                  <a:pt x="243" y="2019"/>
                </a:lnTo>
                <a:lnTo>
                  <a:pt x="182" y="1898"/>
                </a:lnTo>
                <a:lnTo>
                  <a:pt x="122" y="1756"/>
                </a:lnTo>
                <a:lnTo>
                  <a:pt x="81" y="1575"/>
                </a:lnTo>
                <a:lnTo>
                  <a:pt x="102" y="1413"/>
                </a:lnTo>
                <a:lnTo>
                  <a:pt x="122" y="1232"/>
                </a:lnTo>
                <a:lnTo>
                  <a:pt x="202" y="1070"/>
                </a:lnTo>
                <a:lnTo>
                  <a:pt x="283" y="909"/>
                </a:lnTo>
                <a:lnTo>
                  <a:pt x="384" y="768"/>
                </a:lnTo>
                <a:lnTo>
                  <a:pt x="505" y="646"/>
                </a:lnTo>
                <a:lnTo>
                  <a:pt x="646" y="546"/>
                </a:lnTo>
                <a:lnTo>
                  <a:pt x="808" y="445"/>
                </a:lnTo>
                <a:lnTo>
                  <a:pt x="969" y="384"/>
                </a:lnTo>
                <a:lnTo>
                  <a:pt x="1131" y="324"/>
                </a:lnTo>
                <a:lnTo>
                  <a:pt x="1312" y="263"/>
                </a:lnTo>
                <a:lnTo>
                  <a:pt x="1655" y="202"/>
                </a:lnTo>
                <a:lnTo>
                  <a:pt x="2019" y="142"/>
                </a:lnTo>
                <a:lnTo>
                  <a:pt x="2725" y="102"/>
                </a:lnTo>
                <a:lnTo>
                  <a:pt x="3431" y="81"/>
                </a:lnTo>
                <a:close/>
                <a:moveTo>
                  <a:pt x="3431" y="1"/>
                </a:moveTo>
                <a:lnTo>
                  <a:pt x="2725" y="21"/>
                </a:lnTo>
                <a:lnTo>
                  <a:pt x="2019" y="61"/>
                </a:lnTo>
                <a:lnTo>
                  <a:pt x="1655" y="122"/>
                </a:lnTo>
                <a:lnTo>
                  <a:pt x="1272" y="182"/>
                </a:lnTo>
                <a:lnTo>
                  <a:pt x="1111" y="243"/>
                </a:lnTo>
                <a:lnTo>
                  <a:pt x="929" y="303"/>
                </a:lnTo>
                <a:lnTo>
                  <a:pt x="767" y="384"/>
                </a:lnTo>
                <a:lnTo>
                  <a:pt x="606" y="485"/>
                </a:lnTo>
                <a:lnTo>
                  <a:pt x="465" y="586"/>
                </a:lnTo>
                <a:lnTo>
                  <a:pt x="323" y="727"/>
                </a:lnTo>
                <a:lnTo>
                  <a:pt x="223" y="868"/>
                </a:lnTo>
                <a:lnTo>
                  <a:pt x="122" y="1050"/>
                </a:lnTo>
                <a:lnTo>
                  <a:pt x="41" y="1211"/>
                </a:lnTo>
                <a:lnTo>
                  <a:pt x="21" y="1393"/>
                </a:lnTo>
                <a:lnTo>
                  <a:pt x="1" y="1595"/>
                </a:lnTo>
                <a:lnTo>
                  <a:pt x="41" y="1777"/>
                </a:lnTo>
                <a:lnTo>
                  <a:pt x="102" y="1918"/>
                </a:lnTo>
                <a:lnTo>
                  <a:pt x="162" y="2059"/>
                </a:lnTo>
                <a:lnTo>
                  <a:pt x="263" y="2200"/>
                </a:lnTo>
                <a:lnTo>
                  <a:pt x="364" y="2342"/>
                </a:lnTo>
                <a:lnTo>
                  <a:pt x="586" y="2604"/>
                </a:lnTo>
                <a:lnTo>
                  <a:pt x="868" y="2866"/>
                </a:lnTo>
                <a:lnTo>
                  <a:pt x="1191" y="3108"/>
                </a:lnTo>
                <a:lnTo>
                  <a:pt x="1514" y="3351"/>
                </a:lnTo>
                <a:lnTo>
                  <a:pt x="2180" y="3795"/>
                </a:lnTo>
                <a:lnTo>
                  <a:pt x="2604" y="4077"/>
                </a:lnTo>
                <a:lnTo>
                  <a:pt x="2947" y="4339"/>
                </a:lnTo>
                <a:lnTo>
                  <a:pt x="3794" y="5026"/>
                </a:lnTo>
                <a:lnTo>
                  <a:pt x="4662" y="5752"/>
                </a:lnTo>
                <a:lnTo>
                  <a:pt x="5550" y="6539"/>
                </a:lnTo>
                <a:lnTo>
                  <a:pt x="6499" y="7366"/>
                </a:lnTo>
                <a:lnTo>
                  <a:pt x="7649" y="8436"/>
                </a:lnTo>
                <a:lnTo>
                  <a:pt x="8799" y="9526"/>
                </a:lnTo>
                <a:lnTo>
                  <a:pt x="11079" y="11705"/>
                </a:lnTo>
                <a:lnTo>
                  <a:pt x="13279" y="13804"/>
                </a:lnTo>
                <a:lnTo>
                  <a:pt x="14369" y="14853"/>
                </a:lnTo>
                <a:lnTo>
                  <a:pt x="15358" y="15761"/>
                </a:lnTo>
                <a:lnTo>
                  <a:pt x="16286" y="16609"/>
                </a:lnTo>
                <a:lnTo>
                  <a:pt x="17174" y="17376"/>
                </a:lnTo>
                <a:lnTo>
                  <a:pt x="17355" y="17537"/>
                </a:lnTo>
                <a:lnTo>
                  <a:pt x="17598" y="17678"/>
                </a:lnTo>
                <a:lnTo>
                  <a:pt x="17719" y="17739"/>
                </a:lnTo>
                <a:lnTo>
                  <a:pt x="17860" y="17800"/>
                </a:lnTo>
                <a:lnTo>
                  <a:pt x="18001" y="17840"/>
                </a:lnTo>
                <a:lnTo>
                  <a:pt x="18142" y="17860"/>
                </a:lnTo>
                <a:lnTo>
                  <a:pt x="18243" y="17840"/>
                </a:lnTo>
                <a:lnTo>
                  <a:pt x="18344" y="17820"/>
                </a:lnTo>
                <a:lnTo>
                  <a:pt x="18445" y="17779"/>
                </a:lnTo>
                <a:lnTo>
                  <a:pt x="18526" y="17719"/>
                </a:lnTo>
                <a:lnTo>
                  <a:pt x="18647" y="17598"/>
                </a:lnTo>
                <a:lnTo>
                  <a:pt x="18707" y="17456"/>
                </a:lnTo>
                <a:lnTo>
                  <a:pt x="18768" y="17315"/>
                </a:lnTo>
                <a:lnTo>
                  <a:pt x="18808" y="17174"/>
                </a:lnTo>
                <a:lnTo>
                  <a:pt x="18869" y="16891"/>
                </a:lnTo>
                <a:lnTo>
                  <a:pt x="18909" y="16589"/>
                </a:lnTo>
                <a:lnTo>
                  <a:pt x="18929" y="16306"/>
                </a:lnTo>
                <a:lnTo>
                  <a:pt x="18929" y="16003"/>
                </a:lnTo>
                <a:lnTo>
                  <a:pt x="18909" y="15721"/>
                </a:lnTo>
                <a:lnTo>
                  <a:pt x="18889" y="15418"/>
                </a:lnTo>
                <a:lnTo>
                  <a:pt x="18849" y="15136"/>
                </a:lnTo>
                <a:lnTo>
                  <a:pt x="18788" y="14853"/>
                </a:lnTo>
                <a:lnTo>
                  <a:pt x="18647" y="14268"/>
                </a:lnTo>
                <a:lnTo>
                  <a:pt x="18465" y="13703"/>
                </a:lnTo>
                <a:lnTo>
                  <a:pt x="18264" y="13138"/>
                </a:lnTo>
                <a:lnTo>
                  <a:pt x="18042" y="12573"/>
                </a:lnTo>
                <a:lnTo>
                  <a:pt x="17577" y="11382"/>
                </a:lnTo>
                <a:lnTo>
                  <a:pt x="17053" y="10192"/>
                </a:lnTo>
                <a:lnTo>
                  <a:pt x="16770" y="9586"/>
                </a:lnTo>
                <a:lnTo>
                  <a:pt x="16468" y="8981"/>
                </a:lnTo>
                <a:lnTo>
                  <a:pt x="16145" y="8375"/>
                </a:lnTo>
                <a:lnTo>
                  <a:pt x="15822" y="7790"/>
                </a:lnTo>
                <a:lnTo>
                  <a:pt x="15479" y="7205"/>
                </a:lnTo>
                <a:lnTo>
                  <a:pt x="15115" y="6620"/>
                </a:lnTo>
                <a:lnTo>
                  <a:pt x="14732" y="6055"/>
                </a:lnTo>
                <a:lnTo>
                  <a:pt x="14308" y="5510"/>
                </a:lnTo>
                <a:lnTo>
                  <a:pt x="13884" y="4965"/>
                </a:lnTo>
                <a:lnTo>
                  <a:pt x="13441" y="4460"/>
                </a:lnTo>
                <a:lnTo>
                  <a:pt x="12956" y="3956"/>
                </a:lnTo>
                <a:lnTo>
                  <a:pt x="12452" y="3492"/>
                </a:lnTo>
                <a:lnTo>
                  <a:pt x="11927" y="3028"/>
                </a:lnTo>
                <a:lnTo>
                  <a:pt x="11362" y="2604"/>
                </a:lnTo>
                <a:lnTo>
                  <a:pt x="10777" y="2200"/>
                </a:lnTo>
                <a:lnTo>
                  <a:pt x="10171" y="1837"/>
                </a:lnTo>
                <a:lnTo>
                  <a:pt x="9546" y="1494"/>
                </a:lnTo>
                <a:lnTo>
                  <a:pt x="8900" y="1191"/>
                </a:lnTo>
                <a:lnTo>
                  <a:pt x="8254" y="929"/>
                </a:lnTo>
                <a:lnTo>
                  <a:pt x="7588" y="687"/>
                </a:lnTo>
                <a:lnTo>
                  <a:pt x="6902" y="485"/>
                </a:lnTo>
                <a:lnTo>
                  <a:pt x="6216" y="324"/>
                </a:lnTo>
                <a:lnTo>
                  <a:pt x="5530" y="182"/>
                </a:lnTo>
                <a:lnTo>
                  <a:pt x="4824" y="81"/>
                </a:lnTo>
                <a:lnTo>
                  <a:pt x="4138" y="21"/>
                </a:lnTo>
                <a:lnTo>
                  <a:pt x="343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9" name="Google Shape;4999;p60"/>
          <p:cNvSpPr/>
          <p:nvPr/>
        </p:nvSpPr>
        <p:spPr>
          <a:xfrm flipH="1">
            <a:off x="401579" y="121536"/>
            <a:ext cx="453633" cy="455870"/>
          </a:xfrm>
          <a:custGeom>
            <a:rect b="b" l="l" r="r" t="t"/>
            <a:pathLst>
              <a:path extrusionOk="0" h="8154" w="8114">
                <a:moveTo>
                  <a:pt x="1010" y="81"/>
                </a:moveTo>
                <a:lnTo>
                  <a:pt x="1151" y="101"/>
                </a:lnTo>
                <a:lnTo>
                  <a:pt x="1413" y="162"/>
                </a:lnTo>
                <a:lnTo>
                  <a:pt x="1696" y="263"/>
                </a:lnTo>
                <a:lnTo>
                  <a:pt x="1938" y="384"/>
                </a:lnTo>
                <a:lnTo>
                  <a:pt x="2200" y="545"/>
                </a:lnTo>
                <a:lnTo>
                  <a:pt x="2422" y="707"/>
                </a:lnTo>
                <a:lnTo>
                  <a:pt x="2644" y="888"/>
                </a:lnTo>
                <a:lnTo>
                  <a:pt x="3108" y="1251"/>
                </a:lnTo>
                <a:lnTo>
                  <a:pt x="3552" y="1635"/>
                </a:lnTo>
                <a:lnTo>
                  <a:pt x="3976" y="2039"/>
                </a:lnTo>
                <a:lnTo>
                  <a:pt x="4400" y="2422"/>
                </a:lnTo>
                <a:lnTo>
                  <a:pt x="4783" y="2826"/>
                </a:lnTo>
                <a:lnTo>
                  <a:pt x="5167" y="3229"/>
                </a:lnTo>
                <a:lnTo>
                  <a:pt x="5530" y="3653"/>
                </a:lnTo>
                <a:lnTo>
                  <a:pt x="5873" y="4077"/>
                </a:lnTo>
                <a:lnTo>
                  <a:pt x="6196" y="4500"/>
                </a:lnTo>
                <a:lnTo>
                  <a:pt x="6499" y="4924"/>
                </a:lnTo>
                <a:lnTo>
                  <a:pt x="6781" y="5348"/>
                </a:lnTo>
                <a:lnTo>
                  <a:pt x="7064" y="5792"/>
                </a:lnTo>
                <a:lnTo>
                  <a:pt x="7306" y="6236"/>
                </a:lnTo>
                <a:lnTo>
                  <a:pt x="7548" y="6680"/>
                </a:lnTo>
                <a:lnTo>
                  <a:pt x="7770" y="7144"/>
                </a:lnTo>
                <a:lnTo>
                  <a:pt x="7972" y="7588"/>
                </a:lnTo>
                <a:lnTo>
                  <a:pt x="8012" y="7729"/>
                </a:lnTo>
                <a:lnTo>
                  <a:pt x="8032" y="7871"/>
                </a:lnTo>
                <a:lnTo>
                  <a:pt x="8032" y="7931"/>
                </a:lnTo>
                <a:lnTo>
                  <a:pt x="8012" y="7992"/>
                </a:lnTo>
                <a:lnTo>
                  <a:pt x="7972" y="8032"/>
                </a:lnTo>
                <a:lnTo>
                  <a:pt x="7932" y="8052"/>
                </a:lnTo>
                <a:lnTo>
                  <a:pt x="7851" y="8072"/>
                </a:lnTo>
                <a:lnTo>
                  <a:pt x="7790" y="8072"/>
                </a:lnTo>
                <a:lnTo>
                  <a:pt x="7649" y="8012"/>
                </a:lnTo>
                <a:lnTo>
                  <a:pt x="7346" y="7830"/>
                </a:lnTo>
                <a:lnTo>
                  <a:pt x="7084" y="7628"/>
                </a:lnTo>
                <a:lnTo>
                  <a:pt x="6822" y="7386"/>
                </a:lnTo>
                <a:lnTo>
                  <a:pt x="6559" y="7164"/>
                </a:lnTo>
                <a:lnTo>
                  <a:pt x="2523" y="3310"/>
                </a:lnTo>
                <a:lnTo>
                  <a:pt x="2180" y="3007"/>
                </a:lnTo>
                <a:lnTo>
                  <a:pt x="1514" y="2462"/>
                </a:lnTo>
                <a:lnTo>
                  <a:pt x="1151" y="2119"/>
                </a:lnTo>
                <a:lnTo>
                  <a:pt x="808" y="1776"/>
                </a:lnTo>
                <a:lnTo>
                  <a:pt x="485" y="1413"/>
                </a:lnTo>
                <a:lnTo>
                  <a:pt x="364" y="1251"/>
                </a:lnTo>
                <a:lnTo>
                  <a:pt x="243" y="1070"/>
                </a:lnTo>
                <a:lnTo>
                  <a:pt x="162" y="908"/>
                </a:lnTo>
                <a:lnTo>
                  <a:pt x="102" y="767"/>
                </a:lnTo>
                <a:lnTo>
                  <a:pt x="81" y="626"/>
                </a:lnTo>
                <a:lnTo>
                  <a:pt x="81" y="485"/>
                </a:lnTo>
                <a:lnTo>
                  <a:pt x="122" y="424"/>
                </a:lnTo>
                <a:lnTo>
                  <a:pt x="142" y="364"/>
                </a:lnTo>
                <a:lnTo>
                  <a:pt x="243" y="263"/>
                </a:lnTo>
                <a:lnTo>
                  <a:pt x="404" y="182"/>
                </a:lnTo>
                <a:lnTo>
                  <a:pt x="606" y="101"/>
                </a:lnTo>
                <a:lnTo>
                  <a:pt x="747" y="81"/>
                </a:lnTo>
                <a:close/>
                <a:moveTo>
                  <a:pt x="727" y="0"/>
                </a:moveTo>
                <a:lnTo>
                  <a:pt x="586" y="41"/>
                </a:lnTo>
                <a:lnTo>
                  <a:pt x="364" y="101"/>
                </a:lnTo>
                <a:lnTo>
                  <a:pt x="203" y="202"/>
                </a:lnTo>
                <a:lnTo>
                  <a:pt x="122" y="263"/>
                </a:lnTo>
                <a:lnTo>
                  <a:pt x="81" y="323"/>
                </a:lnTo>
                <a:lnTo>
                  <a:pt x="41" y="384"/>
                </a:lnTo>
                <a:lnTo>
                  <a:pt x="21" y="464"/>
                </a:lnTo>
                <a:lnTo>
                  <a:pt x="1" y="606"/>
                </a:lnTo>
                <a:lnTo>
                  <a:pt x="21" y="767"/>
                </a:lnTo>
                <a:lnTo>
                  <a:pt x="81" y="908"/>
                </a:lnTo>
                <a:lnTo>
                  <a:pt x="162" y="1090"/>
                </a:lnTo>
                <a:lnTo>
                  <a:pt x="263" y="1251"/>
                </a:lnTo>
                <a:lnTo>
                  <a:pt x="404" y="1433"/>
                </a:lnTo>
                <a:lnTo>
                  <a:pt x="707" y="1796"/>
                </a:lnTo>
                <a:lnTo>
                  <a:pt x="1070" y="2139"/>
                </a:lnTo>
                <a:lnTo>
                  <a:pt x="1434" y="2482"/>
                </a:lnTo>
                <a:lnTo>
                  <a:pt x="2120" y="3088"/>
                </a:lnTo>
                <a:lnTo>
                  <a:pt x="2463" y="3370"/>
                </a:lnTo>
                <a:lnTo>
                  <a:pt x="6499" y="7225"/>
                </a:lnTo>
                <a:lnTo>
                  <a:pt x="6761" y="7467"/>
                </a:lnTo>
                <a:lnTo>
                  <a:pt x="7023" y="7689"/>
                </a:lnTo>
                <a:lnTo>
                  <a:pt x="7306" y="7911"/>
                </a:lnTo>
                <a:lnTo>
                  <a:pt x="7609" y="8093"/>
                </a:lnTo>
                <a:lnTo>
                  <a:pt x="7730" y="8133"/>
                </a:lnTo>
                <a:lnTo>
                  <a:pt x="7851" y="8153"/>
                </a:lnTo>
                <a:lnTo>
                  <a:pt x="7911" y="8153"/>
                </a:lnTo>
                <a:lnTo>
                  <a:pt x="7972" y="8133"/>
                </a:lnTo>
                <a:lnTo>
                  <a:pt x="8032" y="8093"/>
                </a:lnTo>
                <a:lnTo>
                  <a:pt x="8073" y="8032"/>
                </a:lnTo>
                <a:lnTo>
                  <a:pt x="8093" y="7971"/>
                </a:lnTo>
                <a:lnTo>
                  <a:pt x="8113" y="7891"/>
                </a:lnTo>
                <a:lnTo>
                  <a:pt x="8093" y="7729"/>
                </a:lnTo>
                <a:lnTo>
                  <a:pt x="8032" y="7568"/>
                </a:lnTo>
                <a:lnTo>
                  <a:pt x="7831" y="7104"/>
                </a:lnTo>
                <a:lnTo>
                  <a:pt x="7629" y="6640"/>
                </a:lnTo>
                <a:lnTo>
                  <a:pt x="7387" y="6196"/>
                </a:lnTo>
                <a:lnTo>
                  <a:pt x="7124" y="5752"/>
                </a:lnTo>
                <a:lnTo>
                  <a:pt x="6862" y="5308"/>
                </a:lnTo>
                <a:lnTo>
                  <a:pt x="6559" y="4884"/>
                </a:lnTo>
                <a:lnTo>
                  <a:pt x="6257" y="4440"/>
                </a:lnTo>
                <a:lnTo>
                  <a:pt x="5934" y="4016"/>
                </a:lnTo>
                <a:lnTo>
                  <a:pt x="5591" y="3592"/>
                </a:lnTo>
                <a:lnTo>
                  <a:pt x="5227" y="3189"/>
                </a:lnTo>
                <a:lnTo>
                  <a:pt x="4844" y="2785"/>
                </a:lnTo>
                <a:lnTo>
                  <a:pt x="4461" y="2382"/>
                </a:lnTo>
                <a:lnTo>
                  <a:pt x="4037" y="1978"/>
                </a:lnTo>
                <a:lnTo>
                  <a:pt x="3613" y="1574"/>
                </a:lnTo>
                <a:lnTo>
                  <a:pt x="3169" y="1191"/>
                </a:lnTo>
                <a:lnTo>
                  <a:pt x="2705" y="808"/>
                </a:lnTo>
                <a:lnTo>
                  <a:pt x="2463" y="646"/>
                </a:lnTo>
                <a:lnTo>
                  <a:pt x="2221" y="464"/>
                </a:lnTo>
                <a:lnTo>
                  <a:pt x="1978" y="323"/>
                </a:lnTo>
                <a:lnTo>
                  <a:pt x="1716" y="182"/>
                </a:lnTo>
                <a:lnTo>
                  <a:pt x="1434" y="81"/>
                </a:lnTo>
                <a:lnTo>
                  <a:pt x="1151" y="21"/>
                </a:lnTo>
                <a:lnTo>
                  <a:pt x="10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0" name="Google Shape;5000;p60"/>
          <p:cNvSpPr/>
          <p:nvPr/>
        </p:nvSpPr>
        <p:spPr>
          <a:xfrm flipH="1">
            <a:off x="-241449" y="199358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1" name="Google Shape;5001;p60"/>
          <p:cNvSpPr/>
          <p:nvPr/>
        </p:nvSpPr>
        <p:spPr>
          <a:xfrm flipH="1">
            <a:off x="-243741" y="197122"/>
            <a:ext cx="106112" cy="104994"/>
          </a:xfrm>
          <a:custGeom>
            <a:rect b="b" l="l" r="r" t="t"/>
            <a:pathLst>
              <a:path extrusionOk="0" h="1878" w="1898">
                <a:moveTo>
                  <a:pt x="949" y="81"/>
                </a:moveTo>
                <a:lnTo>
                  <a:pt x="1130" y="101"/>
                </a:lnTo>
                <a:lnTo>
                  <a:pt x="1292" y="142"/>
                </a:lnTo>
                <a:lnTo>
                  <a:pt x="1433" y="222"/>
                </a:lnTo>
                <a:lnTo>
                  <a:pt x="1554" y="323"/>
                </a:lnTo>
                <a:lnTo>
                  <a:pt x="1655" y="444"/>
                </a:lnTo>
                <a:lnTo>
                  <a:pt x="1736" y="606"/>
                </a:lnTo>
                <a:lnTo>
                  <a:pt x="1796" y="767"/>
                </a:lnTo>
                <a:lnTo>
                  <a:pt x="1816" y="929"/>
                </a:lnTo>
                <a:lnTo>
                  <a:pt x="1796" y="1110"/>
                </a:lnTo>
                <a:lnTo>
                  <a:pt x="1736" y="1272"/>
                </a:lnTo>
                <a:lnTo>
                  <a:pt x="1655" y="1413"/>
                </a:lnTo>
                <a:lnTo>
                  <a:pt x="1554" y="1534"/>
                </a:lnTo>
                <a:lnTo>
                  <a:pt x="1433" y="1655"/>
                </a:lnTo>
                <a:lnTo>
                  <a:pt x="1292" y="1736"/>
                </a:lnTo>
                <a:lnTo>
                  <a:pt x="1130" y="1776"/>
                </a:lnTo>
                <a:lnTo>
                  <a:pt x="949" y="1796"/>
                </a:lnTo>
                <a:lnTo>
                  <a:pt x="787" y="1776"/>
                </a:lnTo>
                <a:lnTo>
                  <a:pt x="626" y="1736"/>
                </a:lnTo>
                <a:lnTo>
                  <a:pt x="464" y="1655"/>
                </a:lnTo>
                <a:lnTo>
                  <a:pt x="343" y="1534"/>
                </a:lnTo>
                <a:lnTo>
                  <a:pt x="242" y="1413"/>
                </a:lnTo>
                <a:lnTo>
                  <a:pt x="162" y="1272"/>
                </a:lnTo>
                <a:lnTo>
                  <a:pt x="101" y="1110"/>
                </a:lnTo>
                <a:lnTo>
                  <a:pt x="81" y="929"/>
                </a:lnTo>
                <a:lnTo>
                  <a:pt x="101" y="767"/>
                </a:lnTo>
                <a:lnTo>
                  <a:pt x="162" y="606"/>
                </a:lnTo>
                <a:lnTo>
                  <a:pt x="242" y="444"/>
                </a:lnTo>
                <a:lnTo>
                  <a:pt x="343" y="323"/>
                </a:lnTo>
                <a:lnTo>
                  <a:pt x="464" y="222"/>
                </a:lnTo>
                <a:lnTo>
                  <a:pt x="626" y="142"/>
                </a:lnTo>
                <a:lnTo>
                  <a:pt x="787" y="101"/>
                </a:lnTo>
                <a:lnTo>
                  <a:pt x="949" y="81"/>
                </a:lnTo>
                <a:close/>
                <a:moveTo>
                  <a:pt x="949" y="0"/>
                </a:moveTo>
                <a:lnTo>
                  <a:pt x="767" y="21"/>
                </a:lnTo>
                <a:lnTo>
                  <a:pt x="585" y="61"/>
                </a:lnTo>
                <a:lnTo>
                  <a:pt x="424" y="162"/>
                </a:lnTo>
                <a:lnTo>
                  <a:pt x="283" y="263"/>
                </a:lnTo>
                <a:lnTo>
                  <a:pt x="162" y="404"/>
                </a:lnTo>
                <a:lnTo>
                  <a:pt x="81" y="565"/>
                </a:lnTo>
                <a:lnTo>
                  <a:pt x="20" y="747"/>
                </a:lnTo>
                <a:lnTo>
                  <a:pt x="0" y="929"/>
                </a:lnTo>
                <a:lnTo>
                  <a:pt x="20" y="1130"/>
                </a:lnTo>
                <a:lnTo>
                  <a:pt x="81" y="1292"/>
                </a:lnTo>
                <a:lnTo>
                  <a:pt x="162" y="1453"/>
                </a:lnTo>
                <a:lnTo>
                  <a:pt x="283" y="1595"/>
                </a:lnTo>
                <a:lnTo>
                  <a:pt x="424" y="1716"/>
                </a:lnTo>
                <a:lnTo>
                  <a:pt x="585" y="1796"/>
                </a:lnTo>
                <a:lnTo>
                  <a:pt x="767" y="1857"/>
                </a:lnTo>
                <a:lnTo>
                  <a:pt x="949" y="1877"/>
                </a:lnTo>
                <a:lnTo>
                  <a:pt x="1150" y="1857"/>
                </a:lnTo>
                <a:lnTo>
                  <a:pt x="1312" y="1796"/>
                </a:lnTo>
                <a:lnTo>
                  <a:pt x="1473" y="1716"/>
                </a:lnTo>
                <a:lnTo>
                  <a:pt x="1615" y="1595"/>
                </a:lnTo>
                <a:lnTo>
                  <a:pt x="1736" y="1453"/>
                </a:lnTo>
                <a:lnTo>
                  <a:pt x="1816" y="1292"/>
                </a:lnTo>
                <a:lnTo>
                  <a:pt x="1877" y="1130"/>
                </a:lnTo>
                <a:lnTo>
                  <a:pt x="1897" y="929"/>
                </a:lnTo>
                <a:lnTo>
                  <a:pt x="1877" y="747"/>
                </a:lnTo>
                <a:lnTo>
                  <a:pt x="1816" y="565"/>
                </a:lnTo>
                <a:lnTo>
                  <a:pt x="1736" y="404"/>
                </a:lnTo>
                <a:lnTo>
                  <a:pt x="1615" y="263"/>
                </a:lnTo>
                <a:lnTo>
                  <a:pt x="1473" y="162"/>
                </a:lnTo>
                <a:lnTo>
                  <a:pt x="1312" y="61"/>
                </a:lnTo>
                <a:lnTo>
                  <a:pt x="1150" y="21"/>
                </a:lnTo>
                <a:lnTo>
                  <a:pt x="94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2" name="Google Shape;5002;p60"/>
          <p:cNvSpPr/>
          <p:nvPr/>
        </p:nvSpPr>
        <p:spPr>
          <a:xfrm flipH="1">
            <a:off x="0" y="4474800"/>
            <a:ext cx="3923400" cy="668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3" name="Google Shape;5003;p60"/>
          <p:cNvSpPr/>
          <p:nvPr/>
        </p:nvSpPr>
        <p:spPr>
          <a:xfrm flipH="1">
            <a:off x="-106954" y="326449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4" name="Google Shape;5004;p60"/>
          <p:cNvSpPr/>
          <p:nvPr/>
        </p:nvSpPr>
        <p:spPr>
          <a:xfrm flipH="1">
            <a:off x="41934" y="338743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2_1_1_1">
    <p:spTree>
      <p:nvGrpSpPr>
        <p:cNvPr id="5005" name="Shape 5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6" name="Google Shape;5006;p61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007" name="Google Shape;5007;p61"/>
          <p:cNvSpPr txBox="1"/>
          <p:nvPr>
            <p:ph idx="1" type="subTitle"/>
          </p:nvPr>
        </p:nvSpPr>
        <p:spPr>
          <a:xfrm>
            <a:off x="878975" y="3388143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008" name="Google Shape;5008;p61"/>
          <p:cNvSpPr txBox="1"/>
          <p:nvPr>
            <p:ph idx="2" type="subTitle"/>
          </p:nvPr>
        </p:nvSpPr>
        <p:spPr>
          <a:xfrm>
            <a:off x="713225" y="3739977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009" name="Google Shape;5009;p61"/>
          <p:cNvSpPr txBox="1"/>
          <p:nvPr>
            <p:ph idx="3" type="subTitle"/>
          </p:nvPr>
        </p:nvSpPr>
        <p:spPr>
          <a:xfrm>
            <a:off x="2945900" y="3388143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010" name="Google Shape;5010;p61"/>
          <p:cNvSpPr txBox="1"/>
          <p:nvPr>
            <p:ph idx="4" type="subTitle"/>
          </p:nvPr>
        </p:nvSpPr>
        <p:spPr>
          <a:xfrm>
            <a:off x="2780150" y="3739977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011" name="Google Shape;5011;p61"/>
          <p:cNvSpPr txBox="1"/>
          <p:nvPr>
            <p:ph idx="5" type="subTitle"/>
          </p:nvPr>
        </p:nvSpPr>
        <p:spPr>
          <a:xfrm>
            <a:off x="841632" y="1729225"/>
            <a:ext cx="3593400" cy="6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012" name="Google Shape;5012;p61"/>
          <p:cNvSpPr/>
          <p:nvPr/>
        </p:nvSpPr>
        <p:spPr>
          <a:xfrm>
            <a:off x="4932650" y="0"/>
            <a:ext cx="42114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3" name="Google Shape;5013;p61"/>
          <p:cNvSpPr/>
          <p:nvPr/>
        </p:nvSpPr>
        <p:spPr>
          <a:xfrm>
            <a:off x="75025" y="3826466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4" name="Google Shape;5014;p61"/>
          <p:cNvSpPr/>
          <p:nvPr/>
        </p:nvSpPr>
        <p:spPr>
          <a:xfrm rot="5400000">
            <a:off x="75025" y="4431568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5" name="Google Shape;5015;p61"/>
          <p:cNvSpPr/>
          <p:nvPr/>
        </p:nvSpPr>
        <p:spPr>
          <a:xfrm>
            <a:off x="-1384585" y="-1156347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6" name="Google Shape;5016;p61"/>
          <p:cNvSpPr/>
          <p:nvPr/>
        </p:nvSpPr>
        <p:spPr>
          <a:xfrm>
            <a:off x="8550863" y="6048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7" name="Google Shape;5017;p61"/>
          <p:cNvSpPr/>
          <p:nvPr/>
        </p:nvSpPr>
        <p:spPr>
          <a:xfrm>
            <a:off x="8550863" y="1100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8" name="Google Shape;5018;p61"/>
          <p:cNvSpPr/>
          <p:nvPr/>
        </p:nvSpPr>
        <p:spPr>
          <a:xfrm flipH="1">
            <a:off x="8601930" y="135544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9" name="Google Shape;5019;p61"/>
          <p:cNvSpPr/>
          <p:nvPr/>
        </p:nvSpPr>
        <p:spPr>
          <a:xfrm flipH="1">
            <a:off x="8703462" y="146262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0" name="Google Shape;5020;p61"/>
          <p:cNvSpPr/>
          <p:nvPr/>
        </p:nvSpPr>
        <p:spPr>
          <a:xfrm flipH="1">
            <a:off x="7997696" y="234324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1" name="Google Shape;5021;p61"/>
          <p:cNvSpPr/>
          <p:nvPr/>
        </p:nvSpPr>
        <p:spPr>
          <a:xfrm flipH="1">
            <a:off x="8146584" y="246618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2" name="Google Shape;5022;p61"/>
          <p:cNvSpPr/>
          <p:nvPr/>
        </p:nvSpPr>
        <p:spPr>
          <a:xfrm>
            <a:off x="6822995" y="3873305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3" name="Google Shape;5023;p61"/>
          <p:cNvSpPr/>
          <p:nvPr/>
        </p:nvSpPr>
        <p:spPr>
          <a:xfrm flipH="1">
            <a:off x="6214343" y="3585024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4" name="Google Shape;5024;p61"/>
          <p:cNvSpPr/>
          <p:nvPr/>
        </p:nvSpPr>
        <p:spPr>
          <a:xfrm flipH="1">
            <a:off x="6416291" y="3641433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5" name="Google Shape;5025;p61"/>
          <p:cNvSpPr/>
          <p:nvPr/>
        </p:nvSpPr>
        <p:spPr>
          <a:xfrm flipH="1">
            <a:off x="6702879" y="3748606"/>
            <a:ext cx="1642730" cy="740159"/>
          </a:xfrm>
          <a:custGeom>
            <a:rect b="b" l="l" r="r" t="t"/>
            <a:pathLst>
              <a:path extrusionOk="0" h="13239" w="29383">
                <a:moveTo>
                  <a:pt x="28272" y="81"/>
                </a:moveTo>
                <a:lnTo>
                  <a:pt x="28474" y="102"/>
                </a:lnTo>
                <a:lnTo>
                  <a:pt x="28696" y="142"/>
                </a:lnTo>
                <a:lnTo>
                  <a:pt x="28898" y="202"/>
                </a:lnTo>
                <a:lnTo>
                  <a:pt x="29019" y="243"/>
                </a:lnTo>
                <a:lnTo>
                  <a:pt x="29140" y="303"/>
                </a:lnTo>
                <a:lnTo>
                  <a:pt x="29201" y="364"/>
                </a:lnTo>
                <a:lnTo>
                  <a:pt x="29261" y="404"/>
                </a:lnTo>
                <a:lnTo>
                  <a:pt x="29281" y="465"/>
                </a:lnTo>
                <a:lnTo>
                  <a:pt x="29302" y="545"/>
                </a:lnTo>
                <a:lnTo>
                  <a:pt x="29302" y="626"/>
                </a:lnTo>
                <a:lnTo>
                  <a:pt x="29281" y="707"/>
                </a:lnTo>
                <a:lnTo>
                  <a:pt x="29201" y="848"/>
                </a:lnTo>
                <a:lnTo>
                  <a:pt x="29059" y="1070"/>
                </a:lnTo>
                <a:lnTo>
                  <a:pt x="28918" y="1272"/>
                </a:lnTo>
                <a:lnTo>
                  <a:pt x="28595" y="1676"/>
                </a:lnTo>
                <a:lnTo>
                  <a:pt x="28232" y="2079"/>
                </a:lnTo>
                <a:lnTo>
                  <a:pt x="27889" y="2442"/>
                </a:lnTo>
                <a:lnTo>
                  <a:pt x="27566" y="2785"/>
                </a:lnTo>
                <a:lnTo>
                  <a:pt x="27263" y="3129"/>
                </a:lnTo>
                <a:lnTo>
                  <a:pt x="26961" y="3492"/>
                </a:lnTo>
                <a:lnTo>
                  <a:pt x="26698" y="3855"/>
                </a:lnTo>
                <a:lnTo>
                  <a:pt x="26476" y="4198"/>
                </a:lnTo>
                <a:lnTo>
                  <a:pt x="26295" y="4521"/>
                </a:lnTo>
                <a:lnTo>
                  <a:pt x="26133" y="4884"/>
                </a:lnTo>
                <a:lnTo>
                  <a:pt x="25972" y="5247"/>
                </a:lnTo>
                <a:lnTo>
                  <a:pt x="25689" y="5974"/>
                </a:lnTo>
                <a:lnTo>
                  <a:pt x="25447" y="6721"/>
                </a:lnTo>
                <a:lnTo>
                  <a:pt x="25124" y="7649"/>
                </a:lnTo>
                <a:lnTo>
                  <a:pt x="24943" y="8113"/>
                </a:lnTo>
                <a:lnTo>
                  <a:pt x="24741" y="8557"/>
                </a:lnTo>
                <a:lnTo>
                  <a:pt x="24539" y="8981"/>
                </a:lnTo>
                <a:lnTo>
                  <a:pt x="24297" y="9405"/>
                </a:lnTo>
                <a:lnTo>
                  <a:pt x="24014" y="9788"/>
                </a:lnTo>
                <a:lnTo>
                  <a:pt x="23853" y="9990"/>
                </a:lnTo>
                <a:lnTo>
                  <a:pt x="23692" y="10171"/>
                </a:lnTo>
                <a:lnTo>
                  <a:pt x="23409" y="10414"/>
                </a:lnTo>
                <a:lnTo>
                  <a:pt x="23106" y="10676"/>
                </a:lnTo>
                <a:lnTo>
                  <a:pt x="22784" y="10898"/>
                </a:lnTo>
                <a:lnTo>
                  <a:pt x="22420" y="11100"/>
                </a:lnTo>
                <a:lnTo>
                  <a:pt x="22017" y="11301"/>
                </a:lnTo>
                <a:lnTo>
                  <a:pt x="21593" y="11483"/>
                </a:lnTo>
                <a:lnTo>
                  <a:pt x="21129" y="11645"/>
                </a:lnTo>
                <a:lnTo>
                  <a:pt x="20644" y="11786"/>
                </a:lnTo>
                <a:lnTo>
                  <a:pt x="19958" y="11947"/>
                </a:lnTo>
                <a:lnTo>
                  <a:pt x="19272" y="12088"/>
                </a:lnTo>
                <a:lnTo>
                  <a:pt x="18566" y="12210"/>
                </a:lnTo>
                <a:lnTo>
                  <a:pt x="17880" y="12290"/>
                </a:lnTo>
                <a:lnTo>
                  <a:pt x="17173" y="12371"/>
                </a:lnTo>
                <a:lnTo>
                  <a:pt x="16467" y="12432"/>
                </a:lnTo>
                <a:lnTo>
                  <a:pt x="15075" y="12532"/>
                </a:lnTo>
                <a:lnTo>
                  <a:pt x="14106" y="12593"/>
                </a:lnTo>
                <a:lnTo>
                  <a:pt x="12774" y="12694"/>
                </a:lnTo>
                <a:lnTo>
                  <a:pt x="11442" y="12815"/>
                </a:lnTo>
                <a:lnTo>
                  <a:pt x="9142" y="12997"/>
                </a:lnTo>
                <a:lnTo>
                  <a:pt x="7971" y="13077"/>
                </a:lnTo>
                <a:lnTo>
                  <a:pt x="6801" y="13138"/>
                </a:lnTo>
                <a:lnTo>
                  <a:pt x="5630" y="13158"/>
                </a:lnTo>
                <a:lnTo>
                  <a:pt x="4480" y="13158"/>
                </a:lnTo>
                <a:lnTo>
                  <a:pt x="3895" y="13138"/>
                </a:lnTo>
                <a:lnTo>
                  <a:pt x="3310" y="13098"/>
                </a:lnTo>
                <a:lnTo>
                  <a:pt x="2725" y="13057"/>
                </a:lnTo>
                <a:lnTo>
                  <a:pt x="2139" y="12976"/>
                </a:lnTo>
                <a:lnTo>
                  <a:pt x="1857" y="12936"/>
                </a:lnTo>
                <a:lnTo>
                  <a:pt x="1554" y="12855"/>
                </a:lnTo>
                <a:lnTo>
                  <a:pt x="1251" y="12754"/>
                </a:lnTo>
                <a:lnTo>
                  <a:pt x="969" y="12613"/>
                </a:lnTo>
                <a:lnTo>
                  <a:pt x="707" y="12452"/>
                </a:lnTo>
                <a:lnTo>
                  <a:pt x="485" y="12270"/>
                </a:lnTo>
                <a:lnTo>
                  <a:pt x="384" y="12169"/>
                </a:lnTo>
                <a:lnTo>
                  <a:pt x="303" y="12048"/>
                </a:lnTo>
                <a:lnTo>
                  <a:pt x="222" y="11947"/>
                </a:lnTo>
                <a:lnTo>
                  <a:pt x="162" y="11826"/>
                </a:lnTo>
                <a:lnTo>
                  <a:pt x="121" y="11685"/>
                </a:lnTo>
                <a:lnTo>
                  <a:pt x="81" y="11544"/>
                </a:lnTo>
                <a:lnTo>
                  <a:pt x="81" y="11382"/>
                </a:lnTo>
                <a:lnTo>
                  <a:pt x="101" y="11241"/>
                </a:lnTo>
                <a:lnTo>
                  <a:pt x="142" y="11079"/>
                </a:lnTo>
                <a:lnTo>
                  <a:pt x="202" y="10938"/>
                </a:lnTo>
                <a:lnTo>
                  <a:pt x="283" y="10777"/>
                </a:lnTo>
                <a:lnTo>
                  <a:pt x="384" y="10615"/>
                </a:lnTo>
                <a:lnTo>
                  <a:pt x="646" y="10313"/>
                </a:lnTo>
                <a:lnTo>
                  <a:pt x="929" y="10010"/>
                </a:lnTo>
                <a:lnTo>
                  <a:pt x="1272" y="9727"/>
                </a:lnTo>
                <a:lnTo>
                  <a:pt x="1635" y="9465"/>
                </a:lnTo>
                <a:lnTo>
                  <a:pt x="2038" y="9203"/>
                </a:lnTo>
                <a:lnTo>
                  <a:pt x="2422" y="8940"/>
                </a:lnTo>
                <a:lnTo>
                  <a:pt x="3229" y="8476"/>
                </a:lnTo>
                <a:lnTo>
                  <a:pt x="4016" y="7992"/>
                </a:lnTo>
                <a:lnTo>
                  <a:pt x="5005" y="7407"/>
                </a:lnTo>
                <a:lnTo>
                  <a:pt x="6014" y="6821"/>
                </a:lnTo>
                <a:lnTo>
                  <a:pt x="7063" y="6277"/>
                </a:lnTo>
                <a:lnTo>
                  <a:pt x="8153" y="5732"/>
                </a:lnTo>
                <a:lnTo>
                  <a:pt x="9283" y="5207"/>
                </a:lnTo>
                <a:lnTo>
                  <a:pt x="10433" y="4682"/>
                </a:lnTo>
                <a:lnTo>
                  <a:pt x="11644" y="4198"/>
                </a:lnTo>
                <a:lnTo>
                  <a:pt x="12895" y="3714"/>
                </a:lnTo>
                <a:lnTo>
                  <a:pt x="14146" y="3250"/>
                </a:lnTo>
                <a:lnTo>
                  <a:pt x="15438" y="2826"/>
                </a:lnTo>
                <a:lnTo>
                  <a:pt x="16790" y="2382"/>
                </a:lnTo>
                <a:lnTo>
                  <a:pt x="18182" y="1958"/>
                </a:lnTo>
                <a:lnTo>
                  <a:pt x="19151" y="1676"/>
                </a:lnTo>
                <a:lnTo>
                  <a:pt x="20180" y="1393"/>
                </a:lnTo>
                <a:lnTo>
                  <a:pt x="21250" y="1111"/>
                </a:lnTo>
                <a:lnTo>
                  <a:pt x="22380" y="848"/>
                </a:lnTo>
                <a:lnTo>
                  <a:pt x="23550" y="606"/>
                </a:lnTo>
                <a:lnTo>
                  <a:pt x="24761" y="404"/>
                </a:lnTo>
                <a:lnTo>
                  <a:pt x="25972" y="223"/>
                </a:lnTo>
                <a:lnTo>
                  <a:pt x="26598" y="162"/>
                </a:lnTo>
                <a:lnTo>
                  <a:pt x="27223" y="102"/>
                </a:lnTo>
                <a:lnTo>
                  <a:pt x="27647" y="81"/>
                </a:lnTo>
                <a:close/>
                <a:moveTo>
                  <a:pt x="27647" y="1"/>
                </a:moveTo>
                <a:lnTo>
                  <a:pt x="27223" y="21"/>
                </a:lnTo>
                <a:lnTo>
                  <a:pt x="26598" y="81"/>
                </a:lnTo>
                <a:lnTo>
                  <a:pt x="25972" y="142"/>
                </a:lnTo>
                <a:lnTo>
                  <a:pt x="24741" y="324"/>
                </a:lnTo>
                <a:lnTo>
                  <a:pt x="23550" y="525"/>
                </a:lnTo>
                <a:lnTo>
                  <a:pt x="22360" y="767"/>
                </a:lnTo>
                <a:lnTo>
                  <a:pt x="21230" y="1030"/>
                </a:lnTo>
                <a:lnTo>
                  <a:pt x="20160" y="1312"/>
                </a:lnTo>
                <a:lnTo>
                  <a:pt x="19131" y="1595"/>
                </a:lnTo>
                <a:lnTo>
                  <a:pt x="18162" y="1877"/>
                </a:lnTo>
                <a:lnTo>
                  <a:pt x="16750" y="2301"/>
                </a:lnTo>
                <a:lnTo>
                  <a:pt x="15418" y="2745"/>
                </a:lnTo>
                <a:lnTo>
                  <a:pt x="14106" y="3189"/>
                </a:lnTo>
                <a:lnTo>
                  <a:pt x="12855" y="3633"/>
                </a:lnTo>
                <a:lnTo>
                  <a:pt x="11604" y="4117"/>
                </a:lnTo>
                <a:lnTo>
                  <a:pt x="10413" y="4622"/>
                </a:lnTo>
                <a:lnTo>
                  <a:pt x="9243" y="5126"/>
                </a:lnTo>
                <a:lnTo>
                  <a:pt x="8113" y="5651"/>
                </a:lnTo>
                <a:lnTo>
                  <a:pt x="7023" y="6196"/>
                </a:lnTo>
                <a:lnTo>
                  <a:pt x="5974" y="6761"/>
                </a:lnTo>
                <a:lnTo>
                  <a:pt x="4965" y="7326"/>
                </a:lnTo>
                <a:lnTo>
                  <a:pt x="3976" y="7931"/>
                </a:lnTo>
                <a:lnTo>
                  <a:pt x="3189" y="8396"/>
                </a:lnTo>
                <a:lnTo>
                  <a:pt x="2381" y="8880"/>
                </a:lnTo>
                <a:lnTo>
                  <a:pt x="1978" y="9142"/>
                </a:lnTo>
                <a:lnTo>
                  <a:pt x="1594" y="9405"/>
                </a:lnTo>
                <a:lnTo>
                  <a:pt x="1211" y="9667"/>
                </a:lnTo>
                <a:lnTo>
                  <a:pt x="888" y="9949"/>
                </a:lnTo>
                <a:lnTo>
                  <a:pt x="585" y="10252"/>
                </a:lnTo>
                <a:lnTo>
                  <a:pt x="444" y="10414"/>
                </a:lnTo>
                <a:lnTo>
                  <a:pt x="323" y="10575"/>
                </a:lnTo>
                <a:lnTo>
                  <a:pt x="202" y="10736"/>
                </a:lnTo>
                <a:lnTo>
                  <a:pt x="121" y="10898"/>
                </a:lnTo>
                <a:lnTo>
                  <a:pt x="61" y="11059"/>
                </a:lnTo>
                <a:lnTo>
                  <a:pt x="20" y="11241"/>
                </a:lnTo>
                <a:lnTo>
                  <a:pt x="0" y="11382"/>
                </a:lnTo>
                <a:lnTo>
                  <a:pt x="0" y="11544"/>
                </a:lnTo>
                <a:lnTo>
                  <a:pt x="41" y="11705"/>
                </a:lnTo>
                <a:lnTo>
                  <a:pt x="101" y="11867"/>
                </a:lnTo>
                <a:lnTo>
                  <a:pt x="202" y="12048"/>
                </a:lnTo>
                <a:lnTo>
                  <a:pt x="343" y="12230"/>
                </a:lnTo>
                <a:lnTo>
                  <a:pt x="545" y="12411"/>
                </a:lnTo>
                <a:lnTo>
                  <a:pt x="787" y="12593"/>
                </a:lnTo>
                <a:lnTo>
                  <a:pt x="1070" y="12754"/>
                </a:lnTo>
                <a:lnTo>
                  <a:pt x="1393" y="12896"/>
                </a:lnTo>
                <a:lnTo>
                  <a:pt x="1736" y="12997"/>
                </a:lnTo>
                <a:lnTo>
                  <a:pt x="2139" y="13057"/>
                </a:lnTo>
                <a:lnTo>
                  <a:pt x="2947" y="13158"/>
                </a:lnTo>
                <a:lnTo>
                  <a:pt x="3754" y="13198"/>
                </a:lnTo>
                <a:lnTo>
                  <a:pt x="4561" y="13239"/>
                </a:lnTo>
                <a:lnTo>
                  <a:pt x="6135" y="13239"/>
                </a:lnTo>
                <a:lnTo>
                  <a:pt x="6902" y="13219"/>
                </a:lnTo>
                <a:lnTo>
                  <a:pt x="8435" y="13138"/>
                </a:lnTo>
                <a:lnTo>
                  <a:pt x="9949" y="13017"/>
                </a:lnTo>
                <a:lnTo>
                  <a:pt x="11442" y="12896"/>
                </a:lnTo>
                <a:lnTo>
                  <a:pt x="12774" y="12775"/>
                </a:lnTo>
                <a:lnTo>
                  <a:pt x="14106" y="12674"/>
                </a:lnTo>
                <a:lnTo>
                  <a:pt x="15075" y="12613"/>
                </a:lnTo>
                <a:lnTo>
                  <a:pt x="16467" y="12512"/>
                </a:lnTo>
                <a:lnTo>
                  <a:pt x="17173" y="12452"/>
                </a:lnTo>
                <a:lnTo>
                  <a:pt x="17880" y="12371"/>
                </a:lnTo>
                <a:lnTo>
                  <a:pt x="18586" y="12290"/>
                </a:lnTo>
                <a:lnTo>
                  <a:pt x="19272" y="12169"/>
                </a:lnTo>
                <a:lnTo>
                  <a:pt x="19978" y="12028"/>
                </a:lnTo>
                <a:lnTo>
                  <a:pt x="20665" y="11867"/>
                </a:lnTo>
                <a:lnTo>
                  <a:pt x="21149" y="11705"/>
                </a:lnTo>
                <a:lnTo>
                  <a:pt x="21613" y="11544"/>
                </a:lnTo>
                <a:lnTo>
                  <a:pt x="22057" y="11362"/>
                </a:lnTo>
                <a:lnTo>
                  <a:pt x="22461" y="11180"/>
                </a:lnTo>
                <a:lnTo>
                  <a:pt x="22824" y="10958"/>
                </a:lnTo>
                <a:lnTo>
                  <a:pt x="23167" y="10736"/>
                </a:lnTo>
                <a:lnTo>
                  <a:pt x="23470" y="10474"/>
                </a:lnTo>
                <a:lnTo>
                  <a:pt x="23752" y="10212"/>
                </a:lnTo>
                <a:lnTo>
                  <a:pt x="23914" y="10030"/>
                </a:lnTo>
                <a:lnTo>
                  <a:pt x="24075" y="9849"/>
                </a:lnTo>
                <a:lnTo>
                  <a:pt x="24358" y="9445"/>
                </a:lnTo>
                <a:lnTo>
                  <a:pt x="24600" y="9021"/>
                </a:lnTo>
                <a:lnTo>
                  <a:pt x="24822" y="8597"/>
                </a:lnTo>
                <a:lnTo>
                  <a:pt x="25023" y="8133"/>
                </a:lnTo>
                <a:lnTo>
                  <a:pt x="25185" y="7669"/>
                </a:lnTo>
                <a:lnTo>
                  <a:pt x="25508" y="6741"/>
                </a:lnTo>
                <a:lnTo>
                  <a:pt x="25770" y="6014"/>
                </a:lnTo>
                <a:lnTo>
                  <a:pt x="26053" y="5268"/>
                </a:lnTo>
                <a:lnTo>
                  <a:pt x="26194" y="4925"/>
                </a:lnTo>
                <a:lnTo>
                  <a:pt x="26376" y="4561"/>
                </a:lnTo>
                <a:lnTo>
                  <a:pt x="26557" y="4238"/>
                </a:lnTo>
                <a:lnTo>
                  <a:pt x="26759" y="3895"/>
                </a:lnTo>
                <a:lnTo>
                  <a:pt x="27021" y="3532"/>
                </a:lnTo>
                <a:lnTo>
                  <a:pt x="27324" y="3169"/>
                </a:lnTo>
                <a:lnTo>
                  <a:pt x="27627" y="2826"/>
                </a:lnTo>
                <a:lnTo>
                  <a:pt x="27950" y="2503"/>
                </a:lnTo>
                <a:lnTo>
                  <a:pt x="28293" y="2120"/>
                </a:lnTo>
                <a:lnTo>
                  <a:pt x="28656" y="1736"/>
                </a:lnTo>
                <a:lnTo>
                  <a:pt x="28979" y="1333"/>
                </a:lnTo>
                <a:lnTo>
                  <a:pt x="29120" y="1111"/>
                </a:lnTo>
                <a:lnTo>
                  <a:pt x="29261" y="889"/>
                </a:lnTo>
                <a:lnTo>
                  <a:pt x="29362" y="727"/>
                </a:lnTo>
                <a:lnTo>
                  <a:pt x="29382" y="626"/>
                </a:lnTo>
                <a:lnTo>
                  <a:pt x="29382" y="545"/>
                </a:lnTo>
                <a:lnTo>
                  <a:pt x="29362" y="445"/>
                </a:lnTo>
                <a:lnTo>
                  <a:pt x="29322" y="364"/>
                </a:lnTo>
                <a:lnTo>
                  <a:pt x="29261" y="303"/>
                </a:lnTo>
                <a:lnTo>
                  <a:pt x="29201" y="243"/>
                </a:lnTo>
                <a:lnTo>
                  <a:pt x="29059" y="162"/>
                </a:lnTo>
                <a:lnTo>
                  <a:pt x="28918" y="122"/>
                </a:lnTo>
                <a:lnTo>
                  <a:pt x="28716" y="61"/>
                </a:lnTo>
                <a:lnTo>
                  <a:pt x="28494" y="21"/>
                </a:lnTo>
                <a:lnTo>
                  <a:pt x="2829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6" name="Google Shape;5026;p61"/>
          <p:cNvSpPr/>
          <p:nvPr/>
        </p:nvSpPr>
        <p:spPr>
          <a:xfrm flipH="1">
            <a:off x="8614854" y="3704496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7" name="Google Shape;5027;p61"/>
          <p:cNvSpPr/>
          <p:nvPr/>
        </p:nvSpPr>
        <p:spPr>
          <a:xfrm flipH="1">
            <a:off x="8767254" y="242888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8" name="Google Shape;5028;p61"/>
          <p:cNvSpPr/>
          <p:nvPr/>
        </p:nvSpPr>
        <p:spPr>
          <a:xfrm flipH="1">
            <a:off x="8919654" y="166688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9" name="Google Shape;5029;p61"/>
          <p:cNvSpPr/>
          <p:nvPr/>
        </p:nvSpPr>
        <p:spPr>
          <a:xfrm flipH="1">
            <a:off x="8919654" y="4562489"/>
            <a:ext cx="100466" cy="100466"/>
          </a:xfrm>
          <a:custGeom>
            <a:rect b="b" l="l" r="r" t="t"/>
            <a:pathLst>
              <a:path extrusionOk="0" h="1797" w="1797">
                <a:moveTo>
                  <a:pt x="888" y="1"/>
                </a:moveTo>
                <a:lnTo>
                  <a:pt x="707" y="21"/>
                </a:lnTo>
                <a:lnTo>
                  <a:pt x="545" y="82"/>
                </a:lnTo>
                <a:lnTo>
                  <a:pt x="384" y="162"/>
                </a:lnTo>
                <a:lnTo>
                  <a:pt x="263" y="263"/>
                </a:lnTo>
                <a:lnTo>
                  <a:pt x="142" y="405"/>
                </a:lnTo>
                <a:lnTo>
                  <a:pt x="61" y="546"/>
                </a:lnTo>
                <a:lnTo>
                  <a:pt x="21" y="727"/>
                </a:lnTo>
                <a:lnTo>
                  <a:pt x="0" y="909"/>
                </a:lnTo>
                <a:lnTo>
                  <a:pt x="21" y="1091"/>
                </a:lnTo>
                <a:lnTo>
                  <a:pt x="61" y="1252"/>
                </a:lnTo>
                <a:lnTo>
                  <a:pt x="142" y="1414"/>
                </a:lnTo>
                <a:lnTo>
                  <a:pt x="263" y="1535"/>
                </a:lnTo>
                <a:lnTo>
                  <a:pt x="384" y="1656"/>
                </a:lnTo>
                <a:lnTo>
                  <a:pt x="545" y="1736"/>
                </a:lnTo>
                <a:lnTo>
                  <a:pt x="707" y="1797"/>
                </a:lnTo>
                <a:lnTo>
                  <a:pt x="1070" y="1797"/>
                </a:lnTo>
                <a:lnTo>
                  <a:pt x="1252" y="1736"/>
                </a:lnTo>
                <a:lnTo>
                  <a:pt x="1393" y="1656"/>
                </a:lnTo>
                <a:lnTo>
                  <a:pt x="1534" y="1535"/>
                </a:lnTo>
                <a:lnTo>
                  <a:pt x="1635" y="1414"/>
                </a:lnTo>
                <a:lnTo>
                  <a:pt x="171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16" y="546"/>
                </a:lnTo>
                <a:lnTo>
                  <a:pt x="1635" y="405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2"/>
                </a:lnTo>
                <a:lnTo>
                  <a:pt x="1070" y="21"/>
                </a:lnTo>
                <a:lnTo>
                  <a:pt x="8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0" name="Google Shape;5030;p61"/>
          <p:cNvSpPr/>
          <p:nvPr/>
        </p:nvSpPr>
        <p:spPr>
          <a:xfrm>
            <a:off x="3125286" y="5066798"/>
            <a:ext cx="53445" cy="50368"/>
          </a:xfrm>
          <a:custGeom>
            <a:rect b="b" l="l" r="r" t="t"/>
            <a:pathLst>
              <a:path extrusionOk="0" h="1326" w="1407">
                <a:moveTo>
                  <a:pt x="724" y="1"/>
                </a:moveTo>
                <a:lnTo>
                  <a:pt x="1" y="683"/>
                </a:lnTo>
                <a:lnTo>
                  <a:pt x="21" y="724"/>
                </a:lnTo>
                <a:lnTo>
                  <a:pt x="61" y="744"/>
                </a:lnTo>
                <a:lnTo>
                  <a:pt x="181" y="784"/>
                </a:lnTo>
                <a:lnTo>
                  <a:pt x="322" y="824"/>
                </a:lnTo>
                <a:lnTo>
                  <a:pt x="382" y="864"/>
                </a:lnTo>
                <a:lnTo>
                  <a:pt x="422" y="884"/>
                </a:lnTo>
                <a:lnTo>
                  <a:pt x="503" y="1005"/>
                </a:lnTo>
                <a:lnTo>
                  <a:pt x="583" y="1105"/>
                </a:lnTo>
                <a:lnTo>
                  <a:pt x="704" y="1326"/>
                </a:lnTo>
                <a:lnTo>
                  <a:pt x="1406" y="623"/>
                </a:lnTo>
                <a:lnTo>
                  <a:pt x="7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1" name="Google Shape;5031;p61"/>
          <p:cNvSpPr/>
          <p:nvPr/>
        </p:nvSpPr>
        <p:spPr>
          <a:xfrm>
            <a:off x="2796564" y="4599241"/>
            <a:ext cx="54205" cy="50406"/>
          </a:xfrm>
          <a:custGeom>
            <a:rect b="b" l="l" r="r" t="t"/>
            <a:pathLst>
              <a:path extrusionOk="0" h="1327" w="1427">
                <a:moveTo>
                  <a:pt x="723" y="1"/>
                </a:moveTo>
                <a:lnTo>
                  <a:pt x="1" y="684"/>
                </a:lnTo>
                <a:lnTo>
                  <a:pt x="221" y="784"/>
                </a:lnTo>
                <a:lnTo>
                  <a:pt x="322" y="824"/>
                </a:lnTo>
                <a:lnTo>
                  <a:pt x="422" y="884"/>
                </a:lnTo>
                <a:lnTo>
                  <a:pt x="502" y="1005"/>
                </a:lnTo>
                <a:lnTo>
                  <a:pt x="583" y="1105"/>
                </a:lnTo>
                <a:lnTo>
                  <a:pt x="723" y="1326"/>
                </a:lnTo>
                <a:lnTo>
                  <a:pt x="1426" y="643"/>
                </a:lnTo>
                <a:lnTo>
                  <a:pt x="72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2" name="Google Shape;5032;p61"/>
          <p:cNvSpPr/>
          <p:nvPr/>
        </p:nvSpPr>
        <p:spPr>
          <a:xfrm>
            <a:off x="2963584" y="4599241"/>
            <a:ext cx="50406" cy="48887"/>
          </a:xfrm>
          <a:custGeom>
            <a:rect b="b" l="l" r="r" t="t"/>
            <a:pathLst>
              <a:path extrusionOk="0" h="1287" w="1327">
                <a:moveTo>
                  <a:pt x="664" y="1"/>
                </a:moveTo>
                <a:lnTo>
                  <a:pt x="1" y="664"/>
                </a:lnTo>
                <a:lnTo>
                  <a:pt x="664" y="1286"/>
                </a:lnTo>
                <a:lnTo>
                  <a:pt x="1326" y="623"/>
                </a:lnTo>
                <a:lnTo>
                  <a:pt x="66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3" name="Google Shape;5033;p61"/>
          <p:cNvSpPr/>
          <p:nvPr/>
        </p:nvSpPr>
        <p:spPr>
          <a:xfrm>
            <a:off x="2798083" y="4754865"/>
            <a:ext cx="54205" cy="51888"/>
          </a:xfrm>
          <a:custGeom>
            <a:rect b="b" l="l" r="r" t="t"/>
            <a:pathLst>
              <a:path extrusionOk="0" h="1366" w="1427">
                <a:moveTo>
                  <a:pt x="703" y="0"/>
                </a:moveTo>
                <a:lnTo>
                  <a:pt x="1" y="643"/>
                </a:lnTo>
                <a:lnTo>
                  <a:pt x="744" y="1366"/>
                </a:lnTo>
                <a:lnTo>
                  <a:pt x="784" y="1225"/>
                </a:lnTo>
                <a:lnTo>
                  <a:pt x="844" y="1125"/>
                </a:lnTo>
                <a:lnTo>
                  <a:pt x="924" y="1024"/>
                </a:lnTo>
                <a:lnTo>
                  <a:pt x="1005" y="944"/>
                </a:lnTo>
                <a:lnTo>
                  <a:pt x="1105" y="864"/>
                </a:lnTo>
                <a:lnTo>
                  <a:pt x="1205" y="803"/>
                </a:lnTo>
                <a:lnTo>
                  <a:pt x="1426" y="683"/>
                </a:lnTo>
                <a:lnTo>
                  <a:pt x="1346" y="582"/>
                </a:lnTo>
                <a:lnTo>
                  <a:pt x="1266" y="522"/>
                </a:lnTo>
                <a:lnTo>
                  <a:pt x="1045" y="402"/>
                </a:lnTo>
                <a:lnTo>
                  <a:pt x="964" y="342"/>
                </a:lnTo>
                <a:lnTo>
                  <a:pt x="884" y="281"/>
                </a:lnTo>
                <a:lnTo>
                  <a:pt x="824" y="181"/>
                </a:lnTo>
                <a:lnTo>
                  <a:pt x="804" y="40"/>
                </a:lnTo>
                <a:lnTo>
                  <a:pt x="784" y="20"/>
                </a:lnTo>
                <a:lnTo>
                  <a:pt x="744" y="20"/>
                </a:lnTo>
                <a:lnTo>
                  <a:pt x="70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4" name="Google Shape;5034;p61"/>
          <p:cNvSpPr/>
          <p:nvPr/>
        </p:nvSpPr>
        <p:spPr>
          <a:xfrm>
            <a:off x="2961305" y="4754105"/>
            <a:ext cx="54205" cy="54167"/>
          </a:xfrm>
          <a:custGeom>
            <a:rect b="b" l="l" r="r" t="t"/>
            <a:pathLst>
              <a:path extrusionOk="0" h="1426" w="1427">
                <a:moveTo>
                  <a:pt x="724" y="0"/>
                </a:moveTo>
                <a:lnTo>
                  <a:pt x="1" y="703"/>
                </a:lnTo>
                <a:lnTo>
                  <a:pt x="121" y="743"/>
                </a:lnTo>
                <a:lnTo>
                  <a:pt x="242" y="823"/>
                </a:lnTo>
                <a:lnTo>
                  <a:pt x="342" y="884"/>
                </a:lnTo>
                <a:lnTo>
                  <a:pt x="422" y="984"/>
                </a:lnTo>
                <a:lnTo>
                  <a:pt x="603" y="1185"/>
                </a:lnTo>
                <a:lnTo>
                  <a:pt x="744" y="1426"/>
                </a:lnTo>
                <a:lnTo>
                  <a:pt x="844" y="1165"/>
                </a:lnTo>
                <a:lnTo>
                  <a:pt x="904" y="1064"/>
                </a:lnTo>
                <a:lnTo>
                  <a:pt x="964" y="984"/>
                </a:lnTo>
                <a:lnTo>
                  <a:pt x="1065" y="904"/>
                </a:lnTo>
                <a:lnTo>
                  <a:pt x="1185" y="823"/>
                </a:lnTo>
                <a:lnTo>
                  <a:pt x="1426" y="683"/>
                </a:lnTo>
                <a:lnTo>
                  <a:pt x="72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5" name="Google Shape;5035;p61"/>
          <p:cNvSpPr/>
          <p:nvPr/>
        </p:nvSpPr>
        <p:spPr>
          <a:xfrm>
            <a:off x="3127565" y="4754865"/>
            <a:ext cx="51166" cy="47329"/>
          </a:xfrm>
          <a:custGeom>
            <a:rect b="b" l="l" r="r" t="t"/>
            <a:pathLst>
              <a:path extrusionOk="0" h="1246" w="1347">
                <a:moveTo>
                  <a:pt x="664" y="0"/>
                </a:moveTo>
                <a:lnTo>
                  <a:pt x="1" y="663"/>
                </a:lnTo>
                <a:lnTo>
                  <a:pt x="664" y="1245"/>
                </a:lnTo>
                <a:lnTo>
                  <a:pt x="1346" y="663"/>
                </a:lnTo>
                <a:lnTo>
                  <a:pt x="6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6" name="Google Shape;5036;p61"/>
          <p:cNvSpPr/>
          <p:nvPr/>
        </p:nvSpPr>
        <p:spPr>
          <a:xfrm>
            <a:off x="2790448" y="4905856"/>
            <a:ext cx="64119" cy="55724"/>
          </a:xfrm>
          <a:custGeom>
            <a:rect b="b" l="l" r="r" t="t"/>
            <a:pathLst>
              <a:path extrusionOk="0" h="1467" w="1688">
                <a:moveTo>
                  <a:pt x="864" y="1"/>
                </a:moveTo>
                <a:lnTo>
                  <a:pt x="764" y="262"/>
                </a:lnTo>
                <a:lnTo>
                  <a:pt x="704" y="362"/>
                </a:lnTo>
                <a:lnTo>
                  <a:pt x="643" y="463"/>
                </a:lnTo>
                <a:lnTo>
                  <a:pt x="523" y="543"/>
                </a:lnTo>
                <a:lnTo>
                  <a:pt x="382" y="623"/>
                </a:lnTo>
                <a:lnTo>
                  <a:pt x="1" y="844"/>
                </a:lnTo>
                <a:lnTo>
                  <a:pt x="162" y="864"/>
                </a:lnTo>
                <a:lnTo>
                  <a:pt x="302" y="904"/>
                </a:lnTo>
                <a:lnTo>
                  <a:pt x="423" y="965"/>
                </a:lnTo>
                <a:lnTo>
                  <a:pt x="543" y="1025"/>
                </a:lnTo>
                <a:lnTo>
                  <a:pt x="623" y="1085"/>
                </a:lnTo>
                <a:lnTo>
                  <a:pt x="704" y="1186"/>
                </a:lnTo>
                <a:lnTo>
                  <a:pt x="744" y="1286"/>
                </a:lnTo>
                <a:lnTo>
                  <a:pt x="784" y="1406"/>
                </a:lnTo>
                <a:lnTo>
                  <a:pt x="804" y="1427"/>
                </a:lnTo>
                <a:lnTo>
                  <a:pt x="864" y="1447"/>
                </a:lnTo>
                <a:lnTo>
                  <a:pt x="985" y="1467"/>
                </a:lnTo>
                <a:lnTo>
                  <a:pt x="1045" y="1286"/>
                </a:lnTo>
                <a:lnTo>
                  <a:pt x="1065" y="1206"/>
                </a:lnTo>
                <a:lnTo>
                  <a:pt x="1105" y="1145"/>
                </a:lnTo>
                <a:lnTo>
                  <a:pt x="1246" y="1045"/>
                </a:lnTo>
                <a:lnTo>
                  <a:pt x="1386" y="945"/>
                </a:lnTo>
                <a:lnTo>
                  <a:pt x="1688" y="744"/>
                </a:lnTo>
                <a:lnTo>
                  <a:pt x="1547" y="684"/>
                </a:lnTo>
                <a:lnTo>
                  <a:pt x="1427" y="623"/>
                </a:lnTo>
                <a:lnTo>
                  <a:pt x="1306" y="543"/>
                </a:lnTo>
                <a:lnTo>
                  <a:pt x="1206" y="463"/>
                </a:lnTo>
                <a:lnTo>
                  <a:pt x="1105" y="362"/>
                </a:lnTo>
                <a:lnTo>
                  <a:pt x="1025" y="262"/>
                </a:lnTo>
                <a:lnTo>
                  <a:pt x="86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7" name="Google Shape;5037;p61"/>
          <p:cNvSpPr/>
          <p:nvPr/>
        </p:nvSpPr>
        <p:spPr>
          <a:xfrm>
            <a:off x="2962824" y="4910452"/>
            <a:ext cx="53445" cy="50368"/>
          </a:xfrm>
          <a:custGeom>
            <a:rect b="b" l="l" r="r" t="t"/>
            <a:pathLst>
              <a:path extrusionOk="0" h="1326" w="1407">
                <a:moveTo>
                  <a:pt x="684" y="0"/>
                </a:moveTo>
                <a:lnTo>
                  <a:pt x="1" y="663"/>
                </a:lnTo>
                <a:lnTo>
                  <a:pt x="724" y="1326"/>
                </a:lnTo>
                <a:lnTo>
                  <a:pt x="764" y="1225"/>
                </a:lnTo>
                <a:lnTo>
                  <a:pt x="824" y="1105"/>
                </a:lnTo>
                <a:lnTo>
                  <a:pt x="904" y="1024"/>
                </a:lnTo>
                <a:lnTo>
                  <a:pt x="985" y="944"/>
                </a:lnTo>
                <a:lnTo>
                  <a:pt x="1186" y="804"/>
                </a:lnTo>
                <a:lnTo>
                  <a:pt x="1406" y="683"/>
                </a:lnTo>
                <a:lnTo>
                  <a:pt x="1326" y="583"/>
                </a:lnTo>
                <a:lnTo>
                  <a:pt x="1246" y="522"/>
                </a:lnTo>
                <a:lnTo>
                  <a:pt x="1045" y="402"/>
                </a:lnTo>
                <a:lnTo>
                  <a:pt x="945" y="342"/>
                </a:lnTo>
                <a:lnTo>
                  <a:pt x="864" y="261"/>
                </a:lnTo>
                <a:lnTo>
                  <a:pt x="804" y="161"/>
                </a:lnTo>
                <a:lnTo>
                  <a:pt x="784" y="41"/>
                </a:lnTo>
                <a:lnTo>
                  <a:pt x="764" y="20"/>
                </a:lnTo>
                <a:lnTo>
                  <a:pt x="72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8" name="Google Shape;5038;p61"/>
          <p:cNvSpPr/>
          <p:nvPr/>
        </p:nvSpPr>
        <p:spPr>
          <a:xfrm>
            <a:off x="3127565" y="4911211"/>
            <a:ext cx="51166" cy="48089"/>
          </a:xfrm>
          <a:custGeom>
            <a:rect b="b" l="l" r="r" t="t"/>
            <a:pathLst>
              <a:path extrusionOk="0" h="1266" w="1347">
                <a:moveTo>
                  <a:pt x="664" y="0"/>
                </a:moveTo>
                <a:lnTo>
                  <a:pt x="1" y="623"/>
                </a:lnTo>
                <a:lnTo>
                  <a:pt x="684" y="1265"/>
                </a:lnTo>
                <a:lnTo>
                  <a:pt x="1346" y="603"/>
                </a:lnTo>
                <a:lnTo>
                  <a:pt x="6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9" name="Google Shape;5039;p61"/>
          <p:cNvSpPr/>
          <p:nvPr/>
        </p:nvSpPr>
        <p:spPr>
          <a:xfrm>
            <a:off x="2793525" y="5065279"/>
            <a:ext cx="58003" cy="53445"/>
          </a:xfrm>
          <a:custGeom>
            <a:rect b="b" l="l" r="r" t="t"/>
            <a:pathLst>
              <a:path extrusionOk="0" h="1407" w="1527">
                <a:moveTo>
                  <a:pt x="783" y="1"/>
                </a:moveTo>
                <a:lnTo>
                  <a:pt x="683" y="161"/>
                </a:lnTo>
                <a:lnTo>
                  <a:pt x="623" y="282"/>
                </a:lnTo>
                <a:lnTo>
                  <a:pt x="542" y="362"/>
                </a:lnTo>
                <a:lnTo>
                  <a:pt x="422" y="442"/>
                </a:lnTo>
                <a:lnTo>
                  <a:pt x="301" y="523"/>
                </a:lnTo>
                <a:lnTo>
                  <a:pt x="0" y="663"/>
                </a:lnTo>
                <a:lnTo>
                  <a:pt x="301" y="844"/>
                </a:lnTo>
                <a:lnTo>
                  <a:pt x="422" y="904"/>
                </a:lnTo>
                <a:lnTo>
                  <a:pt x="542" y="984"/>
                </a:lnTo>
                <a:lnTo>
                  <a:pt x="582" y="1045"/>
                </a:lnTo>
                <a:lnTo>
                  <a:pt x="603" y="1105"/>
                </a:lnTo>
                <a:lnTo>
                  <a:pt x="643" y="1225"/>
                </a:lnTo>
                <a:lnTo>
                  <a:pt x="683" y="1346"/>
                </a:lnTo>
                <a:lnTo>
                  <a:pt x="703" y="1386"/>
                </a:lnTo>
                <a:lnTo>
                  <a:pt x="763" y="1406"/>
                </a:lnTo>
                <a:lnTo>
                  <a:pt x="1526" y="683"/>
                </a:lnTo>
                <a:lnTo>
                  <a:pt x="7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0" name="Google Shape;5040;p61"/>
          <p:cNvSpPr/>
          <p:nvPr/>
        </p:nvSpPr>
        <p:spPr>
          <a:xfrm>
            <a:off x="2962065" y="5066038"/>
            <a:ext cx="53445" cy="50368"/>
          </a:xfrm>
          <a:custGeom>
            <a:rect b="b" l="l" r="r" t="t"/>
            <a:pathLst>
              <a:path extrusionOk="0" h="1326" w="1407">
                <a:moveTo>
                  <a:pt x="704" y="1"/>
                </a:moveTo>
                <a:lnTo>
                  <a:pt x="1" y="663"/>
                </a:lnTo>
                <a:lnTo>
                  <a:pt x="704" y="1326"/>
                </a:lnTo>
                <a:lnTo>
                  <a:pt x="1406" y="663"/>
                </a:lnTo>
                <a:lnTo>
                  <a:pt x="70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1" name="Google Shape;5041;p61"/>
          <p:cNvSpPr/>
          <p:nvPr/>
        </p:nvSpPr>
        <p:spPr>
          <a:xfrm>
            <a:off x="3128363" y="4600038"/>
            <a:ext cx="50368" cy="46532"/>
          </a:xfrm>
          <a:custGeom>
            <a:rect b="b" l="l" r="r" t="t"/>
            <a:pathLst>
              <a:path extrusionOk="0" h="1225" w="1326">
                <a:moveTo>
                  <a:pt x="643" y="0"/>
                </a:moveTo>
                <a:lnTo>
                  <a:pt x="0" y="622"/>
                </a:lnTo>
                <a:lnTo>
                  <a:pt x="643" y="1225"/>
                </a:lnTo>
                <a:lnTo>
                  <a:pt x="1325" y="643"/>
                </a:lnTo>
                <a:lnTo>
                  <a:pt x="64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2" name="Google Shape;5042;p61"/>
          <p:cNvSpPr/>
          <p:nvPr/>
        </p:nvSpPr>
        <p:spPr>
          <a:xfrm>
            <a:off x="3292344" y="4602317"/>
            <a:ext cx="49608" cy="44253"/>
          </a:xfrm>
          <a:custGeom>
            <a:rect b="b" l="l" r="r" t="t"/>
            <a:pathLst>
              <a:path extrusionOk="0" h="1165" w="1306">
                <a:moveTo>
                  <a:pt x="663" y="0"/>
                </a:moveTo>
                <a:lnTo>
                  <a:pt x="0" y="562"/>
                </a:lnTo>
                <a:lnTo>
                  <a:pt x="643" y="1165"/>
                </a:lnTo>
                <a:lnTo>
                  <a:pt x="1305" y="58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3" name="Google Shape;5043;p61"/>
          <p:cNvSpPr/>
          <p:nvPr/>
        </p:nvSpPr>
        <p:spPr>
          <a:xfrm>
            <a:off x="2634862" y="4600038"/>
            <a:ext cx="53445" cy="54167"/>
          </a:xfrm>
          <a:custGeom>
            <a:rect b="b" l="l" r="r" t="t"/>
            <a:pathLst>
              <a:path extrusionOk="0" h="1426" w="1407">
                <a:moveTo>
                  <a:pt x="683" y="0"/>
                </a:moveTo>
                <a:lnTo>
                  <a:pt x="1" y="622"/>
                </a:lnTo>
                <a:lnTo>
                  <a:pt x="804" y="1426"/>
                </a:lnTo>
                <a:lnTo>
                  <a:pt x="804" y="1265"/>
                </a:lnTo>
                <a:lnTo>
                  <a:pt x="824" y="1145"/>
                </a:lnTo>
                <a:lnTo>
                  <a:pt x="864" y="1024"/>
                </a:lnTo>
                <a:lnTo>
                  <a:pt x="904" y="944"/>
                </a:lnTo>
                <a:lnTo>
                  <a:pt x="985" y="884"/>
                </a:lnTo>
                <a:lnTo>
                  <a:pt x="1065" y="823"/>
                </a:lnTo>
                <a:lnTo>
                  <a:pt x="1165" y="783"/>
                </a:lnTo>
                <a:lnTo>
                  <a:pt x="1286" y="763"/>
                </a:lnTo>
                <a:lnTo>
                  <a:pt x="1326" y="743"/>
                </a:lnTo>
                <a:lnTo>
                  <a:pt x="1366" y="703"/>
                </a:lnTo>
                <a:lnTo>
                  <a:pt x="1386" y="683"/>
                </a:lnTo>
                <a:lnTo>
                  <a:pt x="1406" y="643"/>
                </a:lnTo>
                <a:lnTo>
                  <a:pt x="1386" y="602"/>
                </a:lnTo>
                <a:lnTo>
                  <a:pt x="1366" y="562"/>
                </a:lnTo>
                <a:lnTo>
                  <a:pt x="1306" y="502"/>
                </a:lnTo>
                <a:lnTo>
                  <a:pt x="1145" y="442"/>
                </a:lnTo>
                <a:lnTo>
                  <a:pt x="985" y="361"/>
                </a:lnTo>
                <a:lnTo>
                  <a:pt x="924" y="321"/>
                </a:lnTo>
                <a:lnTo>
                  <a:pt x="864" y="261"/>
                </a:lnTo>
                <a:lnTo>
                  <a:pt x="824" y="181"/>
                </a:lnTo>
                <a:lnTo>
                  <a:pt x="804" y="80"/>
                </a:lnTo>
                <a:lnTo>
                  <a:pt x="784" y="40"/>
                </a:lnTo>
                <a:lnTo>
                  <a:pt x="744" y="20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4" name="Google Shape;5044;p61"/>
          <p:cNvSpPr/>
          <p:nvPr/>
        </p:nvSpPr>
        <p:spPr>
          <a:xfrm>
            <a:off x="2634862" y="4754865"/>
            <a:ext cx="52685" cy="49608"/>
          </a:xfrm>
          <a:custGeom>
            <a:rect b="b" l="l" r="r" t="t"/>
            <a:pathLst>
              <a:path extrusionOk="0" h="1306" w="1387">
                <a:moveTo>
                  <a:pt x="663" y="0"/>
                </a:moveTo>
                <a:lnTo>
                  <a:pt x="583" y="60"/>
                </a:lnTo>
                <a:lnTo>
                  <a:pt x="523" y="141"/>
                </a:lnTo>
                <a:lnTo>
                  <a:pt x="422" y="301"/>
                </a:lnTo>
                <a:lnTo>
                  <a:pt x="342" y="382"/>
                </a:lnTo>
                <a:lnTo>
                  <a:pt x="262" y="462"/>
                </a:lnTo>
                <a:lnTo>
                  <a:pt x="161" y="522"/>
                </a:lnTo>
                <a:lnTo>
                  <a:pt x="41" y="542"/>
                </a:lnTo>
                <a:lnTo>
                  <a:pt x="21" y="562"/>
                </a:lnTo>
                <a:lnTo>
                  <a:pt x="21" y="603"/>
                </a:lnTo>
                <a:lnTo>
                  <a:pt x="1" y="643"/>
                </a:lnTo>
                <a:lnTo>
                  <a:pt x="663" y="1305"/>
                </a:lnTo>
                <a:lnTo>
                  <a:pt x="1386" y="66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5" name="Google Shape;5045;p61"/>
          <p:cNvSpPr/>
          <p:nvPr/>
        </p:nvSpPr>
        <p:spPr>
          <a:xfrm>
            <a:off x="3290787" y="5066798"/>
            <a:ext cx="51925" cy="48089"/>
          </a:xfrm>
          <a:custGeom>
            <a:rect b="b" l="l" r="r" t="t"/>
            <a:pathLst>
              <a:path extrusionOk="0" h="1266" w="1367">
                <a:moveTo>
                  <a:pt x="704" y="1"/>
                </a:moveTo>
                <a:lnTo>
                  <a:pt x="1" y="623"/>
                </a:lnTo>
                <a:lnTo>
                  <a:pt x="704" y="1266"/>
                </a:lnTo>
                <a:lnTo>
                  <a:pt x="1366" y="643"/>
                </a:lnTo>
                <a:lnTo>
                  <a:pt x="70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6" name="Google Shape;5046;p61"/>
          <p:cNvSpPr/>
          <p:nvPr/>
        </p:nvSpPr>
        <p:spPr>
          <a:xfrm>
            <a:off x="2633342" y="5066038"/>
            <a:ext cx="55724" cy="53445"/>
          </a:xfrm>
          <a:custGeom>
            <a:rect b="b" l="l" r="r" t="t"/>
            <a:pathLst>
              <a:path extrusionOk="0" h="1407" w="1467">
                <a:moveTo>
                  <a:pt x="703" y="1"/>
                </a:moveTo>
                <a:lnTo>
                  <a:pt x="0" y="663"/>
                </a:lnTo>
                <a:lnTo>
                  <a:pt x="804" y="1406"/>
                </a:lnTo>
                <a:lnTo>
                  <a:pt x="824" y="1246"/>
                </a:lnTo>
                <a:lnTo>
                  <a:pt x="864" y="1125"/>
                </a:lnTo>
                <a:lnTo>
                  <a:pt x="944" y="1025"/>
                </a:lnTo>
                <a:lnTo>
                  <a:pt x="1045" y="944"/>
                </a:lnTo>
                <a:lnTo>
                  <a:pt x="1145" y="884"/>
                </a:lnTo>
                <a:lnTo>
                  <a:pt x="1245" y="824"/>
                </a:lnTo>
                <a:lnTo>
                  <a:pt x="1466" y="683"/>
                </a:lnTo>
                <a:lnTo>
                  <a:pt x="70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7" name="Google Shape;5047;p61"/>
          <p:cNvSpPr/>
          <p:nvPr/>
        </p:nvSpPr>
        <p:spPr>
          <a:xfrm>
            <a:off x="3291584" y="4757144"/>
            <a:ext cx="51128" cy="45050"/>
          </a:xfrm>
          <a:custGeom>
            <a:rect b="b" l="l" r="r" t="t"/>
            <a:pathLst>
              <a:path extrusionOk="0" h="1186" w="1346">
                <a:moveTo>
                  <a:pt x="663" y="0"/>
                </a:moveTo>
                <a:lnTo>
                  <a:pt x="0" y="583"/>
                </a:lnTo>
                <a:lnTo>
                  <a:pt x="663" y="1185"/>
                </a:lnTo>
                <a:lnTo>
                  <a:pt x="1345" y="60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8" name="Google Shape;5048;p61"/>
          <p:cNvSpPr/>
          <p:nvPr/>
        </p:nvSpPr>
        <p:spPr>
          <a:xfrm>
            <a:off x="2468601" y="5064519"/>
            <a:ext cx="58763" cy="54964"/>
          </a:xfrm>
          <a:custGeom>
            <a:rect b="b" l="l" r="r" t="t"/>
            <a:pathLst>
              <a:path extrusionOk="0" h="1447" w="1547">
                <a:moveTo>
                  <a:pt x="763" y="0"/>
                </a:moveTo>
                <a:lnTo>
                  <a:pt x="0" y="703"/>
                </a:lnTo>
                <a:lnTo>
                  <a:pt x="804" y="1446"/>
                </a:lnTo>
                <a:lnTo>
                  <a:pt x="824" y="1306"/>
                </a:lnTo>
                <a:lnTo>
                  <a:pt x="884" y="1165"/>
                </a:lnTo>
                <a:lnTo>
                  <a:pt x="964" y="1065"/>
                </a:lnTo>
                <a:lnTo>
                  <a:pt x="1065" y="984"/>
                </a:lnTo>
                <a:lnTo>
                  <a:pt x="1165" y="904"/>
                </a:lnTo>
                <a:lnTo>
                  <a:pt x="1285" y="844"/>
                </a:lnTo>
                <a:lnTo>
                  <a:pt x="1546" y="683"/>
                </a:lnTo>
                <a:lnTo>
                  <a:pt x="1245" y="543"/>
                </a:lnTo>
                <a:lnTo>
                  <a:pt x="1125" y="482"/>
                </a:lnTo>
                <a:lnTo>
                  <a:pt x="1024" y="402"/>
                </a:lnTo>
                <a:lnTo>
                  <a:pt x="944" y="322"/>
                </a:lnTo>
                <a:lnTo>
                  <a:pt x="864" y="201"/>
                </a:lnTo>
                <a:lnTo>
                  <a:pt x="7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9" name="Google Shape;5049;p61"/>
          <p:cNvSpPr/>
          <p:nvPr/>
        </p:nvSpPr>
        <p:spPr>
          <a:xfrm>
            <a:off x="3290787" y="4912731"/>
            <a:ext cx="51925" cy="46570"/>
          </a:xfrm>
          <a:custGeom>
            <a:rect b="b" l="l" r="r" t="t"/>
            <a:pathLst>
              <a:path extrusionOk="0" h="1226" w="1367">
                <a:moveTo>
                  <a:pt x="704" y="1"/>
                </a:moveTo>
                <a:lnTo>
                  <a:pt x="1" y="583"/>
                </a:lnTo>
                <a:lnTo>
                  <a:pt x="704" y="1225"/>
                </a:lnTo>
                <a:lnTo>
                  <a:pt x="1366" y="583"/>
                </a:lnTo>
                <a:lnTo>
                  <a:pt x="70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0" name="Google Shape;5050;p61"/>
          <p:cNvSpPr/>
          <p:nvPr/>
        </p:nvSpPr>
        <p:spPr>
          <a:xfrm>
            <a:off x="2634102" y="4909692"/>
            <a:ext cx="53445" cy="54964"/>
          </a:xfrm>
          <a:custGeom>
            <a:rect b="b" l="l" r="r" t="t"/>
            <a:pathLst>
              <a:path extrusionOk="0" h="1447" w="1407">
                <a:moveTo>
                  <a:pt x="683" y="0"/>
                </a:moveTo>
                <a:lnTo>
                  <a:pt x="603" y="81"/>
                </a:lnTo>
                <a:lnTo>
                  <a:pt x="543" y="161"/>
                </a:lnTo>
                <a:lnTo>
                  <a:pt x="422" y="342"/>
                </a:lnTo>
                <a:lnTo>
                  <a:pt x="362" y="422"/>
                </a:lnTo>
                <a:lnTo>
                  <a:pt x="262" y="482"/>
                </a:lnTo>
                <a:lnTo>
                  <a:pt x="161" y="542"/>
                </a:lnTo>
                <a:lnTo>
                  <a:pt x="41" y="563"/>
                </a:lnTo>
                <a:lnTo>
                  <a:pt x="21" y="583"/>
                </a:lnTo>
                <a:lnTo>
                  <a:pt x="21" y="643"/>
                </a:lnTo>
                <a:lnTo>
                  <a:pt x="1" y="763"/>
                </a:lnTo>
                <a:lnTo>
                  <a:pt x="221" y="864"/>
                </a:lnTo>
                <a:lnTo>
                  <a:pt x="322" y="904"/>
                </a:lnTo>
                <a:lnTo>
                  <a:pt x="422" y="964"/>
                </a:lnTo>
                <a:lnTo>
                  <a:pt x="503" y="1085"/>
                </a:lnTo>
                <a:lnTo>
                  <a:pt x="563" y="1185"/>
                </a:lnTo>
                <a:lnTo>
                  <a:pt x="703" y="1446"/>
                </a:lnTo>
                <a:lnTo>
                  <a:pt x="1406" y="683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1" name="Google Shape;5051;p61"/>
          <p:cNvSpPr/>
          <p:nvPr/>
        </p:nvSpPr>
        <p:spPr>
          <a:xfrm>
            <a:off x="2470121" y="4901297"/>
            <a:ext cx="57243" cy="60282"/>
          </a:xfrm>
          <a:custGeom>
            <a:rect b="b" l="l" r="r" t="t"/>
            <a:pathLst>
              <a:path extrusionOk="0" h="1587" w="1507">
                <a:moveTo>
                  <a:pt x="683" y="0"/>
                </a:moveTo>
                <a:lnTo>
                  <a:pt x="563" y="302"/>
                </a:lnTo>
                <a:lnTo>
                  <a:pt x="502" y="422"/>
                </a:lnTo>
                <a:lnTo>
                  <a:pt x="422" y="522"/>
                </a:lnTo>
                <a:lnTo>
                  <a:pt x="342" y="623"/>
                </a:lnTo>
                <a:lnTo>
                  <a:pt x="262" y="683"/>
                </a:lnTo>
                <a:lnTo>
                  <a:pt x="161" y="743"/>
                </a:lnTo>
                <a:lnTo>
                  <a:pt x="41" y="784"/>
                </a:lnTo>
                <a:lnTo>
                  <a:pt x="21" y="804"/>
                </a:lnTo>
                <a:lnTo>
                  <a:pt x="0" y="844"/>
                </a:lnTo>
                <a:lnTo>
                  <a:pt x="0" y="904"/>
                </a:lnTo>
                <a:lnTo>
                  <a:pt x="764" y="1587"/>
                </a:lnTo>
                <a:lnTo>
                  <a:pt x="824" y="1406"/>
                </a:lnTo>
                <a:lnTo>
                  <a:pt x="864" y="1306"/>
                </a:lnTo>
                <a:lnTo>
                  <a:pt x="904" y="1245"/>
                </a:lnTo>
                <a:lnTo>
                  <a:pt x="1045" y="1165"/>
                </a:lnTo>
                <a:lnTo>
                  <a:pt x="1185" y="1065"/>
                </a:lnTo>
                <a:lnTo>
                  <a:pt x="1506" y="884"/>
                </a:lnTo>
                <a:lnTo>
                  <a:pt x="1225" y="743"/>
                </a:lnTo>
                <a:lnTo>
                  <a:pt x="1105" y="663"/>
                </a:lnTo>
                <a:lnTo>
                  <a:pt x="1004" y="583"/>
                </a:lnTo>
                <a:lnTo>
                  <a:pt x="904" y="482"/>
                </a:lnTo>
                <a:lnTo>
                  <a:pt x="824" y="342"/>
                </a:lnTo>
                <a:lnTo>
                  <a:pt x="743" y="201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2" name="Google Shape;5052;p61"/>
          <p:cNvSpPr/>
          <p:nvPr/>
        </p:nvSpPr>
        <p:spPr>
          <a:xfrm>
            <a:off x="2302341" y="5065279"/>
            <a:ext cx="58003" cy="51128"/>
          </a:xfrm>
          <a:custGeom>
            <a:rect b="b" l="l" r="r" t="t"/>
            <a:pathLst>
              <a:path extrusionOk="0" h="1346" w="1527">
                <a:moveTo>
                  <a:pt x="783" y="1"/>
                </a:moveTo>
                <a:lnTo>
                  <a:pt x="0" y="723"/>
                </a:lnTo>
                <a:lnTo>
                  <a:pt x="221" y="824"/>
                </a:lnTo>
                <a:lnTo>
                  <a:pt x="422" y="944"/>
                </a:lnTo>
                <a:lnTo>
                  <a:pt x="522" y="1025"/>
                </a:lnTo>
                <a:lnTo>
                  <a:pt x="582" y="1105"/>
                </a:lnTo>
                <a:lnTo>
                  <a:pt x="643" y="1205"/>
                </a:lnTo>
                <a:lnTo>
                  <a:pt x="703" y="1326"/>
                </a:lnTo>
                <a:lnTo>
                  <a:pt x="723" y="1346"/>
                </a:lnTo>
                <a:lnTo>
                  <a:pt x="783" y="1346"/>
                </a:lnTo>
                <a:lnTo>
                  <a:pt x="1526" y="663"/>
                </a:lnTo>
                <a:lnTo>
                  <a:pt x="7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3" name="Google Shape;5053;p61"/>
          <p:cNvSpPr/>
          <p:nvPr/>
        </p:nvSpPr>
        <p:spPr>
          <a:xfrm>
            <a:off x="2304620" y="4910452"/>
            <a:ext cx="54926" cy="50368"/>
          </a:xfrm>
          <a:custGeom>
            <a:rect b="b" l="l" r="r" t="t"/>
            <a:pathLst>
              <a:path extrusionOk="0" h="1326" w="1446">
                <a:moveTo>
                  <a:pt x="703" y="0"/>
                </a:moveTo>
                <a:lnTo>
                  <a:pt x="0" y="663"/>
                </a:lnTo>
                <a:lnTo>
                  <a:pt x="723" y="1326"/>
                </a:lnTo>
                <a:lnTo>
                  <a:pt x="1446" y="663"/>
                </a:lnTo>
                <a:lnTo>
                  <a:pt x="70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4" name="Google Shape;5054;p61"/>
          <p:cNvSpPr/>
          <p:nvPr/>
        </p:nvSpPr>
        <p:spPr>
          <a:xfrm>
            <a:off x="3454806" y="5069077"/>
            <a:ext cx="52647" cy="44291"/>
          </a:xfrm>
          <a:custGeom>
            <a:rect b="b" l="l" r="r" t="t"/>
            <a:pathLst>
              <a:path extrusionOk="0" h="1166" w="1386">
                <a:moveTo>
                  <a:pt x="683" y="1"/>
                </a:moveTo>
                <a:lnTo>
                  <a:pt x="0" y="563"/>
                </a:lnTo>
                <a:lnTo>
                  <a:pt x="723" y="1166"/>
                </a:lnTo>
                <a:lnTo>
                  <a:pt x="1386" y="543"/>
                </a:lnTo>
                <a:lnTo>
                  <a:pt x="6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5" name="Google Shape;5055;p61"/>
          <p:cNvSpPr/>
          <p:nvPr/>
        </p:nvSpPr>
        <p:spPr>
          <a:xfrm>
            <a:off x="2468601" y="4756385"/>
            <a:ext cx="56484" cy="48849"/>
          </a:xfrm>
          <a:custGeom>
            <a:rect b="b" l="l" r="r" t="t"/>
            <a:pathLst>
              <a:path extrusionOk="0" h="1286" w="1487">
                <a:moveTo>
                  <a:pt x="743" y="0"/>
                </a:moveTo>
                <a:lnTo>
                  <a:pt x="0" y="623"/>
                </a:lnTo>
                <a:lnTo>
                  <a:pt x="783" y="1285"/>
                </a:lnTo>
                <a:lnTo>
                  <a:pt x="884" y="1085"/>
                </a:lnTo>
                <a:lnTo>
                  <a:pt x="944" y="984"/>
                </a:lnTo>
                <a:lnTo>
                  <a:pt x="1004" y="884"/>
                </a:lnTo>
                <a:lnTo>
                  <a:pt x="1125" y="824"/>
                </a:lnTo>
                <a:lnTo>
                  <a:pt x="1245" y="763"/>
                </a:lnTo>
                <a:lnTo>
                  <a:pt x="1486" y="643"/>
                </a:lnTo>
                <a:lnTo>
                  <a:pt x="74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6" name="Google Shape;5056;p61"/>
          <p:cNvSpPr/>
          <p:nvPr/>
        </p:nvSpPr>
        <p:spPr>
          <a:xfrm>
            <a:off x="2466322" y="4600798"/>
            <a:ext cx="55686" cy="46532"/>
          </a:xfrm>
          <a:custGeom>
            <a:rect b="b" l="l" r="r" t="t"/>
            <a:pathLst>
              <a:path extrusionOk="0" h="1225" w="1466">
                <a:moveTo>
                  <a:pt x="783" y="0"/>
                </a:moveTo>
                <a:lnTo>
                  <a:pt x="0" y="663"/>
                </a:lnTo>
                <a:lnTo>
                  <a:pt x="221" y="743"/>
                </a:lnTo>
                <a:lnTo>
                  <a:pt x="341" y="783"/>
                </a:lnTo>
                <a:lnTo>
                  <a:pt x="422" y="843"/>
                </a:lnTo>
                <a:lnTo>
                  <a:pt x="522" y="924"/>
                </a:lnTo>
                <a:lnTo>
                  <a:pt x="582" y="1004"/>
                </a:lnTo>
                <a:lnTo>
                  <a:pt x="643" y="1084"/>
                </a:lnTo>
                <a:lnTo>
                  <a:pt x="703" y="1205"/>
                </a:lnTo>
                <a:lnTo>
                  <a:pt x="723" y="1225"/>
                </a:lnTo>
                <a:lnTo>
                  <a:pt x="783" y="1225"/>
                </a:lnTo>
                <a:lnTo>
                  <a:pt x="1466" y="602"/>
                </a:lnTo>
                <a:lnTo>
                  <a:pt x="7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7" name="Google Shape;5057;p61"/>
          <p:cNvSpPr/>
          <p:nvPr/>
        </p:nvSpPr>
        <p:spPr>
          <a:xfrm>
            <a:off x="3453249" y="4914250"/>
            <a:ext cx="54205" cy="44291"/>
          </a:xfrm>
          <a:custGeom>
            <a:rect b="b" l="l" r="r" t="t"/>
            <a:pathLst>
              <a:path extrusionOk="0" h="1166" w="1427">
                <a:moveTo>
                  <a:pt x="724" y="1"/>
                </a:moveTo>
                <a:lnTo>
                  <a:pt x="1" y="603"/>
                </a:lnTo>
                <a:lnTo>
                  <a:pt x="242" y="683"/>
                </a:lnTo>
                <a:lnTo>
                  <a:pt x="342" y="724"/>
                </a:lnTo>
                <a:lnTo>
                  <a:pt x="423" y="784"/>
                </a:lnTo>
                <a:lnTo>
                  <a:pt x="503" y="864"/>
                </a:lnTo>
                <a:lnTo>
                  <a:pt x="563" y="965"/>
                </a:lnTo>
                <a:lnTo>
                  <a:pt x="684" y="1165"/>
                </a:lnTo>
                <a:lnTo>
                  <a:pt x="1427" y="543"/>
                </a:lnTo>
                <a:lnTo>
                  <a:pt x="7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8" name="Google Shape;5058;p61"/>
          <p:cNvSpPr/>
          <p:nvPr/>
        </p:nvSpPr>
        <p:spPr>
          <a:xfrm>
            <a:off x="3455566" y="4758664"/>
            <a:ext cx="45772" cy="42733"/>
          </a:xfrm>
          <a:custGeom>
            <a:rect b="b" l="l" r="r" t="t"/>
            <a:pathLst>
              <a:path extrusionOk="0" h="1125" w="1205">
                <a:moveTo>
                  <a:pt x="663" y="1"/>
                </a:moveTo>
                <a:lnTo>
                  <a:pt x="0" y="543"/>
                </a:lnTo>
                <a:lnTo>
                  <a:pt x="703" y="1125"/>
                </a:lnTo>
                <a:lnTo>
                  <a:pt x="1205" y="663"/>
                </a:lnTo>
                <a:lnTo>
                  <a:pt x="66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9" name="Google Shape;5059;p61"/>
          <p:cNvSpPr/>
          <p:nvPr/>
        </p:nvSpPr>
        <p:spPr>
          <a:xfrm>
            <a:off x="2306140" y="4754105"/>
            <a:ext cx="53407" cy="49608"/>
          </a:xfrm>
          <a:custGeom>
            <a:rect b="b" l="l" r="r" t="t"/>
            <a:pathLst>
              <a:path extrusionOk="0" h="1306" w="1406">
                <a:moveTo>
                  <a:pt x="663" y="0"/>
                </a:moveTo>
                <a:lnTo>
                  <a:pt x="563" y="161"/>
                </a:lnTo>
                <a:lnTo>
                  <a:pt x="502" y="261"/>
                </a:lnTo>
                <a:lnTo>
                  <a:pt x="422" y="341"/>
                </a:lnTo>
                <a:lnTo>
                  <a:pt x="322" y="422"/>
                </a:lnTo>
                <a:lnTo>
                  <a:pt x="221" y="502"/>
                </a:lnTo>
                <a:lnTo>
                  <a:pt x="0" y="663"/>
                </a:lnTo>
                <a:lnTo>
                  <a:pt x="683" y="1305"/>
                </a:lnTo>
                <a:lnTo>
                  <a:pt x="1406" y="66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0" name="Google Shape;5060;p61"/>
          <p:cNvSpPr/>
          <p:nvPr/>
        </p:nvSpPr>
        <p:spPr>
          <a:xfrm>
            <a:off x="2306899" y="4599241"/>
            <a:ext cx="54964" cy="48089"/>
          </a:xfrm>
          <a:custGeom>
            <a:rect b="b" l="l" r="r" t="t"/>
            <a:pathLst>
              <a:path extrusionOk="0" h="1266" w="1447">
                <a:moveTo>
                  <a:pt x="683" y="1"/>
                </a:moveTo>
                <a:lnTo>
                  <a:pt x="0" y="664"/>
                </a:lnTo>
                <a:lnTo>
                  <a:pt x="663" y="1266"/>
                </a:lnTo>
                <a:lnTo>
                  <a:pt x="1446" y="603"/>
                </a:lnTo>
                <a:lnTo>
                  <a:pt x="1165" y="503"/>
                </a:lnTo>
                <a:lnTo>
                  <a:pt x="1065" y="443"/>
                </a:lnTo>
                <a:lnTo>
                  <a:pt x="964" y="382"/>
                </a:lnTo>
                <a:lnTo>
                  <a:pt x="884" y="282"/>
                </a:lnTo>
                <a:lnTo>
                  <a:pt x="804" y="182"/>
                </a:lnTo>
                <a:lnTo>
                  <a:pt x="6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1" name="Google Shape;5061;p61"/>
          <p:cNvSpPr/>
          <p:nvPr/>
        </p:nvSpPr>
        <p:spPr>
          <a:xfrm>
            <a:off x="3456325" y="4603077"/>
            <a:ext cx="44253" cy="41214"/>
          </a:xfrm>
          <a:custGeom>
            <a:rect b="b" l="l" r="r" t="t"/>
            <a:pathLst>
              <a:path extrusionOk="0" h="1085" w="1165">
                <a:moveTo>
                  <a:pt x="643" y="0"/>
                </a:moveTo>
                <a:lnTo>
                  <a:pt x="0" y="563"/>
                </a:lnTo>
                <a:lnTo>
                  <a:pt x="443" y="911"/>
                </a:lnTo>
                <a:lnTo>
                  <a:pt x="443" y="911"/>
                </a:lnTo>
                <a:lnTo>
                  <a:pt x="1165" y="462"/>
                </a:lnTo>
                <a:lnTo>
                  <a:pt x="643" y="0"/>
                </a:lnTo>
                <a:close/>
                <a:moveTo>
                  <a:pt x="443" y="911"/>
                </a:moveTo>
                <a:lnTo>
                  <a:pt x="422" y="924"/>
                </a:lnTo>
                <a:lnTo>
                  <a:pt x="663" y="1085"/>
                </a:lnTo>
                <a:lnTo>
                  <a:pt x="443" y="91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">
    <p:spTree>
      <p:nvGrpSpPr>
        <p:cNvPr id="5062" name="Shape 5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3" name="Google Shape;5063;p62"/>
          <p:cNvSpPr txBox="1"/>
          <p:nvPr>
            <p:ph idx="1" type="subTitle"/>
          </p:nvPr>
        </p:nvSpPr>
        <p:spPr>
          <a:xfrm>
            <a:off x="993600" y="2818403"/>
            <a:ext cx="20118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9pPr>
          </a:lstStyle>
          <a:p/>
        </p:txBody>
      </p:sp>
      <p:sp>
        <p:nvSpPr>
          <p:cNvPr id="5064" name="Google Shape;5064;p62"/>
          <p:cNvSpPr txBox="1"/>
          <p:nvPr>
            <p:ph idx="2" type="subTitle"/>
          </p:nvPr>
        </p:nvSpPr>
        <p:spPr>
          <a:xfrm>
            <a:off x="993600" y="3259225"/>
            <a:ext cx="20118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5065" name="Google Shape;5065;p62"/>
          <p:cNvSpPr txBox="1"/>
          <p:nvPr>
            <p:ph idx="3" type="subTitle"/>
          </p:nvPr>
        </p:nvSpPr>
        <p:spPr>
          <a:xfrm>
            <a:off x="3566100" y="2818403"/>
            <a:ext cx="20118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9pPr>
          </a:lstStyle>
          <a:p/>
        </p:txBody>
      </p:sp>
      <p:sp>
        <p:nvSpPr>
          <p:cNvPr id="5066" name="Google Shape;5066;p62"/>
          <p:cNvSpPr txBox="1"/>
          <p:nvPr>
            <p:ph idx="4" type="subTitle"/>
          </p:nvPr>
        </p:nvSpPr>
        <p:spPr>
          <a:xfrm>
            <a:off x="3566100" y="3259220"/>
            <a:ext cx="20118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5067" name="Google Shape;5067;p62"/>
          <p:cNvSpPr txBox="1"/>
          <p:nvPr>
            <p:ph idx="5" type="subTitle"/>
          </p:nvPr>
        </p:nvSpPr>
        <p:spPr>
          <a:xfrm>
            <a:off x="6138600" y="2818403"/>
            <a:ext cx="2011800" cy="18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2000"/>
            </a:lvl9pPr>
          </a:lstStyle>
          <a:p/>
        </p:txBody>
      </p:sp>
      <p:sp>
        <p:nvSpPr>
          <p:cNvPr id="5068" name="Google Shape;5068;p62"/>
          <p:cNvSpPr txBox="1"/>
          <p:nvPr>
            <p:ph idx="6" type="subTitle"/>
          </p:nvPr>
        </p:nvSpPr>
        <p:spPr>
          <a:xfrm>
            <a:off x="6138600" y="3259220"/>
            <a:ext cx="20118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5069" name="Google Shape;5069;p62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070" name="Google Shape;5070;p62"/>
          <p:cNvSpPr/>
          <p:nvPr/>
        </p:nvSpPr>
        <p:spPr>
          <a:xfrm flipH="1">
            <a:off x="12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1" name="Google Shape;5071;p62"/>
          <p:cNvSpPr/>
          <p:nvPr/>
        </p:nvSpPr>
        <p:spPr>
          <a:xfrm>
            <a:off x="8202150" y="3247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2" name="Google Shape;5072;p62"/>
          <p:cNvSpPr/>
          <p:nvPr/>
        </p:nvSpPr>
        <p:spPr>
          <a:xfrm flipH="1">
            <a:off x="8104938" y="410087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3" name="Google Shape;5073;p62"/>
          <p:cNvSpPr/>
          <p:nvPr/>
        </p:nvSpPr>
        <p:spPr>
          <a:xfrm>
            <a:off x="484613" y="43847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4" name="Google Shape;5074;p62"/>
          <p:cNvGrpSpPr/>
          <p:nvPr/>
        </p:nvGrpSpPr>
        <p:grpSpPr>
          <a:xfrm>
            <a:off x="8053502" y="4224312"/>
            <a:ext cx="754524" cy="750237"/>
            <a:chOff x="8523754" y="10"/>
            <a:chExt cx="516408" cy="513439"/>
          </a:xfrm>
        </p:grpSpPr>
        <p:sp>
          <p:nvSpPr>
            <p:cNvPr id="5075" name="Google Shape;5075;p62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2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7" name="Google Shape;5077;p62"/>
          <p:cNvSpPr/>
          <p:nvPr/>
        </p:nvSpPr>
        <p:spPr>
          <a:xfrm flipH="1" rot="5400000">
            <a:off x="2464850" y="-1754725"/>
            <a:ext cx="361800" cy="3865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8" name="Google Shape;5078;p62"/>
          <p:cNvSpPr/>
          <p:nvPr/>
        </p:nvSpPr>
        <p:spPr>
          <a:xfrm flipH="1" rot="10800000">
            <a:off x="-971791" y="-267796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9" name="Google Shape;5079;p62"/>
          <p:cNvSpPr/>
          <p:nvPr/>
        </p:nvSpPr>
        <p:spPr>
          <a:xfrm flipH="1" rot="10800000">
            <a:off x="-890559" y="-202382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0" name="Google Shape;5080;p62"/>
          <p:cNvSpPr/>
          <p:nvPr/>
        </p:nvSpPr>
        <p:spPr>
          <a:xfrm flipH="1" rot="10800000">
            <a:off x="-789033" y="-90677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1" name="Google Shape;5081;p62"/>
          <p:cNvSpPr/>
          <p:nvPr/>
        </p:nvSpPr>
        <p:spPr>
          <a:xfrm flipH="1" rot="10800000">
            <a:off x="-655919" y="89851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2" name="Google Shape;5082;p62"/>
          <p:cNvSpPr/>
          <p:nvPr/>
        </p:nvSpPr>
        <p:spPr>
          <a:xfrm flipH="1" rot="10800000">
            <a:off x="33406" y="693431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3" name="Google Shape;5083;p62"/>
          <p:cNvSpPr/>
          <p:nvPr/>
        </p:nvSpPr>
        <p:spPr>
          <a:xfrm flipH="1" rot="10800000">
            <a:off x="90934" y="887489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4" name="Google Shape;5084;p62"/>
          <p:cNvSpPr/>
          <p:nvPr/>
        </p:nvSpPr>
        <p:spPr>
          <a:xfrm flipH="1" rot="10800000">
            <a:off x="66112" y="91343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5" name="Google Shape;5085;p62"/>
          <p:cNvSpPr/>
          <p:nvPr/>
        </p:nvSpPr>
        <p:spPr>
          <a:xfrm flipH="1" rot="5400000">
            <a:off x="-1584790" y="2486012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6" name="Google Shape;5086;p62"/>
          <p:cNvSpPr/>
          <p:nvPr/>
        </p:nvSpPr>
        <p:spPr>
          <a:xfrm flipH="1" rot="5400000">
            <a:off x="-1296556" y="2431317"/>
            <a:ext cx="1730784" cy="1441910"/>
          </a:xfrm>
          <a:custGeom>
            <a:rect b="b" l="l" r="r" t="t"/>
            <a:pathLst>
              <a:path extrusionOk="0" h="25791" w="30958">
                <a:moveTo>
                  <a:pt x="13179" y="81"/>
                </a:moveTo>
                <a:lnTo>
                  <a:pt x="14551" y="101"/>
                </a:lnTo>
                <a:lnTo>
                  <a:pt x="15257" y="121"/>
                </a:lnTo>
                <a:lnTo>
                  <a:pt x="15963" y="162"/>
                </a:lnTo>
                <a:lnTo>
                  <a:pt x="16690" y="242"/>
                </a:lnTo>
                <a:lnTo>
                  <a:pt x="17416" y="323"/>
                </a:lnTo>
                <a:lnTo>
                  <a:pt x="18143" y="444"/>
                </a:lnTo>
                <a:lnTo>
                  <a:pt x="18869" y="586"/>
                </a:lnTo>
                <a:lnTo>
                  <a:pt x="19576" y="767"/>
                </a:lnTo>
                <a:lnTo>
                  <a:pt x="20282" y="969"/>
                </a:lnTo>
                <a:lnTo>
                  <a:pt x="20988" y="1211"/>
                </a:lnTo>
                <a:lnTo>
                  <a:pt x="21654" y="1494"/>
                </a:lnTo>
                <a:lnTo>
                  <a:pt x="21997" y="1655"/>
                </a:lnTo>
                <a:lnTo>
                  <a:pt x="22320" y="1837"/>
                </a:lnTo>
                <a:lnTo>
                  <a:pt x="22643" y="2018"/>
                </a:lnTo>
                <a:lnTo>
                  <a:pt x="22946" y="2200"/>
                </a:lnTo>
                <a:lnTo>
                  <a:pt x="23269" y="2402"/>
                </a:lnTo>
                <a:lnTo>
                  <a:pt x="23551" y="2624"/>
                </a:lnTo>
                <a:lnTo>
                  <a:pt x="23854" y="2866"/>
                </a:lnTo>
                <a:lnTo>
                  <a:pt x="24136" y="3108"/>
                </a:lnTo>
                <a:lnTo>
                  <a:pt x="24540" y="3491"/>
                </a:lnTo>
                <a:lnTo>
                  <a:pt x="24923" y="3895"/>
                </a:lnTo>
                <a:lnTo>
                  <a:pt x="25287" y="4339"/>
                </a:lnTo>
                <a:lnTo>
                  <a:pt x="25670" y="4823"/>
                </a:lnTo>
                <a:lnTo>
                  <a:pt x="26013" y="5348"/>
                </a:lnTo>
                <a:lnTo>
                  <a:pt x="26356" y="5913"/>
                </a:lnTo>
                <a:lnTo>
                  <a:pt x="26719" y="6518"/>
                </a:lnTo>
                <a:lnTo>
                  <a:pt x="27042" y="7164"/>
                </a:lnTo>
                <a:lnTo>
                  <a:pt x="27345" y="7749"/>
                </a:lnTo>
                <a:lnTo>
                  <a:pt x="27607" y="8335"/>
                </a:lnTo>
                <a:lnTo>
                  <a:pt x="27870" y="8940"/>
                </a:lnTo>
                <a:lnTo>
                  <a:pt x="28112" y="9546"/>
                </a:lnTo>
                <a:lnTo>
                  <a:pt x="28556" y="10756"/>
                </a:lnTo>
                <a:lnTo>
                  <a:pt x="28959" y="11947"/>
                </a:lnTo>
                <a:lnTo>
                  <a:pt x="29343" y="13138"/>
                </a:lnTo>
                <a:lnTo>
                  <a:pt x="29666" y="14328"/>
                </a:lnTo>
                <a:lnTo>
                  <a:pt x="29948" y="15478"/>
                </a:lnTo>
                <a:lnTo>
                  <a:pt x="30231" y="16588"/>
                </a:lnTo>
                <a:lnTo>
                  <a:pt x="30453" y="17577"/>
                </a:lnTo>
                <a:lnTo>
                  <a:pt x="30654" y="18606"/>
                </a:lnTo>
                <a:lnTo>
                  <a:pt x="30735" y="19111"/>
                </a:lnTo>
                <a:lnTo>
                  <a:pt x="30816" y="19636"/>
                </a:lnTo>
                <a:lnTo>
                  <a:pt x="30856" y="20160"/>
                </a:lnTo>
                <a:lnTo>
                  <a:pt x="30876" y="20685"/>
                </a:lnTo>
                <a:lnTo>
                  <a:pt x="30876" y="21169"/>
                </a:lnTo>
                <a:lnTo>
                  <a:pt x="30856" y="21674"/>
                </a:lnTo>
                <a:lnTo>
                  <a:pt x="30796" y="22219"/>
                </a:lnTo>
                <a:lnTo>
                  <a:pt x="30695" y="22784"/>
                </a:lnTo>
                <a:lnTo>
                  <a:pt x="30614" y="23046"/>
                </a:lnTo>
                <a:lnTo>
                  <a:pt x="30533" y="23329"/>
                </a:lnTo>
                <a:lnTo>
                  <a:pt x="30412" y="23611"/>
                </a:lnTo>
                <a:lnTo>
                  <a:pt x="30311" y="23873"/>
                </a:lnTo>
                <a:lnTo>
                  <a:pt x="30170" y="24136"/>
                </a:lnTo>
                <a:lnTo>
                  <a:pt x="30009" y="24398"/>
                </a:lnTo>
                <a:lnTo>
                  <a:pt x="29847" y="24640"/>
                </a:lnTo>
                <a:lnTo>
                  <a:pt x="29645" y="24882"/>
                </a:lnTo>
                <a:lnTo>
                  <a:pt x="29383" y="25145"/>
                </a:lnTo>
                <a:lnTo>
                  <a:pt x="29242" y="25266"/>
                </a:lnTo>
                <a:lnTo>
                  <a:pt x="29101" y="25387"/>
                </a:lnTo>
                <a:lnTo>
                  <a:pt x="28939" y="25468"/>
                </a:lnTo>
                <a:lnTo>
                  <a:pt x="28798" y="25548"/>
                </a:lnTo>
                <a:lnTo>
                  <a:pt x="28657" y="25609"/>
                </a:lnTo>
                <a:lnTo>
                  <a:pt x="28515" y="25649"/>
                </a:lnTo>
                <a:lnTo>
                  <a:pt x="28334" y="25690"/>
                </a:lnTo>
                <a:lnTo>
                  <a:pt x="28152" y="25710"/>
                </a:lnTo>
                <a:lnTo>
                  <a:pt x="27991" y="25710"/>
                </a:lnTo>
                <a:lnTo>
                  <a:pt x="27809" y="25690"/>
                </a:lnTo>
                <a:lnTo>
                  <a:pt x="27648" y="25669"/>
                </a:lnTo>
                <a:lnTo>
                  <a:pt x="27466" y="25629"/>
                </a:lnTo>
                <a:lnTo>
                  <a:pt x="27143" y="25508"/>
                </a:lnTo>
                <a:lnTo>
                  <a:pt x="26800" y="25347"/>
                </a:lnTo>
                <a:lnTo>
                  <a:pt x="26477" y="25165"/>
                </a:lnTo>
                <a:lnTo>
                  <a:pt x="26154" y="24963"/>
                </a:lnTo>
                <a:lnTo>
                  <a:pt x="25852" y="24741"/>
                </a:lnTo>
                <a:lnTo>
                  <a:pt x="25145" y="24196"/>
                </a:lnTo>
                <a:lnTo>
                  <a:pt x="24419" y="23631"/>
                </a:lnTo>
                <a:lnTo>
                  <a:pt x="23692" y="23046"/>
                </a:lnTo>
                <a:lnTo>
                  <a:pt x="22946" y="22420"/>
                </a:lnTo>
                <a:lnTo>
                  <a:pt x="22199" y="21775"/>
                </a:lnTo>
                <a:lnTo>
                  <a:pt x="21412" y="21109"/>
                </a:lnTo>
                <a:lnTo>
                  <a:pt x="20625" y="20382"/>
                </a:lnTo>
                <a:lnTo>
                  <a:pt x="19798" y="19636"/>
                </a:lnTo>
                <a:lnTo>
                  <a:pt x="18506" y="18405"/>
                </a:lnTo>
                <a:lnTo>
                  <a:pt x="17215" y="17153"/>
                </a:lnTo>
                <a:lnTo>
                  <a:pt x="14692" y="14671"/>
                </a:lnTo>
                <a:lnTo>
                  <a:pt x="12270" y="12290"/>
                </a:lnTo>
                <a:lnTo>
                  <a:pt x="11039" y="11079"/>
                </a:lnTo>
                <a:lnTo>
                  <a:pt x="9808" y="9909"/>
                </a:lnTo>
                <a:lnTo>
                  <a:pt x="8376" y="8597"/>
                </a:lnTo>
                <a:lnTo>
                  <a:pt x="7024" y="7406"/>
                </a:lnTo>
                <a:lnTo>
                  <a:pt x="5732" y="6317"/>
                </a:lnTo>
                <a:lnTo>
                  <a:pt x="4461" y="5308"/>
                </a:lnTo>
                <a:lnTo>
                  <a:pt x="4118" y="5086"/>
                </a:lnTo>
                <a:lnTo>
                  <a:pt x="3593" y="4743"/>
                </a:lnTo>
                <a:lnTo>
                  <a:pt x="2523" y="4057"/>
                </a:lnTo>
                <a:lnTo>
                  <a:pt x="1958" y="3673"/>
                </a:lnTo>
                <a:lnTo>
                  <a:pt x="1414" y="3290"/>
                </a:lnTo>
                <a:lnTo>
                  <a:pt x="929" y="2886"/>
                </a:lnTo>
                <a:lnTo>
                  <a:pt x="707" y="2704"/>
                </a:lnTo>
                <a:lnTo>
                  <a:pt x="526" y="2503"/>
                </a:lnTo>
                <a:lnTo>
                  <a:pt x="364" y="2341"/>
                </a:lnTo>
                <a:lnTo>
                  <a:pt x="223" y="2160"/>
                </a:lnTo>
                <a:lnTo>
                  <a:pt x="142" y="1998"/>
                </a:lnTo>
                <a:lnTo>
                  <a:pt x="82" y="1857"/>
                </a:lnTo>
                <a:lnTo>
                  <a:pt x="82" y="1776"/>
                </a:lnTo>
                <a:lnTo>
                  <a:pt x="82" y="1716"/>
                </a:lnTo>
                <a:lnTo>
                  <a:pt x="102" y="1655"/>
                </a:lnTo>
                <a:lnTo>
                  <a:pt x="142" y="1595"/>
                </a:lnTo>
                <a:lnTo>
                  <a:pt x="243" y="1473"/>
                </a:lnTo>
                <a:lnTo>
                  <a:pt x="364" y="1373"/>
                </a:lnTo>
                <a:lnTo>
                  <a:pt x="485" y="1292"/>
                </a:lnTo>
                <a:lnTo>
                  <a:pt x="647" y="1231"/>
                </a:lnTo>
                <a:lnTo>
                  <a:pt x="788" y="1171"/>
                </a:lnTo>
                <a:lnTo>
                  <a:pt x="949" y="1130"/>
                </a:lnTo>
                <a:lnTo>
                  <a:pt x="1292" y="1070"/>
                </a:lnTo>
                <a:lnTo>
                  <a:pt x="2745" y="848"/>
                </a:lnTo>
                <a:lnTo>
                  <a:pt x="4219" y="646"/>
                </a:lnTo>
                <a:lnTo>
                  <a:pt x="5712" y="464"/>
                </a:lnTo>
                <a:lnTo>
                  <a:pt x="7185" y="323"/>
                </a:lnTo>
                <a:lnTo>
                  <a:pt x="8658" y="222"/>
                </a:lnTo>
                <a:lnTo>
                  <a:pt x="10152" y="142"/>
                </a:lnTo>
                <a:lnTo>
                  <a:pt x="11645" y="81"/>
                </a:lnTo>
                <a:close/>
                <a:moveTo>
                  <a:pt x="11645" y="0"/>
                </a:moveTo>
                <a:lnTo>
                  <a:pt x="10152" y="61"/>
                </a:lnTo>
                <a:lnTo>
                  <a:pt x="8658" y="142"/>
                </a:lnTo>
                <a:lnTo>
                  <a:pt x="7185" y="242"/>
                </a:lnTo>
                <a:lnTo>
                  <a:pt x="5692" y="384"/>
                </a:lnTo>
                <a:lnTo>
                  <a:pt x="4219" y="565"/>
                </a:lnTo>
                <a:lnTo>
                  <a:pt x="2745" y="767"/>
                </a:lnTo>
                <a:lnTo>
                  <a:pt x="1272" y="989"/>
                </a:lnTo>
                <a:lnTo>
                  <a:pt x="929" y="1070"/>
                </a:lnTo>
                <a:lnTo>
                  <a:pt x="768" y="1110"/>
                </a:lnTo>
                <a:lnTo>
                  <a:pt x="606" y="1151"/>
                </a:lnTo>
                <a:lnTo>
                  <a:pt x="445" y="1231"/>
                </a:lnTo>
                <a:lnTo>
                  <a:pt x="304" y="1312"/>
                </a:lnTo>
                <a:lnTo>
                  <a:pt x="183" y="1413"/>
                </a:lnTo>
                <a:lnTo>
                  <a:pt x="82" y="1554"/>
                </a:lnTo>
                <a:lnTo>
                  <a:pt x="41" y="1615"/>
                </a:lnTo>
                <a:lnTo>
                  <a:pt x="1" y="1695"/>
                </a:lnTo>
                <a:lnTo>
                  <a:pt x="1" y="1776"/>
                </a:lnTo>
                <a:lnTo>
                  <a:pt x="1" y="1857"/>
                </a:lnTo>
                <a:lnTo>
                  <a:pt x="61" y="2018"/>
                </a:lnTo>
                <a:lnTo>
                  <a:pt x="142" y="2180"/>
                </a:lnTo>
                <a:lnTo>
                  <a:pt x="283" y="2361"/>
                </a:lnTo>
                <a:lnTo>
                  <a:pt x="445" y="2543"/>
                </a:lnTo>
                <a:lnTo>
                  <a:pt x="627" y="2725"/>
                </a:lnTo>
                <a:lnTo>
                  <a:pt x="849" y="2926"/>
                </a:lnTo>
                <a:lnTo>
                  <a:pt x="1333" y="3310"/>
                </a:lnTo>
                <a:lnTo>
                  <a:pt x="1878" y="3713"/>
                </a:lnTo>
                <a:lnTo>
                  <a:pt x="2443" y="4097"/>
                </a:lnTo>
                <a:lnTo>
                  <a:pt x="3532" y="4803"/>
                </a:lnTo>
                <a:lnTo>
                  <a:pt x="4077" y="5146"/>
                </a:lnTo>
                <a:lnTo>
                  <a:pt x="4420" y="5388"/>
                </a:lnTo>
                <a:lnTo>
                  <a:pt x="5672" y="6377"/>
                </a:lnTo>
                <a:lnTo>
                  <a:pt x="6963" y="7467"/>
                </a:lnTo>
                <a:lnTo>
                  <a:pt x="8315" y="8658"/>
                </a:lnTo>
                <a:lnTo>
                  <a:pt x="9748" y="9969"/>
                </a:lnTo>
                <a:lnTo>
                  <a:pt x="10999" y="11140"/>
                </a:lnTo>
                <a:lnTo>
                  <a:pt x="12230" y="12351"/>
                </a:lnTo>
                <a:lnTo>
                  <a:pt x="14631" y="14732"/>
                </a:lnTo>
                <a:lnTo>
                  <a:pt x="17154" y="17214"/>
                </a:lnTo>
                <a:lnTo>
                  <a:pt x="18445" y="18465"/>
                </a:lnTo>
                <a:lnTo>
                  <a:pt x="19737" y="19696"/>
                </a:lnTo>
                <a:lnTo>
                  <a:pt x="20564" y="20443"/>
                </a:lnTo>
                <a:lnTo>
                  <a:pt x="21372" y="21169"/>
                </a:lnTo>
                <a:lnTo>
                  <a:pt x="22138" y="21835"/>
                </a:lnTo>
                <a:lnTo>
                  <a:pt x="22885" y="22501"/>
                </a:lnTo>
                <a:lnTo>
                  <a:pt x="23632" y="23107"/>
                </a:lnTo>
                <a:lnTo>
                  <a:pt x="24358" y="23692"/>
                </a:lnTo>
                <a:lnTo>
                  <a:pt x="25085" y="24257"/>
                </a:lnTo>
                <a:lnTo>
                  <a:pt x="25811" y="24802"/>
                </a:lnTo>
                <a:lnTo>
                  <a:pt x="26336" y="25165"/>
                </a:lnTo>
                <a:lnTo>
                  <a:pt x="26598" y="25326"/>
                </a:lnTo>
                <a:lnTo>
                  <a:pt x="26881" y="25488"/>
                </a:lnTo>
                <a:lnTo>
                  <a:pt x="27183" y="25609"/>
                </a:lnTo>
                <a:lnTo>
                  <a:pt x="27466" y="25710"/>
                </a:lnTo>
                <a:lnTo>
                  <a:pt x="27769" y="25770"/>
                </a:lnTo>
                <a:lnTo>
                  <a:pt x="28051" y="25790"/>
                </a:lnTo>
                <a:lnTo>
                  <a:pt x="28293" y="25770"/>
                </a:lnTo>
                <a:lnTo>
                  <a:pt x="28536" y="25730"/>
                </a:lnTo>
                <a:lnTo>
                  <a:pt x="28677" y="25690"/>
                </a:lnTo>
                <a:lnTo>
                  <a:pt x="28838" y="25609"/>
                </a:lnTo>
                <a:lnTo>
                  <a:pt x="28979" y="25548"/>
                </a:lnTo>
                <a:lnTo>
                  <a:pt x="29141" y="25447"/>
                </a:lnTo>
                <a:lnTo>
                  <a:pt x="29282" y="25347"/>
                </a:lnTo>
                <a:lnTo>
                  <a:pt x="29423" y="25225"/>
                </a:lnTo>
                <a:lnTo>
                  <a:pt x="29706" y="24923"/>
                </a:lnTo>
                <a:lnTo>
                  <a:pt x="29908" y="24681"/>
                </a:lnTo>
                <a:lnTo>
                  <a:pt x="30089" y="24438"/>
                </a:lnTo>
                <a:lnTo>
                  <a:pt x="30231" y="24176"/>
                </a:lnTo>
                <a:lnTo>
                  <a:pt x="30372" y="23914"/>
                </a:lnTo>
                <a:lnTo>
                  <a:pt x="30493" y="23631"/>
                </a:lnTo>
                <a:lnTo>
                  <a:pt x="30594" y="23369"/>
                </a:lnTo>
                <a:lnTo>
                  <a:pt x="30695" y="23086"/>
                </a:lnTo>
                <a:lnTo>
                  <a:pt x="30755" y="22804"/>
                </a:lnTo>
                <a:lnTo>
                  <a:pt x="30816" y="22521"/>
                </a:lnTo>
                <a:lnTo>
                  <a:pt x="30876" y="22239"/>
                </a:lnTo>
                <a:lnTo>
                  <a:pt x="30937" y="21694"/>
                </a:lnTo>
                <a:lnTo>
                  <a:pt x="30957" y="21169"/>
                </a:lnTo>
                <a:lnTo>
                  <a:pt x="30957" y="20685"/>
                </a:lnTo>
                <a:lnTo>
                  <a:pt x="30937" y="20160"/>
                </a:lnTo>
                <a:lnTo>
                  <a:pt x="30897" y="19636"/>
                </a:lnTo>
                <a:lnTo>
                  <a:pt x="30816" y="19111"/>
                </a:lnTo>
                <a:lnTo>
                  <a:pt x="30735" y="18586"/>
                </a:lnTo>
                <a:lnTo>
                  <a:pt x="30533" y="17557"/>
                </a:lnTo>
                <a:lnTo>
                  <a:pt x="30311" y="16568"/>
                </a:lnTo>
                <a:lnTo>
                  <a:pt x="30029" y="15458"/>
                </a:lnTo>
                <a:lnTo>
                  <a:pt x="29746" y="14308"/>
                </a:lnTo>
                <a:lnTo>
                  <a:pt x="29403" y="13117"/>
                </a:lnTo>
                <a:lnTo>
                  <a:pt x="29040" y="11927"/>
                </a:lnTo>
                <a:lnTo>
                  <a:pt x="28636" y="10716"/>
                </a:lnTo>
                <a:lnTo>
                  <a:pt x="28192" y="9505"/>
                </a:lnTo>
                <a:lnTo>
                  <a:pt x="27950" y="8900"/>
                </a:lnTo>
                <a:lnTo>
                  <a:pt x="27688" y="8315"/>
                </a:lnTo>
                <a:lnTo>
                  <a:pt x="27405" y="7709"/>
                </a:lnTo>
                <a:lnTo>
                  <a:pt x="27123" y="7124"/>
                </a:lnTo>
                <a:lnTo>
                  <a:pt x="26780" y="6478"/>
                </a:lnTo>
                <a:lnTo>
                  <a:pt x="26437" y="5853"/>
                </a:lnTo>
                <a:lnTo>
                  <a:pt x="26074" y="5288"/>
                </a:lnTo>
                <a:lnTo>
                  <a:pt x="25730" y="4783"/>
                </a:lnTo>
                <a:lnTo>
                  <a:pt x="25367" y="4279"/>
                </a:lnTo>
                <a:lnTo>
                  <a:pt x="24984" y="3835"/>
                </a:lnTo>
                <a:lnTo>
                  <a:pt x="24600" y="3431"/>
                </a:lnTo>
                <a:lnTo>
                  <a:pt x="24197" y="3048"/>
                </a:lnTo>
                <a:lnTo>
                  <a:pt x="23672" y="2604"/>
                </a:lnTo>
                <a:lnTo>
                  <a:pt x="23127" y="2220"/>
                </a:lnTo>
                <a:lnTo>
                  <a:pt x="22522" y="1857"/>
                </a:lnTo>
                <a:lnTo>
                  <a:pt x="21896" y="1514"/>
                </a:lnTo>
                <a:lnTo>
                  <a:pt x="21251" y="1231"/>
                </a:lnTo>
                <a:lnTo>
                  <a:pt x="20544" y="969"/>
                </a:lnTo>
                <a:lnTo>
                  <a:pt x="19798" y="727"/>
                </a:lnTo>
                <a:lnTo>
                  <a:pt x="19031" y="525"/>
                </a:lnTo>
                <a:lnTo>
                  <a:pt x="18405" y="404"/>
                </a:lnTo>
                <a:lnTo>
                  <a:pt x="17759" y="303"/>
                </a:lnTo>
                <a:lnTo>
                  <a:pt x="17093" y="202"/>
                </a:lnTo>
                <a:lnTo>
                  <a:pt x="16387" y="121"/>
                </a:lnTo>
                <a:lnTo>
                  <a:pt x="15640" y="61"/>
                </a:lnTo>
                <a:lnTo>
                  <a:pt x="14853" y="21"/>
                </a:lnTo>
                <a:lnTo>
                  <a:pt x="1404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7" name="Google Shape;5087;p62"/>
          <p:cNvSpPr/>
          <p:nvPr/>
        </p:nvSpPr>
        <p:spPr>
          <a:xfrm flipH="1" rot="5400000">
            <a:off x="-809712" y="2540177"/>
            <a:ext cx="1058329" cy="998564"/>
          </a:xfrm>
          <a:custGeom>
            <a:rect b="b" l="l" r="r" t="t"/>
            <a:pathLst>
              <a:path extrusionOk="0" h="17861" w="18930">
                <a:moveTo>
                  <a:pt x="3431" y="81"/>
                </a:moveTo>
                <a:lnTo>
                  <a:pt x="4117" y="102"/>
                </a:lnTo>
                <a:lnTo>
                  <a:pt x="4824" y="162"/>
                </a:lnTo>
                <a:lnTo>
                  <a:pt x="5510" y="263"/>
                </a:lnTo>
                <a:lnTo>
                  <a:pt x="6216" y="404"/>
                </a:lnTo>
                <a:lnTo>
                  <a:pt x="6882" y="566"/>
                </a:lnTo>
                <a:lnTo>
                  <a:pt x="7568" y="768"/>
                </a:lnTo>
                <a:lnTo>
                  <a:pt x="8234" y="1010"/>
                </a:lnTo>
                <a:lnTo>
                  <a:pt x="8880" y="1272"/>
                </a:lnTo>
                <a:lnTo>
                  <a:pt x="9505" y="1575"/>
                </a:lnTo>
                <a:lnTo>
                  <a:pt x="10131" y="1918"/>
                </a:lnTo>
                <a:lnTo>
                  <a:pt x="10736" y="2281"/>
                </a:lnTo>
                <a:lnTo>
                  <a:pt x="11301" y="2664"/>
                </a:lnTo>
                <a:lnTo>
                  <a:pt x="11866" y="3088"/>
                </a:lnTo>
                <a:lnTo>
                  <a:pt x="12391" y="3552"/>
                </a:lnTo>
                <a:lnTo>
                  <a:pt x="12896" y="4017"/>
                </a:lnTo>
                <a:lnTo>
                  <a:pt x="13380" y="4521"/>
                </a:lnTo>
                <a:lnTo>
                  <a:pt x="13824" y="5026"/>
                </a:lnTo>
                <a:lnTo>
                  <a:pt x="14248" y="5570"/>
                </a:lnTo>
                <a:lnTo>
                  <a:pt x="14651" y="6115"/>
                </a:lnTo>
                <a:lnTo>
                  <a:pt x="15035" y="6680"/>
                </a:lnTo>
                <a:lnTo>
                  <a:pt x="15418" y="7245"/>
                </a:lnTo>
                <a:lnTo>
                  <a:pt x="15761" y="7831"/>
                </a:lnTo>
                <a:lnTo>
                  <a:pt x="16084" y="8416"/>
                </a:lnTo>
                <a:lnTo>
                  <a:pt x="16387" y="9021"/>
                </a:lnTo>
                <a:lnTo>
                  <a:pt x="16689" y="9627"/>
                </a:lnTo>
                <a:lnTo>
                  <a:pt x="16972" y="10232"/>
                </a:lnTo>
                <a:lnTo>
                  <a:pt x="17497" y="11423"/>
                </a:lnTo>
                <a:lnTo>
                  <a:pt x="17981" y="12593"/>
                </a:lnTo>
                <a:lnTo>
                  <a:pt x="18183" y="13158"/>
                </a:lnTo>
                <a:lnTo>
                  <a:pt x="18385" y="13723"/>
                </a:lnTo>
                <a:lnTo>
                  <a:pt x="18566" y="14288"/>
                </a:lnTo>
                <a:lnTo>
                  <a:pt x="18707" y="14853"/>
                </a:lnTo>
                <a:lnTo>
                  <a:pt x="18768" y="15136"/>
                </a:lnTo>
                <a:lnTo>
                  <a:pt x="18808" y="15438"/>
                </a:lnTo>
                <a:lnTo>
                  <a:pt x="18829" y="15721"/>
                </a:lnTo>
                <a:lnTo>
                  <a:pt x="18849" y="16003"/>
                </a:lnTo>
                <a:lnTo>
                  <a:pt x="18849" y="16286"/>
                </a:lnTo>
                <a:lnTo>
                  <a:pt x="18829" y="16589"/>
                </a:lnTo>
                <a:lnTo>
                  <a:pt x="18788" y="16871"/>
                </a:lnTo>
                <a:lnTo>
                  <a:pt x="18728" y="17154"/>
                </a:lnTo>
                <a:lnTo>
                  <a:pt x="18687" y="17295"/>
                </a:lnTo>
                <a:lnTo>
                  <a:pt x="18647" y="17416"/>
                </a:lnTo>
                <a:lnTo>
                  <a:pt x="18586" y="17537"/>
                </a:lnTo>
                <a:lnTo>
                  <a:pt x="18486" y="17658"/>
                </a:lnTo>
                <a:lnTo>
                  <a:pt x="18405" y="17699"/>
                </a:lnTo>
                <a:lnTo>
                  <a:pt x="18324" y="17739"/>
                </a:lnTo>
                <a:lnTo>
                  <a:pt x="18243" y="17759"/>
                </a:lnTo>
                <a:lnTo>
                  <a:pt x="18163" y="17779"/>
                </a:lnTo>
                <a:lnTo>
                  <a:pt x="17981" y="17759"/>
                </a:lnTo>
                <a:lnTo>
                  <a:pt x="17799" y="17699"/>
                </a:lnTo>
                <a:lnTo>
                  <a:pt x="17638" y="17618"/>
                </a:lnTo>
                <a:lnTo>
                  <a:pt x="17477" y="17517"/>
                </a:lnTo>
                <a:lnTo>
                  <a:pt x="17234" y="17315"/>
                </a:lnTo>
                <a:lnTo>
                  <a:pt x="16346" y="16548"/>
                </a:lnTo>
                <a:lnTo>
                  <a:pt x="15418" y="15701"/>
                </a:lnTo>
                <a:lnTo>
                  <a:pt x="14429" y="14793"/>
                </a:lnTo>
                <a:lnTo>
                  <a:pt x="13319" y="13743"/>
                </a:lnTo>
                <a:lnTo>
                  <a:pt x="11140" y="11645"/>
                </a:lnTo>
                <a:lnTo>
                  <a:pt x="8860" y="9465"/>
                </a:lnTo>
                <a:lnTo>
                  <a:pt x="7709" y="8375"/>
                </a:lnTo>
                <a:lnTo>
                  <a:pt x="6539" y="7306"/>
                </a:lnTo>
                <a:lnTo>
                  <a:pt x="5611" y="6478"/>
                </a:lnTo>
                <a:lnTo>
                  <a:pt x="4703" y="5691"/>
                </a:lnTo>
                <a:lnTo>
                  <a:pt x="3835" y="4965"/>
                </a:lnTo>
                <a:lnTo>
                  <a:pt x="3007" y="4279"/>
                </a:lnTo>
                <a:lnTo>
                  <a:pt x="2644" y="4017"/>
                </a:lnTo>
                <a:lnTo>
                  <a:pt x="2220" y="3734"/>
                </a:lnTo>
                <a:lnTo>
                  <a:pt x="1575" y="3290"/>
                </a:lnTo>
                <a:lnTo>
                  <a:pt x="1252" y="3048"/>
                </a:lnTo>
                <a:lnTo>
                  <a:pt x="929" y="2806"/>
                </a:lnTo>
                <a:lnTo>
                  <a:pt x="667" y="2564"/>
                </a:lnTo>
                <a:lnTo>
                  <a:pt x="424" y="2301"/>
                </a:lnTo>
                <a:lnTo>
                  <a:pt x="323" y="2160"/>
                </a:lnTo>
                <a:lnTo>
                  <a:pt x="243" y="2019"/>
                </a:lnTo>
                <a:lnTo>
                  <a:pt x="182" y="1898"/>
                </a:lnTo>
                <a:lnTo>
                  <a:pt x="122" y="1756"/>
                </a:lnTo>
                <a:lnTo>
                  <a:pt x="81" y="1575"/>
                </a:lnTo>
                <a:lnTo>
                  <a:pt x="102" y="1413"/>
                </a:lnTo>
                <a:lnTo>
                  <a:pt x="122" y="1232"/>
                </a:lnTo>
                <a:lnTo>
                  <a:pt x="202" y="1070"/>
                </a:lnTo>
                <a:lnTo>
                  <a:pt x="283" y="909"/>
                </a:lnTo>
                <a:lnTo>
                  <a:pt x="384" y="768"/>
                </a:lnTo>
                <a:lnTo>
                  <a:pt x="505" y="646"/>
                </a:lnTo>
                <a:lnTo>
                  <a:pt x="646" y="546"/>
                </a:lnTo>
                <a:lnTo>
                  <a:pt x="808" y="445"/>
                </a:lnTo>
                <a:lnTo>
                  <a:pt x="969" y="384"/>
                </a:lnTo>
                <a:lnTo>
                  <a:pt x="1131" y="324"/>
                </a:lnTo>
                <a:lnTo>
                  <a:pt x="1312" y="263"/>
                </a:lnTo>
                <a:lnTo>
                  <a:pt x="1655" y="202"/>
                </a:lnTo>
                <a:lnTo>
                  <a:pt x="2019" y="142"/>
                </a:lnTo>
                <a:lnTo>
                  <a:pt x="2725" y="102"/>
                </a:lnTo>
                <a:lnTo>
                  <a:pt x="3431" y="81"/>
                </a:lnTo>
                <a:close/>
                <a:moveTo>
                  <a:pt x="3431" y="1"/>
                </a:moveTo>
                <a:lnTo>
                  <a:pt x="2725" y="21"/>
                </a:lnTo>
                <a:lnTo>
                  <a:pt x="2019" y="61"/>
                </a:lnTo>
                <a:lnTo>
                  <a:pt x="1655" y="122"/>
                </a:lnTo>
                <a:lnTo>
                  <a:pt x="1272" y="182"/>
                </a:lnTo>
                <a:lnTo>
                  <a:pt x="1111" y="243"/>
                </a:lnTo>
                <a:lnTo>
                  <a:pt x="929" y="303"/>
                </a:lnTo>
                <a:lnTo>
                  <a:pt x="767" y="384"/>
                </a:lnTo>
                <a:lnTo>
                  <a:pt x="606" y="485"/>
                </a:lnTo>
                <a:lnTo>
                  <a:pt x="465" y="586"/>
                </a:lnTo>
                <a:lnTo>
                  <a:pt x="323" y="727"/>
                </a:lnTo>
                <a:lnTo>
                  <a:pt x="223" y="868"/>
                </a:lnTo>
                <a:lnTo>
                  <a:pt x="122" y="1050"/>
                </a:lnTo>
                <a:lnTo>
                  <a:pt x="41" y="1211"/>
                </a:lnTo>
                <a:lnTo>
                  <a:pt x="21" y="1393"/>
                </a:lnTo>
                <a:lnTo>
                  <a:pt x="1" y="1595"/>
                </a:lnTo>
                <a:lnTo>
                  <a:pt x="41" y="1777"/>
                </a:lnTo>
                <a:lnTo>
                  <a:pt x="102" y="1918"/>
                </a:lnTo>
                <a:lnTo>
                  <a:pt x="162" y="2059"/>
                </a:lnTo>
                <a:lnTo>
                  <a:pt x="263" y="2200"/>
                </a:lnTo>
                <a:lnTo>
                  <a:pt x="364" y="2342"/>
                </a:lnTo>
                <a:lnTo>
                  <a:pt x="586" y="2604"/>
                </a:lnTo>
                <a:lnTo>
                  <a:pt x="868" y="2866"/>
                </a:lnTo>
                <a:lnTo>
                  <a:pt x="1191" y="3108"/>
                </a:lnTo>
                <a:lnTo>
                  <a:pt x="1514" y="3351"/>
                </a:lnTo>
                <a:lnTo>
                  <a:pt x="2180" y="3795"/>
                </a:lnTo>
                <a:lnTo>
                  <a:pt x="2604" y="4077"/>
                </a:lnTo>
                <a:lnTo>
                  <a:pt x="2947" y="4339"/>
                </a:lnTo>
                <a:lnTo>
                  <a:pt x="3794" y="5026"/>
                </a:lnTo>
                <a:lnTo>
                  <a:pt x="4662" y="5752"/>
                </a:lnTo>
                <a:lnTo>
                  <a:pt x="5550" y="6539"/>
                </a:lnTo>
                <a:lnTo>
                  <a:pt x="6499" y="7366"/>
                </a:lnTo>
                <a:lnTo>
                  <a:pt x="7649" y="8436"/>
                </a:lnTo>
                <a:lnTo>
                  <a:pt x="8799" y="9526"/>
                </a:lnTo>
                <a:lnTo>
                  <a:pt x="11079" y="11705"/>
                </a:lnTo>
                <a:lnTo>
                  <a:pt x="13279" y="13804"/>
                </a:lnTo>
                <a:lnTo>
                  <a:pt x="14369" y="14853"/>
                </a:lnTo>
                <a:lnTo>
                  <a:pt x="15358" y="15761"/>
                </a:lnTo>
                <a:lnTo>
                  <a:pt x="16286" y="16609"/>
                </a:lnTo>
                <a:lnTo>
                  <a:pt x="17174" y="17376"/>
                </a:lnTo>
                <a:lnTo>
                  <a:pt x="17355" y="17537"/>
                </a:lnTo>
                <a:lnTo>
                  <a:pt x="17598" y="17678"/>
                </a:lnTo>
                <a:lnTo>
                  <a:pt x="17719" y="17739"/>
                </a:lnTo>
                <a:lnTo>
                  <a:pt x="17860" y="17800"/>
                </a:lnTo>
                <a:lnTo>
                  <a:pt x="18001" y="17840"/>
                </a:lnTo>
                <a:lnTo>
                  <a:pt x="18142" y="17860"/>
                </a:lnTo>
                <a:lnTo>
                  <a:pt x="18243" y="17840"/>
                </a:lnTo>
                <a:lnTo>
                  <a:pt x="18344" y="17820"/>
                </a:lnTo>
                <a:lnTo>
                  <a:pt x="18445" y="17779"/>
                </a:lnTo>
                <a:lnTo>
                  <a:pt x="18526" y="17719"/>
                </a:lnTo>
                <a:lnTo>
                  <a:pt x="18647" y="17598"/>
                </a:lnTo>
                <a:lnTo>
                  <a:pt x="18707" y="17456"/>
                </a:lnTo>
                <a:lnTo>
                  <a:pt x="18768" y="17315"/>
                </a:lnTo>
                <a:lnTo>
                  <a:pt x="18808" y="17174"/>
                </a:lnTo>
                <a:lnTo>
                  <a:pt x="18869" y="16891"/>
                </a:lnTo>
                <a:lnTo>
                  <a:pt x="18909" y="16589"/>
                </a:lnTo>
                <a:lnTo>
                  <a:pt x="18929" y="16306"/>
                </a:lnTo>
                <a:lnTo>
                  <a:pt x="18929" y="16003"/>
                </a:lnTo>
                <a:lnTo>
                  <a:pt x="18909" y="15721"/>
                </a:lnTo>
                <a:lnTo>
                  <a:pt x="18889" y="15418"/>
                </a:lnTo>
                <a:lnTo>
                  <a:pt x="18849" y="15136"/>
                </a:lnTo>
                <a:lnTo>
                  <a:pt x="18788" y="14853"/>
                </a:lnTo>
                <a:lnTo>
                  <a:pt x="18647" y="14268"/>
                </a:lnTo>
                <a:lnTo>
                  <a:pt x="18465" y="13703"/>
                </a:lnTo>
                <a:lnTo>
                  <a:pt x="18264" y="13138"/>
                </a:lnTo>
                <a:lnTo>
                  <a:pt x="18042" y="12573"/>
                </a:lnTo>
                <a:lnTo>
                  <a:pt x="17577" y="11382"/>
                </a:lnTo>
                <a:lnTo>
                  <a:pt x="17053" y="10192"/>
                </a:lnTo>
                <a:lnTo>
                  <a:pt x="16770" y="9586"/>
                </a:lnTo>
                <a:lnTo>
                  <a:pt x="16468" y="8981"/>
                </a:lnTo>
                <a:lnTo>
                  <a:pt x="16145" y="8375"/>
                </a:lnTo>
                <a:lnTo>
                  <a:pt x="15822" y="7790"/>
                </a:lnTo>
                <a:lnTo>
                  <a:pt x="15479" y="7205"/>
                </a:lnTo>
                <a:lnTo>
                  <a:pt x="15115" y="6620"/>
                </a:lnTo>
                <a:lnTo>
                  <a:pt x="14732" y="6055"/>
                </a:lnTo>
                <a:lnTo>
                  <a:pt x="14308" y="5510"/>
                </a:lnTo>
                <a:lnTo>
                  <a:pt x="13884" y="4965"/>
                </a:lnTo>
                <a:lnTo>
                  <a:pt x="13441" y="4460"/>
                </a:lnTo>
                <a:lnTo>
                  <a:pt x="12956" y="3956"/>
                </a:lnTo>
                <a:lnTo>
                  <a:pt x="12452" y="3492"/>
                </a:lnTo>
                <a:lnTo>
                  <a:pt x="11927" y="3028"/>
                </a:lnTo>
                <a:lnTo>
                  <a:pt x="11362" y="2604"/>
                </a:lnTo>
                <a:lnTo>
                  <a:pt x="10777" y="2200"/>
                </a:lnTo>
                <a:lnTo>
                  <a:pt x="10171" y="1837"/>
                </a:lnTo>
                <a:lnTo>
                  <a:pt x="9546" y="1494"/>
                </a:lnTo>
                <a:lnTo>
                  <a:pt x="8900" y="1191"/>
                </a:lnTo>
                <a:lnTo>
                  <a:pt x="8254" y="929"/>
                </a:lnTo>
                <a:lnTo>
                  <a:pt x="7588" y="687"/>
                </a:lnTo>
                <a:lnTo>
                  <a:pt x="6902" y="485"/>
                </a:lnTo>
                <a:lnTo>
                  <a:pt x="6216" y="324"/>
                </a:lnTo>
                <a:lnTo>
                  <a:pt x="5530" y="182"/>
                </a:lnTo>
                <a:lnTo>
                  <a:pt x="4824" y="81"/>
                </a:lnTo>
                <a:lnTo>
                  <a:pt x="4138" y="21"/>
                </a:lnTo>
                <a:lnTo>
                  <a:pt x="343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8" name="Google Shape;5088;p62"/>
          <p:cNvSpPr/>
          <p:nvPr/>
        </p:nvSpPr>
        <p:spPr>
          <a:xfrm flipH="1" rot="5400000">
            <a:off x="-346600" y="2805884"/>
            <a:ext cx="453633" cy="455870"/>
          </a:xfrm>
          <a:custGeom>
            <a:rect b="b" l="l" r="r" t="t"/>
            <a:pathLst>
              <a:path extrusionOk="0" h="8154" w="8114">
                <a:moveTo>
                  <a:pt x="1010" y="81"/>
                </a:moveTo>
                <a:lnTo>
                  <a:pt x="1151" y="101"/>
                </a:lnTo>
                <a:lnTo>
                  <a:pt x="1413" y="162"/>
                </a:lnTo>
                <a:lnTo>
                  <a:pt x="1696" y="263"/>
                </a:lnTo>
                <a:lnTo>
                  <a:pt x="1938" y="384"/>
                </a:lnTo>
                <a:lnTo>
                  <a:pt x="2200" y="545"/>
                </a:lnTo>
                <a:lnTo>
                  <a:pt x="2422" y="707"/>
                </a:lnTo>
                <a:lnTo>
                  <a:pt x="2644" y="888"/>
                </a:lnTo>
                <a:lnTo>
                  <a:pt x="3108" y="1251"/>
                </a:lnTo>
                <a:lnTo>
                  <a:pt x="3552" y="1635"/>
                </a:lnTo>
                <a:lnTo>
                  <a:pt x="3976" y="2039"/>
                </a:lnTo>
                <a:lnTo>
                  <a:pt x="4400" y="2422"/>
                </a:lnTo>
                <a:lnTo>
                  <a:pt x="4783" y="2826"/>
                </a:lnTo>
                <a:lnTo>
                  <a:pt x="5167" y="3229"/>
                </a:lnTo>
                <a:lnTo>
                  <a:pt x="5530" y="3653"/>
                </a:lnTo>
                <a:lnTo>
                  <a:pt x="5873" y="4077"/>
                </a:lnTo>
                <a:lnTo>
                  <a:pt x="6196" y="4500"/>
                </a:lnTo>
                <a:lnTo>
                  <a:pt x="6499" y="4924"/>
                </a:lnTo>
                <a:lnTo>
                  <a:pt x="6781" y="5348"/>
                </a:lnTo>
                <a:lnTo>
                  <a:pt x="7064" y="5792"/>
                </a:lnTo>
                <a:lnTo>
                  <a:pt x="7306" y="6236"/>
                </a:lnTo>
                <a:lnTo>
                  <a:pt x="7548" y="6680"/>
                </a:lnTo>
                <a:lnTo>
                  <a:pt x="7770" y="7144"/>
                </a:lnTo>
                <a:lnTo>
                  <a:pt x="7972" y="7588"/>
                </a:lnTo>
                <a:lnTo>
                  <a:pt x="8012" y="7729"/>
                </a:lnTo>
                <a:lnTo>
                  <a:pt x="8032" y="7871"/>
                </a:lnTo>
                <a:lnTo>
                  <a:pt x="8032" y="7931"/>
                </a:lnTo>
                <a:lnTo>
                  <a:pt x="8012" y="7992"/>
                </a:lnTo>
                <a:lnTo>
                  <a:pt x="7972" y="8032"/>
                </a:lnTo>
                <a:lnTo>
                  <a:pt x="7932" y="8052"/>
                </a:lnTo>
                <a:lnTo>
                  <a:pt x="7851" y="8072"/>
                </a:lnTo>
                <a:lnTo>
                  <a:pt x="7790" y="8072"/>
                </a:lnTo>
                <a:lnTo>
                  <a:pt x="7649" y="8012"/>
                </a:lnTo>
                <a:lnTo>
                  <a:pt x="7346" y="7830"/>
                </a:lnTo>
                <a:lnTo>
                  <a:pt x="7084" y="7628"/>
                </a:lnTo>
                <a:lnTo>
                  <a:pt x="6822" y="7386"/>
                </a:lnTo>
                <a:lnTo>
                  <a:pt x="6559" y="7164"/>
                </a:lnTo>
                <a:lnTo>
                  <a:pt x="2523" y="3310"/>
                </a:lnTo>
                <a:lnTo>
                  <a:pt x="2180" y="3007"/>
                </a:lnTo>
                <a:lnTo>
                  <a:pt x="1514" y="2462"/>
                </a:lnTo>
                <a:lnTo>
                  <a:pt x="1151" y="2119"/>
                </a:lnTo>
                <a:lnTo>
                  <a:pt x="808" y="1776"/>
                </a:lnTo>
                <a:lnTo>
                  <a:pt x="485" y="1413"/>
                </a:lnTo>
                <a:lnTo>
                  <a:pt x="364" y="1251"/>
                </a:lnTo>
                <a:lnTo>
                  <a:pt x="243" y="1070"/>
                </a:lnTo>
                <a:lnTo>
                  <a:pt x="162" y="908"/>
                </a:lnTo>
                <a:lnTo>
                  <a:pt x="102" y="767"/>
                </a:lnTo>
                <a:lnTo>
                  <a:pt x="81" y="626"/>
                </a:lnTo>
                <a:lnTo>
                  <a:pt x="81" y="485"/>
                </a:lnTo>
                <a:lnTo>
                  <a:pt x="122" y="424"/>
                </a:lnTo>
                <a:lnTo>
                  <a:pt x="142" y="364"/>
                </a:lnTo>
                <a:lnTo>
                  <a:pt x="243" y="263"/>
                </a:lnTo>
                <a:lnTo>
                  <a:pt x="404" y="182"/>
                </a:lnTo>
                <a:lnTo>
                  <a:pt x="606" y="101"/>
                </a:lnTo>
                <a:lnTo>
                  <a:pt x="747" y="81"/>
                </a:lnTo>
                <a:close/>
                <a:moveTo>
                  <a:pt x="727" y="0"/>
                </a:moveTo>
                <a:lnTo>
                  <a:pt x="586" y="41"/>
                </a:lnTo>
                <a:lnTo>
                  <a:pt x="364" y="101"/>
                </a:lnTo>
                <a:lnTo>
                  <a:pt x="203" y="202"/>
                </a:lnTo>
                <a:lnTo>
                  <a:pt x="122" y="263"/>
                </a:lnTo>
                <a:lnTo>
                  <a:pt x="81" y="323"/>
                </a:lnTo>
                <a:lnTo>
                  <a:pt x="41" y="384"/>
                </a:lnTo>
                <a:lnTo>
                  <a:pt x="21" y="464"/>
                </a:lnTo>
                <a:lnTo>
                  <a:pt x="1" y="606"/>
                </a:lnTo>
                <a:lnTo>
                  <a:pt x="21" y="767"/>
                </a:lnTo>
                <a:lnTo>
                  <a:pt x="81" y="908"/>
                </a:lnTo>
                <a:lnTo>
                  <a:pt x="162" y="1090"/>
                </a:lnTo>
                <a:lnTo>
                  <a:pt x="263" y="1251"/>
                </a:lnTo>
                <a:lnTo>
                  <a:pt x="404" y="1433"/>
                </a:lnTo>
                <a:lnTo>
                  <a:pt x="707" y="1796"/>
                </a:lnTo>
                <a:lnTo>
                  <a:pt x="1070" y="2139"/>
                </a:lnTo>
                <a:lnTo>
                  <a:pt x="1434" y="2482"/>
                </a:lnTo>
                <a:lnTo>
                  <a:pt x="2120" y="3088"/>
                </a:lnTo>
                <a:lnTo>
                  <a:pt x="2463" y="3370"/>
                </a:lnTo>
                <a:lnTo>
                  <a:pt x="6499" y="7225"/>
                </a:lnTo>
                <a:lnTo>
                  <a:pt x="6761" y="7467"/>
                </a:lnTo>
                <a:lnTo>
                  <a:pt x="7023" y="7689"/>
                </a:lnTo>
                <a:lnTo>
                  <a:pt x="7306" y="7911"/>
                </a:lnTo>
                <a:lnTo>
                  <a:pt x="7609" y="8093"/>
                </a:lnTo>
                <a:lnTo>
                  <a:pt x="7730" y="8133"/>
                </a:lnTo>
                <a:lnTo>
                  <a:pt x="7851" y="8153"/>
                </a:lnTo>
                <a:lnTo>
                  <a:pt x="7911" y="8153"/>
                </a:lnTo>
                <a:lnTo>
                  <a:pt x="7972" y="8133"/>
                </a:lnTo>
                <a:lnTo>
                  <a:pt x="8032" y="8093"/>
                </a:lnTo>
                <a:lnTo>
                  <a:pt x="8073" y="8032"/>
                </a:lnTo>
                <a:lnTo>
                  <a:pt x="8093" y="7971"/>
                </a:lnTo>
                <a:lnTo>
                  <a:pt x="8113" y="7891"/>
                </a:lnTo>
                <a:lnTo>
                  <a:pt x="8093" y="7729"/>
                </a:lnTo>
                <a:lnTo>
                  <a:pt x="8032" y="7568"/>
                </a:lnTo>
                <a:lnTo>
                  <a:pt x="7831" y="7104"/>
                </a:lnTo>
                <a:lnTo>
                  <a:pt x="7629" y="6640"/>
                </a:lnTo>
                <a:lnTo>
                  <a:pt x="7387" y="6196"/>
                </a:lnTo>
                <a:lnTo>
                  <a:pt x="7124" y="5752"/>
                </a:lnTo>
                <a:lnTo>
                  <a:pt x="6862" y="5308"/>
                </a:lnTo>
                <a:lnTo>
                  <a:pt x="6559" y="4884"/>
                </a:lnTo>
                <a:lnTo>
                  <a:pt x="6257" y="4440"/>
                </a:lnTo>
                <a:lnTo>
                  <a:pt x="5934" y="4016"/>
                </a:lnTo>
                <a:lnTo>
                  <a:pt x="5591" y="3592"/>
                </a:lnTo>
                <a:lnTo>
                  <a:pt x="5227" y="3189"/>
                </a:lnTo>
                <a:lnTo>
                  <a:pt x="4844" y="2785"/>
                </a:lnTo>
                <a:lnTo>
                  <a:pt x="4461" y="2382"/>
                </a:lnTo>
                <a:lnTo>
                  <a:pt x="4037" y="1978"/>
                </a:lnTo>
                <a:lnTo>
                  <a:pt x="3613" y="1574"/>
                </a:lnTo>
                <a:lnTo>
                  <a:pt x="3169" y="1191"/>
                </a:lnTo>
                <a:lnTo>
                  <a:pt x="2705" y="808"/>
                </a:lnTo>
                <a:lnTo>
                  <a:pt x="2463" y="646"/>
                </a:lnTo>
                <a:lnTo>
                  <a:pt x="2221" y="464"/>
                </a:lnTo>
                <a:lnTo>
                  <a:pt x="1978" y="323"/>
                </a:lnTo>
                <a:lnTo>
                  <a:pt x="1716" y="182"/>
                </a:lnTo>
                <a:lnTo>
                  <a:pt x="1434" y="81"/>
                </a:lnTo>
                <a:lnTo>
                  <a:pt x="1151" y="21"/>
                </a:lnTo>
                <a:lnTo>
                  <a:pt x="10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9" name="Google Shape;5089;p62"/>
          <p:cNvSpPr/>
          <p:nvPr/>
        </p:nvSpPr>
        <p:spPr>
          <a:xfrm>
            <a:off x="4176570" y="45583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0" name="Google Shape;5090;p62"/>
          <p:cNvGrpSpPr/>
          <p:nvPr/>
        </p:nvGrpSpPr>
        <p:grpSpPr>
          <a:xfrm>
            <a:off x="8520555" y="1997778"/>
            <a:ext cx="560659" cy="1147945"/>
            <a:chOff x="8491980" y="1997778"/>
            <a:chExt cx="560659" cy="1147945"/>
          </a:xfrm>
        </p:grpSpPr>
        <p:sp>
          <p:nvSpPr>
            <p:cNvPr id="5091" name="Google Shape;5091;p62"/>
            <p:cNvSpPr/>
            <p:nvPr/>
          </p:nvSpPr>
          <p:spPr>
            <a:xfrm>
              <a:off x="8990039" y="1997778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2"/>
            <p:cNvSpPr/>
            <p:nvPr/>
          </p:nvSpPr>
          <p:spPr>
            <a:xfrm>
              <a:off x="8991558" y="2153402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2"/>
            <p:cNvSpPr/>
            <p:nvPr/>
          </p:nvSpPr>
          <p:spPr>
            <a:xfrm>
              <a:off x="8989279" y="3083921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2"/>
            <p:cNvSpPr/>
            <p:nvPr/>
          </p:nvSpPr>
          <p:spPr>
            <a:xfrm>
              <a:off x="8826817" y="3084680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2"/>
            <p:cNvSpPr/>
            <p:nvPr/>
          </p:nvSpPr>
          <p:spPr>
            <a:xfrm>
              <a:off x="8983923" y="2304393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2"/>
            <p:cNvSpPr/>
            <p:nvPr/>
          </p:nvSpPr>
          <p:spPr>
            <a:xfrm>
              <a:off x="8989279" y="2926017"/>
              <a:ext cx="57243" cy="58003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2"/>
            <p:cNvSpPr/>
            <p:nvPr/>
          </p:nvSpPr>
          <p:spPr>
            <a:xfrm>
              <a:off x="8825298" y="2926017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2"/>
            <p:cNvSpPr/>
            <p:nvPr/>
          </p:nvSpPr>
          <p:spPr>
            <a:xfrm>
              <a:off x="8987000" y="2463816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2"/>
            <p:cNvSpPr/>
            <p:nvPr/>
          </p:nvSpPr>
          <p:spPr>
            <a:xfrm>
              <a:off x="8989279" y="2773469"/>
              <a:ext cx="58763" cy="55724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2"/>
            <p:cNvSpPr/>
            <p:nvPr/>
          </p:nvSpPr>
          <p:spPr>
            <a:xfrm>
              <a:off x="8824538" y="2768911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2"/>
            <p:cNvSpPr/>
            <p:nvPr/>
          </p:nvSpPr>
          <p:spPr>
            <a:xfrm>
              <a:off x="8989279" y="2619402"/>
              <a:ext cx="57243" cy="5344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2"/>
            <p:cNvSpPr/>
            <p:nvPr/>
          </p:nvSpPr>
          <p:spPr>
            <a:xfrm>
              <a:off x="8826058" y="2616363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2"/>
            <p:cNvSpPr/>
            <p:nvPr/>
          </p:nvSpPr>
          <p:spPr>
            <a:xfrm>
              <a:off x="8828337" y="1998575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2"/>
            <p:cNvSpPr/>
            <p:nvPr/>
          </p:nvSpPr>
          <p:spPr>
            <a:xfrm>
              <a:off x="8662076" y="2772710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2"/>
            <p:cNvSpPr/>
            <p:nvPr/>
          </p:nvSpPr>
          <p:spPr>
            <a:xfrm>
              <a:off x="8661317" y="2614844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2"/>
            <p:cNvSpPr/>
            <p:nvPr/>
          </p:nvSpPr>
          <p:spPr>
            <a:xfrm>
              <a:off x="8828337" y="2153402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2"/>
            <p:cNvSpPr/>
            <p:nvPr/>
          </p:nvSpPr>
          <p:spPr>
            <a:xfrm>
              <a:off x="8826817" y="2464575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2"/>
            <p:cNvSpPr/>
            <p:nvPr/>
          </p:nvSpPr>
          <p:spPr>
            <a:xfrm>
              <a:off x="8662076" y="2929094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2"/>
            <p:cNvSpPr/>
            <p:nvPr/>
          </p:nvSpPr>
          <p:spPr>
            <a:xfrm>
              <a:off x="8662076" y="2463056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2"/>
            <p:cNvSpPr/>
            <p:nvPr/>
          </p:nvSpPr>
          <p:spPr>
            <a:xfrm>
              <a:off x="8660557" y="3083921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2"/>
            <p:cNvSpPr/>
            <p:nvPr/>
          </p:nvSpPr>
          <p:spPr>
            <a:xfrm>
              <a:off x="8491980" y="3080844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2"/>
            <p:cNvSpPr/>
            <p:nvPr/>
          </p:nvSpPr>
          <p:spPr>
            <a:xfrm>
              <a:off x="8827577" y="2308229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2"/>
            <p:cNvSpPr/>
            <p:nvPr/>
          </p:nvSpPr>
          <p:spPr>
            <a:xfrm>
              <a:off x="8663596" y="2299834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2"/>
            <p:cNvSpPr/>
            <p:nvPr/>
          </p:nvSpPr>
          <p:spPr>
            <a:xfrm>
              <a:off x="8495816" y="2463816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2"/>
            <p:cNvSpPr/>
            <p:nvPr/>
          </p:nvSpPr>
          <p:spPr>
            <a:xfrm>
              <a:off x="8498095" y="2308989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2"/>
            <p:cNvSpPr/>
            <p:nvPr/>
          </p:nvSpPr>
          <p:spPr>
            <a:xfrm>
              <a:off x="8497335" y="2928296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2"/>
            <p:cNvSpPr/>
            <p:nvPr/>
          </p:nvSpPr>
          <p:spPr>
            <a:xfrm>
              <a:off x="8495816" y="2618642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2"/>
            <p:cNvSpPr/>
            <p:nvPr/>
          </p:nvSpPr>
          <p:spPr>
            <a:xfrm>
              <a:off x="8662076" y="2154922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2"/>
            <p:cNvSpPr/>
            <p:nvPr/>
          </p:nvSpPr>
          <p:spPr>
            <a:xfrm>
              <a:off x="8497335" y="2774229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2"/>
            <p:cNvSpPr/>
            <p:nvPr/>
          </p:nvSpPr>
          <p:spPr>
            <a:xfrm>
              <a:off x="8659797" y="1999335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2"/>
            <p:cNvSpPr/>
            <p:nvPr/>
          </p:nvSpPr>
          <p:spPr>
            <a:xfrm>
              <a:off x="8499615" y="2152643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2"/>
            <p:cNvSpPr/>
            <p:nvPr/>
          </p:nvSpPr>
          <p:spPr>
            <a:xfrm>
              <a:off x="8500374" y="1997778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1">
    <p:spTree>
      <p:nvGrpSpPr>
        <p:cNvPr id="5123" name="Shape 5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4" name="Google Shape;5124;p63"/>
          <p:cNvSpPr txBox="1"/>
          <p:nvPr>
            <p:ph idx="1" type="subTitle"/>
          </p:nvPr>
        </p:nvSpPr>
        <p:spPr>
          <a:xfrm>
            <a:off x="967008" y="2845925"/>
            <a:ext cx="14355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125" name="Google Shape;5125;p63"/>
          <p:cNvSpPr txBox="1"/>
          <p:nvPr>
            <p:ph idx="2" type="subTitle"/>
          </p:nvPr>
        </p:nvSpPr>
        <p:spPr>
          <a:xfrm>
            <a:off x="838908" y="3187025"/>
            <a:ext cx="1691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126" name="Google Shape;5126;p63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127" name="Google Shape;5127;p63"/>
          <p:cNvSpPr txBox="1"/>
          <p:nvPr>
            <p:ph idx="3" type="subTitle"/>
          </p:nvPr>
        </p:nvSpPr>
        <p:spPr>
          <a:xfrm>
            <a:off x="6749531" y="2845912"/>
            <a:ext cx="14355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128" name="Google Shape;5128;p63"/>
          <p:cNvSpPr txBox="1"/>
          <p:nvPr>
            <p:ph idx="4" type="subTitle"/>
          </p:nvPr>
        </p:nvSpPr>
        <p:spPr>
          <a:xfrm>
            <a:off x="6621431" y="3187025"/>
            <a:ext cx="1691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129" name="Google Shape;5129;p63"/>
          <p:cNvSpPr txBox="1"/>
          <p:nvPr>
            <p:ph idx="5" type="subTitle"/>
          </p:nvPr>
        </p:nvSpPr>
        <p:spPr>
          <a:xfrm>
            <a:off x="2894516" y="2845912"/>
            <a:ext cx="14355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130" name="Google Shape;5130;p63"/>
          <p:cNvSpPr txBox="1"/>
          <p:nvPr>
            <p:ph idx="6" type="subTitle"/>
          </p:nvPr>
        </p:nvSpPr>
        <p:spPr>
          <a:xfrm>
            <a:off x="2768730" y="3187025"/>
            <a:ext cx="1691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131" name="Google Shape;5131;p63"/>
          <p:cNvSpPr txBox="1"/>
          <p:nvPr>
            <p:ph idx="7" type="subTitle"/>
          </p:nvPr>
        </p:nvSpPr>
        <p:spPr>
          <a:xfrm>
            <a:off x="4822024" y="2845912"/>
            <a:ext cx="14355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132" name="Google Shape;5132;p63"/>
          <p:cNvSpPr txBox="1"/>
          <p:nvPr>
            <p:ph idx="8" type="subTitle"/>
          </p:nvPr>
        </p:nvSpPr>
        <p:spPr>
          <a:xfrm>
            <a:off x="4694714" y="3187025"/>
            <a:ext cx="1691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133" name="Google Shape;5133;p63"/>
          <p:cNvSpPr/>
          <p:nvPr/>
        </p:nvSpPr>
        <p:spPr>
          <a:xfrm flipH="1">
            <a:off x="0" y="4599425"/>
            <a:ext cx="9144000" cy="544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4" name="Google Shape;5134;p63"/>
          <p:cNvSpPr/>
          <p:nvPr/>
        </p:nvSpPr>
        <p:spPr>
          <a:xfrm flipH="1" rot="5400000">
            <a:off x="6236225" y="2200800"/>
            <a:ext cx="5137200" cy="748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5" name="Google Shape;5135;p63"/>
          <p:cNvSpPr/>
          <p:nvPr/>
        </p:nvSpPr>
        <p:spPr>
          <a:xfrm>
            <a:off x="8598938" y="1100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6" name="Google Shape;5136;p63"/>
          <p:cNvSpPr/>
          <p:nvPr/>
        </p:nvSpPr>
        <p:spPr>
          <a:xfrm>
            <a:off x="8598938" y="5672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7" name="Google Shape;5137;p63"/>
          <p:cNvSpPr/>
          <p:nvPr/>
        </p:nvSpPr>
        <p:spPr>
          <a:xfrm>
            <a:off x="84465" y="539495"/>
            <a:ext cx="754445" cy="377331"/>
          </a:xfrm>
          <a:custGeom>
            <a:rect b="b" l="l" r="r" t="t"/>
            <a:pathLst>
              <a:path extrusionOk="0" h="41798" w="83595">
                <a:moveTo>
                  <a:pt x="41797" y="0"/>
                </a:moveTo>
                <a:lnTo>
                  <a:pt x="40710" y="28"/>
                </a:lnTo>
                <a:lnTo>
                  <a:pt x="39650" y="56"/>
                </a:lnTo>
                <a:lnTo>
                  <a:pt x="38591" y="112"/>
                </a:lnTo>
                <a:lnTo>
                  <a:pt x="37531" y="223"/>
                </a:lnTo>
                <a:lnTo>
                  <a:pt x="36472" y="335"/>
                </a:lnTo>
                <a:lnTo>
                  <a:pt x="35440" y="474"/>
                </a:lnTo>
                <a:lnTo>
                  <a:pt x="34408" y="669"/>
                </a:lnTo>
                <a:lnTo>
                  <a:pt x="33377" y="864"/>
                </a:lnTo>
                <a:lnTo>
                  <a:pt x="32373" y="1060"/>
                </a:lnTo>
                <a:lnTo>
                  <a:pt x="31369" y="1311"/>
                </a:lnTo>
                <a:lnTo>
                  <a:pt x="30365" y="1589"/>
                </a:lnTo>
                <a:lnTo>
                  <a:pt x="29361" y="1868"/>
                </a:lnTo>
                <a:lnTo>
                  <a:pt x="28385" y="2203"/>
                </a:lnTo>
                <a:lnTo>
                  <a:pt x="27437" y="2537"/>
                </a:lnTo>
                <a:lnTo>
                  <a:pt x="26489" y="2900"/>
                </a:lnTo>
                <a:lnTo>
                  <a:pt x="25541" y="3290"/>
                </a:lnTo>
                <a:lnTo>
                  <a:pt x="24593" y="3708"/>
                </a:lnTo>
                <a:lnTo>
                  <a:pt x="23673" y="4127"/>
                </a:lnTo>
                <a:lnTo>
                  <a:pt x="22781" y="4573"/>
                </a:lnTo>
                <a:lnTo>
                  <a:pt x="21889" y="5047"/>
                </a:lnTo>
                <a:lnTo>
                  <a:pt x="20996" y="5549"/>
                </a:lnTo>
                <a:lnTo>
                  <a:pt x="20132" y="6051"/>
                </a:lnTo>
                <a:lnTo>
                  <a:pt x="19267" y="6580"/>
                </a:lnTo>
                <a:lnTo>
                  <a:pt x="18431" y="7138"/>
                </a:lnTo>
                <a:lnTo>
                  <a:pt x="17594" y="7724"/>
                </a:lnTo>
                <a:lnTo>
                  <a:pt x="16786" y="8309"/>
                </a:lnTo>
                <a:lnTo>
                  <a:pt x="16005" y="8923"/>
                </a:lnTo>
                <a:lnTo>
                  <a:pt x="15224" y="9536"/>
                </a:lnTo>
                <a:lnTo>
                  <a:pt x="14444" y="10205"/>
                </a:lnTo>
                <a:lnTo>
                  <a:pt x="13691" y="10847"/>
                </a:lnTo>
                <a:lnTo>
                  <a:pt x="12966" y="11544"/>
                </a:lnTo>
                <a:lnTo>
                  <a:pt x="12241" y="12241"/>
                </a:lnTo>
                <a:lnTo>
                  <a:pt x="11544" y="12966"/>
                </a:lnTo>
                <a:lnTo>
                  <a:pt x="10875" y="13691"/>
                </a:lnTo>
                <a:lnTo>
                  <a:pt x="10205" y="14444"/>
                </a:lnTo>
                <a:lnTo>
                  <a:pt x="9564" y="15224"/>
                </a:lnTo>
                <a:lnTo>
                  <a:pt x="8923" y="16005"/>
                </a:lnTo>
                <a:lnTo>
                  <a:pt x="8309" y="16786"/>
                </a:lnTo>
                <a:lnTo>
                  <a:pt x="7724" y="17594"/>
                </a:lnTo>
                <a:lnTo>
                  <a:pt x="7138" y="18431"/>
                </a:lnTo>
                <a:lnTo>
                  <a:pt x="6581" y="19267"/>
                </a:lnTo>
                <a:lnTo>
                  <a:pt x="6051" y="20132"/>
                </a:lnTo>
                <a:lnTo>
                  <a:pt x="5549" y="20996"/>
                </a:lnTo>
                <a:lnTo>
                  <a:pt x="5047" y="21888"/>
                </a:lnTo>
                <a:lnTo>
                  <a:pt x="4573" y="22781"/>
                </a:lnTo>
                <a:lnTo>
                  <a:pt x="4127" y="23673"/>
                </a:lnTo>
                <a:lnTo>
                  <a:pt x="3709" y="24593"/>
                </a:lnTo>
                <a:lnTo>
                  <a:pt x="3290" y="25541"/>
                </a:lnTo>
                <a:lnTo>
                  <a:pt x="2900" y="26461"/>
                </a:lnTo>
                <a:lnTo>
                  <a:pt x="2537" y="27437"/>
                </a:lnTo>
                <a:lnTo>
                  <a:pt x="2203" y="28385"/>
                </a:lnTo>
                <a:lnTo>
                  <a:pt x="1896" y="29361"/>
                </a:lnTo>
                <a:lnTo>
                  <a:pt x="1589" y="30365"/>
                </a:lnTo>
                <a:lnTo>
                  <a:pt x="1311" y="31341"/>
                </a:lnTo>
                <a:lnTo>
                  <a:pt x="1087" y="32345"/>
                </a:lnTo>
                <a:lnTo>
                  <a:pt x="864" y="33376"/>
                </a:lnTo>
                <a:lnTo>
                  <a:pt x="669" y="34408"/>
                </a:lnTo>
                <a:lnTo>
                  <a:pt x="502" y="35440"/>
                </a:lnTo>
                <a:lnTo>
                  <a:pt x="335" y="36471"/>
                </a:lnTo>
                <a:lnTo>
                  <a:pt x="223" y="37531"/>
                </a:lnTo>
                <a:lnTo>
                  <a:pt x="139" y="38591"/>
                </a:lnTo>
                <a:lnTo>
                  <a:pt x="56" y="39650"/>
                </a:lnTo>
                <a:lnTo>
                  <a:pt x="28" y="40710"/>
                </a:lnTo>
                <a:lnTo>
                  <a:pt x="0" y="41797"/>
                </a:lnTo>
                <a:lnTo>
                  <a:pt x="83595" y="41797"/>
                </a:lnTo>
                <a:lnTo>
                  <a:pt x="83595" y="40710"/>
                </a:lnTo>
                <a:lnTo>
                  <a:pt x="83539" y="39650"/>
                </a:lnTo>
                <a:lnTo>
                  <a:pt x="83483" y="38591"/>
                </a:lnTo>
                <a:lnTo>
                  <a:pt x="83372" y="37531"/>
                </a:lnTo>
                <a:lnTo>
                  <a:pt x="83260" y="36471"/>
                </a:lnTo>
                <a:lnTo>
                  <a:pt x="83121" y="35440"/>
                </a:lnTo>
                <a:lnTo>
                  <a:pt x="82953" y="34408"/>
                </a:lnTo>
                <a:lnTo>
                  <a:pt x="82758" y="33376"/>
                </a:lnTo>
                <a:lnTo>
                  <a:pt x="82535" y="32345"/>
                </a:lnTo>
                <a:lnTo>
                  <a:pt x="82284" y="31341"/>
                </a:lnTo>
                <a:lnTo>
                  <a:pt x="82005" y="30365"/>
                </a:lnTo>
                <a:lnTo>
                  <a:pt x="81727" y="29361"/>
                </a:lnTo>
                <a:lnTo>
                  <a:pt x="81392" y="28385"/>
                </a:lnTo>
                <a:lnTo>
                  <a:pt x="81057" y="27437"/>
                </a:lnTo>
                <a:lnTo>
                  <a:pt x="80695" y="26461"/>
                </a:lnTo>
                <a:lnTo>
                  <a:pt x="80304" y="25541"/>
                </a:lnTo>
                <a:lnTo>
                  <a:pt x="79914" y="24593"/>
                </a:lnTo>
                <a:lnTo>
                  <a:pt x="79468" y="23673"/>
                </a:lnTo>
                <a:lnTo>
                  <a:pt x="79022" y="22781"/>
                </a:lnTo>
                <a:lnTo>
                  <a:pt x="78548" y="21888"/>
                </a:lnTo>
                <a:lnTo>
                  <a:pt x="78046" y="20996"/>
                </a:lnTo>
                <a:lnTo>
                  <a:pt x="77544" y="20132"/>
                </a:lnTo>
                <a:lnTo>
                  <a:pt x="77014" y="19267"/>
                </a:lnTo>
                <a:lnTo>
                  <a:pt x="76457" y="18431"/>
                </a:lnTo>
                <a:lnTo>
                  <a:pt x="75899" y="17594"/>
                </a:lnTo>
                <a:lnTo>
                  <a:pt x="75285" y="16786"/>
                </a:lnTo>
                <a:lnTo>
                  <a:pt x="74672" y="16005"/>
                </a:lnTo>
                <a:lnTo>
                  <a:pt x="74059" y="15224"/>
                </a:lnTo>
                <a:lnTo>
                  <a:pt x="73417" y="14444"/>
                </a:lnTo>
                <a:lnTo>
                  <a:pt x="72748" y="13691"/>
                </a:lnTo>
                <a:lnTo>
                  <a:pt x="72051" y="12966"/>
                </a:lnTo>
                <a:lnTo>
                  <a:pt x="71354" y="12241"/>
                </a:lnTo>
                <a:lnTo>
                  <a:pt x="70629" y="11544"/>
                </a:lnTo>
                <a:lnTo>
                  <a:pt x="69904" y="10847"/>
                </a:lnTo>
                <a:lnTo>
                  <a:pt x="69151" y="10205"/>
                </a:lnTo>
                <a:lnTo>
                  <a:pt x="68398" y="9536"/>
                </a:lnTo>
                <a:lnTo>
                  <a:pt x="67617" y="8923"/>
                </a:lnTo>
                <a:lnTo>
                  <a:pt x="66809" y="8309"/>
                </a:lnTo>
                <a:lnTo>
                  <a:pt x="66000" y="7724"/>
                </a:lnTo>
                <a:lnTo>
                  <a:pt x="65164" y="7138"/>
                </a:lnTo>
                <a:lnTo>
                  <a:pt x="64327" y="6580"/>
                </a:lnTo>
                <a:lnTo>
                  <a:pt x="63463" y="6051"/>
                </a:lnTo>
                <a:lnTo>
                  <a:pt x="62598" y="5549"/>
                </a:lnTo>
                <a:lnTo>
                  <a:pt x="61734" y="5047"/>
                </a:lnTo>
                <a:lnTo>
                  <a:pt x="60842" y="4573"/>
                </a:lnTo>
                <a:lnTo>
                  <a:pt x="59922" y="4127"/>
                </a:lnTo>
                <a:lnTo>
                  <a:pt x="59001" y="3708"/>
                </a:lnTo>
                <a:lnTo>
                  <a:pt x="58081" y="3290"/>
                </a:lnTo>
                <a:lnTo>
                  <a:pt x="57133" y="2900"/>
                </a:lnTo>
                <a:lnTo>
                  <a:pt x="56185" y="2537"/>
                </a:lnTo>
                <a:lnTo>
                  <a:pt x="55209" y="2203"/>
                </a:lnTo>
                <a:lnTo>
                  <a:pt x="54233" y="1868"/>
                </a:lnTo>
                <a:lnTo>
                  <a:pt x="53257" y="1589"/>
                </a:lnTo>
                <a:lnTo>
                  <a:pt x="52254" y="1311"/>
                </a:lnTo>
                <a:lnTo>
                  <a:pt x="51250" y="1060"/>
                </a:lnTo>
                <a:lnTo>
                  <a:pt x="50218" y="864"/>
                </a:lnTo>
                <a:lnTo>
                  <a:pt x="49214" y="669"/>
                </a:lnTo>
                <a:lnTo>
                  <a:pt x="48155" y="474"/>
                </a:lnTo>
                <a:lnTo>
                  <a:pt x="47123" y="335"/>
                </a:lnTo>
                <a:lnTo>
                  <a:pt x="46064" y="223"/>
                </a:lnTo>
                <a:lnTo>
                  <a:pt x="45032" y="112"/>
                </a:lnTo>
                <a:lnTo>
                  <a:pt x="43944" y="56"/>
                </a:lnTo>
                <a:lnTo>
                  <a:pt x="42885" y="28"/>
                </a:lnTo>
                <a:lnTo>
                  <a:pt x="4179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8" name="Google Shape;5138;p63"/>
          <p:cNvSpPr/>
          <p:nvPr/>
        </p:nvSpPr>
        <p:spPr>
          <a:xfrm>
            <a:off x="84465" y="162170"/>
            <a:ext cx="754445" cy="377331"/>
          </a:xfrm>
          <a:custGeom>
            <a:rect b="b" l="l" r="r" t="t"/>
            <a:pathLst>
              <a:path extrusionOk="0" h="41798" w="83595">
                <a:moveTo>
                  <a:pt x="41797" y="0"/>
                </a:moveTo>
                <a:lnTo>
                  <a:pt x="40710" y="28"/>
                </a:lnTo>
                <a:lnTo>
                  <a:pt x="39650" y="56"/>
                </a:lnTo>
                <a:lnTo>
                  <a:pt x="38591" y="112"/>
                </a:lnTo>
                <a:lnTo>
                  <a:pt x="37531" y="223"/>
                </a:lnTo>
                <a:lnTo>
                  <a:pt x="36472" y="335"/>
                </a:lnTo>
                <a:lnTo>
                  <a:pt x="35440" y="474"/>
                </a:lnTo>
                <a:lnTo>
                  <a:pt x="34408" y="669"/>
                </a:lnTo>
                <a:lnTo>
                  <a:pt x="33377" y="864"/>
                </a:lnTo>
                <a:lnTo>
                  <a:pt x="32373" y="1060"/>
                </a:lnTo>
                <a:lnTo>
                  <a:pt x="31369" y="1311"/>
                </a:lnTo>
                <a:lnTo>
                  <a:pt x="30365" y="1589"/>
                </a:lnTo>
                <a:lnTo>
                  <a:pt x="29361" y="1868"/>
                </a:lnTo>
                <a:lnTo>
                  <a:pt x="28385" y="2203"/>
                </a:lnTo>
                <a:lnTo>
                  <a:pt x="27437" y="2537"/>
                </a:lnTo>
                <a:lnTo>
                  <a:pt x="26489" y="2900"/>
                </a:lnTo>
                <a:lnTo>
                  <a:pt x="25541" y="3290"/>
                </a:lnTo>
                <a:lnTo>
                  <a:pt x="24593" y="3708"/>
                </a:lnTo>
                <a:lnTo>
                  <a:pt x="23673" y="4127"/>
                </a:lnTo>
                <a:lnTo>
                  <a:pt x="22781" y="4573"/>
                </a:lnTo>
                <a:lnTo>
                  <a:pt x="21889" y="5047"/>
                </a:lnTo>
                <a:lnTo>
                  <a:pt x="20996" y="5549"/>
                </a:lnTo>
                <a:lnTo>
                  <a:pt x="20132" y="6051"/>
                </a:lnTo>
                <a:lnTo>
                  <a:pt x="19267" y="6580"/>
                </a:lnTo>
                <a:lnTo>
                  <a:pt x="18431" y="7138"/>
                </a:lnTo>
                <a:lnTo>
                  <a:pt x="17594" y="7724"/>
                </a:lnTo>
                <a:lnTo>
                  <a:pt x="16786" y="8309"/>
                </a:lnTo>
                <a:lnTo>
                  <a:pt x="16005" y="8923"/>
                </a:lnTo>
                <a:lnTo>
                  <a:pt x="15224" y="9536"/>
                </a:lnTo>
                <a:lnTo>
                  <a:pt x="14444" y="10205"/>
                </a:lnTo>
                <a:lnTo>
                  <a:pt x="13691" y="10847"/>
                </a:lnTo>
                <a:lnTo>
                  <a:pt x="12966" y="11544"/>
                </a:lnTo>
                <a:lnTo>
                  <a:pt x="12241" y="12241"/>
                </a:lnTo>
                <a:lnTo>
                  <a:pt x="11544" y="12966"/>
                </a:lnTo>
                <a:lnTo>
                  <a:pt x="10875" y="13691"/>
                </a:lnTo>
                <a:lnTo>
                  <a:pt x="10205" y="14444"/>
                </a:lnTo>
                <a:lnTo>
                  <a:pt x="9564" y="15224"/>
                </a:lnTo>
                <a:lnTo>
                  <a:pt x="8923" y="16005"/>
                </a:lnTo>
                <a:lnTo>
                  <a:pt x="8309" y="16786"/>
                </a:lnTo>
                <a:lnTo>
                  <a:pt x="7724" y="17594"/>
                </a:lnTo>
                <a:lnTo>
                  <a:pt x="7138" y="18431"/>
                </a:lnTo>
                <a:lnTo>
                  <a:pt x="6581" y="19267"/>
                </a:lnTo>
                <a:lnTo>
                  <a:pt x="6051" y="20132"/>
                </a:lnTo>
                <a:lnTo>
                  <a:pt x="5549" y="20996"/>
                </a:lnTo>
                <a:lnTo>
                  <a:pt x="5047" y="21888"/>
                </a:lnTo>
                <a:lnTo>
                  <a:pt x="4573" y="22781"/>
                </a:lnTo>
                <a:lnTo>
                  <a:pt x="4127" y="23673"/>
                </a:lnTo>
                <a:lnTo>
                  <a:pt x="3709" y="24593"/>
                </a:lnTo>
                <a:lnTo>
                  <a:pt x="3290" y="25541"/>
                </a:lnTo>
                <a:lnTo>
                  <a:pt x="2900" y="26461"/>
                </a:lnTo>
                <a:lnTo>
                  <a:pt x="2537" y="27437"/>
                </a:lnTo>
                <a:lnTo>
                  <a:pt x="2203" y="28385"/>
                </a:lnTo>
                <a:lnTo>
                  <a:pt x="1896" y="29361"/>
                </a:lnTo>
                <a:lnTo>
                  <a:pt x="1589" y="30365"/>
                </a:lnTo>
                <a:lnTo>
                  <a:pt x="1311" y="31341"/>
                </a:lnTo>
                <a:lnTo>
                  <a:pt x="1087" y="32345"/>
                </a:lnTo>
                <a:lnTo>
                  <a:pt x="864" y="33376"/>
                </a:lnTo>
                <a:lnTo>
                  <a:pt x="669" y="34408"/>
                </a:lnTo>
                <a:lnTo>
                  <a:pt x="502" y="35440"/>
                </a:lnTo>
                <a:lnTo>
                  <a:pt x="335" y="36471"/>
                </a:lnTo>
                <a:lnTo>
                  <a:pt x="223" y="37531"/>
                </a:lnTo>
                <a:lnTo>
                  <a:pt x="139" y="38591"/>
                </a:lnTo>
                <a:lnTo>
                  <a:pt x="56" y="39650"/>
                </a:lnTo>
                <a:lnTo>
                  <a:pt x="28" y="40710"/>
                </a:lnTo>
                <a:lnTo>
                  <a:pt x="0" y="41797"/>
                </a:lnTo>
                <a:lnTo>
                  <a:pt x="83595" y="41797"/>
                </a:lnTo>
                <a:lnTo>
                  <a:pt x="83595" y="40710"/>
                </a:lnTo>
                <a:lnTo>
                  <a:pt x="83539" y="39650"/>
                </a:lnTo>
                <a:lnTo>
                  <a:pt x="83483" y="38591"/>
                </a:lnTo>
                <a:lnTo>
                  <a:pt x="83372" y="37531"/>
                </a:lnTo>
                <a:lnTo>
                  <a:pt x="83260" y="36471"/>
                </a:lnTo>
                <a:lnTo>
                  <a:pt x="83121" y="35440"/>
                </a:lnTo>
                <a:lnTo>
                  <a:pt x="82953" y="34408"/>
                </a:lnTo>
                <a:lnTo>
                  <a:pt x="82758" y="33376"/>
                </a:lnTo>
                <a:lnTo>
                  <a:pt x="82535" y="32345"/>
                </a:lnTo>
                <a:lnTo>
                  <a:pt x="82284" y="31341"/>
                </a:lnTo>
                <a:lnTo>
                  <a:pt x="82005" y="30365"/>
                </a:lnTo>
                <a:lnTo>
                  <a:pt x="81727" y="29361"/>
                </a:lnTo>
                <a:lnTo>
                  <a:pt x="81392" y="28385"/>
                </a:lnTo>
                <a:lnTo>
                  <a:pt x="81057" y="27437"/>
                </a:lnTo>
                <a:lnTo>
                  <a:pt x="80695" y="26461"/>
                </a:lnTo>
                <a:lnTo>
                  <a:pt x="80304" y="25541"/>
                </a:lnTo>
                <a:lnTo>
                  <a:pt x="79914" y="24593"/>
                </a:lnTo>
                <a:lnTo>
                  <a:pt x="79468" y="23673"/>
                </a:lnTo>
                <a:lnTo>
                  <a:pt x="79022" y="22781"/>
                </a:lnTo>
                <a:lnTo>
                  <a:pt x="78548" y="21888"/>
                </a:lnTo>
                <a:lnTo>
                  <a:pt x="78046" y="20996"/>
                </a:lnTo>
                <a:lnTo>
                  <a:pt x="77544" y="20132"/>
                </a:lnTo>
                <a:lnTo>
                  <a:pt x="77014" y="19267"/>
                </a:lnTo>
                <a:lnTo>
                  <a:pt x="76457" y="18431"/>
                </a:lnTo>
                <a:lnTo>
                  <a:pt x="75899" y="17594"/>
                </a:lnTo>
                <a:lnTo>
                  <a:pt x="75285" y="16786"/>
                </a:lnTo>
                <a:lnTo>
                  <a:pt x="74672" y="16005"/>
                </a:lnTo>
                <a:lnTo>
                  <a:pt x="74059" y="15224"/>
                </a:lnTo>
                <a:lnTo>
                  <a:pt x="73417" y="14444"/>
                </a:lnTo>
                <a:lnTo>
                  <a:pt x="72748" y="13691"/>
                </a:lnTo>
                <a:lnTo>
                  <a:pt x="72051" y="12966"/>
                </a:lnTo>
                <a:lnTo>
                  <a:pt x="71354" y="12241"/>
                </a:lnTo>
                <a:lnTo>
                  <a:pt x="70629" y="11544"/>
                </a:lnTo>
                <a:lnTo>
                  <a:pt x="69904" y="10847"/>
                </a:lnTo>
                <a:lnTo>
                  <a:pt x="69151" y="10205"/>
                </a:lnTo>
                <a:lnTo>
                  <a:pt x="68398" y="9536"/>
                </a:lnTo>
                <a:lnTo>
                  <a:pt x="67617" y="8923"/>
                </a:lnTo>
                <a:lnTo>
                  <a:pt x="66809" y="8309"/>
                </a:lnTo>
                <a:lnTo>
                  <a:pt x="66000" y="7724"/>
                </a:lnTo>
                <a:lnTo>
                  <a:pt x="65164" y="7138"/>
                </a:lnTo>
                <a:lnTo>
                  <a:pt x="64327" y="6580"/>
                </a:lnTo>
                <a:lnTo>
                  <a:pt x="63463" y="6051"/>
                </a:lnTo>
                <a:lnTo>
                  <a:pt x="62598" y="5549"/>
                </a:lnTo>
                <a:lnTo>
                  <a:pt x="61734" y="5047"/>
                </a:lnTo>
                <a:lnTo>
                  <a:pt x="60842" y="4573"/>
                </a:lnTo>
                <a:lnTo>
                  <a:pt x="59922" y="4127"/>
                </a:lnTo>
                <a:lnTo>
                  <a:pt x="59001" y="3708"/>
                </a:lnTo>
                <a:lnTo>
                  <a:pt x="58081" y="3290"/>
                </a:lnTo>
                <a:lnTo>
                  <a:pt x="57133" y="2900"/>
                </a:lnTo>
                <a:lnTo>
                  <a:pt x="56185" y="2537"/>
                </a:lnTo>
                <a:lnTo>
                  <a:pt x="55209" y="2203"/>
                </a:lnTo>
                <a:lnTo>
                  <a:pt x="54233" y="1868"/>
                </a:lnTo>
                <a:lnTo>
                  <a:pt x="53257" y="1589"/>
                </a:lnTo>
                <a:lnTo>
                  <a:pt x="52254" y="1311"/>
                </a:lnTo>
                <a:lnTo>
                  <a:pt x="51250" y="1060"/>
                </a:lnTo>
                <a:lnTo>
                  <a:pt x="50218" y="864"/>
                </a:lnTo>
                <a:lnTo>
                  <a:pt x="49214" y="669"/>
                </a:lnTo>
                <a:lnTo>
                  <a:pt x="48155" y="474"/>
                </a:lnTo>
                <a:lnTo>
                  <a:pt x="47123" y="335"/>
                </a:lnTo>
                <a:lnTo>
                  <a:pt x="46064" y="223"/>
                </a:lnTo>
                <a:lnTo>
                  <a:pt x="45032" y="112"/>
                </a:lnTo>
                <a:lnTo>
                  <a:pt x="43944" y="56"/>
                </a:lnTo>
                <a:lnTo>
                  <a:pt x="42885" y="28"/>
                </a:lnTo>
                <a:lnTo>
                  <a:pt x="4179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9" name="Google Shape;5139;p63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0" name="Google Shape;5140;p63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1" name="Google Shape;5141;p63"/>
          <p:cNvSpPr/>
          <p:nvPr/>
        </p:nvSpPr>
        <p:spPr>
          <a:xfrm flipH="1">
            <a:off x="8512125" y="122974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2" name="Google Shape;5142;p63"/>
          <p:cNvSpPr/>
          <p:nvPr/>
        </p:nvSpPr>
        <p:spPr>
          <a:xfrm flipH="1">
            <a:off x="8656535" y="1298561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3" name="Google Shape;5143;p63"/>
          <p:cNvSpPr/>
          <p:nvPr/>
        </p:nvSpPr>
        <p:spPr>
          <a:xfrm flipH="1">
            <a:off x="8801002" y="140802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4" name="Google Shape;5144;p63"/>
          <p:cNvSpPr/>
          <p:nvPr/>
        </p:nvSpPr>
        <p:spPr>
          <a:xfrm flipH="1">
            <a:off x="8548121" y="204264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5" name="Google Shape;5145;p63"/>
          <p:cNvSpPr/>
          <p:nvPr/>
        </p:nvSpPr>
        <p:spPr>
          <a:xfrm flipH="1">
            <a:off x="8697009" y="216558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6" name="Google Shape;5146;p63"/>
          <p:cNvSpPr/>
          <p:nvPr/>
        </p:nvSpPr>
        <p:spPr>
          <a:xfrm flipH="1">
            <a:off x="8639628" y="3345848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7" name="Google Shape;5147;p63"/>
          <p:cNvSpPr/>
          <p:nvPr/>
        </p:nvSpPr>
        <p:spPr>
          <a:xfrm flipH="1">
            <a:off x="8944428" y="213617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8" name="Google Shape;5148;p63"/>
          <p:cNvGrpSpPr/>
          <p:nvPr/>
        </p:nvGrpSpPr>
        <p:grpSpPr>
          <a:xfrm>
            <a:off x="114483" y="4712891"/>
            <a:ext cx="1202833" cy="365416"/>
            <a:chOff x="114483" y="4665266"/>
            <a:chExt cx="1202833" cy="365416"/>
          </a:xfrm>
        </p:grpSpPr>
        <p:sp>
          <p:nvSpPr>
            <p:cNvPr id="5149" name="Google Shape;5149;p63"/>
            <p:cNvSpPr/>
            <p:nvPr/>
          </p:nvSpPr>
          <p:spPr>
            <a:xfrm>
              <a:off x="606426" y="466526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3"/>
            <p:cNvSpPr/>
            <p:nvPr/>
          </p:nvSpPr>
          <p:spPr>
            <a:xfrm>
              <a:off x="773446" y="466526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3"/>
            <p:cNvSpPr/>
            <p:nvPr/>
          </p:nvSpPr>
          <p:spPr>
            <a:xfrm>
              <a:off x="607946" y="482089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3"/>
            <p:cNvSpPr/>
            <p:nvPr/>
          </p:nvSpPr>
          <p:spPr>
            <a:xfrm>
              <a:off x="771167" y="482013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3"/>
            <p:cNvSpPr/>
            <p:nvPr/>
          </p:nvSpPr>
          <p:spPr>
            <a:xfrm>
              <a:off x="937428" y="482089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3"/>
            <p:cNvSpPr/>
            <p:nvPr/>
          </p:nvSpPr>
          <p:spPr>
            <a:xfrm>
              <a:off x="600311" y="497188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3"/>
            <p:cNvSpPr/>
            <p:nvPr/>
          </p:nvSpPr>
          <p:spPr>
            <a:xfrm>
              <a:off x="772687" y="497647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3"/>
            <p:cNvSpPr/>
            <p:nvPr/>
          </p:nvSpPr>
          <p:spPr>
            <a:xfrm>
              <a:off x="937428" y="497723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3"/>
            <p:cNvSpPr/>
            <p:nvPr/>
          </p:nvSpPr>
          <p:spPr>
            <a:xfrm>
              <a:off x="938225" y="466606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3"/>
            <p:cNvSpPr/>
            <p:nvPr/>
          </p:nvSpPr>
          <p:spPr>
            <a:xfrm>
              <a:off x="1102207" y="466834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3"/>
            <p:cNvSpPr/>
            <p:nvPr/>
          </p:nvSpPr>
          <p:spPr>
            <a:xfrm>
              <a:off x="444724" y="466606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3"/>
            <p:cNvSpPr/>
            <p:nvPr/>
          </p:nvSpPr>
          <p:spPr>
            <a:xfrm>
              <a:off x="444724" y="482089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3"/>
            <p:cNvSpPr/>
            <p:nvPr/>
          </p:nvSpPr>
          <p:spPr>
            <a:xfrm>
              <a:off x="1101447" y="482316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3"/>
            <p:cNvSpPr/>
            <p:nvPr/>
          </p:nvSpPr>
          <p:spPr>
            <a:xfrm>
              <a:off x="1100649" y="497875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3"/>
            <p:cNvSpPr/>
            <p:nvPr/>
          </p:nvSpPr>
          <p:spPr>
            <a:xfrm>
              <a:off x="443965" y="497571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3"/>
            <p:cNvSpPr/>
            <p:nvPr/>
          </p:nvSpPr>
          <p:spPr>
            <a:xfrm>
              <a:off x="279983" y="496732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3"/>
            <p:cNvSpPr/>
            <p:nvPr/>
          </p:nvSpPr>
          <p:spPr>
            <a:xfrm>
              <a:off x="114483" y="497647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3"/>
            <p:cNvSpPr/>
            <p:nvPr/>
          </p:nvSpPr>
          <p:spPr>
            <a:xfrm>
              <a:off x="278464" y="482241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3"/>
            <p:cNvSpPr/>
            <p:nvPr/>
          </p:nvSpPr>
          <p:spPr>
            <a:xfrm>
              <a:off x="276185" y="466682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3"/>
            <p:cNvSpPr/>
            <p:nvPr/>
          </p:nvSpPr>
          <p:spPr>
            <a:xfrm>
              <a:off x="1263111" y="498027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3"/>
            <p:cNvSpPr/>
            <p:nvPr/>
          </p:nvSpPr>
          <p:spPr>
            <a:xfrm>
              <a:off x="1265428" y="482468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3"/>
            <p:cNvSpPr/>
            <p:nvPr/>
          </p:nvSpPr>
          <p:spPr>
            <a:xfrm>
              <a:off x="116002" y="482013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3"/>
            <p:cNvSpPr/>
            <p:nvPr/>
          </p:nvSpPr>
          <p:spPr>
            <a:xfrm>
              <a:off x="116762" y="466526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3"/>
            <p:cNvSpPr/>
            <p:nvPr/>
          </p:nvSpPr>
          <p:spPr>
            <a:xfrm>
              <a:off x="1266188" y="466910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3" name="Google Shape;5173;p63"/>
          <p:cNvSpPr/>
          <p:nvPr/>
        </p:nvSpPr>
        <p:spPr>
          <a:xfrm flipH="1" rot="-5400000">
            <a:off x="2064746" y="417574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4" name="Google Shape;5174;p63"/>
          <p:cNvSpPr/>
          <p:nvPr/>
        </p:nvSpPr>
        <p:spPr>
          <a:xfrm flipH="1" rot="-5400000">
            <a:off x="2293713" y="436188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5" name="Google Shape;5175;p63"/>
          <p:cNvSpPr/>
          <p:nvPr/>
        </p:nvSpPr>
        <p:spPr>
          <a:xfrm flipH="1">
            <a:off x="3430512" y="4717262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6" name="Google Shape;5176;p63"/>
          <p:cNvSpPr/>
          <p:nvPr/>
        </p:nvSpPr>
        <p:spPr>
          <a:xfrm flipH="1">
            <a:off x="3652804" y="4884254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7" name="Google Shape;5177;p63"/>
          <p:cNvSpPr/>
          <p:nvPr/>
        </p:nvSpPr>
        <p:spPr>
          <a:xfrm flipH="1">
            <a:off x="3534228" y="470792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8" name="Google Shape;5178;p63"/>
          <p:cNvSpPr/>
          <p:nvPr/>
        </p:nvSpPr>
        <p:spPr>
          <a:xfrm flipH="1">
            <a:off x="2391228" y="474602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9" name="Google Shape;5179;p63"/>
          <p:cNvSpPr/>
          <p:nvPr/>
        </p:nvSpPr>
        <p:spPr>
          <a:xfrm flipH="1" rot="-3180058">
            <a:off x="5343286" y="4027976"/>
            <a:ext cx="1596428" cy="1802949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0" name="Google Shape;5180;p63"/>
          <p:cNvSpPr/>
          <p:nvPr/>
        </p:nvSpPr>
        <p:spPr>
          <a:xfrm flipH="1" rot="-3180058">
            <a:off x="5463808" y="4095264"/>
            <a:ext cx="1395610" cy="1650658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1" name="Google Shape;5181;p63"/>
          <p:cNvSpPr/>
          <p:nvPr/>
        </p:nvSpPr>
        <p:spPr>
          <a:xfrm flipH="1" rot="-3180058">
            <a:off x="5564439" y="4207411"/>
            <a:ext cx="1193673" cy="142725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2" name="Google Shape;5182;p63"/>
          <p:cNvSpPr/>
          <p:nvPr/>
        </p:nvSpPr>
        <p:spPr>
          <a:xfrm flipH="1" rot="-3180058">
            <a:off x="5703015" y="4346858"/>
            <a:ext cx="901503" cy="1104557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3" name="Google Shape;5183;p63"/>
          <p:cNvSpPr/>
          <p:nvPr/>
        </p:nvSpPr>
        <p:spPr>
          <a:xfrm flipH="1" rot="-3180058">
            <a:off x="5708441" y="4798372"/>
            <a:ext cx="130935" cy="390455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4" name="Google Shape;5184;p63"/>
          <p:cNvSpPr/>
          <p:nvPr/>
        </p:nvSpPr>
        <p:spPr>
          <a:xfrm flipH="1" rot="-3180058">
            <a:off x="5753849" y="4945467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5" name="Google Shape;5185;p63"/>
          <p:cNvSpPr/>
          <p:nvPr/>
        </p:nvSpPr>
        <p:spPr>
          <a:xfrm flipH="1" rot="-3180058">
            <a:off x="5727684" y="4970958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6" name="Google Shape;5186;p63"/>
          <p:cNvSpPr/>
          <p:nvPr/>
        </p:nvSpPr>
        <p:spPr>
          <a:xfrm flipH="1">
            <a:off x="5972628" y="466982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7" name="Google Shape;5187;p63"/>
          <p:cNvSpPr/>
          <p:nvPr/>
        </p:nvSpPr>
        <p:spPr>
          <a:xfrm flipH="1">
            <a:off x="6582228" y="5050823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1">
  <p:cSld name="CUSTOM_14">
    <p:spTree>
      <p:nvGrpSpPr>
        <p:cNvPr id="5188" name="Shape 5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9" name="Google Shape;5189;p64"/>
          <p:cNvSpPr txBox="1"/>
          <p:nvPr>
            <p:ph idx="1" type="subTitle"/>
          </p:nvPr>
        </p:nvSpPr>
        <p:spPr>
          <a:xfrm>
            <a:off x="751605" y="2614344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190" name="Google Shape;5190;p64"/>
          <p:cNvSpPr txBox="1"/>
          <p:nvPr>
            <p:ph idx="2" type="subTitle"/>
          </p:nvPr>
        </p:nvSpPr>
        <p:spPr>
          <a:xfrm>
            <a:off x="751605" y="3011416"/>
            <a:ext cx="1463100" cy="40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191" name="Google Shape;5191;p64"/>
          <p:cNvSpPr txBox="1"/>
          <p:nvPr>
            <p:ph idx="3" type="subTitle"/>
          </p:nvPr>
        </p:nvSpPr>
        <p:spPr>
          <a:xfrm>
            <a:off x="2296028" y="2614344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192" name="Google Shape;5192;p64"/>
          <p:cNvSpPr txBox="1"/>
          <p:nvPr>
            <p:ph idx="4" type="subTitle"/>
          </p:nvPr>
        </p:nvSpPr>
        <p:spPr>
          <a:xfrm>
            <a:off x="2296028" y="3011416"/>
            <a:ext cx="1463100" cy="40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193" name="Google Shape;5193;p64"/>
          <p:cNvSpPr txBox="1"/>
          <p:nvPr>
            <p:ph idx="5" type="subTitle"/>
          </p:nvPr>
        </p:nvSpPr>
        <p:spPr>
          <a:xfrm>
            <a:off x="3840450" y="2614344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194" name="Google Shape;5194;p64"/>
          <p:cNvSpPr txBox="1"/>
          <p:nvPr>
            <p:ph idx="6" type="subTitle"/>
          </p:nvPr>
        </p:nvSpPr>
        <p:spPr>
          <a:xfrm>
            <a:off x="3840450" y="3011416"/>
            <a:ext cx="1463100" cy="40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195" name="Google Shape;5195;p64"/>
          <p:cNvSpPr txBox="1"/>
          <p:nvPr>
            <p:ph idx="7" type="subTitle"/>
          </p:nvPr>
        </p:nvSpPr>
        <p:spPr>
          <a:xfrm>
            <a:off x="5384872" y="2614344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196" name="Google Shape;5196;p64"/>
          <p:cNvSpPr txBox="1"/>
          <p:nvPr>
            <p:ph idx="8" type="subTitle"/>
          </p:nvPr>
        </p:nvSpPr>
        <p:spPr>
          <a:xfrm>
            <a:off x="5384872" y="3011416"/>
            <a:ext cx="1463100" cy="40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197" name="Google Shape;5197;p64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198" name="Google Shape;5198;p64"/>
          <p:cNvSpPr txBox="1"/>
          <p:nvPr>
            <p:ph idx="9" type="subTitle"/>
          </p:nvPr>
        </p:nvSpPr>
        <p:spPr>
          <a:xfrm>
            <a:off x="6929295" y="2614344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199" name="Google Shape;5199;p64"/>
          <p:cNvSpPr txBox="1"/>
          <p:nvPr>
            <p:ph idx="13" type="subTitle"/>
          </p:nvPr>
        </p:nvSpPr>
        <p:spPr>
          <a:xfrm>
            <a:off x="6929295" y="3011416"/>
            <a:ext cx="1463100" cy="40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200" name="Google Shape;5200;p64"/>
          <p:cNvSpPr/>
          <p:nvPr/>
        </p:nvSpPr>
        <p:spPr>
          <a:xfrm>
            <a:off x="657622" y="39003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1" name="Google Shape;5201;p64"/>
          <p:cNvSpPr/>
          <p:nvPr/>
        </p:nvSpPr>
        <p:spPr>
          <a:xfrm flipH="1">
            <a:off x="-1213408" y="-294894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2" name="Google Shape;5202;p64"/>
          <p:cNvSpPr/>
          <p:nvPr/>
        </p:nvSpPr>
        <p:spPr>
          <a:xfrm flipH="1">
            <a:off x="0" y="4599425"/>
            <a:ext cx="9144000" cy="544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3" name="Google Shape;5203;p64"/>
          <p:cNvSpPr/>
          <p:nvPr/>
        </p:nvSpPr>
        <p:spPr>
          <a:xfrm flipH="1">
            <a:off x="-14125" y="906590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4" name="Google Shape;5204;p64"/>
          <p:cNvSpPr/>
          <p:nvPr/>
        </p:nvSpPr>
        <p:spPr>
          <a:xfrm flipH="1">
            <a:off x="-1085936" y="-150488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5" name="Google Shape;5205;p64"/>
          <p:cNvSpPr/>
          <p:nvPr/>
        </p:nvSpPr>
        <p:spPr>
          <a:xfrm flipH="1">
            <a:off x="130285" y="975411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6" name="Google Shape;5206;p64"/>
          <p:cNvSpPr/>
          <p:nvPr/>
        </p:nvSpPr>
        <p:spPr>
          <a:xfrm flipH="1">
            <a:off x="-960701" y="-89606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7" name="Google Shape;5207;p64"/>
          <p:cNvSpPr/>
          <p:nvPr/>
        </p:nvSpPr>
        <p:spPr>
          <a:xfrm flipH="1">
            <a:off x="274752" y="1084875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8" name="Google Shape;5208;p64"/>
          <p:cNvGrpSpPr/>
          <p:nvPr/>
        </p:nvGrpSpPr>
        <p:grpSpPr>
          <a:xfrm>
            <a:off x="8053502" y="4224312"/>
            <a:ext cx="754524" cy="750237"/>
            <a:chOff x="8523754" y="10"/>
            <a:chExt cx="516408" cy="513439"/>
          </a:xfrm>
        </p:grpSpPr>
        <p:sp>
          <p:nvSpPr>
            <p:cNvPr id="5209" name="Google Shape;5209;p64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4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1" name="Google Shape;5211;p64"/>
          <p:cNvGrpSpPr/>
          <p:nvPr/>
        </p:nvGrpSpPr>
        <p:grpSpPr>
          <a:xfrm>
            <a:off x="3973258" y="4706441"/>
            <a:ext cx="1202833" cy="365416"/>
            <a:chOff x="3973258" y="4630241"/>
            <a:chExt cx="1202833" cy="365416"/>
          </a:xfrm>
        </p:grpSpPr>
        <p:sp>
          <p:nvSpPr>
            <p:cNvPr id="5212" name="Google Shape;5212;p64"/>
            <p:cNvSpPr/>
            <p:nvPr/>
          </p:nvSpPr>
          <p:spPr>
            <a:xfrm>
              <a:off x="4465201" y="4630241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4"/>
            <p:cNvSpPr/>
            <p:nvPr/>
          </p:nvSpPr>
          <p:spPr>
            <a:xfrm>
              <a:off x="4632221" y="4630241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4"/>
            <p:cNvSpPr/>
            <p:nvPr/>
          </p:nvSpPr>
          <p:spPr>
            <a:xfrm>
              <a:off x="4466721" y="4785865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4"/>
            <p:cNvSpPr/>
            <p:nvPr/>
          </p:nvSpPr>
          <p:spPr>
            <a:xfrm>
              <a:off x="4629942" y="4785105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4"/>
            <p:cNvSpPr/>
            <p:nvPr/>
          </p:nvSpPr>
          <p:spPr>
            <a:xfrm>
              <a:off x="4796203" y="4785865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4"/>
            <p:cNvSpPr/>
            <p:nvPr/>
          </p:nvSpPr>
          <p:spPr>
            <a:xfrm>
              <a:off x="4459086" y="4936856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4"/>
            <p:cNvSpPr/>
            <p:nvPr/>
          </p:nvSpPr>
          <p:spPr>
            <a:xfrm>
              <a:off x="4631462" y="4941452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4"/>
            <p:cNvSpPr/>
            <p:nvPr/>
          </p:nvSpPr>
          <p:spPr>
            <a:xfrm>
              <a:off x="4796203" y="4942211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4"/>
            <p:cNvSpPr/>
            <p:nvPr/>
          </p:nvSpPr>
          <p:spPr>
            <a:xfrm>
              <a:off x="4797000" y="4631038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4"/>
            <p:cNvSpPr/>
            <p:nvPr/>
          </p:nvSpPr>
          <p:spPr>
            <a:xfrm>
              <a:off x="4960982" y="4633317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4"/>
            <p:cNvSpPr/>
            <p:nvPr/>
          </p:nvSpPr>
          <p:spPr>
            <a:xfrm>
              <a:off x="4303499" y="4631038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4"/>
            <p:cNvSpPr/>
            <p:nvPr/>
          </p:nvSpPr>
          <p:spPr>
            <a:xfrm>
              <a:off x="4303499" y="4785865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4"/>
            <p:cNvSpPr/>
            <p:nvPr/>
          </p:nvSpPr>
          <p:spPr>
            <a:xfrm>
              <a:off x="4960222" y="4788144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4"/>
            <p:cNvSpPr/>
            <p:nvPr/>
          </p:nvSpPr>
          <p:spPr>
            <a:xfrm>
              <a:off x="4959424" y="4943731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4"/>
            <p:cNvSpPr/>
            <p:nvPr/>
          </p:nvSpPr>
          <p:spPr>
            <a:xfrm>
              <a:off x="4302740" y="4940692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4"/>
            <p:cNvSpPr/>
            <p:nvPr/>
          </p:nvSpPr>
          <p:spPr>
            <a:xfrm>
              <a:off x="4138758" y="4932297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4"/>
            <p:cNvSpPr/>
            <p:nvPr/>
          </p:nvSpPr>
          <p:spPr>
            <a:xfrm>
              <a:off x="3973258" y="4941452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4"/>
            <p:cNvSpPr/>
            <p:nvPr/>
          </p:nvSpPr>
          <p:spPr>
            <a:xfrm>
              <a:off x="4137239" y="4787385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4"/>
            <p:cNvSpPr/>
            <p:nvPr/>
          </p:nvSpPr>
          <p:spPr>
            <a:xfrm>
              <a:off x="4134960" y="4631798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4"/>
            <p:cNvSpPr/>
            <p:nvPr/>
          </p:nvSpPr>
          <p:spPr>
            <a:xfrm>
              <a:off x="5121886" y="4945250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4"/>
            <p:cNvSpPr/>
            <p:nvPr/>
          </p:nvSpPr>
          <p:spPr>
            <a:xfrm>
              <a:off x="5124203" y="4789664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4"/>
            <p:cNvSpPr/>
            <p:nvPr/>
          </p:nvSpPr>
          <p:spPr>
            <a:xfrm>
              <a:off x="3974777" y="4785105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4"/>
            <p:cNvSpPr/>
            <p:nvPr/>
          </p:nvSpPr>
          <p:spPr>
            <a:xfrm>
              <a:off x="3975537" y="4630241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4"/>
            <p:cNvSpPr/>
            <p:nvPr/>
          </p:nvSpPr>
          <p:spPr>
            <a:xfrm>
              <a:off x="5124963" y="4634077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6" name="Google Shape;5236;p64"/>
          <p:cNvSpPr/>
          <p:nvPr/>
        </p:nvSpPr>
        <p:spPr>
          <a:xfrm flipH="1" rot="-5400000">
            <a:off x="8085891" y="-2251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7" name="Google Shape;5237;p64"/>
          <p:cNvSpPr/>
          <p:nvPr/>
        </p:nvSpPr>
        <p:spPr>
          <a:xfrm rot="-5400000">
            <a:off x="8219528" y="31072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8" name="Google Shape;5238;p64"/>
          <p:cNvSpPr/>
          <p:nvPr/>
        </p:nvSpPr>
        <p:spPr>
          <a:xfrm flipH="1">
            <a:off x="269855" y="43050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9" name="Google Shape;5239;p64"/>
          <p:cNvSpPr/>
          <p:nvPr/>
        </p:nvSpPr>
        <p:spPr>
          <a:xfrm flipH="1">
            <a:off x="371387" y="44122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1">
  <p:cSld name="CUSTOM_3">
    <p:spTree>
      <p:nvGrpSpPr>
        <p:cNvPr id="5240" name="Shape 5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1" name="Google Shape;5241;p65"/>
          <p:cNvSpPr txBox="1"/>
          <p:nvPr>
            <p:ph idx="1" type="subTitle"/>
          </p:nvPr>
        </p:nvSpPr>
        <p:spPr>
          <a:xfrm>
            <a:off x="1268225" y="1870115"/>
            <a:ext cx="1463100" cy="2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242" name="Google Shape;5242;p65"/>
          <p:cNvSpPr txBox="1"/>
          <p:nvPr>
            <p:ph idx="2" type="subTitle"/>
          </p:nvPr>
        </p:nvSpPr>
        <p:spPr>
          <a:xfrm>
            <a:off x="1104125" y="2269574"/>
            <a:ext cx="17913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243" name="Google Shape;5243;p65"/>
          <p:cNvSpPr txBox="1"/>
          <p:nvPr>
            <p:ph idx="3" type="subTitle"/>
          </p:nvPr>
        </p:nvSpPr>
        <p:spPr>
          <a:xfrm>
            <a:off x="3840450" y="1870115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244" name="Google Shape;5244;p65"/>
          <p:cNvSpPr txBox="1"/>
          <p:nvPr>
            <p:ph idx="4" type="subTitle"/>
          </p:nvPr>
        </p:nvSpPr>
        <p:spPr>
          <a:xfrm>
            <a:off x="3674700" y="2269574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245" name="Google Shape;5245;p65"/>
          <p:cNvSpPr txBox="1"/>
          <p:nvPr>
            <p:ph idx="5" type="subTitle"/>
          </p:nvPr>
        </p:nvSpPr>
        <p:spPr>
          <a:xfrm>
            <a:off x="6412481" y="1870115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246" name="Google Shape;5246;p65"/>
          <p:cNvSpPr txBox="1"/>
          <p:nvPr>
            <p:ph idx="6" type="subTitle"/>
          </p:nvPr>
        </p:nvSpPr>
        <p:spPr>
          <a:xfrm>
            <a:off x="6246731" y="2269574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247" name="Google Shape;5247;p65"/>
          <p:cNvSpPr txBox="1"/>
          <p:nvPr>
            <p:ph idx="7" type="subTitle"/>
          </p:nvPr>
        </p:nvSpPr>
        <p:spPr>
          <a:xfrm>
            <a:off x="1268225" y="3627093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248" name="Google Shape;5248;p65"/>
          <p:cNvSpPr txBox="1"/>
          <p:nvPr>
            <p:ph idx="8" type="subTitle"/>
          </p:nvPr>
        </p:nvSpPr>
        <p:spPr>
          <a:xfrm>
            <a:off x="1102475" y="4029040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249" name="Google Shape;5249;p65"/>
          <p:cNvSpPr txBox="1"/>
          <p:nvPr>
            <p:ph idx="9" type="subTitle"/>
          </p:nvPr>
        </p:nvSpPr>
        <p:spPr>
          <a:xfrm>
            <a:off x="3840450" y="3627093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250" name="Google Shape;5250;p65"/>
          <p:cNvSpPr txBox="1"/>
          <p:nvPr>
            <p:ph idx="13" type="subTitle"/>
          </p:nvPr>
        </p:nvSpPr>
        <p:spPr>
          <a:xfrm>
            <a:off x="3674700" y="4029040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251" name="Google Shape;5251;p65"/>
          <p:cNvSpPr txBox="1"/>
          <p:nvPr>
            <p:ph idx="14" type="subTitle"/>
          </p:nvPr>
        </p:nvSpPr>
        <p:spPr>
          <a:xfrm>
            <a:off x="6412481" y="3627093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/>
        </p:txBody>
      </p:sp>
      <p:sp>
        <p:nvSpPr>
          <p:cNvPr id="5252" name="Google Shape;5252;p65"/>
          <p:cNvSpPr txBox="1"/>
          <p:nvPr>
            <p:ph idx="15" type="subTitle"/>
          </p:nvPr>
        </p:nvSpPr>
        <p:spPr>
          <a:xfrm>
            <a:off x="6246731" y="4029040"/>
            <a:ext cx="1794600" cy="40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253" name="Google Shape;5253;p65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254" name="Google Shape;5254;p65"/>
          <p:cNvSpPr/>
          <p:nvPr/>
        </p:nvSpPr>
        <p:spPr>
          <a:xfrm flipH="1">
            <a:off x="843077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5" name="Google Shape;5255;p65"/>
          <p:cNvSpPr/>
          <p:nvPr/>
        </p:nvSpPr>
        <p:spPr>
          <a:xfrm flipH="1">
            <a:off x="125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6" name="Google Shape;5256;p65"/>
          <p:cNvSpPr/>
          <p:nvPr/>
        </p:nvSpPr>
        <p:spPr>
          <a:xfrm flipH="1" rot="10800000">
            <a:off x="-12" y="10453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7" name="Google Shape;5257;p65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8" name="Google Shape;5258;p65"/>
          <p:cNvSpPr/>
          <p:nvPr/>
        </p:nvSpPr>
        <p:spPr>
          <a:xfrm>
            <a:off x="134475" y="3869941"/>
            <a:ext cx="597600" cy="597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9" name="Google Shape;5259;p65"/>
          <p:cNvSpPr/>
          <p:nvPr/>
        </p:nvSpPr>
        <p:spPr>
          <a:xfrm rot="5400000">
            <a:off x="134475" y="4475043"/>
            <a:ext cx="597600" cy="597600"/>
          </a:xfrm>
          <a:prstGeom prst="rtTriangl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0" name="Google Shape;5260;p65"/>
          <p:cNvSpPr/>
          <p:nvPr/>
        </p:nvSpPr>
        <p:spPr>
          <a:xfrm>
            <a:off x="8567050" y="5905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1" name="Google Shape;5261;p65"/>
          <p:cNvSpPr/>
          <p:nvPr/>
        </p:nvSpPr>
        <p:spPr>
          <a:xfrm>
            <a:off x="8567050" y="571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2" name="Google Shape;5262;p65"/>
          <p:cNvSpPr/>
          <p:nvPr/>
        </p:nvSpPr>
        <p:spPr>
          <a:xfrm flipH="1">
            <a:off x="-339183" y="8258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3" name="Google Shape;5263;p65"/>
          <p:cNvSpPr/>
          <p:nvPr/>
        </p:nvSpPr>
        <p:spPr>
          <a:xfrm flipH="1">
            <a:off x="-237651" y="9330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4" name="Google Shape;5264;p65"/>
          <p:cNvSpPr/>
          <p:nvPr/>
        </p:nvSpPr>
        <p:spPr>
          <a:xfrm flipH="1">
            <a:off x="8570321" y="3502619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5" name="Google Shape;5265;p65"/>
          <p:cNvSpPr/>
          <p:nvPr/>
        </p:nvSpPr>
        <p:spPr>
          <a:xfrm flipH="1">
            <a:off x="8719209" y="362555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6" name="Google Shape;5266;p65"/>
          <p:cNvSpPr/>
          <p:nvPr/>
        </p:nvSpPr>
        <p:spPr>
          <a:xfrm flipH="1">
            <a:off x="3091737" y="-1106693"/>
            <a:ext cx="2960526" cy="1551321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7" name="Google Shape;5267;p65"/>
          <p:cNvSpPr/>
          <p:nvPr/>
        </p:nvSpPr>
        <p:spPr>
          <a:xfrm flipH="1">
            <a:off x="4060897" y="-983699"/>
            <a:ext cx="1826666" cy="1093271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8" name="Google Shape;5268;p65"/>
          <p:cNvGrpSpPr/>
          <p:nvPr/>
        </p:nvGrpSpPr>
        <p:grpSpPr>
          <a:xfrm>
            <a:off x="157605" y="1997778"/>
            <a:ext cx="398956" cy="1147945"/>
            <a:chOff x="8625330" y="1912541"/>
            <a:chExt cx="398956" cy="1147945"/>
          </a:xfrm>
        </p:grpSpPr>
        <p:sp>
          <p:nvSpPr>
            <p:cNvPr id="5269" name="Google Shape;5269;p65"/>
            <p:cNvSpPr/>
            <p:nvPr/>
          </p:nvSpPr>
          <p:spPr>
            <a:xfrm>
              <a:off x="8960167" y="2999443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5"/>
            <p:cNvSpPr/>
            <p:nvPr/>
          </p:nvSpPr>
          <p:spPr>
            <a:xfrm>
              <a:off x="8958648" y="2840780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5"/>
            <p:cNvSpPr/>
            <p:nvPr/>
          </p:nvSpPr>
          <p:spPr>
            <a:xfrm>
              <a:off x="8957888" y="2683674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5"/>
            <p:cNvSpPr/>
            <p:nvPr/>
          </p:nvSpPr>
          <p:spPr>
            <a:xfrm>
              <a:off x="8959408" y="2531126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5"/>
            <p:cNvSpPr/>
            <p:nvPr/>
          </p:nvSpPr>
          <p:spPr>
            <a:xfrm>
              <a:off x="8961687" y="1913338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5"/>
            <p:cNvSpPr/>
            <p:nvPr/>
          </p:nvSpPr>
          <p:spPr>
            <a:xfrm>
              <a:off x="8795426" y="2687473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5"/>
            <p:cNvSpPr/>
            <p:nvPr/>
          </p:nvSpPr>
          <p:spPr>
            <a:xfrm>
              <a:off x="8794667" y="2529607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5"/>
            <p:cNvSpPr/>
            <p:nvPr/>
          </p:nvSpPr>
          <p:spPr>
            <a:xfrm>
              <a:off x="8961687" y="2068165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5"/>
            <p:cNvSpPr/>
            <p:nvPr/>
          </p:nvSpPr>
          <p:spPr>
            <a:xfrm>
              <a:off x="8960167" y="2379338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5"/>
            <p:cNvSpPr/>
            <p:nvPr/>
          </p:nvSpPr>
          <p:spPr>
            <a:xfrm>
              <a:off x="8795426" y="2843857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5"/>
            <p:cNvSpPr/>
            <p:nvPr/>
          </p:nvSpPr>
          <p:spPr>
            <a:xfrm>
              <a:off x="8795426" y="2377819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5"/>
            <p:cNvSpPr/>
            <p:nvPr/>
          </p:nvSpPr>
          <p:spPr>
            <a:xfrm>
              <a:off x="8793907" y="2998684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5"/>
            <p:cNvSpPr/>
            <p:nvPr/>
          </p:nvSpPr>
          <p:spPr>
            <a:xfrm>
              <a:off x="8625330" y="2995607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5"/>
            <p:cNvSpPr/>
            <p:nvPr/>
          </p:nvSpPr>
          <p:spPr>
            <a:xfrm>
              <a:off x="8960927" y="2222992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5"/>
            <p:cNvSpPr/>
            <p:nvPr/>
          </p:nvSpPr>
          <p:spPr>
            <a:xfrm>
              <a:off x="8796946" y="2214597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5"/>
            <p:cNvSpPr/>
            <p:nvPr/>
          </p:nvSpPr>
          <p:spPr>
            <a:xfrm>
              <a:off x="8629166" y="2378579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5"/>
            <p:cNvSpPr/>
            <p:nvPr/>
          </p:nvSpPr>
          <p:spPr>
            <a:xfrm>
              <a:off x="8631445" y="2223752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5"/>
            <p:cNvSpPr/>
            <p:nvPr/>
          </p:nvSpPr>
          <p:spPr>
            <a:xfrm>
              <a:off x="8630685" y="2843059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5"/>
            <p:cNvSpPr/>
            <p:nvPr/>
          </p:nvSpPr>
          <p:spPr>
            <a:xfrm>
              <a:off x="8629166" y="2533405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5"/>
            <p:cNvSpPr/>
            <p:nvPr/>
          </p:nvSpPr>
          <p:spPr>
            <a:xfrm>
              <a:off x="8795426" y="2069685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5"/>
            <p:cNvSpPr/>
            <p:nvPr/>
          </p:nvSpPr>
          <p:spPr>
            <a:xfrm>
              <a:off x="8630685" y="2688992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5"/>
            <p:cNvSpPr/>
            <p:nvPr/>
          </p:nvSpPr>
          <p:spPr>
            <a:xfrm>
              <a:off x="8793147" y="1914098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5"/>
            <p:cNvSpPr/>
            <p:nvPr/>
          </p:nvSpPr>
          <p:spPr>
            <a:xfrm>
              <a:off x="8632965" y="2067405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5"/>
            <p:cNvSpPr/>
            <p:nvPr/>
          </p:nvSpPr>
          <p:spPr>
            <a:xfrm>
              <a:off x="8633724" y="1912541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3" name="Google Shape;5293;p65"/>
          <p:cNvGrpSpPr/>
          <p:nvPr/>
        </p:nvGrpSpPr>
        <p:grpSpPr>
          <a:xfrm>
            <a:off x="8625330" y="1997778"/>
            <a:ext cx="398956" cy="1147945"/>
            <a:chOff x="8625330" y="1912541"/>
            <a:chExt cx="398956" cy="1147945"/>
          </a:xfrm>
        </p:grpSpPr>
        <p:sp>
          <p:nvSpPr>
            <p:cNvPr id="5294" name="Google Shape;5294;p65"/>
            <p:cNvSpPr/>
            <p:nvPr/>
          </p:nvSpPr>
          <p:spPr>
            <a:xfrm>
              <a:off x="8960167" y="2999443"/>
              <a:ext cx="63359" cy="58003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5"/>
            <p:cNvSpPr/>
            <p:nvPr/>
          </p:nvSpPr>
          <p:spPr>
            <a:xfrm>
              <a:off x="8958648" y="2840780"/>
              <a:ext cx="65638" cy="6184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5"/>
            <p:cNvSpPr/>
            <p:nvPr/>
          </p:nvSpPr>
          <p:spPr>
            <a:xfrm>
              <a:off x="8957888" y="2683674"/>
              <a:ext cx="58003" cy="64119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5"/>
            <p:cNvSpPr/>
            <p:nvPr/>
          </p:nvSpPr>
          <p:spPr>
            <a:xfrm>
              <a:off x="8959408" y="2531126"/>
              <a:ext cx="60282" cy="55724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5"/>
            <p:cNvSpPr/>
            <p:nvPr/>
          </p:nvSpPr>
          <p:spPr>
            <a:xfrm>
              <a:off x="8961687" y="1913338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5"/>
            <p:cNvSpPr/>
            <p:nvPr/>
          </p:nvSpPr>
          <p:spPr>
            <a:xfrm>
              <a:off x="8795426" y="2687473"/>
              <a:ext cx="61802" cy="57243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5"/>
            <p:cNvSpPr/>
            <p:nvPr/>
          </p:nvSpPr>
          <p:spPr>
            <a:xfrm>
              <a:off x="8794667" y="2529607"/>
              <a:ext cx="61802" cy="58763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5"/>
            <p:cNvSpPr/>
            <p:nvPr/>
          </p:nvSpPr>
          <p:spPr>
            <a:xfrm>
              <a:off x="8961687" y="2068165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5"/>
            <p:cNvSpPr/>
            <p:nvPr/>
          </p:nvSpPr>
          <p:spPr>
            <a:xfrm>
              <a:off x="8960167" y="2379338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5"/>
            <p:cNvSpPr/>
            <p:nvPr/>
          </p:nvSpPr>
          <p:spPr>
            <a:xfrm>
              <a:off x="8795426" y="2843857"/>
              <a:ext cx="57243" cy="57205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5"/>
            <p:cNvSpPr/>
            <p:nvPr/>
          </p:nvSpPr>
          <p:spPr>
            <a:xfrm>
              <a:off x="8795426" y="2377819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5"/>
            <p:cNvSpPr/>
            <p:nvPr/>
          </p:nvSpPr>
          <p:spPr>
            <a:xfrm>
              <a:off x="8793907" y="2998684"/>
              <a:ext cx="63321" cy="60282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5"/>
            <p:cNvSpPr/>
            <p:nvPr/>
          </p:nvSpPr>
          <p:spPr>
            <a:xfrm>
              <a:off x="8625330" y="2995607"/>
              <a:ext cx="61840" cy="64878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5"/>
            <p:cNvSpPr/>
            <p:nvPr/>
          </p:nvSpPr>
          <p:spPr>
            <a:xfrm>
              <a:off x="8960927" y="2222992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5"/>
            <p:cNvSpPr/>
            <p:nvPr/>
          </p:nvSpPr>
          <p:spPr>
            <a:xfrm>
              <a:off x="8796946" y="2214597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5"/>
            <p:cNvSpPr/>
            <p:nvPr/>
          </p:nvSpPr>
          <p:spPr>
            <a:xfrm>
              <a:off x="8629166" y="2378579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5"/>
            <p:cNvSpPr/>
            <p:nvPr/>
          </p:nvSpPr>
          <p:spPr>
            <a:xfrm>
              <a:off x="8631445" y="2223752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5"/>
            <p:cNvSpPr/>
            <p:nvPr/>
          </p:nvSpPr>
          <p:spPr>
            <a:xfrm>
              <a:off x="8630685" y="2843059"/>
              <a:ext cx="57243" cy="57243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5"/>
            <p:cNvSpPr/>
            <p:nvPr/>
          </p:nvSpPr>
          <p:spPr>
            <a:xfrm>
              <a:off x="8629166" y="2533405"/>
              <a:ext cx="58003" cy="5268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5"/>
            <p:cNvSpPr/>
            <p:nvPr/>
          </p:nvSpPr>
          <p:spPr>
            <a:xfrm>
              <a:off x="8795426" y="2069685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5"/>
            <p:cNvSpPr/>
            <p:nvPr/>
          </p:nvSpPr>
          <p:spPr>
            <a:xfrm>
              <a:off x="8630685" y="2688992"/>
              <a:ext cx="57243" cy="54964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5"/>
            <p:cNvSpPr/>
            <p:nvPr/>
          </p:nvSpPr>
          <p:spPr>
            <a:xfrm>
              <a:off x="8793147" y="1914098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5"/>
            <p:cNvSpPr/>
            <p:nvPr/>
          </p:nvSpPr>
          <p:spPr>
            <a:xfrm>
              <a:off x="8632965" y="2067405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5"/>
            <p:cNvSpPr/>
            <p:nvPr/>
          </p:nvSpPr>
          <p:spPr>
            <a:xfrm>
              <a:off x="8633724" y="1912541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3_1">
    <p:spTree>
      <p:nvGrpSpPr>
        <p:cNvPr id="5318" name="Shape 5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9" name="Google Shape;5319;p66"/>
          <p:cNvSpPr txBox="1"/>
          <p:nvPr>
            <p:ph hasCustomPrompt="1" type="title"/>
          </p:nvPr>
        </p:nvSpPr>
        <p:spPr>
          <a:xfrm>
            <a:off x="1454700" y="1288988"/>
            <a:ext cx="22860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5320" name="Google Shape;5320;p66"/>
          <p:cNvSpPr txBox="1"/>
          <p:nvPr>
            <p:ph idx="1" type="subTitle"/>
          </p:nvPr>
        </p:nvSpPr>
        <p:spPr>
          <a:xfrm>
            <a:off x="3429000" y="3936950"/>
            <a:ext cx="2286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5321" name="Google Shape;5321;p66"/>
          <p:cNvSpPr txBox="1"/>
          <p:nvPr>
            <p:ph hasCustomPrompt="1" idx="2" type="title"/>
          </p:nvPr>
        </p:nvSpPr>
        <p:spPr>
          <a:xfrm>
            <a:off x="3429000" y="3307319"/>
            <a:ext cx="22860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5322" name="Google Shape;5322;p66"/>
          <p:cNvSpPr txBox="1"/>
          <p:nvPr>
            <p:ph idx="3" type="subTitle"/>
          </p:nvPr>
        </p:nvSpPr>
        <p:spPr>
          <a:xfrm>
            <a:off x="5403300" y="1924406"/>
            <a:ext cx="2286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5323" name="Google Shape;5323;p66"/>
          <p:cNvSpPr txBox="1"/>
          <p:nvPr>
            <p:ph hasCustomPrompt="1" idx="4" type="title"/>
          </p:nvPr>
        </p:nvSpPr>
        <p:spPr>
          <a:xfrm>
            <a:off x="5403300" y="1288988"/>
            <a:ext cx="22860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5324" name="Google Shape;5324;p66"/>
          <p:cNvSpPr txBox="1"/>
          <p:nvPr>
            <p:ph idx="5" type="subTitle"/>
          </p:nvPr>
        </p:nvSpPr>
        <p:spPr>
          <a:xfrm>
            <a:off x="1454700" y="1924406"/>
            <a:ext cx="2286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5325" name="Google Shape;5325;p66"/>
          <p:cNvSpPr txBox="1"/>
          <p:nvPr>
            <p:ph idx="6"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326" name="Google Shape;5326;p66"/>
          <p:cNvSpPr/>
          <p:nvPr/>
        </p:nvSpPr>
        <p:spPr>
          <a:xfrm flipH="1">
            <a:off x="8430775" y="0"/>
            <a:ext cx="713100" cy="5174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7" name="Google Shape;5327;p66"/>
          <p:cNvSpPr/>
          <p:nvPr/>
        </p:nvSpPr>
        <p:spPr>
          <a:xfrm flipH="1">
            <a:off x="125" y="0"/>
            <a:ext cx="713100" cy="5174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8" name="Google Shape;5328;p66"/>
          <p:cNvSpPr/>
          <p:nvPr/>
        </p:nvSpPr>
        <p:spPr>
          <a:xfrm>
            <a:off x="8571313" y="40853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9" name="Google Shape;5329;p66"/>
          <p:cNvSpPr/>
          <p:nvPr/>
        </p:nvSpPr>
        <p:spPr>
          <a:xfrm>
            <a:off x="8571313" y="45425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0" name="Google Shape;5330;p66"/>
          <p:cNvSpPr/>
          <p:nvPr/>
        </p:nvSpPr>
        <p:spPr>
          <a:xfrm>
            <a:off x="126638" y="3247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1" name="Google Shape;5331;p66"/>
          <p:cNvSpPr/>
          <p:nvPr/>
        </p:nvSpPr>
        <p:spPr>
          <a:xfrm>
            <a:off x="126638" y="7819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2" name="Google Shape;5332;p66"/>
          <p:cNvSpPr/>
          <p:nvPr/>
        </p:nvSpPr>
        <p:spPr>
          <a:xfrm>
            <a:off x="124097" y="1935928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3" name="Google Shape;5333;p66"/>
          <p:cNvSpPr/>
          <p:nvPr/>
        </p:nvSpPr>
        <p:spPr>
          <a:xfrm flipH="1">
            <a:off x="-1746933" y="1602031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4" name="Google Shape;5334;p66"/>
          <p:cNvSpPr/>
          <p:nvPr/>
        </p:nvSpPr>
        <p:spPr>
          <a:xfrm flipH="1">
            <a:off x="-1619461" y="1746437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5" name="Google Shape;5335;p66"/>
          <p:cNvSpPr/>
          <p:nvPr/>
        </p:nvSpPr>
        <p:spPr>
          <a:xfrm flipH="1">
            <a:off x="-1494226" y="1807319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6" name="Google Shape;5336;p66"/>
          <p:cNvSpPr/>
          <p:nvPr/>
        </p:nvSpPr>
        <p:spPr>
          <a:xfrm flipH="1">
            <a:off x="-444329" y="3517344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7" name="Google Shape;5337;p66"/>
          <p:cNvSpPr/>
          <p:nvPr/>
        </p:nvSpPr>
        <p:spPr>
          <a:xfrm flipH="1">
            <a:off x="-295441" y="3640282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8" name="Google Shape;5338;p66"/>
          <p:cNvSpPr/>
          <p:nvPr/>
        </p:nvSpPr>
        <p:spPr>
          <a:xfrm>
            <a:off x="9010489" y="102628"/>
            <a:ext cx="54205" cy="50406"/>
          </a:xfrm>
          <a:custGeom>
            <a:rect b="b" l="l" r="r" t="t"/>
            <a:pathLst>
              <a:path extrusionOk="0" h="1327" w="1427">
                <a:moveTo>
                  <a:pt x="723" y="1"/>
                </a:moveTo>
                <a:lnTo>
                  <a:pt x="1" y="684"/>
                </a:lnTo>
                <a:lnTo>
                  <a:pt x="221" y="784"/>
                </a:lnTo>
                <a:lnTo>
                  <a:pt x="322" y="824"/>
                </a:lnTo>
                <a:lnTo>
                  <a:pt x="422" y="884"/>
                </a:lnTo>
                <a:lnTo>
                  <a:pt x="502" y="1005"/>
                </a:lnTo>
                <a:lnTo>
                  <a:pt x="583" y="1105"/>
                </a:lnTo>
                <a:lnTo>
                  <a:pt x="723" y="1326"/>
                </a:lnTo>
                <a:lnTo>
                  <a:pt x="1426" y="643"/>
                </a:lnTo>
                <a:lnTo>
                  <a:pt x="72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9" name="Google Shape;5339;p66"/>
          <p:cNvSpPr/>
          <p:nvPr/>
        </p:nvSpPr>
        <p:spPr>
          <a:xfrm>
            <a:off x="9012008" y="258253"/>
            <a:ext cx="54205" cy="51888"/>
          </a:xfrm>
          <a:custGeom>
            <a:rect b="b" l="l" r="r" t="t"/>
            <a:pathLst>
              <a:path extrusionOk="0" h="1366" w="1427">
                <a:moveTo>
                  <a:pt x="703" y="0"/>
                </a:moveTo>
                <a:lnTo>
                  <a:pt x="1" y="643"/>
                </a:lnTo>
                <a:lnTo>
                  <a:pt x="744" y="1366"/>
                </a:lnTo>
                <a:lnTo>
                  <a:pt x="784" y="1225"/>
                </a:lnTo>
                <a:lnTo>
                  <a:pt x="844" y="1125"/>
                </a:lnTo>
                <a:lnTo>
                  <a:pt x="924" y="1024"/>
                </a:lnTo>
                <a:lnTo>
                  <a:pt x="1005" y="944"/>
                </a:lnTo>
                <a:lnTo>
                  <a:pt x="1105" y="864"/>
                </a:lnTo>
                <a:lnTo>
                  <a:pt x="1205" y="803"/>
                </a:lnTo>
                <a:lnTo>
                  <a:pt x="1426" y="683"/>
                </a:lnTo>
                <a:lnTo>
                  <a:pt x="1346" y="582"/>
                </a:lnTo>
                <a:lnTo>
                  <a:pt x="1266" y="522"/>
                </a:lnTo>
                <a:lnTo>
                  <a:pt x="1045" y="402"/>
                </a:lnTo>
                <a:lnTo>
                  <a:pt x="964" y="342"/>
                </a:lnTo>
                <a:lnTo>
                  <a:pt x="884" y="281"/>
                </a:lnTo>
                <a:lnTo>
                  <a:pt x="824" y="181"/>
                </a:lnTo>
                <a:lnTo>
                  <a:pt x="804" y="40"/>
                </a:lnTo>
                <a:lnTo>
                  <a:pt x="784" y="20"/>
                </a:lnTo>
                <a:lnTo>
                  <a:pt x="744" y="20"/>
                </a:lnTo>
                <a:lnTo>
                  <a:pt x="70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0" name="Google Shape;5340;p66"/>
          <p:cNvSpPr/>
          <p:nvPr/>
        </p:nvSpPr>
        <p:spPr>
          <a:xfrm>
            <a:off x="9009729" y="1188771"/>
            <a:ext cx="63359" cy="58003"/>
          </a:xfrm>
          <a:custGeom>
            <a:rect b="b" l="l" r="r" t="t"/>
            <a:pathLst>
              <a:path extrusionOk="0" h="1527" w="1668">
                <a:moveTo>
                  <a:pt x="683" y="0"/>
                </a:moveTo>
                <a:lnTo>
                  <a:pt x="543" y="281"/>
                </a:lnTo>
                <a:lnTo>
                  <a:pt x="462" y="402"/>
                </a:lnTo>
                <a:lnTo>
                  <a:pt x="382" y="502"/>
                </a:lnTo>
                <a:lnTo>
                  <a:pt x="322" y="542"/>
                </a:lnTo>
                <a:lnTo>
                  <a:pt x="261" y="562"/>
                </a:lnTo>
                <a:lnTo>
                  <a:pt x="141" y="582"/>
                </a:lnTo>
                <a:lnTo>
                  <a:pt x="81" y="603"/>
                </a:lnTo>
                <a:lnTo>
                  <a:pt x="21" y="623"/>
                </a:lnTo>
                <a:lnTo>
                  <a:pt x="0" y="663"/>
                </a:lnTo>
                <a:lnTo>
                  <a:pt x="0" y="703"/>
                </a:lnTo>
                <a:lnTo>
                  <a:pt x="844" y="1526"/>
                </a:lnTo>
                <a:lnTo>
                  <a:pt x="884" y="1366"/>
                </a:lnTo>
                <a:lnTo>
                  <a:pt x="924" y="1245"/>
                </a:lnTo>
                <a:lnTo>
                  <a:pt x="1004" y="1145"/>
                </a:lnTo>
                <a:lnTo>
                  <a:pt x="1105" y="1044"/>
                </a:lnTo>
                <a:lnTo>
                  <a:pt x="1225" y="964"/>
                </a:lnTo>
                <a:lnTo>
                  <a:pt x="1346" y="884"/>
                </a:lnTo>
                <a:lnTo>
                  <a:pt x="1667" y="743"/>
                </a:lnTo>
                <a:lnTo>
                  <a:pt x="1265" y="562"/>
                </a:lnTo>
                <a:lnTo>
                  <a:pt x="1125" y="482"/>
                </a:lnTo>
                <a:lnTo>
                  <a:pt x="1004" y="402"/>
                </a:lnTo>
                <a:lnTo>
                  <a:pt x="964" y="362"/>
                </a:lnTo>
                <a:lnTo>
                  <a:pt x="944" y="301"/>
                </a:lnTo>
                <a:lnTo>
                  <a:pt x="904" y="161"/>
                </a:lnTo>
                <a:lnTo>
                  <a:pt x="884" y="101"/>
                </a:lnTo>
                <a:lnTo>
                  <a:pt x="844" y="40"/>
                </a:lnTo>
                <a:lnTo>
                  <a:pt x="784" y="20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1" name="Google Shape;5341;p66"/>
          <p:cNvSpPr/>
          <p:nvPr/>
        </p:nvSpPr>
        <p:spPr>
          <a:xfrm>
            <a:off x="8847267" y="1189531"/>
            <a:ext cx="63359" cy="58003"/>
          </a:xfrm>
          <a:custGeom>
            <a:rect b="b" l="l" r="r" t="t"/>
            <a:pathLst>
              <a:path extrusionOk="0" h="1527" w="1668">
                <a:moveTo>
                  <a:pt x="743" y="0"/>
                </a:moveTo>
                <a:lnTo>
                  <a:pt x="0" y="723"/>
                </a:lnTo>
                <a:lnTo>
                  <a:pt x="784" y="1526"/>
                </a:lnTo>
                <a:lnTo>
                  <a:pt x="824" y="1386"/>
                </a:lnTo>
                <a:lnTo>
                  <a:pt x="884" y="1245"/>
                </a:lnTo>
                <a:lnTo>
                  <a:pt x="964" y="1125"/>
                </a:lnTo>
                <a:lnTo>
                  <a:pt x="1065" y="1044"/>
                </a:lnTo>
                <a:lnTo>
                  <a:pt x="1185" y="964"/>
                </a:lnTo>
                <a:lnTo>
                  <a:pt x="1326" y="884"/>
                </a:lnTo>
                <a:lnTo>
                  <a:pt x="1667" y="743"/>
                </a:lnTo>
                <a:lnTo>
                  <a:pt x="1266" y="583"/>
                </a:lnTo>
                <a:lnTo>
                  <a:pt x="1125" y="502"/>
                </a:lnTo>
                <a:lnTo>
                  <a:pt x="1025" y="442"/>
                </a:lnTo>
                <a:lnTo>
                  <a:pt x="944" y="342"/>
                </a:lnTo>
                <a:lnTo>
                  <a:pt x="864" y="221"/>
                </a:lnTo>
                <a:lnTo>
                  <a:pt x="74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2" name="Google Shape;5342;p66"/>
          <p:cNvSpPr/>
          <p:nvPr/>
        </p:nvSpPr>
        <p:spPr>
          <a:xfrm>
            <a:off x="9004373" y="409243"/>
            <a:ext cx="64119" cy="55724"/>
          </a:xfrm>
          <a:custGeom>
            <a:rect b="b" l="l" r="r" t="t"/>
            <a:pathLst>
              <a:path extrusionOk="0" h="1467" w="1688">
                <a:moveTo>
                  <a:pt x="864" y="1"/>
                </a:moveTo>
                <a:lnTo>
                  <a:pt x="764" y="262"/>
                </a:lnTo>
                <a:lnTo>
                  <a:pt x="704" y="362"/>
                </a:lnTo>
                <a:lnTo>
                  <a:pt x="643" y="463"/>
                </a:lnTo>
                <a:lnTo>
                  <a:pt x="523" y="543"/>
                </a:lnTo>
                <a:lnTo>
                  <a:pt x="382" y="623"/>
                </a:lnTo>
                <a:lnTo>
                  <a:pt x="1" y="844"/>
                </a:lnTo>
                <a:lnTo>
                  <a:pt x="162" y="864"/>
                </a:lnTo>
                <a:lnTo>
                  <a:pt x="302" y="904"/>
                </a:lnTo>
                <a:lnTo>
                  <a:pt x="423" y="965"/>
                </a:lnTo>
                <a:lnTo>
                  <a:pt x="543" y="1025"/>
                </a:lnTo>
                <a:lnTo>
                  <a:pt x="623" y="1085"/>
                </a:lnTo>
                <a:lnTo>
                  <a:pt x="704" y="1186"/>
                </a:lnTo>
                <a:lnTo>
                  <a:pt x="744" y="1286"/>
                </a:lnTo>
                <a:lnTo>
                  <a:pt x="784" y="1406"/>
                </a:lnTo>
                <a:lnTo>
                  <a:pt x="804" y="1427"/>
                </a:lnTo>
                <a:lnTo>
                  <a:pt x="864" y="1447"/>
                </a:lnTo>
                <a:lnTo>
                  <a:pt x="985" y="1467"/>
                </a:lnTo>
                <a:lnTo>
                  <a:pt x="1045" y="1286"/>
                </a:lnTo>
                <a:lnTo>
                  <a:pt x="1065" y="1206"/>
                </a:lnTo>
                <a:lnTo>
                  <a:pt x="1105" y="1145"/>
                </a:lnTo>
                <a:lnTo>
                  <a:pt x="1246" y="1045"/>
                </a:lnTo>
                <a:lnTo>
                  <a:pt x="1386" y="945"/>
                </a:lnTo>
                <a:lnTo>
                  <a:pt x="1688" y="744"/>
                </a:lnTo>
                <a:lnTo>
                  <a:pt x="1547" y="684"/>
                </a:lnTo>
                <a:lnTo>
                  <a:pt x="1427" y="623"/>
                </a:lnTo>
                <a:lnTo>
                  <a:pt x="1306" y="543"/>
                </a:lnTo>
                <a:lnTo>
                  <a:pt x="1206" y="463"/>
                </a:lnTo>
                <a:lnTo>
                  <a:pt x="1105" y="362"/>
                </a:lnTo>
                <a:lnTo>
                  <a:pt x="1025" y="262"/>
                </a:lnTo>
                <a:lnTo>
                  <a:pt x="86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3" name="Google Shape;5343;p66"/>
          <p:cNvSpPr/>
          <p:nvPr/>
        </p:nvSpPr>
        <p:spPr>
          <a:xfrm>
            <a:off x="9009729" y="1030868"/>
            <a:ext cx="57243" cy="58003"/>
          </a:xfrm>
          <a:custGeom>
            <a:rect b="b" l="l" r="r" t="t"/>
            <a:pathLst>
              <a:path extrusionOk="0" h="1527" w="1507">
                <a:moveTo>
                  <a:pt x="743" y="1"/>
                </a:moveTo>
                <a:lnTo>
                  <a:pt x="563" y="322"/>
                </a:lnTo>
                <a:lnTo>
                  <a:pt x="482" y="442"/>
                </a:lnTo>
                <a:lnTo>
                  <a:pt x="402" y="563"/>
                </a:lnTo>
                <a:lnTo>
                  <a:pt x="342" y="603"/>
                </a:lnTo>
                <a:lnTo>
                  <a:pt x="282" y="623"/>
                </a:lnTo>
                <a:lnTo>
                  <a:pt x="141" y="643"/>
                </a:lnTo>
                <a:lnTo>
                  <a:pt x="41" y="663"/>
                </a:lnTo>
                <a:lnTo>
                  <a:pt x="0" y="683"/>
                </a:lnTo>
                <a:lnTo>
                  <a:pt x="0" y="744"/>
                </a:lnTo>
                <a:lnTo>
                  <a:pt x="763" y="1527"/>
                </a:lnTo>
                <a:lnTo>
                  <a:pt x="1506" y="744"/>
                </a:lnTo>
                <a:lnTo>
                  <a:pt x="1265" y="643"/>
                </a:lnTo>
                <a:lnTo>
                  <a:pt x="1145" y="563"/>
                </a:lnTo>
                <a:lnTo>
                  <a:pt x="1024" y="483"/>
                </a:lnTo>
                <a:lnTo>
                  <a:pt x="944" y="382"/>
                </a:lnTo>
                <a:lnTo>
                  <a:pt x="884" y="282"/>
                </a:lnTo>
                <a:lnTo>
                  <a:pt x="74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4" name="Google Shape;5344;p66"/>
          <p:cNvSpPr/>
          <p:nvPr/>
        </p:nvSpPr>
        <p:spPr>
          <a:xfrm>
            <a:off x="8845748" y="1030868"/>
            <a:ext cx="65638" cy="61840"/>
          </a:xfrm>
          <a:custGeom>
            <a:rect b="b" l="l" r="r" t="t"/>
            <a:pathLst>
              <a:path extrusionOk="0" h="1628" w="1728">
                <a:moveTo>
                  <a:pt x="763" y="1"/>
                </a:moveTo>
                <a:lnTo>
                  <a:pt x="583" y="302"/>
                </a:lnTo>
                <a:lnTo>
                  <a:pt x="502" y="422"/>
                </a:lnTo>
                <a:lnTo>
                  <a:pt x="422" y="543"/>
                </a:lnTo>
                <a:lnTo>
                  <a:pt x="362" y="583"/>
                </a:lnTo>
                <a:lnTo>
                  <a:pt x="302" y="603"/>
                </a:lnTo>
                <a:lnTo>
                  <a:pt x="161" y="643"/>
                </a:lnTo>
                <a:lnTo>
                  <a:pt x="101" y="683"/>
                </a:lnTo>
                <a:lnTo>
                  <a:pt x="40" y="724"/>
                </a:lnTo>
                <a:lnTo>
                  <a:pt x="20" y="784"/>
                </a:lnTo>
                <a:lnTo>
                  <a:pt x="0" y="884"/>
                </a:lnTo>
                <a:lnTo>
                  <a:pt x="141" y="924"/>
                </a:lnTo>
                <a:lnTo>
                  <a:pt x="261" y="985"/>
                </a:lnTo>
                <a:lnTo>
                  <a:pt x="362" y="1065"/>
                </a:lnTo>
                <a:lnTo>
                  <a:pt x="462" y="1165"/>
                </a:lnTo>
                <a:lnTo>
                  <a:pt x="623" y="1406"/>
                </a:lnTo>
                <a:lnTo>
                  <a:pt x="703" y="1527"/>
                </a:lnTo>
                <a:lnTo>
                  <a:pt x="824" y="1627"/>
                </a:lnTo>
                <a:lnTo>
                  <a:pt x="864" y="1467"/>
                </a:lnTo>
                <a:lnTo>
                  <a:pt x="924" y="1326"/>
                </a:lnTo>
                <a:lnTo>
                  <a:pt x="984" y="1226"/>
                </a:lnTo>
                <a:lnTo>
                  <a:pt x="1085" y="1125"/>
                </a:lnTo>
                <a:lnTo>
                  <a:pt x="1205" y="1025"/>
                </a:lnTo>
                <a:lnTo>
                  <a:pt x="1366" y="965"/>
                </a:lnTo>
                <a:lnTo>
                  <a:pt x="1526" y="904"/>
                </a:lnTo>
                <a:lnTo>
                  <a:pt x="1727" y="844"/>
                </a:lnTo>
                <a:lnTo>
                  <a:pt x="1306" y="643"/>
                </a:lnTo>
                <a:lnTo>
                  <a:pt x="1145" y="583"/>
                </a:lnTo>
                <a:lnTo>
                  <a:pt x="1044" y="503"/>
                </a:lnTo>
                <a:lnTo>
                  <a:pt x="964" y="402"/>
                </a:lnTo>
                <a:lnTo>
                  <a:pt x="904" y="282"/>
                </a:lnTo>
                <a:lnTo>
                  <a:pt x="76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5" name="Google Shape;5345;p66"/>
          <p:cNvSpPr/>
          <p:nvPr/>
        </p:nvSpPr>
        <p:spPr>
          <a:xfrm>
            <a:off x="9007450" y="568666"/>
            <a:ext cx="58003" cy="53445"/>
          </a:xfrm>
          <a:custGeom>
            <a:rect b="b" l="l" r="r" t="t"/>
            <a:pathLst>
              <a:path extrusionOk="0" h="1407" w="1527">
                <a:moveTo>
                  <a:pt x="783" y="1"/>
                </a:moveTo>
                <a:lnTo>
                  <a:pt x="683" y="161"/>
                </a:lnTo>
                <a:lnTo>
                  <a:pt x="623" y="282"/>
                </a:lnTo>
                <a:lnTo>
                  <a:pt x="542" y="362"/>
                </a:lnTo>
                <a:lnTo>
                  <a:pt x="422" y="442"/>
                </a:lnTo>
                <a:lnTo>
                  <a:pt x="301" y="523"/>
                </a:lnTo>
                <a:lnTo>
                  <a:pt x="0" y="663"/>
                </a:lnTo>
                <a:lnTo>
                  <a:pt x="301" y="844"/>
                </a:lnTo>
                <a:lnTo>
                  <a:pt x="422" y="904"/>
                </a:lnTo>
                <a:lnTo>
                  <a:pt x="542" y="984"/>
                </a:lnTo>
                <a:lnTo>
                  <a:pt x="582" y="1045"/>
                </a:lnTo>
                <a:lnTo>
                  <a:pt x="603" y="1105"/>
                </a:lnTo>
                <a:lnTo>
                  <a:pt x="643" y="1225"/>
                </a:lnTo>
                <a:lnTo>
                  <a:pt x="683" y="1346"/>
                </a:lnTo>
                <a:lnTo>
                  <a:pt x="703" y="1386"/>
                </a:lnTo>
                <a:lnTo>
                  <a:pt x="763" y="1406"/>
                </a:lnTo>
                <a:lnTo>
                  <a:pt x="1526" y="683"/>
                </a:lnTo>
                <a:lnTo>
                  <a:pt x="7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6" name="Google Shape;5346;p66"/>
          <p:cNvSpPr/>
          <p:nvPr/>
        </p:nvSpPr>
        <p:spPr>
          <a:xfrm>
            <a:off x="9009729" y="878320"/>
            <a:ext cx="58763" cy="55724"/>
          </a:xfrm>
          <a:custGeom>
            <a:rect b="b" l="l" r="r" t="t"/>
            <a:pathLst>
              <a:path extrusionOk="0" h="1467" w="1547">
                <a:moveTo>
                  <a:pt x="643" y="1"/>
                </a:moveTo>
                <a:lnTo>
                  <a:pt x="603" y="41"/>
                </a:lnTo>
                <a:lnTo>
                  <a:pt x="563" y="141"/>
                </a:lnTo>
                <a:lnTo>
                  <a:pt x="543" y="282"/>
                </a:lnTo>
                <a:lnTo>
                  <a:pt x="522" y="342"/>
                </a:lnTo>
                <a:lnTo>
                  <a:pt x="502" y="402"/>
                </a:lnTo>
                <a:lnTo>
                  <a:pt x="442" y="463"/>
                </a:lnTo>
                <a:lnTo>
                  <a:pt x="362" y="503"/>
                </a:lnTo>
                <a:lnTo>
                  <a:pt x="201" y="523"/>
                </a:lnTo>
                <a:lnTo>
                  <a:pt x="121" y="543"/>
                </a:lnTo>
                <a:lnTo>
                  <a:pt x="61" y="563"/>
                </a:lnTo>
                <a:lnTo>
                  <a:pt x="21" y="603"/>
                </a:lnTo>
                <a:lnTo>
                  <a:pt x="0" y="663"/>
                </a:lnTo>
                <a:lnTo>
                  <a:pt x="784" y="1467"/>
                </a:lnTo>
                <a:lnTo>
                  <a:pt x="924" y="1226"/>
                </a:lnTo>
                <a:lnTo>
                  <a:pt x="984" y="1105"/>
                </a:lnTo>
                <a:lnTo>
                  <a:pt x="1065" y="1005"/>
                </a:lnTo>
                <a:lnTo>
                  <a:pt x="1165" y="924"/>
                </a:lnTo>
                <a:lnTo>
                  <a:pt x="1286" y="864"/>
                </a:lnTo>
                <a:lnTo>
                  <a:pt x="1547" y="764"/>
                </a:lnTo>
                <a:lnTo>
                  <a:pt x="6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7" name="Google Shape;5347;p66"/>
          <p:cNvSpPr/>
          <p:nvPr/>
        </p:nvSpPr>
        <p:spPr>
          <a:xfrm>
            <a:off x="8844988" y="873762"/>
            <a:ext cx="58003" cy="64119"/>
          </a:xfrm>
          <a:custGeom>
            <a:rect b="b" l="l" r="r" t="t"/>
            <a:pathLst>
              <a:path extrusionOk="0" h="1688" w="1527">
                <a:moveTo>
                  <a:pt x="783" y="0"/>
                </a:moveTo>
                <a:lnTo>
                  <a:pt x="623" y="322"/>
                </a:lnTo>
                <a:lnTo>
                  <a:pt x="542" y="442"/>
                </a:lnTo>
                <a:lnTo>
                  <a:pt x="462" y="542"/>
                </a:lnTo>
                <a:lnTo>
                  <a:pt x="362" y="623"/>
                </a:lnTo>
                <a:lnTo>
                  <a:pt x="241" y="703"/>
                </a:lnTo>
                <a:lnTo>
                  <a:pt x="0" y="804"/>
                </a:lnTo>
                <a:lnTo>
                  <a:pt x="141" y="864"/>
                </a:lnTo>
                <a:lnTo>
                  <a:pt x="281" y="944"/>
                </a:lnTo>
                <a:lnTo>
                  <a:pt x="382" y="1024"/>
                </a:lnTo>
                <a:lnTo>
                  <a:pt x="462" y="1125"/>
                </a:lnTo>
                <a:lnTo>
                  <a:pt x="542" y="1245"/>
                </a:lnTo>
                <a:lnTo>
                  <a:pt x="623" y="1386"/>
                </a:lnTo>
                <a:lnTo>
                  <a:pt x="783" y="1687"/>
                </a:lnTo>
                <a:lnTo>
                  <a:pt x="964" y="1346"/>
                </a:lnTo>
                <a:lnTo>
                  <a:pt x="1044" y="1205"/>
                </a:lnTo>
                <a:lnTo>
                  <a:pt x="1125" y="1085"/>
                </a:lnTo>
                <a:lnTo>
                  <a:pt x="1185" y="1044"/>
                </a:lnTo>
                <a:lnTo>
                  <a:pt x="1245" y="1024"/>
                </a:lnTo>
                <a:lnTo>
                  <a:pt x="1366" y="1004"/>
                </a:lnTo>
                <a:lnTo>
                  <a:pt x="1446" y="984"/>
                </a:lnTo>
                <a:lnTo>
                  <a:pt x="1486" y="924"/>
                </a:lnTo>
                <a:lnTo>
                  <a:pt x="1526" y="864"/>
                </a:lnTo>
                <a:lnTo>
                  <a:pt x="1526" y="763"/>
                </a:lnTo>
                <a:lnTo>
                  <a:pt x="1406" y="723"/>
                </a:lnTo>
                <a:lnTo>
                  <a:pt x="1285" y="683"/>
                </a:lnTo>
                <a:lnTo>
                  <a:pt x="1165" y="603"/>
                </a:lnTo>
                <a:lnTo>
                  <a:pt x="1085" y="522"/>
                </a:lnTo>
                <a:lnTo>
                  <a:pt x="984" y="422"/>
                </a:lnTo>
                <a:lnTo>
                  <a:pt x="904" y="302"/>
                </a:lnTo>
                <a:lnTo>
                  <a:pt x="844" y="161"/>
                </a:lnTo>
                <a:lnTo>
                  <a:pt x="7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8" name="Google Shape;5348;p66"/>
          <p:cNvSpPr/>
          <p:nvPr/>
        </p:nvSpPr>
        <p:spPr>
          <a:xfrm>
            <a:off x="9009729" y="724253"/>
            <a:ext cx="57243" cy="53445"/>
          </a:xfrm>
          <a:custGeom>
            <a:rect b="b" l="l" r="r" t="t"/>
            <a:pathLst>
              <a:path extrusionOk="0" h="1407" w="1507">
                <a:moveTo>
                  <a:pt x="763" y="1"/>
                </a:moveTo>
                <a:lnTo>
                  <a:pt x="0" y="724"/>
                </a:lnTo>
                <a:lnTo>
                  <a:pt x="261" y="864"/>
                </a:lnTo>
                <a:lnTo>
                  <a:pt x="382" y="924"/>
                </a:lnTo>
                <a:lnTo>
                  <a:pt x="502" y="1005"/>
                </a:lnTo>
                <a:lnTo>
                  <a:pt x="543" y="1065"/>
                </a:lnTo>
                <a:lnTo>
                  <a:pt x="563" y="1125"/>
                </a:lnTo>
                <a:lnTo>
                  <a:pt x="603" y="1246"/>
                </a:lnTo>
                <a:lnTo>
                  <a:pt x="623" y="1306"/>
                </a:lnTo>
                <a:lnTo>
                  <a:pt x="683" y="1366"/>
                </a:lnTo>
                <a:lnTo>
                  <a:pt x="743" y="1386"/>
                </a:lnTo>
                <a:lnTo>
                  <a:pt x="844" y="1406"/>
                </a:lnTo>
                <a:lnTo>
                  <a:pt x="864" y="1266"/>
                </a:lnTo>
                <a:lnTo>
                  <a:pt x="924" y="1145"/>
                </a:lnTo>
                <a:lnTo>
                  <a:pt x="984" y="1045"/>
                </a:lnTo>
                <a:lnTo>
                  <a:pt x="1085" y="965"/>
                </a:lnTo>
                <a:lnTo>
                  <a:pt x="1306" y="844"/>
                </a:lnTo>
                <a:lnTo>
                  <a:pt x="1506" y="704"/>
                </a:lnTo>
                <a:lnTo>
                  <a:pt x="76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9" name="Google Shape;5349;p66"/>
          <p:cNvSpPr/>
          <p:nvPr/>
        </p:nvSpPr>
        <p:spPr>
          <a:xfrm>
            <a:off x="8846508" y="721214"/>
            <a:ext cx="60282" cy="55724"/>
          </a:xfrm>
          <a:custGeom>
            <a:rect b="b" l="l" r="r" t="t"/>
            <a:pathLst>
              <a:path extrusionOk="0" h="1467" w="1587">
                <a:moveTo>
                  <a:pt x="723" y="0"/>
                </a:moveTo>
                <a:lnTo>
                  <a:pt x="583" y="261"/>
                </a:lnTo>
                <a:lnTo>
                  <a:pt x="502" y="382"/>
                </a:lnTo>
                <a:lnTo>
                  <a:pt x="422" y="482"/>
                </a:lnTo>
                <a:lnTo>
                  <a:pt x="362" y="522"/>
                </a:lnTo>
                <a:lnTo>
                  <a:pt x="302" y="563"/>
                </a:lnTo>
                <a:lnTo>
                  <a:pt x="161" y="583"/>
                </a:lnTo>
                <a:lnTo>
                  <a:pt x="101" y="603"/>
                </a:lnTo>
                <a:lnTo>
                  <a:pt x="41" y="623"/>
                </a:lnTo>
                <a:lnTo>
                  <a:pt x="0" y="663"/>
                </a:lnTo>
                <a:lnTo>
                  <a:pt x="0" y="723"/>
                </a:lnTo>
                <a:lnTo>
                  <a:pt x="743" y="1466"/>
                </a:lnTo>
                <a:lnTo>
                  <a:pt x="1587" y="623"/>
                </a:lnTo>
                <a:lnTo>
                  <a:pt x="1587" y="623"/>
                </a:lnTo>
                <a:lnTo>
                  <a:pt x="1386" y="643"/>
                </a:lnTo>
                <a:lnTo>
                  <a:pt x="1245" y="623"/>
                </a:lnTo>
                <a:lnTo>
                  <a:pt x="1125" y="563"/>
                </a:lnTo>
                <a:lnTo>
                  <a:pt x="1024" y="482"/>
                </a:lnTo>
                <a:lnTo>
                  <a:pt x="944" y="362"/>
                </a:lnTo>
                <a:lnTo>
                  <a:pt x="884" y="261"/>
                </a:lnTo>
                <a:lnTo>
                  <a:pt x="72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0" name="Google Shape;5350;p66"/>
          <p:cNvSpPr/>
          <p:nvPr/>
        </p:nvSpPr>
        <p:spPr>
          <a:xfrm>
            <a:off x="8848787" y="103426"/>
            <a:ext cx="53445" cy="54167"/>
          </a:xfrm>
          <a:custGeom>
            <a:rect b="b" l="l" r="r" t="t"/>
            <a:pathLst>
              <a:path extrusionOk="0" h="1426" w="1407">
                <a:moveTo>
                  <a:pt x="683" y="0"/>
                </a:moveTo>
                <a:lnTo>
                  <a:pt x="1" y="622"/>
                </a:lnTo>
                <a:lnTo>
                  <a:pt x="804" y="1426"/>
                </a:lnTo>
                <a:lnTo>
                  <a:pt x="804" y="1265"/>
                </a:lnTo>
                <a:lnTo>
                  <a:pt x="824" y="1145"/>
                </a:lnTo>
                <a:lnTo>
                  <a:pt x="864" y="1024"/>
                </a:lnTo>
                <a:lnTo>
                  <a:pt x="904" y="944"/>
                </a:lnTo>
                <a:lnTo>
                  <a:pt x="985" y="884"/>
                </a:lnTo>
                <a:lnTo>
                  <a:pt x="1065" y="823"/>
                </a:lnTo>
                <a:lnTo>
                  <a:pt x="1165" y="783"/>
                </a:lnTo>
                <a:lnTo>
                  <a:pt x="1286" y="763"/>
                </a:lnTo>
                <a:lnTo>
                  <a:pt x="1326" y="743"/>
                </a:lnTo>
                <a:lnTo>
                  <a:pt x="1366" y="703"/>
                </a:lnTo>
                <a:lnTo>
                  <a:pt x="1386" y="683"/>
                </a:lnTo>
                <a:lnTo>
                  <a:pt x="1406" y="643"/>
                </a:lnTo>
                <a:lnTo>
                  <a:pt x="1386" y="602"/>
                </a:lnTo>
                <a:lnTo>
                  <a:pt x="1366" y="562"/>
                </a:lnTo>
                <a:lnTo>
                  <a:pt x="1306" y="502"/>
                </a:lnTo>
                <a:lnTo>
                  <a:pt x="1145" y="442"/>
                </a:lnTo>
                <a:lnTo>
                  <a:pt x="985" y="361"/>
                </a:lnTo>
                <a:lnTo>
                  <a:pt x="924" y="321"/>
                </a:lnTo>
                <a:lnTo>
                  <a:pt x="864" y="261"/>
                </a:lnTo>
                <a:lnTo>
                  <a:pt x="824" y="181"/>
                </a:lnTo>
                <a:lnTo>
                  <a:pt x="804" y="80"/>
                </a:lnTo>
                <a:lnTo>
                  <a:pt x="784" y="40"/>
                </a:lnTo>
                <a:lnTo>
                  <a:pt x="744" y="20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1" name="Google Shape;5351;p66"/>
          <p:cNvSpPr/>
          <p:nvPr/>
        </p:nvSpPr>
        <p:spPr>
          <a:xfrm>
            <a:off x="8682526" y="877560"/>
            <a:ext cx="61802" cy="57243"/>
          </a:xfrm>
          <a:custGeom>
            <a:rect b="b" l="l" r="r" t="t"/>
            <a:pathLst>
              <a:path extrusionOk="0" h="1507" w="1627">
                <a:moveTo>
                  <a:pt x="743" y="1"/>
                </a:moveTo>
                <a:lnTo>
                  <a:pt x="703" y="161"/>
                </a:lnTo>
                <a:lnTo>
                  <a:pt x="643" y="282"/>
                </a:lnTo>
                <a:lnTo>
                  <a:pt x="542" y="382"/>
                </a:lnTo>
                <a:lnTo>
                  <a:pt x="422" y="463"/>
                </a:lnTo>
                <a:lnTo>
                  <a:pt x="201" y="563"/>
                </a:lnTo>
                <a:lnTo>
                  <a:pt x="81" y="623"/>
                </a:lnTo>
                <a:lnTo>
                  <a:pt x="0" y="704"/>
                </a:lnTo>
                <a:lnTo>
                  <a:pt x="763" y="1507"/>
                </a:lnTo>
                <a:lnTo>
                  <a:pt x="884" y="1266"/>
                </a:lnTo>
                <a:lnTo>
                  <a:pt x="964" y="1145"/>
                </a:lnTo>
                <a:lnTo>
                  <a:pt x="1044" y="1045"/>
                </a:lnTo>
                <a:lnTo>
                  <a:pt x="1145" y="965"/>
                </a:lnTo>
                <a:lnTo>
                  <a:pt x="1285" y="904"/>
                </a:lnTo>
                <a:lnTo>
                  <a:pt x="1627" y="744"/>
                </a:lnTo>
                <a:lnTo>
                  <a:pt x="1265" y="583"/>
                </a:lnTo>
                <a:lnTo>
                  <a:pt x="1125" y="523"/>
                </a:lnTo>
                <a:lnTo>
                  <a:pt x="1024" y="442"/>
                </a:lnTo>
                <a:lnTo>
                  <a:pt x="944" y="342"/>
                </a:lnTo>
                <a:lnTo>
                  <a:pt x="864" y="242"/>
                </a:lnTo>
                <a:lnTo>
                  <a:pt x="74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2" name="Google Shape;5352;p66"/>
          <p:cNvSpPr/>
          <p:nvPr/>
        </p:nvSpPr>
        <p:spPr>
          <a:xfrm>
            <a:off x="8681767" y="719694"/>
            <a:ext cx="61802" cy="58763"/>
          </a:xfrm>
          <a:custGeom>
            <a:rect b="b" l="l" r="r" t="t"/>
            <a:pathLst>
              <a:path extrusionOk="0" h="1547" w="1627">
                <a:moveTo>
                  <a:pt x="723" y="0"/>
                </a:moveTo>
                <a:lnTo>
                  <a:pt x="603" y="281"/>
                </a:lnTo>
                <a:lnTo>
                  <a:pt x="542" y="382"/>
                </a:lnTo>
                <a:lnTo>
                  <a:pt x="482" y="462"/>
                </a:lnTo>
                <a:lnTo>
                  <a:pt x="362" y="562"/>
                </a:lnTo>
                <a:lnTo>
                  <a:pt x="241" y="623"/>
                </a:lnTo>
                <a:lnTo>
                  <a:pt x="0" y="763"/>
                </a:lnTo>
                <a:lnTo>
                  <a:pt x="783" y="1546"/>
                </a:lnTo>
                <a:lnTo>
                  <a:pt x="904" y="1305"/>
                </a:lnTo>
                <a:lnTo>
                  <a:pt x="964" y="1185"/>
                </a:lnTo>
                <a:lnTo>
                  <a:pt x="1064" y="1085"/>
                </a:lnTo>
                <a:lnTo>
                  <a:pt x="1165" y="1024"/>
                </a:lnTo>
                <a:lnTo>
                  <a:pt x="1285" y="944"/>
                </a:lnTo>
                <a:lnTo>
                  <a:pt x="1627" y="803"/>
                </a:lnTo>
                <a:lnTo>
                  <a:pt x="1285" y="643"/>
                </a:lnTo>
                <a:lnTo>
                  <a:pt x="1145" y="583"/>
                </a:lnTo>
                <a:lnTo>
                  <a:pt x="1044" y="502"/>
                </a:lnTo>
                <a:lnTo>
                  <a:pt x="944" y="402"/>
                </a:lnTo>
                <a:lnTo>
                  <a:pt x="884" y="281"/>
                </a:lnTo>
                <a:lnTo>
                  <a:pt x="72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3" name="Google Shape;5353;p66"/>
          <p:cNvSpPr/>
          <p:nvPr/>
        </p:nvSpPr>
        <p:spPr>
          <a:xfrm>
            <a:off x="8848787" y="258253"/>
            <a:ext cx="52685" cy="49608"/>
          </a:xfrm>
          <a:custGeom>
            <a:rect b="b" l="l" r="r" t="t"/>
            <a:pathLst>
              <a:path extrusionOk="0" h="1306" w="1387">
                <a:moveTo>
                  <a:pt x="663" y="0"/>
                </a:moveTo>
                <a:lnTo>
                  <a:pt x="583" y="60"/>
                </a:lnTo>
                <a:lnTo>
                  <a:pt x="523" y="141"/>
                </a:lnTo>
                <a:lnTo>
                  <a:pt x="422" y="301"/>
                </a:lnTo>
                <a:lnTo>
                  <a:pt x="342" y="382"/>
                </a:lnTo>
                <a:lnTo>
                  <a:pt x="262" y="462"/>
                </a:lnTo>
                <a:lnTo>
                  <a:pt x="161" y="522"/>
                </a:lnTo>
                <a:lnTo>
                  <a:pt x="41" y="542"/>
                </a:lnTo>
                <a:lnTo>
                  <a:pt x="21" y="562"/>
                </a:lnTo>
                <a:lnTo>
                  <a:pt x="21" y="603"/>
                </a:lnTo>
                <a:lnTo>
                  <a:pt x="1" y="643"/>
                </a:lnTo>
                <a:lnTo>
                  <a:pt x="663" y="1305"/>
                </a:lnTo>
                <a:lnTo>
                  <a:pt x="1386" y="66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4" name="Google Shape;5354;p66"/>
          <p:cNvSpPr/>
          <p:nvPr/>
        </p:nvSpPr>
        <p:spPr>
          <a:xfrm>
            <a:off x="8847267" y="569426"/>
            <a:ext cx="55724" cy="53445"/>
          </a:xfrm>
          <a:custGeom>
            <a:rect b="b" l="l" r="r" t="t"/>
            <a:pathLst>
              <a:path extrusionOk="0" h="1407" w="1467">
                <a:moveTo>
                  <a:pt x="703" y="1"/>
                </a:moveTo>
                <a:lnTo>
                  <a:pt x="0" y="663"/>
                </a:lnTo>
                <a:lnTo>
                  <a:pt x="804" y="1406"/>
                </a:lnTo>
                <a:lnTo>
                  <a:pt x="824" y="1246"/>
                </a:lnTo>
                <a:lnTo>
                  <a:pt x="864" y="1125"/>
                </a:lnTo>
                <a:lnTo>
                  <a:pt x="944" y="1025"/>
                </a:lnTo>
                <a:lnTo>
                  <a:pt x="1045" y="944"/>
                </a:lnTo>
                <a:lnTo>
                  <a:pt x="1145" y="884"/>
                </a:lnTo>
                <a:lnTo>
                  <a:pt x="1245" y="824"/>
                </a:lnTo>
                <a:lnTo>
                  <a:pt x="1466" y="683"/>
                </a:lnTo>
                <a:lnTo>
                  <a:pt x="70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5" name="Google Shape;5355;p66"/>
          <p:cNvSpPr/>
          <p:nvPr/>
        </p:nvSpPr>
        <p:spPr>
          <a:xfrm>
            <a:off x="8682526" y="1033944"/>
            <a:ext cx="57243" cy="57205"/>
          </a:xfrm>
          <a:custGeom>
            <a:rect b="b" l="l" r="r" t="t"/>
            <a:pathLst>
              <a:path extrusionOk="0" h="1506" w="1507">
                <a:moveTo>
                  <a:pt x="723" y="0"/>
                </a:moveTo>
                <a:lnTo>
                  <a:pt x="0" y="743"/>
                </a:lnTo>
                <a:lnTo>
                  <a:pt x="804" y="1506"/>
                </a:lnTo>
                <a:lnTo>
                  <a:pt x="844" y="1365"/>
                </a:lnTo>
                <a:lnTo>
                  <a:pt x="884" y="1225"/>
                </a:lnTo>
                <a:lnTo>
                  <a:pt x="964" y="1124"/>
                </a:lnTo>
                <a:lnTo>
                  <a:pt x="1044" y="1044"/>
                </a:lnTo>
                <a:lnTo>
                  <a:pt x="1145" y="964"/>
                </a:lnTo>
                <a:lnTo>
                  <a:pt x="1245" y="904"/>
                </a:lnTo>
                <a:lnTo>
                  <a:pt x="1366" y="843"/>
                </a:lnTo>
                <a:lnTo>
                  <a:pt x="1506" y="823"/>
                </a:lnTo>
                <a:lnTo>
                  <a:pt x="1486" y="723"/>
                </a:lnTo>
                <a:lnTo>
                  <a:pt x="1466" y="663"/>
                </a:lnTo>
                <a:lnTo>
                  <a:pt x="1406" y="602"/>
                </a:lnTo>
                <a:lnTo>
                  <a:pt x="1346" y="582"/>
                </a:lnTo>
                <a:lnTo>
                  <a:pt x="1225" y="542"/>
                </a:lnTo>
                <a:lnTo>
                  <a:pt x="1165" y="502"/>
                </a:lnTo>
                <a:lnTo>
                  <a:pt x="1105" y="482"/>
                </a:lnTo>
                <a:lnTo>
                  <a:pt x="1004" y="361"/>
                </a:lnTo>
                <a:lnTo>
                  <a:pt x="904" y="241"/>
                </a:lnTo>
                <a:lnTo>
                  <a:pt x="72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6" name="Google Shape;5356;p66"/>
          <p:cNvSpPr/>
          <p:nvPr/>
        </p:nvSpPr>
        <p:spPr>
          <a:xfrm>
            <a:off x="8682526" y="567906"/>
            <a:ext cx="58763" cy="54964"/>
          </a:xfrm>
          <a:custGeom>
            <a:rect b="b" l="l" r="r" t="t"/>
            <a:pathLst>
              <a:path extrusionOk="0" h="1447" w="1547">
                <a:moveTo>
                  <a:pt x="763" y="0"/>
                </a:moveTo>
                <a:lnTo>
                  <a:pt x="0" y="703"/>
                </a:lnTo>
                <a:lnTo>
                  <a:pt x="804" y="1446"/>
                </a:lnTo>
                <a:lnTo>
                  <a:pt x="824" y="1306"/>
                </a:lnTo>
                <a:lnTo>
                  <a:pt x="884" y="1165"/>
                </a:lnTo>
                <a:lnTo>
                  <a:pt x="964" y="1065"/>
                </a:lnTo>
                <a:lnTo>
                  <a:pt x="1065" y="984"/>
                </a:lnTo>
                <a:lnTo>
                  <a:pt x="1165" y="904"/>
                </a:lnTo>
                <a:lnTo>
                  <a:pt x="1285" y="844"/>
                </a:lnTo>
                <a:lnTo>
                  <a:pt x="1546" y="683"/>
                </a:lnTo>
                <a:lnTo>
                  <a:pt x="1245" y="543"/>
                </a:lnTo>
                <a:lnTo>
                  <a:pt x="1125" y="482"/>
                </a:lnTo>
                <a:lnTo>
                  <a:pt x="1024" y="402"/>
                </a:lnTo>
                <a:lnTo>
                  <a:pt x="944" y="322"/>
                </a:lnTo>
                <a:lnTo>
                  <a:pt x="864" y="201"/>
                </a:lnTo>
                <a:lnTo>
                  <a:pt x="7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7" name="Google Shape;5357;p66"/>
          <p:cNvSpPr/>
          <p:nvPr/>
        </p:nvSpPr>
        <p:spPr>
          <a:xfrm>
            <a:off x="8681007" y="1188771"/>
            <a:ext cx="63321" cy="60282"/>
          </a:xfrm>
          <a:custGeom>
            <a:rect b="b" l="l" r="r" t="t"/>
            <a:pathLst>
              <a:path extrusionOk="0" h="1587" w="1667">
                <a:moveTo>
                  <a:pt x="803" y="0"/>
                </a:moveTo>
                <a:lnTo>
                  <a:pt x="0" y="783"/>
                </a:lnTo>
                <a:lnTo>
                  <a:pt x="20" y="823"/>
                </a:lnTo>
                <a:lnTo>
                  <a:pt x="40" y="864"/>
                </a:lnTo>
                <a:lnTo>
                  <a:pt x="161" y="904"/>
                </a:lnTo>
                <a:lnTo>
                  <a:pt x="281" y="944"/>
                </a:lnTo>
                <a:lnTo>
                  <a:pt x="342" y="964"/>
                </a:lnTo>
                <a:lnTo>
                  <a:pt x="402" y="1004"/>
                </a:lnTo>
                <a:lnTo>
                  <a:pt x="502" y="1145"/>
                </a:lnTo>
                <a:lnTo>
                  <a:pt x="603" y="1285"/>
                </a:lnTo>
                <a:lnTo>
                  <a:pt x="783" y="1586"/>
                </a:lnTo>
                <a:lnTo>
                  <a:pt x="944" y="1285"/>
                </a:lnTo>
                <a:lnTo>
                  <a:pt x="1024" y="1145"/>
                </a:lnTo>
                <a:lnTo>
                  <a:pt x="1105" y="1044"/>
                </a:lnTo>
                <a:lnTo>
                  <a:pt x="1205" y="964"/>
                </a:lnTo>
                <a:lnTo>
                  <a:pt x="1325" y="884"/>
                </a:lnTo>
                <a:lnTo>
                  <a:pt x="1667" y="743"/>
                </a:lnTo>
                <a:lnTo>
                  <a:pt x="1325" y="582"/>
                </a:lnTo>
                <a:lnTo>
                  <a:pt x="1185" y="522"/>
                </a:lnTo>
                <a:lnTo>
                  <a:pt x="1064" y="442"/>
                </a:lnTo>
                <a:lnTo>
                  <a:pt x="984" y="342"/>
                </a:lnTo>
                <a:lnTo>
                  <a:pt x="924" y="241"/>
                </a:lnTo>
                <a:lnTo>
                  <a:pt x="80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8" name="Google Shape;5358;p66"/>
          <p:cNvSpPr/>
          <p:nvPr/>
        </p:nvSpPr>
        <p:spPr>
          <a:xfrm>
            <a:off x="8512430" y="1185694"/>
            <a:ext cx="61840" cy="64878"/>
          </a:xfrm>
          <a:custGeom>
            <a:rect b="b" l="l" r="r" t="t"/>
            <a:pathLst>
              <a:path extrusionOk="0" h="1708" w="1628">
                <a:moveTo>
                  <a:pt x="884" y="1"/>
                </a:moveTo>
                <a:lnTo>
                  <a:pt x="744" y="282"/>
                </a:lnTo>
                <a:lnTo>
                  <a:pt x="663" y="402"/>
                </a:lnTo>
                <a:lnTo>
                  <a:pt x="583" y="503"/>
                </a:lnTo>
                <a:lnTo>
                  <a:pt x="462" y="603"/>
                </a:lnTo>
                <a:lnTo>
                  <a:pt x="342" y="663"/>
                </a:lnTo>
                <a:lnTo>
                  <a:pt x="1" y="824"/>
                </a:lnTo>
                <a:lnTo>
                  <a:pt x="322" y="985"/>
                </a:lnTo>
                <a:lnTo>
                  <a:pt x="462" y="1065"/>
                </a:lnTo>
                <a:lnTo>
                  <a:pt x="563" y="1145"/>
                </a:lnTo>
                <a:lnTo>
                  <a:pt x="643" y="1246"/>
                </a:lnTo>
                <a:lnTo>
                  <a:pt x="723" y="1386"/>
                </a:lnTo>
                <a:lnTo>
                  <a:pt x="884" y="1708"/>
                </a:lnTo>
                <a:lnTo>
                  <a:pt x="1045" y="1406"/>
                </a:lnTo>
                <a:lnTo>
                  <a:pt x="1185" y="1165"/>
                </a:lnTo>
                <a:lnTo>
                  <a:pt x="1225" y="1105"/>
                </a:lnTo>
                <a:lnTo>
                  <a:pt x="1306" y="1065"/>
                </a:lnTo>
                <a:lnTo>
                  <a:pt x="1466" y="1005"/>
                </a:lnTo>
                <a:lnTo>
                  <a:pt x="1547" y="965"/>
                </a:lnTo>
                <a:lnTo>
                  <a:pt x="1607" y="904"/>
                </a:lnTo>
                <a:lnTo>
                  <a:pt x="1627" y="804"/>
                </a:lnTo>
                <a:lnTo>
                  <a:pt x="1627" y="663"/>
                </a:lnTo>
                <a:lnTo>
                  <a:pt x="1466" y="684"/>
                </a:lnTo>
                <a:lnTo>
                  <a:pt x="1346" y="663"/>
                </a:lnTo>
                <a:lnTo>
                  <a:pt x="1246" y="603"/>
                </a:lnTo>
                <a:lnTo>
                  <a:pt x="1165" y="503"/>
                </a:lnTo>
                <a:lnTo>
                  <a:pt x="1085" y="402"/>
                </a:lnTo>
                <a:lnTo>
                  <a:pt x="1025" y="262"/>
                </a:lnTo>
                <a:lnTo>
                  <a:pt x="88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9" name="Google Shape;5359;p66"/>
          <p:cNvSpPr/>
          <p:nvPr/>
        </p:nvSpPr>
        <p:spPr>
          <a:xfrm>
            <a:off x="8848027" y="413080"/>
            <a:ext cx="53445" cy="54964"/>
          </a:xfrm>
          <a:custGeom>
            <a:rect b="b" l="l" r="r" t="t"/>
            <a:pathLst>
              <a:path extrusionOk="0" h="1447" w="1407">
                <a:moveTo>
                  <a:pt x="683" y="0"/>
                </a:moveTo>
                <a:lnTo>
                  <a:pt x="603" y="81"/>
                </a:lnTo>
                <a:lnTo>
                  <a:pt x="543" y="161"/>
                </a:lnTo>
                <a:lnTo>
                  <a:pt x="422" y="342"/>
                </a:lnTo>
                <a:lnTo>
                  <a:pt x="362" y="422"/>
                </a:lnTo>
                <a:lnTo>
                  <a:pt x="262" y="482"/>
                </a:lnTo>
                <a:lnTo>
                  <a:pt x="161" y="542"/>
                </a:lnTo>
                <a:lnTo>
                  <a:pt x="41" y="563"/>
                </a:lnTo>
                <a:lnTo>
                  <a:pt x="21" y="583"/>
                </a:lnTo>
                <a:lnTo>
                  <a:pt x="21" y="643"/>
                </a:lnTo>
                <a:lnTo>
                  <a:pt x="1" y="763"/>
                </a:lnTo>
                <a:lnTo>
                  <a:pt x="221" y="864"/>
                </a:lnTo>
                <a:lnTo>
                  <a:pt x="322" y="904"/>
                </a:lnTo>
                <a:lnTo>
                  <a:pt x="422" y="964"/>
                </a:lnTo>
                <a:lnTo>
                  <a:pt x="503" y="1085"/>
                </a:lnTo>
                <a:lnTo>
                  <a:pt x="563" y="1185"/>
                </a:lnTo>
                <a:lnTo>
                  <a:pt x="703" y="1446"/>
                </a:lnTo>
                <a:lnTo>
                  <a:pt x="1406" y="683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0" name="Google Shape;5360;p66"/>
          <p:cNvSpPr/>
          <p:nvPr/>
        </p:nvSpPr>
        <p:spPr>
          <a:xfrm>
            <a:off x="8684046" y="404685"/>
            <a:ext cx="57243" cy="60282"/>
          </a:xfrm>
          <a:custGeom>
            <a:rect b="b" l="l" r="r" t="t"/>
            <a:pathLst>
              <a:path extrusionOk="0" h="1587" w="1507">
                <a:moveTo>
                  <a:pt x="683" y="0"/>
                </a:moveTo>
                <a:lnTo>
                  <a:pt x="563" y="302"/>
                </a:lnTo>
                <a:lnTo>
                  <a:pt x="502" y="422"/>
                </a:lnTo>
                <a:lnTo>
                  <a:pt x="422" y="522"/>
                </a:lnTo>
                <a:lnTo>
                  <a:pt x="342" y="623"/>
                </a:lnTo>
                <a:lnTo>
                  <a:pt x="262" y="683"/>
                </a:lnTo>
                <a:lnTo>
                  <a:pt x="161" y="743"/>
                </a:lnTo>
                <a:lnTo>
                  <a:pt x="41" y="784"/>
                </a:lnTo>
                <a:lnTo>
                  <a:pt x="21" y="804"/>
                </a:lnTo>
                <a:lnTo>
                  <a:pt x="0" y="844"/>
                </a:lnTo>
                <a:lnTo>
                  <a:pt x="0" y="904"/>
                </a:lnTo>
                <a:lnTo>
                  <a:pt x="764" y="1587"/>
                </a:lnTo>
                <a:lnTo>
                  <a:pt x="824" y="1406"/>
                </a:lnTo>
                <a:lnTo>
                  <a:pt x="864" y="1306"/>
                </a:lnTo>
                <a:lnTo>
                  <a:pt x="904" y="1245"/>
                </a:lnTo>
                <a:lnTo>
                  <a:pt x="1045" y="1165"/>
                </a:lnTo>
                <a:lnTo>
                  <a:pt x="1185" y="1065"/>
                </a:lnTo>
                <a:lnTo>
                  <a:pt x="1506" y="884"/>
                </a:lnTo>
                <a:lnTo>
                  <a:pt x="1225" y="743"/>
                </a:lnTo>
                <a:lnTo>
                  <a:pt x="1105" y="663"/>
                </a:lnTo>
                <a:lnTo>
                  <a:pt x="1004" y="583"/>
                </a:lnTo>
                <a:lnTo>
                  <a:pt x="904" y="482"/>
                </a:lnTo>
                <a:lnTo>
                  <a:pt x="824" y="342"/>
                </a:lnTo>
                <a:lnTo>
                  <a:pt x="743" y="201"/>
                </a:lnTo>
                <a:lnTo>
                  <a:pt x="6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1" name="Google Shape;5361;p66"/>
          <p:cNvSpPr/>
          <p:nvPr/>
        </p:nvSpPr>
        <p:spPr>
          <a:xfrm>
            <a:off x="8516266" y="568666"/>
            <a:ext cx="58003" cy="51128"/>
          </a:xfrm>
          <a:custGeom>
            <a:rect b="b" l="l" r="r" t="t"/>
            <a:pathLst>
              <a:path extrusionOk="0" h="1346" w="1527">
                <a:moveTo>
                  <a:pt x="783" y="1"/>
                </a:moveTo>
                <a:lnTo>
                  <a:pt x="0" y="723"/>
                </a:lnTo>
                <a:lnTo>
                  <a:pt x="221" y="824"/>
                </a:lnTo>
                <a:lnTo>
                  <a:pt x="422" y="944"/>
                </a:lnTo>
                <a:lnTo>
                  <a:pt x="522" y="1025"/>
                </a:lnTo>
                <a:lnTo>
                  <a:pt x="582" y="1105"/>
                </a:lnTo>
                <a:lnTo>
                  <a:pt x="643" y="1205"/>
                </a:lnTo>
                <a:lnTo>
                  <a:pt x="703" y="1326"/>
                </a:lnTo>
                <a:lnTo>
                  <a:pt x="723" y="1346"/>
                </a:lnTo>
                <a:lnTo>
                  <a:pt x="783" y="1346"/>
                </a:lnTo>
                <a:lnTo>
                  <a:pt x="1526" y="663"/>
                </a:lnTo>
                <a:lnTo>
                  <a:pt x="7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2" name="Google Shape;5362;p66"/>
          <p:cNvSpPr/>
          <p:nvPr/>
        </p:nvSpPr>
        <p:spPr>
          <a:xfrm>
            <a:off x="8518545" y="413839"/>
            <a:ext cx="54926" cy="50368"/>
          </a:xfrm>
          <a:custGeom>
            <a:rect b="b" l="l" r="r" t="t"/>
            <a:pathLst>
              <a:path extrusionOk="0" h="1326" w="1446">
                <a:moveTo>
                  <a:pt x="703" y="0"/>
                </a:moveTo>
                <a:lnTo>
                  <a:pt x="0" y="663"/>
                </a:lnTo>
                <a:lnTo>
                  <a:pt x="723" y="1326"/>
                </a:lnTo>
                <a:lnTo>
                  <a:pt x="1446" y="663"/>
                </a:lnTo>
                <a:lnTo>
                  <a:pt x="70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3" name="Google Shape;5363;p66"/>
          <p:cNvSpPr/>
          <p:nvPr/>
        </p:nvSpPr>
        <p:spPr>
          <a:xfrm>
            <a:off x="8517785" y="1033147"/>
            <a:ext cx="57243" cy="57243"/>
          </a:xfrm>
          <a:custGeom>
            <a:rect b="b" l="l" r="r" t="t"/>
            <a:pathLst>
              <a:path extrusionOk="0" h="1507" w="1507">
                <a:moveTo>
                  <a:pt x="783" y="1"/>
                </a:moveTo>
                <a:lnTo>
                  <a:pt x="0" y="744"/>
                </a:lnTo>
                <a:lnTo>
                  <a:pt x="803" y="1507"/>
                </a:lnTo>
                <a:lnTo>
                  <a:pt x="944" y="1246"/>
                </a:lnTo>
                <a:lnTo>
                  <a:pt x="1024" y="1125"/>
                </a:lnTo>
                <a:lnTo>
                  <a:pt x="1105" y="1005"/>
                </a:lnTo>
                <a:lnTo>
                  <a:pt x="1145" y="965"/>
                </a:lnTo>
                <a:lnTo>
                  <a:pt x="1225" y="945"/>
                </a:lnTo>
                <a:lnTo>
                  <a:pt x="1345" y="905"/>
                </a:lnTo>
                <a:lnTo>
                  <a:pt x="1406" y="884"/>
                </a:lnTo>
                <a:lnTo>
                  <a:pt x="1466" y="844"/>
                </a:lnTo>
                <a:lnTo>
                  <a:pt x="1506" y="764"/>
                </a:lnTo>
                <a:lnTo>
                  <a:pt x="1506" y="684"/>
                </a:lnTo>
                <a:lnTo>
                  <a:pt x="1265" y="563"/>
                </a:lnTo>
                <a:lnTo>
                  <a:pt x="1165" y="503"/>
                </a:lnTo>
                <a:lnTo>
                  <a:pt x="1064" y="423"/>
                </a:lnTo>
                <a:lnTo>
                  <a:pt x="964" y="342"/>
                </a:lnTo>
                <a:lnTo>
                  <a:pt x="904" y="242"/>
                </a:lnTo>
                <a:lnTo>
                  <a:pt x="823" y="121"/>
                </a:lnTo>
                <a:lnTo>
                  <a:pt x="7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4" name="Google Shape;5364;p66"/>
          <p:cNvSpPr/>
          <p:nvPr/>
        </p:nvSpPr>
        <p:spPr>
          <a:xfrm>
            <a:off x="8516266" y="723493"/>
            <a:ext cx="58003" cy="52685"/>
          </a:xfrm>
          <a:custGeom>
            <a:rect b="b" l="l" r="r" t="t"/>
            <a:pathLst>
              <a:path extrusionOk="0" h="1387" w="1527">
                <a:moveTo>
                  <a:pt x="743" y="1"/>
                </a:moveTo>
                <a:lnTo>
                  <a:pt x="622" y="201"/>
                </a:lnTo>
                <a:lnTo>
                  <a:pt x="562" y="302"/>
                </a:lnTo>
                <a:lnTo>
                  <a:pt x="462" y="422"/>
                </a:lnTo>
                <a:lnTo>
                  <a:pt x="361" y="503"/>
                </a:lnTo>
                <a:lnTo>
                  <a:pt x="241" y="563"/>
                </a:lnTo>
                <a:lnTo>
                  <a:pt x="0" y="683"/>
                </a:lnTo>
                <a:lnTo>
                  <a:pt x="763" y="1386"/>
                </a:lnTo>
                <a:lnTo>
                  <a:pt x="1526" y="703"/>
                </a:lnTo>
                <a:lnTo>
                  <a:pt x="74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5" name="Google Shape;5365;p66"/>
          <p:cNvSpPr/>
          <p:nvPr/>
        </p:nvSpPr>
        <p:spPr>
          <a:xfrm>
            <a:off x="8682526" y="259772"/>
            <a:ext cx="56484" cy="48849"/>
          </a:xfrm>
          <a:custGeom>
            <a:rect b="b" l="l" r="r" t="t"/>
            <a:pathLst>
              <a:path extrusionOk="0" h="1286" w="1487">
                <a:moveTo>
                  <a:pt x="743" y="0"/>
                </a:moveTo>
                <a:lnTo>
                  <a:pt x="0" y="623"/>
                </a:lnTo>
                <a:lnTo>
                  <a:pt x="783" y="1285"/>
                </a:lnTo>
                <a:lnTo>
                  <a:pt x="884" y="1085"/>
                </a:lnTo>
                <a:lnTo>
                  <a:pt x="944" y="984"/>
                </a:lnTo>
                <a:lnTo>
                  <a:pt x="1004" y="884"/>
                </a:lnTo>
                <a:lnTo>
                  <a:pt x="1125" y="824"/>
                </a:lnTo>
                <a:lnTo>
                  <a:pt x="1245" y="763"/>
                </a:lnTo>
                <a:lnTo>
                  <a:pt x="1486" y="643"/>
                </a:lnTo>
                <a:lnTo>
                  <a:pt x="74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6" name="Google Shape;5366;p66"/>
          <p:cNvSpPr/>
          <p:nvPr/>
        </p:nvSpPr>
        <p:spPr>
          <a:xfrm>
            <a:off x="8517785" y="879080"/>
            <a:ext cx="57243" cy="54964"/>
          </a:xfrm>
          <a:custGeom>
            <a:rect b="b" l="l" r="r" t="t"/>
            <a:pathLst>
              <a:path extrusionOk="0" h="1447" w="1507">
                <a:moveTo>
                  <a:pt x="763" y="1"/>
                </a:moveTo>
                <a:lnTo>
                  <a:pt x="0" y="704"/>
                </a:lnTo>
                <a:lnTo>
                  <a:pt x="803" y="1447"/>
                </a:lnTo>
                <a:lnTo>
                  <a:pt x="944" y="1186"/>
                </a:lnTo>
                <a:lnTo>
                  <a:pt x="1024" y="1065"/>
                </a:lnTo>
                <a:lnTo>
                  <a:pt x="1125" y="965"/>
                </a:lnTo>
                <a:lnTo>
                  <a:pt x="1165" y="925"/>
                </a:lnTo>
                <a:lnTo>
                  <a:pt x="1225" y="904"/>
                </a:lnTo>
                <a:lnTo>
                  <a:pt x="1366" y="864"/>
                </a:lnTo>
                <a:lnTo>
                  <a:pt x="1426" y="824"/>
                </a:lnTo>
                <a:lnTo>
                  <a:pt x="1466" y="784"/>
                </a:lnTo>
                <a:lnTo>
                  <a:pt x="1506" y="724"/>
                </a:lnTo>
                <a:lnTo>
                  <a:pt x="1506" y="623"/>
                </a:lnTo>
                <a:lnTo>
                  <a:pt x="1125" y="302"/>
                </a:lnTo>
                <a:lnTo>
                  <a:pt x="76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7" name="Google Shape;5367;p66"/>
          <p:cNvSpPr/>
          <p:nvPr/>
        </p:nvSpPr>
        <p:spPr>
          <a:xfrm>
            <a:off x="8680247" y="104186"/>
            <a:ext cx="55686" cy="46532"/>
          </a:xfrm>
          <a:custGeom>
            <a:rect b="b" l="l" r="r" t="t"/>
            <a:pathLst>
              <a:path extrusionOk="0" h="1225" w="1466">
                <a:moveTo>
                  <a:pt x="783" y="0"/>
                </a:moveTo>
                <a:lnTo>
                  <a:pt x="0" y="663"/>
                </a:lnTo>
                <a:lnTo>
                  <a:pt x="221" y="743"/>
                </a:lnTo>
                <a:lnTo>
                  <a:pt x="341" y="783"/>
                </a:lnTo>
                <a:lnTo>
                  <a:pt x="422" y="843"/>
                </a:lnTo>
                <a:lnTo>
                  <a:pt x="522" y="924"/>
                </a:lnTo>
                <a:lnTo>
                  <a:pt x="582" y="1004"/>
                </a:lnTo>
                <a:lnTo>
                  <a:pt x="643" y="1084"/>
                </a:lnTo>
                <a:lnTo>
                  <a:pt x="703" y="1205"/>
                </a:lnTo>
                <a:lnTo>
                  <a:pt x="723" y="1225"/>
                </a:lnTo>
                <a:lnTo>
                  <a:pt x="783" y="1225"/>
                </a:lnTo>
                <a:lnTo>
                  <a:pt x="1466" y="602"/>
                </a:lnTo>
                <a:lnTo>
                  <a:pt x="7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8" name="Google Shape;5368;p66"/>
          <p:cNvSpPr/>
          <p:nvPr/>
        </p:nvSpPr>
        <p:spPr>
          <a:xfrm>
            <a:off x="8520065" y="257493"/>
            <a:ext cx="53407" cy="49608"/>
          </a:xfrm>
          <a:custGeom>
            <a:rect b="b" l="l" r="r" t="t"/>
            <a:pathLst>
              <a:path extrusionOk="0" h="1306" w="1406">
                <a:moveTo>
                  <a:pt x="663" y="0"/>
                </a:moveTo>
                <a:lnTo>
                  <a:pt x="563" y="161"/>
                </a:lnTo>
                <a:lnTo>
                  <a:pt x="502" y="261"/>
                </a:lnTo>
                <a:lnTo>
                  <a:pt x="422" y="341"/>
                </a:lnTo>
                <a:lnTo>
                  <a:pt x="322" y="422"/>
                </a:lnTo>
                <a:lnTo>
                  <a:pt x="221" y="502"/>
                </a:lnTo>
                <a:lnTo>
                  <a:pt x="0" y="663"/>
                </a:lnTo>
                <a:lnTo>
                  <a:pt x="683" y="1305"/>
                </a:lnTo>
                <a:lnTo>
                  <a:pt x="1406" y="663"/>
                </a:lnTo>
                <a:lnTo>
                  <a:pt x="66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9" name="Google Shape;5369;p66"/>
          <p:cNvSpPr/>
          <p:nvPr/>
        </p:nvSpPr>
        <p:spPr>
          <a:xfrm>
            <a:off x="8520824" y="102628"/>
            <a:ext cx="54964" cy="48089"/>
          </a:xfrm>
          <a:custGeom>
            <a:rect b="b" l="l" r="r" t="t"/>
            <a:pathLst>
              <a:path extrusionOk="0" h="1266" w="1447">
                <a:moveTo>
                  <a:pt x="683" y="1"/>
                </a:moveTo>
                <a:lnTo>
                  <a:pt x="0" y="664"/>
                </a:lnTo>
                <a:lnTo>
                  <a:pt x="663" y="1266"/>
                </a:lnTo>
                <a:lnTo>
                  <a:pt x="1446" y="603"/>
                </a:lnTo>
                <a:lnTo>
                  <a:pt x="1165" y="503"/>
                </a:lnTo>
                <a:lnTo>
                  <a:pt x="1065" y="443"/>
                </a:lnTo>
                <a:lnTo>
                  <a:pt x="964" y="382"/>
                </a:lnTo>
                <a:lnTo>
                  <a:pt x="884" y="282"/>
                </a:lnTo>
                <a:lnTo>
                  <a:pt x="804" y="182"/>
                </a:lnTo>
                <a:lnTo>
                  <a:pt x="6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0" name="Google Shape;5370;p66"/>
          <p:cNvSpPr/>
          <p:nvPr/>
        </p:nvSpPr>
        <p:spPr>
          <a:xfrm flipH="1">
            <a:off x="8848834" y="1746204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1" name="Google Shape;5371;p66"/>
          <p:cNvSpPr/>
          <p:nvPr/>
        </p:nvSpPr>
        <p:spPr>
          <a:xfrm flipH="1">
            <a:off x="8506980" y="2922922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2" name="Google Shape;5372;p66"/>
          <p:cNvSpPr/>
          <p:nvPr/>
        </p:nvSpPr>
        <p:spPr>
          <a:xfrm flipH="1">
            <a:off x="8968422" y="1833083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3" name="Google Shape;5373;p66"/>
          <p:cNvSpPr/>
          <p:nvPr/>
        </p:nvSpPr>
        <p:spPr>
          <a:xfrm flipH="1">
            <a:off x="8608512" y="3030095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4" name="Google Shape;5374;p66"/>
          <p:cNvSpPr/>
          <p:nvPr/>
        </p:nvSpPr>
        <p:spPr>
          <a:xfrm flipH="1">
            <a:off x="9068834" y="1944784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5" name="Google Shape;5375;p66"/>
          <p:cNvSpPr/>
          <p:nvPr/>
        </p:nvSpPr>
        <p:spPr>
          <a:xfrm flipH="1">
            <a:off x="9227894" y="2086954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6" name="Google Shape;5376;p66"/>
          <p:cNvSpPr/>
          <p:nvPr/>
        </p:nvSpPr>
        <p:spPr>
          <a:xfrm flipH="1">
            <a:off x="9309141" y="2197481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7" name="Google Shape;5377;p66"/>
          <p:cNvSpPr/>
          <p:nvPr/>
        </p:nvSpPr>
        <p:spPr>
          <a:xfrm flipH="1">
            <a:off x="9377964" y="2338533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8" name="Google Shape;5378;p66"/>
          <p:cNvSpPr/>
          <p:nvPr/>
        </p:nvSpPr>
        <p:spPr>
          <a:xfrm flipH="1">
            <a:off x="9352022" y="2363355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9" name="Google Shape;5379;p66"/>
          <p:cNvSpPr/>
          <p:nvPr/>
        </p:nvSpPr>
        <p:spPr>
          <a:xfrm flipH="1">
            <a:off x="382360" y="159890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0" name="Google Shape;5380;p66"/>
          <p:cNvSpPr/>
          <p:nvPr/>
        </p:nvSpPr>
        <p:spPr>
          <a:xfrm flipH="1">
            <a:off x="445365" y="281810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1" name="Google Shape;5381;p66"/>
          <p:cNvSpPr/>
          <p:nvPr/>
        </p:nvSpPr>
        <p:spPr>
          <a:xfrm flipH="1">
            <a:off x="445365" y="388490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2" name="Google Shape;5382;p66"/>
          <p:cNvSpPr/>
          <p:nvPr/>
        </p:nvSpPr>
        <p:spPr>
          <a:xfrm flipH="1">
            <a:off x="292965" y="472310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3" name="Google Shape;5383;p66"/>
          <p:cNvSpPr/>
          <p:nvPr/>
        </p:nvSpPr>
        <p:spPr>
          <a:xfrm flipH="1">
            <a:off x="8751165" y="3553718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4" name="Google Shape;5384;p66"/>
          <p:cNvSpPr/>
          <p:nvPr/>
        </p:nvSpPr>
        <p:spPr>
          <a:xfrm flipH="1">
            <a:off x="8926986" y="2182118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9">
    <p:spTree>
      <p:nvGrpSpPr>
        <p:cNvPr id="5385" name="Shape 5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" name="Google Shape;5386;p67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Comfortaa Medium"/>
                <a:ea typeface="Comfortaa Medium"/>
                <a:cs typeface="Comfortaa Medium"/>
                <a:sym typeface="Comfortaa Medium"/>
              </a:defRPr>
            </a:lvl9pPr>
          </a:lstStyle>
          <a:p/>
        </p:txBody>
      </p:sp>
      <p:sp>
        <p:nvSpPr>
          <p:cNvPr id="5387" name="Google Shape;5387;p67"/>
          <p:cNvSpPr/>
          <p:nvPr/>
        </p:nvSpPr>
        <p:spPr>
          <a:xfrm flipH="1" rot="5400000">
            <a:off x="506025" y="-506325"/>
            <a:ext cx="540300" cy="1552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8" name="Google Shape;5388;p67"/>
          <p:cNvSpPr/>
          <p:nvPr/>
        </p:nvSpPr>
        <p:spPr>
          <a:xfrm flipH="1">
            <a:off x="8430900" y="0"/>
            <a:ext cx="713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9" name="Google Shape;5389;p67"/>
          <p:cNvSpPr/>
          <p:nvPr/>
        </p:nvSpPr>
        <p:spPr>
          <a:xfrm flipH="1">
            <a:off x="8553209" y="3761279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0" name="Google Shape;5390;p67"/>
          <p:cNvSpPr/>
          <p:nvPr/>
        </p:nvSpPr>
        <p:spPr>
          <a:xfrm flipH="1">
            <a:off x="8672797" y="3848158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1" name="Google Shape;5391;p67"/>
          <p:cNvSpPr/>
          <p:nvPr/>
        </p:nvSpPr>
        <p:spPr>
          <a:xfrm flipH="1">
            <a:off x="8773209" y="3959859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2" name="Google Shape;5392;p67"/>
          <p:cNvSpPr/>
          <p:nvPr/>
        </p:nvSpPr>
        <p:spPr>
          <a:xfrm flipH="1">
            <a:off x="8932269" y="410202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3" name="Google Shape;5393;p67"/>
          <p:cNvSpPr/>
          <p:nvPr/>
        </p:nvSpPr>
        <p:spPr>
          <a:xfrm flipH="1">
            <a:off x="9013516" y="421255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4" name="Google Shape;5394;p67"/>
          <p:cNvSpPr/>
          <p:nvPr/>
        </p:nvSpPr>
        <p:spPr>
          <a:xfrm>
            <a:off x="8202150" y="3247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5" name="Google Shape;5395;p67"/>
          <p:cNvSpPr/>
          <p:nvPr/>
        </p:nvSpPr>
        <p:spPr>
          <a:xfrm>
            <a:off x="484613" y="32479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6" name="Google Shape;5396;p67"/>
          <p:cNvSpPr/>
          <p:nvPr/>
        </p:nvSpPr>
        <p:spPr>
          <a:xfrm>
            <a:off x="118850" y="3822816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7" name="Google Shape;5397;p67"/>
          <p:cNvSpPr/>
          <p:nvPr/>
        </p:nvSpPr>
        <p:spPr>
          <a:xfrm rot="5400000">
            <a:off x="118850" y="4427918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8" name="Google Shape;5398;p67"/>
          <p:cNvGrpSpPr/>
          <p:nvPr/>
        </p:nvGrpSpPr>
        <p:grpSpPr>
          <a:xfrm>
            <a:off x="3970979" y="4599416"/>
            <a:ext cx="1205112" cy="520243"/>
            <a:chOff x="3970979" y="4599416"/>
            <a:chExt cx="1205112" cy="520243"/>
          </a:xfrm>
        </p:grpSpPr>
        <p:sp>
          <p:nvSpPr>
            <p:cNvPr id="5399" name="Google Shape;5399;p67"/>
            <p:cNvSpPr/>
            <p:nvPr/>
          </p:nvSpPr>
          <p:spPr>
            <a:xfrm>
              <a:off x="4793924" y="506697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7"/>
            <p:cNvSpPr/>
            <p:nvPr/>
          </p:nvSpPr>
          <p:spPr>
            <a:xfrm>
              <a:off x="4465201" y="4599416"/>
              <a:ext cx="54205" cy="50406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7"/>
            <p:cNvSpPr/>
            <p:nvPr/>
          </p:nvSpPr>
          <p:spPr>
            <a:xfrm>
              <a:off x="4632221" y="4599416"/>
              <a:ext cx="50406" cy="48887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7"/>
            <p:cNvSpPr/>
            <p:nvPr/>
          </p:nvSpPr>
          <p:spPr>
            <a:xfrm>
              <a:off x="4466721" y="4755040"/>
              <a:ext cx="54205" cy="51888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7"/>
            <p:cNvSpPr/>
            <p:nvPr/>
          </p:nvSpPr>
          <p:spPr>
            <a:xfrm>
              <a:off x="4629942" y="4754280"/>
              <a:ext cx="54205" cy="54167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7"/>
            <p:cNvSpPr/>
            <p:nvPr/>
          </p:nvSpPr>
          <p:spPr>
            <a:xfrm>
              <a:off x="4796203" y="4755040"/>
              <a:ext cx="51166" cy="47329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7"/>
            <p:cNvSpPr/>
            <p:nvPr/>
          </p:nvSpPr>
          <p:spPr>
            <a:xfrm>
              <a:off x="4459086" y="4906031"/>
              <a:ext cx="64119" cy="55724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7"/>
            <p:cNvSpPr/>
            <p:nvPr/>
          </p:nvSpPr>
          <p:spPr>
            <a:xfrm>
              <a:off x="4631462" y="4910627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7"/>
            <p:cNvSpPr/>
            <p:nvPr/>
          </p:nvSpPr>
          <p:spPr>
            <a:xfrm>
              <a:off x="4796203" y="4911386"/>
              <a:ext cx="51166" cy="48089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7"/>
            <p:cNvSpPr/>
            <p:nvPr/>
          </p:nvSpPr>
          <p:spPr>
            <a:xfrm>
              <a:off x="4462163" y="5065454"/>
              <a:ext cx="58003" cy="5344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7"/>
            <p:cNvSpPr/>
            <p:nvPr/>
          </p:nvSpPr>
          <p:spPr>
            <a:xfrm>
              <a:off x="4630702" y="5066213"/>
              <a:ext cx="53445" cy="50368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7"/>
            <p:cNvSpPr/>
            <p:nvPr/>
          </p:nvSpPr>
          <p:spPr>
            <a:xfrm>
              <a:off x="4797000" y="4600213"/>
              <a:ext cx="50368" cy="46532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7"/>
            <p:cNvSpPr/>
            <p:nvPr/>
          </p:nvSpPr>
          <p:spPr>
            <a:xfrm>
              <a:off x="4960982" y="4602492"/>
              <a:ext cx="49608" cy="44253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7"/>
            <p:cNvSpPr/>
            <p:nvPr/>
          </p:nvSpPr>
          <p:spPr>
            <a:xfrm>
              <a:off x="4303499" y="4600213"/>
              <a:ext cx="53445" cy="54167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7"/>
            <p:cNvSpPr/>
            <p:nvPr/>
          </p:nvSpPr>
          <p:spPr>
            <a:xfrm>
              <a:off x="4303499" y="4755040"/>
              <a:ext cx="52685" cy="49608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7"/>
            <p:cNvSpPr/>
            <p:nvPr/>
          </p:nvSpPr>
          <p:spPr>
            <a:xfrm>
              <a:off x="4959424" y="5066973"/>
              <a:ext cx="51925" cy="48089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7"/>
            <p:cNvSpPr/>
            <p:nvPr/>
          </p:nvSpPr>
          <p:spPr>
            <a:xfrm>
              <a:off x="4301980" y="5066213"/>
              <a:ext cx="55724" cy="5344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7"/>
            <p:cNvSpPr/>
            <p:nvPr/>
          </p:nvSpPr>
          <p:spPr>
            <a:xfrm>
              <a:off x="4960222" y="4757319"/>
              <a:ext cx="51128" cy="450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7"/>
            <p:cNvSpPr/>
            <p:nvPr/>
          </p:nvSpPr>
          <p:spPr>
            <a:xfrm>
              <a:off x="4137239" y="5064694"/>
              <a:ext cx="58763" cy="54964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7"/>
            <p:cNvSpPr/>
            <p:nvPr/>
          </p:nvSpPr>
          <p:spPr>
            <a:xfrm>
              <a:off x="4959424" y="4912906"/>
              <a:ext cx="51925" cy="4657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7"/>
            <p:cNvSpPr/>
            <p:nvPr/>
          </p:nvSpPr>
          <p:spPr>
            <a:xfrm>
              <a:off x="4302740" y="4909867"/>
              <a:ext cx="53445" cy="54964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7"/>
            <p:cNvSpPr/>
            <p:nvPr/>
          </p:nvSpPr>
          <p:spPr>
            <a:xfrm>
              <a:off x="4138758" y="4901472"/>
              <a:ext cx="57243" cy="60282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7"/>
            <p:cNvSpPr/>
            <p:nvPr/>
          </p:nvSpPr>
          <p:spPr>
            <a:xfrm>
              <a:off x="3970979" y="5065454"/>
              <a:ext cx="58003" cy="51128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7"/>
            <p:cNvSpPr/>
            <p:nvPr/>
          </p:nvSpPr>
          <p:spPr>
            <a:xfrm>
              <a:off x="3973258" y="4910627"/>
              <a:ext cx="54926" cy="50368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7"/>
            <p:cNvSpPr/>
            <p:nvPr/>
          </p:nvSpPr>
          <p:spPr>
            <a:xfrm>
              <a:off x="5123443" y="5069252"/>
              <a:ext cx="52647" cy="44291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7"/>
            <p:cNvSpPr/>
            <p:nvPr/>
          </p:nvSpPr>
          <p:spPr>
            <a:xfrm>
              <a:off x="4137239" y="4756560"/>
              <a:ext cx="56484" cy="48849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7"/>
            <p:cNvSpPr/>
            <p:nvPr/>
          </p:nvSpPr>
          <p:spPr>
            <a:xfrm>
              <a:off x="4134960" y="4600973"/>
              <a:ext cx="55686" cy="46532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7"/>
            <p:cNvSpPr/>
            <p:nvPr/>
          </p:nvSpPr>
          <p:spPr>
            <a:xfrm>
              <a:off x="5121886" y="4914425"/>
              <a:ext cx="54205" cy="44291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7"/>
            <p:cNvSpPr/>
            <p:nvPr/>
          </p:nvSpPr>
          <p:spPr>
            <a:xfrm>
              <a:off x="5124203" y="4758839"/>
              <a:ext cx="45772" cy="42733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7"/>
            <p:cNvSpPr/>
            <p:nvPr/>
          </p:nvSpPr>
          <p:spPr>
            <a:xfrm>
              <a:off x="3974777" y="4754280"/>
              <a:ext cx="53407" cy="49608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7"/>
            <p:cNvSpPr/>
            <p:nvPr/>
          </p:nvSpPr>
          <p:spPr>
            <a:xfrm>
              <a:off x="3975537" y="4599416"/>
              <a:ext cx="54964" cy="48089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7"/>
            <p:cNvSpPr/>
            <p:nvPr/>
          </p:nvSpPr>
          <p:spPr>
            <a:xfrm>
              <a:off x="5124963" y="4603252"/>
              <a:ext cx="44253" cy="41214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1" name="Google Shape;5431;p67"/>
          <p:cNvSpPr/>
          <p:nvPr/>
        </p:nvSpPr>
        <p:spPr>
          <a:xfrm>
            <a:off x="8769565" y="1741965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2" name="Google Shape;5432;p67"/>
          <p:cNvSpPr/>
          <p:nvPr/>
        </p:nvSpPr>
        <p:spPr>
          <a:xfrm flipH="1">
            <a:off x="8551271" y="512969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3" name="Google Shape;5433;p67"/>
          <p:cNvSpPr/>
          <p:nvPr/>
        </p:nvSpPr>
        <p:spPr>
          <a:xfrm flipH="1">
            <a:off x="8700159" y="635907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4" name="Google Shape;5434;p67"/>
          <p:cNvSpPr/>
          <p:nvPr/>
        </p:nvSpPr>
        <p:spPr>
          <a:xfrm rot="2827209">
            <a:off x="8663106" y="2695441"/>
            <a:ext cx="1826642" cy="1093257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5" name="Google Shape;5435;p67"/>
          <p:cNvSpPr/>
          <p:nvPr/>
        </p:nvSpPr>
        <p:spPr>
          <a:xfrm rot="2827209">
            <a:off x="8944670" y="2687946"/>
            <a:ext cx="794324" cy="541625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6" name="Google Shape;5436;p67"/>
          <p:cNvSpPr/>
          <p:nvPr/>
        </p:nvSpPr>
        <p:spPr>
          <a:xfrm flipH="1">
            <a:off x="8516710" y="121572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7" name="Google Shape;5437;p67"/>
          <p:cNvSpPr/>
          <p:nvPr/>
        </p:nvSpPr>
        <p:spPr>
          <a:xfrm flipH="1">
            <a:off x="8897710" y="60612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8" name="Google Shape;5438;p67"/>
          <p:cNvSpPr/>
          <p:nvPr/>
        </p:nvSpPr>
        <p:spPr>
          <a:xfrm flipH="1">
            <a:off x="8973910" y="266352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9" name="Google Shape;5439;p67"/>
          <p:cNvSpPr/>
          <p:nvPr/>
        </p:nvSpPr>
        <p:spPr>
          <a:xfrm flipH="1">
            <a:off x="8669110" y="29968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0" name="Google Shape;5440;p67"/>
          <p:cNvSpPr/>
          <p:nvPr/>
        </p:nvSpPr>
        <p:spPr>
          <a:xfrm flipH="1">
            <a:off x="8821510" y="39874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1" name="Google Shape;5441;p67"/>
          <p:cNvSpPr/>
          <p:nvPr/>
        </p:nvSpPr>
        <p:spPr>
          <a:xfrm flipH="1">
            <a:off x="8992960" y="43684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2" name="Google Shape;5442;p67"/>
          <p:cNvSpPr/>
          <p:nvPr/>
        </p:nvSpPr>
        <p:spPr>
          <a:xfrm flipH="1">
            <a:off x="8583385" y="46732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3" name="Google Shape;5443;p67"/>
          <p:cNvSpPr/>
          <p:nvPr/>
        </p:nvSpPr>
        <p:spPr>
          <a:xfrm flipH="1">
            <a:off x="900587" y="49562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4" name="Google Shape;5444;p67"/>
          <p:cNvSpPr/>
          <p:nvPr/>
        </p:nvSpPr>
        <p:spPr>
          <a:xfrm flipH="1">
            <a:off x="1122879" y="216554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5" name="Google Shape;5445;p67"/>
          <p:cNvSpPr/>
          <p:nvPr/>
        </p:nvSpPr>
        <p:spPr>
          <a:xfrm flipH="1">
            <a:off x="1296760" y="301322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!">
  <p:cSld name="CUSTOM_6">
    <p:spTree>
      <p:nvGrpSpPr>
        <p:cNvPr id="5446" name="Shape 5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7" name="Google Shape;5447;p68"/>
          <p:cNvSpPr txBox="1"/>
          <p:nvPr>
            <p:ph idx="1" type="subTitle"/>
          </p:nvPr>
        </p:nvSpPr>
        <p:spPr>
          <a:xfrm>
            <a:off x="2642550" y="1587469"/>
            <a:ext cx="38589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448" name="Google Shape;5448;p68"/>
          <p:cNvSpPr txBox="1"/>
          <p:nvPr>
            <p:ph type="title"/>
          </p:nvPr>
        </p:nvSpPr>
        <p:spPr>
          <a:xfrm>
            <a:off x="2642550" y="558550"/>
            <a:ext cx="38589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500"/>
              <a:buFont typeface="Dosis"/>
              <a:buNone/>
              <a:defRPr sz="65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65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449" name="Google Shape;5449;p68"/>
          <p:cNvSpPr txBox="1"/>
          <p:nvPr/>
        </p:nvSpPr>
        <p:spPr>
          <a:xfrm>
            <a:off x="1834913" y="3141550"/>
            <a:ext cx="5486400" cy="64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CREDITS: This presentation template was created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, including icons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, infographics &amp; images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Raleway"/>
                <a:ea typeface="Raleway"/>
                <a:cs typeface="Raleway"/>
                <a:sym typeface="Raleway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5450" name="Google Shape;5450;p68"/>
          <p:cNvSpPr/>
          <p:nvPr/>
        </p:nvSpPr>
        <p:spPr>
          <a:xfrm flipH="1">
            <a:off x="7287940" y="0"/>
            <a:ext cx="18822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1" name="Google Shape;5451;p68"/>
          <p:cNvSpPr/>
          <p:nvPr/>
        </p:nvSpPr>
        <p:spPr>
          <a:xfrm flipH="1">
            <a:off x="250" y="0"/>
            <a:ext cx="18822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52" name="Google Shape;5452;p68"/>
          <p:cNvGrpSpPr/>
          <p:nvPr/>
        </p:nvGrpSpPr>
        <p:grpSpPr>
          <a:xfrm>
            <a:off x="7825917" y="1997778"/>
            <a:ext cx="1209708" cy="1147945"/>
            <a:chOff x="5235125" y="2636100"/>
            <a:chExt cx="796175" cy="755525"/>
          </a:xfrm>
        </p:grpSpPr>
        <p:sp>
          <p:nvSpPr>
            <p:cNvPr id="5453" name="Google Shape;5453;p68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8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8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8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8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8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8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8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8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8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8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8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8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8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8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8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8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8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8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8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8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8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8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8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8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8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8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8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8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8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8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8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8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8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8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8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8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8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8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8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8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8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8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8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8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8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8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8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8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8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8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8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8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8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8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8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8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8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8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8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8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8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8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8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7" name="Google Shape;5517;p68"/>
          <p:cNvSpPr/>
          <p:nvPr/>
        </p:nvSpPr>
        <p:spPr>
          <a:xfrm flipH="1">
            <a:off x="7882259" y="-225021"/>
            <a:ext cx="1596439" cy="1802961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8" name="Google Shape;5518;p68"/>
          <p:cNvSpPr/>
          <p:nvPr/>
        </p:nvSpPr>
        <p:spPr>
          <a:xfrm flipH="1">
            <a:off x="7540405" y="951697"/>
            <a:ext cx="935332" cy="741278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9" name="Google Shape;5519;p68"/>
          <p:cNvSpPr/>
          <p:nvPr/>
        </p:nvSpPr>
        <p:spPr>
          <a:xfrm flipH="1">
            <a:off x="8001847" y="-138142"/>
            <a:ext cx="1395619" cy="1650669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0" name="Google Shape;5520;p68"/>
          <p:cNvSpPr/>
          <p:nvPr/>
        </p:nvSpPr>
        <p:spPr>
          <a:xfrm flipH="1">
            <a:off x="7641937" y="1058870"/>
            <a:ext cx="653335" cy="572101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1" name="Google Shape;5521;p68"/>
          <p:cNvSpPr/>
          <p:nvPr/>
        </p:nvSpPr>
        <p:spPr>
          <a:xfrm flipH="1">
            <a:off x="8102259" y="-26441"/>
            <a:ext cx="1193681" cy="1427263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2" name="Google Shape;5522;p68"/>
          <p:cNvSpPr/>
          <p:nvPr/>
        </p:nvSpPr>
        <p:spPr>
          <a:xfrm flipH="1">
            <a:off x="8261319" y="115729"/>
            <a:ext cx="901508" cy="1104564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3" name="Google Shape;5523;p68"/>
          <p:cNvSpPr/>
          <p:nvPr/>
        </p:nvSpPr>
        <p:spPr>
          <a:xfrm flipH="1">
            <a:off x="8342566" y="226256"/>
            <a:ext cx="130935" cy="390458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4" name="Google Shape;5524;p68"/>
          <p:cNvSpPr/>
          <p:nvPr/>
        </p:nvSpPr>
        <p:spPr>
          <a:xfrm flipH="1">
            <a:off x="8411389" y="367308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5" name="Google Shape;5525;p68"/>
          <p:cNvSpPr/>
          <p:nvPr/>
        </p:nvSpPr>
        <p:spPr>
          <a:xfrm flipH="1">
            <a:off x="8385447" y="392130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6" name="Google Shape;5526;p68"/>
          <p:cNvSpPr/>
          <p:nvPr/>
        </p:nvSpPr>
        <p:spPr>
          <a:xfrm rot="5400000">
            <a:off x="1001086" y="4442775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7" name="Google Shape;5527;p68"/>
          <p:cNvSpPr/>
          <p:nvPr/>
        </p:nvSpPr>
        <p:spPr>
          <a:xfrm flipH="1" rot="5400000">
            <a:off x="-249058" y="2942356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8" name="Google Shape;5528;p68"/>
          <p:cNvSpPr/>
          <p:nvPr/>
        </p:nvSpPr>
        <p:spPr>
          <a:xfrm flipH="1" rot="5400000">
            <a:off x="-38647" y="3164059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9" name="Google Shape;5529;p68"/>
          <p:cNvSpPr/>
          <p:nvPr/>
        </p:nvSpPr>
        <p:spPr>
          <a:xfrm flipH="1" rot="5400000">
            <a:off x="250172" y="3399824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0" name="Google Shape;5530;p68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1" name="Google Shape;5531;p68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2" name="Google Shape;5532;p68"/>
          <p:cNvSpPr/>
          <p:nvPr/>
        </p:nvSpPr>
        <p:spPr>
          <a:xfrm>
            <a:off x="-1384585" y="-1156347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3" name="Google Shape;5533;p68"/>
          <p:cNvSpPr/>
          <p:nvPr/>
        </p:nvSpPr>
        <p:spPr>
          <a:xfrm flipH="1">
            <a:off x="186860" y="-12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4" name="Google Shape;5534;p68"/>
          <p:cNvSpPr/>
          <p:nvPr/>
        </p:nvSpPr>
        <p:spPr>
          <a:xfrm flipH="1">
            <a:off x="262457" y="139921"/>
            <a:ext cx="1730784" cy="1441910"/>
          </a:xfrm>
          <a:custGeom>
            <a:rect b="b" l="l" r="r" t="t"/>
            <a:pathLst>
              <a:path extrusionOk="0" h="25791" w="30958">
                <a:moveTo>
                  <a:pt x="13179" y="81"/>
                </a:moveTo>
                <a:lnTo>
                  <a:pt x="14551" y="101"/>
                </a:lnTo>
                <a:lnTo>
                  <a:pt x="15257" y="121"/>
                </a:lnTo>
                <a:lnTo>
                  <a:pt x="15963" y="162"/>
                </a:lnTo>
                <a:lnTo>
                  <a:pt x="16690" y="242"/>
                </a:lnTo>
                <a:lnTo>
                  <a:pt x="17416" y="323"/>
                </a:lnTo>
                <a:lnTo>
                  <a:pt x="18143" y="444"/>
                </a:lnTo>
                <a:lnTo>
                  <a:pt x="18869" y="586"/>
                </a:lnTo>
                <a:lnTo>
                  <a:pt x="19576" y="767"/>
                </a:lnTo>
                <a:lnTo>
                  <a:pt x="20282" y="969"/>
                </a:lnTo>
                <a:lnTo>
                  <a:pt x="20988" y="1211"/>
                </a:lnTo>
                <a:lnTo>
                  <a:pt x="21654" y="1494"/>
                </a:lnTo>
                <a:lnTo>
                  <a:pt x="21997" y="1655"/>
                </a:lnTo>
                <a:lnTo>
                  <a:pt x="22320" y="1837"/>
                </a:lnTo>
                <a:lnTo>
                  <a:pt x="22643" y="2018"/>
                </a:lnTo>
                <a:lnTo>
                  <a:pt x="22946" y="2200"/>
                </a:lnTo>
                <a:lnTo>
                  <a:pt x="23269" y="2402"/>
                </a:lnTo>
                <a:lnTo>
                  <a:pt x="23551" y="2624"/>
                </a:lnTo>
                <a:lnTo>
                  <a:pt x="23854" y="2866"/>
                </a:lnTo>
                <a:lnTo>
                  <a:pt x="24136" y="3108"/>
                </a:lnTo>
                <a:lnTo>
                  <a:pt x="24540" y="3491"/>
                </a:lnTo>
                <a:lnTo>
                  <a:pt x="24923" y="3895"/>
                </a:lnTo>
                <a:lnTo>
                  <a:pt x="25287" y="4339"/>
                </a:lnTo>
                <a:lnTo>
                  <a:pt x="25670" y="4823"/>
                </a:lnTo>
                <a:lnTo>
                  <a:pt x="26013" y="5348"/>
                </a:lnTo>
                <a:lnTo>
                  <a:pt x="26356" y="5913"/>
                </a:lnTo>
                <a:lnTo>
                  <a:pt x="26719" y="6518"/>
                </a:lnTo>
                <a:lnTo>
                  <a:pt x="27042" y="7164"/>
                </a:lnTo>
                <a:lnTo>
                  <a:pt x="27345" y="7749"/>
                </a:lnTo>
                <a:lnTo>
                  <a:pt x="27607" y="8335"/>
                </a:lnTo>
                <a:lnTo>
                  <a:pt x="27870" y="8940"/>
                </a:lnTo>
                <a:lnTo>
                  <a:pt x="28112" y="9546"/>
                </a:lnTo>
                <a:lnTo>
                  <a:pt x="28556" y="10756"/>
                </a:lnTo>
                <a:lnTo>
                  <a:pt x="28959" y="11947"/>
                </a:lnTo>
                <a:lnTo>
                  <a:pt x="29343" y="13138"/>
                </a:lnTo>
                <a:lnTo>
                  <a:pt x="29666" y="14328"/>
                </a:lnTo>
                <a:lnTo>
                  <a:pt x="29948" y="15478"/>
                </a:lnTo>
                <a:lnTo>
                  <a:pt x="30231" y="16588"/>
                </a:lnTo>
                <a:lnTo>
                  <a:pt x="30453" y="17577"/>
                </a:lnTo>
                <a:lnTo>
                  <a:pt x="30654" y="18606"/>
                </a:lnTo>
                <a:lnTo>
                  <a:pt x="30735" y="19111"/>
                </a:lnTo>
                <a:lnTo>
                  <a:pt x="30816" y="19636"/>
                </a:lnTo>
                <a:lnTo>
                  <a:pt x="30856" y="20160"/>
                </a:lnTo>
                <a:lnTo>
                  <a:pt x="30876" y="20685"/>
                </a:lnTo>
                <a:lnTo>
                  <a:pt x="30876" y="21169"/>
                </a:lnTo>
                <a:lnTo>
                  <a:pt x="30856" y="21674"/>
                </a:lnTo>
                <a:lnTo>
                  <a:pt x="30796" y="22219"/>
                </a:lnTo>
                <a:lnTo>
                  <a:pt x="30695" y="22784"/>
                </a:lnTo>
                <a:lnTo>
                  <a:pt x="30614" y="23046"/>
                </a:lnTo>
                <a:lnTo>
                  <a:pt x="30533" y="23329"/>
                </a:lnTo>
                <a:lnTo>
                  <a:pt x="30412" y="23611"/>
                </a:lnTo>
                <a:lnTo>
                  <a:pt x="30311" y="23873"/>
                </a:lnTo>
                <a:lnTo>
                  <a:pt x="30170" y="24136"/>
                </a:lnTo>
                <a:lnTo>
                  <a:pt x="30009" y="24398"/>
                </a:lnTo>
                <a:lnTo>
                  <a:pt x="29847" y="24640"/>
                </a:lnTo>
                <a:lnTo>
                  <a:pt x="29645" y="24882"/>
                </a:lnTo>
                <a:lnTo>
                  <a:pt x="29383" y="25145"/>
                </a:lnTo>
                <a:lnTo>
                  <a:pt x="29242" y="25266"/>
                </a:lnTo>
                <a:lnTo>
                  <a:pt x="29101" y="25387"/>
                </a:lnTo>
                <a:lnTo>
                  <a:pt x="28939" y="25468"/>
                </a:lnTo>
                <a:lnTo>
                  <a:pt x="28798" y="25548"/>
                </a:lnTo>
                <a:lnTo>
                  <a:pt x="28657" y="25609"/>
                </a:lnTo>
                <a:lnTo>
                  <a:pt x="28515" y="25649"/>
                </a:lnTo>
                <a:lnTo>
                  <a:pt x="28334" y="25690"/>
                </a:lnTo>
                <a:lnTo>
                  <a:pt x="28152" y="25710"/>
                </a:lnTo>
                <a:lnTo>
                  <a:pt x="27991" y="25710"/>
                </a:lnTo>
                <a:lnTo>
                  <a:pt x="27809" y="25690"/>
                </a:lnTo>
                <a:lnTo>
                  <a:pt x="27648" y="25669"/>
                </a:lnTo>
                <a:lnTo>
                  <a:pt x="27466" y="25629"/>
                </a:lnTo>
                <a:lnTo>
                  <a:pt x="27143" y="25508"/>
                </a:lnTo>
                <a:lnTo>
                  <a:pt x="26800" y="25347"/>
                </a:lnTo>
                <a:lnTo>
                  <a:pt x="26477" y="25165"/>
                </a:lnTo>
                <a:lnTo>
                  <a:pt x="26154" y="24963"/>
                </a:lnTo>
                <a:lnTo>
                  <a:pt x="25852" y="24741"/>
                </a:lnTo>
                <a:lnTo>
                  <a:pt x="25145" y="24196"/>
                </a:lnTo>
                <a:lnTo>
                  <a:pt x="24419" y="23631"/>
                </a:lnTo>
                <a:lnTo>
                  <a:pt x="23692" y="23046"/>
                </a:lnTo>
                <a:lnTo>
                  <a:pt x="22946" y="22420"/>
                </a:lnTo>
                <a:lnTo>
                  <a:pt x="22199" y="21775"/>
                </a:lnTo>
                <a:lnTo>
                  <a:pt x="21412" y="21109"/>
                </a:lnTo>
                <a:lnTo>
                  <a:pt x="20625" y="20382"/>
                </a:lnTo>
                <a:lnTo>
                  <a:pt x="19798" y="19636"/>
                </a:lnTo>
                <a:lnTo>
                  <a:pt x="18506" y="18405"/>
                </a:lnTo>
                <a:lnTo>
                  <a:pt x="17215" y="17153"/>
                </a:lnTo>
                <a:lnTo>
                  <a:pt x="14692" y="14671"/>
                </a:lnTo>
                <a:lnTo>
                  <a:pt x="12270" y="12290"/>
                </a:lnTo>
                <a:lnTo>
                  <a:pt x="11039" y="11079"/>
                </a:lnTo>
                <a:lnTo>
                  <a:pt x="9808" y="9909"/>
                </a:lnTo>
                <a:lnTo>
                  <a:pt x="8376" y="8597"/>
                </a:lnTo>
                <a:lnTo>
                  <a:pt x="7024" y="7406"/>
                </a:lnTo>
                <a:lnTo>
                  <a:pt x="5732" y="6317"/>
                </a:lnTo>
                <a:lnTo>
                  <a:pt x="4461" y="5308"/>
                </a:lnTo>
                <a:lnTo>
                  <a:pt x="4118" y="5086"/>
                </a:lnTo>
                <a:lnTo>
                  <a:pt x="3593" y="4743"/>
                </a:lnTo>
                <a:lnTo>
                  <a:pt x="2523" y="4057"/>
                </a:lnTo>
                <a:lnTo>
                  <a:pt x="1958" y="3673"/>
                </a:lnTo>
                <a:lnTo>
                  <a:pt x="1414" y="3290"/>
                </a:lnTo>
                <a:lnTo>
                  <a:pt x="929" y="2886"/>
                </a:lnTo>
                <a:lnTo>
                  <a:pt x="707" y="2704"/>
                </a:lnTo>
                <a:lnTo>
                  <a:pt x="526" y="2503"/>
                </a:lnTo>
                <a:lnTo>
                  <a:pt x="364" y="2341"/>
                </a:lnTo>
                <a:lnTo>
                  <a:pt x="223" y="2160"/>
                </a:lnTo>
                <a:lnTo>
                  <a:pt x="142" y="1998"/>
                </a:lnTo>
                <a:lnTo>
                  <a:pt x="82" y="1857"/>
                </a:lnTo>
                <a:lnTo>
                  <a:pt x="82" y="1776"/>
                </a:lnTo>
                <a:lnTo>
                  <a:pt x="82" y="1716"/>
                </a:lnTo>
                <a:lnTo>
                  <a:pt x="102" y="1655"/>
                </a:lnTo>
                <a:lnTo>
                  <a:pt x="142" y="1595"/>
                </a:lnTo>
                <a:lnTo>
                  <a:pt x="243" y="1473"/>
                </a:lnTo>
                <a:lnTo>
                  <a:pt x="364" y="1373"/>
                </a:lnTo>
                <a:lnTo>
                  <a:pt x="485" y="1292"/>
                </a:lnTo>
                <a:lnTo>
                  <a:pt x="647" y="1231"/>
                </a:lnTo>
                <a:lnTo>
                  <a:pt x="788" y="1171"/>
                </a:lnTo>
                <a:lnTo>
                  <a:pt x="949" y="1130"/>
                </a:lnTo>
                <a:lnTo>
                  <a:pt x="1292" y="1070"/>
                </a:lnTo>
                <a:lnTo>
                  <a:pt x="2745" y="848"/>
                </a:lnTo>
                <a:lnTo>
                  <a:pt x="4219" y="646"/>
                </a:lnTo>
                <a:lnTo>
                  <a:pt x="5712" y="464"/>
                </a:lnTo>
                <a:lnTo>
                  <a:pt x="7185" y="323"/>
                </a:lnTo>
                <a:lnTo>
                  <a:pt x="8658" y="222"/>
                </a:lnTo>
                <a:lnTo>
                  <a:pt x="10152" y="142"/>
                </a:lnTo>
                <a:lnTo>
                  <a:pt x="11645" y="81"/>
                </a:lnTo>
                <a:close/>
                <a:moveTo>
                  <a:pt x="11645" y="0"/>
                </a:moveTo>
                <a:lnTo>
                  <a:pt x="10152" y="61"/>
                </a:lnTo>
                <a:lnTo>
                  <a:pt x="8658" y="142"/>
                </a:lnTo>
                <a:lnTo>
                  <a:pt x="7185" y="242"/>
                </a:lnTo>
                <a:lnTo>
                  <a:pt x="5692" y="384"/>
                </a:lnTo>
                <a:lnTo>
                  <a:pt x="4219" y="565"/>
                </a:lnTo>
                <a:lnTo>
                  <a:pt x="2745" y="767"/>
                </a:lnTo>
                <a:lnTo>
                  <a:pt x="1272" y="989"/>
                </a:lnTo>
                <a:lnTo>
                  <a:pt x="929" y="1070"/>
                </a:lnTo>
                <a:lnTo>
                  <a:pt x="768" y="1110"/>
                </a:lnTo>
                <a:lnTo>
                  <a:pt x="606" y="1151"/>
                </a:lnTo>
                <a:lnTo>
                  <a:pt x="445" y="1231"/>
                </a:lnTo>
                <a:lnTo>
                  <a:pt x="304" y="1312"/>
                </a:lnTo>
                <a:lnTo>
                  <a:pt x="183" y="1413"/>
                </a:lnTo>
                <a:lnTo>
                  <a:pt x="82" y="1554"/>
                </a:lnTo>
                <a:lnTo>
                  <a:pt x="41" y="1615"/>
                </a:lnTo>
                <a:lnTo>
                  <a:pt x="1" y="1695"/>
                </a:lnTo>
                <a:lnTo>
                  <a:pt x="1" y="1776"/>
                </a:lnTo>
                <a:lnTo>
                  <a:pt x="1" y="1857"/>
                </a:lnTo>
                <a:lnTo>
                  <a:pt x="61" y="2018"/>
                </a:lnTo>
                <a:lnTo>
                  <a:pt x="142" y="2180"/>
                </a:lnTo>
                <a:lnTo>
                  <a:pt x="283" y="2361"/>
                </a:lnTo>
                <a:lnTo>
                  <a:pt x="445" y="2543"/>
                </a:lnTo>
                <a:lnTo>
                  <a:pt x="627" y="2725"/>
                </a:lnTo>
                <a:lnTo>
                  <a:pt x="849" y="2926"/>
                </a:lnTo>
                <a:lnTo>
                  <a:pt x="1333" y="3310"/>
                </a:lnTo>
                <a:lnTo>
                  <a:pt x="1878" y="3713"/>
                </a:lnTo>
                <a:lnTo>
                  <a:pt x="2443" y="4097"/>
                </a:lnTo>
                <a:lnTo>
                  <a:pt x="3532" y="4803"/>
                </a:lnTo>
                <a:lnTo>
                  <a:pt x="4077" y="5146"/>
                </a:lnTo>
                <a:lnTo>
                  <a:pt x="4420" y="5388"/>
                </a:lnTo>
                <a:lnTo>
                  <a:pt x="5672" y="6377"/>
                </a:lnTo>
                <a:lnTo>
                  <a:pt x="6963" y="7467"/>
                </a:lnTo>
                <a:lnTo>
                  <a:pt x="8315" y="8658"/>
                </a:lnTo>
                <a:lnTo>
                  <a:pt x="9748" y="9969"/>
                </a:lnTo>
                <a:lnTo>
                  <a:pt x="10999" y="11140"/>
                </a:lnTo>
                <a:lnTo>
                  <a:pt x="12230" y="12351"/>
                </a:lnTo>
                <a:lnTo>
                  <a:pt x="14631" y="14732"/>
                </a:lnTo>
                <a:lnTo>
                  <a:pt x="17154" y="17214"/>
                </a:lnTo>
                <a:lnTo>
                  <a:pt x="18445" y="18465"/>
                </a:lnTo>
                <a:lnTo>
                  <a:pt x="19737" y="19696"/>
                </a:lnTo>
                <a:lnTo>
                  <a:pt x="20564" y="20443"/>
                </a:lnTo>
                <a:lnTo>
                  <a:pt x="21372" y="21169"/>
                </a:lnTo>
                <a:lnTo>
                  <a:pt x="22138" y="21835"/>
                </a:lnTo>
                <a:lnTo>
                  <a:pt x="22885" y="22501"/>
                </a:lnTo>
                <a:lnTo>
                  <a:pt x="23632" y="23107"/>
                </a:lnTo>
                <a:lnTo>
                  <a:pt x="24358" y="23692"/>
                </a:lnTo>
                <a:lnTo>
                  <a:pt x="25085" y="24257"/>
                </a:lnTo>
                <a:lnTo>
                  <a:pt x="25811" y="24802"/>
                </a:lnTo>
                <a:lnTo>
                  <a:pt x="26336" y="25165"/>
                </a:lnTo>
                <a:lnTo>
                  <a:pt x="26598" y="25326"/>
                </a:lnTo>
                <a:lnTo>
                  <a:pt x="26881" y="25488"/>
                </a:lnTo>
                <a:lnTo>
                  <a:pt x="27183" y="25609"/>
                </a:lnTo>
                <a:lnTo>
                  <a:pt x="27466" y="25710"/>
                </a:lnTo>
                <a:lnTo>
                  <a:pt x="27769" y="25770"/>
                </a:lnTo>
                <a:lnTo>
                  <a:pt x="28051" y="25790"/>
                </a:lnTo>
                <a:lnTo>
                  <a:pt x="28293" y="25770"/>
                </a:lnTo>
                <a:lnTo>
                  <a:pt x="28536" y="25730"/>
                </a:lnTo>
                <a:lnTo>
                  <a:pt x="28677" y="25690"/>
                </a:lnTo>
                <a:lnTo>
                  <a:pt x="28838" y="25609"/>
                </a:lnTo>
                <a:lnTo>
                  <a:pt x="28979" y="25548"/>
                </a:lnTo>
                <a:lnTo>
                  <a:pt x="29141" y="25447"/>
                </a:lnTo>
                <a:lnTo>
                  <a:pt x="29282" y="25347"/>
                </a:lnTo>
                <a:lnTo>
                  <a:pt x="29423" y="25225"/>
                </a:lnTo>
                <a:lnTo>
                  <a:pt x="29706" y="24923"/>
                </a:lnTo>
                <a:lnTo>
                  <a:pt x="29908" y="24681"/>
                </a:lnTo>
                <a:lnTo>
                  <a:pt x="30089" y="24438"/>
                </a:lnTo>
                <a:lnTo>
                  <a:pt x="30231" y="24176"/>
                </a:lnTo>
                <a:lnTo>
                  <a:pt x="30372" y="23914"/>
                </a:lnTo>
                <a:lnTo>
                  <a:pt x="30493" y="23631"/>
                </a:lnTo>
                <a:lnTo>
                  <a:pt x="30594" y="23369"/>
                </a:lnTo>
                <a:lnTo>
                  <a:pt x="30695" y="23086"/>
                </a:lnTo>
                <a:lnTo>
                  <a:pt x="30755" y="22804"/>
                </a:lnTo>
                <a:lnTo>
                  <a:pt x="30816" y="22521"/>
                </a:lnTo>
                <a:lnTo>
                  <a:pt x="30876" y="22239"/>
                </a:lnTo>
                <a:lnTo>
                  <a:pt x="30937" y="21694"/>
                </a:lnTo>
                <a:lnTo>
                  <a:pt x="30957" y="21169"/>
                </a:lnTo>
                <a:lnTo>
                  <a:pt x="30957" y="20685"/>
                </a:lnTo>
                <a:lnTo>
                  <a:pt x="30937" y="20160"/>
                </a:lnTo>
                <a:lnTo>
                  <a:pt x="30897" y="19636"/>
                </a:lnTo>
                <a:lnTo>
                  <a:pt x="30816" y="19111"/>
                </a:lnTo>
                <a:lnTo>
                  <a:pt x="30735" y="18586"/>
                </a:lnTo>
                <a:lnTo>
                  <a:pt x="30533" y="17557"/>
                </a:lnTo>
                <a:lnTo>
                  <a:pt x="30311" y="16568"/>
                </a:lnTo>
                <a:lnTo>
                  <a:pt x="30029" y="15458"/>
                </a:lnTo>
                <a:lnTo>
                  <a:pt x="29746" y="14308"/>
                </a:lnTo>
                <a:lnTo>
                  <a:pt x="29403" y="13117"/>
                </a:lnTo>
                <a:lnTo>
                  <a:pt x="29040" y="11927"/>
                </a:lnTo>
                <a:lnTo>
                  <a:pt x="28636" y="10716"/>
                </a:lnTo>
                <a:lnTo>
                  <a:pt x="28192" y="9505"/>
                </a:lnTo>
                <a:lnTo>
                  <a:pt x="27950" y="8900"/>
                </a:lnTo>
                <a:lnTo>
                  <a:pt x="27688" y="8315"/>
                </a:lnTo>
                <a:lnTo>
                  <a:pt x="27405" y="7709"/>
                </a:lnTo>
                <a:lnTo>
                  <a:pt x="27123" y="7124"/>
                </a:lnTo>
                <a:lnTo>
                  <a:pt x="26780" y="6478"/>
                </a:lnTo>
                <a:lnTo>
                  <a:pt x="26437" y="5853"/>
                </a:lnTo>
                <a:lnTo>
                  <a:pt x="26074" y="5288"/>
                </a:lnTo>
                <a:lnTo>
                  <a:pt x="25730" y="4783"/>
                </a:lnTo>
                <a:lnTo>
                  <a:pt x="25367" y="4279"/>
                </a:lnTo>
                <a:lnTo>
                  <a:pt x="24984" y="3835"/>
                </a:lnTo>
                <a:lnTo>
                  <a:pt x="24600" y="3431"/>
                </a:lnTo>
                <a:lnTo>
                  <a:pt x="24197" y="3048"/>
                </a:lnTo>
                <a:lnTo>
                  <a:pt x="23672" y="2604"/>
                </a:lnTo>
                <a:lnTo>
                  <a:pt x="23127" y="2220"/>
                </a:lnTo>
                <a:lnTo>
                  <a:pt x="22522" y="1857"/>
                </a:lnTo>
                <a:lnTo>
                  <a:pt x="21896" y="1514"/>
                </a:lnTo>
                <a:lnTo>
                  <a:pt x="21251" y="1231"/>
                </a:lnTo>
                <a:lnTo>
                  <a:pt x="20544" y="969"/>
                </a:lnTo>
                <a:lnTo>
                  <a:pt x="19798" y="727"/>
                </a:lnTo>
                <a:lnTo>
                  <a:pt x="19031" y="525"/>
                </a:lnTo>
                <a:lnTo>
                  <a:pt x="18405" y="404"/>
                </a:lnTo>
                <a:lnTo>
                  <a:pt x="17759" y="303"/>
                </a:lnTo>
                <a:lnTo>
                  <a:pt x="17093" y="202"/>
                </a:lnTo>
                <a:lnTo>
                  <a:pt x="16387" y="121"/>
                </a:lnTo>
                <a:lnTo>
                  <a:pt x="15640" y="61"/>
                </a:lnTo>
                <a:lnTo>
                  <a:pt x="14853" y="21"/>
                </a:lnTo>
                <a:lnTo>
                  <a:pt x="1404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5" name="Google Shape;5535;p68"/>
          <p:cNvSpPr/>
          <p:nvPr/>
        </p:nvSpPr>
        <p:spPr>
          <a:xfrm flipH="1">
            <a:off x="485872" y="210978"/>
            <a:ext cx="1058329" cy="998564"/>
          </a:xfrm>
          <a:custGeom>
            <a:rect b="b" l="l" r="r" t="t"/>
            <a:pathLst>
              <a:path extrusionOk="0" h="17861" w="18930">
                <a:moveTo>
                  <a:pt x="3431" y="81"/>
                </a:moveTo>
                <a:lnTo>
                  <a:pt x="4117" y="102"/>
                </a:lnTo>
                <a:lnTo>
                  <a:pt x="4824" y="162"/>
                </a:lnTo>
                <a:lnTo>
                  <a:pt x="5510" y="263"/>
                </a:lnTo>
                <a:lnTo>
                  <a:pt x="6216" y="404"/>
                </a:lnTo>
                <a:lnTo>
                  <a:pt x="6882" y="566"/>
                </a:lnTo>
                <a:lnTo>
                  <a:pt x="7568" y="768"/>
                </a:lnTo>
                <a:lnTo>
                  <a:pt x="8234" y="1010"/>
                </a:lnTo>
                <a:lnTo>
                  <a:pt x="8880" y="1272"/>
                </a:lnTo>
                <a:lnTo>
                  <a:pt x="9505" y="1575"/>
                </a:lnTo>
                <a:lnTo>
                  <a:pt x="10131" y="1918"/>
                </a:lnTo>
                <a:lnTo>
                  <a:pt x="10736" y="2281"/>
                </a:lnTo>
                <a:lnTo>
                  <a:pt x="11301" y="2664"/>
                </a:lnTo>
                <a:lnTo>
                  <a:pt x="11866" y="3088"/>
                </a:lnTo>
                <a:lnTo>
                  <a:pt x="12391" y="3552"/>
                </a:lnTo>
                <a:lnTo>
                  <a:pt x="12896" y="4017"/>
                </a:lnTo>
                <a:lnTo>
                  <a:pt x="13380" y="4521"/>
                </a:lnTo>
                <a:lnTo>
                  <a:pt x="13824" y="5026"/>
                </a:lnTo>
                <a:lnTo>
                  <a:pt x="14248" y="5570"/>
                </a:lnTo>
                <a:lnTo>
                  <a:pt x="14651" y="6115"/>
                </a:lnTo>
                <a:lnTo>
                  <a:pt x="15035" y="6680"/>
                </a:lnTo>
                <a:lnTo>
                  <a:pt x="15418" y="7245"/>
                </a:lnTo>
                <a:lnTo>
                  <a:pt x="15761" y="7831"/>
                </a:lnTo>
                <a:lnTo>
                  <a:pt x="16084" y="8416"/>
                </a:lnTo>
                <a:lnTo>
                  <a:pt x="16387" y="9021"/>
                </a:lnTo>
                <a:lnTo>
                  <a:pt x="16689" y="9627"/>
                </a:lnTo>
                <a:lnTo>
                  <a:pt x="16972" y="10232"/>
                </a:lnTo>
                <a:lnTo>
                  <a:pt x="17497" y="11423"/>
                </a:lnTo>
                <a:lnTo>
                  <a:pt x="17981" y="12593"/>
                </a:lnTo>
                <a:lnTo>
                  <a:pt x="18183" y="13158"/>
                </a:lnTo>
                <a:lnTo>
                  <a:pt x="18385" y="13723"/>
                </a:lnTo>
                <a:lnTo>
                  <a:pt x="18566" y="14288"/>
                </a:lnTo>
                <a:lnTo>
                  <a:pt x="18707" y="14853"/>
                </a:lnTo>
                <a:lnTo>
                  <a:pt x="18768" y="15136"/>
                </a:lnTo>
                <a:lnTo>
                  <a:pt x="18808" y="15438"/>
                </a:lnTo>
                <a:lnTo>
                  <a:pt x="18829" y="15721"/>
                </a:lnTo>
                <a:lnTo>
                  <a:pt x="18849" y="16003"/>
                </a:lnTo>
                <a:lnTo>
                  <a:pt x="18849" y="16286"/>
                </a:lnTo>
                <a:lnTo>
                  <a:pt x="18829" y="16589"/>
                </a:lnTo>
                <a:lnTo>
                  <a:pt x="18788" y="16871"/>
                </a:lnTo>
                <a:lnTo>
                  <a:pt x="18728" y="17154"/>
                </a:lnTo>
                <a:lnTo>
                  <a:pt x="18687" y="17295"/>
                </a:lnTo>
                <a:lnTo>
                  <a:pt x="18647" y="17416"/>
                </a:lnTo>
                <a:lnTo>
                  <a:pt x="18586" y="17537"/>
                </a:lnTo>
                <a:lnTo>
                  <a:pt x="18486" y="17658"/>
                </a:lnTo>
                <a:lnTo>
                  <a:pt x="18405" y="17699"/>
                </a:lnTo>
                <a:lnTo>
                  <a:pt x="18324" y="17739"/>
                </a:lnTo>
                <a:lnTo>
                  <a:pt x="18243" y="17759"/>
                </a:lnTo>
                <a:lnTo>
                  <a:pt x="18163" y="17779"/>
                </a:lnTo>
                <a:lnTo>
                  <a:pt x="17981" y="17759"/>
                </a:lnTo>
                <a:lnTo>
                  <a:pt x="17799" y="17699"/>
                </a:lnTo>
                <a:lnTo>
                  <a:pt x="17638" y="17618"/>
                </a:lnTo>
                <a:lnTo>
                  <a:pt x="17477" y="17517"/>
                </a:lnTo>
                <a:lnTo>
                  <a:pt x="17234" y="17315"/>
                </a:lnTo>
                <a:lnTo>
                  <a:pt x="16346" y="16548"/>
                </a:lnTo>
                <a:lnTo>
                  <a:pt x="15418" y="15701"/>
                </a:lnTo>
                <a:lnTo>
                  <a:pt x="14429" y="14793"/>
                </a:lnTo>
                <a:lnTo>
                  <a:pt x="13319" y="13743"/>
                </a:lnTo>
                <a:lnTo>
                  <a:pt x="11140" y="11645"/>
                </a:lnTo>
                <a:lnTo>
                  <a:pt x="8860" y="9465"/>
                </a:lnTo>
                <a:lnTo>
                  <a:pt x="7709" y="8375"/>
                </a:lnTo>
                <a:lnTo>
                  <a:pt x="6539" y="7306"/>
                </a:lnTo>
                <a:lnTo>
                  <a:pt x="5611" y="6478"/>
                </a:lnTo>
                <a:lnTo>
                  <a:pt x="4703" y="5691"/>
                </a:lnTo>
                <a:lnTo>
                  <a:pt x="3835" y="4965"/>
                </a:lnTo>
                <a:lnTo>
                  <a:pt x="3007" y="4279"/>
                </a:lnTo>
                <a:lnTo>
                  <a:pt x="2644" y="4017"/>
                </a:lnTo>
                <a:lnTo>
                  <a:pt x="2220" y="3734"/>
                </a:lnTo>
                <a:lnTo>
                  <a:pt x="1575" y="3290"/>
                </a:lnTo>
                <a:lnTo>
                  <a:pt x="1252" y="3048"/>
                </a:lnTo>
                <a:lnTo>
                  <a:pt x="929" y="2806"/>
                </a:lnTo>
                <a:lnTo>
                  <a:pt x="667" y="2564"/>
                </a:lnTo>
                <a:lnTo>
                  <a:pt x="424" y="2301"/>
                </a:lnTo>
                <a:lnTo>
                  <a:pt x="323" y="2160"/>
                </a:lnTo>
                <a:lnTo>
                  <a:pt x="243" y="2019"/>
                </a:lnTo>
                <a:lnTo>
                  <a:pt x="182" y="1898"/>
                </a:lnTo>
                <a:lnTo>
                  <a:pt x="122" y="1756"/>
                </a:lnTo>
                <a:lnTo>
                  <a:pt x="81" y="1575"/>
                </a:lnTo>
                <a:lnTo>
                  <a:pt x="102" y="1413"/>
                </a:lnTo>
                <a:lnTo>
                  <a:pt x="122" y="1232"/>
                </a:lnTo>
                <a:lnTo>
                  <a:pt x="202" y="1070"/>
                </a:lnTo>
                <a:lnTo>
                  <a:pt x="283" y="909"/>
                </a:lnTo>
                <a:lnTo>
                  <a:pt x="384" y="768"/>
                </a:lnTo>
                <a:lnTo>
                  <a:pt x="505" y="646"/>
                </a:lnTo>
                <a:lnTo>
                  <a:pt x="646" y="546"/>
                </a:lnTo>
                <a:lnTo>
                  <a:pt x="808" y="445"/>
                </a:lnTo>
                <a:lnTo>
                  <a:pt x="969" y="384"/>
                </a:lnTo>
                <a:lnTo>
                  <a:pt x="1131" y="324"/>
                </a:lnTo>
                <a:lnTo>
                  <a:pt x="1312" y="263"/>
                </a:lnTo>
                <a:lnTo>
                  <a:pt x="1655" y="202"/>
                </a:lnTo>
                <a:lnTo>
                  <a:pt x="2019" y="142"/>
                </a:lnTo>
                <a:lnTo>
                  <a:pt x="2725" y="102"/>
                </a:lnTo>
                <a:lnTo>
                  <a:pt x="3431" y="81"/>
                </a:lnTo>
                <a:close/>
                <a:moveTo>
                  <a:pt x="3431" y="1"/>
                </a:moveTo>
                <a:lnTo>
                  <a:pt x="2725" y="21"/>
                </a:lnTo>
                <a:lnTo>
                  <a:pt x="2019" y="61"/>
                </a:lnTo>
                <a:lnTo>
                  <a:pt x="1655" y="122"/>
                </a:lnTo>
                <a:lnTo>
                  <a:pt x="1272" y="182"/>
                </a:lnTo>
                <a:lnTo>
                  <a:pt x="1111" y="243"/>
                </a:lnTo>
                <a:lnTo>
                  <a:pt x="929" y="303"/>
                </a:lnTo>
                <a:lnTo>
                  <a:pt x="767" y="384"/>
                </a:lnTo>
                <a:lnTo>
                  <a:pt x="606" y="485"/>
                </a:lnTo>
                <a:lnTo>
                  <a:pt x="465" y="586"/>
                </a:lnTo>
                <a:lnTo>
                  <a:pt x="323" y="727"/>
                </a:lnTo>
                <a:lnTo>
                  <a:pt x="223" y="868"/>
                </a:lnTo>
                <a:lnTo>
                  <a:pt x="122" y="1050"/>
                </a:lnTo>
                <a:lnTo>
                  <a:pt x="41" y="1211"/>
                </a:lnTo>
                <a:lnTo>
                  <a:pt x="21" y="1393"/>
                </a:lnTo>
                <a:lnTo>
                  <a:pt x="1" y="1595"/>
                </a:lnTo>
                <a:lnTo>
                  <a:pt x="41" y="1777"/>
                </a:lnTo>
                <a:lnTo>
                  <a:pt x="102" y="1918"/>
                </a:lnTo>
                <a:lnTo>
                  <a:pt x="162" y="2059"/>
                </a:lnTo>
                <a:lnTo>
                  <a:pt x="263" y="2200"/>
                </a:lnTo>
                <a:lnTo>
                  <a:pt x="364" y="2342"/>
                </a:lnTo>
                <a:lnTo>
                  <a:pt x="586" y="2604"/>
                </a:lnTo>
                <a:lnTo>
                  <a:pt x="868" y="2866"/>
                </a:lnTo>
                <a:lnTo>
                  <a:pt x="1191" y="3108"/>
                </a:lnTo>
                <a:lnTo>
                  <a:pt x="1514" y="3351"/>
                </a:lnTo>
                <a:lnTo>
                  <a:pt x="2180" y="3795"/>
                </a:lnTo>
                <a:lnTo>
                  <a:pt x="2604" y="4077"/>
                </a:lnTo>
                <a:lnTo>
                  <a:pt x="2947" y="4339"/>
                </a:lnTo>
                <a:lnTo>
                  <a:pt x="3794" y="5026"/>
                </a:lnTo>
                <a:lnTo>
                  <a:pt x="4662" y="5752"/>
                </a:lnTo>
                <a:lnTo>
                  <a:pt x="5550" y="6539"/>
                </a:lnTo>
                <a:lnTo>
                  <a:pt x="6499" y="7366"/>
                </a:lnTo>
                <a:lnTo>
                  <a:pt x="7649" y="8436"/>
                </a:lnTo>
                <a:lnTo>
                  <a:pt x="8799" y="9526"/>
                </a:lnTo>
                <a:lnTo>
                  <a:pt x="11079" y="11705"/>
                </a:lnTo>
                <a:lnTo>
                  <a:pt x="13279" y="13804"/>
                </a:lnTo>
                <a:lnTo>
                  <a:pt x="14369" y="14853"/>
                </a:lnTo>
                <a:lnTo>
                  <a:pt x="15358" y="15761"/>
                </a:lnTo>
                <a:lnTo>
                  <a:pt x="16286" y="16609"/>
                </a:lnTo>
                <a:lnTo>
                  <a:pt x="17174" y="17376"/>
                </a:lnTo>
                <a:lnTo>
                  <a:pt x="17355" y="17537"/>
                </a:lnTo>
                <a:lnTo>
                  <a:pt x="17598" y="17678"/>
                </a:lnTo>
                <a:lnTo>
                  <a:pt x="17719" y="17739"/>
                </a:lnTo>
                <a:lnTo>
                  <a:pt x="17860" y="17800"/>
                </a:lnTo>
                <a:lnTo>
                  <a:pt x="18001" y="17840"/>
                </a:lnTo>
                <a:lnTo>
                  <a:pt x="18142" y="17860"/>
                </a:lnTo>
                <a:lnTo>
                  <a:pt x="18243" y="17840"/>
                </a:lnTo>
                <a:lnTo>
                  <a:pt x="18344" y="17820"/>
                </a:lnTo>
                <a:lnTo>
                  <a:pt x="18445" y="17779"/>
                </a:lnTo>
                <a:lnTo>
                  <a:pt x="18526" y="17719"/>
                </a:lnTo>
                <a:lnTo>
                  <a:pt x="18647" y="17598"/>
                </a:lnTo>
                <a:lnTo>
                  <a:pt x="18707" y="17456"/>
                </a:lnTo>
                <a:lnTo>
                  <a:pt x="18768" y="17315"/>
                </a:lnTo>
                <a:lnTo>
                  <a:pt x="18808" y="17174"/>
                </a:lnTo>
                <a:lnTo>
                  <a:pt x="18869" y="16891"/>
                </a:lnTo>
                <a:lnTo>
                  <a:pt x="18909" y="16589"/>
                </a:lnTo>
                <a:lnTo>
                  <a:pt x="18929" y="16306"/>
                </a:lnTo>
                <a:lnTo>
                  <a:pt x="18929" y="16003"/>
                </a:lnTo>
                <a:lnTo>
                  <a:pt x="18909" y="15721"/>
                </a:lnTo>
                <a:lnTo>
                  <a:pt x="18889" y="15418"/>
                </a:lnTo>
                <a:lnTo>
                  <a:pt x="18849" y="15136"/>
                </a:lnTo>
                <a:lnTo>
                  <a:pt x="18788" y="14853"/>
                </a:lnTo>
                <a:lnTo>
                  <a:pt x="18647" y="14268"/>
                </a:lnTo>
                <a:lnTo>
                  <a:pt x="18465" y="13703"/>
                </a:lnTo>
                <a:lnTo>
                  <a:pt x="18264" y="13138"/>
                </a:lnTo>
                <a:lnTo>
                  <a:pt x="18042" y="12573"/>
                </a:lnTo>
                <a:lnTo>
                  <a:pt x="17577" y="11382"/>
                </a:lnTo>
                <a:lnTo>
                  <a:pt x="17053" y="10192"/>
                </a:lnTo>
                <a:lnTo>
                  <a:pt x="16770" y="9586"/>
                </a:lnTo>
                <a:lnTo>
                  <a:pt x="16468" y="8981"/>
                </a:lnTo>
                <a:lnTo>
                  <a:pt x="16145" y="8375"/>
                </a:lnTo>
                <a:lnTo>
                  <a:pt x="15822" y="7790"/>
                </a:lnTo>
                <a:lnTo>
                  <a:pt x="15479" y="7205"/>
                </a:lnTo>
                <a:lnTo>
                  <a:pt x="15115" y="6620"/>
                </a:lnTo>
                <a:lnTo>
                  <a:pt x="14732" y="6055"/>
                </a:lnTo>
                <a:lnTo>
                  <a:pt x="14308" y="5510"/>
                </a:lnTo>
                <a:lnTo>
                  <a:pt x="13884" y="4965"/>
                </a:lnTo>
                <a:lnTo>
                  <a:pt x="13441" y="4460"/>
                </a:lnTo>
                <a:lnTo>
                  <a:pt x="12956" y="3956"/>
                </a:lnTo>
                <a:lnTo>
                  <a:pt x="12452" y="3492"/>
                </a:lnTo>
                <a:lnTo>
                  <a:pt x="11927" y="3028"/>
                </a:lnTo>
                <a:lnTo>
                  <a:pt x="11362" y="2604"/>
                </a:lnTo>
                <a:lnTo>
                  <a:pt x="10777" y="2200"/>
                </a:lnTo>
                <a:lnTo>
                  <a:pt x="10171" y="1837"/>
                </a:lnTo>
                <a:lnTo>
                  <a:pt x="9546" y="1494"/>
                </a:lnTo>
                <a:lnTo>
                  <a:pt x="8900" y="1191"/>
                </a:lnTo>
                <a:lnTo>
                  <a:pt x="8254" y="929"/>
                </a:lnTo>
                <a:lnTo>
                  <a:pt x="7588" y="687"/>
                </a:lnTo>
                <a:lnTo>
                  <a:pt x="6902" y="485"/>
                </a:lnTo>
                <a:lnTo>
                  <a:pt x="6216" y="324"/>
                </a:lnTo>
                <a:lnTo>
                  <a:pt x="5530" y="182"/>
                </a:lnTo>
                <a:lnTo>
                  <a:pt x="4824" y="81"/>
                </a:lnTo>
                <a:lnTo>
                  <a:pt x="4138" y="21"/>
                </a:lnTo>
                <a:lnTo>
                  <a:pt x="343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6" name="Google Shape;5536;p68"/>
          <p:cNvSpPr/>
          <p:nvPr/>
        </p:nvSpPr>
        <p:spPr>
          <a:xfrm flipH="1">
            <a:off x="782579" y="321561"/>
            <a:ext cx="453633" cy="455870"/>
          </a:xfrm>
          <a:custGeom>
            <a:rect b="b" l="l" r="r" t="t"/>
            <a:pathLst>
              <a:path extrusionOk="0" h="8154" w="8114">
                <a:moveTo>
                  <a:pt x="1010" y="81"/>
                </a:moveTo>
                <a:lnTo>
                  <a:pt x="1151" y="101"/>
                </a:lnTo>
                <a:lnTo>
                  <a:pt x="1413" y="162"/>
                </a:lnTo>
                <a:lnTo>
                  <a:pt x="1696" y="263"/>
                </a:lnTo>
                <a:lnTo>
                  <a:pt x="1938" y="384"/>
                </a:lnTo>
                <a:lnTo>
                  <a:pt x="2200" y="545"/>
                </a:lnTo>
                <a:lnTo>
                  <a:pt x="2422" y="707"/>
                </a:lnTo>
                <a:lnTo>
                  <a:pt x="2644" y="888"/>
                </a:lnTo>
                <a:lnTo>
                  <a:pt x="3108" y="1251"/>
                </a:lnTo>
                <a:lnTo>
                  <a:pt x="3552" y="1635"/>
                </a:lnTo>
                <a:lnTo>
                  <a:pt x="3976" y="2039"/>
                </a:lnTo>
                <a:lnTo>
                  <a:pt x="4400" y="2422"/>
                </a:lnTo>
                <a:lnTo>
                  <a:pt x="4783" y="2826"/>
                </a:lnTo>
                <a:lnTo>
                  <a:pt x="5167" y="3229"/>
                </a:lnTo>
                <a:lnTo>
                  <a:pt x="5530" y="3653"/>
                </a:lnTo>
                <a:lnTo>
                  <a:pt x="5873" y="4077"/>
                </a:lnTo>
                <a:lnTo>
                  <a:pt x="6196" y="4500"/>
                </a:lnTo>
                <a:lnTo>
                  <a:pt x="6499" y="4924"/>
                </a:lnTo>
                <a:lnTo>
                  <a:pt x="6781" y="5348"/>
                </a:lnTo>
                <a:lnTo>
                  <a:pt x="7064" y="5792"/>
                </a:lnTo>
                <a:lnTo>
                  <a:pt x="7306" y="6236"/>
                </a:lnTo>
                <a:lnTo>
                  <a:pt x="7548" y="6680"/>
                </a:lnTo>
                <a:lnTo>
                  <a:pt x="7770" y="7144"/>
                </a:lnTo>
                <a:lnTo>
                  <a:pt x="7972" y="7588"/>
                </a:lnTo>
                <a:lnTo>
                  <a:pt x="8012" y="7729"/>
                </a:lnTo>
                <a:lnTo>
                  <a:pt x="8032" y="7871"/>
                </a:lnTo>
                <a:lnTo>
                  <a:pt x="8032" y="7931"/>
                </a:lnTo>
                <a:lnTo>
                  <a:pt x="8012" y="7992"/>
                </a:lnTo>
                <a:lnTo>
                  <a:pt x="7972" y="8032"/>
                </a:lnTo>
                <a:lnTo>
                  <a:pt x="7932" y="8052"/>
                </a:lnTo>
                <a:lnTo>
                  <a:pt x="7851" y="8072"/>
                </a:lnTo>
                <a:lnTo>
                  <a:pt x="7790" y="8072"/>
                </a:lnTo>
                <a:lnTo>
                  <a:pt x="7649" y="8012"/>
                </a:lnTo>
                <a:lnTo>
                  <a:pt x="7346" y="7830"/>
                </a:lnTo>
                <a:lnTo>
                  <a:pt x="7084" y="7628"/>
                </a:lnTo>
                <a:lnTo>
                  <a:pt x="6822" y="7386"/>
                </a:lnTo>
                <a:lnTo>
                  <a:pt x="6559" y="7164"/>
                </a:lnTo>
                <a:lnTo>
                  <a:pt x="2523" y="3310"/>
                </a:lnTo>
                <a:lnTo>
                  <a:pt x="2180" y="3007"/>
                </a:lnTo>
                <a:lnTo>
                  <a:pt x="1514" y="2462"/>
                </a:lnTo>
                <a:lnTo>
                  <a:pt x="1151" y="2119"/>
                </a:lnTo>
                <a:lnTo>
                  <a:pt x="808" y="1776"/>
                </a:lnTo>
                <a:lnTo>
                  <a:pt x="485" y="1413"/>
                </a:lnTo>
                <a:lnTo>
                  <a:pt x="364" y="1251"/>
                </a:lnTo>
                <a:lnTo>
                  <a:pt x="243" y="1070"/>
                </a:lnTo>
                <a:lnTo>
                  <a:pt x="162" y="908"/>
                </a:lnTo>
                <a:lnTo>
                  <a:pt x="102" y="767"/>
                </a:lnTo>
                <a:lnTo>
                  <a:pt x="81" y="626"/>
                </a:lnTo>
                <a:lnTo>
                  <a:pt x="81" y="485"/>
                </a:lnTo>
                <a:lnTo>
                  <a:pt x="122" y="424"/>
                </a:lnTo>
                <a:lnTo>
                  <a:pt x="142" y="364"/>
                </a:lnTo>
                <a:lnTo>
                  <a:pt x="243" y="263"/>
                </a:lnTo>
                <a:lnTo>
                  <a:pt x="404" y="182"/>
                </a:lnTo>
                <a:lnTo>
                  <a:pt x="606" y="101"/>
                </a:lnTo>
                <a:lnTo>
                  <a:pt x="747" y="81"/>
                </a:lnTo>
                <a:close/>
                <a:moveTo>
                  <a:pt x="727" y="0"/>
                </a:moveTo>
                <a:lnTo>
                  <a:pt x="586" y="41"/>
                </a:lnTo>
                <a:lnTo>
                  <a:pt x="364" y="101"/>
                </a:lnTo>
                <a:lnTo>
                  <a:pt x="203" y="202"/>
                </a:lnTo>
                <a:lnTo>
                  <a:pt x="122" y="263"/>
                </a:lnTo>
                <a:lnTo>
                  <a:pt x="81" y="323"/>
                </a:lnTo>
                <a:lnTo>
                  <a:pt x="41" y="384"/>
                </a:lnTo>
                <a:lnTo>
                  <a:pt x="21" y="464"/>
                </a:lnTo>
                <a:lnTo>
                  <a:pt x="1" y="606"/>
                </a:lnTo>
                <a:lnTo>
                  <a:pt x="21" y="767"/>
                </a:lnTo>
                <a:lnTo>
                  <a:pt x="81" y="908"/>
                </a:lnTo>
                <a:lnTo>
                  <a:pt x="162" y="1090"/>
                </a:lnTo>
                <a:lnTo>
                  <a:pt x="263" y="1251"/>
                </a:lnTo>
                <a:lnTo>
                  <a:pt x="404" y="1433"/>
                </a:lnTo>
                <a:lnTo>
                  <a:pt x="707" y="1796"/>
                </a:lnTo>
                <a:lnTo>
                  <a:pt x="1070" y="2139"/>
                </a:lnTo>
                <a:lnTo>
                  <a:pt x="1434" y="2482"/>
                </a:lnTo>
                <a:lnTo>
                  <a:pt x="2120" y="3088"/>
                </a:lnTo>
                <a:lnTo>
                  <a:pt x="2463" y="3370"/>
                </a:lnTo>
                <a:lnTo>
                  <a:pt x="6499" y="7225"/>
                </a:lnTo>
                <a:lnTo>
                  <a:pt x="6761" y="7467"/>
                </a:lnTo>
                <a:lnTo>
                  <a:pt x="7023" y="7689"/>
                </a:lnTo>
                <a:lnTo>
                  <a:pt x="7306" y="7911"/>
                </a:lnTo>
                <a:lnTo>
                  <a:pt x="7609" y="8093"/>
                </a:lnTo>
                <a:lnTo>
                  <a:pt x="7730" y="8133"/>
                </a:lnTo>
                <a:lnTo>
                  <a:pt x="7851" y="8153"/>
                </a:lnTo>
                <a:lnTo>
                  <a:pt x="7911" y="8153"/>
                </a:lnTo>
                <a:lnTo>
                  <a:pt x="7972" y="8133"/>
                </a:lnTo>
                <a:lnTo>
                  <a:pt x="8032" y="8093"/>
                </a:lnTo>
                <a:lnTo>
                  <a:pt x="8073" y="8032"/>
                </a:lnTo>
                <a:lnTo>
                  <a:pt x="8093" y="7971"/>
                </a:lnTo>
                <a:lnTo>
                  <a:pt x="8113" y="7891"/>
                </a:lnTo>
                <a:lnTo>
                  <a:pt x="8093" y="7729"/>
                </a:lnTo>
                <a:lnTo>
                  <a:pt x="8032" y="7568"/>
                </a:lnTo>
                <a:lnTo>
                  <a:pt x="7831" y="7104"/>
                </a:lnTo>
                <a:lnTo>
                  <a:pt x="7629" y="6640"/>
                </a:lnTo>
                <a:lnTo>
                  <a:pt x="7387" y="6196"/>
                </a:lnTo>
                <a:lnTo>
                  <a:pt x="7124" y="5752"/>
                </a:lnTo>
                <a:lnTo>
                  <a:pt x="6862" y="5308"/>
                </a:lnTo>
                <a:lnTo>
                  <a:pt x="6559" y="4884"/>
                </a:lnTo>
                <a:lnTo>
                  <a:pt x="6257" y="4440"/>
                </a:lnTo>
                <a:lnTo>
                  <a:pt x="5934" y="4016"/>
                </a:lnTo>
                <a:lnTo>
                  <a:pt x="5591" y="3592"/>
                </a:lnTo>
                <a:lnTo>
                  <a:pt x="5227" y="3189"/>
                </a:lnTo>
                <a:lnTo>
                  <a:pt x="4844" y="2785"/>
                </a:lnTo>
                <a:lnTo>
                  <a:pt x="4461" y="2382"/>
                </a:lnTo>
                <a:lnTo>
                  <a:pt x="4037" y="1978"/>
                </a:lnTo>
                <a:lnTo>
                  <a:pt x="3613" y="1574"/>
                </a:lnTo>
                <a:lnTo>
                  <a:pt x="3169" y="1191"/>
                </a:lnTo>
                <a:lnTo>
                  <a:pt x="2705" y="808"/>
                </a:lnTo>
                <a:lnTo>
                  <a:pt x="2463" y="646"/>
                </a:lnTo>
                <a:lnTo>
                  <a:pt x="2221" y="464"/>
                </a:lnTo>
                <a:lnTo>
                  <a:pt x="1978" y="323"/>
                </a:lnTo>
                <a:lnTo>
                  <a:pt x="1716" y="182"/>
                </a:lnTo>
                <a:lnTo>
                  <a:pt x="1434" y="81"/>
                </a:lnTo>
                <a:lnTo>
                  <a:pt x="1151" y="21"/>
                </a:lnTo>
                <a:lnTo>
                  <a:pt x="10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7" name="Google Shape;5537;p68"/>
          <p:cNvSpPr/>
          <p:nvPr/>
        </p:nvSpPr>
        <p:spPr>
          <a:xfrm>
            <a:off x="4343388" y="450821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7">
    <p:spTree>
      <p:nvGrpSpPr>
        <p:cNvPr id="5538" name="Shape 5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9" name="Google Shape;5539;p69"/>
          <p:cNvSpPr/>
          <p:nvPr/>
        </p:nvSpPr>
        <p:spPr>
          <a:xfrm flipH="1">
            <a:off x="-584168" y="3901880"/>
            <a:ext cx="939900" cy="93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0" name="Google Shape;5540;p69"/>
          <p:cNvSpPr/>
          <p:nvPr/>
        </p:nvSpPr>
        <p:spPr>
          <a:xfrm>
            <a:off x="-1384585" y="-1156347"/>
            <a:ext cx="2433600" cy="24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1" name="Google Shape;5541;p69"/>
          <p:cNvSpPr/>
          <p:nvPr/>
        </p:nvSpPr>
        <p:spPr>
          <a:xfrm flipH="1">
            <a:off x="186860" y="-12"/>
            <a:ext cx="2289244" cy="1739785"/>
          </a:xfrm>
          <a:custGeom>
            <a:rect b="b" l="l" r="r" t="t"/>
            <a:pathLst>
              <a:path extrusionOk="0" h="31119" w="40947">
                <a:moveTo>
                  <a:pt x="32571" y="82"/>
                </a:moveTo>
                <a:lnTo>
                  <a:pt x="33116" y="102"/>
                </a:lnTo>
                <a:lnTo>
                  <a:pt x="33601" y="162"/>
                </a:lnTo>
                <a:lnTo>
                  <a:pt x="33823" y="203"/>
                </a:lnTo>
                <a:lnTo>
                  <a:pt x="34024" y="243"/>
                </a:lnTo>
                <a:lnTo>
                  <a:pt x="34206" y="304"/>
                </a:lnTo>
                <a:lnTo>
                  <a:pt x="34388" y="384"/>
                </a:lnTo>
                <a:lnTo>
                  <a:pt x="34549" y="465"/>
                </a:lnTo>
                <a:lnTo>
                  <a:pt x="34690" y="546"/>
                </a:lnTo>
                <a:lnTo>
                  <a:pt x="34832" y="647"/>
                </a:lnTo>
                <a:lnTo>
                  <a:pt x="34933" y="748"/>
                </a:lnTo>
                <a:lnTo>
                  <a:pt x="35033" y="869"/>
                </a:lnTo>
                <a:lnTo>
                  <a:pt x="35134" y="990"/>
                </a:lnTo>
                <a:lnTo>
                  <a:pt x="35195" y="1131"/>
                </a:lnTo>
                <a:lnTo>
                  <a:pt x="35255" y="1272"/>
                </a:lnTo>
                <a:lnTo>
                  <a:pt x="35296" y="1454"/>
                </a:lnTo>
                <a:lnTo>
                  <a:pt x="35316" y="1656"/>
                </a:lnTo>
                <a:lnTo>
                  <a:pt x="35336" y="1858"/>
                </a:lnTo>
                <a:lnTo>
                  <a:pt x="35316" y="2059"/>
                </a:lnTo>
                <a:lnTo>
                  <a:pt x="35235" y="2443"/>
                </a:lnTo>
                <a:lnTo>
                  <a:pt x="35155" y="2826"/>
                </a:lnTo>
                <a:lnTo>
                  <a:pt x="35074" y="3169"/>
                </a:lnTo>
                <a:lnTo>
                  <a:pt x="34993" y="3492"/>
                </a:lnTo>
                <a:lnTo>
                  <a:pt x="34973" y="3835"/>
                </a:lnTo>
                <a:lnTo>
                  <a:pt x="34973" y="3997"/>
                </a:lnTo>
                <a:lnTo>
                  <a:pt x="34973" y="4158"/>
                </a:lnTo>
                <a:lnTo>
                  <a:pt x="35033" y="4400"/>
                </a:lnTo>
                <a:lnTo>
                  <a:pt x="35094" y="4642"/>
                </a:lnTo>
                <a:lnTo>
                  <a:pt x="35175" y="4864"/>
                </a:lnTo>
                <a:lnTo>
                  <a:pt x="35276" y="5086"/>
                </a:lnTo>
                <a:lnTo>
                  <a:pt x="35498" y="5510"/>
                </a:lnTo>
                <a:lnTo>
                  <a:pt x="35760" y="5914"/>
                </a:lnTo>
                <a:lnTo>
                  <a:pt x="36083" y="6438"/>
                </a:lnTo>
                <a:lnTo>
                  <a:pt x="36486" y="7165"/>
                </a:lnTo>
                <a:lnTo>
                  <a:pt x="36890" y="7912"/>
                </a:lnTo>
                <a:lnTo>
                  <a:pt x="37273" y="8658"/>
                </a:lnTo>
                <a:lnTo>
                  <a:pt x="37637" y="9425"/>
                </a:lnTo>
                <a:lnTo>
                  <a:pt x="37980" y="10212"/>
                </a:lnTo>
                <a:lnTo>
                  <a:pt x="38303" y="10999"/>
                </a:lnTo>
                <a:lnTo>
                  <a:pt x="38625" y="11786"/>
                </a:lnTo>
                <a:lnTo>
                  <a:pt x="38908" y="12573"/>
                </a:lnTo>
                <a:lnTo>
                  <a:pt x="39170" y="13380"/>
                </a:lnTo>
                <a:lnTo>
                  <a:pt x="39412" y="14188"/>
                </a:lnTo>
                <a:lnTo>
                  <a:pt x="39655" y="14995"/>
                </a:lnTo>
                <a:lnTo>
                  <a:pt x="39856" y="15802"/>
                </a:lnTo>
                <a:lnTo>
                  <a:pt x="40038" y="16629"/>
                </a:lnTo>
                <a:lnTo>
                  <a:pt x="40220" y="17457"/>
                </a:lnTo>
                <a:lnTo>
                  <a:pt x="40361" y="18284"/>
                </a:lnTo>
                <a:lnTo>
                  <a:pt x="40502" y="19112"/>
                </a:lnTo>
                <a:lnTo>
                  <a:pt x="40603" y="19939"/>
                </a:lnTo>
                <a:lnTo>
                  <a:pt x="40704" y="20766"/>
                </a:lnTo>
                <a:lnTo>
                  <a:pt x="40765" y="21614"/>
                </a:lnTo>
                <a:lnTo>
                  <a:pt x="40825" y="22441"/>
                </a:lnTo>
                <a:lnTo>
                  <a:pt x="40845" y="23269"/>
                </a:lnTo>
                <a:lnTo>
                  <a:pt x="40865" y="24116"/>
                </a:lnTo>
                <a:lnTo>
                  <a:pt x="40865" y="24944"/>
                </a:lnTo>
                <a:lnTo>
                  <a:pt x="40825" y="25771"/>
                </a:lnTo>
                <a:lnTo>
                  <a:pt x="40785" y="26437"/>
                </a:lnTo>
                <a:lnTo>
                  <a:pt x="40744" y="26800"/>
                </a:lnTo>
                <a:lnTo>
                  <a:pt x="40684" y="27163"/>
                </a:lnTo>
                <a:lnTo>
                  <a:pt x="40603" y="27547"/>
                </a:lnTo>
                <a:lnTo>
                  <a:pt x="40502" y="27950"/>
                </a:lnTo>
                <a:lnTo>
                  <a:pt x="40401" y="28334"/>
                </a:lnTo>
                <a:lnTo>
                  <a:pt x="40260" y="28717"/>
                </a:lnTo>
                <a:lnTo>
                  <a:pt x="40099" y="29081"/>
                </a:lnTo>
                <a:lnTo>
                  <a:pt x="39917" y="29424"/>
                </a:lnTo>
                <a:lnTo>
                  <a:pt x="39695" y="29767"/>
                </a:lnTo>
                <a:lnTo>
                  <a:pt x="39453" y="30069"/>
                </a:lnTo>
                <a:lnTo>
                  <a:pt x="39191" y="30332"/>
                </a:lnTo>
                <a:lnTo>
                  <a:pt x="39029" y="30453"/>
                </a:lnTo>
                <a:lnTo>
                  <a:pt x="38868" y="30574"/>
                </a:lnTo>
                <a:lnTo>
                  <a:pt x="38706" y="30675"/>
                </a:lnTo>
                <a:lnTo>
                  <a:pt x="38525" y="30776"/>
                </a:lnTo>
                <a:lnTo>
                  <a:pt x="38343" y="30856"/>
                </a:lnTo>
                <a:lnTo>
                  <a:pt x="38141" y="30917"/>
                </a:lnTo>
                <a:lnTo>
                  <a:pt x="37960" y="30977"/>
                </a:lnTo>
                <a:lnTo>
                  <a:pt x="37758" y="30998"/>
                </a:lnTo>
                <a:lnTo>
                  <a:pt x="37394" y="31038"/>
                </a:lnTo>
                <a:lnTo>
                  <a:pt x="37011" y="31038"/>
                </a:lnTo>
                <a:lnTo>
                  <a:pt x="36628" y="30998"/>
                </a:lnTo>
                <a:lnTo>
                  <a:pt x="36244" y="30937"/>
                </a:lnTo>
                <a:lnTo>
                  <a:pt x="35881" y="30836"/>
                </a:lnTo>
                <a:lnTo>
                  <a:pt x="35538" y="30735"/>
                </a:lnTo>
                <a:lnTo>
                  <a:pt x="35215" y="30634"/>
                </a:lnTo>
                <a:lnTo>
                  <a:pt x="34690" y="30433"/>
                </a:lnTo>
                <a:lnTo>
                  <a:pt x="34186" y="30231"/>
                </a:lnTo>
                <a:lnTo>
                  <a:pt x="33681" y="30009"/>
                </a:lnTo>
                <a:lnTo>
                  <a:pt x="33177" y="29767"/>
                </a:lnTo>
                <a:lnTo>
                  <a:pt x="32693" y="29524"/>
                </a:lnTo>
                <a:lnTo>
                  <a:pt x="32208" y="29262"/>
                </a:lnTo>
                <a:lnTo>
                  <a:pt x="31724" y="28980"/>
                </a:lnTo>
                <a:lnTo>
                  <a:pt x="31260" y="28697"/>
                </a:lnTo>
                <a:lnTo>
                  <a:pt x="30796" y="28394"/>
                </a:lnTo>
                <a:lnTo>
                  <a:pt x="30331" y="28071"/>
                </a:lnTo>
                <a:lnTo>
                  <a:pt x="29888" y="27749"/>
                </a:lnTo>
                <a:lnTo>
                  <a:pt x="29444" y="27406"/>
                </a:lnTo>
                <a:lnTo>
                  <a:pt x="28576" y="26719"/>
                </a:lnTo>
                <a:lnTo>
                  <a:pt x="27728" y="25993"/>
                </a:lnTo>
                <a:lnTo>
                  <a:pt x="26901" y="25226"/>
                </a:lnTo>
                <a:lnTo>
                  <a:pt x="26094" y="24419"/>
                </a:lnTo>
                <a:lnTo>
                  <a:pt x="25307" y="23612"/>
                </a:lnTo>
                <a:lnTo>
                  <a:pt x="24540" y="22784"/>
                </a:lnTo>
                <a:lnTo>
                  <a:pt x="23773" y="21937"/>
                </a:lnTo>
                <a:lnTo>
                  <a:pt x="23026" y="21069"/>
                </a:lnTo>
                <a:lnTo>
                  <a:pt x="21573" y="19334"/>
                </a:lnTo>
                <a:lnTo>
                  <a:pt x="21150" y="18809"/>
                </a:lnTo>
                <a:lnTo>
                  <a:pt x="19757" y="17134"/>
                </a:lnTo>
                <a:lnTo>
                  <a:pt x="18345" y="15479"/>
                </a:lnTo>
                <a:lnTo>
                  <a:pt x="17638" y="14652"/>
                </a:lnTo>
                <a:lnTo>
                  <a:pt x="16892" y="13845"/>
                </a:lnTo>
                <a:lnTo>
                  <a:pt x="16145" y="13058"/>
                </a:lnTo>
                <a:lnTo>
                  <a:pt x="15378" y="12291"/>
                </a:lnTo>
                <a:lnTo>
                  <a:pt x="14591" y="11544"/>
                </a:lnTo>
                <a:lnTo>
                  <a:pt x="13804" y="10838"/>
                </a:lnTo>
                <a:lnTo>
                  <a:pt x="12977" y="10131"/>
                </a:lnTo>
                <a:lnTo>
                  <a:pt x="12129" y="9486"/>
                </a:lnTo>
                <a:lnTo>
                  <a:pt x="11261" y="8880"/>
                </a:lnTo>
                <a:lnTo>
                  <a:pt x="10797" y="8578"/>
                </a:lnTo>
                <a:lnTo>
                  <a:pt x="10353" y="8295"/>
                </a:lnTo>
                <a:lnTo>
                  <a:pt x="9889" y="8012"/>
                </a:lnTo>
                <a:lnTo>
                  <a:pt x="9425" y="7770"/>
                </a:lnTo>
                <a:lnTo>
                  <a:pt x="8941" y="7508"/>
                </a:lnTo>
                <a:lnTo>
                  <a:pt x="8456" y="7266"/>
                </a:lnTo>
                <a:lnTo>
                  <a:pt x="7911" y="7024"/>
                </a:lnTo>
                <a:lnTo>
                  <a:pt x="7346" y="6782"/>
                </a:lnTo>
                <a:lnTo>
                  <a:pt x="6781" y="6560"/>
                </a:lnTo>
                <a:lnTo>
                  <a:pt x="6196" y="6358"/>
                </a:lnTo>
                <a:lnTo>
                  <a:pt x="5066" y="5954"/>
                </a:lnTo>
                <a:lnTo>
                  <a:pt x="3916" y="5591"/>
                </a:lnTo>
                <a:lnTo>
                  <a:pt x="2342" y="5066"/>
                </a:lnTo>
                <a:lnTo>
                  <a:pt x="2079" y="4965"/>
                </a:lnTo>
                <a:lnTo>
                  <a:pt x="1716" y="4804"/>
                </a:lnTo>
                <a:lnTo>
                  <a:pt x="1313" y="4602"/>
                </a:lnTo>
                <a:lnTo>
                  <a:pt x="1111" y="4461"/>
                </a:lnTo>
                <a:lnTo>
                  <a:pt x="909" y="4340"/>
                </a:lnTo>
                <a:lnTo>
                  <a:pt x="727" y="4178"/>
                </a:lnTo>
                <a:lnTo>
                  <a:pt x="546" y="4017"/>
                </a:lnTo>
                <a:lnTo>
                  <a:pt x="384" y="3835"/>
                </a:lnTo>
                <a:lnTo>
                  <a:pt x="263" y="3633"/>
                </a:lnTo>
                <a:lnTo>
                  <a:pt x="162" y="3432"/>
                </a:lnTo>
                <a:lnTo>
                  <a:pt x="102" y="3210"/>
                </a:lnTo>
                <a:lnTo>
                  <a:pt x="82" y="2967"/>
                </a:lnTo>
                <a:lnTo>
                  <a:pt x="102" y="2725"/>
                </a:lnTo>
                <a:lnTo>
                  <a:pt x="162" y="2544"/>
                </a:lnTo>
                <a:lnTo>
                  <a:pt x="223" y="2382"/>
                </a:lnTo>
                <a:lnTo>
                  <a:pt x="324" y="2221"/>
                </a:lnTo>
                <a:lnTo>
                  <a:pt x="425" y="2080"/>
                </a:lnTo>
                <a:lnTo>
                  <a:pt x="526" y="1938"/>
                </a:lnTo>
                <a:lnTo>
                  <a:pt x="647" y="1837"/>
                </a:lnTo>
                <a:lnTo>
                  <a:pt x="889" y="1636"/>
                </a:lnTo>
                <a:lnTo>
                  <a:pt x="1070" y="1494"/>
                </a:lnTo>
                <a:lnTo>
                  <a:pt x="1272" y="1393"/>
                </a:lnTo>
                <a:lnTo>
                  <a:pt x="1474" y="1293"/>
                </a:lnTo>
                <a:lnTo>
                  <a:pt x="1676" y="1192"/>
                </a:lnTo>
                <a:lnTo>
                  <a:pt x="2100" y="1030"/>
                </a:lnTo>
                <a:lnTo>
                  <a:pt x="2523" y="909"/>
                </a:lnTo>
                <a:lnTo>
                  <a:pt x="2967" y="808"/>
                </a:lnTo>
                <a:lnTo>
                  <a:pt x="3411" y="727"/>
                </a:lnTo>
                <a:lnTo>
                  <a:pt x="3855" y="667"/>
                </a:lnTo>
                <a:lnTo>
                  <a:pt x="4279" y="627"/>
                </a:lnTo>
                <a:lnTo>
                  <a:pt x="5349" y="526"/>
                </a:lnTo>
                <a:lnTo>
                  <a:pt x="6438" y="465"/>
                </a:lnTo>
                <a:lnTo>
                  <a:pt x="7528" y="405"/>
                </a:lnTo>
                <a:lnTo>
                  <a:pt x="8598" y="364"/>
                </a:lnTo>
                <a:lnTo>
                  <a:pt x="10757" y="304"/>
                </a:lnTo>
                <a:lnTo>
                  <a:pt x="12896" y="284"/>
                </a:lnTo>
                <a:lnTo>
                  <a:pt x="32471" y="82"/>
                </a:lnTo>
                <a:close/>
                <a:moveTo>
                  <a:pt x="32471" y="1"/>
                </a:moveTo>
                <a:lnTo>
                  <a:pt x="12896" y="203"/>
                </a:lnTo>
                <a:lnTo>
                  <a:pt x="10757" y="223"/>
                </a:lnTo>
                <a:lnTo>
                  <a:pt x="8598" y="284"/>
                </a:lnTo>
                <a:lnTo>
                  <a:pt x="7508" y="324"/>
                </a:lnTo>
                <a:lnTo>
                  <a:pt x="6438" y="384"/>
                </a:lnTo>
                <a:lnTo>
                  <a:pt x="5349" y="445"/>
                </a:lnTo>
                <a:lnTo>
                  <a:pt x="4279" y="546"/>
                </a:lnTo>
                <a:lnTo>
                  <a:pt x="3835" y="586"/>
                </a:lnTo>
                <a:lnTo>
                  <a:pt x="3391" y="647"/>
                </a:lnTo>
                <a:lnTo>
                  <a:pt x="2947" y="727"/>
                </a:lnTo>
                <a:lnTo>
                  <a:pt x="2503" y="828"/>
                </a:lnTo>
                <a:lnTo>
                  <a:pt x="2059" y="949"/>
                </a:lnTo>
                <a:lnTo>
                  <a:pt x="1635" y="1111"/>
                </a:lnTo>
                <a:lnTo>
                  <a:pt x="1434" y="1212"/>
                </a:lnTo>
                <a:lnTo>
                  <a:pt x="1232" y="1313"/>
                </a:lnTo>
                <a:lnTo>
                  <a:pt x="1030" y="1434"/>
                </a:lnTo>
                <a:lnTo>
                  <a:pt x="848" y="1575"/>
                </a:lnTo>
                <a:lnTo>
                  <a:pt x="586" y="1777"/>
                </a:lnTo>
                <a:lnTo>
                  <a:pt x="465" y="1898"/>
                </a:lnTo>
                <a:lnTo>
                  <a:pt x="344" y="2039"/>
                </a:lnTo>
                <a:lnTo>
                  <a:pt x="243" y="2180"/>
                </a:lnTo>
                <a:lnTo>
                  <a:pt x="142" y="2342"/>
                </a:lnTo>
                <a:lnTo>
                  <a:pt x="82" y="2524"/>
                </a:lnTo>
                <a:lnTo>
                  <a:pt x="21" y="2705"/>
                </a:lnTo>
                <a:lnTo>
                  <a:pt x="1" y="2846"/>
                </a:lnTo>
                <a:lnTo>
                  <a:pt x="1" y="2967"/>
                </a:lnTo>
                <a:lnTo>
                  <a:pt x="21" y="3210"/>
                </a:lnTo>
                <a:lnTo>
                  <a:pt x="82" y="3452"/>
                </a:lnTo>
                <a:lnTo>
                  <a:pt x="183" y="3674"/>
                </a:lnTo>
                <a:lnTo>
                  <a:pt x="324" y="3876"/>
                </a:lnTo>
                <a:lnTo>
                  <a:pt x="465" y="4057"/>
                </a:lnTo>
                <a:lnTo>
                  <a:pt x="647" y="4219"/>
                </a:lnTo>
                <a:lnTo>
                  <a:pt x="848" y="4380"/>
                </a:lnTo>
                <a:lnTo>
                  <a:pt x="1050" y="4521"/>
                </a:lnTo>
                <a:lnTo>
                  <a:pt x="1252" y="4663"/>
                </a:lnTo>
                <a:lnTo>
                  <a:pt x="1676" y="4864"/>
                </a:lnTo>
                <a:lnTo>
                  <a:pt x="2039" y="5026"/>
                </a:lnTo>
                <a:lnTo>
                  <a:pt x="2322" y="5147"/>
                </a:lnTo>
                <a:lnTo>
                  <a:pt x="3896" y="5651"/>
                </a:lnTo>
                <a:lnTo>
                  <a:pt x="5026" y="6035"/>
                </a:lnTo>
                <a:lnTo>
                  <a:pt x="6176" y="6438"/>
                </a:lnTo>
                <a:lnTo>
                  <a:pt x="6741" y="6640"/>
                </a:lnTo>
                <a:lnTo>
                  <a:pt x="7306" y="6862"/>
                </a:lnTo>
                <a:lnTo>
                  <a:pt x="7871" y="7104"/>
                </a:lnTo>
                <a:lnTo>
                  <a:pt x="8416" y="7347"/>
                </a:lnTo>
                <a:lnTo>
                  <a:pt x="8900" y="7589"/>
                </a:lnTo>
                <a:lnTo>
                  <a:pt x="9385" y="7831"/>
                </a:lnTo>
                <a:lnTo>
                  <a:pt x="9849" y="8093"/>
                </a:lnTo>
                <a:lnTo>
                  <a:pt x="10313" y="8356"/>
                </a:lnTo>
                <a:lnTo>
                  <a:pt x="10757" y="8638"/>
                </a:lnTo>
                <a:lnTo>
                  <a:pt x="11201" y="8941"/>
                </a:lnTo>
                <a:lnTo>
                  <a:pt x="12089" y="9546"/>
                </a:lnTo>
                <a:lnTo>
                  <a:pt x="12936" y="10212"/>
                </a:lnTo>
                <a:lnTo>
                  <a:pt x="13743" y="10898"/>
                </a:lnTo>
                <a:lnTo>
                  <a:pt x="14551" y="11605"/>
                </a:lnTo>
                <a:lnTo>
                  <a:pt x="15338" y="12351"/>
                </a:lnTo>
                <a:lnTo>
                  <a:pt x="16084" y="13118"/>
                </a:lnTo>
                <a:lnTo>
                  <a:pt x="16831" y="13905"/>
                </a:lnTo>
                <a:lnTo>
                  <a:pt x="17578" y="14712"/>
                </a:lnTo>
                <a:lnTo>
                  <a:pt x="18284" y="15519"/>
                </a:lnTo>
                <a:lnTo>
                  <a:pt x="19697" y="17194"/>
                </a:lnTo>
                <a:lnTo>
                  <a:pt x="21089" y="18869"/>
                </a:lnTo>
                <a:lnTo>
                  <a:pt x="21513" y="19394"/>
                </a:lnTo>
                <a:lnTo>
                  <a:pt x="22986" y="21130"/>
                </a:lnTo>
                <a:lnTo>
                  <a:pt x="23712" y="21977"/>
                </a:lnTo>
                <a:lnTo>
                  <a:pt x="24479" y="22845"/>
                </a:lnTo>
                <a:lnTo>
                  <a:pt x="25246" y="23672"/>
                </a:lnTo>
                <a:lnTo>
                  <a:pt x="26053" y="24500"/>
                </a:lnTo>
                <a:lnTo>
                  <a:pt x="26861" y="25287"/>
                </a:lnTo>
                <a:lnTo>
                  <a:pt x="27688" y="26053"/>
                </a:lnTo>
                <a:lnTo>
                  <a:pt x="28535" y="26780"/>
                </a:lnTo>
                <a:lnTo>
                  <a:pt x="29403" y="27486"/>
                </a:lnTo>
                <a:lnTo>
                  <a:pt x="29847" y="27809"/>
                </a:lnTo>
                <a:lnTo>
                  <a:pt x="30291" y="28152"/>
                </a:lnTo>
                <a:lnTo>
                  <a:pt x="30755" y="28455"/>
                </a:lnTo>
                <a:lnTo>
                  <a:pt x="31219" y="28758"/>
                </a:lnTo>
                <a:lnTo>
                  <a:pt x="31684" y="29040"/>
                </a:lnTo>
                <a:lnTo>
                  <a:pt x="32168" y="29323"/>
                </a:lnTo>
                <a:lnTo>
                  <a:pt x="32652" y="29585"/>
                </a:lnTo>
                <a:lnTo>
                  <a:pt x="33137" y="29847"/>
                </a:lnTo>
                <a:lnTo>
                  <a:pt x="33641" y="30090"/>
                </a:lnTo>
                <a:lnTo>
                  <a:pt x="34146" y="30311"/>
                </a:lnTo>
                <a:lnTo>
                  <a:pt x="34670" y="30513"/>
                </a:lnTo>
                <a:lnTo>
                  <a:pt x="35195" y="30715"/>
                </a:lnTo>
                <a:lnTo>
                  <a:pt x="35659" y="30856"/>
                </a:lnTo>
                <a:lnTo>
                  <a:pt x="36164" y="30998"/>
                </a:lnTo>
                <a:lnTo>
                  <a:pt x="36426" y="31058"/>
                </a:lnTo>
                <a:lnTo>
                  <a:pt x="36688" y="31099"/>
                </a:lnTo>
                <a:lnTo>
                  <a:pt x="36971" y="31119"/>
                </a:lnTo>
                <a:lnTo>
                  <a:pt x="37475" y="31119"/>
                </a:lnTo>
                <a:lnTo>
                  <a:pt x="37697" y="31099"/>
                </a:lnTo>
                <a:lnTo>
                  <a:pt x="37939" y="31058"/>
                </a:lnTo>
                <a:lnTo>
                  <a:pt x="38161" y="30998"/>
                </a:lnTo>
                <a:lnTo>
                  <a:pt x="38363" y="30917"/>
                </a:lnTo>
                <a:lnTo>
                  <a:pt x="38565" y="30836"/>
                </a:lnTo>
                <a:lnTo>
                  <a:pt x="38747" y="30755"/>
                </a:lnTo>
                <a:lnTo>
                  <a:pt x="38908" y="30655"/>
                </a:lnTo>
                <a:lnTo>
                  <a:pt x="39069" y="30533"/>
                </a:lnTo>
                <a:lnTo>
                  <a:pt x="39231" y="30412"/>
                </a:lnTo>
                <a:lnTo>
                  <a:pt x="39372" y="30271"/>
                </a:lnTo>
                <a:lnTo>
                  <a:pt x="39513" y="30130"/>
                </a:lnTo>
                <a:lnTo>
                  <a:pt x="39756" y="29827"/>
                </a:lnTo>
                <a:lnTo>
                  <a:pt x="39978" y="29484"/>
                </a:lnTo>
                <a:lnTo>
                  <a:pt x="40179" y="29121"/>
                </a:lnTo>
                <a:lnTo>
                  <a:pt x="40341" y="28758"/>
                </a:lnTo>
                <a:lnTo>
                  <a:pt x="40462" y="28374"/>
                </a:lnTo>
                <a:lnTo>
                  <a:pt x="40583" y="27971"/>
                </a:lnTo>
                <a:lnTo>
                  <a:pt x="40684" y="27587"/>
                </a:lnTo>
                <a:lnTo>
                  <a:pt x="40765" y="27184"/>
                </a:lnTo>
                <a:lnTo>
                  <a:pt x="40805" y="26820"/>
                </a:lnTo>
                <a:lnTo>
                  <a:pt x="40865" y="26437"/>
                </a:lnTo>
                <a:lnTo>
                  <a:pt x="40906" y="25771"/>
                </a:lnTo>
                <a:lnTo>
                  <a:pt x="40946" y="24944"/>
                </a:lnTo>
                <a:lnTo>
                  <a:pt x="40946" y="24116"/>
                </a:lnTo>
                <a:lnTo>
                  <a:pt x="40926" y="23269"/>
                </a:lnTo>
                <a:lnTo>
                  <a:pt x="40906" y="22441"/>
                </a:lnTo>
                <a:lnTo>
                  <a:pt x="40845" y="21594"/>
                </a:lnTo>
                <a:lnTo>
                  <a:pt x="40785" y="20766"/>
                </a:lnTo>
                <a:lnTo>
                  <a:pt x="40684" y="19939"/>
                </a:lnTo>
                <a:lnTo>
                  <a:pt x="40583" y="19091"/>
                </a:lnTo>
                <a:lnTo>
                  <a:pt x="40442" y="18264"/>
                </a:lnTo>
                <a:lnTo>
                  <a:pt x="40300" y="17437"/>
                </a:lnTo>
                <a:lnTo>
                  <a:pt x="40119" y="16609"/>
                </a:lnTo>
                <a:lnTo>
                  <a:pt x="39937" y="15782"/>
                </a:lnTo>
                <a:lnTo>
                  <a:pt x="39715" y="14975"/>
                </a:lnTo>
                <a:lnTo>
                  <a:pt x="39493" y="14147"/>
                </a:lnTo>
                <a:lnTo>
                  <a:pt x="39251" y="13360"/>
                </a:lnTo>
                <a:lnTo>
                  <a:pt x="38989" y="12553"/>
                </a:lnTo>
                <a:lnTo>
                  <a:pt x="38686" y="11746"/>
                </a:lnTo>
                <a:lnTo>
                  <a:pt x="38383" y="10959"/>
                </a:lnTo>
                <a:lnTo>
                  <a:pt x="38060" y="10172"/>
                </a:lnTo>
                <a:lnTo>
                  <a:pt x="37717" y="9405"/>
                </a:lnTo>
                <a:lnTo>
                  <a:pt x="37354" y="8638"/>
                </a:lnTo>
                <a:lnTo>
                  <a:pt x="36971" y="7871"/>
                </a:lnTo>
                <a:lnTo>
                  <a:pt x="36567" y="7125"/>
                </a:lnTo>
                <a:lnTo>
                  <a:pt x="36143" y="6398"/>
                </a:lnTo>
                <a:lnTo>
                  <a:pt x="35841" y="5873"/>
                </a:lnTo>
                <a:lnTo>
                  <a:pt x="35578" y="5470"/>
                </a:lnTo>
                <a:lnTo>
                  <a:pt x="35336" y="5046"/>
                </a:lnTo>
                <a:lnTo>
                  <a:pt x="35255" y="4844"/>
                </a:lnTo>
                <a:lnTo>
                  <a:pt x="35175" y="4622"/>
                </a:lnTo>
                <a:lnTo>
                  <a:pt x="35094" y="4380"/>
                </a:lnTo>
                <a:lnTo>
                  <a:pt x="35054" y="4158"/>
                </a:lnTo>
                <a:lnTo>
                  <a:pt x="35054" y="3997"/>
                </a:lnTo>
                <a:lnTo>
                  <a:pt x="35054" y="3835"/>
                </a:lnTo>
                <a:lnTo>
                  <a:pt x="35074" y="3492"/>
                </a:lnTo>
                <a:lnTo>
                  <a:pt x="35155" y="3169"/>
                </a:lnTo>
                <a:lnTo>
                  <a:pt x="35235" y="2846"/>
                </a:lnTo>
                <a:lnTo>
                  <a:pt x="35316" y="2463"/>
                </a:lnTo>
                <a:lnTo>
                  <a:pt x="35397" y="2059"/>
                </a:lnTo>
                <a:lnTo>
                  <a:pt x="35417" y="1858"/>
                </a:lnTo>
                <a:lnTo>
                  <a:pt x="35397" y="1656"/>
                </a:lnTo>
                <a:lnTo>
                  <a:pt x="35376" y="1454"/>
                </a:lnTo>
                <a:lnTo>
                  <a:pt x="35336" y="1252"/>
                </a:lnTo>
                <a:lnTo>
                  <a:pt x="35276" y="1091"/>
                </a:lnTo>
                <a:lnTo>
                  <a:pt x="35195" y="949"/>
                </a:lnTo>
                <a:lnTo>
                  <a:pt x="35094" y="808"/>
                </a:lnTo>
                <a:lnTo>
                  <a:pt x="34993" y="687"/>
                </a:lnTo>
                <a:lnTo>
                  <a:pt x="34872" y="586"/>
                </a:lnTo>
                <a:lnTo>
                  <a:pt x="34731" y="485"/>
                </a:lnTo>
                <a:lnTo>
                  <a:pt x="34569" y="384"/>
                </a:lnTo>
                <a:lnTo>
                  <a:pt x="34408" y="304"/>
                </a:lnTo>
                <a:lnTo>
                  <a:pt x="34226" y="223"/>
                </a:lnTo>
                <a:lnTo>
                  <a:pt x="34024" y="162"/>
                </a:lnTo>
                <a:lnTo>
                  <a:pt x="33802" y="122"/>
                </a:lnTo>
                <a:lnTo>
                  <a:pt x="33560" y="82"/>
                </a:lnTo>
                <a:lnTo>
                  <a:pt x="33056" y="21"/>
                </a:lnTo>
                <a:lnTo>
                  <a:pt x="3247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2" name="Google Shape;5542;p69"/>
          <p:cNvSpPr/>
          <p:nvPr/>
        </p:nvSpPr>
        <p:spPr>
          <a:xfrm>
            <a:off x="-1982557" y="3613599"/>
            <a:ext cx="2946940" cy="1512969"/>
          </a:xfrm>
          <a:custGeom>
            <a:rect b="b" l="l" r="r" t="t"/>
            <a:pathLst>
              <a:path extrusionOk="0" h="27062" w="52711">
                <a:moveTo>
                  <a:pt x="48008" y="81"/>
                </a:moveTo>
                <a:lnTo>
                  <a:pt x="48654" y="122"/>
                </a:lnTo>
                <a:lnTo>
                  <a:pt x="49300" y="202"/>
                </a:lnTo>
                <a:lnTo>
                  <a:pt x="49623" y="243"/>
                </a:lnTo>
                <a:lnTo>
                  <a:pt x="49946" y="323"/>
                </a:lnTo>
                <a:lnTo>
                  <a:pt x="50248" y="404"/>
                </a:lnTo>
                <a:lnTo>
                  <a:pt x="50551" y="485"/>
                </a:lnTo>
                <a:lnTo>
                  <a:pt x="50854" y="606"/>
                </a:lnTo>
                <a:lnTo>
                  <a:pt x="51156" y="727"/>
                </a:lnTo>
                <a:lnTo>
                  <a:pt x="51399" y="848"/>
                </a:lnTo>
                <a:lnTo>
                  <a:pt x="51621" y="989"/>
                </a:lnTo>
                <a:lnTo>
                  <a:pt x="51822" y="1131"/>
                </a:lnTo>
                <a:lnTo>
                  <a:pt x="52004" y="1272"/>
                </a:lnTo>
                <a:lnTo>
                  <a:pt x="52165" y="1413"/>
                </a:lnTo>
                <a:lnTo>
                  <a:pt x="52287" y="1575"/>
                </a:lnTo>
                <a:lnTo>
                  <a:pt x="52408" y="1756"/>
                </a:lnTo>
                <a:lnTo>
                  <a:pt x="52488" y="1938"/>
                </a:lnTo>
                <a:lnTo>
                  <a:pt x="52569" y="2180"/>
                </a:lnTo>
                <a:lnTo>
                  <a:pt x="52609" y="2301"/>
                </a:lnTo>
                <a:lnTo>
                  <a:pt x="52630" y="2442"/>
                </a:lnTo>
                <a:lnTo>
                  <a:pt x="52630" y="2604"/>
                </a:lnTo>
                <a:lnTo>
                  <a:pt x="52609" y="2765"/>
                </a:lnTo>
                <a:lnTo>
                  <a:pt x="52589" y="2947"/>
                </a:lnTo>
                <a:lnTo>
                  <a:pt x="52549" y="3128"/>
                </a:lnTo>
                <a:lnTo>
                  <a:pt x="52488" y="3330"/>
                </a:lnTo>
                <a:lnTo>
                  <a:pt x="52408" y="3532"/>
                </a:lnTo>
                <a:lnTo>
                  <a:pt x="52307" y="3754"/>
                </a:lnTo>
                <a:lnTo>
                  <a:pt x="52186" y="3976"/>
                </a:lnTo>
                <a:lnTo>
                  <a:pt x="52024" y="4218"/>
                </a:lnTo>
                <a:lnTo>
                  <a:pt x="51843" y="4460"/>
                </a:lnTo>
                <a:lnTo>
                  <a:pt x="51641" y="4702"/>
                </a:lnTo>
                <a:lnTo>
                  <a:pt x="51399" y="4965"/>
                </a:lnTo>
                <a:lnTo>
                  <a:pt x="50854" y="5530"/>
                </a:lnTo>
                <a:lnTo>
                  <a:pt x="50269" y="6075"/>
                </a:lnTo>
                <a:lnTo>
                  <a:pt x="49118" y="7124"/>
                </a:lnTo>
                <a:lnTo>
                  <a:pt x="48311" y="7851"/>
                </a:lnTo>
                <a:lnTo>
                  <a:pt x="47524" y="8597"/>
                </a:lnTo>
                <a:lnTo>
                  <a:pt x="47141" y="8981"/>
                </a:lnTo>
                <a:lnTo>
                  <a:pt x="46777" y="9364"/>
                </a:lnTo>
                <a:lnTo>
                  <a:pt x="46414" y="9747"/>
                </a:lnTo>
                <a:lnTo>
                  <a:pt x="46071" y="10151"/>
                </a:lnTo>
                <a:lnTo>
                  <a:pt x="45748" y="10555"/>
                </a:lnTo>
                <a:lnTo>
                  <a:pt x="45446" y="10978"/>
                </a:lnTo>
                <a:lnTo>
                  <a:pt x="45163" y="11422"/>
                </a:lnTo>
                <a:lnTo>
                  <a:pt x="44901" y="11866"/>
                </a:lnTo>
                <a:lnTo>
                  <a:pt x="44658" y="12331"/>
                </a:lnTo>
                <a:lnTo>
                  <a:pt x="44457" y="12795"/>
                </a:lnTo>
                <a:lnTo>
                  <a:pt x="44295" y="13299"/>
                </a:lnTo>
                <a:lnTo>
                  <a:pt x="44154" y="13804"/>
                </a:lnTo>
                <a:lnTo>
                  <a:pt x="44093" y="14127"/>
                </a:lnTo>
                <a:lnTo>
                  <a:pt x="44033" y="14449"/>
                </a:lnTo>
                <a:lnTo>
                  <a:pt x="43972" y="15095"/>
                </a:lnTo>
                <a:lnTo>
                  <a:pt x="43932" y="15761"/>
                </a:lnTo>
                <a:lnTo>
                  <a:pt x="43912" y="16407"/>
                </a:lnTo>
                <a:lnTo>
                  <a:pt x="43871" y="17194"/>
                </a:lnTo>
                <a:lnTo>
                  <a:pt x="43811" y="17981"/>
                </a:lnTo>
                <a:lnTo>
                  <a:pt x="43771" y="18385"/>
                </a:lnTo>
                <a:lnTo>
                  <a:pt x="43710" y="18768"/>
                </a:lnTo>
                <a:lnTo>
                  <a:pt x="43609" y="19151"/>
                </a:lnTo>
                <a:lnTo>
                  <a:pt x="43508" y="19535"/>
                </a:lnTo>
                <a:lnTo>
                  <a:pt x="43306" y="20039"/>
                </a:lnTo>
                <a:lnTo>
                  <a:pt x="43064" y="20544"/>
                </a:lnTo>
                <a:lnTo>
                  <a:pt x="42782" y="21028"/>
                </a:lnTo>
                <a:lnTo>
                  <a:pt x="42459" y="21492"/>
                </a:lnTo>
                <a:lnTo>
                  <a:pt x="42096" y="21936"/>
                </a:lnTo>
                <a:lnTo>
                  <a:pt x="41692" y="22360"/>
                </a:lnTo>
                <a:lnTo>
                  <a:pt x="41248" y="22764"/>
                </a:lnTo>
                <a:lnTo>
                  <a:pt x="40784" y="23127"/>
                </a:lnTo>
                <a:lnTo>
                  <a:pt x="40300" y="23470"/>
                </a:lnTo>
                <a:lnTo>
                  <a:pt x="39795" y="23773"/>
                </a:lnTo>
                <a:lnTo>
                  <a:pt x="39270" y="24035"/>
                </a:lnTo>
                <a:lnTo>
                  <a:pt x="38746" y="24277"/>
                </a:lnTo>
                <a:lnTo>
                  <a:pt x="38181" y="24479"/>
                </a:lnTo>
                <a:lnTo>
                  <a:pt x="37636" y="24640"/>
                </a:lnTo>
                <a:lnTo>
                  <a:pt x="37071" y="24782"/>
                </a:lnTo>
                <a:lnTo>
                  <a:pt x="36506" y="24862"/>
                </a:lnTo>
                <a:lnTo>
                  <a:pt x="34790" y="25125"/>
                </a:lnTo>
                <a:lnTo>
                  <a:pt x="32894" y="25387"/>
                </a:lnTo>
                <a:lnTo>
                  <a:pt x="30250" y="25791"/>
                </a:lnTo>
                <a:lnTo>
                  <a:pt x="27485" y="26174"/>
                </a:lnTo>
                <a:lnTo>
                  <a:pt x="26093" y="26356"/>
                </a:lnTo>
                <a:lnTo>
                  <a:pt x="24680" y="26517"/>
                </a:lnTo>
                <a:lnTo>
                  <a:pt x="23247" y="26679"/>
                </a:lnTo>
                <a:lnTo>
                  <a:pt x="21855" y="26800"/>
                </a:lnTo>
                <a:lnTo>
                  <a:pt x="20564" y="26901"/>
                </a:lnTo>
                <a:lnTo>
                  <a:pt x="19252" y="26961"/>
                </a:lnTo>
                <a:lnTo>
                  <a:pt x="17900" y="26981"/>
                </a:lnTo>
                <a:lnTo>
                  <a:pt x="16548" y="26961"/>
                </a:lnTo>
                <a:lnTo>
                  <a:pt x="15175" y="26901"/>
                </a:lnTo>
                <a:lnTo>
                  <a:pt x="13783" y="26820"/>
                </a:lnTo>
                <a:lnTo>
                  <a:pt x="12370" y="26699"/>
                </a:lnTo>
                <a:lnTo>
                  <a:pt x="10958" y="26558"/>
                </a:lnTo>
                <a:lnTo>
                  <a:pt x="10837" y="26537"/>
                </a:lnTo>
                <a:lnTo>
                  <a:pt x="9626" y="26396"/>
                </a:lnTo>
                <a:lnTo>
                  <a:pt x="8334" y="26214"/>
                </a:lnTo>
                <a:lnTo>
                  <a:pt x="7648" y="26093"/>
                </a:lnTo>
                <a:lnTo>
                  <a:pt x="6962" y="25972"/>
                </a:lnTo>
                <a:lnTo>
                  <a:pt x="6276" y="25851"/>
                </a:lnTo>
                <a:lnTo>
                  <a:pt x="5590" y="25690"/>
                </a:lnTo>
                <a:lnTo>
                  <a:pt x="4924" y="25508"/>
                </a:lnTo>
                <a:lnTo>
                  <a:pt x="4258" y="25327"/>
                </a:lnTo>
                <a:lnTo>
                  <a:pt x="3612" y="25105"/>
                </a:lnTo>
                <a:lnTo>
                  <a:pt x="3007" y="24862"/>
                </a:lnTo>
                <a:lnTo>
                  <a:pt x="2422" y="24580"/>
                </a:lnTo>
                <a:lnTo>
                  <a:pt x="1877" y="24277"/>
                </a:lnTo>
                <a:lnTo>
                  <a:pt x="1614" y="24136"/>
                </a:lnTo>
                <a:lnTo>
                  <a:pt x="1372" y="23954"/>
                </a:lnTo>
                <a:lnTo>
                  <a:pt x="1130" y="23773"/>
                </a:lnTo>
                <a:lnTo>
                  <a:pt x="908" y="23591"/>
                </a:lnTo>
                <a:lnTo>
                  <a:pt x="727" y="23409"/>
                </a:lnTo>
                <a:lnTo>
                  <a:pt x="545" y="23208"/>
                </a:lnTo>
                <a:lnTo>
                  <a:pt x="404" y="23026"/>
                </a:lnTo>
                <a:lnTo>
                  <a:pt x="283" y="22824"/>
                </a:lnTo>
                <a:lnTo>
                  <a:pt x="202" y="22643"/>
                </a:lnTo>
                <a:lnTo>
                  <a:pt x="121" y="22441"/>
                </a:lnTo>
                <a:lnTo>
                  <a:pt x="101" y="22239"/>
                </a:lnTo>
                <a:lnTo>
                  <a:pt x="81" y="22037"/>
                </a:lnTo>
                <a:lnTo>
                  <a:pt x="101" y="21815"/>
                </a:lnTo>
                <a:lnTo>
                  <a:pt x="141" y="21593"/>
                </a:lnTo>
                <a:lnTo>
                  <a:pt x="202" y="21371"/>
                </a:lnTo>
                <a:lnTo>
                  <a:pt x="303" y="21149"/>
                </a:lnTo>
                <a:lnTo>
                  <a:pt x="424" y="20947"/>
                </a:lnTo>
                <a:lnTo>
                  <a:pt x="565" y="20725"/>
                </a:lnTo>
                <a:lnTo>
                  <a:pt x="706" y="20524"/>
                </a:lnTo>
                <a:lnTo>
                  <a:pt x="888" y="20302"/>
                </a:lnTo>
                <a:lnTo>
                  <a:pt x="1251" y="19898"/>
                </a:lnTo>
                <a:lnTo>
                  <a:pt x="1675" y="19494"/>
                </a:lnTo>
                <a:lnTo>
                  <a:pt x="2099" y="19111"/>
                </a:lnTo>
                <a:lnTo>
                  <a:pt x="2543" y="18748"/>
                </a:lnTo>
                <a:lnTo>
                  <a:pt x="3168" y="18183"/>
                </a:lnTo>
                <a:lnTo>
                  <a:pt x="3451" y="17920"/>
                </a:lnTo>
                <a:lnTo>
                  <a:pt x="3713" y="17658"/>
                </a:lnTo>
                <a:lnTo>
                  <a:pt x="4641" y="16669"/>
                </a:lnTo>
                <a:lnTo>
                  <a:pt x="5570" y="15701"/>
                </a:lnTo>
                <a:lnTo>
                  <a:pt x="6498" y="14793"/>
                </a:lnTo>
                <a:lnTo>
                  <a:pt x="7426" y="13925"/>
                </a:lnTo>
                <a:lnTo>
                  <a:pt x="8375" y="13097"/>
                </a:lnTo>
                <a:lnTo>
                  <a:pt x="9323" y="12310"/>
                </a:lnTo>
                <a:lnTo>
                  <a:pt x="10272" y="11564"/>
                </a:lnTo>
                <a:lnTo>
                  <a:pt x="11240" y="10857"/>
                </a:lnTo>
                <a:lnTo>
                  <a:pt x="12370" y="10091"/>
                </a:lnTo>
                <a:lnTo>
                  <a:pt x="13521" y="9324"/>
                </a:lnTo>
                <a:lnTo>
                  <a:pt x="14711" y="8597"/>
                </a:lnTo>
                <a:lnTo>
                  <a:pt x="15922" y="7911"/>
                </a:lnTo>
                <a:lnTo>
                  <a:pt x="17153" y="7245"/>
                </a:lnTo>
                <a:lnTo>
                  <a:pt x="18424" y="6599"/>
                </a:lnTo>
                <a:lnTo>
                  <a:pt x="19716" y="5994"/>
                </a:lnTo>
                <a:lnTo>
                  <a:pt x="21028" y="5429"/>
                </a:lnTo>
                <a:lnTo>
                  <a:pt x="22380" y="4864"/>
                </a:lnTo>
                <a:lnTo>
                  <a:pt x="23752" y="4339"/>
                </a:lnTo>
                <a:lnTo>
                  <a:pt x="25165" y="3855"/>
                </a:lnTo>
                <a:lnTo>
                  <a:pt x="26597" y="3391"/>
                </a:lnTo>
                <a:lnTo>
                  <a:pt x="28050" y="2967"/>
                </a:lnTo>
                <a:lnTo>
                  <a:pt x="29544" y="2563"/>
                </a:lnTo>
                <a:lnTo>
                  <a:pt x="31037" y="2180"/>
                </a:lnTo>
                <a:lnTo>
                  <a:pt x="32591" y="1837"/>
                </a:lnTo>
                <a:lnTo>
                  <a:pt x="34145" y="1514"/>
                </a:lnTo>
                <a:lnTo>
                  <a:pt x="35739" y="1231"/>
                </a:lnTo>
                <a:lnTo>
                  <a:pt x="37374" y="989"/>
                </a:lnTo>
                <a:lnTo>
                  <a:pt x="39028" y="747"/>
                </a:lnTo>
                <a:lnTo>
                  <a:pt x="40723" y="566"/>
                </a:lnTo>
                <a:lnTo>
                  <a:pt x="42439" y="384"/>
                </a:lnTo>
                <a:lnTo>
                  <a:pt x="44194" y="243"/>
                </a:lnTo>
                <a:lnTo>
                  <a:pt x="45970" y="142"/>
                </a:lnTo>
                <a:lnTo>
                  <a:pt x="46656" y="101"/>
                </a:lnTo>
                <a:lnTo>
                  <a:pt x="47342" y="81"/>
                </a:lnTo>
                <a:close/>
                <a:moveTo>
                  <a:pt x="47302" y="1"/>
                </a:moveTo>
                <a:lnTo>
                  <a:pt x="46636" y="21"/>
                </a:lnTo>
                <a:lnTo>
                  <a:pt x="45970" y="61"/>
                </a:lnTo>
                <a:lnTo>
                  <a:pt x="44194" y="162"/>
                </a:lnTo>
                <a:lnTo>
                  <a:pt x="42439" y="303"/>
                </a:lnTo>
                <a:lnTo>
                  <a:pt x="40703" y="485"/>
                </a:lnTo>
                <a:lnTo>
                  <a:pt x="39028" y="666"/>
                </a:lnTo>
                <a:lnTo>
                  <a:pt x="37353" y="909"/>
                </a:lnTo>
                <a:lnTo>
                  <a:pt x="35739" y="1151"/>
                </a:lnTo>
                <a:lnTo>
                  <a:pt x="34145" y="1453"/>
                </a:lnTo>
                <a:lnTo>
                  <a:pt x="32571" y="1756"/>
                </a:lnTo>
                <a:lnTo>
                  <a:pt x="31017" y="2099"/>
                </a:lnTo>
                <a:lnTo>
                  <a:pt x="29523" y="2483"/>
                </a:lnTo>
                <a:lnTo>
                  <a:pt x="28030" y="2886"/>
                </a:lnTo>
                <a:lnTo>
                  <a:pt x="26577" y="3310"/>
                </a:lnTo>
                <a:lnTo>
                  <a:pt x="25144" y="3774"/>
                </a:lnTo>
                <a:lnTo>
                  <a:pt x="23732" y="4279"/>
                </a:lnTo>
                <a:lnTo>
                  <a:pt x="22339" y="4803"/>
                </a:lnTo>
                <a:lnTo>
                  <a:pt x="20987" y="5348"/>
                </a:lnTo>
                <a:lnTo>
                  <a:pt x="19676" y="5933"/>
                </a:lnTo>
                <a:lnTo>
                  <a:pt x="18384" y="6539"/>
                </a:lnTo>
                <a:lnTo>
                  <a:pt x="17113" y="7164"/>
                </a:lnTo>
                <a:lnTo>
                  <a:pt x="15882" y="7830"/>
                </a:lnTo>
                <a:lnTo>
                  <a:pt x="14671" y="8537"/>
                </a:lnTo>
                <a:lnTo>
                  <a:pt x="13480" y="9263"/>
                </a:lnTo>
                <a:lnTo>
                  <a:pt x="12330" y="10010"/>
                </a:lnTo>
                <a:lnTo>
                  <a:pt x="11200" y="10797"/>
                </a:lnTo>
                <a:lnTo>
                  <a:pt x="10231" y="11503"/>
                </a:lnTo>
                <a:lnTo>
                  <a:pt x="9263" y="12250"/>
                </a:lnTo>
                <a:lnTo>
                  <a:pt x="8314" y="13037"/>
                </a:lnTo>
                <a:lnTo>
                  <a:pt x="7386" y="13864"/>
                </a:lnTo>
                <a:lnTo>
                  <a:pt x="6438" y="14732"/>
                </a:lnTo>
                <a:lnTo>
                  <a:pt x="5509" y="15640"/>
                </a:lnTo>
                <a:lnTo>
                  <a:pt x="4581" y="16609"/>
                </a:lnTo>
                <a:lnTo>
                  <a:pt x="3653" y="17598"/>
                </a:lnTo>
                <a:lnTo>
                  <a:pt x="3390" y="17860"/>
                </a:lnTo>
                <a:lnTo>
                  <a:pt x="3108" y="18122"/>
                </a:lnTo>
                <a:lnTo>
                  <a:pt x="2482" y="18687"/>
                </a:lnTo>
                <a:lnTo>
                  <a:pt x="2038" y="19051"/>
                </a:lnTo>
                <a:lnTo>
                  <a:pt x="1614" y="19454"/>
                </a:lnTo>
                <a:lnTo>
                  <a:pt x="1191" y="19858"/>
                </a:lnTo>
                <a:lnTo>
                  <a:pt x="807" y="20261"/>
                </a:lnTo>
                <a:lnTo>
                  <a:pt x="646" y="20483"/>
                </a:lnTo>
                <a:lnTo>
                  <a:pt x="484" y="20685"/>
                </a:lnTo>
                <a:lnTo>
                  <a:pt x="343" y="20907"/>
                </a:lnTo>
                <a:lnTo>
                  <a:pt x="222" y="21129"/>
                </a:lnTo>
                <a:lnTo>
                  <a:pt x="141" y="21351"/>
                </a:lnTo>
                <a:lnTo>
                  <a:pt x="61" y="21573"/>
                </a:lnTo>
                <a:lnTo>
                  <a:pt x="20" y="21795"/>
                </a:lnTo>
                <a:lnTo>
                  <a:pt x="0" y="22037"/>
                </a:lnTo>
                <a:lnTo>
                  <a:pt x="20" y="22239"/>
                </a:lnTo>
                <a:lnTo>
                  <a:pt x="61" y="22441"/>
                </a:lnTo>
                <a:lnTo>
                  <a:pt x="121" y="22663"/>
                </a:lnTo>
                <a:lnTo>
                  <a:pt x="222" y="22865"/>
                </a:lnTo>
                <a:lnTo>
                  <a:pt x="343" y="23066"/>
                </a:lnTo>
                <a:lnTo>
                  <a:pt x="484" y="23268"/>
                </a:lnTo>
                <a:lnTo>
                  <a:pt x="666" y="23470"/>
                </a:lnTo>
                <a:lnTo>
                  <a:pt x="868" y="23652"/>
                </a:lnTo>
                <a:lnTo>
                  <a:pt x="1090" y="23833"/>
                </a:lnTo>
                <a:lnTo>
                  <a:pt x="1312" y="24015"/>
                </a:lnTo>
                <a:lnTo>
                  <a:pt x="1574" y="24196"/>
                </a:lnTo>
                <a:lnTo>
                  <a:pt x="1836" y="24358"/>
                </a:lnTo>
                <a:lnTo>
                  <a:pt x="2381" y="24661"/>
                </a:lnTo>
                <a:lnTo>
                  <a:pt x="2967" y="24923"/>
                </a:lnTo>
                <a:lnTo>
                  <a:pt x="3592" y="25165"/>
                </a:lnTo>
                <a:lnTo>
                  <a:pt x="4218" y="25387"/>
                </a:lnTo>
                <a:lnTo>
                  <a:pt x="4884" y="25589"/>
                </a:lnTo>
                <a:lnTo>
                  <a:pt x="5570" y="25770"/>
                </a:lnTo>
                <a:lnTo>
                  <a:pt x="6256" y="25912"/>
                </a:lnTo>
                <a:lnTo>
                  <a:pt x="6942" y="26053"/>
                </a:lnTo>
                <a:lnTo>
                  <a:pt x="7628" y="26174"/>
                </a:lnTo>
                <a:lnTo>
                  <a:pt x="8314" y="26295"/>
                </a:lnTo>
                <a:lnTo>
                  <a:pt x="9606" y="26477"/>
                </a:lnTo>
                <a:lnTo>
                  <a:pt x="10817" y="26618"/>
                </a:lnTo>
                <a:lnTo>
                  <a:pt x="10938" y="26638"/>
                </a:lnTo>
                <a:lnTo>
                  <a:pt x="11826" y="26739"/>
                </a:lnTo>
                <a:lnTo>
                  <a:pt x="12693" y="26820"/>
                </a:lnTo>
                <a:lnTo>
                  <a:pt x="13561" y="26880"/>
                </a:lnTo>
                <a:lnTo>
                  <a:pt x="14429" y="26941"/>
                </a:lnTo>
                <a:lnTo>
                  <a:pt x="15276" y="27001"/>
                </a:lnTo>
                <a:lnTo>
                  <a:pt x="16124" y="27022"/>
                </a:lnTo>
                <a:lnTo>
                  <a:pt x="16971" y="27042"/>
                </a:lnTo>
                <a:lnTo>
                  <a:pt x="17799" y="27062"/>
                </a:lnTo>
                <a:lnTo>
                  <a:pt x="18828" y="27042"/>
                </a:lnTo>
                <a:lnTo>
                  <a:pt x="19857" y="27022"/>
                </a:lnTo>
                <a:lnTo>
                  <a:pt x="20866" y="26961"/>
                </a:lnTo>
                <a:lnTo>
                  <a:pt x="21855" y="26880"/>
                </a:lnTo>
                <a:lnTo>
                  <a:pt x="23268" y="26759"/>
                </a:lnTo>
                <a:lnTo>
                  <a:pt x="24680" y="26598"/>
                </a:lnTo>
                <a:lnTo>
                  <a:pt x="26093" y="26436"/>
                </a:lnTo>
                <a:lnTo>
                  <a:pt x="27505" y="26255"/>
                </a:lnTo>
                <a:lnTo>
                  <a:pt x="30270" y="25871"/>
                </a:lnTo>
                <a:lnTo>
                  <a:pt x="32914" y="25468"/>
                </a:lnTo>
                <a:lnTo>
                  <a:pt x="34790" y="25205"/>
                </a:lnTo>
                <a:lnTo>
                  <a:pt x="36506" y="24943"/>
                </a:lnTo>
                <a:lnTo>
                  <a:pt x="37091" y="24862"/>
                </a:lnTo>
                <a:lnTo>
                  <a:pt x="37656" y="24721"/>
                </a:lnTo>
                <a:lnTo>
                  <a:pt x="38221" y="24539"/>
                </a:lnTo>
                <a:lnTo>
                  <a:pt x="38766" y="24338"/>
                </a:lnTo>
                <a:lnTo>
                  <a:pt x="39311" y="24096"/>
                </a:lnTo>
                <a:lnTo>
                  <a:pt x="39835" y="23833"/>
                </a:lnTo>
                <a:lnTo>
                  <a:pt x="40340" y="23530"/>
                </a:lnTo>
                <a:lnTo>
                  <a:pt x="40824" y="23208"/>
                </a:lnTo>
                <a:lnTo>
                  <a:pt x="41309" y="22824"/>
                </a:lnTo>
                <a:lnTo>
                  <a:pt x="41753" y="22421"/>
                </a:lnTo>
                <a:lnTo>
                  <a:pt x="42156" y="21977"/>
                </a:lnTo>
                <a:lnTo>
                  <a:pt x="42540" y="21533"/>
                </a:lnTo>
                <a:lnTo>
                  <a:pt x="42862" y="21069"/>
                </a:lnTo>
                <a:lnTo>
                  <a:pt x="43145" y="20584"/>
                </a:lnTo>
                <a:lnTo>
                  <a:pt x="43387" y="20080"/>
                </a:lnTo>
                <a:lnTo>
                  <a:pt x="43589" y="19555"/>
                </a:lnTo>
                <a:lnTo>
                  <a:pt x="43690" y="19172"/>
                </a:lnTo>
                <a:lnTo>
                  <a:pt x="43771" y="18788"/>
                </a:lnTo>
                <a:lnTo>
                  <a:pt x="43851" y="18385"/>
                </a:lnTo>
                <a:lnTo>
                  <a:pt x="43892" y="18001"/>
                </a:lnTo>
                <a:lnTo>
                  <a:pt x="43952" y="17194"/>
                </a:lnTo>
                <a:lnTo>
                  <a:pt x="43993" y="16407"/>
                </a:lnTo>
                <a:lnTo>
                  <a:pt x="44013" y="15761"/>
                </a:lnTo>
                <a:lnTo>
                  <a:pt x="44053" y="15115"/>
                </a:lnTo>
                <a:lnTo>
                  <a:pt x="44114" y="14449"/>
                </a:lnTo>
                <a:lnTo>
                  <a:pt x="44174" y="14147"/>
                </a:lnTo>
                <a:lnTo>
                  <a:pt x="44235" y="13824"/>
                </a:lnTo>
                <a:lnTo>
                  <a:pt x="44376" y="13319"/>
                </a:lnTo>
                <a:lnTo>
                  <a:pt x="44537" y="12815"/>
                </a:lnTo>
                <a:lnTo>
                  <a:pt x="44739" y="12351"/>
                </a:lnTo>
                <a:lnTo>
                  <a:pt x="44981" y="11887"/>
                </a:lnTo>
                <a:lnTo>
                  <a:pt x="45224" y="11443"/>
                </a:lnTo>
                <a:lnTo>
                  <a:pt x="45506" y="11019"/>
                </a:lnTo>
                <a:lnTo>
                  <a:pt x="45809" y="10595"/>
                </a:lnTo>
                <a:lnTo>
                  <a:pt x="46152" y="10191"/>
                </a:lnTo>
                <a:lnTo>
                  <a:pt x="46475" y="9788"/>
                </a:lnTo>
                <a:lnTo>
                  <a:pt x="46838" y="9404"/>
                </a:lnTo>
                <a:lnTo>
                  <a:pt x="47201" y="9021"/>
                </a:lnTo>
                <a:lnTo>
                  <a:pt x="47585" y="8658"/>
                </a:lnTo>
                <a:lnTo>
                  <a:pt x="48372" y="7911"/>
                </a:lnTo>
                <a:lnTo>
                  <a:pt x="49159" y="7185"/>
                </a:lnTo>
                <a:lnTo>
                  <a:pt x="50329" y="6135"/>
                </a:lnTo>
                <a:lnTo>
                  <a:pt x="50894" y="5590"/>
                </a:lnTo>
                <a:lnTo>
                  <a:pt x="51459" y="5025"/>
                </a:lnTo>
                <a:lnTo>
                  <a:pt x="51742" y="4702"/>
                </a:lnTo>
                <a:lnTo>
                  <a:pt x="52024" y="4359"/>
                </a:lnTo>
                <a:lnTo>
                  <a:pt x="52266" y="3976"/>
                </a:lnTo>
                <a:lnTo>
                  <a:pt x="52387" y="3774"/>
                </a:lnTo>
                <a:lnTo>
                  <a:pt x="52468" y="3572"/>
                </a:lnTo>
                <a:lnTo>
                  <a:pt x="52569" y="3371"/>
                </a:lnTo>
                <a:lnTo>
                  <a:pt x="52630" y="3169"/>
                </a:lnTo>
                <a:lnTo>
                  <a:pt x="52670" y="2947"/>
                </a:lnTo>
                <a:lnTo>
                  <a:pt x="52710" y="2745"/>
                </a:lnTo>
                <a:lnTo>
                  <a:pt x="52710" y="2523"/>
                </a:lnTo>
                <a:lnTo>
                  <a:pt x="52690" y="2321"/>
                </a:lnTo>
                <a:lnTo>
                  <a:pt x="52650" y="2099"/>
                </a:lnTo>
                <a:lnTo>
                  <a:pt x="52569" y="1897"/>
                </a:lnTo>
                <a:lnTo>
                  <a:pt x="52468" y="1716"/>
                </a:lnTo>
                <a:lnTo>
                  <a:pt x="52367" y="1534"/>
                </a:lnTo>
                <a:lnTo>
                  <a:pt x="52226" y="1373"/>
                </a:lnTo>
                <a:lnTo>
                  <a:pt x="52065" y="1211"/>
                </a:lnTo>
                <a:lnTo>
                  <a:pt x="51883" y="1070"/>
                </a:lnTo>
                <a:lnTo>
                  <a:pt x="51661" y="909"/>
                </a:lnTo>
                <a:lnTo>
                  <a:pt x="51439" y="788"/>
                </a:lnTo>
                <a:lnTo>
                  <a:pt x="51197" y="666"/>
                </a:lnTo>
                <a:lnTo>
                  <a:pt x="50894" y="525"/>
                </a:lnTo>
                <a:lnTo>
                  <a:pt x="50571" y="424"/>
                </a:lnTo>
                <a:lnTo>
                  <a:pt x="50269" y="323"/>
                </a:lnTo>
                <a:lnTo>
                  <a:pt x="49946" y="243"/>
                </a:lnTo>
                <a:lnTo>
                  <a:pt x="49623" y="182"/>
                </a:lnTo>
                <a:lnTo>
                  <a:pt x="49300" y="122"/>
                </a:lnTo>
                <a:lnTo>
                  <a:pt x="48654" y="41"/>
                </a:lnTo>
                <a:lnTo>
                  <a:pt x="4798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3" name="Google Shape;5543;p69"/>
          <p:cNvSpPr/>
          <p:nvPr/>
        </p:nvSpPr>
        <p:spPr>
          <a:xfrm flipH="1">
            <a:off x="1814668" y="602606"/>
            <a:ext cx="262933" cy="275344"/>
          </a:xfrm>
          <a:custGeom>
            <a:rect b="b" l="l" r="r" t="t"/>
            <a:pathLst>
              <a:path extrusionOk="0" h="4925" w="4703">
                <a:moveTo>
                  <a:pt x="1938" y="81"/>
                </a:moveTo>
                <a:lnTo>
                  <a:pt x="2160" y="122"/>
                </a:lnTo>
                <a:lnTo>
                  <a:pt x="2382" y="182"/>
                </a:lnTo>
                <a:lnTo>
                  <a:pt x="2604" y="283"/>
                </a:lnTo>
                <a:lnTo>
                  <a:pt x="2785" y="384"/>
                </a:lnTo>
                <a:lnTo>
                  <a:pt x="2967" y="505"/>
                </a:lnTo>
                <a:lnTo>
                  <a:pt x="3129" y="626"/>
                </a:lnTo>
                <a:lnTo>
                  <a:pt x="3411" y="889"/>
                </a:lnTo>
                <a:lnTo>
                  <a:pt x="3613" y="1111"/>
                </a:lnTo>
                <a:lnTo>
                  <a:pt x="3794" y="1353"/>
                </a:lnTo>
                <a:lnTo>
                  <a:pt x="3976" y="1595"/>
                </a:lnTo>
                <a:lnTo>
                  <a:pt x="4117" y="1857"/>
                </a:lnTo>
                <a:lnTo>
                  <a:pt x="4259" y="2120"/>
                </a:lnTo>
                <a:lnTo>
                  <a:pt x="4380" y="2402"/>
                </a:lnTo>
                <a:lnTo>
                  <a:pt x="4460" y="2685"/>
                </a:lnTo>
                <a:lnTo>
                  <a:pt x="4541" y="2967"/>
                </a:lnTo>
                <a:lnTo>
                  <a:pt x="4602" y="3330"/>
                </a:lnTo>
                <a:lnTo>
                  <a:pt x="4622" y="3472"/>
                </a:lnTo>
                <a:lnTo>
                  <a:pt x="4622" y="3633"/>
                </a:lnTo>
                <a:lnTo>
                  <a:pt x="4602" y="3774"/>
                </a:lnTo>
                <a:lnTo>
                  <a:pt x="4561" y="3895"/>
                </a:lnTo>
                <a:lnTo>
                  <a:pt x="4521" y="4016"/>
                </a:lnTo>
                <a:lnTo>
                  <a:pt x="4481" y="4138"/>
                </a:lnTo>
                <a:lnTo>
                  <a:pt x="4380" y="4279"/>
                </a:lnTo>
                <a:lnTo>
                  <a:pt x="4238" y="4400"/>
                </a:lnTo>
                <a:lnTo>
                  <a:pt x="4097" y="4521"/>
                </a:lnTo>
                <a:lnTo>
                  <a:pt x="3916" y="4622"/>
                </a:lnTo>
                <a:lnTo>
                  <a:pt x="3673" y="4723"/>
                </a:lnTo>
                <a:lnTo>
                  <a:pt x="3431" y="4783"/>
                </a:lnTo>
                <a:lnTo>
                  <a:pt x="3189" y="4844"/>
                </a:lnTo>
                <a:lnTo>
                  <a:pt x="2685" y="4844"/>
                </a:lnTo>
                <a:lnTo>
                  <a:pt x="2442" y="4804"/>
                </a:lnTo>
                <a:lnTo>
                  <a:pt x="2200" y="4723"/>
                </a:lnTo>
                <a:lnTo>
                  <a:pt x="1958" y="4622"/>
                </a:lnTo>
                <a:lnTo>
                  <a:pt x="1676" y="4460"/>
                </a:lnTo>
                <a:lnTo>
                  <a:pt x="1393" y="4238"/>
                </a:lnTo>
                <a:lnTo>
                  <a:pt x="1111" y="3976"/>
                </a:lnTo>
                <a:lnTo>
                  <a:pt x="868" y="3694"/>
                </a:lnTo>
                <a:lnTo>
                  <a:pt x="646" y="3391"/>
                </a:lnTo>
                <a:lnTo>
                  <a:pt x="445" y="3068"/>
                </a:lnTo>
                <a:lnTo>
                  <a:pt x="283" y="2725"/>
                </a:lnTo>
                <a:lnTo>
                  <a:pt x="162" y="2382"/>
                </a:lnTo>
                <a:lnTo>
                  <a:pt x="122" y="2160"/>
                </a:lnTo>
                <a:lnTo>
                  <a:pt x="81" y="1958"/>
                </a:lnTo>
                <a:lnTo>
                  <a:pt x="81" y="1756"/>
                </a:lnTo>
                <a:lnTo>
                  <a:pt x="81" y="1555"/>
                </a:lnTo>
                <a:lnTo>
                  <a:pt x="122" y="1373"/>
                </a:lnTo>
                <a:lnTo>
                  <a:pt x="162" y="1191"/>
                </a:lnTo>
                <a:lnTo>
                  <a:pt x="243" y="1010"/>
                </a:lnTo>
                <a:lnTo>
                  <a:pt x="323" y="848"/>
                </a:lnTo>
                <a:lnTo>
                  <a:pt x="445" y="687"/>
                </a:lnTo>
                <a:lnTo>
                  <a:pt x="606" y="525"/>
                </a:lnTo>
                <a:lnTo>
                  <a:pt x="767" y="404"/>
                </a:lnTo>
                <a:lnTo>
                  <a:pt x="949" y="283"/>
                </a:lnTo>
                <a:lnTo>
                  <a:pt x="1151" y="202"/>
                </a:lnTo>
                <a:lnTo>
                  <a:pt x="1353" y="122"/>
                </a:lnTo>
                <a:lnTo>
                  <a:pt x="1554" y="81"/>
                </a:lnTo>
                <a:close/>
                <a:moveTo>
                  <a:pt x="1696" y="1"/>
                </a:moveTo>
                <a:lnTo>
                  <a:pt x="1454" y="21"/>
                </a:lnTo>
                <a:lnTo>
                  <a:pt x="1211" y="81"/>
                </a:lnTo>
                <a:lnTo>
                  <a:pt x="989" y="182"/>
                </a:lnTo>
                <a:lnTo>
                  <a:pt x="767" y="303"/>
                </a:lnTo>
                <a:lnTo>
                  <a:pt x="586" y="445"/>
                </a:lnTo>
                <a:lnTo>
                  <a:pt x="404" y="626"/>
                </a:lnTo>
                <a:lnTo>
                  <a:pt x="263" y="808"/>
                </a:lnTo>
                <a:lnTo>
                  <a:pt x="162" y="989"/>
                </a:lnTo>
                <a:lnTo>
                  <a:pt x="81" y="1171"/>
                </a:lnTo>
                <a:lnTo>
                  <a:pt x="41" y="1353"/>
                </a:lnTo>
                <a:lnTo>
                  <a:pt x="1" y="1555"/>
                </a:lnTo>
                <a:lnTo>
                  <a:pt x="1" y="1756"/>
                </a:lnTo>
                <a:lnTo>
                  <a:pt x="1" y="1958"/>
                </a:lnTo>
                <a:lnTo>
                  <a:pt x="41" y="2180"/>
                </a:lnTo>
                <a:lnTo>
                  <a:pt x="81" y="2402"/>
                </a:lnTo>
                <a:lnTo>
                  <a:pt x="202" y="2745"/>
                </a:lnTo>
                <a:lnTo>
                  <a:pt x="364" y="3088"/>
                </a:lnTo>
                <a:lnTo>
                  <a:pt x="566" y="3431"/>
                </a:lnTo>
                <a:lnTo>
                  <a:pt x="808" y="3754"/>
                </a:lnTo>
                <a:lnTo>
                  <a:pt x="1050" y="4037"/>
                </a:lnTo>
                <a:lnTo>
                  <a:pt x="1332" y="4299"/>
                </a:lnTo>
                <a:lnTo>
                  <a:pt x="1635" y="4521"/>
                </a:lnTo>
                <a:lnTo>
                  <a:pt x="1938" y="4703"/>
                </a:lnTo>
                <a:lnTo>
                  <a:pt x="2160" y="4804"/>
                </a:lnTo>
                <a:lnTo>
                  <a:pt x="2422" y="4864"/>
                </a:lnTo>
                <a:lnTo>
                  <a:pt x="2664" y="4925"/>
                </a:lnTo>
                <a:lnTo>
                  <a:pt x="3189" y="4925"/>
                </a:lnTo>
                <a:lnTo>
                  <a:pt x="3451" y="4864"/>
                </a:lnTo>
                <a:lnTo>
                  <a:pt x="3714" y="4804"/>
                </a:lnTo>
                <a:lnTo>
                  <a:pt x="3956" y="4682"/>
                </a:lnTo>
                <a:lnTo>
                  <a:pt x="4138" y="4582"/>
                </a:lnTo>
                <a:lnTo>
                  <a:pt x="4299" y="4460"/>
                </a:lnTo>
                <a:lnTo>
                  <a:pt x="4440" y="4319"/>
                </a:lnTo>
                <a:lnTo>
                  <a:pt x="4541" y="4178"/>
                </a:lnTo>
                <a:lnTo>
                  <a:pt x="4602" y="4057"/>
                </a:lnTo>
                <a:lnTo>
                  <a:pt x="4642" y="3916"/>
                </a:lnTo>
                <a:lnTo>
                  <a:pt x="4682" y="3795"/>
                </a:lnTo>
                <a:lnTo>
                  <a:pt x="4703" y="3633"/>
                </a:lnTo>
                <a:lnTo>
                  <a:pt x="4703" y="3492"/>
                </a:lnTo>
                <a:lnTo>
                  <a:pt x="4682" y="3310"/>
                </a:lnTo>
                <a:lnTo>
                  <a:pt x="4622" y="2947"/>
                </a:lnTo>
                <a:lnTo>
                  <a:pt x="4541" y="2664"/>
                </a:lnTo>
                <a:lnTo>
                  <a:pt x="4440" y="2362"/>
                </a:lnTo>
                <a:lnTo>
                  <a:pt x="4339" y="2099"/>
                </a:lnTo>
                <a:lnTo>
                  <a:pt x="4198" y="1817"/>
                </a:lnTo>
                <a:lnTo>
                  <a:pt x="4037" y="1555"/>
                </a:lnTo>
                <a:lnTo>
                  <a:pt x="3855" y="1312"/>
                </a:lnTo>
                <a:lnTo>
                  <a:pt x="3673" y="1070"/>
                </a:lnTo>
                <a:lnTo>
                  <a:pt x="3472" y="828"/>
                </a:lnTo>
                <a:lnTo>
                  <a:pt x="3189" y="566"/>
                </a:lnTo>
                <a:lnTo>
                  <a:pt x="3007" y="445"/>
                </a:lnTo>
                <a:lnTo>
                  <a:pt x="2826" y="324"/>
                </a:lnTo>
                <a:lnTo>
                  <a:pt x="2624" y="202"/>
                </a:lnTo>
                <a:lnTo>
                  <a:pt x="2422" y="102"/>
                </a:lnTo>
                <a:lnTo>
                  <a:pt x="2180" y="41"/>
                </a:lnTo>
                <a:lnTo>
                  <a:pt x="19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4" name="Google Shape;5544;p69"/>
          <p:cNvSpPr/>
          <p:nvPr/>
        </p:nvSpPr>
        <p:spPr>
          <a:xfrm>
            <a:off x="-1497457" y="3670008"/>
            <a:ext cx="2259893" cy="1045918"/>
          </a:xfrm>
          <a:custGeom>
            <a:rect b="b" l="l" r="r" t="t"/>
            <a:pathLst>
              <a:path extrusionOk="0" h="18708" w="40422">
                <a:moveTo>
                  <a:pt x="37434" y="81"/>
                </a:moveTo>
                <a:lnTo>
                  <a:pt x="37919" y="101"/>
                </a:lnTo>
                <a:lnTo>
                  <a:pt x="38403" y="162"/>
                </a:lnTo>
                <a:lnTo>
                  <a:pt x="38887" y="263"/>
                </a:lnTo>
                <a:lnTo>
                  <a:pt x="39372" y="384"/>
                </a:lnTo>
                <a:lnTo>
                  <a:pt x="39634" y="485"/>
                </a:lnTo>
                <a:lnTo>
                  <a:pt x="39796" y="566"/>
                </a:lnTo>
                <a:lnTo>
                  <a:pt x="39957" y="666"/>
                </a:lnTo>
                <a:lnTo>
                  <a:pt x="40098" y="808"/>
                </a:lnTo>
                <a:lnTo>
                  <a:pt x="40219" y="949"/>
                </a:lnTo>
                <a:lnTo>
                  <a:pt x="40260" y="1030"/>
                </a:lnTo>
                <a:lnTo>
                  <a:pt x="40300" y="1110"/>
                </a:lnTo>
                <a:lnTo>
                  <a:pt x="40320" y="1211"/>
                </a:lnTo>
                <a:lnTo>
                  <a:pt x="40340" y="1292"/>
                </a:lnTo>
                <a:lnTo>
                  <a:pt x="40320" y="1413"/>
                </a:lnTo>
                <a:lnTo>
                  <a:pt x="40300" y="1534"/>
                </a:lnTo>
                <a:lnTo>
                  <a:pt x="40260" y="1655"/>
                </a:lnTo>
                <a:lnTo>
                  <a:pt x="40199" y="1756"/>
                </a:lnTo>
                <a:lnTo>
                  <a:pt x="40058" y="1958"/>
                </a:lnTo>
                <a:lnTo>
                  <a:pt x="39876" y="2160"/>
                </a:lnTo>
                <a:lnTo>
                  <a:pt x="39513" y="2523"/>
                </a:lnTo>
                <a:lnTo>
                  <a:pt x="39130" y="2886"/>
                </a:lnTo>
                <a:lnTo>
                  <a:pt x="38322" y="3572"/>
                </a:lnTo>
                <a:lnTo>
                  <a:pt x="37677" y="4117"/>
                </a:lnTo>
                <a:lnTo>
                  <a:pt x="37051" y="4682"/>
                </a:lnTo>
                <a:lnTo>
                  <a:pt x="36748" y="4985"/>
                </a:lnTo>
                <a:lnTo>
                  <a:pt x="36466" y="5308"/>
                </a:lnTo>
                <a:lnTo>
                  <a:pt x="36203" y="5631"/>
                </a:lnTo>
                <a:lnTo>
                  <a:pt x="35961" y="5974"/>
                </a:lnTo>
                <a:lnTo>
                  <a:pt x="35719" y="6337"/>
                </a:lnTo>
                <a:lnTo>
                  <a:pt x="35517" y="6700"/>
                </a:lnTo>
                <a:lnTo>
                  <a:pt x="35336" y="7084"/>
                </a:lnTo>
                <a:lnTo>
                  <a:pt x="35174" y="7467"/>
                </a:lnTo>
                <a:lnTo>
                  <a:pt x="34872" y="8254"/>
                </a:lnTo>
                <a:lnTo>
                  <a:pt x="34589" y="9041"/>
                </a:lnTo>
                <a:lnTo>
                  <a:pt x="34307" y="9869"/>
                </a:lnTo>
                <a:lnTo>
                  <a:pt x="34145" y="10292"/>
                </a:lnTo>
                <a:lnTo>
                  <a:pt x="33984" y="10696"/>
                </a:lnTo>
                <a:lnTo>
                  <a:pt x="33802" y="11100"/>
                </a:lnTo>
                <a:lnTo>
                  <a:pt x="33600" y="11503"/>
                </a:lnTo>
                <a:lnTo>
                  <a:pt x="33378" y="11887"/>
                </a:lnTo>
                <a:lnTo>
                  <a:pt x="33136" y="12250"/>
                </a:lnTo>
                <a:lnTo>
                  <a:pt x="32914" y="12512"/>
                </a:lnTo>
                <a:lnTo>
                  <a:pt x="32712" y="12754"/>
                </a:lnTo>
                <a:lnTo>
                  <a:pt x="32470" y="12996"/>
                </a:lnTo>
                <a:lnTo>
                  <a:pt x="32228" y="13239"/>
                </a:lnTo>
                <a:lnTo>
                  <a:pt x="31986" y="13440"/>
                </a:lnTo>
                <a:lnTo>
                  <a:pt x="31724" y="13642"/>
                </a:lnTo>
                <a:lnTo>
                  <a:pt x="31199" y="14026"/>
                </a:lnTo>
                <a:lnTo>
                  <a:pt x="30634" y="14369"/>
                </a:lnTo>
                <a:lnTo>
                  <a:pt x="30069" y="14692"/>
                </a:lnTo>
                <a:lnTo>
                  <a:pt x="29504" y="14954"/>
                </a:lnTo>
                <a:lnTo>
                  <a:pt x="28939" y="15216"/>
                </a:lnTo>
                <a:lnTo>
                  <a:pt x="27970" y="15640"/>
                </a:lnTo>
                <a:lnTo>
                  <a:pt x="26961" y="16024"/>
                </a:lnTo>
                <a:lnTo>
                  <a:pt x="25952" y="16387"/>
                </a:lnTo>
                <a:lnTo>
                  <a:pt x="24923" y="16730"/>
                </a:lnTo>
                <a:lnTo>
                  <a:pt x="23873" y="17033"/>
                </a:lnTo>
                <a:lnTo>
                  <a:pt x="22804" y="17315"/>
                </a:lnTo>
                <a:lnTo>
                  <a:pt x="21714" y="17557"/>
                </a:lnTo>
                <a:lnTo>
                  <a:pt x="20604" y="17799"/>
                </a:lnTo>
                <a:lnTo>
                  <a:pt x="19494" y="18001"/>
                </a:lnTo>
                <a:lnTo>
                  <a:pt x="18344" y="18163"/>
                </a:lnTo>
                <a:lnTo>
                  <a:pt x="17194" y="18304"/>
                </a:lnTo>
                <a:lnTo>
                  <a:pt x="16023" y="18425"/>
                </a:lnTo>
                <a:lnTo>
                  <a:pt x="14833" y="18526"/>
                </a:lnTo>
                <a:lnTo>
                  <a:pt x="13622" y="18586"/>
                </a:lnTo>
                <a:lnTo>
                  <a:pt x="12391" y="18607"/>
                </a:lnTo>
                <a:lnTo>
                  <a:pt x="11160" y="18627"/>
                </a:lnTo>
                <a:lnTo>
                  <a:pt x="10091" y="18607"/>
                </a:lnTo>
                <a:lnTo>
                  <a:pt x="8981" y="18566"/>
                </a:lnTo>
                <a:lnTo>
                  <a:pt x="7810" y="18465"/>
                </a:lnTo>
                <a:lnTo>
                  <a:pt x="7205" y="18405"/>
                </a:lnTo>
                <a:lnTo>
                  <a:pt x="6599" y="18324"/>
                </a:lnTo>
                <a:lnTo>
                  <a:pt x="5994" y="18243"/>
                </a:lnTo>
                <a:lnTo>
                  <a:pt x="5368" y="18122"/>
                </a:lnTo>
                <a:lnTo>
                  <a:pt x="4763" y="17981"/>
                </a:lnTo>
                <a:lnTo>
                  <a:pt x="4137" y="17840"/>
                </a:lnTo>
                <a:lnTo>
                  <a:pt x="3532" y="17658"/>
                </a:lnTo>
                <a:lnTo>
                  <a:pt x="2927" y="17456"/>
                </a:lnTo>
                <a:lnTo>
                  <a:pt x="2321" y="17234"/>
                </a:lnTo>
                <a:lnTo>
                  <a:pt x="1716" y="16972"/>
                </a:lnTo>
                <a:lnTo>
                  <a:pt x="1312" y="16790"/>
                </a:lnTo>
                <a:lnTo>
                  <a:pt x="1131" y="16669"/>
                </a:lnTo>
                <a:lnTo>
                  <a:pt x="949" y="16548"/>
                </a:lnTo>
                <a:lnTo>
                  <a:pt x="767" y="16427"/>
                </a:lnTo>
                <a:lnTo>
                  <a:pt x="606" y="16286"/>
                </a:lnTo>
                <a:lnTo>
                  <a:pt x="465" y="16124"/>
                </a:lnTo>
                <a:lnTo>
                  <a:pt x="323" y="15963"/>
                </a:lnTo>
                <a:lnTo>
                  <a:pt x="243" y="15802"/>
                </a:lnTo>
                <a:lnTo>
                  <a:pt x="162" y="15640"/>
                </a:lnTo>
                <a:lnTo>
                  <a:pt x="122" y="15499"/>
                </a:lnTo>
                <a:lnTo>
                  <a:pt x="101" y="15337"/>
                </a:lnTo>
                <a:lnTo>
                  <a:pt x="81" y="15196"/>
                </a:lnTo>
                <a:lnTo>
                  <a:pt x="101" y="15055"/>
                </a:lnTo>
                <a:lnTo>
                  <a:pt x="122" y="14914"/>
                </a:lnTo>
                <a:lnTo>
                  <a:pt x="162" y="14772"/>
                </a:lnTo>
                <a:lnTo>
                  <a:pt x="222" y="14631"/>
                </a:lnTo>
                <a:lnTo>
                  <a:pt x="283" y="14490"/>
                </a:lnTo>
                <a:lnTo>
                  <a:pt x="444" y="14207"/>
                </a:lnTo>
                <a:lnTo>
                  <a:pt x="646" y="13945"/>
                </a:lnTo>
                <a:lnTo>
                  <a:pt x="868" y="13703"/>
                </a:lnTo>
                <a:lnTo>
                  <a:pt x="1453" y="13077"/>
                </a:lnTo>
                <a:lnTo>
                  <a:pt x="2059" y="12472"/>
                </a:lnTo>
                <a:lnTo>
                  <a:pt x="2684" y="11887"/>
                </a:lnTo>
                <a:lnTo>
                  <a:pt x="3310" y="11322"/>
                </a:lnTo>
                <a:lnTo>
                  <a:pt x="3936" y="10797"/>
                </a:lnTo>
                <a:lnTo>
                  <a:pt x="4602" y="10272"/>
                </a:lnTo>
                <a:lnTo>
                  <a:pt x="5267" y="9768"/>
                </a:lnTo>
                <a:lnTo>
                  <a:pt x="5974" y="9283"/>
                </a:lnTo>
                <a:lnTo>
                  <a:pt x="6680" y="8819"/>
                </a:lnTo>
                <a:lnTo>
                  <a:pt x="7427" y="8355"/>
                </a:lnTo>
                <a:lnTo>
                  <a:pt x="8173" y="7891"/>
                </a:lnTo>
                <a:lnTo>
                  <a:pt x="8960" y="7467"/>
                </a:lnTo>
                <a:lnTo>
                  <a:pt x="9808" y="7003"/>
                </a:lnTo>
                <a:lnTo>
                  <a:pt x="10676" y="6579"/>
                </a:lnTo>
                <a:lnTo>
                  <a:pt x="11564" y="6155"/>
                </a:lnTo>
                <a:lnTo>
                  <a:pt x="12492" y="5752"/>
                </a:lnTo>
                <a:lnTo>
                  <a:pt x="13380" y="5389"/>
                </a:lnTo>
                <a:lnTo>
                  <a:pt x="14268" y="5046"/>
                </a:lnTo>
                <a:lnTo>
                  <a:pt x="15176" y="4702"/>
                </a:lnTo>
                <a:lnTo>
                  <a:pt x="16084" y="4380"/>
                </a:lnTo>
                <a:lnTo>
                  <a:pt x="17012" y="4077"/>
                </a:lnTo>
                <a:lnTo>
                  <a:pt x="17920" y="3794"/>
                </a:lnTo>
                <a:lnTo>
                  <a:pt x="18849" y="3512"/>
                </a:lnTo>
                <a:lnTo>
                  <a:pt x="19777" y="3270"/>
                </a:lnTo>
                <a:lnTo>
                  <a:pt x="21613" y="2765"/>
                </a:lnTo>
                <a:lnTo>
                  <a:pt x="23470" y="2321"/>
                </a:lnTo>
                <a:lnTo>
                  <a:pt x="25286" y="1918"/>
                </a:lnTo>
                <a:lnTo>
                  <a:pt x="27102" y="1534"/>
                </a:lnTo>
                <a:lnTo>
                  <a:pt x="29362" y="1070"/>
                </a:lnTo>
                <a:lnTo>
                  <a:pt x="30452" y="868"/>
                </a:lnTo>
                <a:lnTo>
                  <a:pt x="31502" y="687"/>
                </a:lnTo>
                <a:lnTo>
                  <a:pt x="32531" y="525"/>
                </a:lnTo>
                <a:lnTo>
                  <a:pt x="33560" y="384"/>
                </a:lnTo>
                <a:lnTo>
                  <a:pt x="34569" y="263"/>
                </a:lnTo>
                <a:lnTo>
                  <a:pt x="35578" y="162"/>
                </a:lnTo>
                <a:lnTo>
                  <a:pt x="36486" y="81"/>
                </a:lnTo>
                <a:close/>
                <a:moveTo>
                  <a:pt x="36486" y="1"/>
                </a:moveTo>
                <a:lnTo>
                  <a:pt x="35558" y="81"/>
                </a:lnTo>
                <a:lnTo>
                  <a:pt x="34549" y="182"/>
                </a:lnTo>
                <a:lnTo>
                  <a:pt x="33540" y="303"/>
                </a:lnTo>
                <a:lnTo>
                  <a:pt x="32511" y="444"/>
                </a:lnTo>
                <a:lnTo>
                  <a:pt x="31481" y="606"/>
                </a:lnTo>
                <a:lnTo>
                  <a:pt x="30432" y="788"/>
                </a:lnTo>
                <a:lnTo>
                  <a:pt x="29362" y="989"/>
                </a:lnTo>
                <a:lnTo>
                  <a:pt x="27082" y="1453"/>
                </a:lnTo>
                <a:lnTo>
                  <a:pt x="25286" y="1837"/>
                </a:lnTo>
                <a:lnTo>
                  <a:pt x="23450" y="2241"/>
                </a:lnTo>
                <a:lnTo>
                  <a:pt x="21593" y="2705"/>
                </a:lnTo>
                <a:lnTo>
                  <a:pt x="19757" y="3189"/>
                </a:lnTo>
                <a:lnTo>
                  <a:pt x="18828" y="3451"/>
                </a:lnTo>
                <a:lnTo>
                  <a:pt x="17900" y="3714"/>
                </a:lnTo>
                <a:lnTo>
                  <a:pt x="16992" y="3996"/>
                </a:lnTo>
                <a:lnTo>
                  <a:pt x="16064" y="4299"/>
                </a:lnTo>
                <a:lnTo>
                  <a:pt x="15156" y="4622"/>
                </a:lnTo>
                <a:lnTo>
                  <a:pt x="14248" y="4965"/>
                </a:lnTo>
                <a:lnTo>
                  <a:pt x="13339" y="5308"/>
                </a:lnTo>
                <a:lnTo>
                  <a:pt x="12452" y="5691"/>
                </a:lnTo>
                <a:lnTo>
                  <a:pt x="11543" y="6095"/>
                </a:lnTo>
                <a:lnTo>
                  <a:pt x="10635" y="6499"/>
                </a:lnTo>
                <a:lnTo>
                  <a:pt x="9768" y="6942"/>
                </a:lnTo>
                <a:lnTo>
                  <a:pt x="8920" y="7386"/>
                </a:lnTo>
                <a:lnTo>
                  <a:pt x="8133" y="7830"/>
                </a:lnTo>
                <a:lnTo>
                  <a:pt x="7386" y="8274"/>
                </a:lnTo>
                <a:lnTo>
                  <a:pt x="6640" y="8738"/>
                </a:lnTo>
                <a:lnTo>
                  <a:pt x="5933" y="9223"/>
                </a:lnTo>
                <a:lnTo>
                  <a:pt x="5227" y="9707"/>
                </a:lnTo>
                <a:lnTo>
                  <a:pt x="4541" y="10212"/>
                </a:lnTo>
                <a:lnTo>
                  <a:pt x="3895" y="10736"/>
                </a:lnTo>
                <a:lnTo>
                  <a:pt x="3270" y="11261"/>
                </a:lnTo>
                <a:lnTo>
                  <a:pt x="2624" y="11826"/>
                </a:lnTo>
                <a:lnTo>
                  <a:pt x="1998" y="12411"/>
                </a:lnTo>
                <a:lnTo>
                  <a:pt x="1393" y="13017"/>
                </a:lnTo>
                <a:lnTo>
                  <a:pt x="808" y="13642"/>
                </a:lnTo>
                <a:lnTo>
                  <a:pt x="586" y="13905"/>
                </a:lnTo>
                <a:lnTo>
                  <a:pt x="364" y="14187"/>
                </a:lnTo>
                <a:lnTo>
                  <a:pt x="202" y="14470"/>
                </a:lnTo>
                <a:lnTo>
                  <a:pt x="122" y="14611"/>
                </a:lnTo>
                <a:lnTo>
                  <a:pt x="81" y="14752"/>
                </a:lnTo>
                <a:lnTo>
                  <a:pt x="41" y="14893"/>
                </a:lnTo>
                <a:lnTo>
                  <a:pt x="0" y="15055"/>
                </a:lnTo>
                <a:lnTo>
                  <a:pt x="0" y="15196"/>
                </a:lnTo>
                <a:lnTo>
                  <a:pt x="0" y="15358"/>
                </a:lnTo>
                <a:lnTo>
                  <a:pt x="41" y="15519"/>
                </a:lnTo>
                <a:lnTo>
                  <a:pt x="101" y="15680"/>
                </a:lnTo>
                <a:lnTo>
                  <a:pt x="162" y="15842"/>
                </a:lnTo>
                <a:lnTo>
                  <a:pt x="263" y="16003"/>
                </a:lnTo>
                <a:lnTo>
                  <a:pt x="404" y="16185"/>
                </a:lnTo>
                <a:lnTo>
                  <a:pt x="545" y="16346"/>
                </a:lnTo>
                <a:lnTo>
                  <a:pt x="727" y="16488"/>
                </a:lnTo>
                <a:lnTo>
                  <a:pt x="888" y="16629"/>
                </a:lnTo>
                <a:lnTo>
                  <a:pt x="1090" y="16750"/>
                </a:lnTo>
                <a:lnTo>
                  <a:pt x="1272" y="16851"/>
                </a:lnTo>
                <a:lnTo>
                  <a:pt x="1675" y="17053"/>
                </a:lnTo>
                <a:lnTo>
                  <a:pt x="2281" y="17295"/>
                </a:lnTo>
                <a:lnTo>
                  <a:pt x="2886" y="17537"/>
                </a:lnTo>
                <a:lnTo>
                  <a:pt x="3512" y="17739"/>
                </a:lnTo>
                <a:lnTo>
                  <a:pt x="4117" y="17920"/>
                </a:lnTo>
                <a:lnTo>
                  <a:pt x="4743" y="18062"/>
                </a:lnTo>
                <a:lnTo>
                  <a:pt x="5348" y="18203"/>
                </a:lnTo>
                <a:lnTo>
                  <a:pt x="5974" y="18324"/>
                </a:lnTo>
                <a:lnTo>
                  <a:pt x="6579" y="18405"/>
                </a:lnTo>
                <a:lnTo>
                  <a:pt x="7185" y="18485"/>
                </a:lnTo>
                <a:lnTo>
                  <a:pt x="7790" y="18546"/>
                </a:lnTo>
                <a:lnTo>
                  <a:pt x="8960" y="18647"/>
                </a:lnTo>
                <a:lnTo>
                  <a:pt x="10091" y="18687"/>
                </a:lnTo>
                <a:lnTo>
                  <a:pt x="11160" y="18707"/>
                </a:lnTo>
                <a:lnTo>
                  <a:pt x="11443" y="18707"/>
                </a:lnTo>
                <a:lnTo>
                  <a:pt x="12653" y="18687"/>
                </a:lnTo>
                <a:lnTo>
                  <a:pt x="13864" y="18647"/>
                </a:lnTo>
                <a:lnTo>
                  <a:pt x="15055" y="18586"/>
                </a:lnTo>
                <a:lnTo>
                  <a:pt x="16225" y="18485"/>
                </a:lnTo>
                <a:lnTo>
                  <a:pt x="17376" y="18364"/>
                </a:lnTo>
                <a:lnTo>
                  <a:pt x="18526" y="18223"/>
                </a:lnTo>
                <a:lnTo>
                  <a:pt x="19636" y="18042"/>
                </a:lnTo>
                <a:lnTo>
                  <a:pt x="20746" y="17840"/>
                </a:lnTo>
                <a:lnTo>
                  <a:pt x="21835" y="17618"/>
                </a:lnTo>
                <a:lnTo>
                  <a:pt x="22905" y="17376"/>
                </a:lnTo>
                <a:lnTo>
                  <a:pt x="23974" y="17093"/>
                </a:lnTo>
                <a:lnTo>
                  <a:pt x="25004" y="16790"/>
                </a:lnTo>
                <a:lnTo>
                  <a:pt x="26033" y="16447"/>
                </a:lnTo>
                <a:lnTo>
                  <a:pt x="27022" y="16084"/>
                </a:lnTo>
                <a:lnTo>
                  <a:pt x="28010" y="15701"/>
                </a:lnTo>
                <a:lnTo>
                  <a:pt x="28979" y="15297"/>
                </a:lnTo>
                <a:lnTo>
                  <a:pt x="29544" y="15035"/>
                </a:lnTo>
                <a:lnTo>
                  <a:pt x="30109" y="14752"/>
                </a:lnTo>
                <a:lnTo>
                  <a:pt x="30674" y="14449"/>
                </a:lnTo>
                <a:lnTo>
                  <a:pt x="31239" y="14086"/>
                </a:lnTo>
                <a:lnTo>
                  <a:pt x="31784" y="13703"/>
                </a:lnTo>
                <a:lnTo>
                  <a:pt x="32046" y="13501"/>
                </a:lnTo>
                <a:lnTo>
                  <a:pt x="32289" y="13279"/>
                </a:lnTo>
                <a:lnTo>
                  <a:pt x="32531" y="13057"/>
                </a:lnTo>
                <a:lnTo>
                  <a:pt x="32773" y="12815"/>
                </a:lnTo>
                <a:lnTo>
                  <a:pt x="32995" y="12553"/>
                </a:lnTo>
                <a:lnTo>
                  <a:pt x="33197" y="12290"/>
                </a:lnTo>
                <a:lnTo>
                  <a:pt x="33439" y="11927"/>
                </a:lnTo>
                <a:lnTo>
                  <a:pt x="33661" y="11544"/>
                </a:lnTo>
                <a:lnTo>
                  <a:pt x="33863" y="11140"/>
                </a:lnTo>
                <a:lnTo>
                  <a:pt x="34044" y="10736"/>
                </a:lnTo>
                <a:lnTo>
                  <a:pt x="34226" y="10333"/>
                </a:lnTo>
                <a:lnTo>
                  <a:pt x="34367" y="9909"/>
                </a:lnTo>
                <a:lnTo>
                  <a:pt x="34670" y="9061"/>
                </a:lnTo>
                <a:lnTo>
                  <a:pt x="34952" y="8274"/>
                </a:lnTo>
                <a:lnTo>
                  <a:pt x="35235" y="7487"/>
                </a:lnTo>
                <a:lnTo>
                  <a:pt x="35416" y="7104"/>
                </a:lnTo>
                <a:lnTo>
                  <a:pt x="35598" y="6741"/>
                </a:lnTo>
                <a:lnTo>
                  <a:pt x="35800" y="6377"/>
                </a:lnTo>
                <a:lnTo>
                  <a:pt x="36022" y="6014"/>
                </a:lnTo>
                <a:lnTo>
                  <a:pt x="36264" y="5671"/>
                </a:lnTo>
                <a:lnTo>
                  <a:pt x="36526" y="5348"/>
                </a:lnTo>
                <a:lnTo>
                  <a:pt x="36809" y="5046"/>
                </a:lnTo>
                <a:lnTo>
                  <a:pt x="37112" y="4743"/>
                </a:lnTo>
                <a:lnTo>
                  <a:pt x="37737" y="4178"/>
                </a:lnTo>
                <a:lnTo>
                  <a:pt x="38383" y="3633"/>
                </a:lnTo>
                <a:lnTo>
                  <a:pt x="39170" y="2947"/>
                </a:lnTo>
                <a:lnTo>
                  <a:pt x="39574" y="2584"/>
                </a:lnTo>
                <a:lnTo>
                  <a:pt x="39937" y="2200"/>
                </a:lnTo>
                <a:lnTo>
                  <a:pt x="40118" y="2019"/>
                </a:lnTo>
                <a:lnTo>
                  <a:pt x="40280" y="1797"/>
                </a:lnTo>
                <a:lnTo>
                  <a:pt x="40340" y="1675"/>
                </a:lnTo>
                <a:lnTo>
                  <a:pt x="40381" y="1554"/>
                </a:lnTo>
                <a:lnTo>
                  <a:pt x="40401" y="1433"/>
                </a:lnTo>
                <a:lnTo>
                  <a:pt x="40421" y="1292"/>
                </a:lnTo>
                <a:lnTo>
                  <a:pt x="40401" y="1191"/>
                </a:lnTo>
                <a:lnTo>
                  <a:pt x="40381" y="1090"/>
                </a:lnTo>
                <a:lnTo>
                  <a:pt x="40340" y="989"/>
                </a:lnTo>
                <a:lnTo>
                  <a:pt x="40280" y="909"/>
                </a:lnTo>
                <a:lnTo>
                  <a:pt x="40159" y="747"/>
                </a:lnTo>
                <a:lnTo>
                  <a:pt x="40018" y="626"/>
                </a:lnTo>
                <a:lnTo>
                  <a:pt x="39836" y="505"/>
                </a:lnTo>
                <a:lnTo>
                  <a:pt x="39674" y="424"/>
                </a:lnTo>
                <a:lnTo>
                  <a:pt x="39392" y="303"/>
                </a:lnTo>
                <a:lnTo>
                  <a:pt x="38908" y="182"/>
                </a:lnTo>
                <a:lnTo>
                  <a:pt x="38423" y="81"/>
                </a:lnTo>
                <a:lnTo>
                  <a:pt x="37939" y="21"/>
                </a:lnTo>
                <a:lnTo>
                  <a:pt x="374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5" name="Google Shape;5545;p69"/>
          <p:cNvSpPr/>
          <p:nvPr/>
        </p:nvSpPr>
        <p:spPr>
          <a:xfrm flipH="1">
            <a:off x="262457" y="139921"/>
            <a:ext cx="1730784" cy="1441910"/>
          </a:xfrm>
          <a:custGeom>
            <a:rect b="b" l="l" r="r" t="t"/>
            <a:pathLst>
              <a:path extrusionOk="0" h="25791" w="30958">
                <a:moveTo>
                  <a:pt x="13179" y="81"/>
                </a:moveTo>
                <a:lnTo>
                  <a:pt x="14551" y="101"/>
                </a:lnTo>
                <a:lnTo>
                  <a:pt x="15257" y="121"/>
                </a:lnTo>
                <a:lnTo>
                  <a:pt x="15963" y="162"/>
                </a:lnTo>
                <a:lnTo>
                  <a:pt x="16690" y="242"/>
                </a:lnTo>
                <a:lnTo>
                  <a:pt x="17416" y="323"/>
                </a:lnTo>
                <a:lnTo>
                  <a:pt x="18143" y="444"/>
                </a:lnTo>
                <a:lnTo>
                  <a:pt x="18869" y="586"/>
                </a:lnTo>
                <a:lnTo>
                  <a:pt x="19576" y="767"/>
                </a:lnTo>
                <a:lnTo>
                  <a:pt x="20282" y="969"/>
                </a:lnTo>
                <a:lnTo>
                  <a:pt x="20988" y="1211"/>
                </a:lnTo>
                <a:lnTo>
                  <a:pt x="21654" y="1494"/>
                </a:lnTo>
                <a:lnTo>
                  <a:pt x="21997" y="1655"/>
                </a:lnTo>
                <a:lnTo>
                  <a:pt x="22320" y="1837"/>
                </a:lnTo>
                <a:lnTo>
                  <a:pt x="22643" y="2018"/>
                </a:lnTo>
                <a:lnTo>
                  <a:pt x="22946" y="2200"/>
                </a:lnTo>
                <a:lnTo>
                  <a:pt x="23269" y="2402"/>
                </a:lnTo>
                <a:lnTo>
                  <a:pt x="23551" y="2624"/>
                </a:lnTo>
                <a:lnTo>
                  <a:pt x="23854" y="2866"/>
                </a:lnTo>
                <a:lnTo>
                  <a:pt x="24136" y="3108"/>
                </a:lnTo>
                <a:lnTo>
                  <a:pt x="24540" y="3491"/>
                </a:lnTo>
                <a:lnTo>
                  <a:pt x="24923" y="3895"/>
                </a:lnTo>
                <a:lnTo>
                  <a:pt x="25287" y="4339"/>
                </a:lnTo>
                <a:lnTo>
                  <a:pt x="25670" y="4823"/>
                </a:lnTo>
                <a:lnTo>
                  <a:pt x="26013" y="5348"/>
                </a:lnTo>
                <a:lnTo>
                  <a:pt x="26356" y="5913"/>
                </a:lnTo>
                <a:lnTo>
                  <a:pt x="26719" y="6518"/>
                </a:lnTo>
                <a:lnTo>
                  <a:pt x="27042" y="7164"/>
                </a:lnTo>
                <a:lnTo>
                  <a:pt x="27345" y="7749"/>
                </a:lnTo>
                <a:lnTo>
                  <a:pt x="27607" y="8335"/>
                </a:lnTo>
                <a:lnTo>
                  <a:pt x="27870" y="8940"/>
                </a:lnTo>
                <a:lnTo>
                  <a:pt x="28112" y="9546"/>
                </a:lnTo>
                <a:lnTo>
                  <a:pt x="28556" y="10756"/>
                </a:lnTo>
                <a:lnTo>
                  <a:pt x="28959" y="11947"/>
                </a:lnTo>
                <a:lnTo>
                  <a:pt x="29343" y="13138"/>
                </a:lnTo>
                <a:lnTo>
                  <a:pt x="29666" y="14328"/>
                </a:lnTo>
                <a:lnTo>
                  <a:pt x="29948" y="15478"/>
                </a:lnTo>
                <a:lnTo>
                  <a:pt x="30231" y="16588"/>
                </a:lnTo>
                <a:lnTo>
                  <a:pt x="30453" y="17577"/>
                </a:lnTo>
                <a:lnTo>
                  <a:pt x="30654" y="18606"/>
                </a:lnTo>
                <a:lnTo>
                  <a:pt x="30735" y="19111"/>
                </a:lnTo>
                <a:lnTo>
                  <a:pt x="30816" y="19636"/>
                </a:lnTo>
                <a:lnTo>
                  <a:pt x="30856" y="20160"/>
                </a:lnTo>
                <a:lnTo>
                  <a:pt x="30876" y="20685"/>
                </a:lnTo>
                <a:lnTo>
                  <a:pt x="30876" y="21169"/>
                </a:lnTo>
                <a:lnTo>
                  <a:pt x="30856" y="21674"/>
                </a:lnTo>
                <a:lnTo>
                  <a:pt x="30796" y="22219"/>
                </a:lnTo>
                <a:lnTo>
                  <a:pt x="30695" y="22784"/>
                </a:lnTo>
                <a:lnTo>
                  <a:pt x="30614" y="23046"/>
                </a:lnTo>
                <a:lnTo>
                  <a:pt x="30533" y="23329"/>
                </a:lnTo>
                <a:lnTo>
                  <a:pt x="30412" y="23611"/>
                </a:lnTo>
                <a:lnTo>
                  <a:pt x="30311" y="23873"/>
                </a:lnTo>
                <a:lnTo>
                  <a:pt x="30170" y="24136"/>
                </a:lnTo>
                <a:lnTo>
                  <a:pt x="30009" y="24398"/>
                </a:lnTo>
                <a:lnTo>
                  <a:pt x="29847" y="24640"/>
                </a:lnTo>
                <a:lnTo>
                  <a:pt x="29645" y="24882"/>
                </a:lnTo>
                <a:lnTo>
                  <a:pt x="29383" y="25145"/>
                </a:lnTo>
                <a:lnTo>
                  <a:pt x="29242" y="25266"/>
                </a:lnTo>
                <a:lnTo>
                  <a:pt x="29101" y="25387"/>
                </a:lnTo>
                <a:lnTo>
                  <a:pt x="28939" y="25468"/>
                </a:lnTo>
                <a:lnTo>
                  <a:pt x="28798" y="25548"/>
                </a:lnTo>
                <a:lnTo>
                  <a:pt x="28657" y="25609"/>
                </a:lnTo>
                <a:lnTo>
                  <a:pt x="28515" y="25649"/>
                </a:lnTo>
                <a:lnTo>
                  <a:pt x="28334" y="25690"/>
                </a:lnTo>
                <a:lnTo>
                  <a:pt x="28152" y="25710"/>
                </a:lnTo>
                <a:lnTo>
                  <a:pt x="27991" y="25710"/>
                </a:lnTo>
                <a:lnTo>
                  <a:pt x="27809" y="25690"/>
                </a:lnTo>
                <a:lnTo>
                  <a:pt x="27648" y="25669"/>
                </a:lnTo>
                <a:lnTo>
                  <a:pt x="27466" y="25629"/>
                </a:lnTo>
                <a:lnTo>
                  <a:pt x="27143" y="25508"/>
                </a:lnTo>
                <a:lnTo>
                  <a:pt x="26800" y="25347"/>
                </a:lnTo>
                <a:lnTo>
                  <a:pt x="26477" y="25165"/>
                </a:lnTo>
                <a:lnTo>
                  <a:pt x="26154" y="24963"/>
                </a:lnTo>
                <a:lnTo>
                  <a:pt x="25852" y="24741"/>
                </a:lnTo>
                <a:lnTo>
                  <a:pt x="25145" y="24196"/>
                </a:lnTo>
                <a:lnTo>
                  <a:pt x="24419" y="23631"/>
                </a:lnTo>
                <a:lnTo>
                  <a:pt x="23692" y="23046"/>
                </a:lnTo>
                <a:lnTo>
                  <a:pt x="22946" y="22420"/>
                </a:lnTo>
                <a:lnTo>
                  <a:pt x="22199" y="21775"/>
                </a:lnTo>
                <a:lnTo>
                  <a:pt x="21412" y="21109"/>
                </a:lnTo>
                <a:lnTo>
                  <a:pt x="20625" y="20382"/>
                </a:lnTo>
                <a:lnTo>
                  <a:pt x="19798" y="19636"/>
                </a:lnTo>
                <a:lnTo>
                  <a:pt x="18506" y="18405"/>
                </a:lnTo>
                <a:lnTo>
                  <a:pt x="17215" y="17153"/>
                </a:lnTo>
                <a:lnTo>
                  <a:pt x="14692" y="14671"/>
                </a:lnTo>
                <a:lnTo>
                  <a:pt x="12270" y="12290"/>
                </a:lnTo>
                <a:lnTo>
                  <a:pt x="11039" y="11079"/>
                </a:lnTo>
                <a:lnTo>
                  <a:pt x="9808" y="9909"/>
                </a:lnTo>
                <a:lnTo>
                  <a:pt x="8376" y="8597"/>
                </a:lnTo>
                <a:lnTo>
                  <a:pt x="7024" y="7406"/>
                </a:lnTo>
                <a:lnTo>
                  <a:pt x="5732" y="6317"/>
                </a:lnTo>
                <a:lnTo>
                  <a:pt x="4461" y="5308"/>
                </a:lnTo>
                <a:lnTo>
                  <a:pt x="4118" y="5086"/>
                </a:lnTo>
                <a:lnTo>
                  <a:pt x="3593" y="4743"/>
                </a:lnTo>
                <a:lnTo>
                  <a:pt x="2523" y="4057"/>
                </a:lnTo>
                <a:lnTo>
                  <a:pt x="1958" y="3673"/>
                </a:lnTo>
                <a:lnTo>
                  <a:pt x="1414" y="3290"/>
                </a:lnTo>
                <a:lnTo>
                  <a:pt x="929" y="2886"/>
                </a:lnTo>
                <a:lnTo>
                  <a:pt x="707" y="2704"/>
                </a:lnTo>
                <a:lnTo>
                  <a:pt x="526" y="2503"/>
                </a:lnTo>
                <a:lnTo>
                  <a:pt x="364" y="2341"/>
                </a:lnTo>
                <a:lnTo>
                  <a:pt x="223" y="2160"/>
                </a:lnTo>
                <a:lnTo>
                  <a:pt x="142" y="1998"/>
                </a:lnTo>
                <a:lnTo>
                  <a:pt x="82" y="1857"/>
                </a:lnTo>
                <a:lnTo>
                  <a:pt x="82" y="1776"/>
                </a:lnTo>
                <a:lnTo>
                  <a:pt x="82" y="1716"/>
                </a:lnTo>
                <a:lnTo>
                  <a:pt x="102" y="1655"/>
                </a:lnTo>
                <a:lnTo>
                  <a:pt x="142" y="1595"/>
                </a:lnTo>
                <a:lnTo>
                  <a:pt x="243" y="1473"/>
                </a:lnTo>
                <a:lnTo>
                  <a:pt x="364" y="1373"/>
                </a:lnTo>
                <a:lnTo>
                  <a:pt x="485" y="1292"/>
                </a:lnTo>
                <a:lnTo>
                  <a:pt x="647" y="1231"/>
                </a:lnTo>
                <a:lnTo>
                  <a:pt x="788" y="1171"/>
                </a:lnTo>
                <a:lnTo>
                  <a:pt x="949" y="1130"/>
                </a:lnTo>
                <a:lnTo>
                  <a:pt x="1292" y="1070"/>
                </a:lnTo>
                <a:lnTo>
                  <a:pt x="2745" y="848"/>
                </a:lnTo>
                <a:lnTo>
                  <a:pt x="4219" y="646"/>
                </a:lnTo>
                <a:lnTo>
                  <a:pt x="5712" y="464"/>
                </a:lnTo>
                <a:lnTo>
                  <a:pt x="7185" y="323"/>
                </a:lnTo>
                <a:lnTo>
                  <a:pt x="8658" y="222"/>
                </a:lnTo>
                <a:lnTo>
                  <a:pt x="10152" y="142"/>
                </a:lnTo>
                <a:lnTo>
                  <a:pt x="11645" y="81"/>
                </a:lnTo>
                <a:close/>
                <a:moveTo>
                  <a:pt x="11645" y="0"/>
                </a:moveTo>
                <a:lnTo>
                  <a:pt x="10152" y="61"/>
                </a:lnTo>
                <a:lnTo>
                  <a:pt x="8658" y="142"/>
                </a:lnTo>
                <a:lnTo>
                  <a:pt x="7185" y="242"/>
                </a:lnTo>
                <a:lnTo>
                  <a:pt x="5692" y="384"/>
                </a:lnTo>
                <a:lnTo>
                  <a:pt x="4219" y="565"/>
                </a:lnTo>
                <a:lnTo>
                  <a:pt x="2745" y="767"/>
                </a:lnTo>
                <a:lnTo>
                  <a:pt x="1272" y="989"/>
                </a:lnTo>
                <a:lnTo>
                  <a:pt x="929" y="1070"/>
                </a:lnTo>
                <a:lnTo>
                  <a:pt x="768" y="1110"/>
                </a:lnTo>
                <a:lnTo>
                  <a:pt x="606" y="1151"/>
                </a:lnTo>
                <a:lnTo>
                  <a:pt x="445" y="1231"/>
                </a:lnTo>
                <a:lnTo>
                  <a:pt x="304" y="1312"/>
                </a:lnTo>
                <a:lnTo>
                  <a:pt x="183" y="1413"/>
                </a:lnTo>
                <a:lnTo>
                  <a:pt x="82" y="1554"/>
                </a:lnTo>
                <a:lnTo>
                  <a:pt x="41" y="1615"/>
                </a:lnTo>
                <a:lnTo>
                  <a:pt x="1" y="1695"/>
                </a:lnTo>
                <a:lnTo>
                  <a:pt x="1" y="1776"/>
                </a:lnTo>
                <a:lnTo>
                  <a:pt x="1" y="1857"/>
                </a:lnTo>
                <a:lnTo>
                  <a:pt x="61" y="2018"/>
                </a:lnTo>
                <a:lnTo>
                  <a:pt x="142" y="2180"/>
                </a:lnTo>
                <a:lnTo>
                  <a:pt x="283" y="2361"/>
                </a:lnTo>
                <a:lnTo>
                  <a:pt x="445" y="2543"/>
                </a:lnTo>
                <a:lnTo>
                  <a:pt x="627" y="2725"/>
                </a:lnTo>
                <a:lnTo>
                  <a:pt x="849" y="2926"/>
                </a:lnTo>
                <a:lnTo>
                  <a:pt x="1333" y="3310"/>
                </a:lnTo>
                <a:lnTo>
                  <a:pt x="1878" y="3713"/>
                </a:lnTo>
                <a:lnTo>
                  <a:pt x="2443" y="4097"/>
                </a:lnTo>
                <a:lnTo>
                  <a:pt x="3532" y="4803"/>
                </a:lnTo>
                <a:lnTo>
                  <a:pt x="4077" y="5146"/>
                </a:lnTo>
                <a:lnTo>
                  <a:pt x="4420" y="5388"/>
                </a:lnTo>
                <a:lnTo>
                  <a:pt x="5672" y="6377"/>
                </a:lnTo>
                <a:lnTo>
                  <a:pt x="6963" y="7467"/>
                </a:lnTo>
                <a:lnTo>
                  <a:pt x="8315" y="8658"/>
                </a:lnTo>
                <a:lnTo>
                  <a:pt x="9748" y="9969"/>
                </a:lnTo>
                <a:lnTo>
                  <a:pt x="10999" y="11140"/>
                </a:lnTo>
                <a:lnTo>
                  <a:pt x="12230" y="12351"/>
                </a:lnTo>
                <a:lnTo>
                  <a:pt x="14631" y="14732"/>
                </a:lnTo>
                <a:lnTo>
                  <a:pt x="17154" y="17214"/>
                </a:lnTo>
                <a:lnTo>
                  <a:pt x="18445" y="18465"/>
                </a:lnTo>
                <a:lnTo>
                  <a:pt x="19737" y="19696"/>
                </a:lnTo>
                <a:lnTo>
                  <a:pt x="20564" y="20443"/>
                </a:lnTo>
                <a:lnTo>
                  <a:pt x="21372" y="21169"/>
                </a:lnTo>
                <a:lnTo>
                  <a:pt x="22138" y="21835"/>
                </a:lnTo>
                <a:lnTo>
                  <a:pt x="22885" y="22501"/>
                </a:lnTo>
                <a:lnTo>
                  <a:pt x="23632" y="23107"/>
                </a:lnTo>
                <a:lnTo>
                  <a:pt x="24358" y="23692"/>
                </a:lnTo>
                <a:lnTo>
                  <a:pt x="25085" y="24257"/>
                </a:lnTo>
                <a:lnTo>
                  <a:pt x="25811" y="24802"/>
                </a:lnTo>
                <a:lnTo>
                  <a:pt x="26336" y="25165"/>
                </a:lnTo>
                <a:lnTo>
                  <a:pt x="26598" y="25326"/>
                </a:lnTo>
                <a:lnTo>
                  <a:pt x="26881" y="25488"/>
                </a:lnTo>
                <a:lnTo>
                  <a:pt x="27183" y="25609"/>
                </a:lnTo>
                <a:lnTo>
                  <a:pt x="27466" y="25710"/>
                </a:lnTo>
                <a:lnTo>
                  <a:pt x="27769" y="25770"/>
                </a:lnTo>
                <a:lnTo>
                  <a:pt x="28051" y="25790"/>
                </a:lnTo>
                <a:lnTo>
                  <a:pt x="28293" y="25770"/>
                </a:lnTo>
                <a:lnTo>
                  <a:pt x="28536" y="25730"/>
                </a:lnTo>
                <a:lnTo>
                  <a:pt x="28677" y="25690"/>
                </a:lnTo>
                <a:lnTo>
                  <a:pt x="28838" y="25609"/>
                </a:lnTo>
                <a:lnTo>
                  <a:pt x="28979" y="25548"/>
                </a:lnTo>
                <a:lnTo>
                  <a:pt x="29141" y="25447"/>
                </a:lnTo>
                <a:lnTo>
                  <a:pt x="29282" y="25347"/>
                </a:lnTo>
                <a:lnTo>
                  <a:pt x="29423" y="25225"/>
                </a:lnTo>
                <a:lnTo>
                  <a:pt x="29706" y="24923"/>
                </a:lnTo>
                <a:lnTo>
                  <a:pt x="29908" y="24681"/>
                </a:lnTo>
                <a:lnTo>
                  <a:pt x="30089" y="24438"/>
                </a:lnTo>
                <a:lnTo>
                  <a:pt x="30231" y="24176"/>
                </a:lnTo>
                <a:lnTo>
                  <a:pt x="30372" y="23914"/>
                </a:lnTo>
                <a:lnTo>
                  <a:pt x="30493" y="23631"/>
                </a:lnTo>
                <a:lnTo>
                  <a:pt x="30594" y="23369"/>
                </a:lnTo>
                <a:lnTo>
                  <a:pt x="30695" y="23086"/>
                </a:lnTo>
                <a:lnTo>
                  <a:pt x="30755" y="22804"/>
                </a:lnTo>
                <a:lnTo>
                  <a:pt x="30816" y="22521"/>
                </a:lnTo>
                <a:lnTo>
                  <a:pt x="30876" y="22239"/>
                </a:lnTo>
                <a:lnTo>
                  <a:pt x="30937" y="21694"/>
                </a:lnTo>
                <a:lnTo>
                  <a:pt x="30957" y="21169"/>
                </a:lnTo>
                <a:lnTo>
                  <a:pt x="30957" y="20685"/>
                </a:lnTo>
                <a:lnTo>
                  <a:pt x="30937" y="20160"/>
                </a:lnTo>
                <a:lnTo>
                  <a:pt x="30897" y="19636"/>
                </a:lnTo>
                <a:lnTo>
                  <a:pt x="30816" y="19111"/>
                </a:lnTo>
                <a:lnTo>
                  <a:pt x="30735" y="18586"/>
                </a:lnTo>
                <a:lnTo>
                  <a:pt x="30533" y="17557"/>
                </a:lnTo>
                <a:lnTo>
                  <a:pt x="30311" y="16568"/>
                </a:lnTo>
                <a:lnTo>
                  <a:pt x="30029" y="15458"/>
                </a:lnTo>
                <a:lnTo>
                  <a:pt x="29746" y="14308"/>
                </a:lnTo>
                <a:lnTo>
                  <a:pt x="29403" y="13117"/>
                </a:lnTo>
                <a:lnTo>
                  <a:pt x="29040" y="11927"/>
                </a:lnTo>
                <a:lnTo>
                  <a:pt x="28636" y="10716"/>
                </a:lnTo>
                <a:lnTo>
                  <a:pt x="28192" y="9505"/>
                </a:lnTo>
                <a:lnTo>
                  <a:pt x="27950" y="8900"/>
                </a:lnTo>
                <a:lnTo>
                  <a:pt x="27688" y="8315"/>
                </a:lnTo>
                <a:lnTo>
                  <a:pt x="27405" y="7709"/>
                </a:lnTo>
                <a:lnTo>
                  <a:pt x="27123" y="7124"/>
                </a:lnTo>
                <a:lnTo>
                  <a:pt x="26780" y="6478"/>
                </a:lnTo>
                <a:lnTo>
                  <a:pt x="26437" y="5853"/>
                </a:lnTo>
                <a:lnTo>
                  <a:pt x="26074" y="5288"/>
                </a:lnTo>
                <a:lnTo>
                  <a:pt x="25730" y="4783"/>
                </a:lnTo>
                <a:lnTo>
                  <a:pt x="25367" y="4279"/>
                </a:lnTo>
                <a:lnTo>
                  <a:pt x="24984" y="3835"/>
                </a:lnTo>
                <a:lnTo>
                  <a:pt x="24600" y="3431"/>
                </a:lnTo>
                <a:lnTo>
                  <a:pt x="24197" y="3048"/>
                </a:lnTo>
                <a:lnTo>
                  <a:pt x="23672" y="2604"/>
                </a:lnTo>
                <a:lnTo>
                  <a:pt x="23127" y="2220"/>
                </a:lnTo>
                <a:lnTo>
                  <a:pt x="22522" y="1857"/>
                </a:lnTo>
                <a:lnTo>
                  <a:pt x="21896" y="1514"/>
                </a:lnTo>
                <a:lnTo>
                  <a:pt x="21251" y="1231"/>
                </a:lnTo>
                <a:lnTo>
                  <a:pt x="20544" y="969"/>
                </a:lnTo>
                <a:lnTo>
                  <a:pt x="19798" y="727"/>
                </a:lnTo>
                <a:lnTo>
                  <a:pt x="19031" y="525"/>
                </a:lnTo>
                <a:lnTo>
                  <a:pt x="18405" y="404"/>
                </a:lnTo>
                <a:lnTo>
                  <a:pt x="17759" y="303"/>
                </a:lnTo>
                <a:lnTo>
                  <a:pt x="17093" y="202"/>
                </a:lnTo>
                <a:lnTo>
                  <a:pt x="16387" y="121"/>
                </a:lnTo>
                <a:lnTo>
                  <a:pt x="15640" y="61"/>
                </a:lnTo>
                <a:lnTo>
                  <a:pt x="14853" y="21"/>
                </a:lnTo>
                <a:lnTo>
                  <a:pt x="1404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6" name="Google Shape;5546;p69"/>
          <p:cNvSpPr/>
          <p:nvPr/>
        </p:nvSpPr>
        <p:spPr>
          <a:xfrm flipH="1">
            <a:off x="1880081" y="673719"/>
            <a:ext cx="135464" cy="154584"/>
          </a:xfrm>
          <a:custGeom>
            <a:rect b="b" l="l" r="r" t="t"/>
            <a:pathLst>
              <a:path extrusionOk="0" h="2765" w="2423">
                <a:moveTo>
                  <a:pt x="747" y="81"/>
                </a:moveTo>
                <a:lnTo>
                  <a:pt x="888" y="101"/>
                </a:lnTo>
                <a:lnTo>
                  <a:pt x="1050" y="121"/>
                </a:lnTo>
                <a:lnTo>
                  <a:pt x="1191" y="161"/>
                </a:lnTo>
                <a:lnTo>
                  <a:pt x="1332" y="202"/>
                </a:lnTo>
                <a:lnTo>
                  <a:pt x="1474" y="262"/>
                </a:lnTo>
                <a:lnTo>
                  <a:pt x="1615" y="343"/>
                </a:lnTo>
                <a:lnTo>
                  <a:pt x="1736" y="424"/>
                </a:lnTo>
                <a:lnTo>
                  <a:pt x="1837" y="505"/>
                </a:lnTo>
                <a:lnTo>
                  <a:pt x="1998" y="686"/>
                </a:lnTo>
                <a:lnTo>
                  <a:pt x="2140" y="888"/>
                </a:lnTo>
                <a:lnTo>
                  <a:pt x="2240" y="1130"/>
                </a:lnTo>
                <a:lnTo>
                  <a:pt x="2321" y="1372"/>
                </a:lnTo>
                <a:lnTo>
                  <a:pt x="2341" y="1635"/>
                </a:lnTo>
                <a:lnTo>
                  <a:pt x="2341" y="1897"/>
                </a:lnTo>
                <a:lnTo>
                  <a:pt x="2321" y="2018"/>
                </a:lnTo>
                <a:lnTo>
                  <a:pt x="2281" y="2139"/>
                </a:lnTo>
                <a:lnTo>
                  <a:pt x="2220" y="2260"/>
                </a:lnTo>
                <a:lnTo>
                  <a:pt x="2160" y="2381"/>
                </a:lnTo>
                <a:lnTo>
                  <a:pt x="2099" y="2442"/>
                </a:lnTo>
                <a:lnTo>
                  <a:pt x="2039" y="2543"/>
                </a:lnTo>
                <a:lnTo>
                  <a:pt x="1938" y="2603"/>
                </a:lnTo>
                <a:lnTo>
                  <a:pt x="1837" y="2664"/>
                </a:lnTo>
                <a:lnTo>
                  <a:pt x="1716" y="2684"/>
                </a:lnTo>
                <a:lnTo>
                  <a:pt x="1575" y="2684"/>
                </a:lnTo>
                <a:lnTo>
                  <a:pt x="1433" y="2623"/>
                </a:lnTo>
                <a:lnTo>
                  <a:pt x="1292" y="2563"/>
                </a:lnTo>
                <a:lnTo>
                  <a:pt x="1110" y="2422"/>
                </a:lnTo>
                <a:lnTo>
                  <a:pt x="929" y="2220"/>
                </a:lnTo>
                <a:lnTo>
                  <a:pt x="727" y="1978"/>
                </a:lnTo>
                <a:lnTo>
                  <a:pt x="525" y="1715"/>
                </a:lnTo>
                <a:lnTo>
                  <a:pt x="344" y="1433"/>
                </a:lnTo>
                <a:lnTo>
                  <a:pt x="202" y="1150"/>
                </a:lnTo>
                <a:lnTo>
                  <a:pt x="101" y="888"/>
                </a:lnTo>
                <a:lnTo>
                  <a:pt x="81" y="787"/>
                </a:lnTo>
                <a:lnTo>
                  <a:pt x="81" y="686"/>
                </a:lnTo>
                <a:lnTo>
                  <a:pt x="101" y="484"/>
                </a:lnTo>
                <a:lnTo>
                  <a:pt x="122" y="404"/>
                </a:lnTo>
                <a:lnTo>
                  <a:pt x="162" y="343"/>
                </a:lnTo>
                <a:lnTo>
                  <a:pt x="222" y="283"/>
                </a:lnTo>
                <a:lnTo>
                  <a:pt x="283" y="222"/>
                </a:lnTo>
                <a:lnTo>
                  <a:pt x="344" y="182"/>
                </a:lnTo>
                <a:lnTo>
                  <a:pt x="424" y="141"/>
                </a:lnTo>
                <a:lnTo>
                  <a:pt x="566" y="101"/>
                </a:lnTo>
                <a:lnTo>
                  <a:pt x="747" y="81"/>
                </a:lnTo>
                <a:close/>
                <a:moveTo>
                  <a:pt x="767" y="0"/>
                </a:moveTo>
                <a:lnTo>
                  <a:pt x="566" y="20"/>
                </a:lnTo>
                <a:lnTo>
                  <a:pt x="384" y="61"/>
                </a:lnTo>
                <a:lnTo>
                  <a:pt x="303" y="101"/>
                </a:lnTo>
                <a:lnTo>
                  <a:pt x="222" y="161"/>
                </a:lnTo>
                <a:lnTo>
                  <a:pt x="162" y="222"/>
                </a:lnTo>
                <a:lnTo>
                  <a:pt x="101" y="303"/>
                </a:lnTo>
                <a:lnTo>
                  <a:pt x="61" y="383"/>
                </a:lnTo>
                <a:lnTo>
                  <a:pt x="21" y="464"/>
                </a:lnTo>
                <a:lnTo>
                  <a:pt x="1" y="565"/>
                </a:lnTo>
                <a:lnTo>
                  <a:pt x="1" y="666"/>
                </a:lnTo>
                <a:lnTo>
                  <a:pt x="1" y="787"/>
                </a:lnTo>
                <a:lnTo>
                  <a:pt x="21" y="908"/>
                </a:lnTo>
                <a:lnTo>
                  <a:pt x="61" y="1029"/>
                </a:lnTo>
                <a:lnTo>
                  <a:pt x="122" y="1170"/>
                </a:lnTo>
                <a:lnTo>
                  <a:pt x="263" y="1453"/>
                </a:lnTo>
                <a:lnTo>
                  <a:pt x="444" y="1756"/>
                </a:lnTo>
                <a:lnTo>
                  <a:pt x="646" y="2018"/>
                </a:lnTo>
                <a:lnTo>
                  <a:pt x="868" y="2280"/>
                </a:lnTo>
                <a:lnTo>
                  <a:pt x="1070" y="2482"/>
                </a:lnTo>
                <a:lnTo>
                  <a:pt x="1231" y="2623"/>
                </a:lnTo>
                <a:lnTo>
                  <a:pt x="1353" y="2684"/>
                </a:lnTo>
                <a:lnTo>
                  <a:pt x="1453" y="2724"/>
                </a:lnTo>
                <a:lnTo>
                  <a:pt x="1575" y="2765"/>
                </a:lnTo>
                <a:lnTo>
                  <a:pt x="1776" y="2765"/>
                </a:lnTo>
                <a:lnTo>
                  <a:pt x="1857" y="2744"/>
                </a:lnTo>
                <a:lnTo>
                  <a:pt x="1958" y="2684"/>
                </a:lnTo>
                <a:lnTo>
                  <a:pt x="2059" y="2623"/>
                </a:lnTo>
                <a:lnTo>
                  <a:pt x="2160" y="2523"/>
                </a:lnTo>
                <a:lnTo>
                  <a:pt x="2240" y="2422"/>
                </a:lnTo>
                <a:lnTo>
                  <a:pt x="2301" y="2301"/>
                </a:lnTo>
                <a:lnTo>
                  <a:pt x="2362" y="2159"/>
                </a:lnTo>
                <a:lnTo>
                  <a:pt x="2402" y="2038"/>
                </a:lnTo>
                <a:lnTo>
                  <a:pt x="2422" y="1897"/>
                </a:lnTo>
                <a:lnTo>
                  <a:pt x="2422" y="1776"/>
                </a:lnTo>
                <a:lnTo>
                  <a:pt x="2422" y="1635"/>
                </a:lnTo>
                <a:lnTo>
                  <a:pt x="2402" y="1372"/>
                </a:lnTo>
                <a:lnTo>
                  <a:pt x="2321" y="1110"/>
                </a:lnTo>
                <a:lnTo>
                  <a:pt x="2200" y="868"/>
                </a:lnTo>
                <a:lnTo>
                  <a:pt x="2059" y="626"/>
                </a:lnTo>
                <a:lnTo>
                  <a:pt x="1877" y="444"/>
                </a:lnTo>
                <a:lnTo>
                  <a:pt x="1736" y="323"/>
                </a:lnTo>
                <a:lnTo>
                  <a:pt x="1575" y="222"/>
                </a:lnTo>
                <a:lnTo>
                  <a:pt x="1393" y="141"/>
                </a:lnTo>
                <a:lnTo>
                  <a:pt x="1171" y="61"/>
                </a:lnTo>
                <a:lnTo>
                  <a:pt x="969" y="20"/>
                </a:lnTo>
                <a:lnTo>
                  <a:pt x="767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7" name="Google Shape;5547;p69"/>
          <p:cNvSpPr/>
          <p:nvPr/>
        </p:nvSpPr>
        <p:spPr>
          <a:xfrm>
            <a:off x="-1166882" y="3777181"/>
            <a:ext cx="1642730" cy="740159"/>
          </a:xfrm>
          <a:custGeom>
            <a:rect b="b" l="l" r="r" t="t"/>
            <a:pathLst>
              <a:path extrusionOk="0" h="13239" w="29383">
                <a:moveTo>
                  <a:pt x="28272" y="81"/>
                </a:moveTo>
                <a:lnTo>
                  <a:pt x="28474" y="102"/>
                </a:lnTo>
                <a:lnTo>
                  <a:pt x="28696" y="142"/>
                </a:lnTo>
                <a:lnTo>
                  <a:pt x="28898" y="202"/>
                </a:lnTo>
                <a:lnTo>
                  <a:pt x="29019" y="243"/>
                </a:lnTo>
                <a:lnTo>
                  <a:pt x="29140" y="303"/>
                </a:lnTo>
                <a:lnTo>
                  <a:pt x="29201" y="364"/>
                </a:lnTo>
                <a:lnTo>
                  <a:pt x="29261" y="404"/>
                </a:lnTo>
                <a:lnTo>
                  <a:pt x="29281" y="465"/>
                </a:lnTo>
                <a:lnTo>
                  <a:pt x="29302" y="545"/>
                </a:lnTo>
                <a:lnTo>
                  <a:pt x="29302" y="626"/>
                </a:lnTo>
                <a:lnTo>
                  <a:pt x="29281" y="707"/>
                </a:lnTo>
                <a:lnTo>
                  <a:pt x="29201" y="848"/>
                </a:lnTo>
                <a:lnTo>
                  <a:pt x="29059" y="1070"/>
                </a:lnTo>
                <a:lnTo>
                  <a:pt x="28918" y="1272"/>
                </a:lnTo>
                <a:lnTo>
                  <a:pt x="28595" y="1676"/>
                </a:lnTo>
                <a:lnTo>
                  <a:pt x="28232" y="2079"/>
                </a:lnTo>
                <a:lnTo>
                  <a:pt x="27889" y="2442"/>
                </a:lnTo>
                <a:lnTo>
                  <a:pt x="27566" y="2785"/>
                </a:lnTo>
                <a:lnTo>
                  <a:pt x="27263" y="3129"/>
                </a:lnTo>
                <a:lnTo>
                  <a:pt x="26961" y="3492"/>
                </a:lnTo>
                <a:lnTo>
                  <a:pt x="26698" y="3855"/>
                </a:lnTo>
                <a:lnTo>
                  <a:pt x="26476" y="4198"/>
                </a:lnTo>
                <a:lnTo>
                  <a:pt x="26295" y="4521"/>
                </a:lnTo>
                <a:lnTo>
                  <a:pt x="26133" y="4884"/>
                </a:lnTo>
                <a:lnTo>
                  <a:pt x="25972" y="5247"/>
                </a:lnTo>
                <a:lnTo>
                  <a:pt x="25689" y="5974"/>
                </a:lnTo>
                <a:lnTo>
                  <a:pt x="25447" y="6721"/>
                </a:lnTo>
                <a:lnTo>
                  <a:pt x="25124" y="7649"/>
                </a:lnTo>
                <a:lnTo>
                  <a:pt x="24943" y="8113"/>
                </a:lnTo>
                <a:lnTo>
                  <a:pt x="24741" y="8557"/>
                </a:lnTo>
                <a:lnTo>
                  <a:pt x="24539" y="8981"/>
                </a:lnTo>
                <a:lnTo>
                  <a:pt x="24297" y="9405"/>
                </a:lnTo>
                <a:lnTo>
                  <a:pt x="24014" y="9788"/>
                </a:lnTo>
                <a:lnTo>
                  <a:pt x="23853" y="9990"/>
                </a:lnTo>
                <a:lnTo>
                  <a:pt x="23692" y="10171"/>
                </a:lnTo>
                <a:lnTo>
                  <a:pt x="23409" y="10414"/>
                </a:lnTo>
                <a:lnTo>
                  <a:pt x="23106" y="10676"/>
                </a:lnTo>
                <a:lnTo>
                  <a:pt x="22784" y="10898"/>
                </a:lnTo>
                <a:lnTo>
                  <a:pt x="22420" y="11100"/>
                </a:lnTo>
                <a:lnTo>
                  <a:pt x="22017" y="11301"/>
                </a:lnTo>
                <a:lnTo>
                  <a:pt x="21593" y="11483"/>
                </a:lnTo>
                <a:lnTo>
                  <a:pt x="21129" y="11645"/>
                </a:lnTo>
                <a:lnTo>
                  <a:pt x="20644" y="11786"/>
                </a:lnTo>
                <a:lnTo>
                  <a:pt x="19958" y="11947"/>
                </a:lnTo>
                <a:lnTo>
                  <a:pt x="19272" y="12088"/>
                </a:lnTo>
                <a:lnTo>
                  <a:pt x="18566" y="12210"/>
                </a:lnTo>
                <a:lnTo>
                  <a:pt x="17880" y="12290"/>
                </a:lnTo>
                <a:lnTo>
                  <a:pt x="17173" y="12371"/>
                </a:lnTo>
                <a:lnTo>
                  <a:pt x="16467" y="12432"/>
                </a:lnTo>
                <a:lnTo>
                  <a:pt x="15075" y="12532"/>
                </a:lnTo>
                <a:lnTo>
                  <a:pt x="14106" y="12593"/>
                </a:lnTo>
                <a:lnTo>
                  <a:pt x="12774" y="12694"/>
                </a:lnTo>
                <a:lnTo>
                  <a:pt x="11442" y="12815"/>
                </a:lnTo>
                <a:lnTo>
                  <a:pt x="9142" y="12997"/>
                </a:lnTo>
                <a:lnTo>
                  <a:pt x="7971" y="13077"/>
                </a:lnTo>
                <a:lnTo>
                  <a:pt x="6801" y="13138"/>
                </a:lnTo>
                <a:lnTo>
                  <a:pt x="5630" y="13158"/>
                </a:lnTo>
                <a:lnTo>
                  <a:pt x="4480" y="13158"/>
                </a:lnTo>
                <a:lnTo>
                  <a:pt x="3895" y="13138"/>
                </a:lnTo>
                <a:lnTo>
                  <a:pt x="3310" y="13098"/>
                </a:lnTo>
                <a:lnTo>
                  <a:pt x="2725" y="13057"/>
                </a:lnTo>
                <a:lnTo>
                  <a:pt x="2139" y="12976"/>
                </a:lnTo>
                <a:lnTo>
                  <a:pt x="1857" y="12936"/>
                </a:lnTo>
                <a:lnTo>
                  <a:pt x="1554" y="12855"/>
                </a:lnTo>
                <a:lnTo>
                  <a:pt x="1251" y="12754"/>
                </a:lnTo>
                <a:lnTo>
                  <a:pt x="969" y="12613"/>
                </a:lnTo>
                <a:lnTo>
                  <a:pt x="707" y="12452"/>
                </a:lnTo>
                <a:lnTo>
                  <a:pt x="485" y="12270"/>
                </a:lnTo>
                <a:lnTo>
                  <a:pt x="384" y="12169"/>
                </a:lnTo>
                <a:lnTo>
                  <a:pt x="303" y="12048"/>
                </a:lnTo>
                <a:lnTo>
                  <a:pt x="222" y="11947"/>
                </a:lnTo>
                <a:lnTo>
                  <a:pt x="162" y="11826"/>
                </a:lnTo>
                <a:lnTo>
                  <a:pt x="121" y="11685"/>
                </a:lnTo>
                <a:lnTo>
                  <a:pt x="81" y="11544"/>
                </a:lnTo>
                <a:lnTo>
                  <a:pt x="81" y="11382"/>
                </a:lnTo>
                <a:lnTo>
                  <a:pt x="101" y="11241"/>
                </a:lnTo>
                <a:lnTo>
                  <a:pt x="142" y="11079"/>
                </a:lnTo>
                <a:lnTo>
                  <a:pt x="202" y="10938"/>
                </a:lnTo>
                <a:lnTo>
                  <a:pt x="283" y="10777"/>
                </a:lnTo>
                <a:lnTo>
                  <a:pt x="384" y="10615"/>
                </a:lnTo>
                <a:lnTo>
                  <a:pt x="646" y="10313"/>
                </a:lnTo>
                <a:lnTo>
                  <a:pt x="929" y="10010"/>
                </a:lnTo>
                <a:lnTo>
                  <a:pt x="1272" y="9727"/>
                </a:lnTo>
                <a:lnTo>
                  <a:pt x="1635" y="9465"/>
                </a:lnTo>
                <a:lnTo>
                  <a:pt x="2038" y="9203"/>
                </a:lnTo>
                <a:lnTo>
                  <a:pt x="2422" y="8940"/>
                </a:lnTo>
                <a:lnTo>
                  <a:pt x="3229" y="8476"/>
                </a:lnTo>
                <a:lnTo>
                  <a:pt x="4016" y="7992"/>
                </a:lnTo>
                <a:lnTo>
                  <a:pt x="5005" y="7407"/>
                </a:lnTo>
                <a:lnTo>
                  <a:pt x="6014" y="6821"/>
                </a:lnTo>
                <a:lnTo>
                  <a:pt x="7063" y="6277"/>
                </a:lnTo>
                <a:lnTo>
                  <a:pt x="8153" y="5732"/>
                </a:lnTo>
                <a:lnTo>
                  <a:pt x="9283" y="5207"/>
                </a:lnTo>
                <a:lnTo>
                  <a:pt x="10433" y="4682"/>
                </a:lnTo>
                <a:lnTo>
                  <a:pt x="11644" y="4198"/>
                </a:lnTo>
                <a:lnTo>
                  <a:pt x="12895" y="3714"/>
                </a:lnTo>
                <a:lnTo>
                  <a:pt x="14146" y="3250"/>
                </a:lnTo>
                <a:lnTo>
                  <a:pt x="15438" y="2826"/>
                </a:lnTo>
                <a:lnTo>
                  <a:pt x="16790" y="2382"/>
                </a:lnTo>
                <a:lnTo>
                  <a:pt x="18182" y="1958"/>
                </a:lnTo>
                <a:lnTo>
                  <a:pt x="19151" y="1676"/>
                </a:lnTo>
                <a:lnTo>
                  <a:pt x="20180" y="1393"/>
                </a:lnTo>
                <a:lnTo>
                  <a:pt x="21250" y="1111"/>
                </a:lnTo>
                <a:lnTo>
                  <a:pt x="22380" y="848"/>
                </a:lnTo>
                <a:lnTo>
                  <a:pt x="23550" y="606"/>
                </a:lnTo>
                <a:lnTo>
                  <a:pt x="24761" y="404"/>
                </a:lnTo>
                <a:lnTo>
                  <a:pt x="25972" y="223"/>
                </a:lnTo>
                <a:lnTo>
                  <a:pt x="26598" y="162"/>
                </a:lnTo>
                <a:lnTo>
                  <a:pt x="27223" y="102"/>
                </a:lnTo>
                <a:lnTo>
                  <a:pt x="27647" y="81"/>
                </a:lnTo>
                <a:close/>
                <a:moveTo>
                  <a:pt x="27647" y="1"/>
                </a:moveTo>
                <a:lnTo>
                  <a:pt x="27223" y="21"/>
                </a:lnTo>
                <a:lnTo>
                  <a:pt x="26598" y="81"/>
                </a:lnTo>
                <a:lnTo>
                  <a:pt x="25972" y="142"/>
                </a:lnTo>
                <a:lnTo>
                  <a:pt x="24741" y="324"/>
                </a:lnTo>
                <a:lnTo>
                  <a:pt x="23550" y="525"/>
                </a:lnTo>
                <a:lnTo>
                  <a:pt x="22360" y="767"/>
                </a:lnTo>
                <a:lnTo>
                  <a:pt x="21230" y="1030"/>
                </a:lnTo>
                <a:lnTo>
                  <a:pt x="20160" y="1312"/>
                </a:lnTo>
                <a:lnTo>
                  <a:pt x="19131" y="1595"/>
                </a:lnTo>
                <a:lnTo>
                  <a:pt x="18162" y="1877"/>
                </a:lnTo>
                <a:lnTo>
                  <a:pt x="16750" y="2301"/>
                </a:lnTo>
                <a:lnTo>
                  <a:pt x="15418" y="2745"/>
                </a:lnTo>
                <a:lnTo>
                  <a:pt x="14106" y="3189"/>
                </a:lnTo>
                <a:lnTo>
                  <a:pt x="12855" y="3633"/>
                </a:lnTo>
                <a:lnTo>
                  <a:pt x="11604" y="4117"/>
                </a:lnTo>
                <a:lnTo>
                  <a:pt x="10413" y="4622"/>
                </a:lnTo>
                <a:lnTo>
                  <a:pt x="9243" y="5126"/>
                </a:lnTo>
                <a:lnTo>
                  <a:pt x="8113" y="5651"/>
                </a:lnTo>
                <a:lnTo>
                  <a:pt x="7023" y="6196"/>
                </a:lnTo>
                <a:lnTo>
                  <a:pt x="5974" y="6761"/>
                </a:lnTo>
                <a:lnTo>
                  <a:pt x="4965" y="7326"/>
                </a:lnTo>
                <a:lnTo>
                  <a:pt x="3976" y="7931"/>
                </a:lnTo>
                <a:lnTo>
                  <a:pt x="3189" y="8396"/>
                </a:lnTo>
                <a:lnTo>
                  <a:pt x="2381" y="8880"/>
                </a:lnTo>
                <a:lnTo>
                  <a:pt x="1978" y="9142"/>
                </a:lnTo>
                <a:lnTo>
                  <a:pt x="1594" y="9405"/>
                </a:lnTo>
                <a:lnTo>
                  <a:pt x="1211" y="9667"/>
                </a:lnTo>
                <a:lnTo>
                  <a:pt x="888" y="9949"/>
                </a:lnTo>
                <a:lnTo>
                  <a:pt x="585" y="10252"/>
                </a:lnTo>
                <a:lnTo>
                  <a:pt x="444" y="10414"/>
                </a:lnTo>
                <a:lnTo>
                  <a:pt x="323" y="10575"/>
                </a:lnTo>
                <a:lnTo>
                  <a:pt x="202" y="10736"/>
                </a:lnTo>
                <a:lnTo>
                  <a:pt x="121" y="10898"/>
                </a:lnTo>
                <a:lnTo>
                  <a:pt x="61" y="11059"/>
                </a:lnTo>
                <a:lnTo>
                  <a:pt x="20" y="11241"/>
                </a:lnTo>
                <a:lnTo>
                  <a:pt x="0" y="11382"/>
                </a:lnTo>
                <a:lnTo>
                  <a:pt x="0" y="11544"/>
                </a:lnTo>
                <a:lnTo>
                  <a:pt x="41" y="11705"/>
                </a:lnTo>
                <a:lnTo>
                  <a:pt x="101" y="11867"/>
                </a:lnTo>
                <a:lnTo>
                  <a:pt x="202" y="12048"/>
                </a:lnTo>
                <a:lnTo>
                  <a:pt x="343" y="12230"/>
                </a:lnTo>
                <a:lnTo>
                  <a:pt x="545" y="12411"/>
                </a:lnTo>
                <a:lnTo>
                  <a:pt x="787" y="12593"/>
                </a:lnTo>
                <a:lnTo>
                  <a:pt x="1070" y="12754"/>
                </a:lnTo>
                <a:lnTo>
                  <a:pt x="1393" y="12896"/>
                </a:lnTo>
                <a:lnTo>
                  <a:pt x="1736" y="12997"/>
                </a:lnTo>
                <a:lnTo>
                  <a:pt x="2139" y="13057"/>
                </a:lnTo>
                <a:lnTo>
                  <a:pt x="2947" y="13158"/>
                </a:lnTo>
                <a:lnTo>
                  <a:pt x="3754" y="13198"/>
                </a:lnTo>
                <a:lnTo>
                  <a:pt x="4561" y="13239"/>
                </a:lnTo>
                <a:lnTo>
                  <a:pt x="6135" y="13239"/>
                </a:lnTo>
                <a:lnTo>
                  <a:pt x="6902" y="13219"/>
                </a:lnTo>
                <a:lnTo>
                  <a:pt x="8435" y="13138"/>
                </a:lnTo>
                <a:lnTo>
                  <a:pt x="9949" y="13017"/>
                </a:lnTo>
                <a:lnTo>
                  <a:pt x="11442" y="12896"/>
                </a:lnTo>
                <a:lnTo>
                  <a:pt x="12774" y="12775"/>
                </a:lnTo>
                <a:lnTo>
                  <a:pt x="14106" y="12674"/>
                </a:lnTo>
                <a:lnTo>
                  <a:pt x="15075" y="12613"/>
                </a:lnTo>
                <a:lnTo>
                  <a:pt x="16467" y="12512"/>
                </a:lnTo>
                <a:lnTo>
                  <a:pt x="17173" y="12452"/>
                </a:lnTo>
                <a:lnTo>
                  <a:pt x="17880" y="12371"/>
                </a:lnTo>
                <a:lnTo>
                  <a:pt x="18586" y="12290"/>
                </a:lnTo>
                <a:lnTo>
                  <a:pt x="19272" y="12169"/>
                </a:lnTo>
                <a:lnTo>
                  <a:pt x="19978" y="12028"/>
                </a:lnTo>
                <a:lnTo>
                  <a:pt x="20665" y="11867"/>
                </a:lnTo>
                <a:lnTo>
                  <a:pt x="21149" y="11705"/>
                </a:lnTo>
                <a:lnTo>
                  <a:pt x="21613" y="11544"/>
                </a:lnTo>
                <a:lnTo>
                  <a:pt x="22057" y="11362"/>
                </a:lnTo>
                <a:lnTo>
                  <a:pt x="22461" y="11180"/>
                </a:lnTo>
                <a:lnTo>
                  <a:pt x="22824" y="10958"/>
                </a:lnTo>
                <a:lnTo>
                  <a:pt x="23167" y="10736"/>
                </a:lnTo>
                <a:lnTo>
                  <a:pt x="23470" y="10474"/>
                </a:lnTo>
                <a:lnTo>
                  <a:pt x="23752" y="10212"/>
                </a:lnTo>
                <a:lnTo>
                  <a:pt x="23914" y="10030"/>
                </a:lnTo>
                <a:lnTo>
                  <a:pt x="24075" y="9849"/>
                </a:lnTo>
                <a:lnTo>
                  <a:pt x="24358" y="9445"/>
                </a:lnTo>
                <a:lnTo>
                  <a:pt x="24600" y="9021"/>
                </a:lnTo>
                <a:lnTo>
                  <a:pt x="24822" y="8597"/>
                </a:lnTo>
                <a:lnTo>
                  <a:pt x="25023" y="8133"/>
                </a:lnTo>
                <a:lnTo>
                  <a:pt x="25185" y="7669"/>
                </a:lnTo>
                <a:lnTo>
                  <a:pt x="25508" y="6741"/>
                </a:lnTo>
                <a:lnTo>
                  <a:pt x="25770" y="6014"/>
                </a:lnTo>
                <a:lnTo>
                  <a:pt x="26053" y="5268"/>
                </a:lnTo>
                <a:lnTo>
                  <a:pt x="26194" y="4925"/>
                </a:lnTo>
                <a:lnTo>
                  <a:pt x="26376" y="4561"/>
                </a:lnTo>
                <a:lnTo>
                  <a:pt x="26557" y="4238"/>
                </a:lnTo>
                <a:lnTo>
                  <a:pt x="26759" y="3895"/>
                </a:lnTo>
                <a:lnTo>
                  <a:pt x="27021" y="3532"/>
                </a:lnTo>
                <a:lnTo>
                  <a:pt x="27324" y="3169"/>
                </a:lnTo>
                <a:lnTo>
                  <a:pt x="27627" y="2826"/>
                </a:lnTo>
                <a:lnTo>
                  <a:pt x="27950" y="2503"/>
                </a:lnTo>
                <a:lnTo>
                  <a:pt x="28293" y="2120"/>
                </a:lnTo>
                <a:lnTo>
                  <a:pt x="28656" y="1736"/>
                </a:lnTo>
                <a:lnTo>
                  <a:pt x="28979" y="1333"/>
                </a:lnTo>
                <a:lnTo>
                  <a:pt x="29120" y="1111"/>
                </a:lnTo>
                <a:lnTo>
                  <a:pt x="29261" y="889"/>
                </a:lnTo>
                <a:lnTo>
                  <a:pt x="29362" y="727"/>
                </a:lnTo>
                <a:lnTo>
                  <a:pt x="29382" y="626"/>
                </a:lnTo>
                <a:lnTo>
                  <a:pt x="29382" y="545"/>
                </a:lnTo>
                <a:lnTo>
                  <a:pt x="29362" y="445"/>
                </a:lnTo>
                <a:lnTo>
                  <a:pt x="29322" y="364"/>
                </a:lnTo>
                <a:lnTo>
                  <a:pt x="29261" y="303"/>
                </a:lnTo>
                <a:lnTo>
                  <a:pt x="29201" y="243"/>
                </a:lnTo>
                <a:lnTo>
                  <a:pt x="29059" y="162"/>
                </a:lnTo>
                <a:lnTo>
                  <a:pt x="28918" y="122"/>
                </a:lnTo>
                <a:lnTo>
                  <a:pt x="28716" y="61"/>
                </a:lnTo>
                <a:lnTo>
                  <a:pt x="28494" y="21"/>
                </a:lnTo>
                <a:lnTo>
                  <a:pt x="2829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8" name="Google Shape;5548;p69"/>
          <p:cNvSpPr/>
          <p:nvPr/>
        </p:nvSpPr>
        <p:spPr>
          <a:xfrm flipH="1">
            <a:off x="-2137218" y="248212"/>
            <a:ext cx="1990251" cy="2226013"/>
          </a:xfrm>
          <a:custGeom>
            <a:rect b="b" l="l" r="r" t="t"/>
            <a:pathLst>
              <a:path extrusionOk="0" h="39816" w="35599">
                <a:moveTo>
                  <a:pt x="16346" y="81"/>
                </a:moveTo>
                <a:lnTo>
                  <a:pt x="18606" y="102"/>
                </a:lnTo>
                <a:lnTo>
                  <a:pt x="19737" y="122"/>
                </a:lnTo>
                <a:lnTo>
                  <a:pt x="20867" y="162"/>
                </a:lnTo>
                <a:lnTo>
                  <a:pt x="22017" y="223"/>
                </a:lnTo>
                <a:lnTo>
                  <a:pt x="23147" y="283"/>
                </a:lnTo>
                <a:lnTo>
                  <a:pt x="24277" y="364"/>
                </a:lnTo>
                <a:lnTo>
                  <a:pt x="25407" y="465"/>
                </a:lnTo>
                <a:lnTo>
                  <a:pt x="26537" y="586"/>
                </a:lnTo>
                <a:lnTo>
                  <a:pt x="27667" y="747"/>
                </a:lnTo>
                <a:lnTo>
                  <a:pt x="28555" y="868"/>
                </a:lnTo>
                <a:lnTo>
                  <a:pt x="29443" y="1050"/>
                </a:lnTo>
                <a:lnTo>
                  <a:pt x="29887" y="1151"/>
                </a:lnTo>
                <a:lnTo>
                  <a:pt x="30311" y="1272"/>
                </a:lnTo>
                <a:lnTo>
                  <a:pt x="30755" y="1413"/>
                </a:lnTo>
                <a:lnTo>
                  <a:pt x="31179" y="1554"/>
                </a:lnTo>
                <a:lnTo>
                  <a:pt x="31582" y="1736"/>
                </a:lnTo>
                <a:lnTo>
                  <a:pt x="31986" y="1918"/>
                </a:lnTo>
                <a:lnTo>
                  <a:pt x="32369" y="2140"/>
                </a:lnTo>
                <a:lnTo>
                  <a:pt x="32732" y="2382"/>
                </a:lnTo>
                <a:lnTo>
                  <a:pt x="33076" y="2644"/>
                </a:lnTo>
                <a:lnTo>
                  <a:pt x="33419" y="2927"/>
                </a:lnTo>
                <a:lnTo>
                  <a:pt x="33721" y="3250"/>
                </a:lnTo>
                <a:lnTo>
                  <a:pt x="34004" y="3593"/>
                </a:lnTo>
                <a:lnTo>
                  <a:pt x="34165" y="3815"/>
                </a:lnTo>
                <a:lnTo>
                  <a:pt x="34307" y="4057"/>
                </a:lnTo>
                <a:lnTo>
                  <a:pt x="34448" y="4299"/>
                </a:lnTo>
                <a:lnTo>
                  <a:pt x="34569" y="4561"/>
                </a:lnTo>
                <a:lnTo>
                  <a:pt x="34771" y="5066"/>
                </a:lnTo>
                <a:lnTo>
                  <a:pt x="34932" y="5611"/>
                </a:lnTo>
                <a:lnTo>
                  <a:pt x="35073" y="6135"/>
                </a:lnTo>
                <a:lnTo>
                  <a:pt x="35174" y="6680"/>
                </a:lnTo>
                <a:lnTo>
                  <a:pt x="35255" y="7205"/>
                </a:lnTo>
                <a:lnTo>
                  <a:pt x="35316" y="7730"/>
                </a:lnTo>
                <a:lnTo>
                  <a:pt x="35416" y="8577"/>
                </a:lnTo>
                <a:lnTo>
                  <a:pt x="35477" y="9445"/>
                </a:lnTo>
                <a:lnTo>
                  <a:pt x="35517" y="10333"/>
                </a:lnTo>
                <a:lnTo>
                  <a:pt x="35517" y="11261"/>
                </a:lnTo>
                <a:lnTo>
                  <a:pt x="35517" y="12230"/>
                </a:lnTo>
                <a:lnTo>
                  <a:pt x="35497" y="13219"/>
                </a:lnTo>
                <a:lnTo>
                  <a:pt x="35457" y="14248"/>
                </a:lnTo>
                <a:lnTo>
                  <a:pt x="35376" y="15337"/>
                </a:lnTo>
                <a:lnTo>
                  <a:pt x="35316" y="16165"/>
                </a:lnTo>
                <a:lnTo>
                  <a:pt x="35235" y="17033"/>
                </a:lnTo>
                <a:lnTo>
                  <a:pt x="35134" y="17921"/>
                </a:lnTo>
                <a:lnTo>
                  <a:pt x="34993" y="18808"/>
                </a:lnTo>
                <a:lnTo>
                  <a:pt x="34831" y="19717"/>
                </a:lnTo>
                <a:lnTo>
                  <a:pt x="34629" y="20625"/>
                </a:lnTo>
                <a:lnTo>
                  <a:pt x="34508" y="21089"/>
                </a:lnTo>
                <a:lnTo>
                  <a:pt x="34367" y="21533"/>
                </a:lnTo>
                <a:lnTo>
                  <a:pt x="34226" y="21997"/>
                </a:lnTo>
                <a:lnTo>
                  <a:pt x="34064" y="22441"/>
                </a:lnTo>
                <a:lnTo>
                  <a:pt x="33943" y="22784"/>
                </a:lnTo>
                <a:lnTo>
                  <a:pt x="33782" y="23127"/>
                </a:lnTo>
                <a:lnTo>
                  <a:pt x="33620" y="23490"/>
                </a:lnTo>
                <a:lnTo>
                  <a:pt x="33419" y="23833"/>
                </a:lnTo>
                <a:lnTo>
                  <a:pt x="33197" y="24176"/>
                </a:lnTo>
                <a:lnTo>
                  <a:pt x="32934" y="24479"/>
                </a:lnTo>
                <a:lnTo>
                  <a:pt x="32793" y="24641"/>
                </a:lnTo>
                <a:lnTo>
                  <a:pt x="32632" y="24782"/>
                </a:lnTo>
                <a:lnTo>
                  <a:pt x="32470" y="24903"/>
                </a:lnTo>
                <a:lnTo>
                  <a:pt x="32309" y="25024"/>
                </a:lnTo>
                <a:lnTo>
                  <a:pt x="32107" y="25145"/>
                </a:lnTo>
                <a:lnTo>
                  <a:pt x="31925" y="25226"/>
                </a:lnTo>
                <a:lnTo>
                  <a:pt x="31723" y="25327"/>
                </a:lnTo>
                <a:lnTo>
                  <a:pt x="31522" y="25387"/>
                </a:lnTo>
                <a:lnTo>
                  <a:pt x="31118" y="25508"/>
                </a:lnTo>
                <a:lnTo>
                  <a:pt x="30694" y="25569"/>
                </a:lnTo>
                <a:lnTo>
                  <a:pt x="30250" y="25609"/>
                </a:lnTo>
                <a:lnTo>
                  <a:pt x="29403" y="25609"/>
                </a:lnTo>
                <a:lnTo>
                  <a:pt x="28979" y="25589"/>
                </a:lnTo>
                <a:lnTo>
                  <a:pt x="27809" y="25488"/>
                </a:lnTo>
                <a:lnTo>
                  <a:pt x="26658" y="25347"/>
                </a:lnTo>
                <a:lnTo>
                  <a:pt x="25508" y="25185"/>
                </a:lnTo>
                <a:lnTo>
                  <a:pt x="24358" y="25004"/>
                </a:lnTo>
                <a:lnTo>
                  <a:pt x="23248" y="24842"/>
                </a:lnTo>
                <a:lnTo>
                  <a:pt x="22118" y="24681"/>
                </a:lnTo>
                <a:lnTo>
                  <a:pt x="20988" y="24540"/>
                </a:lnTo>
                <a:lnTo>
                  <a:pt x="19837" y="24439"/>
                </a:lnTo>
                <a:lnTo>
                  <a:pt x="19272" y="24398"/>
                </a:lnTo>
                <a:lnTo>
                  <a:pt x="18707" y="24378"/>
                </a:lnTo>
                <a:lnTo>
                  <a:pt x="17577" y="24378"/>
                </a:lnTo>
                <a:lnTo>
                  <a:pt x="17012" y="24419"/>
                </a:lnTo>
                <a:lnTo>
                  <a:pt x="16447" y="24459"/>
                </a:lnTo>
                <a:lnTo>
                  <a:pt x="15882" y="24540"/>
                </a:lnTo>
                <a:lnTo>
                  <a:pt x="15317" y="24620"/>
                </a:lnTo>
                <a:lnTo>
                  <a:pt x="14631" y="24762"/>
                </a:lnTo>
                <a:lnTo>
                  <a:pt x="13965" y="24943"/>
                </a:lnTo>
                <a:lnTo>
                  <a:pt x="13319" y="25165"/>
                </a:lnTo>
                <a:lnTo>
                  <a:pt x="12674" y="25407"/>
                </a:lnTo>
                <a:lnTo>
                  <a:pt x="12048" y="25690"/>
                </a:lnTo>
                <a:lnTo>
                  <a:pt x="11422" y="25993"/>
                </a:lnTo>
                <a:lnTo>
                  <a:pt x="10817" y="26336"/>
                </a:lnTo>
                <a:lnTo>
                  <a:pt x="10232" y="26699"/>
                </a:lnTo>
                <a:lnTo>
                  <a:pt x="9667" y="27102"/>
                </a:lnTo>
                <a:lnTo>
                  <a:pt x="9122" y="27526"/>
                </a:lnTo>
                <a:lnTo>
                  <a:pt x="8597" y="27990"/>
                </a:lnTo>
                <a:lnTo>
                  <a:pt x="8093" y="28455"/>
                </a:lnTo>
                <a:lnTo>
                  <a:pt x="7608" y="28959"/>
                </a:lnTo>
                <a:lnTo>
                  <a:pt x="7164" y="29484"/>
                </a:lnTo>
                <a:lnTo>
                  <a:pt x="6741" y="30029"/>
                </a:lnTo>
                <a:lnTo>
                  <a:pt x="6357" y="30594"/>
                </a:lnTo>
                <a:lnTo>
                  <a:pt x="6014" y="31159"/>
                </a:lnTo>
                <a:lnTo>
                  <a:pt x="5691" y="31744"/>
                </a:lnTo>
                <a:lnTo>
                  <a:pt x="5389" y="32329"/>
                </a:lnTo>
                <a:lnTo>
                  <a:pt x="5106" y="32914"/>
                </a:lnTo>
                <a:lnTo>
                  <a:pt x="4844" y="33520"/>
                </a:lnTo>
                <a:lnTo>
                  <a:pt x="4581" y="34125"/>
                </a:lnTo>
                <a:lnTo>
                  <a:pt x="4097" y="35336"/>
                </a:lnTo>
                <a:lnTo>
                  <a:pt x="3714" y="36264"/>
                </a:lnTo>
                <a:lnTo>
                  <a:pt x="3330" y="37172"/>
                </a:lnTo>
                <a:lnTo>
                  <a:pt x="2927" y="38080"/>
                </a:lnTo>
                <a:lnTo>
                  <a:pt x="2705" y="38524"/>
                </a:lnTo>
                <a:lnTo>
                  <a:pt x="2483" y="38948"/>
                </a:lnTo>
                <a:lnTo>
                  <a:pt x="2402" y="39089"/>
                </a:lnTo>
                <a:lnTo>
                  <a:pt x="2321" y="39211"/>
                </a:lnTo>
                <a:lnTo>
                  <a:pt x="2220" y="39332"/>
                </a:lnTo>
                <a:lnTo>
                  <a:pt x="2099" y="39453"/>
                </a:lnTo>
                <a:lnTo>
                  <a:pt x="1978" y="39554"/>
                </a:lnTo>
                <a:lnTo>
                  <a:pt x="1857" y="39634"/>
                </a:lnTo>
                <a:lnTo>
                  <a:pt x="1736" y="39695"/>
                </a:lnTo>
                <a:lnTo>
                  <a:pt x="1615" y="39715"/>
                </a:lnTo>
                <a:lnTo>
                  <a:pt x="1413" y="39715"/>
                </a:lnTo>
                <a:lnTo>
                  <a:pt x="1312" y="39654"/>
                </a:lnTo>
                <a:lnTo>
                  <a:pt x="1231" y="39594"/>
                </a:lnTo>
                <a:lnTo>
                  <a:pt x="1191" y="39513"/>
                </a:lnTo>
                <a:lnTo>
                  <a:pt x="1131" y="39433"/>
                </a:lnTo>
                <a:lnTo>
                  <a:pt x="1110" y="39352"/>
                </a:lnTo>
                <a:lnTo>
                  <a:pt x="1090" y="39251"/>
                </a:lnTo>
                <a:lnTo>
                  <a:pt x="1090" y="39049"/>
                </a:lnTo>
                <a:lnTo>
                  <a:pt x="1110" y="38847"/>
                </a:lnTo>
                <a:lnTo>
                  <a:pt x="1252" y="38040"/>
                </a:lnTo>
                <a:lnTo>
                  <a:pt x="1393" y="37253"/>
                </a:lnTo>
                <a:lnTo>
                  <a:pt x="1575" y="36466"/>
                </a:lnTo>
                <a:lnTo>
                  <a:pt x="1776" y="35699"/>
                </a:lnTo>
                <a:lnTo>
                  <a:pt x="2018" y="34630"/>
                </a:lnTo>
                <a:lnTo>
                  <a:pt x="2261" y="33560"/>
                </a:lnTo>
                <a:lnTo>
                  <a:pt x="2422" y="32551"/>
                </a:lnTo>
                <a:lnTo>
                  <a:pt x="2563" y="31562"/>
                </a:lnTo>
                <a:lnTo>
                  <a:pt x="2664" y="30533"/>
                </a:lnTo>
                <a:lnTo>
                  <a:pt x="2705" y="29524"/>
                </a:lnTo>
                <a:lnTo>
                  <a:pt x="2745" y="28515"/>
                </a:lnTo>
                <a:lnTo>
                  <a:pt x="2745" y="27506"/>
                </a:lnTo>
                <a:lnTo>
                  <a:pt x="2705" y="26477"/>
                </a:lnTo>
                <a:lnTo>
                  <a:pt x="2644" y="25468"/>
                </a:lnTo>
                <a:lnTo>
                  <a:pt x="2563" y="24439"/>
                </a:lnTo>
                <a:lnTo>
                  <a:pt x="2462" y="23430"/>
                </a:lnTo>
                <a:lnTo>
                  <a:pt x="2362" y="22401"/>
                </a:lnTo>
                <a:lnTo>
                  <a:pt x="2240" y="21392"/>
                </a:lnTo>
                <a:lnTo>
                  <a:pt x="1958" y="19374"/>
                </a:lnTo>
                <a:lnTo>
                  <a:pt x="1655" y="17355"/>
                </a:lnTo>
                <a:lnTo>
                  <a:pt x="1595" y="16972"/>
                </a:lnTo>
                <a:lnTo>
                  <a:pt x="1030" y="13219"/>
                </a:lnTo>
                <a:lnTo>
                  <a:pt x="485" y="9465"/>
                </a:lnTo>
                <a:lnTo>
                  <a:pt x="323" y="8234"/>
                </a:lnTo>
                <a:lnTo>
                  <a:pt x="182" y="7043"/>
                </a:lnTo>
                <a:lnTo>
                  <a:pt x="142" y="6458"/>
                </a:lnTo>
                <a:lnTo>
                  <a:pt x="101" y="5873"/>
                </a:lnTo>
                <a:lnTo>
                  <a:pt x="81" y="5308"/>
                </a:lnTo>
                <a:lnTo>
                  <a:pt x="81" y="4723"/>
                </a:lnTo>
                <a:lnTo>
                  <a:pt x="81" y="4521"/>
                </a:lnTo>
                <a:lnTo>
                  <a:pt x="101" y="3633"/>
                </a:lnTo>
                <a:lnTo>
                  <a:pt x="142" y="3129"/>
                </a:lnTo>
                <a:lnTo>
                  <a:pt x="202" y="2604"/>
                </a:lnTo>
                <a:lnTo>
                  <a:pt x="283" y="2099"/>
                </a:lnTo>
                <a:lnTo>
                  <a:pt x="323" y="1857"/>
                </a:lnTo>
                <a:lnTo>
                  <a:pt x="404" y="1635"/>
                </a:lnTo>
                <a:lnTo>
                  <a:pt x="465" y="1413"/>
                </a:lnTo>
                <a:lnTo>
                  <a:pt x="566" y="1211"/>
                </a:lnTo>
                <a:lnTo>
                  <a:pt x="666" y="1010"/>
                </a:lnTo>
                <a:lnTo>
                  <a:pt x="767" y="848"/>
                </a:lnTo>
                <a:lnTo>
                  <a:pt x="848" y="747"/>
                </a:lnTo>
                <a:lnTo>
                  <a:pt x="929" y="687"/>
                </a:lnTo>
                <a:lnTo>
                  <a:pt x="1110" y="545"/>
                </a:lnTo>
                <a:lnTo>
                  <a:pt x="1332" y="445"/>
                </a:lnTo>
                <a:lnTo>
                  <a:pt x="1575" y="364"/>
                </a:lnTo>
                <a:lnTo>
                  <a:pt x="1837" y="303"/>
                </a:lnTo>
                <a:lnTo>
                  <a:pt x="2099" y="283"/>
                </a:lnTo>
                <a:lnTo>
                  <a:pt x="2382" y="263"/>
                </a:lnTo>
                <a:lnTo>
                  <a:pt x="2684" y="243"/>
                </a:lnTo>
                <a:lnTo>
                  <a:pt x="3169" y="263"/>
                </a:lnTo>
                <a:lnTo>
                  <a:pt x="3633" y="283"/>
                </a:lnTo>
                <a:lnTo>
                  <a:pt x="4057" y="303"/>
                </a:lnTo>
                <a:lnTo>
                  <a:pt x="4440" y="303"/>
                </a:lnTo>
                <a:lnTo>
                  <a:pt x="9586" y="202"/>
                </a:lnTo>
                <a:lnTo>
                  <a:pt x="11826" y="142"/>
                </a:lnTo>
                <a:lnTo>
                  <a:pt x="14066" y="102"/>
                </a:lnTo>
                <a:lnTo>
                  <a:pt x="16346" y="81"/>
                </a:lnTo>
                <a:close/>
                <a:moveTo>
                  <a:pt x="16346" y="1"/>
                </a:moveTo>
                <a:lnTo>
                  <a:pt x="14066" y="21"/>
                </a:lnTo>
                <a:lnTo>
                  <a:pt x="11826" y="61"/>
                </a:lnTo>
                <a:lnTo>
                  <a:pt x="9586" y="122"/>
                </a:lnTo>
                <a:lnTo>
                  <a:pt x="4420" y="223"/>
                </a:lnTo>
                <a:lnTo>
                  <a:pt x="4057" y="223"/>
                </a:lnTo>
                <a:lnTo>
                  <a:pt x="3633" y="202"/>
                </a:lnTo>
                <a:lnTo>
                  <a:pt x="2805" y="162"/>
                </a:lnTo>
                <a:lnTo>
                  <a:pt x="2382" y="182"/>
                </a:lnTo>
                <a:lnTo>
                  <a:pt x="1978" y="202"/>
                </a:lnTo>
                <a:lnTo>
                  <a:pt x="1595" y="283"/>
                </a:lnTo>
                <a:lnTo>
                  <a:pt x="1413" y="324"/>
                </a:lnTo>
                <a:lnTo>
                  <a:pt x="1252" y="384"/>
                </a:lnTo>
                <a:lnTo>
                  <a:pt x="1090" y="465"/>
                </a:lnTo>
                <a:lnTo>
                  <a:pt x="949" y="566"/>
                </a:lnTo>
                <a:lnTo>
                  <a:pt x="828" y="667"/>
                </a:lnTo>
                <a:lnTo>
                  <a:pt x="707" y="788"/>
                </a:lnTo>
                <a:lnTo>
                  <a:pt x="586" y="969"/>
                </a:lnTo>
                <a:lnTo>
                  <a:pt x="485" y="1151"/>
                </a:lnTo>
                <a:lnTo>
                  <a:pt x="404" y="1373"/>
                </a:lnTo>
                <a:lnTo>
                  <a:pt x="323" y="1575"/>
                </a:lnTo>
                <a:lnTo>
                  <a:pt x="263" y="1817"/>
                </a:lnTo>
                <a:lnTo>
                  <a:pt x="202" y="2059"/>
                </a:lnTo>
                <a:lnTo>
                  <a:pt x="122" y="2563"/>
                </a:lnTo>
                <a:lnTo>
                  <a:pt x="61" y="3068"/>
                </a:lnTo>
                <a:lnTo>
                  <a:pt x="21" y="3593"/>
                </a:lnTo>
                <a:lnTo>
                  <a:pt x="0" y="4521"/>
                </a:lnTo>
                <a:lnTo>
                  <a:pt x="0" y="4723"/>
                </a:lnTo>
                <a:lnTo>
                  <a:pt x="0" y="5308"/>
                </a:lnTo>
                <a:lnTo>
                  <a:pt x="21" y="5873"/>
                </a:lnTo>
                <a:lnTo>
                  <a:pt x="61" y="6458"/>
                </a:lnTo>
                <a:lnTo>
                  <a:pt x="101" y="7043"/>
                </a:lnTo>
                <a:lnTo>
                  <a:pt x="243" y="8234"/>
                </a:lnTo>
                <a:lnTo>
                  <a:pt x="404" y="9465"/>
                </a:lnTo>
                <a:lnTo>
                  <a:pt x="949" y="13219"/>
                </a:lnTo>
                <a:lnTo>
                  <a:pt x="1514" y="16992"/>
                </a:lnTo>
                <a:lnTo>
                  <a:pt x="1575" y="17376"/>
                </a:lnTo>
                <a:lnTo>
                  <a:pt x="1877" y="19374"/>
                </a:lnTo>
                <a:lnTo>
                  <a:pt x="2160" y="21392"/>
                </a:lnTo>
                <a:lnTo>
                  <a:pt x="2281" y="22421"/>
                </a:lnTo>
                <a:lnTo>
                  <a:pt x="2382" y="23430"/>
                </a:lnTo>
                <a:lnTo>
                  <a:pt x="2483" y="24439"/>
                </a:lnTo>
                <a:lnTo>
                  <a:pt x="2563" y="25468"/>
                </a:lnTo>
                <a:lnTo>
                  <a:pt x="2624" y="26477"/>
                </a:lnTo>
                <a:lnTo>
                  <a:pt x="2664" y="27486"/>
                </a:lnTo>
                <a:lnTo>
                  <a:pt x="2664" y="28515"/>
                </a:lnTo>
                <a:lnTo>
                  <a:pt x="2644" y="29524"/>
                </a:lnTo>
                <a:lnTo>
                  <a:pt x="2584" y="30533"/>
                </a:lnTo>
                <a:lnTo>
                  <a:pt x="2483" y="31542"/>
                </a:lnTo>
                <a:lnTo>
                  <a:pt x="2341" y="32551"/>
                </a:lnTo>
                <a:lnTo>
                  <a:pt x="2180" y="33540"/>
                </a:lnTo>
                <a:lnTo>
                  <a:pt x="1938" y="34630"/>
                </a:lnTo>
                <a:lnTo>
                  <a:pt x="1696" y="35679"/>
                </a:lnTo>
                <a:lnTo>
                  <a:pt x="1494" y="36466"/>
                </a:lnTo>
                <a:lnTo>
                  <a:pt x="1332" y="37233"/>
                </a:lnTo>
                <a:lnTo>
                  <a:pt x="1171" y="38040"/>
                </a:lnTo>
                <a:lnTo>
                  <a:pt x="1030" y="38827"/>
                </a:lnTo>
                <a:lnTo>
                  <a:pt x="1009" y="39049"/>
                </a:lnTo>
                <a:lnTo>
                  <a:pt x="1009" y="39271"/>
                </a:lnTo>
                <a:lnTo>
                  <a:pt x="1030" y="39372"/>
                </a:lnTo>
                <a:lnTo>
                  <a:pt x="1070" y="39473"/>
                </a:lnTo>
                <a:lnTo>
                  <a:pt x="1110" y="39574"/>
                </a:lnTo>
                <a:lnTo>
                  <a:pt x="1191" y="39654"/>
                </a:lnTo>
                <a:lnTo>
                  <a:pt x="1252" y="39715"/>
                </a:lnTo>
                <a:lnTo>
                  <a:pt x="1353" y="39776"/>
                </a:lnTo>
                <a:lnTo>
                  <a:pt x="1433" y="39796"/>
                </a:lnTo>
                <a:lnTo>
                  <a:pt x="1534" y="39816"/>
                </a:lnTo>
                <a:lnTo>
                  <a:pt x="1615" y="39796"/>
                </a:lnTo>
                <a:lnTo>
                  <a:pt x="1756" y="39776"/>
                </a:lnTo>
                <a:lnTo>
                  <a:pt x="1897" y="39695"/>
                </a:lnTo>
                <a:lnTo>
                  <a:pt x="2018" y="39614"/>
                </a:lnTo>
                <a:lnTo>
                  <a:pt x="2160" y="39513"/>
                </a:lnTo>
                <a:lnTo>
                  <a:pt x="2281" y="39392"/>
                </a:lnTo>
                <a:lnTo>
                  <a:pt x="2382" y="39271"/>
                </a:lnTo>
                <a:lnTo>
                  <a:pt x="2483" y="39130"/>
                </a:lnTo>
                <a:lnTo>
                  <a:pt x="2563" y="38989"/>
                </a:lnTo>
                <a:lnTo>
                  <a:pt x="2785" y="38565"/>
                </a:lnTo>
                <a:lnTo>
                  <a:pt x="3007" y="38101"/>
                </a:lnTo>
                <a:lnTo>
                  <a:pt x="3411" y="37193"/>
                </a:lnTo>
                <a:lnTo>
                  <a:pt x="3794" y="36284"/>
                </a:lnTo>
                <a:lnTo>
                  <a:pt x="4158" y="35376"/>
                </a:lnTo>
                <a:lnTo>
                  <a:pt x="4662" y="34166"/>
                </a:lnTo>
                <a:lnTo>
                  <a:pt x="4904" y="33560"/>
                </a:lnTo>
                <a:lnTo>
                  <a:pt x="5187" y="32955"/>
                </a:lnTo>
                <a:lnTo>
                  <a:pt x="5469" y="32369"/>
                </a:lnTo>
                <a:lnTo>
                  <a:pt x="5752" y="31784"/>
                </a:lnTo>
                <a:lnTo>
                  <a:pt x="6075" y="31199"/>
                </a:lnTo>
                <a:lnTo>
                  <a:pt x="6418" y="30654"/>
                </a:lnTo>
                <a:lnTo>
                  <a:pt x="6821" y="30089"/>
                </a:lnTo>
                <a:lnTo>
                  <a:pt x="7225" y="29544"/>
                </a:lnTo>
                <a:lnTo>
                  <a:pt x="7669" y="29020"/>
                </a:lnTo>
                <a:lnTo>
                  <a:pt x="8153" y="28515"/>
                </a:lnTo>
                <a:lnTo>
                  <a:pt x="8638" y="28051"/>
                </a:lnTo>
                <a:lnTo>
                  <a:pt x="9162" y="27587"/>
                </a:lnTo>
                <a:lnTo>
                  <a:pt x="9707" y="27163"/>
                </a:lnTo>
                <a:lnTo>
                  <a:pt x="10272" y="26780"/>
                </a:lnTo>
                <a:lnTo>
                  <a:pt x="10857" y="26396"/>
                </a:lnTo>
                <a:lnTo>
                  <a:pt x="11463" y="26073"/>
                </a:lnTo>
                <a:lnTo>
                  <a:pt x="12068" y="25750"/>
                </a:lnTo>
                <a:lnTo>
                  <a:pt x="12694" y="25468"/>
                </a:lnTo>
                <a:lnTo>
                  <a:pt x="13339" y="25226"/>
                </a:lnTo>
                <a:lnTo>
                  <a:pt x="14005" y="25024"/>
                </a:lnTo>
                <a:lnTo>
                  <a:pt x="14651" y="24842"/>
                </a:lnTo>
                <a:lnTo>
                  <a:pt x="15337" y="24701"/>
                </a:lnTo>
                <a:lnTo>
                  <a:pt x="15882" y="24600"/>
                </a:lnTo>
                <a:lnTo>
                  <a:pt x="16447" y="24540"/>
                </a:lnTo>
                <a:lnTo>
                  <a:pt x="17012" y="24499"/>
                </a:lnTo>
                <a:lnTo>
                  <a:pt x="17577" y="24459"/>
                </a:lnTo>
                <a:lnTo>
                  <a:pt x="18707" y="24459"/>
                </a:lnTo>
                <a:lnTo>
                  <a:pt x="19272" y="24479"/>
                </a:lnTo>
                <a:lnTo>
                  <a:pt x="19837" y="24519"/>
                </a:lnTo>
                <a:lnTo>
                  <a:pt x="20968" y="24620"/>
                </a:lnTo>
                <a:lnTo>
                  <a:pt x="22098" y="24762"/>
                </a:lnTo>
                <a:lnTo>
                  <a:pt x="23228" y="24923"/>
                </a:lnTo>
                <a:lnTo>
                  <a:pt x="24338" y="25084"/>
                </a:lnTo>
                <a:lnTo>
                  <a:pt x="25488" y="25266"/>
                </a:lnTo>
                <a:lnTo>
                  <a:pt x="26638" y="25428"/>
                </a:lnTo>
                <a:lnTo>
                  <a:pt x="27809" y="25569"/>
                </a:lnTo>
                <a:lnTo>
                  <a:pt x="28979" y="25670"/>
                </a:lnTo>
                <a:lnTo>
                  <a:pt x="29403" y="25690"/>
                </a:lnTo>
                <a:lnTo>
                  <a:pt x="30271" y="25690"/>
                </a:lnTo>
                <a:lnTo>
                  <a:pt x="30714" y="25650"/>
                </a:lnTo>
                <a:lnTo>
                  <a:pt x="31138" y="25569"/>
                </a:lnTo>
                <a:lnTo>
                  <a:pt x="31562" y="25468"/>
                </a:lnTo>
                <a:lnTo>
                  <a:pt x="31764" y="25387"/>
                </a:lnTo>
                <a:lnTo>
                  <a:pt x="31966" y="25306"/>
                </a:lnTo>
                <a:lnTo>
                  <a:pt x="32147" y="25206"/>
                </a:lnTo>
                <a:lnTo>
                  <a:pt x="32349" y="25084"/>
                </a:lnTo>
                <a:lnTo>
                  <a:pt x="32511" y="24963"/>
                </a:lnTo>
                <a:lnTo>
                  <a:pt x="32692" y="24842"/>
                </a:lnTo>
                <a:lnTo>
                  <a:pt x="32833" y="24701"/>
                </a:lnTo>
                <a:lnTo>
                  <a:pt x="32995" y="24540"/>
                </a:lnTo>
                <a:lnTo>
                  <a:pt x="33257" y="24217"/>
                </a:lnTo>
                <a:lnTo>
                  <a:pt x="33479" y="23874"/>
                </a:lnTo>
                <a:lnTo>
                  <a:pt x="33681" y="23531"/>
                </a:lnTo>
                <a:lnTo>
                  <a:pt x="33863" y="23167"/>
                </a:lnTo>
                <a:lnTo>
                  <a:pt x="34004" y="22804"/>
                </a:lnTo>
                <a:lnTo>
                  <a:pt x="34145" y="22461"/>
                </a:lnTo>
                <a:lnTo>
                  <a:pt x="34307" y="22017"/>
                </a:lnTo>
                <a:lnTo>
                  <a:pt x="34448" y="21573"/>
                </a:lnTo>
                <a:lnTo>
                  <a:pt x="34569" y="21109"/>
                </a:lnTo>
                <a:lnTo>
                  <a:pt x="34690" y="20645"/>
                </a:lnTo>
                <a:lnTo>
                  <a:pt x="34912" y="19737"/>
                </a:lnTo>
                <a:lnTo>
                  <a:pt x="35073" y="18829"/>
                </a:lnTo>
                <a:lnTo>
                  <a:pt x="35215" y="17921"/>
                </a:lnTo>
                <a:lnTo>
                  <a:pt x="35316" y="17033"/>
                </a:lnTo>
                <a:lnTo>
                  <a:pt x="35396" y="16185"/>
                </a:lnTo>
                <a:lnTo>
                  <a:pt x="35457" y="15337"/>
                </a:lnTo>
                <a:lnTo>
                  <a:pt x="35538" y="14248"/>
                </a:lnTo>
                <a:lnTo>
                  <a:pt x="35578" y="13219"/>
                </a:lnTo>
                <a:lnTo>
                  <a:pt x="35598" y="12230"/>
                </a:lnTo>
                <a:lnTo>
                  <a:pt x="35598" y="11261"/>
                </a:lnTo>
                <a:lnTo>
                  <a:pt x="35598" y="10333"/>
                </a:lnTo>
                <a:lnTo>
                  <a:pt x="35558" y="9445"/>
                </a:lnTo>
                <a:lnTo>
                  <a:pt x="35497" y="8557"/>
                </a:lnTo>
                <a:lnTo>
                  <a:pt x="35396" y="7709"/>
                </a:lnTo>
                <a:lnTo>
                  <a:pt x="35336" y="7185"/>
                </a:lnTo>
                <a:lnTo>
                  <a:pt x="35255" y="6660"/>
                </a:lnTo>
                <a:lnTo>
                  <a:pt x="35154" y="6115"/>
                </a:lnTo>
                <a:lnTo>
                  <a:pt x="35013" y="5570"/>
                </a:lnTo>
                <a:lnTo>
                  <a:pt x="34851" y="5046"/>
                </a:lnTo>
                <a:lnTo>
                  <a:pt x="34629" y="4521"/>
                </a:lnTo>
                <a:lnTo>
                  <a:pt x="34508" y="4259"/>
                </a:lnTo>
                <a:lnTo>
                  <a:pt x="34387" y="4016"/>
                </a:lnTo>
                <a:lnTo>
                  <a:pt x="34226" y="3774"/>
                </a:lnTo>
                <a:lnTo>
                  <a:pt x="34064" y="3552"/>
                </a:lnTo>
                <a:lnTo>
                  <a:pt x="33782" y="3189"/>
                </a:lnTo>
                <a:lnTo>
                  <a:pt x="33479" y="2866"/>
                </a:lnTo>
                <a:lnTo>
                  <a:pt x="33136" y="2584"/>
                </a:lnTo>
                <a:lnTo>
                  <a:pt x="32793" y="2301"/>
                </a:lnTo>
                <a:lnTo>
                  <a:pt x="32410" y="2079"/>
                </a:lnTo>
                <a:lnTo>
                  <a:pt x="32026" y="1857"/>
                </a:lnTo>
                <a:lnTo>
                  <a:pt x="31623" y="1655"/>
                </a:lnTo>
                <a:lnTo>
                  <a:pt x="31199" y="1494"/>
                </a:lnTo>
                <a:lnTo>
                  <a:pt x="30775" y="1333"/>
                </a:lnTo>
                <a:lnTo>
                  <a:pt x="30351" y="1191"/>
                </a:lnTo>
                <a:lnTo>
                  <a:pt x="29907" y="1070"/>
                </a:lnTo>
                <a:lnTo>
                  <a:pt x="29463" y="969"/>
                </a:lnTo>
                <a:lnTo>
                  <a:pt x="28555" y="788"/>
                </a:lnTo>
                <a:lnTo>
                  <a:pt x="27667" y="667"/>
                </a:lnTo>
                <a:lnTo>
                  <a:pt x="26557" y="525"/>
                </a:lnTo>
                <a:lnTo>
                  <a:pt x="25427" y="384"/>
                </a:lnTo>
                <a:lnTo>
                  <a:pt x="24277" y="283"/>
                </a:lnTo>
                <a:lnTo>
                  <a:pt x="23147" y="202"/>
                </a:lnTo>
                <a:lnTo>
                  <a:pt x="22017" y="142"/>
                </a:lnTo>
                <a:lnTo>
                  <a:pt x="20887" y="81"/>
                </a:lnTo>
                <a:lnTo>
                  <a:pt x="19737" y="41"/>
                </a:lnTo>
                <a:lnTo>
                  <a:pt x="18606" y="21"/>
                </a:lnTo>
                <a:lnTo>
                  <a:pt x="1634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9" name="Google Shape;5549;p69"/>
          <p:cNvSpPr/>
          <p:nvPr/>
        </p:nvSpPr>
        <p:spPr>
          <a:xfrm flipH="1" rot="-6644194">
            <a:off x="7345178" y="2375062"/>
            <a:ext cx="2960485" cy="1551300"/>
          </a:xfrm>
          <a:custGeom>
            <a:rect b="b" l="l" r="r" t="t"/>
            <a:pathLst>
              <a:path extrusionOk="0" h="27748" w="52954">
                <a:moveTo>
                  <a:pt x="8698" y="81"/>
                </a:moveTo>
                <a:lnTo>
                  <a:pt x="9162" y="121"/>
                </a:lnTo>
                <a:lnTo>
                  <a:pt x="9647" y="162"/>
                </a:lnTo>
                <a:lnTo>
                  <a:pt x="10111" y="243"/>
                </a:lnTo>
                <a:lnTo>
                  <a:pt x="10555" y="343"/>
                </a:lnTo>
                <a:lnTo>
                  <a:pt x="10999" y="444"/>
                </a:lnTo>
                <a:lnTo>
                  <a:pt x="11443" y="565"/>
                </a:lnTo>
                <a:lnTo>
                  <a:pt x="11887" y="707"/>
                </a:lnTo>
                <a:lnTo>
                  <a:pt x="12311" y="848"/>
                </a:lnTo>
                <a:lnTo>
                  <a:pt x="12734" y="1009"/>
                </a:lnTo>
                <a:lnTo>
                  <a:pt x="13582" y="1373"/>
                </a:lnTo>
                <a:lnTo>
                  <a:pt x="14389" y="1756"/>
                </a:lnTo>
                <a:lnTo>
                  <a:pt x="15176" y="2160"/>
                </a:lnTo>
                <a:lnTo>
                  <a:pt x="15943" y="2563"/>
                </a:lnTo>
                <a:lnTo>
                  <a:pt x="16669" y="2987"/>
                </a:lnTo>
                <a:lnTo>
                  <a:pt x="18021" y="3754"/>
                </a:lnTo>
                <a:lnTo>
                  <a:pt x="19353" y="4561"/>
                </a:lnTo>
                <a:lnTo>
                  <a:pt x="22017" y="6176"/>
                </a:lnTo>
                <a:lnTo>
                  <a:pt x="24439" y="7649"/>
                </a:lnTo>
                <a:lnTo>
                  <a:pt x="25670" y="8395"/>
                </a:lnTo>
                <a:lnTo>
                  <a:pt x="26901" y="9102"/>
                </a:lnTo>
                <a:lnTo>
                  <a:pt x="28152" y="9808"/>
                </a:lnTo>
                <a:lnTo>
                  <a:pt x="29403" y="10494"/>
                </a:lnTo>
                <a:lnTo>
                  <a:pt x="30654" y="11160"/>
                </a:lnTo>
                <a:lnTo>
                  <a:pt x="31925" y="11806"/>
                </a:lnTo>
                <a:lnTo>
                  <a:pt x="33217" y="12391"/>
                </a:lnTo>
                <a:lnTo>
                  <a:pt x="34509" y="12956"/>
                </a:lnTo>
                <a:lnTo>
                  <a:pt x="35820" y="13481"/>
                </a:lnTo>
                <a:lnTo>
                  <a:pt x="36486" y="13743"/>
                </a:lnTo>
                <a:lnTo>
                  <a:pt x="37152" y="13965"/>
                </a:lnTo>
                <a:lnTo>
                  <a:pt x="37818" y="14187"/>
                </a:lnTo>
                <a:lnTo>
                  <a:pt x="38484" y="14389"/>
                </a:lnTo>
                <a:lnTo>
                  <a:pt x="39170" y="14591"/>
                </a:lnTo>
                <a:lnTo>
                  <a:pt x="39856" y="14772"/>
                </a:lnTo>
                <a:lnTo>
                  <a:pt x="40542" y="14934"/>
                </a:lnTo>
                <a:lnTo>
                  <a:pt x="41228" y="15075"/>
                </a:lnTo>
                <a:lnTo>
                  <a:pt x="41935" y="15216"/>
                </a:lnTo>
                <a:lnTo>
                  <a:pt x="42621" y="15317"/>
                </a:lnTo>
                <a:lnTo>
                  <a:pt x="43246" y="15418"/>
                </a:lnTo>
                <a:lnTo>
                  <a:pt x="43852" y="15479"/>
                </a:lnTo>
                <a:lnTo>
                  <a:pt x="44437" y="15519"/>
                </a:lnTo>
                <a:lnTo>
                  <a:pt x="45002" y="15539"/>
                </a:lnTo>
                <a:lnTo>
                  <a:pt x="45567" y="15539"/>
                </a:lnTo>
                <a:lnTo>
                  <a:pt x="46092" y="15519"/>
                </a:lnTo>
                <a:lnTo>
                  <a:pt x="46596" y="15479"/>
                </a:lnTo>
                <a:lnTo>
                  <a:pt x="47081" y="15398"/>
                </a:lnTo>
                <a:lnTo>
                  <a:pt x="47565" y="15317"/>
                </a:lnTo>
                <a:lnTo>
                  <a:pt x="48009" y="15216"/>
                </a:lnTo>
                <a:lnTo>
                  <a:pt x="48453" y="15075"/>
                </a:lnTo>
                <a:lnTo>
                  <a:pt x="48877" y="14934"/>
                </a:lnTo>
                <a:lnTo>
                  <a:pt x="49280" y="14752"/>
                </a:lnTo>
                <a:lnTo>
                  <a:pt x="49664" y="14550"/>
                </a:lnTo>
                <a:lnTo>
                  <a:pt x="50027" y="14348"/>
                </a:lnTo>
                <a:lnTo>
                  <a:pt x="50390" y="14106"/>
                </a:lnTo>
                <a:lnTo>
                  <a:pt x="50612" y="13925"/>
                </a:lnTo>
                <a:lnTo>
                  <a:pt x="50814" y="13763"/>
                </a:lnTo>
                <a:lnTo>
                  <a:pt x="51036" y="13622"/>
                </a:lnTo>
                <a:lnTo>
                  <a:pt x="51258" y="13481"/>
                </a:lnTo>
                <a:lnTo>
                  <a:pt x="51500" y="13380"/>
                </a:lnTo>
                <a:lnTo>
                  <a:pt x="51662" y="13339"/>
                </a:lnTo>
                <a:lnTo>
                  <a:pt x="51823" y="13299"/>
                </a:lnTo>
                <a:lnTo>
                  <a:pt x="51984" y="13299"/>
                </a:lnTo>
                <a:lnTo>
                  <a:pt x="52146" y="13319"/>
                </a:lnTo>
                <a:lnTo>
                  <a:pt x="52307" y="13360"/>
                </a:lnTo>
                <a:lnTo>
                  <a:pt x="52449" y="13420"/>
                </a:lnTo>
                <a:lnTo>
                  <a:pt x="52570" y="13521"/>
                </a:lnTo>
                <a:lnTo>
                  <a:pt x="52691" y="13642"/>
                </a:lnTo>
                <a:lnTo>
                  <a:pt x="52771" y="13804"/>
                </a:lnTo>
                <a:lnTo>
                  <a:pt x="52832" y="13985"/>
                </a:lnTo>
                <a:lnTo>
                  <a:pt x="52852" y="14167"/>
                </a:lnTo>
                <a:lnTo>
                  <a:pt x="52872" y="14348"/>
                </a:lnTo>
                <a:lnTo>
                  <a:pt x="52872" y="14893"/>
                </a:lnTo>
                <a:lnTo>
                  <a:pt x="52832" y="15398"/>
                </a:lnTo>
                <a:lnTo>
                  <a:pt x="52751" y="15902"/>
                </a:lnTo>
                <a:lnTo>
                  <a:pt x="52630" y="16366"/>
                </a:lnTo>
                <a:lnTo>
                  <a:pt x="52489" y="16831"/>
                </a:lnTo>
                <a:lnTo>
                  <a:pt x="52307" y="17254"/>
                </a:lnTo>
                <a:lnTo>
                  <a:pt x="52085" y="17658"/>
                </a:lnTo>
                <a:lnTo>
                  <a:pt x="51823" y="18041"/>
                </a:lnTo>
                <a:lnTo>
                  <a:pt x="51540" y="18405"/>
                </a:lnTo>
                <a:lnTo>
                  <a:pt x="51238" y="18728"/>
                </a:lnTo>
                <a:lnTo>
                  <a:pt x="50895" y="19030"/>
                </a:lnTo>
                <a:lnTo>
                  <a:pt x="50511" y="19293"/>
                </a:lnTo>
                <a:lnTo>
                  <a:pt x="50128" y="19535"/>
                </a:lnTo>
                <a:lnTo>
                  <a:pt x="49684" y="19737"/>
                </a:lnTo>
                <a:lnTo>
                  <a:pt x="49240" y="19898"/>
                </a:lnTo>
                <a:lnTo>
                  <a:pt x="48756" y="20039"/>
                </a:lnTo>
                <a:lnTo>
                  <a:pt x="48211" y="20140"/>
                </a:lnTo>
                <a:lnTo>
                  <a:pt x="47666" y="20221"/>
                </a:lnTo>
                <a:lnTo>
                  <a:pt x="47121" y="20261"/>
                </a:lnTo>
                <a:lnTo>
                  <a:pt x="46031" y="20261"/>
                </a:lnTo>
                <a:lnTo>
                  <a:pt x="45507" y="20241"/>
                </a:lnTo>
                <a:lnTo>
                  <a:pt x="44437" y="20160"/>
                </a:lnTo>
                <a:lnTo>
                  <a:pt x="42924" y="20019"/>
                </a:lnTo>
                <a:lnTo>
                  <a:pt x="41410" y="19858"/>
                </a:lnTo>
                <a:lnTo>
                  <a:pt x="38403" y="19494"/>
                </a:lnTo>
                <a:lnTo>
                  <a:pt x="36183" y="19212"/>
                </a:lnTo>
                <a:lnTo>
                  <a:pt x="33964" y="18970"/>
                </a:lnTo>
                <a:lnTo>
                  <a:pt x="32834" y="18849"/>
                </a:lnTo>
                <a:lnTo>
                  <a:pt x="31724" y="18768"/>
                </a:lnTo>
                <a:lnTo>
                  <a:pt x="30614" y="18687"/>
                </a:lnTo>
                <a:lnTo>
                  <a:pt x="29484" y="18627"/>
                </a:lnTo>
                <a:lnTo>
                  <a:pt x="28374" y="18606"/>
                </a:lnTo>
                <a:lnTo>
                  <a:pt x="27264" y="18606"/>
                </a:lnTo>
                <a:lnTo>
                  <a:pt x="26134" y="18627"/>
                </a:lnTo>
                <a:lnTo>
                  <a:pt x="25024" y="18687"/>
                </a:lnTo>
                <a:lnTo>
                  <a:pt x="23914" y="18788"/>
                </a:lnTo>
                <a:lnTo>
                  <a:pt x="22824" y="18909"/>
                </a:lnTo>
                <a:lnTo>
                  <a:pt x="21714" y="19091"/>
                </a:lnTo>
                <a:lnTo>
                  <a:pt x="20625" y="19313"/>
                </a:lnTo>
                <a:lnTo>
                  <a:pt x="19555" y="19595"/>
                </a:lnTo>
                <a:lnTo>
                  <a:pt x="18486" y="19898"/>
                </a:lnTo>
                <a:lnTo>
                  <a:pt x="17456" y="20241"/>
                </a:lnTo>
                <a:lnTo>
                  <a:pt x="16407" y="20645"/>
                </a:lnTo>
                <a:lnTo>
                  <a:pt x="15398" y="21048"/>
                </a:lnTo>
                <a:lnTo>
                  <a:pt x="14389" y="21512"/>
                </a:lnTo>
                <a:lnTo>
                  <a:pt x="13400" y="21977"/>
                </a:lnTo>
                <a:lnTo>
                  <a:pt x="12411" y="22481"/>
                </a:lnTo>
                <a:lnTo>
                  <a:pt x="11423" y="23006"/>
                </a:lnTo>
                <a:lnTo>
                  <a:pt x="10454" y="23551"/>
                </a:lnTo>
                <a:lnTo>
                  <a:pt x="9505" y="24116"/>
                </a:lnTo>
                <a:lnTo>
                  <a:pt x="8537" y="24681"/>
                </a:lnTo>
                <a:lnTo>
                  <a:pt x="6660" y="25851"/>
                </a:lnTo>
                <a:lnTo>
                  <a:pt x="4783" y="27022"/>
                </a:lnTo>
                <a:lnTo>
                  <a:pt x="4703" y="27082"/>
                </a:lnTo>
                <a:lnTo>
                  <a:pt x="4339" y="27304"/>
                </a:lnTo>
                <a:lnTo>
                  <a:pt x="4017" y="27465"/>
                </a:lnTo>
                <a:lnTo>
                  <a:pt x="3694" y="27587"/>
                </a:lnTo>
                <a:lnTo>
                  <a:pt x="3411" y="27647"/>
                </a:lnTo>
                <a:lnTo>
                  <a:pt x="3149" y="27667"/>
                </a:lnTo>
                <a:lnTo>
                  <a:pt x="3028" y="27667"/>
                </a:lnTo>
                <a:lnTo>
                  <a:pt x="2907" y="27647"/>
                </a:lnTo>
                <a:lnTo>
                  <a:pt x="2806" y="27607"/>
                </a:lnTo>
                <a:lnTo>
                  <a:pt x="2685" y="27566"/>
                </a:lnTo>
                <a:lnTo>
                  <a:pt x="2584" y="27506"/>
                </a:lnTo>
                <a:lnTo>
                  <a:pt x="2503" y="27445"/>
                </a:lnTo>
                <a:lnTo>
                  <a:pt x="2382" y="27344"/>
                </a:lnTo>
                <a:lnTo>
                  <a:pt x="2301" y="27223"/>
                </a:lnTo>
                <a:lnTo>
                  <a:pt x="2220" y="27082"/>
                </a:lnTo>
                <a:lnTo>
                  <a:pt x="2140" y="26941"/>
                </a:lnTo>
                <a:lnTo>
                  <a:pt x="2039" y="26638"/>
                </a:lnTo>
                <a:lnTo>
                  <a:pt x="1958" y="26295"/>
                </a:lnTo>
                <a:lnTo>
                  <a:pt x="1716" y="25064"/>
                </a:lnTo>
                <a:lnTo>
                  <a:pt x="1474" y="23813"/>
                </a:lnTo>
                <a:lnTo>
                  <a:pt x="1232" y="22562"/>
                </a:lnTo>
                <a:lnTo>
                  <a:pt x="1030" y="21311"/>
                </a:lnTo>
                <a:lnTo>
                  <a:pt x="828" y="20059"/>
                </a:lnTo>
                <a:lnTo>
                  <a:pt x="667" y="18808"/>
                </a:lnTo>
                <a:lnTo>
                  <a:pt x="505" y="17537"/>
                </a:lnTo>
                <a:lnTo>
                  <a:pt x="364" y="16286"/>
                </a:lnTo>
                <a:lnTo>
                  <a:pt x="283" y="15378"/>
                </a:lnTo>
                <a:lnTo>
                  <a:pt x="202" y="14550"/>
                </a:lnTo>
                <a:lnTo>
                  <a:pt x="162" y="13743"/>
                </a:lnTo>
                <a:lnTo>
                  <a:pt x="122" y="13017"/>
                </a:lnTo>
                <a:lnTo>
                  <a:pt x="102" y="12310"/>
                </a:lnTo>
                <a:lnTo>
                  <a:pt x="81" y="11664"/>
                </a:lnTo>
                <a:lnTo>
                  <a:pt x="102" y="11059"/>
                </a:lnTo>
                <a:lnTo>
                  <a:pt x="102" y="10494"/>
                </a:lnTo>
                <a:lnTo>
                  <a:pt x="162" y="9485"/>
                </a:lnTo>
                <a:lnTo>
                  <a:pt x="263" y="8597"/>
                </a:lnTo>
                <a:lnTo>
                  <a:pt x="364" y="7810"/>
                </a:lnTo>
                <a:lnTo>
                  <a:pt x="505" y="7124"/>
                </a:lnTo>
                <a:lnTo>
                  <a:pt x="606" y="6680"/>
                </a:lnTo>
                <a:lnTo>
                  <a:pt x="707" y="6236"/>
                </a:lnTo>
                <a:lnTo>
                  <a:pt x="828" y="5812"/>
                </a:lnTo>
                <a:lnTo>
                  <a:pt x="969" y="5409"/>
                </a:lnTo>
                <a:lnTo>
                  <a:pt x="1111" y="5005"/>
                </a:lnTo>
                <a:lnTo>
                  <a:pt x="1252" y="4642"/>
                </a:lnTo>
                <a:lnTo>
                  <a:pt x="1413" y="4279"/>
                </a:lnTo>
                <a:lnTo>
                  <a:pt x="1595" y="3915"/>
                </a:lnTo>
                <a:lnTo>
                  <a:pt x="1777" y="3592"/>
                </a:lnTo>
                <a:lnTo>
                  <a:pt x="1978" y="3270"/>
                </a:lnTo>
                <a:lnTo>
                  <a:pt x="2180" y="2967"/>
                </a:lnTo>
                <a:lnTo>
                  <a:pt x="2402" y="2684"/>
                </a:lnTo>
                <a:lnTo>
                  <a:pt x="2624" y="2402"/>
                </a:lnTo>
                <a:lnTo>
                  <a:pt x="2866" y="2160"/>
                </a:lnTo>
                <a:lnTo>
                  <a:pt x="3108" y="1918"/>
                </a:lnTo>
                <a:lnTo>
                  <a:pt x="3371" y="1675"/>
                </a:lnTo>
                <a:lnTo>
                  <a:pt x="3613" y="1494"/>
                </a:lnTo>
                <a:lnTo>
                  <a:pt x="3855" y="1312"/>
                </a:lnTo>
                <a:lnTo>
                  <a:pt x="4117" y="1151"/>
                </a:lnTo>
                <a:lnTo>
                  <a:pt x="4400" y="989"/>
                </a:lnTo>
                <a:lnTo>
                  <a:pt x="4682" y="848"/>
                </a:lnTo>
                <a:lnTo>
                  <a:pt x="4965" y="707"/>
                </a:lnTo>
                <a:lnTo>
                  <a:pt x="5268" y="586"/>
                </a:lnTo>
                <a:lnTo>
                  <a:pt x="5570" y="485"/>
                </a:lnTo>
                <a:lnTo>
                  <a:pt x="5893" y="384"/>
                </a:lnTo>
                <a:lnTo>
                  <a:pt x="6196" y="303"/>
                </a:lnTo>
                <a:lnTo>
                  <a:pt x="6539" y="243"/>
                </a:lnTo>
                <a:lnTo>
                  <a:pt x="6862" y="182"/>
                </a:lnTo>
                <a:lnTo>
                  <a:pt x="7205" y="121"/>
                </a:lnTo>
                <a:lnTo>
                  <a:pt x="7548" y="101"/>
                </a:lnTo>
                <a:lnTo>
                  <a:pt x="7891" y="81"/>
                </a:lnTo>
                <a:close/>
                <a:moveTo>
                  <a:pt x="7730" y="0"/>
                </a:moveTo>
                <a:lnTo>
                  <a:pt x="7265" y="41"/>
                </a:lnTo>
                <a:lnTo>
                  <a:pt x="6801" y="101"/>
                </a:lnTo>
                <a:lnTo>
                  <a:pt x="6378" y="182"/>
                </a:lnTo>
                <a:lnTo>
                  <a:pt x="5934" y="283"/>
                </a:lnTo>
                <a:lnTo>
                  <a:pt x="5530" y="424"/>
                </a:lnTo>
                <a:lnTo>
                  <a:pt x="5106" y="565"/>
                </a:lnTo>
                <a:lnTo>
                  <a:pt x="4723" y="727"/>
                </a:lnTo>
                <a:lnTo>
                  <a:pt x="4339" y="929"/>
                </a:lnTo>
                <a:lnTo>
                  <a:pt x="3976" y="1130"/>
                </a:lnTo>
                <a:lnTo>
                  <a:pt x="3633" y="1373"/>
                </a:lnTo>
                <a:lnTo>
                  <a:pt x="3310" y="1615"/>
                </a:lnTo>
                <a:lnTo>
                  <a:pt x="3048" y="1857"/>
                </a:lnTo>
                <a:lnTo>
                  <a:pt x="2806" y="2099"/>
                </a:lnTo>
                <a:lnTo>
                  <a:pt x="2564" y="2361"/>
                </a:lnTo>
                <a:lnTo>
                  <a:pt x="2342" y="2624"/>
                </a:lnTo>
                <a:lnTo>
                  <a:pt x="2120" y="2927"/>
                </a:lnTo>
                <a:lnTo>
                  <a:pt x="1918" y="3229"/>
                </a:lnTo>
                <a:lnTo>
                  <a:pt x="1716" y="3552"/>
                </a:lnTo>
                <a:lnTo>
                  <a:pt x="1534" y="3875"/>
                </a:lnTo>
                <a:lnTo>
                  <a:pt x="1353" y="4238"/>
                </a:lnTo>
                <a:lnTo>
                  <a:pt x="1191" y="4601"/>
                </a:lnTo>
                <a:lnTo>
                  <a:pt x="1030" y="4985"/>
                </a:lnTo>
                <a:lnTo>
                  <a:pt x="889" y="5388"/>
                </a:lnTo>
                <a:lnTo>
                  <a:pt x="747" y="5792"/>
                </a:lnTo>
                <a:lnTo>
                  <a:pt x="626" y="6216"/>
                </a:lnTo>
                <a:lnTo>
                  <a:pt x="525" y="6660"/>
                </a:lnTo>
                <a:lnTo>
                  <a:pt x="424" y="7104"/>
                </a:lnTo>
                <a:lnTo>
                  <a:pt x="283" y="7810"/>
                </a:lnTo>
                <a:lnTo>
                  <a:pt x="182" y="8577"/>
                </a:lnTo>
                <a:lnTo>
                  <a:pt x="81" y="9485"/>
                </a:lnTo>
                <a:lnTo>
                  <a:pt x="21" y="10494"/>
                </a:lnTo>
                <a:lnTo>
                  <a:pt x="21" y="11059"/>
                </a:lnTo>
                <a:lnTo>
                  <a:pt x="1" y="11664"/>
                </a:lnTo>
                <a:lnTo>
                  <a:pt x="21" y="12310"/>
                </a:lnTo>
                <a:lnTo>
                  <a:pt x="41" y="13017"/>
                </a:lnTo>
                <a:lnTo>
                  <a:pt x="81" y="13743"/>
                </a:lnTo>
                <a:lnTo>
                  <a:pt x="122" y="14550"/>
                </a:lnTo>
                <a:lnTo>
                  <a:pt x="202" y="15398"/>
                </a:lnTo>
                <a:lnTo>
                  <a:pt x="283" y="16306"/>
                </a:lnTo>
                <a:lnTo>
                  <a:pt x="424" y="17557"/>
                </a:lnTo>
                <a:lnTo>
                  <a:pt x="586" y="18808"/>
                </a:lnTo>
                <a:lnTo>
                  <a:pt x="768" y="20080"/>
                </a:lnTo>
                <a:lnTo>
                  <a:pt x="949" y="21331"/>
                </a:lnTo>
                <a:lnTo>
                  <a:pt x="1151" y="22582"/>
                </a:lnTo>
                <a:lnTo>
                  <a:pt x="1393" y="23833"/>
                </a:lnTo>
                <a:lnTo>
                  <a:pt x="1635" y="25084"/>
                </a:lnTo>
                <a:lnTo>
                  <a:pt x="1877" y="26315"/>
                </a:lnTo>
                <a:lnTo>
                  <a:pt x="1978" y="26658"/>
                </a:lnTo>
                <a:lnTo>
                  <a:pt x="2079" y="26981"/>
                </a:lnTo>
                <a:lnTo>
                  <a:pt x="2140" y="27143"/>
                </a:lnTo>
                <a:lnTo>
                  <a:pt x="2241" y="27264"/>
                </a:lnTo>
                <a:lnTo>
                  <a:pt x="2342" y="27405"/>
                </a:lnTo>
                <a:lnTo>
                  <a:pt x="2442" y="27506"/>
                </a:lnTo>
                <a:lnTo>
                  <a:pt x="2604" y="27607"/>
                </a:lnTo>
                <a:lnTo>
                  <a:pt x="2786" y="27687"/>
                </a:lnTo>
                <a:lnTo>
                  <a:pt x="2967" y="27728"/>
                </a:lnTo>
                <a:lnTo>
                  <a:pt x="3169" y="27748"/>
                </a:lnTo>
                <a:lnTo>
                  <a:pt x="3330" y="27748"/>
                </a:lnTo>
                <a:lnTo>
                  <a:pt x="3512" y="27708"/>
                </a:lnTo>
                <a:lnTo>
                  <a:pt x="3694" y="27667"/>
                </a:lnTo>
                <a:lnTo>
                  <a:pt x="3875" y="27607"/>
                </a:lnTo>
                <a:lnTo>
                  <a:pt x="4077" y="27526"/>
                </a:lnTo>
                <a:lnTo>
                  <a:pt x="4299" y="27425"/>
                </a:lnTo>
                <a:lnTo>
                  <a:pt x="4743" y="27163"/>
                </a:lnTo>
                <a:lnTo>
                  <a:pt x="4844" y="27102"/>
                </a:lnTo>
                <a:lnTo>
                  <a:pt x="6700" y="25912"/>
                </a:lnTo>
                <a:lnTo>
                  <a:pt x="8577" y="24761"/>
                </a:lnTo>
                <a:lnTo>
                  <a:pt x="9546" y="24176"/>
                </a:lnTo>
                <a:lnTo>
                  <a:pt x="10494" y="23631"/>
                </a:lnTo>
                <a:lnTo>
                  <a:pt x="11463" y="23086"/>
                </a:lnTo>
                <a:lnTo>
                  <a:pt x="12432" y="22562"/>
                </a:lnTo>
                <a:lnTo>
                  <a:pt x="13420" y="22057"/>
                </a:lnTo>
                <a:lnTo>
                  <a:pt x="14429" y="21573"/>
                </a:lnTo>
                <a:lnTo>
                  <a:pt x="15418" y="21129"/>
                </a:lnTo>
                <a:lnTo>
                  <a:pt x="16447" y="20705"/>
                </a:lnTo>
                <a:lnTo>
                  <a:pt x="17477" y="20322"/>
                </a:lnTo>
                <a:lnTo>
                  <a:pt x="18506" y="19979"/>
                </a:lnTo>
                <a:lnTo>
                  <a:pt x="19575" y="19676"/>
                </a:lnTo>
                <a:lnTo>
                  <a:pt x="20645" y="19393"/>
                </a:lnTo>
                <a:lnTo>
                  <a:pt x="21735" y="19171"/>
                </a:lnTo>
                <a:lnTo>
                  <a:pt x="22824" y="18990"/>
                </a:lnTo>
                <a:lnTo>
                  <a:pt x="23934" y="18869"/>
                </a:lnTo>
                <a:lnTo>
                  <a:pt x="25044" y="18768"/>
                </a:lnTo>
                <a:lnTo>
                  <a:pt x="26154" y="18707"/>
                </a:lnTo>
                <a:lnTo>
                  <a:pt x="27264" y="18687"/>
                </a:lnTo>
                <a:lnTo>
                  <a:pt x="28374" y="18687"/>
                </a:lnTo>
                <a:lnTo>
                  <a:pt x="29484" y="18707"/>
                </a:lnTo>
                <a:lnTo>
                  <a:pt x="30614" y="18768"/>
                </a:lnTo>
                <a:lnTo>
                  <a:pt x="31724" y="18849"/>
                </a:lnTo>
                <a:lnTo>
                  <a:pt x="32834" y="18929"/>
                </a:lnTo>
                <a:lnTo>
                  <a:pt x="33944" y="19050"/>
                </a:lnTo>
                <a:lnTo>
                  <a:pt x="36183" y="19293"/>
                </a:lnTo>
                <a:lnTo>
                  <a:pt x="38383" y="19575"/>
                </a:lnTo>
                <a:lnTo>
                  <a:pt x="41390" y="19938"/>
                </a:lnTo>
                <a:lnTo>
                  <a:pt x="42924" y="20100"/>
                </a:lnTo>
                <a:lnTo>
                  <a:pt x="44437" y="20241"/>
                </a:lnTo>
                <a:lnTo>
                  <a:pt x="45507" y="20322"/>
                </a:lnTo>
                <a:lnTo>
                  <a:pt x="46031" y="20342"/>
                </a:lnTo>
                <a:lnTo>
                  <a:pt x="47141" y="20342"/>
                </a:lnTo>
                <a:lnTo>
                  <a:pt x="47686" y="20302"/>
                </a:lnTo>
                <a:lnTo>
                  <a:pt x="48231" y="20221"/>
                </a:lnTo>
                <a:lnTo>
                  <a:pt x="48776" y="20120"/>
                </a:lnTo>
                <a:lnTo>
                  <a:pt x="49260" y="19979"/>
                </a:lnTo>
                <a:lnTo>
                  <a:pt x="49724" y="19797"/>
                </a:lnTo>
                <a:lnTo>
                  <a:pt x="50168" y="19595"/>
                </a:lnTo>
                <a:lnTo>
                  <a:pt x="50572" y="19353"/>
                </a:lnTo>
                <a:lnTo>
                  <a:pt x="50955" y="19071"/>
                </a:lnTo>
                <a:lnTo>
                  <a:pt x="51319" y="18748"/>
                </a:lnTo>
                <a:lnTo>
                  <a:pt x="51641" y="18405"/>
                </a:lnTo>
                <a:lnTo>
                  <a:pt x="51924" y="18041"/>
                </a:lnTo>
                <a:lnTo>
                  <a:pt x="52186" y="17638"/>
                </a:lnTo>
                <a:lnTo>
                  <a:pt x="52388" y="17234"/>
                </a:lnTo>
                <a:lnTo>
                  <a:pt x="52570" y="16790"/>
                </a:lnTo>
                <a:lnTo>
                  <a:pt x="52731" y="16346"/>
                </a:lnTo>
                <a:lnTo>
                  <a:pt x="52832" y="15862"/>
                </a:lnTo>
                <a:lnTo>
                  <a:pt x="52913" y="15378"/>
                </a:lnTo>
                <a:lnTo>
                  <a:pt x="52953" y="14873"/>
                </a:lnTo>
                <a:lnTo>
                  <a:pt x="52953" y="14348"/>
                </a:lnTo>
                <a:lnTo>
                  <a:pt x="52933" y="14147"/>
                </a:lnTo>
                <a:lnTo>
                  <a:pt x="52913" y="13965"/>
                </a:lnTo>
                <a:lnTo>
                  <a:pt x="52852" y="13763"/>
                </a:lnTo>
                <a:lnTo>
                  <a:pt x="52812" y="13662"/>
                </a:lnTo>
                <a:lnTo>
                  <a:pt x="52751" y="13582"/>
                </a:lnTo>
                <a:lnTo>
                  <a:pt x="52630" y="13461"/>
                </a:lnTo>
                <a:lnTo>
                  <a:pt x="52489" y="13360"/>
                </a:lnTo>
                <a:lnTo>
                  <a:pt x="52348" y="13279"/>
                </a:lnTo>
                <a:lnTo>
                  <a:pt x="52166" y="13239"/>
                </a:lnTo>
                <a:lnTo>
                  <a:pt x="51984" y="13218"/>
                </a:lnTo>
                <a:lnTo>
                  <a:pt x="51823" y="13218"/>
                </a:lnTo>
                <a:lnTo>
                  <a:pt x="51641" y="13259"/>
                </a:lnTo>
                <a:lnTo>
                  <a:pt x="51480" y="13299"/>
                </a:lnTo>
                <a:lnTo>
                  <a:pt x="51238" y="13400"/>
                </a:lnTo>
                <a:lnTo>
                  <a:pt x="50996" y="13541"/>
                </a:lnTo>
                <a:lnTo>
                  <a:pt x="50774" y="13703"/>
                </a:lnTo>
                <a:lnTo>
                  <a:pt x="50572" y="13864"/>
                </a:lnTo>
                <a:lnTo>
                  <a:pt x="50330" y="14026"/>
                </a:lnTo>
                <a:lnTo>
                  <a:pt x="49987" y="14268"/>
                </a:lnTo>
                <a:lnTo>
                  <a:pt x="49623" y="14490"/>
                </a:lnTo>
                <a:lnTo>
                  <a:pt x="49240" y="14691"/>
                </a:lnTo>
                <a:lnTo>
                  <a:pt x="48836" y="14853"/>
                </a:lnTo>
                <a:lnTo>
                  <a:pt x="48433" y="15014"/>
                </a:lnTo>
                <a:lnTo>
                  <a:pt x="47989" y="15135"/>
                </a:lnTo>
                <a:lnTo>
                  <a:pt x="47545" y="15236"/>
                </a:lnTo>
                <a:lnTo>
                  <a:pt x="47061" y="15337"/>
                </a:lnTo>
                <a:lnTo>
                  <a:pt x="46576" y="15398"/>
                </a:lnTo>
                <a:lnTo>
                  <a:pt x="46072" y="15438"/>
                </a:lnTo>
                <a:lnTo>
                  <a:pt x="45547" y="15458"/>
                </a:lnTo>
                <a:lnTo>
                  <a:pt x="45002" y="15458"/>
                </a:lnTo>
                <a:lnTo>
                  <a:pt x="44437" y="15438"/>
                </a:lnTo>
                <a:lnTo>
                  <a:pt x="43872" y="15398"/>
                </a:lnTo>
                <a:lnTo>
                  <a:pt x="43267" y="15337"/>
                </a:lnTo>
                <a:lnTo>
                  <a:pt x="42641" y="15236"/>
                </a:lnTo>
                <a:lnTo>
                  <a:pt x="41935" y="15135"/>
                </a:lnTo>
                <a:lnTo>
                  <a:pt x="41249" y="14994"/>
                </a:lnTo>
                <a:lnTo>
                  <a:pt x="40563" y="14853"/>
                </a:lnTo>
                <a:lnTo>
                  <a:pt x="39876" y="14691"/>
                </a:lnTo>
                <a:lnTo>
                  <a:pt x="39190" y="14510"/>
                </a:lnTo>
                <a:lnTo>
                  <a:pt x="38504" y="14308"/>
                </a:lnTo>
                <a:lnTo>
                  <a:pt x="37838" y="14106"/>
                </a:lnTo>
                <a:lnTo>
                  <a:pt x="37172" y="13884"/>
                </a:lnTo>
                <a:lnTo>
                  <a:pt x="36506" y="13662"/>
                </a:lnTo>
                <a:lnTo>
                  <a:pt x="35840" y="13420"/>
                </a:lnTo>
                <a:lnTo>
                  <a:pt x="34529" y="12895"/>
                </a:lnTo>
                <a:lnTo>
                  <a:pt x="33237" y="12330"/>
                </a:lnTo>
                <a:lnTo>
                  <a:pt x="31966" y="11725"/>
                </a:lnTo>
                <a:lnTo>
                  <a:pt x="30695" y="11079"/>
                </a:lnTo>
                <a:lnTo>
                  <a:pt x="29423" y="10434"/>
                </a:lnTo>
                <a:lnTo>
                  <a:pt x="28172" y="9747"/>
                </a:lnTo>
                <a:lnTo>
                  <a:pt x="26941" y="9041"/>
                </a:lnTo>
                <a:lnTo>
                  <a:pt x="25710" y="8315"/>
                </a:lnTo>
                <a:lnTo>
                  <a:pt x="24479" y="7588"/>
                </a:lnTo>
                <a:lnTo>
                  <a:pt x="22057" y="6115"/>
                </a:lnTo>
                <a:lnTo>
                  <a:pt x="19394" y="4501"/>
                </a:lnTo>
                <a:lnTo>
                  <a:pt x="18062" y="3693"/>
                </a:lnTo>
                <a:lnTo>
                  <a:pt x="16710" y="2906"/>
                </a:lnTo>
                <a:lnTo>
                  <a:pt x="15983" y="2503"/>
                </a:lnTo>
                <a:lnTo>
                  <a:pt x="15216" y="2079"/>
                </a:lnTo>
                <a:lnTo>
                  <a:pt x="14429" y="1675"/>
                </a:lnTo>
                <a:lnTo>
                  <a:pt x="13602" y="1292"/>
                </a:lnTo>
                <a:lnTo>
                  <a:pt x="12775" y="949"/>
                </a:lnTo>
                <a:lnTo>
                  <a:pt x="12331" y="787"/>
                </a:lnTo>
                <a:lnTo>
                  <a:pt x="11907" y="626"/>
                </a:lnTo>
                <a:lnTo>
                  <a:pt x="11463" y="485"/>
                </a:lnTo>
                <a:lnTo>
                  <a:pt x="11019" y="364"/>
                </a:lnTo>
                <a:lnTo>
                  <a:pt x="10575" y="263"/>
                </a:lnTo>
                <a:lnTo>
                  <a:pt x="10131" y="162"/>
                </a:lnTo>
                <a:lnTo>
                  <a:pt x="9627" y="81"/>
                </a:lnTo>
                <a:lnTo>
                  <a:pt x="9142" y="41"/>
                </a:lnTo>
                <a:lnTo>
                  <a:pt x="865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0" name="Google Shape;5550;p69"/>
          <p:cNvSpPr/>
          <p:nvPr/>
        </p:nvSpPr>
        <p:spPr>
          <a:xfrm flipH="1">
            <a:off x="8040412" y="3594074"/>
            <a:ext cx="530339" cy="361051"/>
          </a:xfrm>
          <a:custGeom>
            <a:rect b="b" l="l" r="r" t="t"/>
            <a:pathLst>
              <a:path extrusionOk="0" h="6458" w="9486">
                <a:moveTo>
                  <a:pt x="8880" y="81"/>
                </a:moveTo>
                <a:lnTo>
                  <a:pt x="9021" y="101"/>
                </a:lnTo>
                <a:lnTo>
                  <a:pt x="9142" y="142"/>
                </a:lnTo>
                <a:lnTo>
                  <a:pt x="9203" y="182"/>
                </a:lnTo>
                <a:lnTo>
                  <a:pt x="9263" y="243"/>
                </a:lnTo>
                <a:lnTo>
                  <a:pt x="9324" y="364"/>
                </a:lnTo>
                <a:lnTo>
                  <a:pt x="9364" y="505"/>
                </a:lnTo>
                <a:lnTo>
                  <a:pt x="9384" y="646"/>
                </a:lnTo>
                <a:lnTo>
                  <a:pt x="9405" y="868"/>
                </a:lnTo>
                <a:lnTo>
                  <a:pt x="9384" y="1070"/>
                </a:lnTo>
                <a:lnTo>
                  <a:pt x="9364" y="1272"/>
                </a:lnTo>
                <a:lnTo>
                  <a:pt x="9324" y="1474"/>
                </a:lnTo>
                <a:lnTo>
                  <a:pt x="9263" y="1675"/>
                </a:lnTo>
                <a:lnTo>
                  <a:pt x="9183" y="1877"/>
                </a:lnTo>
                <a:lnTo>
                  <a:pt x="9001" y="2261"/>
                </a:lnTo>
                <a:lnTo>
                  <a:pt x="8779" y="2624"/>
                </a:lnTo>
                <a:lnTo>
                  <a:pt x="8537" y="2967"/>
                </a:lnTo>
                <a:lnTo>
                  <a:pt x="8274" y="3290"/>
                </a:lnTo>
                <a:lnTo>
                  <a:pt x="8012" y="3592"/>
                </a:lnTo>
                <a:lnTo>
                  <a:pt x="7689" y="3936"/>
                </a:lnTo>
                <a:lnTo>
                  <a:pt x="7346" y="4299"/>
                </a:lnTo>
                <a:lnTo>
                  <a:pt x="6983" y="4662"/>
                </a:lnTo>
                <a:lnTo>
                  <a:pt x="6579" y="5005"/>
                </a:lnTo>
                <a:lnTo>
                  <a:pt x="6135" y="5348"/>
                </a:lnTo>
                <a:lnTo>
                  <a:pt x="5691" y="5651"/>
                </a:lnTo>
                <a:lnTo>
                  <a:pt x="5449" y="5772"/>
                </a:lnTo>
                <a:lnTo>
                  <a:pt x="5207" y="5913"/>
                </a:lnTo>
                <a:lnTo>
                  <a:pt x="4945" y="6014"/>
                </a:lnTo>
                <a:lnTo>
                  <a:pt x="4682" y="6115"/>
                </a:lnTo>
                <a:lnTo>
                  <a:pt x="4460" y="6196"/>
                </a:lnTo>
                <a:lnTo>
                  <a:pt x="4218" y="6256"/>
                </a:lnTo>
                <a:lnTo>
                  <a:pt x="3956" y="6317"/>
                </a:lnTo>
                <a:lnTo>
                  <a:pt x="3714" y="6357"/>
                </a:lnTo>
                <a:lnTo>
                  <a:pt x="3451" y="6377"/>
                </a:lnTo>
                <a:lnTo>
                  <a:pt x="2927" y="6377"/>
                </a:lnTo>
                <a:lnTo>
                  <a:pt x="2664" y="6337"/>
                </a:lnTo>
                <a:lnTo>
                  <a:pt x="2402" y="6297"/>
                </a:lnTo>
                <a:lnTo>
                  <a:pt x="2140" y="6236"/>
                </a:lnTo>
                <a:lnTo>
                  <a:pt x="1898" y="6155"/>
                </a:lnTo>
                <a:lnTo>
                  <a:pt x="1655" y="6054"/>
                </a:lnTo>
                <a:lnTo>
                  <a:pt x="1413" y="5933"/>
                </a:lnTo>
                <a:lnTo>
                  <a:pt x="1191" y="5792"/>
                </a:lnTo>
                <a:lnTo>
                  <a:pt x="969" y="5631"/>
                </a:lnTo>
                <a:lnTo>
                  <a:pt x="767" y="5429"/>
                </a:lnTo>
                <a:lnTo>
                  <a:pt x="586" y="5227"/>
                </a:lnTo>
                <a:lnTo>
                  <a:pt x="424" y="4985"/>
                </a:lnTo>
                <a:lnTo>
                  <a:pt x="303" y="4743"/>
                </a:lnTo>
                <a:lnTo>
                  <a:pt x="202" y="4501"/>
                </a:lnTo>
                <a:lnTo>
                  <a:pt x="122" y="4258"/>
                </a:lnTo>
                <a:lnTo>
                  <a:pt x="81" y="4016"/>
                </a:lnTo>
                <a:lnTo>
                  <a:pt x="81" y="3774"/>
                </a:lnTo>
                <a:lnTo>
                  <a:pt x="122" y="3532"/>
                </a:lnTo>
                <a:lnTo>
                  <a:pt x="182" y="3370"/>
                </a:lnTo>
                <a:lnTo>
                  <a:pt x="243" y="3189"/>
                </a:lnTo>
                <a:lnTo>
                  <a:pt x="344" y="3048"/>
                </a:lnTo>
                <a:lnTo>
                  <a:pt x="445" y="2906"/>
                </a:lnTo>
                <a:lnTo>
                  <a:pt x="586" y="2785"/>
                </a:lnTo>
                <a:lnTo>
                  <a:pt x="747" y="2664"/>
                </a:lnTo>
                <a:lnTo>
                  <a:pt x="909" y="2563"/>
                </a:lnTo>
                <a:lnTo>
                  <a:pt x="1111" y="2483"/>
                </a:lnTo>
                <a:lnTo>
                  <a:pt x="3310" y="1655"/>
                </a:lnTo>
                <a:lnTo>
                  <a:pt x="5530" y="868"/>
                </a:lnTo>
                <a:lnTo>
                  <a:pt x="6357" y="606"/>
                </a:lnTo>
                <a:lnTo>
                  <a:pt x="7165" y="364"/>
                </a:lnTo>
                <a:lnTo>
                  <a:pt x="7568" y="263"/>
                </a:lnTo>
                <a:lnTo>
                  <a:pt x="7972" y="182"/>
                </a:lnTo>
                <a:lnTo>
                  <a:pt x="8375" y="121"/>
                </a:lnTo>
                <a:lnTo>
                  <a:pt x="8779" y="81"/>
                </a:lnTo>
                <a:close/>
                <a:moveTo>
                  <a:pt x="8759" y="0"/>
                </a:moveTo>
                <a:lnTo>
                  <a:pt x="8355" y="41"/>
                </a:lnTo>
                <a:lnTo>
                  <a:pt x="7952" y="101"/>
                </a:lnTo>
                <a:lnTo>
                  <a:pt x="7548" y="182"/>
                </a:lnTo>
                <a:lnTo>
                  <a:pt x="7144" y="283"/>
                </a:lnTo>
                <a:lnTo>
                  <a:pt x="6337" y="525"/>
                </a:lnTo>
                <a:lnTo>
                  <a:pt x="5510" y="787"/>
                </a:lnTo>
                <a:lnTo>
                  <a:pt x="3290" y="1574"/>
                </a:lnTo>
                <a:lnTo>
                  <a:pt x="1070" y="2402"/>
                </a:lnTo>
                <a:lnTo>
                  <a:pt x="868" y="2503"/>
                </a:lnTo>
                <a:lnTo>
                  <a:pt x="687" y="2604"/>
                </a:lnTo>
                <a:lnTo>
                  <a:pt x="525" y="2725"/>
                </a:lnTo>
                <a:lnTo>
                  <a:pt x="384" y="2846"/>
                </a:lnTo>
                <a:lnTo>
                  <a:pt x="263" y="3007"/>
                </a:lnTo>
                <a:lnTo>
                  <a:pt x="182" y="3169"/>
                </a:lnTo>
                <a:lnTo>
                  <a:pt x="102" y="3330"/>
                </a:lnTo>
                <a:lnTo>
                  <a:pt x="41" y="3512"/>
                </a:lnTo>
                <a:lnTo>
                  <a:pt x="1" y="3754"/>
                </a:lnTo>
                <a:lnTo>
                  <a:pt x="1" y="4016"/>
                </a:lnTo>
                <a:lnTo>
                  <a:pt x="41" y="4279"/>
                </a:lnTo>
                <a:lnTo>
                  <a:pt x="122" y="4521"/>
                </a:lnTo>
                <a:lnTo>
                  <a:pt x="223" y="4783"/>
                </a:lnTo>
                <a:lnTo>
                  <a:pt x="364" y="5025"/>
                </a:lnTo>
                <a:lnTo>
                  <a:pt x="525" y="5267"/>
                </a:lnTo>
                <a:lnTo>
                  <a:pt x="707" y="5489"/>
                </a:lnTo>
                <a:lnTo>
                  <a:pt x="969" y="5732"/>
                </a:lnTo>
                <a:lnTo>
                  <a:pt x="1252" y="5933"/>
                </a:lnTo>
                <a:lnTo>
                  <a:pt x="1554" y="6095"/>
                </a:lnTo>
                <a:lnTo>
                  <a:pt x="1877" y="6236"/>
                </a:lnTo>
                <a:lnTo>
                  <a:pt x="2200" y="6337"/>
                </a:lnTo>
                <a:lnTo>
                  <a:pt x="2523" y="6397"/>
                </a:lnTo>
                <a:lnTo>
                  <a:pt x="2866" y="6438"/>
                </a:lnTo>
                <a:lnTo>
                  <a:pt x="3189" y="6458"/>
                </a:lnTo>
                <a:lnTo>
                  <a:pt x="3593" y="6438"/>
                </a:lnTo>
                <a:lnTo>
                  <a:pt x="3976" y="6397"/>
                </a:lnTo>
                <a:lnTo>
                  <a:pt x="4360" y="6317"/>
                </a:lnTo>
                <a:lnTo>
                  <a:pt x="4723" y="6196"/>
                </a:lnTo>
                <a:lnTo>
                  <a:pt x="4985" y="6095"/>
                </a:lnTo>
                <a:lnTo>
                  <a:pt x="5227" y="5974"/>
                </a:lnTo>
                <a:lnTo>
                  <a:pt x="5490" y="5853"/>
                </a:lnTo>
                <a:lnTo>
                  <a:pt x="5712" y="5711"/>
                </a:lnTo>
                <a:lnTo>
                  <a:pt x="6176" y="5409"/>
                </a:lnTo>
                <a:lnTo>
                  <a:pt x="6620" y="5066"/>
                </a:lnTo>
                <a:lnTo>
                  <a:pt x="7023" y="4723"/>
                </a:lnTo>
                <a:lnTo>
                  <a:pt x="7407" y="4359"/>
                </a:lnTo>
                <a:lnTo>
                  <a:pt x="7750" y="3996"/>
                </a:lnTo>
                <a:lnTo>
                  <a:pt x="8073" y="3653"/>
                </a:lnTo>
                <a:lnTo>
                  <a:pt x="8335" y="3330"/>
                </a:lnTo>
                <a:lnTo>
                  <a:pt x="8597" y="3007"/>
                </a:lnTo>
                <a:lnTo>
                  <a:pt x="8860" y="2664"/>
                </a:lnTo>
                <a:lnTo>
                  <a:pt x="9082" y="2281"/>
                </a:lnTo>
                <a:lnTo>
                  <a:pt x="9263" y="1897"/>
                </a:lnTo>
                <a:lnTo>
                  <a:pt x="9324" y="1696"/>
                </a:lnTo>
                <a:lnTo>
                  <a:pt x="9405" y="1494"/>
                </a:lnTo>
                <a:lnTo>
                  <a:pt x="9445" y="1292"/>
                </a:lnTo>
                <a:lnTo>
                  <a:pt x="9465" y="1070"/>
                </a:lnTo>
                <a:lnTo>
                  <a:pt x="9485" y="868"/>
                </a:lnTo>
                <a:lnTo>
                  <a:pt x="9465" y="646"/>
                </a:lnTo>
                <a:lnTo>
                  <a:pt x="9445" y="444"/>
                </a:lnTo>
                <a:lnTo>
                  <a:pt x="9384" y="283"/>
                </a:lnTo>
                <a:lnTo>
                  <a:pt x="9304" y="162"/>
                </a:lnTo>
                <a:lnTo>
                  <a:pt x="9183" y="61"/>
                </a:lnTo>
                <a:lnTo>
                  <a:pt x="9082" y="21"/>
                </a:lnTo>
                <a:lnTo>
                  <a:pt x="89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1" name="Google Shape;5551;p69"/>
          <p:cNvSpPr/>
          <p:nvPr/>
        </p:nvSpPr>
        <p:spPr>
          <a:xfrm flipH="1">
            <a:off x="485872" y="210978"/>
            <a:ext cx="1058329" cy="998564"/>
          </a:xfrm>
          <a:custGeom>
            <a:rect b="b" l="l" r="r" t="t"/>
            <a:pathLst>
              <a:path extrusionOk="0" h="17861" w="18930">
                <a:moveTo>
                  <a:pt x="3431" y="81"/>
                </a:moveTo>
                <a:lnTo>
                  <a:pt x="4117" y="102"/>
                </a:lnTo>
                <a:lnTo>
                  <a:pt x="4824" y="162"/>
                </a:lnTo>
                <a:lnTo>
                  <a:pt x="5510" y="263"/>
                </a:lnTo>
                <a:lnTo>
                  <a:pt x="6216" y="404"/>
                </a:lnTo>
                <a:lnTo>
                  <a:pt x="6882" y="566"/>
                </a:lnTo>
                <a:lnTo>
                  <a:pt x="7568" y="768"/>
                </a:lnTo>
                <a:lnTo>
                  <a:pt x="8234" y="1010"/>
                </a:lnTo>
                <a:lnTo>
                  <a:pt x="8880" y="1272"/>
                </a:lnTo>
                <a:lnTo>
                  <a:pt x="9505" y="1575"/>
                </a:lnTo>
                <a:lnTo>
                  <a:pt x="10131" y="1918"/>
                </a:lnTo>
                <a:lnTo>
                  <a:pt x="10736" y="2281"/>
                </a:lnTo>
                <a:lnTo>
                  <a:pt x="11301" y="2664"/>
                </a:lnTo>
                <a:lnTo>
                  <a:pt x="11866" y="3088"/>
                </a:lnTo>
                <a:lnTo>
                  <a:pt x="12391" y="3552"/>
                </a:lnTo>
                <a:lnTo>
                  <a:pt x="12896" y="4017"/>
                </a:lnTo>
                <a:lnTo>
                  <a:pt x="13380" y="4521"/>
                </a:lnTo>
                <a:lnTo>
                  <a:pt x="13824" y="5026"/>
                </a:lnTo>
                <a:lnTo>
                  <a:pt x="14248" y="5570"/>
                </a:lnTo>
                <a:lnTo>
                  <a:pt x="14651" y="6115"/>
                </a:lnTo>
                <a:lnTo>
                  <a:pt x="15035" y="6680"/>
                </a:lnTo>
                <a:lnTo>
                  <a:pt x="15418" y="7245"/>
                </a:lnTo>
                <a:lnTo>
                  <a:pt x="15761" y="7831"/>
                </a:lnTo>
                <a:lnTo>
                  <a:pt x="16084" y="8416"/>
                </a:lnTo>
                <a:lnTo>
                  <a:pt x="16387" y="9021"/>
                </a:lnTo>
                <a:lnTo>
                  <a:pt x="16689" y="9627"/>
                </a:lnTo>
                <a:lnTo>
                  <a:pt x="16972" y="10232"/>
                </a:lnTo>
                <a:lnTo>
                  <a:pt x="17497" y="11423"/>
                </a:lnTo>
                <a:lnTo>
                  <a:pt x="17981" y="12593"/>
                </a:lnTo>
                <a:lnTo>
                  <a:pt x="18183" y="13158"/>
                </a:lnTo>
                <a:lnTo>
                  <a:pt x="18385" y="13723"/>
                </a:lnTo>
                <a:lnTo>
                  <a:pt x="18566" y="14288"/>
                </a:lnTo>
                <a:lnTo>
                  <a:pt x="18707" y="14853"/>
                </a:lnTo>
                <a:lnTo>
                  <a:pt x="18768" y="15136"/>
                </a:lnTo>
                <a:lnTo>
                  <a:pt x="18808" y="15438"/>
                </a:lnTo>
                <a:lnTo>
                  <a:pt x="18829" y="15721"/>
                </a:lnTo>
                <a:lnTo>
                  <a:pt x="18849" y="16003"/>
                </a:lnTo>
                <a:lnTo>
                  <a:pt x="18849" y="16286"/>
                </a:lnTo>
                <a:lnTo>
                  <a:pt x="18829" y="16589"/>
                </a:lnTo>
                <a:lnTo>
                  <a:pt x="18788" y="16871"/>
                </a:lnTo>
                <a:lnTo>
                  <a:pt x="18728" y="17154"/>
                </a:lnTo>
                <a:lnTo>
                  <a:pt x="18687" y="17295"/>
                </a:lnTo>
                <a:lnTo>
                  <a:pt x="18647" y="17416"/>
                </a:lnTo>
                <a:lnTo>
                  <a:pt x="18586" y="17537"/>
                </a:lnTo>
                <a:lnTo>
                  <a:pt x="18486" y="17658"/>
                </a:lnTo>
                <a:lnTo>
                  <a:pt x="18405" y="17699"/>
                </a:lnTo>
                <a:lnTo>
                  <a:pt x="18324" y="17739"/>
                </a:lnTo>
                <a:lnTo>
                  <a:pt x="18243" y="17759"/>
                </a:lnTo>
                <a:lnTo>
                  <a:pt x="18163" y="17779"/>
                </a:lnTo>
                <a:lnTo>
                  <a:pt x="17981" y="17759"/>
                </a:lnTo>
                <a:lnTo>
                  <a:pt x="17799" y="17699"/>
                </a:lnTo>
                <a:lnTo>
                  <a:pt x="17638" y="17618"/>
                </a:lnTo>
                <a:lnTo>
                  <a:pt x="17477" y="17517"/>
                </a:lnTo>
                <a:lnTo>
                  <a:pt x="17234" y="17315"/>
                </a:lnTo>
                <a:lnTo>
                  <a:pt x="16346" y="16548"/>
                </a:lnTo>
                <a:lnTo>
                  <a:pt x="15418" y="15701"/>
                </a:lnTo>
                <a:lnTo>
                  <a:pt x="14429" y="14793"/>
                </a:lnTo>
                <a:lnTo>
                  <a:pt x="13319" y="13743"/>
                </a:lnTo>
                <a:lnTo>
                  <a:pt x="11140" y="11645"/>
                </a:lnTo>
                <a:lnTo>
                  <a:pt x="8860" y="9465"/>
                </a:lnTo>
                <a:lnTo>
                  <a:pt x="7709" y="8375"/>
                </a:lnTo>
                <a:lnTo>
                  <a:pt x="6539" y="7306"/>
                </a:lnTo>
                <a:lnTo>
                  <a:pt x="5611" y="6478"/>
                </a:lnTo>
                <a:lnTo>
                  <a:pt x="4703" y="5691"/>
                </a:lnTo>
                <a:lnTo>
                  <a:pt x="3835" y="4965"/>
                </a:lnTo>
                <a:lnTo>
                  <a:pt x="3007" y="4279"/>
                </a:lnTo>
                <a:lnTo>
                  <a:pt x="2644" y="4017"/>
                </a:lnTo>
                <a:lnTo>
                  <a:pt x="2220" y="3734"/>
                </a:lnTo>
                <a:lnTo>
                  <a:pt x="1575" y="3290"/>
                </a:lnTo>
                <a:lnTo>
                  <a:pt x="1252" y="3048"/>
                </a:lnTo>
                <a:lnTo>
                  <a:pt x="929" y="2806"/>
                </a:lnTo>
                <a:lnTo>
                  <a:pt x="667" y="2564"/>
                </a:lnTo>
                <a:lnTo>
                  <a:pt x="424" y="2301"/>
                </a:lnTo>
                <a:lnTo>
                  <a:pt x="323" y="2160"/>
                </a:lnTo>
                <a:lnTo>
                  <a:pt x="243" y="2019"/>
                </a:lnTo>
                <a:lnTo>
                  <a:pt x="182" y="1898"/>
                </a:lnTo>
                <a:lnTo>
                  <a:pt x="122" y="1756"/>
                </a:lnTo>
                <a:lnTo>
                  <a:pt x="81" y="1575"/>
                </a:lnTo>
                <a:lnTo>
                  <a:pt x="102" y="1413"/>
                </a:lnTo>
                <a:lnTo>
                  <a:pt x="122" y="1232"/>
                </a:lnTo>
                <a:lnTo>
                  <a:pt x="202" y="1070"/>
                </a:lnTo>
                <a:lnTo>
                  <a:pt x="283" y="909"/>
                </a:lnTo>
                <a:lnTo>
                  <a:pt x="384" y="768"/>
                </a:lnTo>
                <a:lnTo>
                  <a:pt x="505" y="646"/>
                </a:lnTo>
                <a:lnTo>
                  <a:pt x="646" y="546"/>
                </a:lnTo>
                <a:lnTo>
                  <a:pt x="808" y="445"/>
                </a:lnTo>
                <a:lnTo>
                  <a:pt x="969" y="384"/>
                </a:lnTo>
                <a:lnTo>
                  <a:pt x="1131" y="324"/>
                </a:lnTo>
                <a:lnTo>
                  <a:pt x="1312" y="263"/>
                </a:lnTo>
                <a:lnTo>
                  <a:pt x="1655" y="202"/>
                </a:lnTo>
                <a:lnTo>
                  <a:pt x="2019" y="142"/>
                </a:lnTo>
                <a:lnTo>
                  <a:pt x="2725" y="102"/>
                </a:lnTo>
                <a:lnTo>
                  <a:pt x="3431" y="81"/>
                </a:lnTo>
                <a:close/>
                <a:moveTo>
                  <a:pt x="3431" y="1"/>
                </a:moveTo>
                <a:lnTo>
                  <a:pt x="2725" y="21"/>
                </a:lnTo>
                <a:lnTo>
                  <a:pt x="2019" y="61"/>
                </a:lnTo>
                <a:lnTo>
                  <a:pt x="1655" y="122"/>
                </a:lnTo>
                <a:lnTo>
                  <a:pt x="1272" y="182"/>
                </a:lnTo>
                <a:lnTo>
                  <a:pt x="1111" y="243"/>
                </a:lnTo>
                <a:lnTo>
                  <a:pt x="929" y="303"/>
                </a:lnTo>
                <a:lnTo>
                  <a:pt x="767" y="384"/>
                </a:lnTo>
                <a:lnTo>
                  <a:pt x="606" y="485"/>
                </a:lnTo>
                <a:lnTo>
                  <a:pt x="465" y="586"/>
                </a:lnTo>
                <a:lnTo>
                  <a:pt x="323" y="727"/>
                </a:lnTo>
                <a:lnTo>
                  <a:pt x="223" y="868"/>
                </a:lnTo>
                <a:lnTo>
                  <a:pt x="122" y="1050"/>
                </a:lnTo>
                <a:lnTo>
                  <a:pt x="41" y="1211"/>
                </a:lnTo>
                <a:lnTo>
                  <a:pt x="21" y="1393"/>
                </a:lnTo>
                <a:lnTo>
                  <a:pt x="1" y="1595"/>
                </a:lnTo>
                <a:lnTo>
                  <a:pt x="41" y="1777"/>
                </a:lnTo>
                <a:lnTo>
                  <a:pt x="102" y="1918"/>
                </a:lnTo>
                <a:lnTo>
                  <a:pt x="162" y="2059"/>
                </a:lnTo>
                <a:lnTo>
                  <a:pt x="263" y="2200"/>
                </a:lnTo>
                <a:lnTo>
                  <a:pt x="364" y="2342"/>
                </a:lnTo>
                <a:lnTo>
                  <a:pt x="586" y="2604"/>
                </a:lnTo>
                <a:lnTo>
                  <a:pt x="868" y="2866"/>
                </a:lnTo>
                <a:lnTo>
                  <a:pt x="1191" y="3108"/>
                </a:lnTo>
                <a:lnTo>
                  <a:pt x="1514" y="3351"/>
                </a:lnTo>
                <a:lnTo>
                  <a:pt x="2180" y="3795"/>
                </a:lnTo>
                <a:lnTo>
                  <a:pt x="2604" y="4077"/>
                </a:lnTo>
                <a:lnTo>
                  <a:pt x="2947" y="4339"/>
                </a:lnTo>
                <a:lnTo>
                  <a:pt x="3794" y="5026"/>
                </a:lnTo>
                <a:lnTo>
                  <a:pt x="4662" y="5752"/>
                </a:lnTo>
                <a:lnTo>
                  <a:pt x="5550" y="6539"/>
                </a:lnTo>
                <a:lnTo>
                  <a:pt x="6499" y="7366"/>
                </a:lnTo>
                <a:lnTo>
                  <a:pt x="7649" y="8436"/>
                </a:lnTo>
                <a:lnTo>
                  <a:pt x="8799" y="9526"/>
                </a:lnTo>
                <a:lnTo>
                  <a:pt x="11079" y="11705"/>
                </a:lnTo>
                <a:lnTo>
                  <a:pt x="13279" y="13804"/>
                </a:lnTo>
                <a:lnTo>
                  <a:pt x="14369" y="14853"/>
                </a:lnTo>
                <a:lnTo>
                  <a:pt x="15358" y="15761"/>
                </a:lnTo>
                <a:lnTo>
                  <a:pt x="16286" y="16609"/>
                </a:lnTo>
                <a:lnTo>
                  <a:pt x="17174" y="17376"/>
                </a:lnTo>
                <a:lnTo>
                  <a:pt x="17355" y="17537"/>
                </a:lnTo>
                <a:lnTo>
                  <a:pt x="17598" y="17678"/>
                </a:lnTo>
                <a:lnTo>
                  <a:pt x="17719" y="17739"/>
                </a:lnTo>
                <a:lnTo>
                  <a:pt x="17860" y="17800"/>
                </a:lnTo>
                <a:lnTo>
                  <a:pt x="18001" y="17840"/>
                </a:lnTo>
                <a:lnTo>
                  <a:pt x="18142" y="17860"/>
                </a:lnTo>
                <a:lnTo>
                  <a:pt x="18243" y="17840"/>
                </a:lnTo>
                <a:lnTo>
                  <a:pt x="18344" y="17820"/>
                </a:lnTo>
                <a:lnTo>
                  <a:pt x="18445" y="17779"/>
                </a:lnTo>
                <a:lnTo>
                  <a:pt x="18526" y="17719"/>
                </a:lnTo>
                <a:lnTo>
                  <a:pt x="18647" y="17598"/>
                </a:lnTo>
                <a:lnTo>
                  <a:pt x="18707" y="17456"/>
                </a:lnTo>
                <a:lnTo>
                  <a:pt x="18768" y="17315"/>
                </a:lnTo>
                <a:lnTo>
                  <a:pt x="18808" y="17174"/>
                </a:lnTo>
                <a:lnTo>
                  <a:pt x="18869" y="16891"/>
                </a:lnTo>
                <a:lnTo>
                  <a:pt x="18909" y="16589"/>
                </a:lnTo>
                <a:lnTo>
                  <a:pt x="18929" y="16306"/>
                </a:lnTo>
                <a:lnTo>
                  <a:pt x="18929" y="16003"/>
                </a:lnTo>
                <a:lnTo>
                  <a:pt x="18909" y="15721"/>
                </a:lnTo>
                <a:lnTo>
                  <a:pt x="18889" y="15418"/>
                </a:lnTo>
                <a:lnTo>
                  <a:pt x="18849" y="15136"/>
                </a:lnTo>
                <a:lnTo>
                  <a:pt x="18788" y="14853"/>
                </a:lnTo>
                <a:lnTo>
                  <a:pt x="18647" y="14268"/>
                </a:lnTo>
                <a:lnTo>
                  <a:pt x="18465" y="13703"/>
                </a:lnTo>
                <a:lnTo>
                  <a:pt x="18264" y="13138"/>
                </a:lnTo>
                <a:lnTo>
                  <a:pt x="18042" y="12573"/>
                </a:lnTo>
                <a:lnTo>
                  <a:pt x="17577" y="11382"/>
                </a:lnTo>
                <a:lnTo>
                  <a:pt x="17053" y="10192"/>
                </a:lnTo>
                <a:lnTo>
                  <a:pt x="16770" y="9586"/>
                </a:lnTo>
                <a:lnTo>
                  <a:pt x="16468" y="8981"/>
                </a:lnTo>
                <a:lnTo>
                  <a:pt x="16145" y="8375"/>
                </a:lnTo>
                <a:lnTo>
                  <a:pt x="15822" y="7790"/>
                </a:lnTo>
                <a:lnTo>
                  <a:pt x="15479" y="7205"/>
                </a:lnTo>
                <a:lnTo>
                  <a:pt x="15115" y="6620"/>
                </a:lnTo>
                <a:lnTo>
                  <a:pt x="14732" y="6055"/>
                </a:lnTo>
                <a:lnTo>
                  <a:pt x="14308" y="5510"/>
                </a:lnTo>
                <a:lnTo>
                  <a:pt x="13884" y="4965"/>
                </a:lnTo>
                <a:lnTo>
                  <a:pt x="13441" y="4460"/>
                </a:lnTo>
                <a:lnTo>
                  <a:pt x="12956" y="3956"/>
                </a:lnTo>
                <a:lnTo>
                  <a:pt x="12452" y="3492"/>
                </a:lnTo>
                <a:lnTo>
                  <a:pt x="11927" y="3028"/>
                </a:lnTo>
                <a:lnTo>
                  <a:pt x="11362" y="2604"/>
                </a:lnTo>
                <a:lnTo>
                  <a:pt x="10777" y="2200"/>
                </a:lnTo>
                <a:lnTo>
                  <a:pt x="10171" y="1837"/>
                </a:lnTo>
                <a:lnTo>
                  <a:pt x="9546" y="1494"/>
                </a:lnTo>
                <a:lnTo>
                  <a:pt x="8900" y="1191"/>
                </a:lnTo>
                <a:lnTo>
                  <a:pt x="8254" y="929"/>
                </a:lnTo>
                <a:lnTo>
                  <a:pt x="7588" y="687"/>
                </a:lnTo>
                <a:lnTo>
                  <a:pt x="6902" y="485"/>
                </a:lnTo>
                <a:lnTo>
                  <a:pt x="6216" y="324"/>
                </a:lnTo>
                <a:lnTo>
                  <a:pt x="5530" y="182"/>
                </a:lnTo>
                <a:lnTo>
                  <a:pt x="4824" y="81"/>
                </a:lnTo>
                <a:lnTo>
                  <a:pt x="4138" y="21"/>
                </a:lnTo>
                <a:lnTo>
                  <a:pt x="343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2" name="Google Shape;5552;p69"/>
          <p:cNvSpPr/>
          <p:nvPr/>
        </p:nvSpPr>
        <p:spPr>
          <a:xfrm flipH="1">
            <a:off x="-2103334" y="200859"/>
            <a:ext cx="1707024" cy="174879"/>
          </a:xfrm>
          <a:custGeom>
            <a:rect b="b" l="l" r="r" t="t"/>
            <a:pathLst>
              <a:path extrusionOk="0" h="3128" w="30533">
                <a:moveTo>
                  <a:pt x="17960" y="0"/>
                </a:moveTo>
                <a:lnTo>
                  <a:pt x="16750" y="20"/>
                </a:lnTo>
                <a:lnTo>
                  <a:pt x="16326" y="20"/>
                </a:lnTo>
                <a:lnTo>
                  <a:pt x="13057" y="61"/>
                </a:lnTo>
                <a:lnTo>
                  <a:pt x="11422" y="101"/>
                </a:lnTo>
                <a:lnTo>
                  <a:pt x="9767" y="182"/>
                </a:lnTo>
                <a:lnTo>
                  <a:pt x="8133" y="262"/>
                </a:lnTo>
                <a:lnTo>
                  <a:pt x="6478" y="404"/>
                </a:lnTo>
                <a:lnTo>
                  <a:pt x="5671" y="484"/>
                </a:lnTo>
                <a:lnTo>
                  <a:pt x="4843" y="585"/>
                </a:lnTo>
                <a:lnTo>
                  <a:pt x="4036" y="686"/>
                </a:lnTo>
                <a:lnTo>
                  <a:pt x="3209" y="807"/>
                </a:lnTo>
                <a:lnTo>
                  <a:pt x="2785" y="868"/>
                </a:lnTo>
                <a:lnTo>
                  <a:pt x="2361" y="969"/>
                </a:lnTo>
                <a:lnTo>
                  <a:pt x="1917" y="1070"/>
                </a:lnTo>
                <a:lnTo>
                  <a:pt x="1494" y="1211"/>
                </a:lnTo>
                <a:lnTo>
                  <a:pt x="1090" y="1372"/>
                </a:lnTo>
                <a:lnTo>
                  <a:pt x="888" y="1473"/>
                </a:lnTo>
                <a:lnTo>
                  <a:pt x="686" y="1574"/>
                </a:lnTo>
                <a:lnTo>
                  <a:pt x="505" y="1695"/>
                </a:lnTo>
                <a:lnTo>
                  <a:pt x="323" y="1836"/>
                </a:lnTo>
                <a:lnTo>
                  <a:pt x="162" y="1978"/>
                </a:lnTo>
                <a:lnTo>
                  <a:pt x="0" y="2139"/>
                </a:lnTo>
                <a:lnTo>
                  <a:pt x="61" y="2200"/>
                </a:lnTo>
                <a:lnTo>
                  <a:pt x="222" y="2038"/>
                </a:lnTo>
                <a:lnTo>
                  <a:pt x="384" y="1897"/>
                </a:lnTo>
                <a:lnTo>
                  <a:pt x="565" y="1756"/>
                </a:lnTo>
                <a:lnTo>
                  <a:pt x="747" y="1655"/>
                </a:lnTo>
                <a:lnTo>
                  <a:pt x="929" y="1534"/>
                </a:lnTo>
                <a:lnTo>
                  <a:pt x="1130" y="1433"/>
                </a:lnTo>
                <a:lnTo>
                  <a:pt x="1534" y="1271"/>
                </a:lnTo>
                <a:lnTo>
                  <a:pt x="1958" y="1150"/>
                </a:lnTo>
                <a:lnTo>
                  <a:pt x="2382" y="1049"/>
                </a:lnTo>
                <a:lnTo>
                  <a:pt x="2805" y="949"/>
                </a:lnTo>
                <a:lnTo>
                  <a:pt x="3229" y="888"/>
                </a:lnTo>
                <a:lnTo>
                  <a:pt x="4036" y="767"/>
                </a:lnTo>
                <a:lnTo>
                  <a:pt x="4864" y="666"/>
                </a:lnTo>
                <a:lnTo>
                  <a:pt x="5671" y="565"/>
                </a:lnTo>
                <a:lnTo>
                  <a:pt x="6498" y="484"/>
                </a:lnTo>
                <a:lnTo>
                  <a:pt x="8133" y="343"/>
                </a:lnTo>
                <a:lnTo>
                  <a:pt x="9788" y="262"/>
                </a:lnTo>
                <a:lnTo>
                  <a:pt x="11422" y="182"/>
                </a:lnTo>
                <a:lnTo>
                  <a:pt x="13057" y="141"/>
                </a:lnTo>
                <a:lnTo>
                  <a:pt x="16326" y="101"/>
                </a:lnTo>
                <a:lnTo>
                  <a:pt x="16750" y="101"/>
                </a:lnTo>
                <a:lnTo>
                  <a:pt x="17960" y="81"/>
                </a:lnTo>
                <a:lnTo>
                  <a:pt x="19191" y="81"/>
                </a:lnTo>
                <a:lnTo>
                  <a:pt x="20402" y="101"/>
                </a:lnTo>
                <a:lnTo>
                  <a:pt x="21613" y="161"/>
                </a:lnTo>
                <a:lnTo>
                  <a:pt x="22239" y="202"/>
                </a:lnTo>
                <a:lnTo>
                  <a:pt x="22844" y="242"/>
                </a:lnTo>
                <a:lnTo>
                  <a:pt x="23449" y="303"/>
                </a:lnTo>
                <a:lnTo>
                  <a:pt x="24055" y="383"/>
                </a:lnTo>
                <a:lnTo>
                  <a:pt x="24640" y="484"/>
                </a:lnTo>
                <a:lnTo>
                  <a:pt x="25245" y="585"/>
                </a:lnTo>
                <a:lnTo>
                  <a:pt x="25831" y="727"/>
                </a:lnTo>
                <a:lnTo>
                  <a:pt x="26436" y="868"/>
                </a:lnTo>
                <a:lnTo>
                  <a:pt x="27102" y="1070"/>
                </a:lnTo>
                <a:lnTo>
                  <a:pt x="27707" y="1292"/>
                </a:lnTo>
                <a:lnTo>
                  <a:pt x="28293" y="1534"/>
                </a:lnTo>
                <a:lnTo>
                  <a:pt x="28817" y="1816"/>
                </a:lnTo>
                <a:lnTo>
                  <a:pt x="29281" y="2099"/>
                </a:lnTo>
                <a:lnTo>
                  <a:pt x="29725" y="2422"/>
                </a:lnTo>
                <a:lnTo>
                  <a:pt x="30109" y="2745"/>
                </a:lnTo>
                <a:lnTo>
                  <a:pt x="30290" y="2926"/>
                </a:lnTo>
                <a:lnTo>
                  <a:pt x="30472" y="3128"/>
                </a:lnTo>
                <a:lnTo>
                  <a:pt x="30533" y="3067"/>
                </a:lnTo>
                <a:lnTo>
                  <a:pt x="30351" y="2886"/>
                </a:lnTo>
                <a:lnTo>
                  <a:pt x="30169" y="2704"/>
                </a:lnTo>
                <a:lnTo>
                  <a:pt x="29786" y="2361"/>
                </a:lnTo>
                <a:lnTo>
                  <a:pt x="29342" y="2038"/>
                </a:lnTo>
                <a:lnTo>
                  <a:pt x="28858" y="1736"/>
                </a:lnTo>
                <a:lnTo>
                  <a:pt x="28333" y="1473"/>
                </a:lnTo>
                <a:lnTo>
                  <a:pt x="27748" y="1231"/>
                </a:lnTo>
                <a:lnTo>
                  <a:pt x="27122" y="989"/>
                </a:lnTo>
                <a:lnTo>
                  <a:pt x="26456" y="787"/>
                </a:lnTo>
                <a:lnTo>
                  <a:pt x="25851" y="646"/>
                </a:lnTo>
                <a:lnTo>
                  <a:pt x="25266" y="525"/>
                </a:lnTo>
                <a:lnTo>
                  <a:pt x="24660" y="404"/>
                </a:lnTo>
                <a:lnTo>
                  <a:pt x="24055" y="303"/>
                </a:lnTo>
                <a:lnTo>
                  <a:pt x="23449" y="222"/>
                </a:lnTo>
                <a:lnTo>
                  <a:pt x="22844" y="161"/>
                </a:lnTo>
                <a:lnTo>
                  <a:pt x="22239" y="121"/>
                </a:lnTo>
                <a:lnTo>
                  <a:pt x="21633" y="81"/>
                </a:lnTo>
                <a:lnTo>
                  <a:pt x="20402" y="20"/>
                </a:lnTo>
                <a:lnTo>
                  <a:pt x="1919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3" name="Google Shape;5553;p69"/>
          <p:cNvSpPr/>
          <p:nvPr/>
        </p:nvSpPr>
        <p:spPr>
          <a:xfrm flipH="1">
            <a:off x="-2189064" y="372324"/>
            <a:ext cx="206522" cy="1040271"/>
          </a:xfrm>
          <a:custGeom>
            <a:rect b="b" l="l" r="r" t="t"/>
            <a:pathLst>
              <a:path extrusionOk="0" h="18607" w="3694">
                <a:moveTo>
                  <a:pt x="2160" y="0"/>
                </a:moveTo>
                <a:lnTo>
                  <a:pt x="2099" y="61"/>
                </a:lnTo>
                <a:lnTo>
                  <a:pt x="2281" y="283"/>
                </a:lnTo>
                <a:lnTo>
                  <a:pt x="2462" y="545"/>
                </a:lnTo>
                <a:lnTo>
                  <a:pt x="2624" y="787"/>
                </a:lnTo>
                <a:lnTo>
                  <a:pt x="2765" y="1050"/>
                </a:lnTo>
                <a:lnTo>
                  <a:pt x="2886" y="1292"/>
                </a:lnTo>
                <a:lnTo>
                  <a:pt x="3007" y="1554"/>
                </a:lnTo>
                <a:lnTo>
                  <a:pt x="3209" y="2079"/>
                </a:lnTo>
                <a:lnTo>
                  <a:pt x="3350" y="2604"/>
                </a:lnTo>
                <a:lnTo>
                  <a:pt x="3471" y="3108"/>
                </a:lnTo>
                <a:lnTo>
                  <a:pt x="3532" y="3592"/>
                </a:lnTo>
                <a:lnTo>
                  <a:pt x="3572" y="4036"/>
                </a:lnTo>
                <a:lnTo>
                  <a:pt x="3613" y="4581"/>
                </a:lnTo>
                <a:lnTo>
                  <a:pt x="3613" y="5126"/>
                </a:lnTo>
                <a:lnTo>
                  <a:pt x="3592" y="5671"/>
                </a:lnTo>
                <a:lnTo>
                  <a:pt x="3552" y="6216"/>
                </a:lnTo>
                <a:lnTo>
                  <a:pt x="3431" y="7285"/>
                </a:lnTo>
                <a:lnTo>
                  <a:pt x="3290" y="8355"/>
                </a:lnTo>
                <a:lnTo>
                  <a:pt x="2684" y="12734"/>
                </a:lnTo>
                <a:lnTo>
                  <a:pt x="2604" y="13360"/>
                </a:lnTo>
                <a:lnTo>
                  <a:pt x="2503" y="14026"/>
                </a:lnTo>
                <a:lnTo>
                  <a:pt x="2361" y="14712"/>
                </a:lnTo>
                <a:lnTo>
                  <a:pt x="2281" y="15055"/>
                </a:lnTo>
                <a:lnTo>
                  <a:pt x="2180" y="15398"/>
                </a:lnTo>
                <a:lnTo>
                  <a:pt x="2059" y="15741"/>
                </a:lnTo>
                <a:lnTo>
                  <a:pt x="1938" y="16084"/>
                </a:lnTo>
                <a:lnTo>
                  <a:pt x="1796" y="16407"/>
                </a:lnTo>
                <a:lnTo>
                  <a:pt x="1635" y="16730"/>
                </a:lnTo>
                <a:lnTo>
                  <a:pt x="1453" y="17053"/>
                </a:lnTo>
                <a:lnTo>
                  <a:pt x="1252" y="17355"/>
                </a:lnTo>
                <a:lnTo>
                  <a:pt x="1030" y="17638"/>
                </a:lnTo>
                <a:lnTo>
                  <a:pt x="787" y="17900"/>
                </a:lnTo>
                <a:lnTo>
                  <a:pt x="606" y="18082"/>
                </a:lnTo>
                <a:lnTo>
                  <a:pt x="404" y="18243"/>
                </a:lnTo>
                <a:lnTo>
                  <a:pt x="202" y="18384"/>
                </a:lnTo>
                <a:lnTo>
                  <a:pt x="0" y="18526"/>
                </a:lnTo>
                <a:lnTo>
                  <a:pt x="41" y="18606"/>
                </a:lnTo>
                <a:lnTo>
                  <a:pt x="263" y="18465"/>
                </a:lnTo>
                <a:lnTo>
                  <a:pt x="465" y="18304"/>
                </a:lnTo>
                <a:lnTo>
                  <a:pt x="666" y="18142"/>
                </a:lnTo>
                <a:lnTo>
                  <a:pt x="848" y="17961"/>
                </a:lnTo>
                <a:lnTo>
                  <a:pt x="1090" y="17678"/>
                </a:lnTo>
                <a:lnTo>
                  <a:pt x="1332" y="17396"/>
                </a:lnTo>
                <a:lnTo>
                  <a:pt x="1534" y="17093"/>
                </a:lnTo>
                <a:lnTo>
                  <a:pt x="1716" y="16790"/>
                </a:lnTo>
                <a:lnTo>
                  <a:pt x="1877" y="16447"/>
                </a:lnTo>
                <a:lnTo>
                  <a:pt x="2018" y="16124"/>
                </a:lnTo>
                <a:lnTo>
                  <a:pt x="2139" y="15781"/>
                </a:lnTo>
                <a:lnTo>
                  <a:pt x="2240" y="15438"/>
                </a:lnTo>
                <a:lnTo>
                  <a:pt x="2341" y="15075"/>
                </a:lnTo>
                <a:lnTo>
                  <a:pt x="2442" y="14732"/>
                </a:lnTo>
                <a:lnTo>
                  <a:pt x="2563" y="14046"/>
                </a:lnTo>
                <a:lnTo>
                  <a:pt x="2684" y="13380"/>
                </a:lnTo>
                <a:lnTo>
                  <a:pt x="2765" y="12734"/>
                </a:lnTo>
                <a:lnTo>
                  <a:pt x="3370" y="8375"/>
                </a:lnTo>
                <a:lnTo>
                  <a:pt x="3512" y="7306"/>
                </a:lnTo>
                <a:lnTo>
                  <a:pt x="3633" y="6216"/>
                </a:lnTo>
                <a:lnTo>
                  <a:pt x="3673" y="5671"/>
                </a:lnTo>
                <a:lnTo>
                  <a:pt x="3693" y="5126"/>
                </a:lnTo>
                <a:lnTo>
                  <a:pt x="3693" y="4581"/>
                </a:lnTo>
                <a:lnTo>
                  <a:pt x="3653" y="4036"/>
                </a:lnTo>
                <a:lnTo>
                  <a:pt x="3613" y="3572"/>
                </a:lnTo>
                <a:lnTo>
                  <a:pt x="3532" y="3088"/>
                </a:lnTo>
                <a:lnTo>
                  <a:pt x="3431" y="2583"/>
                </a:lnTo>
                <a:lnTo>
                  <a:pt x="3290" y="2059"/>
                </a:lnTo>
                <a:lnTo>
                  <a:pt x="3088" y="1534"/>
                </a:lnTo>
                <a:lnTo>
                  <a:pt x="2967" y="1272"/>
                </a:lnTo>
                <a:lnTo>
                  <a:pt x="2826" y="1009"/>
                </a:lnTo>
                <a:lnTo>
                  <a:pt x="2684" y="747"/>
                </a:lnTo>
                <a:lnTo>
                  <a:pt x="2523" y="485"/>
                </a:lnTo>
                <a:lnTo>
                  <a:pt x="2341" y="243"/>
                </a:lnTo>
                <a:lnTo>
                  <a:pt x="216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4" name="Google Shape;5554;p69"/>
          <p:cNvSpPr/>
          <p:nvPr/>
        </p:nvSpPr>
        <p:spPr>
          <a:xfrm flipH="1">
            <a:off x="-2206037" y="241447"/>
            <a:ext cx="1867255" cy="1352794"/>
          </a:xfrm>
          <a:custGeom>
            <a:rect b="b" l="l" r="r" t="t"/>
            <a:pathLst>
              <a:path extrusionOk="0" h="24197" w="33399">
                <a:moveTo>
                  <a:pt x="13521" y="1"/>
                </a:moveTo>
                <a:lnTo>
                  <a:pt x="12391" y="21"/>
                </a:lnTo>
                <a:lnTo>
                  <a:pt x="11200" y="61"/>
                </a:lnTo>
                <a:lnTo>
                  <a:pt x="10009" y="101"/>
                </a:lnTo>
                <a:lnTo>
                  <a:pt x="8012" y="223"/>
                </a:lnTo>
                <a:lnTo>
                  <a:pt x="5832" y="364"/>
                </a:lnTo>
                <a:lnTo>
                  <a:pt x="5287" y="404"/>
                </a:lnTo>
                <a:lnTo>
                  <a:pt x="4702" y="424"/>
                </a:lnTo>
                <a:lnTo>
                  <a:pt x="3996" y="445"/>
                </a:lnTo>
                <a:lnTo>
                  <a:pt x="3289" y="485"/>
                </a:lnTo>
                <a:lnTo>
                  <a:pt x="2926" y="525"/>
                </a:lnTo>
                <a:lnTo>
                  <a:pt x="2603" y="586"/>
                </a:lnTo>
                <a:lnTo>
                  <a:pt x="2260" y="646"/>
                </a:lnTo>
                <a:lnTo>
                  <a:pt x="1958" y="747"/>
                </a:lnTo>
                <a:lnTo>
                  <a:pt x="1796" y="808"/>
                </a:lnTo>
                <a:lnTo>
                  <a:pt x="1655" y="868"/>
                </a:lnTo>
                <a:lnTo>
                  <a:pt x="1514" y="949"/>
                </a:lnTo>
                <a:lnTo>
                  <a:pt x="1372" y="1050"/>
                </a:lnTo>
                <a:lnTo>
                  <a:pt x="1251" y="1151"/>
                </a:lnTo>
                <a:lnTo>
                  <a:pt x="1130" y="1272"/>
                </a:lnTo>
                <a:lnTo>
                  <a:pt x="1009" y="1413"/>
                </a:lnTo>
                <a:lnTo>
                  <a:pt x="888" y="1554"/>
                </a:lnTo>
                <a:lnTo>
                  <a:pt x="686" y="1877"/>
                </a:lnTo>
                <a:lnTo>
                  <a:pt x="505" y="2241"/>
                </a:lnTo>
                <a:lnTo>
                  <a:pt x="343" y="2664"/>
                </a:lnTo>
                <a:lnTo>
                  <a:pt x="222" y="3128"/>
                </a:lnTo>
                <a:lnTo>
                  <a:pt x="141" y="3532"/>
                </a:lnTo>
                <a:lnTo>
                  <a:pt x="81" y="3956"/>
                </a:lnTo>
                <a:lnTo>
                  <a:pt x="40" y="4380"/>
                </a:lnTo>
                <a:lnTo>
                  <a:pt x="0" y="4783"/>
                </a:lnTo>
                <a:lnTo>
                  <a:pt x="0" y="5187"/>
                </a:lnTo>
                <a:lnTo>
                  <a:pt x="20" y="5550"/>
                </a:lnTo>
                <a:lnTo>
                  <a:pt x="40" y="5893"/>
                </a:lnTo>
                <a:lnTo>
                  <a:pt x="61" y="6216"/>
                </a:lnTo>
                <a:lnTo>
                  <a:pt x="121" y="6680"/>
                </a:lnTo>
                <a:lnTo>
                  <a:pt x="222" y="7144"/>
                </a:lnTo>
                <a:lnTo>
                  <a:pt x="323" y="7608"/>
                </a:lnTo>
                <a:lnTo>
                  <a:pt x="424" y="8052"/>
                </a:lnTo>
                <a:lnTo>
                  <a:pt x="686" y="8960"/>
                </a:lnTo>
                <a:lnTo>
                  <a:pt x="969" y="9848"/>
                </a:lnTo>
                <a:lnTo>
                  <a:pt x="1191" y="10595"/>
                </a:lnTo>
                <a:lnTo>
                  <a:pt x="1413" y="11362"/>
                </a:lnTo>
                <a:lnTo>
                  <a:pt x="1635" y="12230"/>
                </a:lnTo>
                <a:lnTo>
                  <a:pt x="1836" y="13118"/>
                </a:lnTo>
                <a:lnTo>
                  <a:pt x="1998" y="14026"/>
                </a:lnTo>
                <a:lnTo>
                  <a:pt x="2119" y="14914"/>
                </a:lnTo>
                <a:lnTo>
                  <a:pt x="2220" y="15822"/>
                </a:lnTo>
                <a:lnTo>
                  <a:pt x="2280" y="16730"/>
                </a:lnTo>
                <a:lnTo>
                  <a:pt x="2321" y="17638"/>
                </a:lnTo>
                <a:lnTo>
                  <a:pt x="2321" y="18546"/>
                </a:lnTo>
                <a:lnTo>
                  <a:pt x="2280" y="19656"/>
                </a:lnTo>
                <a:lnTo>
                  <a:pt x="2260" y="20403"/>
                </a:lnTo>
                <a:lnTo>
                  <a:pt x="2240" y="21169"/>
                </a:lnTo>
                <a:lnTo>
                  <a:pt x="2260" y="21936"/>
                </a:lnTo>
                <a:lnTo>
                  <a:pt x="2301" y="22320"/>
                </a:lnTo>
                <a:lnTo>
                  <a:pt x="2341" y="22703"/>
                </a:lnTo>
                <a:lnTo>
                  <a:pt x="2381" y="23046"/>
                </a:lnTo>
                <a:lnTo>
                  <a:pt x="2442" y="23248"/>
                </a:lnTo>
                <a:lnTo>
                  <a:pt x="2502" y="23430"/>
                </a:lnTo>
                <a:lnTo>
                  <a:pt x="2583" y="23611"/>
                </a:lnTo>
                <a:lnTo>
                  <a:pt x="2684" y="23773"/>
                </a:lnTo>
                <a:lnTo>
                  <a:pt x="2825" y="23914"/>
                </a:lnTo>
                <a:lnTo>
                  <a:pt x="2987" y="24055"/>
                </a:lnTo>
                <a:lnTo>
                  <a:pt x="3128" y="24116"/>
                </a:lnTo>
                <a:lnTo>
                  <a:pt x="3249" y="24156"/>
                </a:lnTo>
                <a:lnTo>
                  <a:pt x="3390" y="24196"/>
                </a:lnTo>
                <a:lnTo>
                  <a:pt x="3532" y="24196"/>
                </a:lnTo>
                <a:lnTo>
                  <a:pt x="3733" y="24176"/>
                </a:lnTo>
                <a:lnTo>
                  <a:pt x="3955" y="24136"/>
                </a:lnTo>
                <a:lnTo>
                  <a:pt x="4177" y="24055"/>
                </a:lnTo>
                <a:lnTo>
                  <a:pt x="4379" y="23934"/>
                </a:lnTo>
                <a:lnTo>
                  <a:pt x="4601" y="23813"/>
                </a:lnTo>
                <a:lnTo>
                  <a:pt x="4823" y="23652"/>
                </a:lnTo>
                <a:lnTo>
                  <a:pt x="5247" y="23329"/>
                </a:lnTo>
                <a:lnTo>
                  <a:pt x="5630" y="23026"/>
                </a:lnTo>
                <a:lnTo>
                  <a:pt x="6014" y="22743"/>
                </a:lnTo>
                <a:lnTo>
                  <a:pt x="6417" y="22481"/>
                </a:lnTo>
                <a:lnTo>
                  <a:pt x="6821" y="22239"/>
                </a:lnTo>
                <a:lnTo>
                  <a:pt x="7245" y="21997"/>
                </a:lnTo>
                <a:lnTo>
                  <a:pt x="7689" y="21775"/>
                </a:lnTo>
                <a:lnTo>
                  <a:pt x="8133" y="21553"/>
                </a:lnTo>
                <a:lnTo>
                  <a:pt x="8577" y="21371"/>
                </a:lnTo>
                <a:lnTo>
                  <a:pt x="9041" y="21169"/>
                </a:lnTo>
                <a:lnTo>
                  <a:pt x="9525" y="21008"/>
                </a:lnTo>
                <a:lnTo>
                  <a:pt x="10009" y="20867"/>
                </a:lnTo>
                <a:lnTo>
                  <a:pt x="10494" y="20725"/>
                </a:lnTo>
                <a:lnTo>
                  <a:pt x="10998" y="20604"/>
                </a:lnTo>
                <a:lnTo>
                  <a:pt x="11503" y="20483"/>
                </a:lnTo>
                <a:lnTo>
                  <a:pt x="12027" y="20403"/>
                </a:lnTo>
                <a:lnTo>
                  <a:pt x="12552" y="20322"/>
                </a:lnTo>
                <a:lnTo>
                  <a:pt x="13460" y="20221"/>
                </a:lnTo>
                <a:lnTo>
                  <a:pt x="14409" y="20160"/>
                </a:lnTo>
                <a:lnTo>
                  <a:pt x="15377" y="20160"/>
                </a:lnTo>
                <a:lnTo>
                  <a:pt x="16366" y="20201"/>
                </a:lnTo>
                <a:lnTo>
                  <a:pt x="17355" y="20302"/>
                </a:lnTo>
                <a:lnTo>
                  <a:pt x="18384" y="20423"/>
                </a:lnTo>
                <a:lnTo>
                  <a:pt x="19433" y="20604"/>
                </a:lnTo>
                <a:lnTo>
                  <a:pt x="20503" y="20826"/>
                </a:lnTo>
                <a:lnTo>
                  <a:pt x="21714" y="21129"/>
                </a:lnTo>
                <a:lnTo>
                  <a:pt x="22642" y="21351"/>
                </a:lnTo>
                <a:lnTo>
                  <a:pt x="23591" y="21553"/>
                </a:lnTo>
                <a:lnTo>
                  <a:pt x="24055" y="21654"/>
                </a:lnTo>
                <a:lnTo>
                  <a:pt x="24539" y="21714"/>
                </a:lnTo>
                <a:lnTo>
                  <a:pt x="25023" y="21775"/>
                </a:lnTo>
                <a:lnTo>
                  <a:pt x="25508" y="21815"/>
                </a:lnTo>
                <a:lnTo>
                  <a:pt x="26053" y="21835"/>
                </a:lnTo>
                <a:lnTo>
                  <a:pt x="26597" y="21815"/>
                </a:lnTo>
                <a:lnTo>
                  <a:pt x="27122" y="21755"/>
                </a:lnTo>
                <a:lnTo>
                  <a:pt x="27647" y="21654"/>
                </a:lnTo>
                <a:lnTo>
                  <a:pt x="28131" y="21533"/>
                </a:lnTo>
                <a:lnTo>
                  <a:pt x="28595" y="21371"/>
                </a:lnTo>
                <a:lnTo>
                  <a:pt x="29039" y="21169"/>
                </a:lnTo>
                <a:lnTo>
                  <a:pt x="29443" y="20947"/>
                </a:lnTo>
                <a:lnTo>
                  <a:pt x="29402" y="20867"/>
                </a:lnTo>
                <a:lnTo>
                  <a:pt x="28999" y="21089"/>
                </a:lnTo>
                <a:lnTo>
                  <a:pt x="28555" y="21291"/>
                </a:lnTo>
                <a:lnTo>
                  <a:pt x="28111" y="21452"/>
                </a:lnTo>
                <a:lnTo>
                  <a:pt x="27627" y="21573"/>
                </a:lnTo>
                <a:lnTo>
                  <a:pt x="27122" y="21674"/>
                </a:lnTo>
                <a:lnTo>
                  <a:pt x="26597" y="21734"/>
                </a:lnTo>
                <a:lnTo>
                  <a:pt x="26053" y="21755"/>
                </a:lnTo>
                <a:lnTo>
                  <a:pt x="25508" y="21734"/>
                </a:lnTo>
                <a:lnTo>
                  <a:pt x="25023" y="21694"/>
                </a:lnTo>
                <a:lnTo>
                  <a:pt x="24539" y="21634"/>
                </a:lnTo>
                <a:lnTo>
                  <a:pt x="24075" y="21573"/>
                </a:lnTo>
                <a:lnTo>
                  <a:pt x="23591" y="21472"/>
                </a:lnTo>
                <a:lnTo>
                  <a:pt x="22662" y="21270"/>
                </a:lnTo>
                <a:lnTo>
                  <a:pt x="21734" y="21048"/>
                </a:lnTo>
                <a:lnTo>
                  <a:pt x="20503" y="20746"/>
                </a:lnTo>
                <a:lnTo>
                  <a:pt x="19454" y="20524"/>
                </a:lnTo>
                <a:lnTo>
                  <a:pt x="18404" y="20342"/>
                </a:lnTo>
                <a:lnTo>
                  <a:pt x="17375" y="20221"/>
                </a:lnTo>
                <a:lnTo>
                  <a:pt x="16366" y="20120"/>
                </a:lnTo>
                <a:lnTo>
                  <a:pt x="15377" y="20080"/>
                </a:lnTo>
                <a:lnTo>
                  <a:pt x="14409" y="20080"/>
                </a:lnTo>
                <a:lnTo>
                  <a:pt x="13460" y="20140"/>
                </a:lnTo>
                <a:lnTo>
                  <a:pt x="12532" y="20241"/>
                </a:lnTo>
                <a:lnTo>
                  <a:pt x="12007" y="20322"/>
                </a:lnTo>
                <a:lnTo>
                  <a:pt x="11503" y="20403"/>
                </a:lnTo>
                <a:lnTo>
                  <a:pt x="10978" y="20524"/>
                </a:lnTo>
                <a:lnTo>
                  <a:pt x="10474" y="20645"/>
                </a:lnTo>
                <a:lnTo>
                  <a:pt x="9989" y="20786"/>
                </a:lnTo>
                <a:lnTo>
                  <a:pt x="9505" y="20927"/>
                </a:lnTo>
                <a:lnTo>
                  <a:pt x="9021" y="21109"/>
                </a:lnTo>
                <a:lnTo>
                  <a:pt x="8556" y="21291"/>
                </a:lnTo>
                <a:lnTo>
                  <a:pt x="8092" y="21492"/>
                </a:lnTo>
                <a:lnTo>
                  <a:pt x="7648" y="21694"/>
                </a:lnTo>
                <a:lnTo>
                  <a:pt x="7204" y="21916"/>
                </a:lnTo>
                <a:lnTo>
                  <a:pt x="6781" y="22158"/>
                </a:lnTo>
                <a:lnTo>
                  <a:pt x="6377" y="22421"/>
                </a:lnTo>
                <a:lnTo>
                  <a:pt x="5973" y="22683"/>
                </a:lnTo>
                <a:lnTo>
                  <a:pt x="5590" y="22965"/>
                </a:lnTo>
                <a:lnTo>
                  <a:pt x="5207" y="23268"/>
                </a:lnTo>
                <a:lnTo>
                  <a:pt x="4924" y="23490"/>
                </a:lnTo>
                <a:lnTo>
                  <a:pt x="4641" y="23692"/>
                </a:lnTo>
                <a:lnTo>
                  <a:pt x="4359" y="23853"/>
                </a:lnTo>
                <a:lnTo>
                  <a:pt x="4076" y="23995"/>
                </a:lnTo>
                <a:lnTo>
                  <a:pt x="3935" y="24055"/>
                </a:lnTo>
                <a:lnTo>
                  <a:pt x="3814" y="24096"/>
                </a:lnTo>
                <a:lnTo>
                  <a:pt x="3673" y="24116"/>
                </a:lnTo>
                <a:lnTo>
                  <a:pt x="3411" y="24116"/>
                </a:lnTo>
                <a:lnTo>
                  <a:pt x="3269" y="24096"/>
                </a:lnTo>
                <a:lnTo>
                  <a:pt x="3148" y="24035"/>
                </a:lnTo>
                <a:lnTo>
                  <a:pt x="3027" y="23974"/>
                </a:lnTo>
                <a:lnTo>
                  <a:pt x="2886" y="23853"/>
                </a:lnTo>
                <a:lnTo>
                  <a:pt x="2745" y="23712"/>
                </a:lnTo>
                <a:lnTo>
                  <a:pt x="2644" y="23551"/>
                </a:lnTo>
                <a:lnTo>
                  <a:pt x="2583" y="23389"/>
                </a:lnTo>
                <a:lnTo>
                  <a:pt x="2523" y="23208"/>
                </a:lnTo>
                <a:lnTo>
                  <a:pt x="2462" y="23026"/>
                </a:lnTo>
                <a:lnTo>
                  <a:pt x="2422" y="22683"/>
                </a:lnTo>
                <a:lnTo>
                  <a:pt x="2381" y="22300"/>
                </a:lnTo>
                <a:lnTo>
                  <a:pt x="2341" y="21936"/>
                </a:lnTo>
                <a:lnTo>
                  <a:pt x="2321" y="21169"/>
                </a:lnTo>
                <a:lnTo>
                  <a:pt x="2341" y="20403"/>
                </a:lnTo>
                <a:lnTo>
                  <a:pt x="2361" y="19656"/>
                </a:lnTo>
                <a:lnTo>
                  <a:pt x="2402" y="18546"/>
                </a:lnTo>
                <a:lnTo>
                  <a:pt x="2402" y="17638"/>
                </a:lnTo>
                <a:lnTo>
                  <a:pt x="2361" y="16710"/>
                </a:lnTo>
                <a:lnTo>
                  <a:pt x="2301" y="15802"/>
                </a:lnTo>
                <a:lnTo>
                  <a:pt x="2200" y="14914"/>
                </a:lnTo>
                <a:lnTo>
                  <a:pt x="2079" y="14006"/>
                </a:lnTo>
                <a:lnTo>
                  <a:pt x="1917" y="13118"/>
                </a:lnTo>
                <a:lnTo>
                  <a:pt x="1715" y="12230"/>
                </a:lnTo>
                <a:lnTo>
                  <a:pt x="1493" y="11342"/>
                </a:lnTo>
                <a:lnTo>
                  <a:pt x="1271" y="10575"/>
                </a:lnTo>
                <a:lnTo>
                  <a:pt x="1029" y="9828"/>
                </a:lnTo>
                <a:lnTo>
                  <a:pt x="767" y="8940"/>
                </a:lnTo>
                <a:lnTo>
                  <a:pt x="505" y="8032"/>
                </a:lnTo>
                <a:lnTo>
                  <a:pt x="404" y="7588"/>
                </a:lnTo>
                <a:lnTo>
                  <a:pt x="303" y="7124"/>
                </a:lnTo>
                <a:lnTo>
                  <a:pt x="202" y="6660"/>
                </a:lnTo>
                <a:lnTo>
                  <a:pt x="141" y="6196"/>
                </a:lnTo>
                <a:lnTo>
                  <a:pt x="101" y="5853"/>
                </a:lnTo>
                <a:lnTo>
                  <a:pt x="81" y="5469"/>
                </a:lnTo>
                <a:lnTo>
                  <a:pt x="81" y="5086"/>
                </a:lnTo>
                <a:lnTo>
                  <a:pt x="101" y="4682"/>
                </a:lnTo>
                <a:lnTo>
                  <a:pt x="121" y="4279"/>
                </a:lnTo>
                <a:lnTo>
                  <a:pt x="162" y="3855"/>
                </a:lnTo>
                <a:lnTo>
                  <a:pt x="242" y="3451"/>
                </a:lnTo>
                <a:lnTo>
                  <a:pt x="323" y="3048"/>
                </a:lnTo>
                <a:lnTo>
                  <a:pt x="424" y="2664"/>
                </a:lnTo>
                <a:lnTo>
                  <a:pt x="565" y="2301"/>
                </a:lnTo>
                <a:lnTo>
                  <a:pt x="727" y="1958"/>
                </a:lnTo>
                <a:lnTo>
                  <a:pt x="928" y="1655"/>
                </a:lnTo>
                <a:lnTo>
                  <a:pt x="1130" y="1373"/>
                </a:lnTo>
                <a:lnTo>
                  <a:pt x="1251" y="1252"/>
                </a:lnTo>
                <a:lnTo>
                  <a:pt x="1393" y="1151"/>
                </a:lnTo>
                <a:lnTo>
                  <a:pt x="1514" y="1050"/>
                </a:lnTo>
                <a:lnTo>
                  <a:pt x="1655" y="949"/>
                </a:lnTo>
                <a:lnTo>
                  <a:pt x="1816" y="888"/>
                </a:lnTo>
                <a:lnTo>
                  <a:pt x="1978" y="828"/>
                </a:lnTo>
                <a:lnTo>
                  <a:pt x="2280" y="727"/>
                </a:lnTo>
                <a:lnTo>
                  <a:pt x="2603" y="666"/>
                </a:lnTo>
                <a:lnTo>
                  <a:pt x="2946" y="606"/>
                </a:lnTo>
                <a:lnTo>
                  <a:pt x="3289" y="566"/>
                </a:lnTo>
                <a:lnTo>
                  <a:pt x="3996" y="525"/>
                </a:lnTo>
                <a:lnTo>
                  <a:pt x="4702" y="505"/>
                </a:lnTo>
                <a:lnTo>
                  <a:pt x="5287" y="485"/>
                </a:lnTo>
                <a:lnTo>
                  <a:pt x="5852" y="445"/>
                </a:lnTo>
                <a:lnTo>
                  <a:pt x="8012" y="303"/>
                </a:lnTo>
                <a:lnTo>
                  <a:pt x="10009" y="182"/>
                </a:lnTo>
                <a:lnTo>
                  <a:pt x="11200" y="142"/>
                </a:lnTo>
                <a:lnTo>
                  <a:pt x="12391" y="101"/>
                </a:lnTo>
                <a:lnTo>
                  <a:pt x="13521" y="81"/>
                </a:lnTo>
                <a:lnTo>
                  <a:pt x="14651" y="81"/>
                </a:lnTo>
                <a:lnTo>
                  <a:pt x="15741" y="101"/>
                </a:lnTo>
                <a:lnTo>
                  <a:pt x="16790" y="122"/>
                </a:lnTo>
                <a:lnTo>
                  <a:pt x="17839" y="182"/>
                </a:lnTo>
                <a:lnTo>
                  <a:pt x="18868" y="243"/>
                </a:lnTo>
                <a:lnTo>
                  <a:pt x="19857" y="323"/>
                </a:lnTo>
                <a:lnTo>
                  <a:pt x="20826" y="404"/>
                </a:lnTo>
                <a:lnTo>
                  <a:pt x="21795" y="525"/>
                </a:lnTo>
                <a:lnTo>
                  <a:pt x="22723" y="666"/>
                </a:lnTo>
                <a:lnTo>
                  <a:pt x="23651" y="808"/>
                </a:lnTo>
                <a:lnTo>
                  <a:pt x="24559" y="969"/>
                </a:lnTo>
                <a:lnTo>
                  <a:pt x="25447" y="1151"/>
                </a:lnTo>
                <a:lnTo>
                  <a:pt x="26335" y="1353"/>
                </a:lnTo>
                <a:lnTo>
                  <a:pt x="27082" y="1534"/>
                </a:lnTo>
                <a:lnTo>
                  <a:pt x="27828" y="1756"/>
                </a:lnTo>
                <a:lnTo>
                  <a:pt x="28575" y="2019"/>
                </a:lnTo>
                <a:lnTo>
                  <a:pt x="28958" y="2160"/>
                </a:lnTo>
                <a:lnTo>
                  <a:pt x="29322" y="2321"/>
                </a:lnTo>
                <a:lnTo>
                  <a:pt x="29665" y="2503"/>
                </a:lnTo>
                <a:lnTo>
                  <a:pt x="30028" y="2684"/>
                </a:lnTo>
                <a:lnTo>
                  <a:pt x="30371" y="2886"/>
                </a:lnTo>
                <a:lnTo>
                  <a:pt x="30694" y="3108"/>
                </a:lnTo>
                <a:lnTo>
                  <a:pt x="30997" y="3350"/>
                </a:lnTo>
                <a:lnTo>
                  <a:pt x="31299" y="3613"/>
                </a:lnTo>
                <a:lnTo>
                  <a:pt x="31582" y="3895"/>
                </a:lnTo>
                <a:lnTo>
                  <a:pt x="31844" y="4198"/>
                </a:lnTo>
                <a:lnTo>
                  <a:pt x="32086" y="4521"/>
                </a:lnTo>
                <a:lnTo>
                  <a:pt x="32288" y="4844"/>
                </a:lnTo>
                <a:lnTo>
                  <a:pt x="32470" y="5167"/>
                </a:lnTo>
                <a:lnTo>
                  <a:pt x="32631" y="5490"/>
                </a:lnTo>
                <a:lnTo>
                  <a:pt x="32772" y="5833"/>
                </a:lnTo>
                <a:lnTo>
                  <a:pt x="32894" y="6176"/>
                </a:lnTo>
                <a:lnTo>
                  <a:pt x="33015" y="6519"/>
                </a:lnTo>
                <a:lnTo>
                  <a:pt x="33095" y="6862"/>
                </a:lnTo>
                <a:lnTo>
                  <a:pt x="33156" y="7205"/>
                </a:lnTo>
                <a:lnTo>
                  <a:pt x="33216" y="7548"/>
                </a:lnTo>
                <a:lnTo>
                  <a:pt x="33277" y="8214"/>
                </a:lnTo>
                <a:lnTo>
                  <a:pt x="33317" y="8860"/>
                </a:lnTo>
                <a:lnTo>
                  <a:pt x="33297" y="9445"/>
                </a:lnTo>
                <a:lnTo>
                  <a:pt x="33277" y="9949"/>
                </a:lnTo>
                <a:lnTo>
                  <a:pt x="33216" y="10454"/>
                </a:lnTo>
                <a:lnTo>
                  <a:pt x="33156" y="10938"/>
                </a:lnTo>
                <a:lnTo>
                  <a:pt x="33095" y="11443"/>
                </a:lnTo>
                <a:lnTo>
                  <a:pt x="32914" y="12431"/>
                </a:lnTo>
                <a:lnTo>
                  <a:pt x="32732" y="13420"/>
                </a:lnTo>
                <a:lnTo>
                  <a:pt x="32450" y="14954"/>
                </a:lnTo>
                <a:lnTo>
                  <a:pt x="32288" y="15923"/>
                </a:lnTo>
                <a:lnTo>
                  <a:pt x="32167" y="16710"/>
                </a:lnTo>
                <a:lnTo>
                  <a:pt x="32026" y="17497"/>
                </a:lnTo>
                <a:lnTo>
                  <a:pt x="31844" y="18284"/>
                </a:lnTo>
                <a:lnTo>
                  <a:pt x="31743" y="18667"/>
                </a:lnTo>
                <a:lnTo>
                  <a:pt x="31622" y="19051"/>
                </a:lnTo>
                <a:lnTo>
                  <a:pt x="31481" y="19454"/>
                </a:lnTo>
                <a:lnTo>
                  <a:pt x="31319" y="19898"/>
                </a:lnTo>
                <a:lnTo>
                  <a:pt x="31098" y="20342"/>
                </a:lnTo>
                <a:lnTo>
                  <a:pt x="30835" y="20806"/>
                </a:lnTo>
                <a:lnTo>
                  <a:pt x="30553" y="21250"/>
                </a:lnTo>
                <a:lnTo>
                  <a:pt x="30371" y="21472"/>
                </a:lnTo>
                <a:lnTo>
                  <a:pt x="30210" y="21674"/>
                </a:lnTo>
                <a:lnTo>
                  <a:pt x="30008" y="21876"/>
                </a:lnTo>
                <a:lnTo>
                  <a:pt x="29806" y="22078"/>
                </a:lnTo>
                <a:lnTo>
                  <a:pt x="29584" y="22259"/>
                </a:lnTo>
                <a:lnTo>
                  <a:pt x="29362" y="22441"/>
                </a:lnTo>
                <a:lnTo>
                  <a:pt x="29402" y="22501"/>
                </a:lnTo>
                <a:lnTo>
                  <a:pt x="29766" y="22219"/>
                </a:lnTo>
                <a:lnTo>
                  <a:pt x="30129" y="21876"/>
                </a:lnTo>
                <a:lnTo>
                  <a:pt x="30452" y="21513"/>
                </a:lnTo>
                <a:lnTo>
                  <a:pt x="30754" y="21089"/>
                </a:lnTo>
                <a:lnTo>
                  <a:pt x="31037" y="20645"/>
                </a:lnTo>
                <a:lnTo>
                  <a:pt x="31279" y="20160"/>
                </a:lnTo>
                <a:lnTo>
                  <a:pt x="31501" y="19636"/>
                </a:lnTo>
                <a:lnTo>
                  <a:pt x="31703" y="19071"/>
                </a:lnTo>
                <a:lnTo>
                  <a:pt x="31824" y="18687"/>
                </a:lnTo>
                <a:lnTo>
                  <a:pt x="31925" y="18304"/>
                </a:lnTo>
                <a:lnTo>
                  <a:pt x="32086" y="17517"/>
                </a:lnTo>
                <a:lnTo>
                  <a:pt x="32248" y="16730"/>
                </a:lnTo>
                <a:lnTo>
                  <a:pt x="32369" y="15943"/>
                </a:lnTo>
                <a:lnTo>
                  <a:pt x="32530" y="14954"/>
                </a:lnTo>
                <a:lnTo>
                  <a:pt x="32813" y="13440"/>
                </a:lnTo>
                <a:lnTo>
                  <a:pt x="32994" y="12452"/>
                </a:lnTo>
                <a:lnTo>
                  <a:pt x="33176" y="11463"/>
                </a:lnTo>
                <a:lnTo>
                  <a:pt x="33237" y="10958"/>
                </a:lnTo>
                <a:lnTo>
                  <a:pt x="33297" y="10454"/>
                </a:lnTo>
                <a:lnTo>
                  <a:pt x="33358" y="9949"/>
                </a:lnTo>
                <a:lnTo>
                  <a:pt x="33378" y="9445"/>
                </a:lnTo>
                <a:lnTo>
                  <a:pt x="33398" y="8860"/>
                </a:lnTo>
                <a:lnTo>
                  <a:pt x="33358" y="8214"/>
                </a:lnTo>
                <a:lnTo>
                  <a:pt x="33337" y="7871"/>
                </a:lnTo>
                <a:lnTo>
                  <a:pt x="33297" y="7548"/>
                </a:lnTo>
                <a:lnTo>
                  <a:pt x="33237" y="7205"/>
                </a:lnTo>
                <a:lnTo>
                  <a:pt x="33176" y="6842"/>
                </a:lnTo>
                <a:lnTo>
                  <a:pt x="33075" y="6499"/>
                </a:lnTo>
                <a:lnTo>
                  <a:pt x="32974" y="6155"/>
                </a:lnTo>
                <a:lnTo>
                  <a:pt x="32853" y="5812"/>
                </a:lnTo>
                <a:lnTo>
                  <a:pt x="32712" y="5469"/>
                </a:lnTo>
                <a:lnTo>
                  <a:pt x="32550" y="5126"/>
                </a:lnTo>
                <a:lnTo>
                  <a:pt x="32369" y="4783"/>
                </a:lnTo>
                <a:lnTo>
                  <a:pt x="32147" y="4460"/>
                </a:lnTo>
                <a:lnTo>
                  <a:pt x="31925" y="4158"/>
                </a:lnTo>
                <a:lnTo>
                  <a:pt x="31642" y="3855"/>
                </a:lnTo>
                <a:lnTo>
                  <a:pt x="31360" y="3552"/>
                </a:lnTo>
                <a:lnTo>
                  <a:pt x="31057" y="3290"/>
                </a:lnTo>
                <a:lnTo>
                  <a:pt x="30734" y="3048"/>
                </a:lnTo>
                <a:lnTo>
                  <a:pt x="30411" y="2826"/>
                </a:lnTo>
                <a:lnTo>
                  <a:pt x="30068" y="2624"/>
                </a:lnTo>
                <a:lnTo>
                  <a:pt x="29725" y="2422"/>
                </a:lnTo>
                <a:lnTo>
                  <a:pt x="29362" y="2241"/>
                </a:lnTo>
                <a:lnTo>
                  <a:pt x="28979" y="2079"/>
                </a:lnTo>
                <a:lnTo>
                  <a:pt x="28615" y="1938"/>
                </a:lnTo>
                <a:lnTo>
                  <a:pt x="27849" y="1675"/>
                </a:lnTo>
                <a:lnTo>
                  <a:pt x="27102" y="1454"/>
                </a:lnTo>
                <a:lnTo>
                  <a:pt x="26355" y="1272"/>
                </a:lnTo>
                <a:lnTo>
                  <a:pt x="25467" y="1070"/>
                </a:lnTo>
                <a:lnTo>
                  <a:pt x="24579" y="888"/>
                </a:lnTo>
                <a:lnTo>
                  <a:pt x="23671" y="727"/>
                </a:lnTo>
                <a:lnTo>
                  <a:pt x="22743" y="586"/>
                </a:lnTo>
                <a:lnTo>
                  <a:pt x="21795" y="445"/>
                </a:lnTo>
                <a:lnTo>
                  <a:pt x="20846" y="344"/>
                </a:lnTo>
                <a:lnTo>
                  <a:pt x="19857" y="243"/>
                </a:lnTo>
                <a:lnTo>
                  <a:pt x="18868" y="162"/>
                </a:lnTo>
                <a:lnTo>
                  <a:pt x="17839" y="101"/>
                </a:lnTo>
                <a:lnTo>
                  <a:pt x="16810" y="41"/>
                </a:lnTo>
                <a:lnTo>
                  <a:pt x="15741" y="21"/>
                </a:lnTo>
                <a:lnTo>
                  <a:pt x="1465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5" name="Google Shape;5555;p69"/>
          <p:cNvSpPr/>
          <p:nvPr/>
        </p:nvSpPr>
        <p:spPr>
          <a:xfrm flipH="1">
            <a:off x="-1982633" y="284327"/>
            <a:ext cx="1754433" cy="1582965"/>
          </a:xfrm>
          <a:custGeom>
            <a:rect b="b" l="l" r="r" t="t"/>
            <a:pathLst>
              <a:path extrusionOk="0" h="28314" w="31381">
                <a:moveTo>
                  <a:pt x="3310" y="0"/>
                </a:moveTo>
                <a:lnTo>
                  <a:pt x="1938" y="121"/>
                </a:lnTo>
                <a:lnTo>
                  <a:pt x="1554" y="162"/>
                </a:lnTo>
                <a:lnTo>
                  <a:pt x="1231" y="222"/>
                </a:lnTo>
                <a:lnTo>
                  <a:pt x="989" y="303"/>
                </a:lnTo>
                <a:lnTo>
                  <a:pt x="868" y="343"/>
                </a:lnTo>
                <a:lnTo>
                  <a:pt x="787" y="404"/>
                </a:lnTo>
                <a:lnTo>
                  <a:pt x="687" y="485"/>
                </a:lnTo>
                <a:lnTo>
                  <a:pt x="626" y="565"/>
                </a:lnTo>
                <a:lnTo>
                  <a:pt x="545" y="666"/>
                </a:lnTo>
                <a:lnTo>
                  <a:pt x="485" y="787"/>
                </a:lnTo>
                <a:lnTo>
                  <a:pt x="384" y="1070"/>
                </a:lnTo>
                <a:lnTo>
                  <a:pt x="283" y="1453"/>
                </a:lnTo>
                <a:lnTo>
                  <a:pt x="162" y="2180"/>
                </a:lnTo>
                <a:lnTo>
                  <a:pt x="61" y="2926"/>
                </a:lnTo>
                <a:lnTo>
                  <a:pt x="21" y="3693"/>
                </a:lnTo>
                <a:lnTo>
                  <a:pt x="0" y="4501"/>
                </a:lnTo>
                <a:lnTo>
                  <a:pt x="21" y="5247"/>
                </a:lnTo>
                <a:lnTo>
                  <a:pt x="61" y="5974"/>
                </a:lnTo>
                <a:lnTo>
                  <a:pt x="122" y="6700"/>
                </a:lnTo>
                <a:lnTo>
                  <a:pt x="202" y="7447"/>
                </a:lnTo>
                <a:lnTo>
                  <a:pt x="303" y="8193"/>
                </a:lnTo>
                <a:lnTo>
                  <a:pt x="424" y="8940"/>
                </a:lnTo>
                <a:lnTo>
                  <a:pt x="666" y="10514"/>
                </a:lnTo>
                <a:lnTo>
                  <a:pt x="909" y="11826"/>
                </a:lnTo>
                <a:lnTo>
                  <a:pt x="1534" y="15559"/>
                </a:lnTo>
                <a:lnTo>
                  <a:pt x="1837" y="17436"/>
                </a:lnTo>
                <a:lnTo>
                  <a:pt x="2099" y="19333"/>
                </a:lnTo>
                <a:lnTo>
                  <a:pt x="2341" y="21230"/>
                </a:lnTo>
                <a:lnTo>
                  <a:pt x="2442" y="22198"/>
                </a:lnTo>
                <a:lnTo>
                  <a:pt x="2543" y="23147"/>
                </a:lnTo>
                <a:lnTo>
                  <a:pt x="2604" y="24095"/>
                </a:lnTo>
                <a:lnTo>
                  <a:pt x="2684" y="25044"/>
                </a:lnTo>
                <a:lnTo>
                  <a:pt x="2725" y="26013"/>
                </a:lnTo>
                <a:lnTo>
                  <a:pt x="2745" y="26961"/>
                </a:lnTo>
                <a:lnTo>
                  <a:pt x="2765" y="27143"/>
                </a:lnTo>
                <a:lnTo>
                  <a:pt x="2785" y="27304"/>
                </a:lnTo>
                <a:lnTo>
                  <a:pt x="2826" y="27486"/>
                </a:lnTo>
                <a:lnTo>
                  <a:pt x="2866" y="27667"/>
                </a:lnTo>
                <a:lnTo>
                  <a:pt x="2927" y="27829"/>
                </a:lnTo>
                <a:lnTo>
                  <a:pt x="3007" y="27970"/>
                </a:lnTo>
                <a:lnTo>
                  <a:pt x="3108" y="28091"/>
                </a:lnTo>
                <a:lnTo>
                  <a:pt x="3209" y="28192"/>
                </a:lnTo>
                <a:lnTo>
                  <a:pt x="3290" y="28253"/>
                </a:lnTo>
                <a:lnTo>
                  <a:pt x="3371" y="28273"/>
                </a:lnTo>
                <a:lnTo>
                  <a:pt x="3451" y="28313"/>
                </a:lnTo>
                <a:lnTo>
                  <a:pt x="3532" y="28313"/>
                </a:lnTo>
                <a:lnTo>
                  <a:pt x="3673" y="28293"/>
                </a:lnTo>
                <a:lnTo>
                  <a:pt x="3754" y="28273"/>
                </a:lnTo>
                <a:lnTo>
                  <a:pt x="3835" y="28232"/>
                </a:lnTo>
                <a:lnTo>
                  <a:pt x="3956" y="28131"/>
                </a:lnTo>
                <a:lnTo>
                  <a:pt x="4077" y="28031"/>
                </a:lnTo>
                <a:lnTo>
                  <a:pt x="4178" y="27909"/>
                </a:lnTo>
                <a:lnTo>
                  <a:pt x="4380" y="27667"/>
                </a:lnTo>
                <a:lnTo>
                  <a:pt x="5126" y="26820"/>
                </a:lnTo>
                <a:lnTo>
                  <a:pt x="5510" y="26396"/>
                </a:lnTo>
                <a:lnTo>
                  <a:pt x="5893" y="25992"/>
                </a:lnTo>
                <a:lnTo>
                  <a:pt x="6297" y="25589"/>
                </a:lnTo>
                <a:lnTo>
                  <a:pt x="6700" y="25205"/>
                </a:lnTo>
                <a:lnTo>
                  <a:pt x="7124" y="24842"/>
                </a:lnTo>
                <a:lnTo>
                  <a:pt x="7588" y="24499"/>
                </a:lnTo>
                <a:lnTo>
                  <a:pt x="8012" y="24196"/>
                </a:lnTo>
                <a:lnTo>
                  <a:pt x="8476" y="23914"/>
                </a:lnTo>
                <a:lnTo>
                  <a:pt x="8940" y="23651"/>
                </a:lnTo>
                <a:lnTo>
                  <a:pt x="9445" y="23409"/>
                </a:lnTo>
                <a:lnTo>
                  <a:pt x="9949" y="23187"/>
                </a:lnTo>
                <a:lnTo>
                  <a:pt x="10474" y="22985"/>
                </a:lnTo>
                <a:lnTo>
                  <a:pt x="11039" y="22804"/>
                </a:lnTo>
                <a:lnTo>
                  <a:pt x="11604" y="22642"/>
                </a:lnTo>
                <a:lnTo>
                  <a:pt x="12209" y="22501"/>
                </a:lnTo>
                <a:lnTo>
                  <a:pt x="12815" y="22380"/>
                </a:lnTo>
                <a:lnTo>
                  <a:pt x="13440" y="22279"/>
                </a:lnTo>
                <a:lnTo>
                  <a:pt x="14086" y="22219"/>
                </a:lnTo>
                <a:lnTo>
                  <a:pt x="14752" y="22158"/>
                </a:lnTo>
                <a:lnTo>
                  <a:pt x="15438" y="22118"/>
                </a:lnTo>
                <a:lnTo>
                  <a:pt x="16144" y="22098"/>
                </a:lnTo>
                <a:lnTo>
                  <a:pt x="16871" y="22098"/>
                </a:lnTo>
                <a:lnTo>
                  <a:pt x="18082" y="22138"/>
                </a:lnTo>
                <a:lnTo>
                  <a:pt x="19293" y="22219"/>
                </a:lnTo>
                <a:lnTo>
                  <a:pt x="20503" y="22320"/>
                </a:lnTo>
                <a:lnTo>
                  <a:pt x="21694" y="22441"/>
                </a:lnTo>
                <a:lnTo>
                  <a:pt x="22905" y="22562"/>
                </a:lnTo>
                <a:lnTo>
                  <a:pt x="24156" y="22663"/>
                </a:lnTo>
                <a:lnTo>
                  <a:pt x="25387" y="22743"/>
                </a:lnTo>
                <a:lnTo>
                  <a:pt x="26638" y="22784"/>
                </a:lnTo>
                <a:lnTo>
                  <a:pt x="27788" y="22784"/>
                </a:lnTo>
                <a:lnTo>
                  <a:pt x="28414" y="22723"/>
                </a:lnTo>
                <a:lnTo>
                  <a:pt x="29019" y="22642"/>
                </a:lnTo>
                <a:lnTo>
                  <a:pt x="29342" y="22582"/>
                </a:lnTo>
                <a:lnTo>
                  <a:pt x="29645" y="22501"/>
                </a:lnTo>
                <a:lnTo>
                  <a:pt x="29948" y="22420"/>
                </a:lnTo>
                <a:lnTo>
                  <a:pt x="30250" y="22320"/>
                </a:lnTo>
                <a:lnTo>
                  <a:pt x="30533" y="22198"/>
                </a:lnTo>
                <a:lnTo>
                  <a:pt x="30836" y="22057"/>
                </a:lnTo>
                <a:lnTo>
                  <a:pt x="31118" y="21896"/>
                </a:lnTo>
                <a:lnTo>
                  <a:pt x="31380" y="21734"/>
                </a:lnTo>
                <a:lnTo>
                  <a:pt x="31340" y="21674"/>
                </a:lnTo>
                <a:lnTo>
                  <a:pt x="31037" y="21855"/>
                </a:lnTo>
                <a:lnTo>
                  <a:pt x="30674" y="22057"/>
                </a:lnTo>
                <a:lnTo>
                  <a:pt x="30250" y="22239"/>
                </a:lnTo>
                <a:lnTo>
                  <a:pt x="30008" y="22320"/>
                </a:lnTo>
                <a:lnTo>
                  <a:pt x="29746" y="22400"/>
                </a:lnTo>
                <a:lnTo>
                  <a:pt x="29463" y="22461"/>
                </a:lnTo>
                <a:lnTo>
                  <a:pt x="29140" y="22542"/>
                </a:lnTo>
                <a:lnTo>
                  <a:pt x="28797" y="22582"/>
                </a:lnTo>
                <a:lnTo>
                  <a:pt x="28434" y="22642"/>
                </a:lnTo>
                <a:lnTo>
                  <a:pt x="28031" y="22683"/>
                </a:lnTo>
                <a:lnTo>
                  <a:pt x="27607" y="22703"/>
                </a:lnTo>
                <a:lnTo>
                  <a:pt x="26638" y="22703"/>
                </a:lnTo>
                <a:lnTo>
                  <a:pt x="25387" y="22663"/>
                </a:lnTo>
                <a:lnTo>
                  <a:pt x="24156" y="22582"/>
                </a:lnTo>
                <a:lnTo>
                  <a:pt x="22925" y="22481"/>
                </a:lnTo>
                <a:lnTo>
                  <a:pt x="21694" y="22360"/>
                </a:lnTo>
                <a:lnTo>
                  <a:pt x="20503" y="22259"/>
                </a:lnTo>
                <a:lnTo>
                  <a:pt x="19293" y="22138"/>
                </a:lnTo>
                <a:lnTo>
                  <a:pt x="18082" y="22057"/>
                </a:lnTo>
                <a:lnTo>
                  <a:pt x="16871" y="22017"/>
                </a:lnTo>
                <a:lnTo>
                  <a:pt x="16144" y="22017"/>
                </a:lnTo>
                <a:lnTo>
                  <a:pt x="15438" y="22037"/>
                </a:lnTo>
                <a:lnTo>
                  <a:pt x="14752" y="22077"/>
                </a:lnTo>
                <a:lnTo>
                  <a:pt x="14086" y="22138"/>
                </a:lnTo>
                <a:lnTo>
                  <a:pt x="13420" y="22219"/>
                </a:lnTo>
                <a:lnTo>
                  <a:pt x="12795" y="22299"/>
                </a:lnTo>
                <a:lnTo>
                  <a:pt x="12189" y="22420"/>
                </a:lnTo>
                <a:lnTo>
                  <a:pt x="11584" y="22562"/>
                </a:lnTo>
                <a:lnTo>
                  <a:pt x="11019" y="22723"/>
                </a:lnTo>
                <a:lnTo>
                  <a:pt x="10454" y="22905"/>
                </a:lnTo>
                <a:lnTo>
                  <a:pt x="9909" y="23107"/>
                </a:lnTo>
                <a:lnTo>
                  <a:pt x="9404" y="23329"/>
                </a:lnTo>
                <a:lnTo>
                  <a:pt x="8900" y="23571"/>
                </a:lnTo>
                <a:lnTo>
                  <a:pt x="8416" y="23833"/>
                </a:lnTo>
                <a:lnTo>
                  <a:pt x="7972" y="24116"/>
                </a:lnTo>
                <a:lnTo>
                  <a:pt x="7528" y="24418"/>
                </a:lnTo>
                <a:lnTo>
                  <a:pt x="7084" y="24782"/>
                </a:lnTo>
                <a:lnTo>
                  <a:pt x="6660" y="25145"/>
                </a:lnTo>
                <a:lnTo>
                  <a:pt x="6236" y="25528"/>
                </a:lnTo>
                <a:lnTo>
                  <a:pt x="5832" y="25932"/>
                </a:lnTo>
                <a:lnTo>
                  <a:pt x="5449" y="26356"/>
                </a:lnTo>
                <a:lnTo>
                  <a:pt x="5066" y="26759"/>
                </a:lnTo>
                <a:lnTo>
                  <a:pt x="4319" y="27607"/>
                </a:lnTo>
                <a:lnTo>
                  <a:pt x="4117" y="27869"/>
                </a:lnTo>
                <a:lnTo>
                  <a:pt x="3996" y="27990"/>
                </a:lnTo>
                <a:lnTo>
                  <a:pt x="3895" y="28091"/>
                </a:lnTo>
                <a:lnTo>
                  <a:pt x="3774" y="28172"/>
                </a:lnTo>
                <a:lnTo>
                  <a:pt x="3653" y="28212"/>
                </a:lnTo>
                <a:lnTo>
                  <a:pt x="3552" y="28232"/>
                </a:lnTo>
                <a:lnTo>
                  <a:pt x="3451" y="28212"/>
                </a:lnTo>
                <a:lnTo>
                  <a:pt x="3350" y="28192"/>
                </a:lnTo>
                <a:lnTo>
                  <a:pt x="3270" y="28131"/>
                </a:lnTo>
                <a:lnTo>
                  <a:pt x="3169" y="28031"/>
                </a:lnTo>
                <a:lnTo>
                  <a:pt x="3068" y="27909"/>
                </a:lnTo>
                <a:lnTo>
                  <a:pt x="3007" y="27768"/>
                </a:lnTo>
                <a:lnTo>
                  <a:pt x="2947" y="27627"/>
                </a:lnTo>
                <a:lnTo>
                  <a:pt x="2906" y="27465"/>
                </a:lnTo>
                <a:lnTo>
                  <a:pt x="2866" y="27284"/>
                </a:lnTo>
                <a:lnTo>
                  <a:pt x="2826" y="26961"/>
                </a:lnTo>
                <a:lnTo>
                  <a:pt x="2805" y="26013"/>
                </a:lnTo>
                <a:lnTo>
                  <a:pt x="2765" y="25044"/>
                </a:lnTo>
                <a:lnTo>
                  <a:pt x="2684" y="24095"/>
                </a:lnTo>
                <a:lnTo>
                  <a:pt x="2624" y="23147"/>
                </a:lnTo>
                <a:lnTo>
                  <a:pt x="2523" y="22178"/>
                </a:lnTo>
                <a:lnTo>
                  <a:pt x="2422" y="21230"/>
                </a:lnTo>
                <a:lnTo>
                  <a:pt x="2180" y="19333"/>
                </a:lnTo>
                <a:lnTo>
                  <a:pt x="1918" y="17436"/>
                </a:lnTo>
                <a:lnTo>
                  <a:pt x="1615" y="15539"/>
                </a:lnTo>
                <a:lnTo>
                  <a:pt x="989" y="11806"/>
                </a:lnTo>
                <a:lnTo>
                  <a:pt x="747" y="10494"/>
                </a:lnTo>
                <a:lnTo>
                  <a:pt x="505" y="8940"/>
                </a:lnTo>
                <a:lnTo>
                  <a:pt x="384" y="8173"/>
                </a:lnTo>
                <a:lnTo>
                  <a:pt x="283" y="7447"/>
                </a:lnTo>
                <a:lnTo>
                  <a:pt x="202" y="6700"/>
                </a:lnTo>
                <a:lnTo>
                  <a:pt x="142" y="5974"/>
                </a:lnTo>
                <a:lnTo>
                  <a:pt x="101" y="5247"/>
                </a:lnTo>
                <a:lnTo>
                  <a:pt x="81" y="4501"/>
                </a:lnTo>
                <a:lnTo>
                  <a:pt x="101" y="3693"/>
                </a:lnTo>
                <a:lnTo>
                  <a:pt x="142" y="2926"/>
                </a:lnTo>
                <a:lnTo>
                  <a:pt x="243" y="2180"/>
                </a:lnTo>
                <a:lnTo>
                  <a:pt x="364" y="1474"/>
                </a:lnTo>
                <a:lnTo>
                  <a:pt x="444" y="1110"/>
                </a:lnTo>
                <a:lnTo>
                  <a:pt x="545" y="828"/>
                </a:lnTo>
                <a:lnTo>
                  <a:pt x="606" y="707"/>
                </a:lnTo>
                <a:lnTo>
                  <a:pt x="666" y="626"/>
                </a:lnTo>
                <a:lnTo>
                  <a:pt x="747" y="545"/>
                </a:lnTo>
                <a:lnTo>
                  <a:pt x="828" y="465"/>
                </a:lnTo>
                <a:lnTo>
                  <a:pt x="909" y="404"/>
                </a:lnTo>
                <a:lnTo>
                  <a:pt x="1009" y="364"/>
                </a:lnTo>
                <a:lnTo>
                  <a:pt x="1252" y="303"/>
                </a:lnTo>
                <a:lnTo>
                  <a:pt x="1574" y="243"/>
                </a:lnTo>
                <a:lnTo>
                  <a:pt x="1958" y="202"/>
                </a:lnTo>
                <a:lnTo>
                  <a:pt x="3310" y="81"/>
                </a:lnTo>
                <a:lnTo>
                  <a:pt x="33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6" name="Google Shape;5556;p69"/>
          <p:cNvSpPr/>
          <p:nvPr/>
        </p:nvSpPr>
        <p:spPr>
          <a:xfrm flipH="1">
            <a:off x="-2055978" y="227918"/>
            <a:ext cx="1571672" cy="1149682"/>
          </a:xfrm>
          <a:custGeom>
            <a:rect b="b" l="l" r="r" t="t"/>
            <a:pathLst>
              <a:path extrusionOk="0" h="20564" w="28112">
                <a:moveTo>
                  <a:pt x="7083" y="81"/>
                </a:moveTo>
                <a:lnTo>
                  <a:pt x="8436" y="142"/>
                </a:lnTo>
                <a:lnTo>
                  <a:pt x="9767" y="202"/>
                </a:lnTo>
                <a:lnTo>
                  <a:pt x="12956" y="384"/>
                </a:lnTo>
                <a:lnTo>
                  <a:pt x="14550" y="485"/>
                </a:lnTo>
                <a:lnTo>
                  <a:pt x="16165" y="586"/>
                </a:lnTo>
                <a:lnTo>
                  <a:pt x="17779" y="727"/>
                </a:lnTo>
                <a:lnTo>
                  <a:pt x="19393" y="868"/>
                </a:lnTo>
                <a:lnTo>
                  <a:pt x="21008" y="1030"/>
                </a:lnTo>
                <a:lnTo>
                  <a:pt x="22602" y="1211"/>
                </a:lnTo>
                <a:lnTo>
                  <a:pt x="23248" y="1312"/>
                </a:lnTo>
                <a:lnTo>
                  <a:pt x="23873" y="1433"/>
                </a:lnTo>
                <a:lnTo>
                  <a:pt x="24499" y="1574"/>
                </a:lnTo>
                <a:lnTo>
                  <a:pt x="24781" y="1675"/>
                </a:lnTo>
                <a:lnTo>
                  <a:pt x="25084" y="1776"/>
                </a:lnTo>
                <a:lnTo>
                  <a:pt x="25346" y="1877"/>
                </a:lnTo>
                <a:lnTo>
                  <a:pt x="25629" y="2018"/>
                </a:lnTo>
                <a:lnTo>
                  <a:pt x="25871" y="2160"/>
                </a:lnTo>
                <a:lnTo>
                  <a:pt x="26113" y="2301"/>
                </a:lnTo>
                <a:lnTo>
                  <a:pt x="26355" y="2483"/>
                </a:lnTo>
                <a:lnTo>
                  <a:pt x="26557" y="2684"/>
                </a:lnTo>
                <a:lnTo>
                  <a:pt x="26759" y="2886"/>
                </a:lnTo>
                <a:lnTo>
                  <a:pt x="26941" y="3128"/>
                </a:lnTo>
                <a:lnTo>
                  <a:pt x="27082" y="3370"/>
                </a:lnTo>
                <a:lnTo>
                  <a:pt x="27203" y="3613"/>
                </a:lnTo>
                <a:lnTo>
                  <a:pt x="27304" y="3855"/>
                </a:lnTo>
                <a:lnTo>
                  <a:pt x="27405" y="4137"/>
                </a:lnTo>
                <a:lnTo>
                  <a:pt x="27486" y="4400"/>
                </a:lnTo>
                <a:lnTo>
                  <a:pt x="27546" y="4662"/>
                </a:lnTo>
                <a:lnTo>
                  <a:pt x="27667" y="5207"/>
                </a:lnTo>
                <a:lnTo>
                  <a:pt x="27748" y="5772"/>
                </a:lnTo>
                <a:lnTo>
                  <a:pt x="27829" y="6337"/>
                </a:lnTo>
                <a:lnTo>
                  <a:pt x="27909" y="6922"/>
                </a:lnTo>
                <a:lnTo>
                  <a:pt x="27950" y="7487"/>
                </a:lnTo>
                <a:lnTo>
                  <a:pt x="27990" y="8072"/>
                </a:lnTo>
                <a:lnTo>
                  <a:pt x="28030" y="8678"/>
                </a:lnTo>
                <a:lnTo>
                  <a:pt x="28030" y="9283"/>
                </a:lnTo>
                <a:lnTo>
                  <a:pt x="28030" y="9889"/>
                </a:lnTo>
                <a:lnTo>
                  <a:pt x="28010" y="10494"/>
                </a:lnTo>
                <a:lnTo>
                  <a:pt x="27990" y="11120"/>
                </a:lnTo>
                <a:lnTo>
                  <a:pt x="27950" y="11765"/>
                </a:lnTo>
                <a:lnTo>
                  <a:pt x="27889" y="12411"/>
                </a:lnTo>
                <a:lnTo>
                  <a:pt x="27829" y="13057"/>
                </a:lnTo>
                <a:lnTo>
                  <a:pt x="27748" y="13723"/>
                </a:lnTo>
                <a:lnTo>
                  <a:pt x="27526" y="15075"/>
                </a:lnTo>
                <a:lnTo>
                  <a:pt x="27405" y="15700"/>
                </a:lnTo>
                <a:lnTo>
                  <a:pt x="27344" y="16003"/>
                </a:lnTo>
                <a:lnTo>
                  <a:pt x="27264" y="16306"/>
                </a:lnTo>
                <a:lnTo>
                  <a:pt x="27142" y="16609"/>
                </a:lnTo>
                <a:lnTo>
                  <a:pt x="27021" y="16891"/>
                </a:lnTo>
                <a:lnTo>
                  <a:pt x="26880" y="17174"/>
                </a:lnTo>
                <a:lnTo>
                  <a:pt x="26698" y="17436"/>
                </a:lnTo>
                <a:lnTo>
                  <a:pt x="26577" y="17597"/>
                </a:lnTo>
                <a:lnTo>
                  <a:pt x="26436" y="17739"/>
                </a:lnTo>
                <a:lnTo>
                  <a:pt x="26275" y="17900"/>
                </a:lnTo>
                <a:lnTo>
                  <a:pt x="26113" y="18021"/>
                </a:lnTo>
                <a:lnTo>
                  <a:pt x="25932" y="18162"/>
                </a:lnTo>
                <a:lnTo>
                  <a:pt x="25750" y="18284"/>
                </a:lnTo>
                <a:lnTo>
                  <a:pt x="25548" y="18384"/>
                </a:lnTo>
                <a:lnTo>
                  <a:pt x="25326" y="18485"/>
                </a:lnTo>
                <a:lnTo>
                  <a:pt x="25104" y="18586"/>
                </a:lnTo>
                <a:lnTo>
                  <a:pt x="24862" y="18667"/>
                </a:lnTo>
                <a:lnTo>
                  <a:pt x="24337" y="18828"/>
                </a:lnTo>
                <a:lnTo>
                  <a:pt x="23772" y="18949"/>
                </a:lnTo>
                <a:lnTo>
                  <a:pt x="23147" y="19030"/>
                </a:lnTo>
                <a:lnTo>
                  <a:pt x="22299" y="19091"/>
                </a:lnTo>
                <a:lnTo>
                  <a:pt x="21452" y="19111"/>
                </a:lnTo>
                <a:lnTo>
                  <a:pt x="20604" y="19091"/>
                </a:lnTo>
                <a:lnTo>
                  <a:pt x="19757" y="19050"/>
                </a:lnTo>
                <a:lnTo>
                  <a:pt x="18909" y="18990"/>
                </a:lnTo>
                <a:lnTo>
                  <a:pt x="18061" y="18909"/>
                </a:lnTo>
                <a:lnTo>
                  <a:pt x="16386" y="18727"/>
                </a:lnTo>
                <a:lnTo>
                  <a:pt x="15277" y="18606"/>
                </a:lnTo>
                <a:lnTo>
                  <a:pt x="14187" y="18485"/>
                </a:lnTo>
                <a:lnTo>
                  <a:pt x="13077" y="18405"/>
                </a:lnTo>
                <a:lnTo>
                  <a:pt x="11987" y="18344"/>
                </a:lnTo>
                <a:lnTo>
                  <a:pt x="10877" y="18344"/>
                </a:lnTo>
                <a:lnTo>
                  <a:pt x="10332" y="18384"/>
                </a:lnTo>
                <a:lnTo>
                  <a:pt x="9788" y="18425"/>
                </a:lnTo>
                <a:lnTo>
                  <a:pt x="9243" y="18485"/>
                </a:lnTo>
                <a:lnTo>
                  <a:pt x="8698" y="18566"/>
                </a:lnTo>
                <a:lnTo>
                  <a:pt x="8153" y="18667"/>
                </a:lnTo>
                <a:lnTo>
                  <a:pt x="7608" y="18808"/>
                </a:lnTo>
                <a:lnTo>
                  <a:pt x="7184" y="18929"/>
                </a:lnTo>
                <a:lnTo>
                  <a:pt x="6761" y="19071"/>
                </a:lnTo>
                <a:lnTo>
                  <a:pt x="5933" y="19373"/>
                </a:lnTo>
                <a:lnTo>
                  <a:pt x="5126" y="19716"/>
                </a:lnTo>
                <a:lnTo>
                  <a:pt x="4319" y="20059"/>
                </a:lnTo>
                <a:lnTo>
                  <a:pt x="4117" y="20140"/>
                </a:lnTo>
                <a:lnTo>
                  <a:pt x="3693" y="20322"/>
                </a:lnTo>
                <a:lnTo>
                  <a:pt x="3491" y="20382"/>
                </a:lnTo>
                <a:lnTo>
                  <a:pt x="3269" y="20443"/>
                </a:lnTo>
                <a:lnTo>
                  <a:pt x="3068" y="20463"/>
                </a:lnTo>
                <a:lnTo>
                  <a:pt x="2866" y="20483"/>
                </a:lnTo>
                <a:lnTo>
                  <a:pt x="2664" y="20443"/>
                </a:lnTo>
                <a:lnTo>
                  <a:pt x="2462" y="20382"/>
                </a:lnTo>
                <a:lnTo>
                  <a:pt x="2301" y="20302"/>
                </a:lnTo>
                <a:lnTo>
                  <a:pt x="2139" y="20180"/>
                </a:lnTo>
                <a:lnTo>
                  <a:pt x="2018" y="20059"/>
                </a:lnTo>
                <a:lnTo>
                  <a:pt x="1917" y="19898"/>
                </a:lnTo>
                <a:lnTo>
                  <a:pt x="1817" y="19737"/>
                </a:lnTo>
                <a:lnTo>
                  <a:pt x="1756" y="19575"/>
                </a:lnTo>
                <a:lnTo>
                  <a:pt x="1695" y="19414"/>
                </a:lnTo>
                <a:lnTo>
                  <a:pt x="1655" y="19252"/>
                </a:lnTo>
                <a:lnTo>
                  <a:pt x="1635" y="18909"/>
                </a:lnTo>
                <a:lnTo>
                  <a:pt x="1635" y="18586"/>
                </a:lnTo>
                <a:lnTo>
                  <a:pt x="1655" y="18243"/>
                </a:lnTo>
                <a:lnTo>
                  <a:pt x="1695" y="17920"/>
                </a:lnTo>
                <a:lnTo>
                  <a:pt x="1716" y="17759"/>
                </a:lnTo>
                <a:lnTo>
                  <a:pt x="1796" y="16851"/>
                </a:lnTo>
                <a:lnTo>
                  <a:pt x="1857" y="15922"/>
                </a:lnTo>
                <a:lnTo>
                  <a:pt x="1857" y="15014"/>
                </a:lnTo>
                <a:lnTo>
                  <a:pt x="1817" y="14106"/>
                </a:lnTo>
                <a:lnTo>
                  <a:pt x="1736" y="13198"/>
                </a:lnTo>
                <a:lnTo>
                  <a:pt x="1615" y="12290"/>
                </a:lnTo>
                <a:lnTo>
                  <a:pt x="1453" y="11382"/>
                </a:lnTo>
                <a:lnTo>
                  <a:pt x="1251" y="10474"/>
                </a:lnTo>
                <a:lnTo>
                  <a:pt x="1050" y="9747"/>
                </a:lnTo>
                <a:lnTo>
                  <a:pt x="848" y="9021"/>
                </a:lnTo>
                <a:lnTo>
                  <a:pt x="626" y="8234"/>
                </a:lnTo>
                <a:lnTo>
                  <a:pt x="424" y="7447"/>
                </a:lnTo>
                <a:lnTo>
                  <a:pt x="323" y="7043"/>
                </a:lnTo>
                <a:lnTo>
                  <a:pt x="242" y="6640"/>
                </a:lnTo>
                <a:lnTo>
                  <a:pt x="182" y="6236"/>
                </a:lnTo>
                <a:lnTo>
                  <a:pt x="121" y="5812"/>
                </a:lnTo>
                <a:lnTo>
                  <a:pt x="101" y="5510"/>
                </a:lnTo>
                <a:lnTo>
                  <a:pt x="81" y="5227"/>
                </a:lnTo>
                <a:lnTo>
                  <a:pt x="81" y="4924"/>
                </a:lnTo>
                <a:lnTo>
                  <a:pt x="101" y="4642"/>
                </a:lnTo>
                <a:lnTo>
                  <a:pt x="121" y="4339"/>
                </a:lnTo>
                <a:lnTo>
                  <a:pt x="162" y="4077"/>
                </a:lnTo>
                <a:lnTo>
                  <a:pt x="222" y="3794"/>
                </a:lnTo>
                <a:lnTo>
                  <a:pt x="283" y="3532"/>
                </a:lnTo>
                <a:lnTo>
                  <a:pt x="343" y="3270"/>
                </a:lnTo>
                <a:lnTo>
                  <a:pt x="444" y="3027"/>
                </a:lnTo>
                <a:lnTo>
                  <a:pt x="545" y="2765"/>
                </a:lnTo>
                <a:lnTo>
                  <a:pt x="646" y="2543"/>
                </a:lnTo>
                <a:lnTo>
                  <a:pt x="767" y="2301"/>
                </a:lnTo>
                <a:lnTo>
                  <a:pt x="908" y="2099"/>
                </a:lnTo>
                <a:lnTo>
                  <a:pt x="1050" y="1877"/>
                </a:lnTo>
                <a:lnTo>
                  <a:pt x="1211" y="1675"/>
                </a:lnTo>
                <a:lnTo>
                  <a:pt x="1494" y="1352"/>
                </a:lnTo>
                <a:lnTo>
                  <a:pt x="1837" y="1070"/>
                </a:lnTo>
                <a:lnTo>
                  <a:pt x="2200" y="828"/>
                </a:lnTo>
                <a:lnTo>
                  <a:pt x="2583" y="606"/>
                </a:lnTo>
                <a:lnTo>
                  <a:pt x="2987" y="444"/>
                </a:lnTo>
                <a:lnTo>
                  <a:pt x="3431" y="303"/>
                </a:lnTo>
                <a:lnTo>
                  <a:pt x="3895" y="202"/>
                </a:lnTo>
                <a:lnTo>
                  <a:pt x="4379" y="142"/>
                </a:lnTo>
                <a:lnTo>
                  <a:pt x="5045" y="101"/>
                </a:lnTo>
                <a:lnTo>
                  <a:pt x="5731" y="81"/>
                </a:lnTo>
                <a:close/>
                <a:moveTo>
                  <a:pt x="5731" y="0"/>
                </a:moveTo>
                <a:lnTo>
                  <a:pt x="5045" y="21"/>
                </a:lnTo>
                <a:lnTo>
                  <a:pt x="4359" y="61"/>
                </a:lnTo>
                <a:lnTo>
                  <a:pt x="3875" y="121"/>
                </a:lnTo>
                <a:lnTo>
                  <a:pt x="3411" y="222"/>
                </a:lnTo>
                <a:lnTo>
                  <a:pt x="2967" y="364"/>
                </a:lnTo>
                <a:lnTo>
                  <a:pt x="2543" y="545"/>
                </a:lnTo>
                <a:lnTo>
                  <a:pt x="2139" y="767"/>
                </a:lnTo>
                <a:lnTo>
                  <a:pt x="1776" y="1009"/>
                </a:lnTo>
                <a:lnTo>
                  <a:pt x="1453" y="1312"/>
                </a:lnTo>
                <a:lnTo>
                  <a:pt x="1151" y="1635"/>
                </a:lnTo>
                <a:lnTo>
                  <a:pt x="989" y="1837"/>
                </a:lnTo>
                <a:lnTo>
                  <a:pt x="828" y="2039"/>
                </a:lnTo>
                <a:lnTo>
                  <a:pt x="707" y="2261"/>
                </a:lnTo>
                <a:lnTo>
                  <a:pt x="565" y="2503"/>
                </a:lnTo>
                <a:lnTo>
                  <a:pt x="464" y="2745"/>
                </a:lnTo>
                <a:lnTo>
                  <a:pt x="364" y="2987"/>
                </a:lnTo>
                <a:lnTo>
                  <a:pt x="283" y="3249"/>
                </a:lnTo>
                <a:lnTo>
                  <a:pt x="202" y="3512"/>
                </a:lnTo>
                <a:lnTo>
                  <a:pt x="142" y="3774"/>
                </a:lnTo>
                <a:lnTo>
                  <a:pt x="81" y="4057"/>
                </a:lnTo>
                <a:lnTo>
                  <a:pt x="41" y="4339"/>
                </a:lnTo>
                <a:lnTo>
                  <a:pt x="20" y="4622"/>
                </a:lnTo>
                <a:lnTo>
                  <a:pt x="0" y="4924"/>
                </a:lnTo>
                <a:lnTo>
                  <a:pt x="0" y="5227"/>
                </a:lnTo>
                <a:lnTo>
                  <a:pt x="20" y="5530"/>
                </a:lnTo>
                <a:lnTo>
                  <a:pt x="41" y="5832"/>
                </a:lnTo>
                <a:lnTo>
                  <a:pt x="101" y="6236"/>
                </a:lnTo>
                <a:lnTo>
                  <a:pt x="162" y="6660"/>
                </a:lnTo>
                <a:lnTo>
                  <a:pt x="242" y="7063"/>
                </a:lnTo>
                <a:lnTo>
                  <a:pt x="343" y="7467"/>
                </a:lnTo>
                <a:lnTo>
                  <a:pt x="545" y="8254"/>
                </a:lnTo>
                <a:lnTo>
                  <a:pt x="767" y="9041"/>
                </a:lnTo>
                <a:lnTo>
                  <a:pt x="969" y="9768"/>
                </a:lnTo>
                <a:lnTo>
                  <a:pt x="1171" y="10494"/>
                </a:lnTo>
                <a:lnTo>
                  <a:pt x="1373" y="11402"/>
                </a:lnTo>
                <a:lnTo>
                  <a:pt x="1534" y="12290"/>
                </a:lnTo>
                <a:lnTo>
                  <a:pt x="1655" y="13198"/>
                </a:lnTo>
                <a:lnTo>
                  <a:pt x="1736" y="14106"/>
                </a:lnTo>
                <a:lnTo>
                  <a:pt x="1776" y="15014"/>
                </a:lnTo>
                <a:lnTo>
                  <a:pt x="1776" y="15922"/>
                </a:lnTo>
                <a:lnTo>
                  <a:pt x="1716" y="16851"/>
                </a:lnTo>
                <a:lnTo>
                  <a:pt x="1635" y="17759"/>
                </a:lnTo>
                <a:lnTo>
                  <a:pt x="1615" y="17900"/>
                </a:lnTo>
                <a:lnTo>
                  <a:pt x="1574" y="18243"/>
                </a:lnTo>
                <a:lnTo>
                  <a:pt x="1554" y="18586"/>
                </a:lnTo>
                <a:lnTo>
                  <a:pt x="1554" y="18929"/>
                </a:lnTo>
                <a:lnTo>
                  <a:pt x="1595" y="19252"/>
                </a:lnTo>
                <a:lnTo>
                  <a:pt x="1615" y="19434"/>
                </a:lnTo>
                <a:lnTo>
                  <a:pt x="1675" y="19595"/>
                </a:lnTo>
                <a:lnTo>
                  <a:pt x="1756" y="19777"/>
                </a:lnTo>
                <a:lnTo>
                  <a:pt x="1837" y="19938"/>
                </a:lnTo>
                <a:lnTo>
                  <a:pt x="1958" y="20100"/>
                </a:lnTo>
                <a:lnTo>
                  <a:pt x="2099" y="20241"/>
                </a:lnTo>
                <a:lnTo>
                  <a:pt x="2260" y="20362"/>
                </a:lnTo>
                <a:lnTo>
                  <a:pt x="2422" y="20463"/>
                </a:lnTo>
                <a:lnTo>
                  <a:pt x="2563" y="20503"/>
                </a:lnTo>
                <a:lnTo>
                  <a:pt x="2684" y="20544"/>
                </a:lnTo>
                <a:lnTo>
                  <a:pt x="2926" y="20564"/>
                </a:lnTo>
                <a:lnTo>
                  <a:pt x="3088" y="20544"/>
                </a:lnTo>
                <a:lnTo>
                  <a:pt x="3229" y="20524"/>
                </a:lnTo>
                <a:lnTo>
                  <a:pt x="3532" y="20463"/>
                </a:lnTo>
                <a:lnTo>
                  <a:pt x="3855" y="20342"/>
                </a:lnTo>
                <a:lnTo>
                  <a:pt x="4157" y="20221"/>
                </a:lnTo>
                <a:lnTo>
                  <a:pt x="4339" y="20140"/>
                </a:lnTo>
                <a:lnTo>
                  <a:pt x="5146" y="19777"/>
                </a:lnTo>
                <a:lnTo>
                  <a:pt x="5974" y="19454"/>
                </a:lnTo>
                <a:lnTo>
                  <a:pt x="6801" y="19131"/>
                </a:lnTo>
                <a:lnTo>
                  <a:pt x="7205" y="19010"/>
                </a:lnTo>
                <a:lnTo>
                  <a:pt x="7628" y="18889"/>
                </a:lnTo>
                <a:lnTo>
                  <a:pt x="8173" y="18748"/>
                </a:lnTo>
                <a:lnTo>
                  <a:pt x="8718" y="18647"/>
                </a:lnTo>
                <a:lnTo>
                  <a:pt x="9243" y="18566"/>
                </a:lnTo>
                <a:lnTo>
                  <a:pt x="9788" y="18506"/>
                </a:lnTo>
                <a:lnTo>
                  <a:pt x="10332" y="18465"/>
                </a:lnTo>
                <a:lnTo>
                  <a:pt x="10877" y="18425"/>
                </a:lnTo>
                <a:lnTo>
                  <a:pt x="11987" y="18425"/>
                </a:lnTo>
                <a:lnTo>
                  <a:pt x="13077" y="18485"/>
                </a:lnTo>
                <a:lnTo>
                  <a:pt x="14187" y="18566"/>
                </a:lnTo>
                <a:lnTo>
                  <a:pt x="15277" y="18687"/>
                </a:lnTo>
                <a:lnTo>
                  <a:pt x="16366" y="18808"/>
                </a:lnTo>
                <a:lnTo>
                  <a:pt x="18061" y="18990"/>
                </a:lnTo>
                <a:lnTo>
                  <a:pt x="18909" y="19071"/>
                </a:lnTo>
                <a:lnTo>
                  <a:pt x="19757" y="19131"/>
                </a:lnTo>
                <a:lnTo>
                  <a:pt x="20604" y="19171"/>
                </a:lnTo>
                <a:lnTo>
                  <a:pt x="21472" y="19192"/>
                </a:lnTo>
                <a:lnTo>
                  <a:pt x="22319" y="19171"/>
                </a:lnTo>
                <a:lnTo>
                  <a:pt x="23167" y="19111"/>
                </a:lnTo>
                <a:lnTo>
                  <a:pt x="23793" y="19010"/>
                </a:lnTo>
                <a:lnTo>
                  <a:pt x="24358" y="18909"/>
                </a:lnTo>
                <a:lnTo>
                  <a:pt x="24902" y="18748"/>
                </a:lnTo>
                <a:lnTo>
                  <a:pt x="25145" y="18667"/>
                </a:lnTo>
                <a:lnTo>
                  <a:pt x="25367" y="18566"/>
                </a:lnTo>
                <a:lnTo>
                  <a:pt x="25589" y="18465"/>
                </a:lnTo>
                <a:lnTo>
                  <a:pt x="25790" y="18344"/>
                </a:lnTo>
                <a:lnTo>
                  <a:pt x="25992" y="18223"/>
                </a:lnTo>
                <a:lnTo>
                  <a:pt x="26174" y="18082"/>
                </a:lnTo>
                <a:lnTo>
                  <a:pt x="26335" y="17961"/>
                </a:lnTo>
                <a:lnTo>
                  <a:pt x="26497" y="17799"/>
                </a:lnTo>
                <a:lnTo>
                  <a:pt x="26638" y="17638"/>
                </a:lnTo>
                <a:lnTo>
                  <a:pt x="26779" y="17476"/>
                </a:lnTo>
                <a:lnTo>
                  <a:pt x="26941" y="17214"/>
                </a:lnTo>
                <a:lnTo>
                  <a:pt x="27102" y="16931"/>
                </a:lnTo>
                <a:lnTo>
                  <a:pt x="27223" y="16629"/>
                </a:lnTo>
                <a:lnTo>
                  <a:pt x="27324" y="16326"/>
                </a:lnTo>
                <a:lnTo>
                  <a:pt x="27425" y="16023"/>
                </a:lnTo>
                <a:lnTo>
                  <a:pt x="27486" y="15721"/>
                </a:lnTo>
                <a:lnTo>
                  <a:pt x="27607" y="15095"/>
                </a:lnTo>
                <a:lnTo>
                  <a:pt x="27728" y="14409"/>
                </a:lnTo>
                <a:lnTo>
                  <a:pt x="27829" y="13723"/>
                </a:lnTo>
                <a:lnTo>
                  <a:pt x="27909" y="13057"/>
                </a:lnTo>
                <a:lnTo>
                  <a:pt x="27970" y="12411"/>
                </a:lnTo>
                <a:lnTo>
                  <a:pt x="28030" y="11765"/>
                </a:lnTo>
                <a:lnTo>
                  <a:pt x="28071" y="11140"/>
                </a:lnTo>
                <a:lnTo>
                  <a:pt x="28091" y="10494"/>
                </a:lnTo>
                <a:lnTo>
                  <a:pt x="28111" y="9889"/>
                </a:lnTo>
                <a:lnTo>
                  <a:pt x="28111" y="9263"/>
                </a:lnTo>
                <a:lnTo>
                  <a:pt x="28111" y="8678"/>
                </a:lnTo>
                <a:lnTo>
                  <a:pt x="28071" y="8072"/>
                </a:lnTo>
                <a:lnTo>
                  <a:pt x="28030" y="7487"/>
                </a:lnTo>
                <a:lnTo>
                  <a:pt x="27990" y="6902"/>
                </a:lnTo>
                <a:lnTo>
                  <a:pt x="27909" y="6337"/>
                </a:lnTo>
                <a:lnTo>
                  <a:pt x="27829" y="5752"/>
                </a:lnTo>
                <a:lnTo>
                  <a:pt x="27748" y="5207"/>
                </a:lnTo>
                <a:lnTo>
                  <a:pt x="27627" y="4642"/>
                </a:lnTo>
                <a:lnTo>
                  <a:pt x="27566" y="4379"/>
                </a:lnTo>
                <a:lnTo>
                  <a:pt x="27486" y="4097"/>
                </a:lnTo>
                <a:lnTo>
                  <a:pt x="27385" y="3835"/>
                </a:lnTo>
                <a:lnTo>
                  <a:pt x="27284" y="3572"/>
                </a:lnTo>
                <a:lnTo>
                  <a:pt x="27142" y="3330"/>
                </a:lnTo>
                <a:lnTo>
                  <a:pt x="27001" y="3088"/>
                </a:lnTo>
                <a:lnTo>
                  <a:pt x="26820" y="2846"/>
                </a:lnTo>
                <a:lnTo>
                  <a:pt x="26618" y="2624"/>
                </a:lnTo>
                <a:lnTo>
                  <a:pt x="26396" y="2422"/>
                </a:lnTo>
                <a:lnTo>
                  <a:pt x="26174" y="2240"/>
                </a:lnTo>
                <a:lnTo>
                  <a:pt x="25932" y="2079"/>
                </a:lnTo>
                <a:lnTo>
                  <a:pt x="25669" y="1938"/>
                </a:lnTo>
                <a:lnTo>
                  <a:pt x="25407" y="1817"/>
                </a:lnTo>
                <a:lnTo>
                  <a:pt x="25124" y="1696"/>
                </a:lnTo>
                <a:lnTo>
                  <a:pt x="24822" y="1595"/>
                </a:lnTo>
                <a:lnTo>
                  <a:pt x="24519" y="1494"/>
                </a:lnTo>
                <a:lnTo>
                  <a:pt x="23914" y="1352"/>
                </a:lnTo>
                <a:lnTo>
                  <a:pt x="23268" y="1231"/>
                </a:lnTo>
                <a:lnTo>
                  <a:pt x="22622" y="1130"/>
                </a:lnTo>
                <a:lnTo>
                  <a:pt x="21008" y="949"/>
                </a:lnTo>
                <a:lnTo>
                  <a:pt x="19413" y="787"/>
                </a:lnTo>
                <a:lnTo>
                  <a:pt x="17799" y="646"/>
                </a:lnTo>
                <a:lnTo>
                  <a:pt x="16185" y="505"/>
                </a:lnTo>
                <a:lnTo>
                  <a:pt x="14570" y="404"/>
                </a:lnTo>
                <a:lnTo>
                  <a:pt x="12956" y="303"/>
                </a:lnTo>
                <a:lnTo>
                  <a:pt x="9767" y="121"/>
                </a:lnTo>
                <a:lnTo>
                  <a:pt x="8436" y="61"/>
                </a:lnTo>
                <a:lnTo>
                  <a:pt x="70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7" name="Google Shape;5557;p69"/>
          <p:cNvSpPr/>
          <p:nvPr/>
        </p:nvSpPr>
        <p:spPr>
          <a:xfrm flipH="1">
            <a:off x="-2033389" y="234683"/>
            <a:ext cx="1393383" cy="700689"/>
          </a:xfrm>
          <a:custGeom>
            <a:rect b="b" l="l" r="r" t="t"/>
            <a:pathLst>
              <a:path extrusionOk="0" h="12533" w="24923">
                <a:moveTo>
                  <a:pt x="9525" y="0"/>
                </a:moveTo>
                <a:lnTo>
                  <a:pt x="8536" y="21"/>
                </a:lnTo>
                <a:lnTo>
                  <a:pt x="7547" y="41"/>
                </a:lnTo>
                <a:lnTo>
                  <a:pt x="6579" y="61"/>
                </a:lnTo>
                <a:lnTo>
                  <a:pt x="5630" y="122"/>
                </a:lnTo>
                <a:lnTo>
                  <a:pt x="4682" y="182"/>
                </a:lnTo>
                <a:lnTo>
                  <a:pt x="3754" y="263"/>
                </a:lnTo>
                <a:lnTo>
                  <a:pt x="3269" y="303"/>
                </a:lnTo>
                <a:lnTo>
                  <a:pt x="2785" y="384"/>
                </a:lnTo>
                <a:lnTo>
                  <a:pt x="2301" y="485"/>
                </a:lnTo>
                <a:lnTo>
                  <a:pt x="2079" y="545"/>
                </a:lnTo>
                <a:lnTo>
                  <a:pt x="1857" y="626"/>
                </a:lnTo>
                <a:lnTo>
                  <a:pt x="1635" y="727"/>
                </a:lnTo>
                <a:lnTo>
                  <a:pt x="1433" y="828"/>
                </a:lnTo>
                <a:lnTo>
                  <a:pt x="1231" y="949"/>
                </a:lnTo>
                <a:lnTo>
                  <a:pt x="1029" y="1090"/>
                </a:lnTo>
                <a:lnTo>
                  <a:pt x="868" y="1252"/>
                </a:lnTo>
                <a:lnTo>
                  <a:pt x="686" y="1413"/>
                </a:lnTo>
                <a:lnTo>
                  <a:pt x="545" y="1615"/>
                </a:lnTo>
                <a:lnTo>
                  <a:pt x="404" y="1817"/>
                </a:lnTo>
                <a:lnTo>
                  <a:pt x="283" y="2059"/>
                </a:lnTo>
                <a:lnTo>
                  <a:pt x="182" y="2301"/>
                </a:lnTo>
                <a:lnTo>
                  <a:pt x="81" y="2543"/>
                </a:lnTo>
                <a:lnTo>
                  <a:pt x="0" y="2805"/>
                </a:lnTo>
                <a:lnTo>
                  <a:pt x="61" y="2826"/>
                </a:lnTo>
                <a:lnTo>
                  <a:pt x="162" y="2584"/>
                </a:lnTo>
                <a:lnTo>
                  <a:pt x="242" y="2321"/>
                </a:lnTo>
                <a:lnTo>
                  <a:pt x="363" y="2079"/>
                </a:lnTo>
                <a:lnTo>
                  <a:pt x="484" y="1857"/>
                </a:lnTo>
                <a:lnTo>
                  <a:pt x="606" y="1655"/>
                </a:lnTo>
                <a:lnTo>
                  <a:pt x="767" y="1474"/>
                </a:lnTo>
                <a:lnTo>
                  <a:pt x="908" y="1292"/>
                </a:lnTo>
                <a:lnTo>
                  <a:pt x="1090" y="1151"/>
                </a:lnTo>
                <a:lnTo>
                  <a:pt x="1271" y="1009"/>
                </a:lnTo>
                <a:lnTo>
                  <a:pt x="1473" y="909"/>
                </a:lnTo>
                <a:lnTo>
                  <a:pt x="1675" y="787"/>
                </a:lnTo>
                <a:lnTo>
                  <a:pt x="1897" y="707"/>
                </a:lnTo>
                <a:lnTo>
                  <a:pt x="2119" y="626"/>
                </a:lnTo>
                <a:lnTo>
                  <a:pt x="2341" y="566"/>
                </a:lnTo>
                <a:lnTo>
                  <a:pt x="2805" y="465"/>
                </a:lnTo>
                <a:lnTo>
                  <a:pt x="3269" y="384"/>
                </a:lnTo>
                <a:lnTo>
                  <a:pt x="3754" y="344"/>
                </a:lnTo>
                <a:lnTo>
                  <a:pt x="4682" y="263"/>
                </a:lnTo>
                <a:lnTo>
                  <a:pt x="5630" y="202"/>
                </a:lnTo>
                <a:lnTo>
                  <a:pt x="6579" y="142"/>
                </a:lnTo>
                <a:lnTo>
                  <a:pt x="7547" y="122"/>
                </a:lnTo>
                <a:lnTo>
                  <a:pt x="8536" y="101"/>
                </a:lnTo>
                <a:lnTo>
                  <a:pt x="9525" y="81"/>
                </a:lnTo>
                <a:lnTo>
                  <a:pt x="10514" y="81"/>
                </a:lnTo>
                <a:lnTo>
                  <a:pt x="11523" y="101"/>
                </a:lnTo>
                <a:lnTo>
                  <a:pt x="12552" y="142"/>
                </a:lnTo>
                <a:lnTo>
                  <a:pt x="13601" y="182"/>
                </a:lnTo>
                <a:lnTo>
                  <a:pt x="14651" y="243"/>
                </a:lnTo>
                <a:lnTo>
                  <a:pt x="15720" y="323"/>
                </a:lnTo>
                <a:lnTo>
                  <a:pt x="17900" y="505"/>
                </a:lnTo>
                <a:lnTo>
                  <a:pt x="20140" y="727"/>
                </a:lnTo>
                <a:lnTo>
                  <a:pt x="20927" y="848"/>
                </a:lnTo>
                <a:lnTo>
                  <a:pt x="21330" y="909"/>
                </a:lnTo>
                <a:lnTo>
                  <a:pt x="21694" y="989"/>
                </a:lnTo>
                <a:lnTo>
                  <a:pt x="22057" y="1110"/>
                </a:lnTo>
                <a:lnTo>
                  <a:pt x="22400" y="1231"/>
                </a:lnTo>
                <a:lnTo>
                  <a:pt x="22723" y="1413"/>
                </a:lnTo>
                <a:lnTo>
                  <a:pt x="23046" y="1615"/>
                </a:lnTo>
                <a:lnTo>
                  <a:pt x="23248" y="1796"/>
                </a:lnTo>
                <a:lnTo>
                  <a:pt x="23449" y="1978"/>
                </a:lnTo>
                <a:lnTo>
                  <a:pt x="23631" y="2200"/>
                </a:lnTo>
                <a:lnTo>
                  <a:pt x="23792" y="2422"/>
                </a:lnTo>
                <a:lnTo>
                  <a:pt x="23954" y="2664"/>
                </a:lnTo>
                <a:lnTo>
                  <a:pt x="24075" y="2906"/>
                </a:lnTo>
                <a:lnTo>
                  <a:pt x="24196" y="3149"/>
                </a:lnTo>
                <a:lnTo>
                  <a:pt x="24297" y="3411"/>
                </a:lnTo>
                <a:lnTo>
                  <a:pt x="24378" y="3673"/>
                </a:lnTo>
                <a:lnTo>
                  <a:pt x="24458" y="3915"/>
                </a:lnTo>
                <a:lnTo>
                  <a:pt x="24579" y="4440"/>
                </a:lnTo>
                <a:lnTo>
                  <a:pt x="24660" y="4945"/>
                </a:lnTo>
                <a:lnTo>
                  <a:pt x="24721" y="5409"/>
                </a:lnTo>
                <a:lnTo>
                  <a:pt x="24781" y="6095"/>
                </a:lnTo>
                <a:lnTo>
                  <a:pt x="24822" y="6781"/>
                </a:lnTo>
                <a:lnTo>
                  <a:pt x="24842" y="7487"/>
                </a:lnTo>
                <a:lnTo>
                  <a:pt x="24822" y="8173"/>
                </a:lnTo>
                <a:lnTo>
                  <a:pt x="24801" y="8860"/>
                </a:lnTo>
                <a:lnTo>
                  <a:pt x="24741" y="9566"/>
                </a:lnTo>
                <a:lnTo>
                  <a:pt x="24660" y="10252"/>
                </a:lnTo>
                <a:lnTo>
                  <a:pt x="24559" y="10938"/>
                </a:lnTo>
                <a:lnTo>
                  <a:pt x="24479" y="11362"/>
                </a:lnTo>
                <a:lnTo>
                  <a:pt x="24398" y="11765"/>
                </a:lnTo>
                <a:lnTo>
                  <a:pt x="24297" y="12149"/>
                </a:lnTo>
                <a:lnTo>
                  <a:pt x="24196" y="12512"/>
                </a:lnTo>
                <a:lnTo>
                  <a:pt x="24257" y="12532"/>
                </a:lnTo>
                <a:lnTo>
                  <a:pt x="24378" y="12169"/>
                </a:lnTo>
                <a:lnTo>
                  <a:pt x="24479" y="11765"/>
                </a:lnTo>
                <a:lnTo>
                  <a:pt x="24559" y="11362"/>
                </a:lnTo>
                <a:lnTo>
                  <a:pt x="24640" y="10938"/>
                </a:lnTo>
                <a:lnTo>
                  <a:pt x="24741" y="10252"/>
                </a:lnTo>
                <a:lnTo>
                  <a:pt x="24822" y="9566"/>
                </a:lnTo>
                <a:lnTo>
                  <a:pt x="24882" y="8880"/>
                </a:lnTo>
                <a:lnTo>
                  <a:pt x="24902" y="8173"/>
                </a:lnTo>
                <a:lnTo>
                  <a:pt x="24922" y="7487"/>
                </a:lnTo>
                <a:lnTo>
                  <a:pt x="24902" y="6781"/>
                </a:lnTo>
                <a:lnTo>
                  <a:pt x="24862" y="6095"/>
                </a:lnTo>
                <a:lnTo>
                  <a:pt x="24801" y="5409"/>
                </a:lnTo>
                <a:lnTo>
                  <a:pt x="24741" y="4924"/>
                </a:lnTo>
                <a:lnTo>
                  <a:pt x="24660" y="4420"/>
                </a:lnTo>
                <a:lnTo>
                  <a:pt x="24539" y="3895"/>
                </a:lnTo>
                <a:lnTo>
                  <a:pt x="24458" y="3633"/>
                </a:lnTo>
                <a:lnTo>
                  <a:pt x="24357" y="3371"/>
                </a:lnTo>
                <a:lnTo>
                  <a:pt x="24257" y="3108"/>
                </a:lnTo>
                <a:lnTo>
                  <a:pt x="24156" y="2866"/>
                </a:lnTo>
                <a:lnTo>
                  <a:pt x="24014" y="2604"/>
                </a:lnTo>
                <a:lnTo>
                  <a:pt x="23873" y="2362"/>
                </a:lnTo>
                <a:lnTo>
                  <a:pt x="23692" y="2140"/>
                </a:lnTo>
                <a:lnTo>
                  <a:pt x="23510" y="1918"/>
                </a:lnTo>
                <a:lnTo>
                  <a:pt x="23308" y="1736"/>
                </a:lnTo>
                <a:lnTo>
                  <a:pt x="23086" y="1534"/>
                </a:lnTo>
                <a:lnTo>
                  <a:pt x="22763" y="1332"/>
                </a:lnTo>
                <a:lnTo>
                  <a:pt x="22440" y="1171"/>
                </a:lnTo>
                <a:lnTo>
                  <a:pt x="22077" y="1030"/>
                </a:lnTo>
                <a:lnTo>
                  <a:pt x="21714" y="929"/>
                </a:lnTo>
                <a:lnTo>
                  <a:pt x="21351" y="828"/>
                </a:lnTo>
                <a:lnTo>
                  <a:pt x="20947" y="767"/>
                </a:lnTo>
                <a:lnTo>
                  <a:pt x="20160" y="646"/>
                </a:lnTo>
                <a:lnTo>
                  <a:pt x="17900" y="424"/>
                </a:lnTo>
                <a:lnTo>
                  <a:pt x="15720" y="243"/>
                </a:lnTo>
                <a:lnTo>
                  <a:pt x="14651" y="162"/>
                </a:lnTo>
                <a:lnTo>
                  <a:pt x="13601" y="101"/>
                </a:lnTo>
                <a:lnTo>
                  <a:pt x="12552" y="61"/>
                </a:lnTo>
                <a:lnTo>
                  <a:pt x="11543" y="21"/>
                </a:lnTo>
                <a:lnTo>
                  <a:pt x="1051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8" name="Google Shape;5558;p69"/>
          <p:cNvSpPr/>
          <p:nvPr/>
        </p:nvSpPr>
        <p:spPr>
          <a:xfrm flipH="1">
            <a:off x="-1996154" y="391500"/>
            <a:ext cx="1371970" cy="810100"/>
          </a:xfrm>
          <a:custGeom>
            <a:rect b="b" l="l" r="r" t="t"/>
            <a:pathLst>
              <a:path extrusionOk="0" h="14490" w="24540">
                <a:moveTo>
                  <a:pt x="283" y="0"/>
                </a:moveTo>
                <a:lnTo>
                  <a:pt x="182" y="364"/>
                </a:lnTo>
                <a:lnTo>
                  <a:pt x="102" y="747"/>
                </a:lnTo>
                <a:lnTo>
                  <a:pt x="41" y="1131"/>
                </a:lnTo>
                <a:lnTo>
                  <a:pt x="21" y="1534"/>
                </a:lnTo>
                <a:lnTo>
                  <a:pt x="1" y="1938"/>
                </a:lnTo>
                <a:lnTo>
                  <a:pt x="21" y="2341"/>
                </a:lnTo>
                <a:lnTo>
                  <a:pt x="61" y="2765"/>
                </a:lnTo>
                <a:lnTo>
                  <a:pt x="122" y="3189"/>
                </a:lnTo>
                <a:lnTo>
                  <a:pt x="223" y="3633"/>
                </a:lnTo>
                <a:lnTo>
                  <a:pt x="324" y="4097"/>
                </a:lnTo>
                <a:lnTo>
                  <a:pt x="566" y="4985"/>
                </a:lnTo>
                <a:lnTo>
                  <a:pt x="848" y="6055"/>
                </a:lnTo>
                <a:lnTo>
                  <a:pt x="969" y="6599"/>
                </a:lnTo>
                <a:lnTo>
                  <a:pt x="1050" y="7144"/>
                </a:lnTo>
                <a:lnTo>
                  <a:pt x="1111" y="7649"/>
                </a:lnTo>
                <a:lnTo>
                  <a:pt x="1151" y="8173"/>
                </a:lnTo>
                <a:lnTo>
                  <a:pt x="1151" y="8718"/>
                </a:lnTo>
                <a:lnTo>
                  <a:pt x="1151" y="9243"/>
                </a:lnTo>
                <a:lnTo>
                  <a:pt x="1131" y="9768"/>
                </a:lnTo>
                <a:lnTo>
                  <a:pt x="1090" y="10292"/>
                </a:lnTo>
                <a:lnTo>
                  <a:pt x="989" y="11342"/>
                </a:lnTo>
                <a:lnTo>
                  <a:pt x="929" y="12088"/>
                </a:lnTo>
                <a:lnTo>
                  <a:pt x="868" y="12855"/>
                </a:lnTo>
                <a:lnTo>
                  <a:pt x="848" y="13218"/>
                </a:lnTo>
                <a:lnTo>
                  <a:pt x="868" y="13400"/>
                </a:lnTo>
                <a:lnTo>
                  <a:pt x="889" y="13582"/>
                </a:lnTo>
                <a:lnTo>
                  <a:pt x="929" y="13743"/>
                </a:lnTo>
                <a:lnTo>
                  <a:pt x="989" y="13905"/>
                </a:lnTo>
                <a:lnTo>
                  <a:pt x="1070" y="14046"/>
                </a:lnTo>
                <a:lnTo>
                  <a:pt x="1171" y="14187"/>
                </a:lnTo>
                <a:lnTo>
                  <a:pt x="1252" y="14268"/>
                </a:lnTo>
                <a:lnTo>
                  <a:pt x="1353" y="14328"/>
                </a:lnTo>
                <a:lnTo>
                  <a:pt x="1433" y="14369"/>
                </a:lnTo>
                <a:lnTo>
                  <a:pt x="1534" y="14409"/>
                </a:lnTo>
                <a:lnTo>
                  <a:pt x="1756" y="14470"/>
                </a:lnTo>
                <a:lnTo>
                  <a:pt x="1958" y="14490"/>
                </a:lnTo>
                <a:lnTo>
                  <a:pt x="2180" y="14470"/>
                </a:lnTo>
                <a:lnTo>
                  <a:pt x="2402" y="14429"/>
                </a:lnTo>
                <a:lnTo>
                  <a:pt x="2644" y="14349"/>
                </a:lnTo>
                <a:lnTo>
                  <a:pt x="2886" y="14227"/>
                </a:lnTo>
                <a:lnTo>
                  <a:pt x="3330" y="13965"/>
                </a:lnTo>
                <a:lnTo>
                  <a:pt x="3532" y="13844"/>
                </a:lnTo>
                <a:lnTo>
                  <a:pt x="3895" y="13642"/>
                </a:lnTo>
                <a:lnTo>
                  <a:pt x="4259" y="13461"/>
                </a:lnTo>
                <a:lnTo>
                  <a:pt x="4642" y="13299"/>
                </a:lnTo>
                <a:lnTo>
                  <a:pt x="5046" y="13138"/>
                </a:lnTo>
                <a:lnTo>
                  <a:pt x="5449" y="12996"/>
                </a:lnTo>
                <a:lnTo>
                  <a:pt x="5873" y="12875"/>
                </a:lnTo>
                <a:lnTo>
                  <a:pt x="6317" y="12754"/>
                </a:lnTo>
                <a:lnTo>
                  <a:pt x="6761" y="12653"/>
                </a:lnTo>
                <a:lnTo>
                  <a:pt x="7225" y="12573"/>
                </a:lnTo>
                <a:lnTo>
                  <a:pt x="7689" y="12512"/>
                </a:lnTo>
                <a:lnTo>
                  <a:pt x="8174" y="12472"/>
                </a:lnTo>
                <a:lnTo>
                  <a:pt x="8678" y="12431"/>
                </a:lnTo>
                <a:lnTo>
                  <a:pt x="9183" y="12411"/>
                </a:lnTo>
                <a:lnTo>
                  <a:pt x="10232" y="12411"/>
                </a:lnTo>
                <a:lnTo>
                  <a:pt x="10777" y="12431"/>
                </a:lnTo>
                <a:lnTo>
                  <a:pt x="11887" y="12532"/>
                </a:lnTo>
                <a:lnTo>
                  <a:pt x="12976" y="12653"/>
                </a:lnTo>
                <a:lnTo>
                  <a:pt x="14066" y="12815"/>
                </a:lnTo>
                <a:lnTo>
                  <a:pt x="15156" y="12976"/>
                </a:lnTo>
                <a:lnTo>
                  <a:pt x="16690" y="13198"/>
                </a:lnTo>
                <a:lnTo>
                  <a:pt x="17477" y="13299"/>
                </a:lnTo>
                <a:lnTo>
                  <a:pt x="18243" y="13400"/>
                </a:lnTo>
                <a:lnTo>
                  <a:pt x="18768" y="13440"/>
                </a:lnTo>
                <a:lnTo>
                  <a:pt x="19273" y="13481"/>
                </a:lnTo>
                <a:lnTo>
                  <a:pt x="19797" y="13481"/>
                </a:lnTo>
                <a:lnTo>
                  <a:pt x="20302" y="13461"/>
                </a:lnTo>
                <a:lnTo>
                  <a:pt x="20806" y="13400"/>
                </a:lnTo>
                <a:lnTo>
                  <a:pt x="21048" y="13360"/>
                </a:lnTo>
                <a:lnTo>
                  <a:pt x="21291" y="13299"/>
                </a:lnTo>
                <a:lnTo>
                  <a:pt x="21533" y="13218"/>
                </a:lnTo>
                <a:lnTo>
                  <a:pt x="21775" y="13138"/>
                </a:lnTo>
                <a:lnTo>
                  <a:pt x="21997" y="13037"/>
                </a:lnTo>
                <a:lnTo>
                  <a:pt x="22219" y="12936"/>
                </a:lnTo>
                <a:lnTo>
                  <a:pt x="22421" y="12815"/>
                </a:lnTo>
                <a:lnTo>
                  <a:pt x="22602" y="12694"/>
                </a:lnTo>
                <a:lnTo>
                  <a:pt x="22784" y="12553"/>
                </a:lnTo>
                <a:lnTo>
                  <a:pt x="22966" y="12411"/>
                </a:lnTo>
                <a:lnTo>
                  <a:pt x="23127" y="12250"/>
                </a:lnTo>
                <a:lnTo>
                  <a:pt x="23288" y="12068"/>
                </a:lnTo>
                <a:lnTo>
                  <a:pt x="23450" y="11887"/>
                </a:lnTo>
                <a:lnTo>
                  <a:pt x="23591" y="11685"/>
                </a:lnTo>
                <a:lnTo>
                  <a:pt x="23874" y="11261"/>
                </a:lnTo>
                <a:lnTo>
                  <a:pt x="24116" y="10797"/>
                </a:lnTo>
                <a:lnTo>
                  <a:pt x="24358" y="10292"/>
                </a:lnTo>
                <a:lnTo>
                  <a:pt x="24540" y="9727"/>
                </a:lnTo>
                <a:lnTo>
                  <a:pt x="24479" y="9707"/>
                </a:lnTo>
                <a:lnTo>
                  <a:pt x="24277" y="10252"/>
                </a:lnTo>
                <a:lnTo>
                  <a:pt x="24055" y="10756"/>
                </a:lnTo>
                <a:lnTo>
                  <a:pt x="23813" y="11221"/>
                </a:lnTo>
                <a:lnTo>
                  <a:pt x="23531" y="11644"/>
                </a:lnTo>
                <a:lnTo>
                  <a:pt x="23228" y="12008"/>
                </a:lnTo>
                <a:lnTo>
                  <a:pt x="23066" y="12189"/>
                </a:lnTo>
                <a:lnTo>
                  <a:pt x="22905" y="12351"/>
                </a:lnTo>
                <a:lnTo>
                  <a:pt x="22744" y="12492"/>
                </a:lnTo>
                <a:lnTo>
                  <a:pt x="22562" y="12613"/>
                </a:lnTo>
                <a:lnTo>
                  <a:pt x="22380" y="12754"/>
                </a:lnTo>
                <a:lnTo>
                  <a:pt x="22178" y="12855"/>
                </a:lnTo>
                <a:lnTo>
                  <a:pt x="21957" y="12976"/>
                </a:lnTo>
                <a:lnTo>
                  <a:pt x="21735" y="13077"/>
                </a:lnTo>
                <a:lnTo>
                  <a:pt x="21492" y="13158"/>
                </a:lnTo>
                <a:lnTo>
                  <a:pt x="21270" y="13218"/>
                </a:lnTo>
                <a:lnTo>
                  <a:pt x="21028" y="13279"/>
                </a:lnTo>
                <a:lnTo>
                  <a:pt x="20786" y="13319"/>
                </a:lnTo>
                <a:lnTo>
                  <a:pt x="20282" y="13380"/>
                </a:lnTo>
                <a:lnTo>
                  <a:pt x="19777" y="13400"/>
                </a:lnTo>
                <a:lnTo>
                  <a:pt x="19273" y="13400"/>
                </a:lnTo>
                <a:lnTo>
                  <a:pt x="18768" y="13360"/>
                </a:lnTo>
                <a:lnTo>
                  <a:pt x="18264" y="13319"/>
                </a:lnTo>
                <a:lnTo>
                  <a:pt x="17477" y="13218"/>
                </a:lnTo>
                <a:lnTo>
                  <a:pt x="16710" y="13118"/>
                </a:lnTo>
                <a:lnTo>
                  <a:pt x="15156" y="12896"/>
                </a:lnTo>
                <a:lnTo>
                  <a:pt x="14086" y="12734"/>
                </a:lnTo>
                <a:lnTo>
                  <a:pt x="12997" y="12573"/>
                </a:lnTo>
                <a:lnTo>
                  <a:pt x="11887" y="12452"/>
                </a:lnTo>
                <a:lnTo>
                  <a:pt x="10797" y="12351"/>
                </a:lnTo>
                <a:lnTo>
                  <a:pt x="10252" y="12331"/>
                </a:lnTo>
                <a:lnTo>
                  <a:pt x="9183" y="12331"/>
                </a:lnTo>
                <a:lnTo>
                  <a:pt x="8658" y="12351"/>
                </a:lnTo>
                <a:lnTo>
                  <a:pt x="8174" y="12391"/>
                </a:lnTo>
                <a:lnTo>
                  <a:pt x="7669" y="12431"/>
                </a:lnTo>
                <a:lnTo>
                  <a:pt x="7205" y="12492"/>
                </a:lnTo>
                <a:lnTo>
                  <a:pt x="6741" y="12573"/>
                </a:lnTo>
                <a:lnTo>
                  <a:pt x="6277" y="12674"/>
                </a:lnTo>
                <a:lnTo>
                  <a:pt x="5853" y="12795"/>
                </a:lnTo>
                <a:lnTo>
                  <a:pt x="5429" y="12916"/>
                </a:lnTo>
                <a:lnTo>
                  <a:pt x="5005" y="13057"/>
                </a:lnTo>
                <a:lnTo>
                  <a:pt x="4602" y="13218"/>
                </a:lnTo>
                <a:lnTo>
                  <a:pt x="4218" y="13380"/>
                </a:lnTo>
                <a:lnTo>
                  <a:pt x="3855" y="13582"/>
                </a:lnTo>
                <a:lnTo>
                  <a:pt x="3492" y="13783"/>
                </a:lnTo>
                <a:lnTo>
                  <a:pt x="3290" y="13905"/>
                </a:lnTo>
                <a:lnTo>
                  <a:pt x="2846" y="14147"/>
                </a:lnTo>
                <a:lnTo>
                  <a:pt x="2624" y="14268"/>
                </a:lnTo>
                <a:lnTo>
                  <a:pt x="2382" y="14349"/>
                </a:lnTo>
                <a:lnTo>
                  <a:pt x="2241" y="14389"/>
                </a:lnTo>
                <a:lnTo>
                  <a:pt x="2079" y="14409"/>
                </a:lnTo>
                <a:lnTo>
                  <a:pt x="1938" y="14409"/>
                </a:lnTo>
                <a:lnTo>
                  <a:pt x="1776" y="14389"/>
                </a:lnTo>
                <a:lnTo>
                  <a:pt x="1635" y="14369"/>
                </a:lnTo>
                <a:lnTo>
                  <a:pt x="1494" y="14308"/>
                </a:lnTo>
                <a:lnTo>
                  <a:pt x="1353" y="14227"/>
                </a:lnTo>
                <a:lnTo>
                  <a:pt x="1232" y="14127"/>
                </a:lnTo>
                <a:lnTo>
                  <a:pt x="1131" y="14005"/>
                </a:lnTo>
                <a:lnTo>
                  <a:pt x="1050" y="13864"/>
                </a:lnTo>
                <a:lnTo>
                  <a:pt x="1010" y="13723"/>
                </a:lnTo>
                <a:lnTo>
                  <a:pt x="969" y="13562"/>
                </a:lnTo>
                <a:lnTo>
                  <a:pt x="949" y="13380"/>
                </a:lnTo>
                <a:lnTo>
                  <a:pt x="929" y="13218"/>
                </a:lnTo>
                <a:lnTo>
                  <a:pt x="949" y="12855"/>
                </a:lnTo>
                <a:lnTo>
                  <a:pt x="1010" y="12109"/>
                </a:lnTo>
                <a:lnTo>
                  <a:pt x="1070" y="11342"/>
                </a:lnTo>
                <a:lnTo>
                  <a:pt x="1171" y="10292"/>
                </a:lnTo>
                <a:lnTo>
                  <a:pt x="1211" y="9768"/>
                </a:lnTo>
                <a:lnTo>
                  <a:pt x="1232" y="9243"/>
                </a:lnTo>
                <a:lnTo>
                  <a:pt x="1232" y="8698"/>
                </a:lnTo>
                <a:lnTo>
                  <a:pt x="1232" y="8173"/>
                </a:lnTo>
                <a:lnTo>
                  <a:pt x="1191" y="7649"/>
                </a:lnTo>
                <a:lnTo>
                  <a:pt x="1131" y="7124"/>
                </a:lnTo>
                <a:lnTo>
                  <a:pt x="1050" y="6579"/>
                </a:lnTo>
                <a:lnTo>
                  <a:pt x="929" y="6034"/>
                </a:lnTo>
                <a:lnTo>
                  <a:pt x="646" y="4965"/>
                </a:lnTo>
                <a:lnTo>
                  <a:pt x="404" y="4077"/>
                </a:lnTo>
                <a:lnTo>
                  <a:pt x="303" y="3633"/>
                </a:lnTo>
                <a:lnTo>
                  <a:pt x="202" y="3169"/>
                </a:lnTo>
                <a:lnTo>
                  <a:pt x="142" y="2765"/>
                </a:lnTo>
                <a:lnTo>
                  <a:pt x="102" y="2341"/>
                </a:lnTo>
                <a:lnTo>
                  <a:pt x="81" y="1938"/>
                </a:lnTo>
                <a:lnTo>
                  <a:pt x="102" y="1534"/>
                </a:lnTo>
                <a:lnTo>
                  <a:pt x="122" y="1151"/>
                </a:lnTo>
                <a:lnTo>
                  <a:pt x="182" y="767"/>
                </a:lnTo>
                <a:lnTo>
                  <a:pt x="243" y="384"/>
                </a:lnTo>
                <a:lnTo>
                  <a:pt x="344" y="21"/>
                </a:lnTo>
                <a:lnTo>
                  <a:pt x="2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9" name="Google Shape;5559;p69"/>
          <p:cNvSpPr/>
          <p:nvPr/>
        </p:nvSpPr>
        <p:spPr>
          <a:xfrm flipH="1">
            <a:off x="-2007441" y="162451"/>
            <a:ext cx="1060565" cy="526984"/>
          </a:xfrm>
          <a:custGeom>
            <a:rect b="b" l="l" r="r" t="t"/>
            <a:pathLst>
              <a:path extrusionOk="0" h="9426" w="18970">
                <a:moveTo>
                  <a:pt x="7103" y="1"/>
                </a:moveTo>
                <a:lnTo>
                  <a:pt x="5812" y="41"/>
                </a:lnTo>
                <a:lnTo>
                  <a:pt x="4480" y="142"/>
                </a:lnTo>
                <a:lnTo>
                  <a:pt x="3976" y="183"/>
                </a:lnTo>
                <a:lnTo>
                  <a:pt x="3552" y="223"/>
                </a:lnTo>
                <a:lnTo>
                  <a:pt x="3168" y="263"/>
                </a:lnTo>
                <a:lnTo>
                  <a:pt x="2805" y="324"/>
                </a:lnTo>
                <a:lnTo>
                  <a:pt x="2462" y="425"/>
                </a:lnTo>
                <a:lnTo>
                  <a:pt x="2301" y="505"/>
                </a:lnTo>
                <a:lnTo>
                  <a:pt x="2139" y="586"/>
                </a:lnTo>
                <a:lnTo>
                  <a:pt x="1958" y="667"/>
                </a:lnTo>
                <a:lnTo>
                  <a:pt x="1796" y="788"/>
                </a:lnTo>
                <a:lnTo>
                  <a:pt x="1635" y="909"/>
                </a:lnTo>
                <a:lnTo>
                  <a:pt x="1453" y="1070"/>
                </a:lnTo>
                <a:lnTo>
                  <a:pt x="1090" y="1434"/>
                </a:lnTo>
                <a:lnTo>
                  <a:pt x="827" y="1736"/>
                </a:lnTo>
                <a:lnTo>
                  <a:pt x="585" y="2059"/>
                </a:lnTo>
                <a:lnTo>
                  <a:pt x="404" y="2362"/>
                </a:lnTo>
                <a:lnTo>
                  <a:pt x="242" y="2665"/>
                </a:lnTo>
                <a:lnTo>
                  <a:pt x="121" y="2988"/>
                </a:lnTo>
                <a:lnTo>
                  <a:pt x="40" y="3290"/>
                </a:lnTo>
                <a:lnTo>
                  <a:pt x="0" y="3593"/>
                </a:lnTo>
                <a:lnTo>
                  <a:pt x="0" y="3896"/>
                </a:lnTo>
                <a:lnTo>
                  <a:pt x="81" y="3896"/>
                </a:lnTo>
                <a:lnTo>
                  <a:pt x="81" y="3593"/>
                </a:lnTo>
                <a:lnTo>
                  <a:pt x="121" y="3290"/>
                </a:lnTo>
                <a:lnTo>
                  <a:pt x="202" y="3008"/>
                </a:lnTo>
                <a:lnTo>
                  <a:pt x="323" y="2705"/>
                </a:lnTo>
                <a:lnTo>
                  <a:pt x="464" y="2402"/>
                </a:lnTo>
                <a:lnTo>
                  <a:pt x="666" y="2100"/>
                </a:lnTo>
                <a:lnTo>
                  <a:pt x="888" y="1797"/>
                </a:lnTo>
                <a:lnTo>
                  <a:pt x="1150" y="1474"/>
                </a:lnTo>
                <a:lnTo>
                  <a:pt x="1514" y="1131"/>
                </a:lnTo>
                <a:lnTo>
                  <a:pt x="1675" y="970"/>
                </a:lnTo>
                <a:lnTo>
                  <a:pt x="1837" y="848"/>
                </a:lnTo>
                <a:lnTo>
                  <a:pt x="2018" y="748"/>
                </a:lnTo>
                <a:lnTo>
                  <a:pt x="2180" y="647"/>
                </a:lnTo>
                <a:lnTo>
                  <a:pt x="2341" y="566"/>
                </a:lnTo>
                <a:lnTo>
                  <a:pt x="2502" y="505"/>
                </a:lnTo>
                <a:lnTo>
                  <a:pt x="2825" y="405"/>
                </a:lnTo>
                <a:lnTo>
                  <a:pt x="3189" y="344"/>
                </a:lnTo>
                <a:lnTo>
                  <a:pt x="3572" y="304"/>
                </a:lnTo>
                <a:lnTo>
                  <a:pt x="3996" y="263"/>
                </a:lnTo>
                <a:lnTo>
                  <a:pt x="4500" y="223"/>
                </a:lnTo>
                <a:lnTo>
                  <a:pt x="5812" y="122"/>
                </a:lnTo>
                <a:lnTo>
                  <a:pt x="7103" y="82"/>
                </a:lnTo>
                <a:lnTo>
                  <a:pt x="8355" y="82"/>
                </a:lnTo>
                <a:lnTo>
                  <a:pt x="9586" y="102"/>
                </a:lnTo>
                <a:lnTo>
                  <a:pt x="10574" y="162"/>
                </a:lnTo>
                <a:lnTo>
                  <a:pt x="11099" y="223"/>
                </a:lnTo>
                <a:lnTo>
                  <a:pt x="11664" y="283"/>
                </a:lnTo>
                <a:lnTo>
                  <a:pt x="12209" y="384"/>
                </a:lnTo>
                <a:lnTo>
                  <a:pt x="12794" y="505"/>
                </a:lnTo>
                <a:lnTo>
                  <a:pt x="13359" y="647"/>
                </a:lnTo>
                <a:lnTo>
                  <a:pt x="13945" y="828"/>
                </a:lnTo>
                <a:lnTo>
                  <a:pt x="14348" y="990"/>
                </a:lnTo>
                <a:lnTo>
                  <a:pt x="14812" y="1171"/>
                </a:lnTo>
                <a:lnTo>
                  <a:pt x="15276" y="1414"/>
                </a:lnTo>
                <a:lnTo>
                  <a:pt x="15741" y="1696"/>
                </a:lnTo>
                <a:lnTo>
                  <a:pt x="16205" y="2019"/>
                </a:lnTo>
                <a:lnTo>
                  <a:pt x="16447" y="2201"/>
                </a:lnTo>
                <a:lnTo>
                  <a:pt x="16669" y="2382"/>
                </a:lnTo>
                <a:lnTo>
                  <a:pt x="16891" y="2604"/>
                </a:lnTo>
                <a:lnTo>
                  <a:pt x="17113" y="2826"/>
                </a:lnTo>
                <a:lnTo>
                  <a:pt x="17315" y="3068"/>
                </a:lnTo>
                <a:lnTo>
                  <a:pt x="17516" y="3310"/>
                </a:lnTo>
                <a:lnTo>
                  <a:pt x="17698" y="3593"/>
                </a:lnTo>
                <a:lnTo>
                  <a:pt x="17880" y="3876"/>
                </a:lnTo>
                <a:lnTo>
                  <a:pt x="18041" y="4178"/>
                </a:lnTo>
                <a:lnTo>
                  <a:pt x="18182" y="4501"/>
                </a:lnTo>
                <a:lnTo>
                  <a:pt x="18324" y="4824"/>
                </a:lnTo>
                <a:lnTo>
                  <a:pt x="18445" y="5187"/>
                </a:lnTo>
                <a:lnTo>
                  <a:pt x="18546" y="5530"/>
                </a:lnTo>
                <a:lnTo>
                  <a:pt x="18646" y="5914"/>
                </a:lnTo>
                <a:lnTo>
                  <a:pt x="18727" y="6297"/>
                </a:lnTo>
                <a:lnTo>
                  <a:pt x="18788" y="6701"/>
                </a:lnTo>
                <a:lnTo>
                  <a:pt x="18828" y="7125"/>
                </a:lnTo>
                <a:lnTo>
                  <a:pt x="18868" y="7548"/>
                </a:lnTo>
                <a:lnTo>
                  <a:pt x="18889" y="7992"/>
                </a:lnTo>
                <a:lnTo>
                  <a:pt x="18889" y="8456"/>
                </a:lnTo>
                <a:lnTo>
                  <a:pt x="18889" y="8941"/>
                </a:lnTo>
                <a:lnTo>
                  <a:pt x="18868" y="9425"/>
                </a:lnTo>
                <a:lnTo>
                  <a:pt x="18949" y="9425"/>
                </a:lnTo>
                <a:lnTo>
                  <a:pt x="18969" y="8941"/>
                </a:lnTo>
                <a:lnTo>
                  <a:pt x="18969" y="8456"/>
                </a:lnTo>
                <a:lnTo>
                  <a:pt x="18969" y="7992"/>
                </a:lnTo>
                <a:lnTo>
                  <a:pt x="18949" y="7528"/>
                </a:lnTo>
                <a:lnTo>
                  <a:pt x="18909" y="7104"/>
                </a:lnTo>
                <a:lnTo>
                  <a:pt x="18868" y="6681"/>
                </a:lnTo>
                <a:lnTo>
                  <a:pt x="18788" y="6277"/>
                </a:lnTo>
                <a:lnTo>
                  <a:pt x="18727" y="5894"/>
                </a:lnTo>
                <a:lnTo>
                  <a:pt x="18626" y="5510"/>
                </a:lnTo>
                <a:lnTo>
                  <a:pt x="18525" y="5147"/>
                </a:lnTo>
                <a:lnTo>
                  <a:pt x="18404" y="4804"/>
                </a:lnTo>
                <a:lnTo>
                  <a:pt x="18263" y="4461"/>
                </a:lnTo>
                <a:lnTo>
                  <a:pt x="18102" y="4138"/>
                </a:lnTo>
                <a:lnTo>
                  <a:pt x="17940" y="3835"/>
                </a:lnTo>
                <a:lnTo>
                  <a:pt x="17759" y="3553"/>
                </a:lnTo>
                <a:lnTo>
                  <a:pt x="17577" y="3270"/>
                </a:lnTo>
                <a:lnTo>
                  <a:pt x="17375" y="3008"/>
                </a:lnTo>
                <a:lnTo>
                  <a:pt x="17173" y="2766"/>
                </a:lnTo>
                <a:lnTo>
                  <a:pt x="16951" y="2544"/>
                </a:lnTo>
                <a:lnTo>
                  <a:pt x="16729" y="2322"/>
                </a:lnTo>
                <a:lnTo>
                  <a:pt x="16507" y="2140"/>
                </a:lnTo>
                <a:lnTo>
                  <a:pt x="16265" y="1958"/>
                </a:lnTo>
                <a:lnTo>
                  <a:pt x="15781" y="1615"/>
                </a:lnTo>
                <a:lnTo>
                  <a:pt x="15317" y="1333"/>
                </a:lnTo>
                <a:lnTo>
                  <a:pt x="14832" y="1111"/>
                </a:lnTo>
                <a:lnTo>
                  <a:pt x="14388" y="909"/>
                </a:lnTo>
                <a:lnTo>
                  <a:pt x="13965" y="748"/>
                </a:lnTo>
                <a:lnTo>
                  <a:pt x="13400" y="566"/>
                </a:lnTo>
                <a:lnTo>
                  <a:pt x="12814" y="425"/>
                </a:lnTo>
                <a:lnTo>
                  <a:pt x="12229" y="304"/>
                </a:lnTo>
                <a:lnTo>
                  <a:pt x="11664" y="223"/>
                </a:lnTo>
                <a:lnTo>
                  <a:pt x="11119" y="142"/>
                </a:lnTo>
                <a:lnTo>
                  <a:pt x="10574" y="82"/>
                </a:lnTo>
                <a:lnTo>
                  <a:pt x="9586" y="21"/>
                </a:lnTo>
                <a:lnTo>
                  <a:pt x="835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0" name="Google Shape;5560;p69"/>
          <p:cNvSpPr/>
          <p:nvPr/>
        </p:nvSpPr>
        <p:spPr>
          <a:xfrm flipH="1">
            <a:off x="-2122502" y="178273"/>
            <a:ext cx="1339208" cy="816864"/>
          </a:xfrm>
          <a:custGeom>
            <a:rect b="b" l="l" r="r" t="t"/>
            <a:pathLst>
              <a:path extrusionOk="0" h="14611" w="23954">
                <a:moveTo>
                  <a:pt x="8637" y="0"/>
                </a:moveTo>
                <a:lnTo>
                  <a:pt x="7870" y="41"/>
                </a:lnTo>
                <a:lnTo>
                  <a:pt x="7083" y="81"/>
                </a:lnTo>
                <a:lnTo>
                  <a:pt x="6296" y="162"/>
                </a:lnTo>
                <a:lnTo>
                  <a:pt x="5509" y="243"/>
                </a:lnTo>
                <a:lnTo>
                  <a:pt x="5065" y="303"/>
                </a:lnTo>
                <a:lnTo>
                  <a:pt x="4601" y="384"/>
                </a:lnTo>
                <a:lnTo>
                  <a:pt x="4097" y="485"/>
                </a:lnTo>
                <a:lnTo>
                  <a:pt x="3592" y="626"/>
                </a:lnTo>
                <a:lnTo>
                  <a:pt x="3067" y="787"/>
                </a:lnTo>
                <a:lnTo>
                  <a:pt x="2563" y="1009"/>
                </a:lnTo>
                <a:lnTo>
                  <a:pt x="2321" y="1131"/>
                </a:lnTo>
                <a:lnTo>
                  <a:pt x="2079" y="1252"/>
                </a:lnTo>
                <a:lnTo>
                  <a:pt x="1836" y="1393"/>
                </a:lnTo>
                <a:lnTo>
                  <a:pt x="1614" y="1554"/>
                </a:lnTo>
                <a:lnTo>
                  <a:pt x="1392" y="1716"/>
                </a:lnTo>
                <a:lnTo>
                  <a:pt x="1191" y="1897"/>
                </a:lnTo>
                <a:lnTo>
                  <a:pt x="1009" y="2079"/>
                </a:lnTo>
                <a:lnTo>
                  <a:pt x="827" y="2261"/>
                </a:lnTo>
                <a:lnTo>
                  <a:pt x="686" y="2462"/>
                </a:lnTo>
                <a:lnTo>
                  <a:pt x="545" y="2664"/>
                </a:lnTo>
                <a:lnTo>
                  <a:pt x="404" y="2866"/>
                </a:lnTo>
                <a:lnTo>
                  <a:pt x="303" y="3088"/>
                </a:lnTo>
                <a:lnTo>
                  <a:pt x="222" y="3330"/>
                </a:lnTo>
                <a:lnTo>
                  <a:pt x="141" y="3552"/>
                </a:lnTo>
                <a:lnTo>
                  <a:pt x="81" y="3814"/>
                </a:lnTo>
                <a:lnTo>
                  <a:pt x="40" y="4057"/>
                </a:lnTo>
                <a:lnTo>
                  <a:pt x="0" y="4319"/>
                </a:lnTo>
                <a:lnTo>
                  <a:pt x="0" y="4581"/>
                </a:lnTo>
                <a:lnTo>
                  <a:pt x="0" y="4864"/>
                </a:lnTo>
                <a:lnTo>
                  <a:pt x="20" y="5146"/>
                </a:lnTo>
                <a:lnTo>
                  <a:pt x="81" y="5611"/>
                </a:lnTo>
                <a:lnTo>
                  <a:pt x="182" y="6095"/>
                </a:lnTo>
                <a:lnTo>
                  <a:pt x="303" y="6559"/>
                </a:lnTo>
                <a:lnTo>
                  <a:pt x="424" y="7023"/>
                </a:lnTo>
                <a:lnTo>
                  <a:pt x="565" y="7588"/>
                </a:lnTo>
                <a:lnTo>
                  <a:pt x="706" y="8173"/>
                </a:lnTo>
                <a:lnTo>
                  <a:pt x="767" y="8537"/>
                </a:lnTo>
                <a:lnTo>
                  <a:pt x="827" y="8920"/>
                </a:lnTo>
                <a:lnTo>
                  <a:pt x="868" y="9324"/>
                </a:lnTo>
                <a:lnTo>
                  <a:pt x="888" y="9707"/>
                </a:lnTo>
                <a:lnTo>
                  <a:pt x="908" y="10090"/>
                </a:lnTo>
                <a:lnTo>
                  <a:pt x="888" y="10474"/>
                </a:lnTo>
                <a:lnTo>
                  <a:pt x="868" y="10857"/>
                </a:lnTo>
                <a:lnTo>
                  <a:pt x="827" y="11241"/>
                </a:lnTo>
                <a:lnTo>
                  <a:pt x="807" y="11483"/>
                </a:lnTo>
                <a:lnTo>
                  <a:pt x="767" y="11765"/>
                </a:lnTo>
                <a:lnTo>
                  <a:pt x="747" y="12068"/>
                </a:lnTo>
                <a:lnTo>
                  <a:pt x="747" y="12351"/>
                </a:lnTo>
                <a:lnTo>
                  <a:pt x="767" y="12653"/>
                </a:lnTo>
                <a:lnTo>
                  <a:pt x="807" y="12815"/>
                </a:lnTo>
                <a:lnTo>
                  <a:pt x="848" y="12976"/>
                </a:lnTo>
                <a:lnTo>
                  <a:pt x="928" y="13138"/>
                </a:lnTo>
                <a:lnTo>
                  <a:pt x="1029" y="13299"/>
                </a:lnTo>
                <a:lnTo>
                  <a:pt x="1130" y="13440"/>
                </a:lnTo>
                <a:lnTo>
                  <a:pt x="1271" y="13561"/>
                </a:lnTo>
                <a:lnTo>
                  <a:pt x="1433" y="13662"/>
                </a:lnTo>
                <a:lnTo>
                  <a:pt x="1614" y="13723"/>
                </a:lnTo>
                <a:lnTo>
                  <a:pt x="1715" y="13763"/>
                </a:lnTo>
                <a:lnTo>
                  <a:pt x="2058" y="13763"/>
                </a:lnTo>
                <a:lnTo>
                  <a:pt x="2280" y="13723"/>
                </a:lnTo>
                <a:lnTo>
                  <a:pt x="2502" y="13683"/>
                </a:lnTo>
                <a:lnTo>
                  <a:pt x="3794" y="13420"/>
                </a:lnTo>
                <a:lnTo>
                  <a:pt x="4419" y="13299"/>
                </a:lnTo>
                <a:lnTo>
                  <a:pt x="5065" y="13198"/>
                </a:lnTo>
                <a:lnTo>
                  <a:pt x="5691" y="13118"/>
                </a:lnTo>
                <a:lnTo>
                  <a:pt x="6337" y="13057"/>
                </a:lnTo>
                <a:lnTo>
                  <a:pt x="6962" y="13037"/>
                </a:lnTo>
                <a:lnTo>
                  <a:pt x="7588" y="13037"/>
                </a:lnTo>
                <a:lnTo>
                  <a:pt x="8133" y="13077"/>
                </a:lnTo>
                <a:lnTo>
                  <a:pt x="8657" y="13138"/>
                </a:lnTo>
                <a:lnTo>
                  <a:pt x="9202" y="13218"/>
                </a:lnTo>
                <a:lnTo>
                  <a:pt x="9747" y="13319"/>
                </a:lnTo>
                <a:lnTo>
                  <a:pt x="10796" y="13561"/>
                </a:lnTo>
                <a:lnTo>
                  <a:pt x="11846" y="13824"/>
                </a:lnTo>
                <a:lnTo>
                  <a:pt x="13218" y="14167"/>
                </a:lnTo>
                <a:lnTo>
                  <a:pt x="13924" y="14328"/>
                </a:lnTo>
                <a:lnTo>
                  <a:pt x="14610" y="14449"/>
                </a:lnTo>
                <a:lnTo>
                  <a:pt x="15095" y="14530"/>
                </a:lnTo>
                <a:lnTo>
                  <a:pt x="15559" y="14570"/>
                </a:lnTo>
                <a:lnTo>
                  <a:pt x="16023" y="14611"/>
                </a:lnTo>
                <a:lnTo>
                  <a:pt x="16871" y="14611"/>
                </a:lnTo>
                <a:lnTo>
                  <a:pt x="17274" y="14570"/>
                </a:lnTo>
                <a:lnTo>
                  <a:pt x="17658" y="14530"/>
                </a:lnTo>
                <a:lnTo>
                  <a:pt x="18021" y="14449"/>
                </a:lnTo>
                <a:lnTo>
                  <a:pt x="18485" y="14328"/>
                </a:lnTo>
                <a:lnTo>
                  <a:pt x="18909" y="14187"/>
                </a:lnTo>
                <a:lnTo>
                  <a:pt x="19312" y="14005"/>
                </a:lnTo>
                <a:lnTo>
                  <a:pt x="19676" y="13783"/>
                </a:lnTo>
                <a:lnTo>
                  <a:pt x="20039" y="13541"/>
                </a:lnTo>
                <a:lnTo>
                  <a:pt x="20341" y="13279"/>
                </a:lnTo>
                <a:lnTo>
                  <a:pt x="20644" y="12976"/>
                </a:lnTo>
                <a:lnTo>
                  <a:pt x="20886" y="12674"/>
                </a:lnTo>
                <a:lnTo>
                  <a:pt x="21028" y="12472"/>
                </a:lnTo>
                <a:lnTo>
                  <a:pt x="21149" y="12270"/>
                </a:lnTo>
                <a:lnTo>
                  <a:pt x="21250" y="12048"/>
                </a:lnTo>
                <a:lnTo>
                  <a:pt x="21350" y="11846"/>
                </a:lnTo>
                <a:lnTo>
                  <a:pt x="21512" y="11402"/>
                </a:lnTo>
                <a:lnTo>
                  <a:pt x="21633" y="10958"/>
                </a:lnTo>
                <a:lnTo>
                  <a:pt x="21734" y="10494"/>
                </a:lnTo>
                <a:lnTo>
                  <a:pt x="21794" y="10030"/>
                </a:lnTo>
                <a:lnTo>
                  <a:pt x="21835" y="9586"/>
                </a:lnTo>
                <a:lnTo>
                  <a:pt x="21875" y="9142"/>
                </a:lnTo>
                <a:lnTo>
                  <a:pt x="21794" y="9142"/>
                </a:lnTo>
                <a:lnTo>
                  <a:pt x="21754" y="9586"/>
                </a:lnTo>
                <a:lnTo>
                  <a:pt x="21714" y="10030"/>
                </a:lnTo>
                <a:lnTo>
                  <a:pt x="21653" y="10474"/>
                </a:lnTo>
                <a:lnTo>
                  <a:pt x="21552" y="10918"/>
                </a:lnTo>
                <a:lnTo>
                  <a:pt x="21431" y="11362"/>
                </a:lnTo>
                <a:lnTo>
                  <a:pt x="21270" y="11806"/>
                </a:lnTo>
                <a:lnTo>
                  <a:pt x="21189" y="12008"/>
                </a:lnTo>
                <a:lnTo>
                  <a:pt x="21068" y="12230"/>
                </a:lnTo>
                <a:lnTo>
                  <a:pt x="20947" y="12431"/>
                </a:lnTo>
                <a:lnTo>
                  <a:pt x="20826" y="12613"/>
                </a:lnTo>
                <a:lnTo>
                  <a:pt x="20584" y="12936"/>
                </a:lnTo>
                <a:lnTo>
                  <a:pt x="20301" y="13218"/>
                </a:lnTo>
                <a:lnTo>
                  <a:pt x="19978" y="13481"/>
                </a:lnTo>
                <a:lnTo>
                  <a:pt x="19635" y="13723"/>
                </a:lnTo>
                <a:lnTo>
                  <a:pt x="19272" y="13925"/>
                </a:lnTo>
                <a:lnTo>
                  <a:pt x="18868" y="14106"/>
                </a:lnTo>
                <a:lnTo>
                  <a:pt x="18445" y="14248"/>
                </a:lnTo>
                <a:lnTo>
                  <a:pt x="18001" y="14369"/>
                </a:lnTo>
                <a:lnTo>
                  <a:pt x="17637" y="14449"/>
                </a:lnTo>
                <a:lnTo>
                  <a:pt x="17254" y="14490"/>
                </a:lnTo>
                <a:lnTo>
                  <a:pt x="16871" y="14530"/>
                </a:lnTo>
                <a:lnTo>
                  <a:pt x="16023" y="14530"/>
                </a:lnTo>
                <a:lnTo>
                  <a:pt x="15579" y="14490"/>
                </a:lnTo>
                <a:lnTo>
                  <a:pt x="15115" y="14449"/>
                </a:lnTo>
                <a:lnTo>
                  <a:pt x="14631" y="14369"/>
                </a:lnTo>
                <a:lnTo>
                  <a:pt x="13924" y="14248"/>
                </a:lnTo>
                <a:lnTo>
                  <a:pt x="13238" y="14086"/>
                </a:lnTo>
                <a:lnTo>
                  <a:pt x="11866" y="13743"/>
                </a:lnTo>
                <a:lnTo>
                  <a:pt x="10817" y="13481"/>
                </a:lnTo>
                <a:lnTo>
                  <a:pt x="9747" y="13239"/>
                </a:lnTo>
                <a:lnTo>
                  <a:pt x="9222" y="13138"/>
                </a:lnTo>
                <a:lnTo>
                  <a:pt x="8677" y="13057"/>
                </a:lnTo>
                <a:lnTo>
                  <a:pt x="8133" y="12996"/>
                </a:lnTo>
                <a:lnTo>
                  <a:pt x="7588" y="12956"/>
                </a:lnTo>
                <a:lnTo>
                  <a:pt x="6962" y="12956"/>
                </a:lnTo>
                <a:lnTo>
                  <a:pt x="6316" y="12976"/>
                </a:lnTo>
                <a:lnTo>
                  <a:pt x="5691" y="13037"/>
                </a:lnTo>
                <a:lnTo>
                  <a:pt x="5065" y="13118"/>
                </a:lnTo>
                <a:lnTo>
                  <a:pt x="4419" y="13218"/>
                </a:lnTo>
                <a:lnTo>
                  <a:pt x="3774" y="13339"/>
                </a:lnTo>
                <a:lnTo>
                  <a:pt x="2482" y="13602"/>
                </a:lnTo>
                <a:lnTo>
                  <a:pt x="2280" y="13642"/>
                </a:lnTo>
                <a:lnTo>
                  <a:pt x="2058" y="13683"/>
                </a:lnTo>
                <a:lnTo>
                  <a:pt x="1735" y="13683"/>
                </a:lnTo>
                <a:lnTo>
                  <a:pt x="1635" y="13662"/>
                </a:lnTo>
                <a:lnTo>
                  <a:pt x="1453" y="13582"/>
                </a:lnTo>
                <a:lnTo>
                  <a:pt x="1312" y="13501"/>
                </a:lnTo>
                <a:lnTo>
                  <a:pt x="1191" y="13380"/>
                </a:lnTo>
                <a:lnTo>
                  <a:pt x="1090" y="13239"/>
                </a:lnTo>
                <a:lnTo>
                  <a:pt x="989" y="13097"/>
                </a:lnTo>
                <a:lnTo>
                  <a:pt x="928" y="12936"/>
                </a:lnTo>
                <a:lnTo>
                  <a:pt x="888" y="12795"/>
                </a:lnTo>
                <a:lnTo>
                  <a:pt x="848" y="12633"/>
                </a:lnTo>
                <a:lnTo>
                  <a:pt x="827" y="12351"/>
                </a:lnTo>
                <a:lnTo>
                  <a:pt x="827" y="12068"/>
                </a:lnTo>
                <a:lnTo>
                  <a:pt x="848" y="11765"/>
                </a:lnTo>
                <a:lnTo>
                  <a:pt x="888" y="11483"/>
                </a:lnTo>
                <a:lnTo>
                  <a:pt x="908" y="11261"/>
                </a:lnTo>
                <a:lnTo>
                  <a:pt x="948" y="10857"/>
                </a:lnTo>
                <a:lnTo>
                  <a:pt x="969" y="10474"/>
                </a:lnTo>
                <a:lnTo>
                  <a:pt x="989" y="10090"/>
                </a:lnTo>
                <a:lnTo>
                  <a:pt x="969" y="9707"/>
                </a:lnTo>
                <a:lnTo>
                  <a:pt x="948" y="9303"/>
                </a:lnTo>
                <a:lnTo>
                  <a:pt x="908" y="8920"/>
                </a:lnTo>
                <a:lnTo>
                  <a:pt x="848" y="8537"/>
                </a:lnTo>
                <a:lnTo>
                  <a:pt x="787" y="8153"/>
                </a:lnTo>
                <a:lnTo>
                  <a:pt x="646" y="7568"/>
                </a:lnTo>
                <a:lnTo>
                  <a:pt x="505" y="7003"/>
                </a:lnTo>
                <a:lnTo>
                  <a:pt x="383" y="6539"/>
                </a:lnTo>
                <a:lnTo>
                  <a:pt x="262" y="6075"/>
                </a:lnTo>
                <a:lnTo>
                  <a:pt x="161" y="5611"/>
                </a:lnTo>
                <a:lnTo>
                  <a:pt x="101" y="5126"/>
                </a:lnTo>
                <a:lnTo>
                  <a:pt x="81" y="4844"/>
                </a:lnTo>
                <a:lnTo>
                  <a:pt x="81" y="4581"/>
                </a:lnTo>
                <a:lnTo>
                  <a:pt x="81" y="4319"/>
                </a:lnTo>
                <a:lnTo>
                  <a:pt x="121" y="4077"/>
                </a:lnTo>
                <a:lnTo>
                  <a:pt x="161" y="3835"/>
                </a:lnTo>
                <a:lnTo>
                  <a:pt x="222" y="3593"/>
                </a:lnTo>
                <a:lnTo>
                  <a:pt x="283" y="3350"/>
                </a:lnTo>
                <a:lnTo>
                  <a:pt x="383" y="3128"/>
                </a:lnTo>
                <a:lnTo>
                  <a:pt x="484" y="2906"/>
                </a:lnTo>
                <a:lnTo>
                  <a:pt x="605" y="2705"/>
                </a:lnTo>
                <a:lnTo>
                  <a:pt x="747" y="2503"/>
                </a:lnTo>
                <a:lnTo>
                  <a:pt x="888" y="2301"/>
                </a:lnTo>
                <a:lnTo>
                  <a:pt x="1070" y="2119"/>
                </a:lnTo>
                <a:lnTo>
                  <a:pt x="1251" y="1938"/>
                </a:lnTo>
                <a:lnTo>
                  <a:pt x="1453" y="1776"/>
                </a:lnTo>
                <a:lnTo>
                  <a:pt x="1655" y="1615"/>
                </a:lnTo>
                <a:lnTo>
                  <a:pt x="1897" y="1453"/>
                </a:lnTo>
                <a:lnTo>
                  <a:pt x="2119" y="1332"/>
                </a:lnTo>
                <a:lnTo>
                  <a:pt x="2361" y="1191"/>
                </a:lnTo>
                <a:lnTo>
                  <a:pt x="2603" y="1070"/>
                </a:lnTo>
                <a:lnTo>
                  <a:pt x="3108" y="868"/>
                </a:lnTo>
                <a:lnTo>
                  <a:pt x="3612" y="707"/>
                </a:lnTo>
                <a:lnTo>
                  <a:pt x="4117" y="565"/>
                </a:lnTo>
                <a:lnTo>
                  <a:pt x="4621" y="465"/>
                </a:lnTo>
                <a:lnTo>
                  <a:pt x="5085" y="384"/>
                </a:lnTo>
                <a:lnTo>
                  <a:pt x="5529" y="323"/>
                </a:lnTo>
                <a:lnTo>
                  <a:pt x="6316" y="243"/>
                </a:lnTo>
                <a:lnTo>
                  <a:pt x="7083" y="162"/>
                </a:lnTo>
                <a:lnTo>
                  <a:pt x="7870" y="122"/>
                </a:lnTo>
                <a:lnTo>
                  <a:pt x="8637" y="81"/>
                </a:lnTo>
                <a:lnTo>
                  <a:pt x="10171" y="81"/>
                </a:lnTo>
                <a:lnTo>
                  <a:pt x="10938" y="101"/>
                </a:lnTo>
                <a:lnTo>
                  <a:pt x="11704" y="142"/>
                </a:lnTo>
                <a:lnTo>
                  <a:pt x="12451" y="202"/>
                </a:lnTo>
                <a:lnTo>
                  <a:pt x="13218" y="283"/>
                </a:lnTo>
                <a:lnTo>
                  <a:pt x="13965" y="364"/>
                </a:lnTo>
                <a:lnTo>
                  <a:pt x="14711" y="485"/>
                </a:lnTo>
                <a:lnTo>
                  <a:pt x="15458" y="606"/>
                </a:lnTo>
                <a:lnTo>
                  <a:pt x="16225" y="767"/>
                </a:lnTo>
                <a:lnTo>
                  <a:pt x="16971" y="929"/>
                </a:lnTo>
                <a:lnTo>
                  <a:pt x="17718" y="1110"/>
                </a:lnTo>
                <a:lnTo>
                  <a:pt x="18445" y="1312"/>
                </a:lnTo>
                <a:lnTo>
                  <a:pt x="19191" y="1554"/>
                </a:lnTo>
                <a:lnTo>
                  <a:pt x="19554" y="1675"/>
                </a:lnTo>
                <a:lnTo>
                  <a:pt x="19938" y="1817"/>
                </a:lnTo>
                <a:lnTo>
                  <a:pt x="20301" y="1978"/>
                </a:lnTo>
                <a:lnTo>
                  <a:pt x="20644" y="2140"/>
                </a:lnTo>
                <a:lnTo>
                  <a:pt x="20987" y="2321"/>
                </a:lnTo>
                <a:lnTo>
                  <a:pt x="21330" y="2523"/>
                </a:lnTo>
                <a:lnTo>
                  <a:pt x="21653" y="2745"/>
                </a:lnTo>
                <a:lnTo>
                  <a:pt x="21956" y="2967"/>
                </a:lnTo>
                <a:lnTo>
                  <a:pt x="22259" y="3229"/>
                </a:lnTo>
                <a:lnTo>
                  <a:pt x="22541" y="3492"/>
                </a:lnTo>
                <a:lnTo>
                  <a:pt x="22783" y="3794"/>
                </a:lnTo>
                <a:lnTo>
                  <a:pt x="23025" y="4097"/>
                </a:lnTo>
                <a:lnTo>
                  <a:pt x="23207" y="4380"/>
                </a:lnTo>
                <a:lnTo>
                  <a:pt x="23368" y="4682"/>
                </a:lnTo>
                <a:lnTo>
                  <a:pt x="23510" y="4965"/>
                </a:lnTo>
                <a:lnTo>
                  <a:pt x="23611" y="5288"/>
                </a:lnTo>
                <a:lnTo>
                  <a:pt x="23712" y="5611"/>
                </a:lnTo>
                <a:lnTo>
                  <a:pt x="23792" y="5933"/>
                </a:lnTo>
                <a:lnTo>
                  <a:pt x="23833" y="6256"/>
                </a:lnTo>
                <a:lnTo>
                  <a:pt x="23873" y="6579"/>
                </a:lnTo>
                <a:lnTo>
                  <a:pt x="23873" y="6922"/>
                </a:lnTo>
                <a:lnTo>
                  <a:pt x="23873" y="7245"/>
                </a:lnTo>
                <a:lnTo>
                  <a:pt x="23833" y="7588"/>
                </a:lnTo>
                <a:lnTo>
                  <a:pt x="23772" y="7911"/>
                </a:lnTo>
                <a:lnTo>
                  <a:pt x="23712" y="8234"/>
                </a:lnTo>
                <a:lnTo>
                  <a:pt x="23611" y="8537"/>
                </a:lnTo>
                <a:lnTo>
                  <a:pt x="23490" y="8860"/>
                </a:lnTo>
                <a:lnTo>
                  <a:pt x="23328" y="9162"/>
                </a:lnTo>
                <a:lnTo>
                  <a:pt x="23409" y="9182"/>
                </a:lnTo>
                <a:lnTo>
                  <a:pt x="23550" y="8880"/>
                </a:lnTo>
                <a:lnTo>
                  <a:pt x="23671" y="8577"/>
                </a:lnTo>
                <a:lnTo>
                  <a:pt x="23772" y="8254"/>
                </a:lnTo>
                <a:lnTo>
                  <a:pt x="23853" y="7931"/>
                </a:lnTo>
                <a:lnTo>
                  <a:pt x="23913" y="7588"/>
                </a:lnTo>
                <a:lnTo>
                  <a:pt x="23954" y="7265"/>
                </a:lnTo>
                <a:lnTo>
                  <a:pt x="23954" y="6922"/>
                </a:lnTo>
                <a:lnTo>
                  <a:pt x="23954" y="6579"/>
                </a:lnTo>
                <a:lnTo>
                  <a:pt x="23913" y="6236"/>
                </a:lnTo>
                <a:lnTo>
                  <a:pt x="23873" y="5913"/>
                </a:lnTo>
                <a:lnTo>
                  <a:pt x="23792" y="5590"/>
                </a:lnTo>
                <a:lnTo>
                  <a:pt x="23691" y="5267"/>
                </a:lnTo>
                <a:lnTo>
                  <a:pt x="23570" y="4945"/>
                </a:lnTo>
                <a:lnTo>
                  <a:pt x="23429" y="4642"/>
                </a:lnTo>
                <a:lnTo>
                  <a:pt x="23268" y="4339"/>
                </a:lnTo>
                <a:lnTo>
                  <a:pt x="23086" y="4057"/>
                </a:lnTo>
                <a:lnTo>
                  <a:pt x="22844" y="3734"/>
                </a:lnTo>
                <a:lnTo>
                  <a:pt x="22602" y="3451"/>
                </a:lnTo>
                <a:lnTo>
                  <a:pt x="22319" y="3169"/>
                </a:lnTo>
                <a:lnTo>
                  <a:pt x="22016" y="2906"/>
                </a:lnTo>
                <a:lnTo>
                  <a:pt x="21694" y="2684"/>
                </a:lnTo>
                <a:lnTo>
                  <a:pt x="21371" y="2462"/>
                </a:lnTo>
                <a:lnTo>
                  <a:pt x="21048" y="2261"/>
                </a:lnTo>
                <a:lnTo>
                  <a:pt x="20685" y="2079"/>
                </a:lnTo>
                <a:lnTo>
                  <a:pt x="20341" y="1897"/>
                </a:lnTo>
                <a:lnTo>
                  <a:pt x="19978" y="1756"/>
                </a:lnTo>
                <a:lnTo>
                  <a:pt x="19595" y="1595"/>
                </a:lnTo>
                <a:lnTo>
                  <a:pt x="19232" y="1474"/>
                </a:lnTo>
                <a:lnTo>
                  <a:pt x="18465" y="1231"/>
                </a:lnTo>
                <a:lnTo>
                  <a:pt x="17738" y="1030"/>
                </a:lnTo>
                <a:lnTo>
                  <a:pt x="16971" y="848"/>
                </a:lnTo>
                <a:lnTo>
                  <a:pt x="16225" y="687"/>
                </a:lnTo>
                <a:lnTo>
                  <a:pt x="15478" y="545"/>
                </a:lnTo>
                <a:lnTo>
                  <a:pt x="14731" y="404"/>
                </a:lnTo>
                <a:lnTo>
                  <a:pt x="13985" y="283"/>
                </a:lnTo>
                <a:lnTo>
                  <a:pt x="13218" y="202"/>
                </a:lnTo>
                <a:lnTo>
                  <a:pt x="12471" y="122"/>
                </a:lnTo>
                <a:lnTo>
                  <a:pt x="11704" y="61"/>
                </a:lnTo>
                <a:lnTo>
                  <a:pt x="10938" y="21"/>
                </a:lnTo>
                <a:lnTo>
                  <a:pt x="1019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1" name="Google Shape;5561;p69"/>
          <p:cNvSpPr/>
          <p:nvPr/>
        </p:nvSpPr>
        <p:spPr>
          <a:xfrm flipH="1">
            <a:off x="-2092029" y="380207"/>
            <a:ext cx="1145153" cy="459224"/>
          </a:xfrm>
          <a:custGeom>
            <a:rect b="b" l="l" r="r" t="t"/>
            <a:pathLst>
              <a:path extrusionOk="0" h="8214" w="20483">
                <a:moveTo>
                  <a:pt x="0" y="1"/>
                </a:moveTo>
                <a:lnTo>
                  <a:pt x="20" y="182"/>
                </a:lnTo>
                <a:lnTo>
                  <a:pt x="40" y="384"/>
                </a:lnTo>
                <a:lnTo>
                  <a:pt x="141" y="768"/>
                </a:lnTo>
                <a:lnTo>
                  <a:pt x="283" y="1131"/>
                </a:lnTo>
                <a:lnTo>
                  <a:pt x="424" y="1494"/>
                </a:lnTo>
                <a:lnTo>
                  <a:pt x="585" y="1877"/>
                </a:lnTo>
                <a:lnTo>
                  <a:pt x="727" y="2261"/>
                </a:lnTo>
                <a:lnTo>
                  <a:pt x="787" y="2463"/>
                </a:lnTo>
                <a:lnTo>
                  <a:pt x="827" y="2664"/>
                </a:lnTo>
                <a:lnTo>
                  <a:pt x="848" y="2886"/>
                </a:lnTo>
                <a:lnTo>
                  <a:pt x="868" y="3088"/>
                </a:lnTo>
                <a:lnTo>
                  <a:pt x="848" y="3330"/>
                </a:lnTo>
                <a:lnTo>
                  <a:pt x="807" y="3573"/>
                </a:lnTo>
                <a:lnTo>
                  <a:pt x="686" y="4057"/>
                </a:lnTo>
                <a:lnTo>
                  <a:pt x="585" y="4460"/>
                </a:lnTo>
                <a:lnTo>
                  <a:pt x="545" y="4662"/>
                </a:lnTo>
                <a:lnTo>
                  <a:pt x="525" y="4864"/>
                </a:lnTo>
                <a:lnTo>
                  <a:pt x="525" y="5066"/>
                </a:lnTo>
                <a:lnTo>
                  <a:pt x="525" y="5248"/>
                </a:lnTo>
                <a:lnTo>
                  <a:pt x="565" y="5449"/>
                </a:lnTo>
                <a:lnTo>
                  <a:pt x="646" y="5631"/>
                </a:lnTo>
                <a:lnTo>
                  <a:pt x="706" y="5752"/>
                </a:lnTo>
                <a:lnTo>
                  <a:pt x="767" y="5873"/>
                </a:lnTo>
                <a:lnTo>
                  <a:pt x="848" y="5974"/>
                </a:lnTo>
                <a:lnTo>
                  <a:pt x="949" y="6075"/>
                </a:lnTo>
                <a:lnTo>
                  <a:pt x="1049" y="6156"/>
                </a:lnTo>
                <a:lnTo>
                  <a:pt x="1171" y="6236"/>
                </a:lnTo>
                <a:lnTo>
                  <a:pt x="1453" y="6378"/>
                </a:lnTo>
                <a:lnTo>
                  <a:pt x="1756" y="6478"/>
                </a:lnTo>
                <a:lnTo>
                  <a:pt x="2139" y="6559"/>
                </a:lnTo>
                <a:lnTo>
                  <a:pt x="2543" y="6600"/>
                </a:lnTo>
                <a:lnTo>
                  <a:pt x="3007" y="6620"/>
                </a:lnTo>
                <a:lnTo>
                  <a:pt x="4682" y="6600"/>
                </a:lnTo>
                <a:lnTo>
                  <a:pt x="7426" y="6600"/>
                </a:lnTo>
                <a:lnTo>
                  <a:pt x="8334" y="6640"/>
                </a:lnTo>
                <a:lnTo>
                  <a:pt x="9243" y="6721"/>
                </a:lnTo>
                <a:lnTo>
                  <a:pt x="10151" y="6822"/>
                </a:lnTo>
                <a:lnTo>
                  <a:pt x="10595" y="6902"/>
                </a:lnTo>
                <a:lnTo>
                  <a:pt x="11059" y="6983"/>
                </a:lnTo>
                <a:lnTo>
                  <a:pt x="11503" y="7084"/>
                </a:lnTo>
                <a:lnTo>
                  <a:pt x="11927" y="7205"/>
                </a:lnTo>
                <a:lnTo>
                  <a:pt x="12512" y="7387"/>
                </a:lnTo>
                <a:lnTo>
                  <a:pt x="13077" y="7568"/>
                </a:lnTo>
                <a:lnTo>
                  <a:pt x="13803" y="7790"/>
                </a:lnTo>
                <a:lnTo>
                  <a:pt x="14167" y="7911"/>
                </a:lnTo>
                <a:lnTo>
                  <a:pt x="14550" y="8012"/>
                </a:lnTo>
                <a:lnTo>
                  <a:pt x="14913" y="8093"/>
                </a:lnTo>
                <a:lnTo>
                  <a:pt x="15297" y="8153"/>
                </a:lnTo>
                <a:lnTo>
                  <a:pt x="15680" y="8194"/>
                </a:lnTo>
                <a:lnTo>
                  <a:pt x="16063" y="8214"/>
                </a:lnTo>
                <a:lnTo>
                  <a:pt x="16427" y="8214"/>
                </a:lnTo>
                <a:lnTo>
                  <a:pt x="16770" y="8174"/>
                </a:lnTo>
                <a:lnTo>
                  <a:pt x="17093" y="8113"/>
                </a:lnTo>
                <a:lnTo>
                  <a:pt x="17415" y="8032"/>
                </a:lnTo>
                <a:lnTo>
                  <a:pt x="17738" y="7931"/>
                </a:lnTo>
                <a:lnTo>
                  <a:pt x="18061" y="7810"/>
                </a:lnTo>
                <a:lnTo>
                  <a:pt x="18364" y="7649"/>
                </a:lnTo>
                <a:lnTo>
                  <a:pt x="18646" y="7488"/>
                </a:lnTo>
                <a:lnTo>
                  <a:pt x="18929" y="7306"/>
                </a:lnTo>
                <a:lnTo>
                  <a:pt x="19191" y="7104"/>
                </a:lnTo>
                <a:lnTo>
                  <a:pt x="19454" y="6902"/>
                </a:lnTo>
                <a:lnTo>
                  <a:pt x="19696" y="6660"/>
                </a:lnTo>
                <a:lnTo>
                  <a:pt x="19918" y="6418"/>
                </a:lnTo>
                <a:lnTo>
                  <a:pt x="20120" y="6156"/>
                </a:lnTo>
                <a:lnTo>
                  <a:pt x="20321" y="5873"/>
                </a:lnTo>
                <a:lnTo>
                  <a:pt x="20483" y="5570"/>
                </a:lnTo>
                <a:lnTo>
                  <a:pt x="20402" y="5550"/>
                </a:lnTo>
                <a:lnTo>
                  <a:pt x="20241" y="5833"/>
                </a:lnTo>
                <a:lnTo>
                  <a:pt x="20059" y="6095"/>
                </a:lnTo>
                <a:lnTo>
                  <a:pt x="19857" y="6357"/>
                </a:lnTo>
                <a:lnTo>
                  <a:pt x="19635" y="6600"/>
                </a:lnTo>
                <a:lnTo>
                  <a:pt x="19393" y="6842"/>
                </a:lnTo>
                <a:lnTo>
                  <a:pt x="19151" y="7044"/>
                </a:lnTo>
                <a:lnTo>
                  <a:pt x="18889" y="7245"/>
                </a:lnTo>
                <a:lnTo>
                  <a:pt x="18606" y="7427"/>
                </a:lnTo>
                <a:lnTo>
                  <a:pt x="18324" y="7588"/>
                </a:lnTo>
                <a:lnTo>
                  <a:pt x="18021" y="7730"/>
                </a:lnTo>
                <a:lnTo>
                  <a:pt x="17718" y="7851"/>
                </a:lnTo>
                <a:lnTo>
                  <a:pt x="17395" y="7952"/>
                </a:lnTo>
                <a:lnTo>
                  <a:pt x="17072" y="8032"/>
                </a:lnTo>
                <a:lnTo>
                  <a:pt x="16750" y="8093"/>
                </a:lnTo>
                <a:lnTo>
                  <a:pt x="16427" y="8133"/>
                </a:lnTo>
                <a:lnTo>
                  <a:pt x="16063" y="8133"/>
                </a:lnTo>
                <a:lnTo>
                  <a:pt x="15680" y="8113"/>
                </a:lnTo>
                <a:lnTo>
                  <a:pt x="15317" y="8073"/>
                </a:lnTo>
                <a:lnTo>
                  <a:pt x="14933" y="8012"/>
                </a:lnTo>
                <a:lnTo>
                  <a:pt x="14550" y="7931"/>
                </a:lnTo>
                <a:lnTo>
                  <a:pt x="14187" y="7831"/>
                </a:lnTo>
                <a:lnTo>
                  <a:pt x="13823" y="7730"/>
                </a:lnTo>
                <a:lnTo>
                  <a:pt x="13097" y="7488"/>
                </a:lnTo>
                <a:lnTo>
                  <a:pt x="12532" y="7306"/>
                </a:lnTo>
                <a:lnTo>
                  <a:pt x="11947" y="7124"/>
                </a:lnTo>
                <a:lnTo>
                  <a:pt x="11523" y="7003"/>
                </a:lnTo>
                <a:lnTo>
                  <a:pt x="11059" y="6902"/>
                </a:lnTo>
                <a:lnTo>
                  <a:pt x="10615" y="6822"/>
                </a:lnTo>
                <a:lnTo>
                  <a:pt x="10171" y="6741"/>
                </a:lnTo>
                <a:lnTo>
                  <a:pt x="9263" y="6640"/>
                </a:lnTo>
                <a:lnTo>
                  <a:pt x="8355" y="6559"/>
                </a:lnTo>
                <a:lnTo>
                  <a:pt x="7426" y="6519"/>
                </a:lnTo>
                <a:lnTo>
                  <a:pt x="4682" y="6519"/>
                </a:lnTo>
                <a:lnTo>
                  <a:pt x="3007" y="6539"/>
                </a:lnTo>
                <a:lnTo>
                  <a:pt x="2563" y="6519"/>
                </a:lnTo>
                <a:lnTo>
                  <a:pt x="2159" y="6478"/>
                </a:lnTo>
                <a:lnTo>
                  <a:pt x="1796" y="6398"/>
                </a:lnTo>
                <a:lnTo>
                  <a:pt x="1493" y="6297"/>
                </a:lnTo>
                <a:lnTo>
                  <a:pt x="1231" y="6176"/>
                </a:lnTo>
                <a:lnTo>
                  <a:pt x="1110" y="6095"/>
                </a:lnTo>
                <a:lnTo>
                  <a:pt x="1009" y="6014"/>
                </a:lnTo>
                <a:lnTo>
                  <a:pt x="928" y="5913"/>
                </a:lnTo>
                <a:lnTo>
                  <a:pt x="848" y="5833"/>
                </a:lnTo>
                <a:lnTo>
                  <a:pt x="767" y="5712"/>
                </a:lnTo>
                <a:lnTo>
                  <a:pt x="706" y="5611"/>
                </a:lnTo>
                <a:lnTo>
                  <a:pt x="646" y="5429"/>
                </a:lnTo>
                <a:lnTo>
                  <a:pt x="606" y="5248"/>
                </a:lnTo>
                <a:lnTo>
                  <a:pt x="606" y="5046"/>
                </a:lnTo>
                <a:lnTo>
                  <a:pt x="606" y="4864"/>
                </a:lnTo>
                <a:lnTo>
                  <a:pt x="626" y="4662"/>
                </a:lnTo>
                <a:lnTo>
                  <a:pt x="666" y="4481"/>
                </a:lnTo>
                <a:lnTo>
                  <a:pt x="767" y="4077"/>
                </a:lnTo>
                <a:lnTo>
                  <a:pt x="888" y="3593"/>
                </a:lnTo>
                <a:lnTo>
                  <a:pt x="928" y="3330"/>
                </a:lnTo>
                <a:lnTo>
                  <a:pt x="949" y="3088"/>
                </a:lnTo>
                <a:lnTo>
                  <a:pt x="928" y="2866"/>
                </a:lnTo>
                <a:lnTo>
                  <a:pt x="908" y="2664"/>
                </a:lnTo>
                <a:lnTo>
                  <a:pt x="868" y="2463"/>
                </a:lnTo>
                <a:lnTo>
                  <a:pt x="807" y="2261"/>
                </a:lnTo>
                <a:lnTo>
                  <a:pt x="666" y="1857"/>
                </a:lnTo>
                <a:lnTo>
                  <a:pt x="505" y="1454"/>
                </a:lnTo>
                <a:lnTo>
                  <a:pt x="363" y="1090"/>
                </a:lnTo>
                <a:lnTo>
                  <a:pt x="222" y="727"/>
                </a:lnTo>
                <a:lnTo>
                  <a:pt x="121" y="364"/>
                </a:lnTo>
                <a:lnTo>
                  <a:pt x="101" y="182"/>
                </a:lnTo>
                <a:lnTo>
                  <a:pt x="8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2" name="Google Shape;5562;p69"/>
          <p:cNvSpPr/>
          <p:nvPr/>
        </p:nvSpPr>
        <p:spPr>
          <a:xfrm flipH="1">
            <a:off x="-2068376" y="155687"/>
            <a:ext cx="886861" cy="530339"/>
          </a:xfrm>
          <a:custGeom>
            <a:rect b="b" l="l" r="r" t="t"/>
            <a:pathLst>
              <a:path extrusionOk="0" h="9486" w="15863">
                <a:moveTo>
                  <a:pt x="4117" y="82"/>
                </a:moveTo>
                <a:lnTo>
                  <a:pt x="4581" y="122"/>
                </a:lnTo>
                <a:lnTo>
                  <a:pt x="5025" y="162"/>
                </a:lnTo>
                <a:lnTo>
                  <a:pt x="5429" y="223"/>
                </a:lnTo>
                <a:lnTo>
                  <a:pt x="6176" y="344"/>
                </a:lnTo>
                <a:lnTo>
                  <a:pt x="6741" y="465"/>
                </a:lnTo>
                <a:lnTo>
                  <a:pt x="7427" y="626"/>
                </a:lnTo>
                <a:lnTo>
                  <a:pt x="8113" y="788"/>
                </a:lnTo>
                <a:lnTo>
                  <a:pt x="8799" y="990"/>
                </a:lnTo>
                <a:lnTo>
                  <a:pt x="9485" y="1171"/>
                </a:lnTo>
                <a:lnTo>
                  <a:pt x="10171" y="1393"/>
                </a:lnTo>
                <a:lnTo>
                  <a:pt x="10837" y="1615"/>
                </a:lnTo>
                <a:lnTo>
                  <a:pt x="11503" y="1857"/>
                </a:lnTo>
                <a:lnTo>
                  <a:pt x="12169" y="2100"/>
                </a:lnTo>
                <a:lnTo>
                  <a:pt x="12815" y="2382"/>
                </a:lnTo>
                <a:lnTo>
                  <a:pt x="13158" y="2523"/>
                </a:lnTo>
                <a:lnTo>
                  <a:pt x="13481" y="2705"/>
                </a:lnTo>
                <a:lnTo>
                  <a:pt x="13824" y="2887"/>
                </a:lnTo>
                <a:lnTo>
                  <a:pt x="14127" y="3109"/>
                </a:lnTo>
                <a:lnTo>
                  <a:pt x="14429" y="3331"/>
                </a:lnTo>
                <a:lnTo>
                  <a:pt x="14712" y="3593"/>
                </a:lnTo>
                <a:lnTo>
                  <a:pt x="14954" y="3875"/>
                </a:lnTo>
                <a:lnTo>
                  <a:pt x="15176" y="4158"/>
                </a:lnTo>
                <a:lnTo>
                  <a:pt x="15358" y="4481"/>
                </a:lnTo>
                <a:lnTo>
                  <a:pt x="15519" y="4804"/>
                </a:lnTo>
                <a:lnTo>
                  <a:pt x="15620" y="5127"/>
                </a:lnTo>
                <a:lnTo>
                  <a:pt x="15721" y="5490"/>
                </a:lnTo>
                <a:lnTo>
                  <a:pt x="15761" y="5833"/>
                </a:lnTo>
                <a:lnTo>
                  <a:pt x="15781" y="6176"/>
                </a:lnTo>
                <a:lnTo>
                  <a:pt x="15741" y="6539"/>
                </a:lnTo>
                <a:lnTo>
                  <a:pt x="15680" y="6902"/>
                </a:lnTo>
                <a:lnTo>
                  <a:pt x="15580" y="7246"/>
                </a:lnTo>
                <a:lnTo>
                  <a:pt x="15438" y="7589"/>
                </a:lnTo>
                <a:lnTo>
                  <a:pt x="15257" y="7891"/>
                </a:lnTo>
                <a:lnTo>
                  <a:pt x="15055" y="8174"/>
                </a:lnTo>
                <a:lnTo>
                  <a:pt x="14813" y="8436"/>
                </a:lnTo>
                <a:lnTo>
                  <a:pt x="14550" y="8678"/>
                </a:lnTo>
                <a:lnTo>
                  <a:pt x="14389" y="8799"/>
                </a:lnTo>
                <a:lnTo>
                  <a:pt x="14207" y="8900"/>
                </a:lnTo>
                <a:lnTo>
                  <a:pt x="14026" y="8981"/>
                </a:lnTo>
                <a:lnTo>
                  <a:pt x="13844" y="9082"/>
                </a:lnTo>
                <a:lnTo>
                  <a:pt x="13481" y="9203"/>
                </a:lnTo>
                <a:lnTo>
                  <a:pt x="13097" y="9304"/>
                </a:lnTo>
                <a:lnTo>
                  <a:pt x="12734" y="9364"/>
                </a:lnTo>
                <a:lnTo>
                  <a:pt x="12371" y="9385"/>
                </a:lnTo>
                <a:lnTo>
                  <a:pt x="12028" y="9405"/>
                </a:lnTo>
                <a:lnTo>
                  <a:pt x="11725" y="9385"/>
                </a:lnTo>
                <a:lnTo>
                  <a:pt x="11362" y="9364"/>
                </a:lnTo>
                <a:lnTo>
                  <a:pt x="10999" y="9324"/>
                </a:lnTo>
                <a:lnTo>
                  <a:pt x="10615" y="9264"/>
                </a:lnTo>
                <a:lnTo>
                  <a:pt x="10272" y="9183"/>
                </a:lnTo>
                <a:lnTo>
                  <a:pt x="9546" y="9021"/>
                </a:lnTo>
                <a:lnTo>
                  <a:pt x="8839" y="8840"/>
                </a:lnTo>
                <a:lnTo>
                  <a:pt x="7810" y="8577"/>
                </a:lnTo>
                <a:lnTo>
                  <a:pt x="7306" y="8476"/>
                </a:lnTo>
                <a:lnTo>
                  <a:pt x="6781" y="8376"/>
                </a:lnTo>
                <a:lnTo>
                  <a:pt x="6055" y="8295"/>
                </a:lnTo>
                <a:lnTo>
                  <a:pt x="5328" y="8234"/>
                </a:lnTo>
                <a:lnTo>
                  <a:pt x="4622" y="8214"/>
                </a:lnTo>
                <a:lnTo>
                  <a:pt x="3895" y="8214"/>
                </a:lnTo>
                <a:lnTo>
                  <a:pt x="2866" y="8194"/>
                </a:lnTo>
                <a:lnTo>
                  <a:pt x="2341" y="8174"/>
                </a:lnTo>
                <a:lnTo>
                  <a:pt x="1837" y="8133"/>
                </a:lnTo>
                <a:lnTo>
                  <a:pt x="1393" y="8073"/>
                </a:lnTo>
                <a:lnTo>
                  <a:pt x="1171" y="8033"/>
                </a:lnTo>
                <a:lnTo>
                  <a:pt x="969" y="7972"/>
                </a:lnTo>
                <a:lnTo>
                  <a:pt x="767" y="7871"/>
                </a:lnTo>
                <a:lnTo>
                  <a:pt x="586" y="7770"/>
                </a:lnTo>
                <a:lnTo>
                  <a:pt x="404" y="7629"/>
                </a:lnTo>
                <a:lnTo>
                  <a:pt x="283" y="7467"/>
                </a:lnTo>
                <a:lnTo>
                  <a:pt x="223" y="7367"/>
                </a:lnTo>
                <a:lnTo>
                  <a:pt x="162" y="7246"/>
                </a:lnTo>
                <a:lnTo>
                  <a:pt x="101" y="7024"/>
                </a:lnTo>
                <a:lnTo>
                  <a:pt x="81" y="6802"/>
                </a:lnTo>
                <a:lnTo>
                  <a:pt x="101" y="6580"/>
                </a:lnTo>
                <a:lnTo>
                  <a:pt x="142" y="6337"/>
                </a:lnTo>
                <a:lnTo>
                  <a:pt x="182" y="6095"/>
                </a:lnTo>
                <a:lnTo>
                  <a:pt x="323" y="5611"/>
                </a:lnTo>
                <a:lnTo>
                  <a:pt x="445" y="5248"/>
                </a:lnTo>
                <a:lnTo>
                  <a:pt x="525" y="4905"/>
                </a:lnTo>
                <a:lnTo>
                  <a:pt x="545" y="4723"/>
                </a:lnTo>
                <a:lnTo>
                  <a:pt x="566" y="4562"/>
                </a:lnTo>
                <a:lnTo>
                  <a:pt x="586" y="4380"/>
                </a:lnTo>
                <a:lnTo>
                  <a:pt x="566" y="4218"/>
                </a:lnTo>
                <a:lnTo>
                  <a:pt x="485" y="3795"/>
                </a:lnTo>
                <a:lnTo>
                  <a:pt x="384" y="3391"/>
                </a:lnTo>
                <a:lnTo>
                  <a:pt x="263" y="2887"/>
                </a:lnTo>
                <a:lnTo>
                  <a:pt x="223" y="2644"/>
                </a:lnTo>
                <a:lnTo>
                  <a:pt x="182" y="2382"/>
                </a:lnTo>
                <a:lnTo>
                  <a:pt x="202" y="2140"/>
                </a:lnTo>
                <a:lnTo>
                  <a:pt x="243" y="1898"/>
                </a:lnTo>
                <a:lnTo>
                  <a:pt x="323" y="1656"/>
                </a:lnTo>
                <a:lnTo>
                  <a:pt x="445" y="1393"/>
                </a:lnTo>
                <a:lnTo>
                  <a:pt x="566" y="1212"/>
                </a:lnTo>
                <a:lnTo>
                  <a:pt x="707" y="1050"/>
                </a:lnTo>
                <a:lnTo>
                  <a:pt x="868" y="889"/>
                </a:lnTo>
                <a:lnTo>
                  <a:pt x="1030" y="748"/>
                </a:lnTo>
                <a:lnTo>
                  <a:pt x="1211" y="626"/>
                </a:lnTo>
                <a:lnTo>
                  <a:pt x="1393" y="526"/>
                </a:lnTo>
                <a:lnTo>
                  <a:pt x="1595" y="425"/>
                </a:lnTo>
                <a:lnTo>
                  <a:pt x="1797" y="344"/>
                </a:lnTo>
                <a:lnTo>
                  <a:pt x="2019" y="283"/>
                </a:lnTo>
                <a:lnTo>
                  <a:pt x="2241" y="223"/>
                </a:lnTo>
                <a:lnTo>
                  <a:pt x="2705" y="142"/>
                </a:lnTo>
                <a:lnTo>
                  <a:pt x="3189" y="82"/>
                </a:lnTo>
                <a:close/>
                <a:moveTo>
                  <a:pt x="3552" y="1"/>
                </a:moveTo>
                <a:lnTo>
                  <a:pt x="3088" y="21"/>
                </a:lnTo>
                <a:lnTo>
                  <a:pt x="2604" y="61"/>
                </a:lnTo>
                <a:lnTo>
                  <a:pt x="2160" y="162"/>
                </a:lnTo>
                <a:lnTo>
                  <a:pt x="1938" y="223"/>
                </a:lnTo>
                <a:lnTo>
                  <a:pt x="1716" y="283"/>
                </a:lnTo>
                <a:lnTo>
                  <a:pt x="1514" y="384"/>
                </a:lnTo>
                <a:lnTo>
                  <a:pt x="1312" y="465"/>
                </a:lnTo>
                <a:lnTo>
                  <a:pt x="1131" y="586"/>
                </a:lnTo>
                <a:lnTo>
                  <a:pt x="949" y="707"/>
                </a:lnTo>
                <a:lnTo>
                  <a:pt x="788" y="848"/>
                </a:lnTo>
                <a:lnTo>
                  <a:pt x="646" y="990"/>
                </a:lnTo>
                <a:lnTo>
                  <a:pt x="505" y="1171"/>
                </a:lnTo>
                <a:lnTo>
                  <a:pt x="384" y="1353"/>
                </a:lnTo>
                <a:lnTo>
                  <a:pt x="243" y="1615"/>
                </a:lnTo>
                <a:lnTo>
                  <a:pt x="162" y="1878"/>
                </a:lnTo>
                <a:lnTo>
                  <a:pt x="122" y="2140"/>
                </a:lnTo>
                <a:lnTo>
                  <a:pt x="101" y="2382"/>
                </a:lnTo>
                <a:lnTo>
                  <a:pt x="142" y="2644"/>
                </a:lnTo>
                <a:lnTo>
                  <a:pt x="182" y="2887"/>
                </a:lnTo>
                <a:lnTo>
                  <a:pt x="303" y="3411"/>
                </a:lnTo>
                <a:lnTo>
                  <a:pt x="404" y="3815"/>
                </a:lnTo>
                <a:lnTo>
                  <a:pt x="485" y="4218"/>
                </a:lnTo>
                <a:lnTo>
                  <a:pt x="505" y="4380"/>
                </a:lnTo>
                <a:lnTo>
                  <a:pt x="485" y="4541"/>
                </a:lnTo>
                <a:lnTo>
                  <a:pt x="445" y="4884"/>
                </a:lnTo>
                <a:lnTo>
                  <a:pt x="364" y="5227"/>
                </a:lnTo>
                <a:lnTo>
                  <a:pt x="263" y="5591"/>
                </a:lnTo>
                <a:lnTo>
                  <a:pt x="101" y="6075"/>
                </a:lnTo>
                <a:lnTo>
                  <a:pt x="61" y="6337"/>
                </a:lnTo>
                <a:lnTo>
                  <a:pt x="21" y="6580"/>
                </a:lnTo>
                <a:lnTo>
                  <a:pt x="1" y="6822"/>
                </a:lnTo>
                <a:lnTo>
                  <a:pt x="41" y="7064"/>
                </a:lnTo>
                <a:lnTo>
                  <a:pt x="101" y="7286"/>
                </a:lnTo>
                <a:lnTo>
                  <a:pt x="142" y="7387"/>
                </a:lnTo>
                <a:lnTo>
                  <a:pt x="202" y="7508"/>
                </a:lnTo>
                <a:lnTo>
                  <a:pt x="344" y="7689"/>
                </a:lnTo>
                <a:lnTo>
                  <a:pt x="525" y="7831"/>
                </a:lnTo>
                <a:lnTo>
                  <a:pt x="727" y="7952"/>
                </a:lnTo>
                <a:lnTo>
                  <a:pt x="929" y="8033"/>
                </a:lnTo>
                <a:lnTo>
                  <a:pt x="1151" y="8113"/>
                </a:lnTo>
                <a:lnTo>
                  <a:pt x="1373" y="8154"/>
                </a:lnTo>
                <a:lnTo>
                  <a:pt x="1817" y="8214"/>
                </a:lnTo>
                <a:lnTo>
                  <a:pt x="2341" y="8255"/>
                </a:lnTo>
                <a:lnTo>
                  <a:pt x="2866" y="8275"/>
                </a:lnTo>
                <a:lnTo>
                  <a:pt x="3895" y="8295"/>
                </a:lnTo>
                <a:lnTo>
                  <a:pt x="4602" y="8295"/>
                </a:lnTo>
                <a:lnTo>
                  <a:pt x="5328" y="8315"/>
                </a:lnTo>
                <a:lnTo>
                  <a:pt x="6055" y="8376"/>
                </a:lnTo>
                <a:lnTo>
                  <a:pt x="6761" y="8456"/>
                </a:lnTo>
                <a:lnTo>
                  <a:pt x="7286" y="8557"/>
                </a:lnTo>
                <a:lnTo>
                  <a:pt x="7790" y="8658"/>
                </a:lnTo>
                <a:lnTo>
                  <a:pt x="8819" y="8920"/>
                </a:lnTo>
                <a:lnTo>
                  <a:pt x="9526" y="9102"/>
                </a:lnTo>
                <a:lnTo>
                  <a:pt x="10252" y="9264"/>
                </a:lnTo>
                <a:lnTo>
                  <a:pt x="10615" y="9344"/>
                </a:lnTo>
                <a:lnTo>
                  <a:pt x="10979" y="9385"/>
                </a:lnTo>
                <a:lnTo>
                  <a:pt x="11342" y="9445"/>
                </a:lnTo>
                <a:lnTo>
                  <a:pt x="11725" y="9465"/>
                </a:lnTo>
                <a:lnTo>
                  <a:pt x="12048" y="9485"/>
                </a:lnTo>
                <a:lnTo>
                  <a:pt x="12351" y="9465"/>
                </a:lnTo>
                <a:lnTo>
                  <a:pt x="12674" y="9445"/>
                </a:lnTo>
                <a:lnTo>
                  <a:pt x="12997" y="9405"/>
                </a:lnTo>
                <a:lnTo>
                  <a:pt x="13319" y="9324"/>
                </a:lnTo>
                <a:lnTo>
                  <a:pt x="13662" y="9223"/>
                </a:lnTo>
                <a:lnTo>
                  <a:pt x="13985" y="9102"/>
                </a:lnTo>
                <a:lnTo>
                  <a:pt x="14288" y="8941"/>
                </a:lnTo>
                <a:lnTo>
                  <a:pt x="14591" y="8739"/>
                </a:lnTo>
                <a:lnTo>
                  <a:pt x="14873" y="8497"/>
                </a:lnTo>
                <a:lnTo>
                  <a:pt x="15115" y="8234"/>
                </a:lnTo>
                <a:lnTo>
                  <a:pt x="15337" y="7932"/>
                </a:lnTo>
                <a:lnTo>
                  <a:pt x="15499" y="7609"/>
                </a:lnTo>
                <a:lnTo>
                  <a:pt x="15660" y="7286"/>
                </a:lnTo>
                <a:lnTo>
                  <a:pt x="15761" y="6923"/>
                </a:lnTo>
                <a:lnTo>
                  <a:pt x="15822" y="6559"/>
                </a:lnTo>
                <a:lnTo>
                  <a:pt x="15862" y="6176"/>
                </a:lnTo>
                <a:lnTo>
                  <a:pt x="15842" y="5833"/>
                </a:lnTo>
                <a:lnTo>
                  <a:pt x="15802" y="5470"/>
                </a:lnTo>
                <a:lnTo>
                  <a:pt x="15701" y="5106"/>
                </a:lnTo>
                <a:lnTo>
                  <a:pt x="15580" y="4763"/>
                </a:lnTo>
                <a:lnTo>
                  <a:pt x="15418" y="4440"/>
                </a:lnTo>
                <a:lnTo>
                  <a:pt x="15236" y="4118"/>
                </a:lnTo>
                <a:lnTo>
                  <a:pt x="15015" y="3815"/>
                </a:lnTo>
                <a:lnTo>
                  <a:pt x="14772" y="3532"/>
                </a:lnTo>
                <a:lnTo>
                  <a:pt x="14490" y="3270"/>
                </a:lnTo>
                <a:lnTo>
                  <a:pt x="14187" y="3028"/>
                </a:lnTo>
                <a:lnTo>
                  <a:pt x="13864" y="2826"/>
                </a:lnTo>
                <a:lnTo>
                  <a:pt x="13541" y="2624"/>
                </a:lnTo>
                <a:lnTo>
                  <a:pt x="13198" y="2463"/>
                </a:lnTo>
                <a:lnTo>
                  <a:pt x="12855" y="2301"/>
                </a:lnTo>
                <a:lnTo>
                  <a:pt x="12189" y="2039"/>
                </a:lnTo>
                <a:lnTo>
                  <a:pt x="11523" y="1777"/>
                </a:lnTo>
                <a:lnTo>
                  <a:pt x="10857" y="1535"/>
                </a:lnTo>
                <a:lnTo>
                  <a:pt x="10191" y="1313"/>
                </a:lnTo>
                <a:lnTo>
                  <a:pt x="9505" y="1111"/>
                </a:lnTo>
                <a:lnTo>
                  <a:pt x="8819" y="909"/>
                </a:lnTo>
                <a:lnTo>
                  <a:pt x="8133" y="707"/>
                </a:lnTo>
                <a:lnTo>
                  <a:pt x="7447" y="546"/>
                </a:lnTo>
                <a:lnTo>
                  <a:pt x="6761" y="384"/>
                </a:lnTo>
                <a:lnTo>
                  <a:pt x="6176" y="263"/>
                </a:lnTo>
                <a:lnTo>
                  <a:pt x="5389" y="142"/>
                </a:lnTo>
                <a:lnTo>
                  <a:pt x="4965" y="82"/>
                </a:lnTo>
                <a:lnTo>
                  <a:pt x="4501" y="21"/>
                </a:lnTo>
                <a:lnTo>
                  <a:pt x="403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3" name="Google Shape;5563;p69"/>
          <p:cNvSpPr/>
          <p:nvPr/>
        </p:nvSpPr>
        <p:spPr>
          <a:xfrm flipH="1">
            <a:off x="-2048022" y="183920"/>
            <a:ext cx="669045" cy="364461"/>
          </a:xfrm>
          <a:custGeom>
            <a:rect b="b" l="l" r="r" t="t"/>
            <a:pathLst>
              <a:path extrusionOk="0" h="6519" w="11967">
                <a:moveTo>
                  <a:pt x="6216" y="81"/>
                </a:moveTo>
                <a:lnTo>
                  <a:pt x="6720" y="121"/>
                </a:lnTo>
                <a:lnTo>
                  <a:pt x="7204" y="202"/>
                </a:lnTo>
                <a:lnTo>
                  <a:pt x="7709" y="283"/>
                </a:lnTo>
                <a:lnTo>
                  <a:pt x="8173" y="404"/>
                </a:lnTo>
                <a:lnTo>
                  <a:pt x="8657" y="565"/>
                </a:lnTo>
                <a:lnTo>
                  <a:pt x="9121" y="727"/>
                </a:lnTo>
                <a:lnTo>
                  <a:pt x="9565" y="929"/>
                </a:lnTo>
                <a:lnTo>
                  <a:pt x="9868" y="1090"/>
                </a:lnTo>
                <a:lnTo>
                  <a:pt x="10171" y="1272"/>
                </a:lnTo>
                <a:lnTo>
                  <a:pt x="10433" y="1433"/>
                </a:lnTo>
                <a:lnTo>
                  <a:pt x="10675" y="1615"/>
                </a:lnTo>
                <a:lnTo>
                  <a:pt x="10897" y="1796"/>
                </a:lnTo>
                <a:lnTo>
                  <a:pt x="11099" y="1998"/>
                </a:lnTo>
                <a:lnTo>
                  <a:pt x="11261" y="2200"/>
                </a:lnTo>
                <a:lnTo>
                  <a:pt x="11422" y="2402"/>
                </a:lnTo>
                <a:lnTo>
                  <a:pt x="11583" y="2684"/>
                </a:lnTo>
                <a:lnTo>
                  <a:pt x="11725" y="2967"/>
                </a:lnTo>
                <a:lnTo>
                  <a:pt x="11805" y="3270"/>
                </a:lnTo>
                <a:lnTo>
                  <a:pt x="11866" y="3552"/>
                </a:lnTo>
                <a:lnTo>
                  <a:pt x="11886" y="3855"/>
                </a:lnTo>
                <a:lnTo>
                  <a:pt x="11866" y="4137"/>
                </a:lnTo>
                <a:lnTo>
                  <a:pt x="11805" y="4420"/>
                </a:lnTo>
                <a:lnTo>
                  <a:pt x="11725" y="4662"/>
                </a:lnTo>
                <a:lnTo>
                  <a:pt x="11644" y="4823"/>
                </a:lnTo>
                <a:lnTo>
                  <a:pt x="11543" y="4965"/>
                </a:lnTo>
                <a:lnTo>
                  <a:pt x="11442" y="5106"/>
                </a:lnTo>
                <a:lnTo>
                  <a:pt x="11321" y="5247"/>
                </a:lnTo>
                <a:lnTo>
                  <a:pt x="11180" y="5388"/>
                </a:lnTo>
                <a:lnTo>
                  <a:pt x="11039" y="5510"/>
                </a:lnTo>
                <a:lnTo>
                  <a:pt x="10877" y="5631"/>
                </a:lnTo>
                <a:lnTo>
                  <a:pt x="10695" y="5752"/>
                </a:lnTo>
                <a:lnTo>
                  <a:pt x="10494" y="5853"/>
                </a:lnTo>
                <a:lnTo>
                  <a:pt x="10292" y="5953"/>
                </a:lnTo>
                <a:lnTo>
                  <a:pt x="10070" y="6054"/>
                </a:lnTo>
                <a:lnTo>
                  <a:pt x="9848" y="6135"/>
                </a:lnTo>
                <a:lnTo>
                  <a:pt x="9606" y="6216"/>
                </a:lnTo>
                <a:lnTo>
                  <a:pt x="9364" y="6276"/>
                </a:lnTo>
                <a:lnTo>
                  <a:pt x="8859" y="6377"/>
                </a:lnTo>
                <a:lnTo>
                  <a:pt x="8314" y="6438"/>
                </a:lnTo>
                <a:lnTo>
                  <a:pt x="7729" y="6438"/>
                </a:lnTo>
                <a:lnTo>
                  <a:pt x="7103" y="6418"/>
                </a:lnTo>
                <a:lnTo>
                  <a:pt x="6438" y="6357"/>
                </a:lnTo>
                <a:lnTo>
                  <a:pt x="5731" y="6256"/>
                </a:lnTo>
                <a:lnTo>
                  <a:pt x="5025" y="6115"/>
                </a:lnTo>
                <a:lnTo>
                  <a:pt x="4339" y="5953"/>
                </a:lnTo>
                <a:lnTo>
                  <a:pt x="3653" y="5772"/>
                </a:lnTo>
                <a:lnTo>
                  <a:pt x="2987" y="5550"/>
                </a:lnTo>
                <a:lnTo>
                  <a:pt x="2321" y="5308"/>
                </a:lnTo>
                <a:lnTo>
                  <a:pt x="1655" y="5025"/>
                </a:lnTo>
                <a:lnTo>
                  <a:pt x="1009" y="4722"/>
                </a:lnTo>
                <a:lnTo>
                  <a:pt x="787" y="4581"/>
                </a:lnTo>
                <a:lnTo>
                  <a:pt x="585" y="4460"/>
                </a:lnTo>
                <a:lnTo>
                  <a:pt x="424" y="4299"/>
                </a:lnTo>
                <a:lnTo>
                  <a:pt x="283" y="4137"/>
                </a:lnTo>
                <a:lnTo>
                  <a:pt x="182" y="3956"/>
                </a:lnTo>
                <a:lnTo>
                  <a:pt x="121" y="3754"/>
                </a:lnTo>
                <a:lnTo>
                  <a:pt x="81" y="3552"/>
                </a:lnTo>
                <a:lnTo>
                  <a:pt x="81" y="3350"/>
                </a:lnTo>
                <a:lnTo>
                  <a:pt x="101" y="3148"/>
                </a:lnTo>
                <a:lnTo>
                  <a:pt x="141" y="2947"/>
                </a:lnTo>
                <a:lnTo>
                  <a:pt x="222" y="2745"/>
                </a:lnTo>
                <a:lnTo>
                  <a:pt x="303" y="2543"/>
                </a:lnTo>
                <a:lnTo>
                  <a:pt x="424" y="2341"/>
                </a:lnTo>
                <a:lnTo>
                  <a:pt x="545" y="2139"/>
                </a:lnTo>
                <a:lnTo>
                  <a:pt x="686" y="1958"/>
                </a:lnTo>
                <a:lnTo>
                  <a:pt x="827" y="1776"/>
                </a:lnTo>
                <a:lnTo>
                  <a:pt x="989" y="1595"/>
                </a:lnTo>
                <a:lnTo>
                  <a:pt x="1171" y="1433"/>
                </a:lnTo>
                <a:lnTo>
                  <a:pt x="1352" y="1272"/>
                </a:lnTo>
                <a:lnTo>
                  <a:pt x="1534" y="1130"/>
                </a:lnTo>
                <a:lnTo>
                  <a:pt x="1715" y="1009"/>
                </a:lnTo>
                <a:lnTo>
                  <a:pt x="1917" y="888"/>
                </a:lnTo>
                <a:lnTo>
                  <a:pt x="2099" y="787"/>
                </a:lnTo>
                <a:lnTo>
                  <a:pt x="2301" y="707"/>
                </a:lnTo>
                <a:lnTo>
                  <a:pt x="2724" y="565"/>
                </a:lnTo>
                <a:lnTo>
                  <a:pt x="3148" y="424"/>
                </a:lnTo>
                <a:lnTo>
                  <a:pt x="3572" y="323"/>
                </a:lnTo>
                <a:lnTo>
                  <a:pt x="3996" y="222"/>
                </a:lnTo>
                <a:lnTo>
                  <a:pt x="4419" y="162"/>
                </a:lnTo>
                <a:lnTo>
                  <a:pt x="4863" y="121"/>
                </a:lnTo>
                <a:lnTo>
                  <a:pt x="5287" y="81"/>
                </a:lnTo>
                <a:close/>
                <a:moveTo>
                  <a:pt x="5550" y="0"/>
                </a:moveTo>
                <a:lnTo>
                  <a:pt x="5085" y="21"/>
                </a:lnTo>
                <a:lnTo>
                  <a:pt x="4601" y="61"/>
                </a:lnTo>
                <a:lnTo>
                  <a:pt x="4137" y="121"/>
                </a:lnTo>
                <a:lnTo>
                  <a:pt x="3653" y="222"/>
                </a:lnTo>
                <a:lnTo>
                  <a:pt x="3189" y="323"/>
                </a:lnTo>
                <a:lnTo>
                  <a:pt x="2724" y="464"/>
                </a:lnTo>
                <a:lnTo>
                  <a:pt x="2260" y="626"/>
                </a:lnTo>
                <a:lnTo>
                  <a:pt x="2079" y="707"/>
                </a:lnTo>
                <a:lnTo>
                  <a:pt x="1877" y="808"/>
                </a:lnTo>
                <a:lnTo>
                  <a:pt x="1675" y="929"/>
                </a:lnTo>
                <a:lnTo>
                  <a:pt x="1493" y="1070"/>
                </a:lnTo>
                <a:lnTo>
                  <a:pt x="1292" y="1211"/>
                </a:lnTo>
                <a:lnTo>
                  <a:pt x="1110" y="1373"/>
                </a:lnTo>
                <a:lnTo>
                  <a:pt x="928" y="1554"/>
                </a:lnTo>
                <a:lnTo>
                  <a:pt x="767" y="1716"/>
                </a:lnTo>
                <a:lnTo>
                  <a:pt x="605" y="1917"/>
                </a:lnTo>
                <a:lnTo>
                  <a:pt x="464" y="2119"/>
                </a:lnTo>
                <a:lnTo>
                  <a:pt x="343" y="2301"/>
                </a:lnTo>
                <a:lnTo>
                  <a:pt x="242" y="2523"/>
                </a:lnTo>
                <a:lnTo>
                  <a:pt x="141" y="2725"/>
                </a:lnTo>
                <a:lnTo>
                  <a:pt x="81" y="2926"/>
                </a:lnTo>
                <a:lnTo>
                  <a:pt x="20" y="3128"/>
                </a:lnTo>
                <a:lnTo>
                  <a:pt x="0" y="3330"/>
                </a:lnTo>
                <a:lnTo>
                  <a:pt x="0" y="3572"/>
                </a:lnTo>
                <a:lnTo>
                  <a:pt x="40" y="3774"/>
                </a:lnTo>
                <a:lnTo>
                  <a:pt x="121" y="3976"/>
                </a:lnTo>
                <a:lnTo>
                  <a:pt x="222" y="4178"/>
                </a:lnTo>
                <a:lnTo>
                  <a:pt x="363" y="4339"/>
                </a:lnTo>
                <a:lnTo>
                  <a:pt x="525" y="4501"/>
                </a:lnTo>
                <a:lnTo>
                  <a:pt x="747" y="4662"/>
                </a:lnTo>
                <a:lnTo>
                  <a:pt x="969" y="4783"/>
                </a:lnTo>
                <a:lnTo>
                  <a:pt x="1614" y="5106"/>
                </a:lnTo>
                <a:lnTo>
                  <a:pt x="2280" y="5368"/>
                </a:lnTo>
                <a:lnTo>
                  <a:pt x="2946" y="5631"/>
                </a:lnTo>
                <a:lnTo>
                  <a:pt x="3632" y="5853"/>
                </a:lnTo>
                <a:lnTo>
                  <a:pt x="4319" y="6034"/>
                </a:lnTo>
                <a:lnTo>
                  <a:pt x="5025" y="6196"/>
                </a:lnTo>
                <a:lnTo>
                  <a:pt x="5731" y="6337"/>
                </a:lnTo>
                <a:lnTo>
                  <a:pt x="6438" y="6438"/>
                </a:lnTo>
                <a:lnTo>
                  <a:pt x="7144" y="6498"/>
                </a:lnTo>
                <a:lnTo>
                  <a:pt x="7790" y="6519"/>
                </a:lnTo>
                <a:lnTo>
                  <a:pt x="8234" y="6519"/>
                </a:lnTo>
                <a:lnTo>
                  <a:pt x="8637" y="6478"/>
                </a:lnTo>
                <a:lnTo>
                  <a:pt x="9041" y="6418"/>
                </a:lnTo>
                <a:lnTo>
                  <a:pt x="9424" y="6357"/>
                </a:lnTo>
                <a:lnTo>
                  <a:pt x="9767" y="6256"/>
                </a:lnTo>
                <a:lnTo>
                  <a:pt x="10110" y="6135"/>
                </a:lnTo>
                <a:lnTo>
                  <a:pt x="10433" y="5974"/>
                </a:lnTo>
                <a:lnTo>
                  <a:pt x="10736" y="5812"/>
                </a:lnTo>
                <a:lnTo>
                  <a:pt x="10917" y="5691"/>
                </a:lnTo>
                <a:lnTo>
                  <a:pt x="11079" y="5570"/>
                </a:lnTo>
                <a:lnTo>
                  <a:pt x="11240" y="5429"/>
                </a:lnTo>
                <a:lnTo>
                  <a:pt x="11382" y="5308"/>
                </a:lnTo>
                <a:lnTo>
                  <a:pt x="11503" y="5166"/>
                </a:lnTo>
                <a:lnTo>
                  <a:pt x="11604" y="5005"/>
                </a:lnTo>
                <a:lnTo>
                  <a:pt x="11704" y="4864"/>
                </a:lnTo>
                <a:lnTo>
                  <a:pt x="11785" y="4702"/>
                </a:lnTo>
                <a:lnTo>
                  <a:pt x="11886" y="4440"/>
                </a:lnTo>
                <a:lnTo>
                  <a:pt x="11947" y="4137"/>
                </a:lnTo>
                <a:lnTo>
                  <a:pt x="11967" y="3855"/>
                </a:lnTo>
                <a:lnTo>
                  <a:pt x="11947" y="3552"/>
                </a:lnTo>
                <a:lnTo>
                  <a:pt x="11886" y="3249"/>
                </a:lnTo>
                <a:lnTo>
                  <a:pt x="11805" y="2947"/>
                </a:lnTo>
                <a:lnTo>
                  <a:pt x="11664" y="2644"/>
                </a:lnTo>
                <a:lnTo>
                  <a:pt x="11483" y="2361"/>
                </a:lnTo>
                <a:lnTo>
                  <a:pt x="11341" y="2160"/>
                </a:lnTo>
                <a:lnTo>
                  <a:pt x="11160" y="1938"/>
                </a:lnTo>
                <a:lnTo>
                  <a:pt x="10958" y="1736"/>
                </a:lnTo>
                <a:lnTo>
                  <a:pt x="10716" y="1554"/>
                </a:lnTo>
                <a:lnTo>
                  <a:pt x="10474" y="1373"/>
                </a:lnTo>
                <a:lnTo>
                  <a:pt x="10211" y="1191"/>
                </a:lnTo>
                <a:lnTo>
                  <a:pt x="9908" y="1030"/>
                </a:lnTo>
                <a:lnTo>
                  <a:pt x="9606" y="868"/>
                </a:lnTo>
                <a:lnTo>
                  <a:pt x="9182" y="666"/>
                </a:lnTo>
                <a:lnTo>
                  <a:pt x="8758" y="505"/>
                </a:lnTo>
                <a:lnTo>
                  <a:pt x="8314" y="364"/>
                </a:lnTo>
                <a:lnTo>
                  <a:pt x="7870" y="243"/>
                </a:lnTo>
                <a:lnTo>
                  <a:pt x="7406" y="142"/>
                </a:lnTo>
                <a:lnTo>
                  <a:pt x="6942" y="81"/>
                </a:lnTo>
                <a:lnTo>
                  <a:pt x="6478" y="21"/>
                </a:lnTo>
                <a:lnTo>
                  <a:pt x="601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4" name="Google Shape;5564;p69"/>
          <p:cNvSpPr/>
          <p:nvPr/>
        </p:nvSpPr>
        <p:spPr>
          <a:xfrm>
            <a:off x="-332032" y="4187869"/>
            <a:ext cx="235874" cy="188464"/>
          </a:xfrm>
          <a:custGeom>
            <a:rect b="b" l="l" r="r" t="t"/>
            <a:pathLst>
              <a:path extrusionOk="0" h="3371" w="4219">
                <a:moveTo>
                  <a:pt x="3875" y="81"/>
                </a:moveTo>
                <a:lnTo>
                  <a:pt x="3976" y="101"/>
                </a:lnTo>
                <a:lnTo>
                  <a:pt x="4057" y="182"/>
                </a:lnTo>
                <a:lnTo>
                  <a:pt x="4097" y="263"/>
                </a:lnTo>
                <a:lnTo>
                  <a:pt x="4137" y="363"/>
                </a:lnTo>
                <a:lnTo>
                  <a:pt x="4137" y="464"/>
                </a:lnTo>
                <a:lnTo>
                  <a:pt x="4137" y="585"/>
                </a:lnTo>
                <a:lnTo>
                  <a:pt x="4077" y="807"/>
                </a:lnTo>
                <a:lnTo>
                  <a:pt x="3936" y="1130"/>
                </a:lnTo>
                <a:lnTo>
                  <a:pt x="3794" y="1433"/>
                </a:lnTo>
                <a:lnTo>
                  <a:pt x="3613" y="1715"/>
                </a:lnTo>
                <a:lnTo>
                  <a:pt x="3411" y="1998"/>
                </a:lnTo>
                <a:lnTo>
                  <a:pt x="3189" y="2240"/>
                </a:lnTo>
                <a:lnTo>
                  <a:pt x="2947" y="2482"/>
                </a:lnTo>
                <a:lnTo>
                  <a:pt x="2684" y="2684"/>
                </a:lnTo>
                <a:lnTo>
                  <a:pt x="2422" y="2866"/>
                </a:lnTo>
                <a:lnTo>
                  <a:pt x="2180" y="2967"/>
                </a:lnTo>
                <a:lnTo>
                  <a:pt x="1897" y="3088"/>
                </a:lnTo>
                <a:lnTo>
                  <a:pt x="1575" y="3189"/>
                </a:lnTo>
                <a:lnTo>
                  <a:pt x="1252" y="3249"/>
                </a:lnTo>
                <a:lnTo>
                  <a:pt x="929" y="3290"/>
                </a:lnTo>
                <a:lnTo>
                  <a:pt x="626" y="3290"/>
                </a:lnTo>
                <a:lnTo>
                  <a:pt x="505" y="3269"/>
                </a:lnTo>
                <a:lnTo>
                  <a:pt x="384" y="3249"/>
                </a:lnTo>
                <a:lnTo>
                  <a:pt x="283" y="3209"/>
                </a:lnTo>
                <a:lnTo>
                  <a:pt x="202" y="3148"/>
                </a:lnTo>
                <a:lnTo>
                  <a:pt x="142" y="3088"/>
                </a:lnTo>
                <a:lnTo>
                  <a:pt x="122" y="3007"/>
                </a:lnTo>
                <a:lnTo>
                  <a:pt x="101" y="2926"/>
                </a:lnTo>
                <a:lnTo>
                  <a:pt x="81" y="2846"/>
                </a:lnTo>
                <a:lnTo>
                  <a:pt x="101" y="2745"/>
                </a:lnTo>
                <a:lnTo>
                  <a:pt x="122" y="2624"/>
                </a:lnTo>
                <a:lnTo>
                  <a:pt x="222" y="2381"/>
                </a:lnTo>
                <a:lnTo>
                  <a:pt x="344" y="2159"/>
                </a:lnTo>
                <a:lnTo>
                  <a:pt x="485" y="1958"/>
                </a:lnTo>
                <a:lnTo>
                  <a:pt x="666" y="1756"/>
                </a:lnTo>
                <a:lnTo>
                  <a:pt x="848" y="1574"/>
                </a:lnTo>
                <a:lnTo>
                  <a:pt x="1070" y="1393"/>
                </a:lnTo>
                <a:lnTo>
                  <a:pt x="1292" y="1231"/>
                </a:lnTo>
                <a:lnTo>
                  <a:pt x="1534" y="1070"/>
                </a:lnTo>
                <a:lnTo>
                  <a:pt x="1776" y="928"/>
                </a:lnTo>
                <a:lnTo>
                  <a:pt x="2261" y="666"/>
                </a:lnTo>
                <a:lnTo>
                  <a:pt x="2765" y="444"/>
                </a:lnTo>
                <a:lnTo>
                  <a:pt x="3229" y="263"/>
                </a:lnTo>
                <a:lnTo>
                  <a:pt x="3653" y="101"/>
                </a:lnTo>
                <a:lnTo>
                  <a:pt x="3774" y="81"/>
                </a:lnTo>
                <a:close/>
                <a:moveTo>
                  <a:pt x="3754" y="0"/>
                </a:moveTo>
                <a:lnTo>
                  <a:pt x="3633" y="41"/>
                </a:lnTo>
                <a:lnTo>
                  <a:pt x="3209" y="182"/>
                </a:lnTo>
                <a:lnTo>
                  <a:pt x="2725" y="363"/>
                </a:lnTo>
                <a:lnTo>
                  <a:pt x="2220" y="606"/>
                </a:lnTo>
                <a:lnTo>
                  <a:pt x="1716" y="868"/>
                </a:lnTo>
                <a:lnTo>
                  <a:pt x="1474" y="1009"/>
                </a:lnTo>
                <a:lnTo>
                  <a:pt x="1231" y="1171"/>
                </a:lnTo>
                <a:lnTo>
                  <a:pt x="1009" y="1352"/>
                </a:lnTo>
                <a:lnTo>
                  <a:pt x="787" y="1514"/>
                </a:lnTo>
                <a:lnTo>
                  <a:pt x="606" y="1715"/>
                </a:lnTo>
                <a:lnTo>
                  <a:pt x="424" y="1917"/>
                </a:lnTo>
                <a:lnTo>
                  <a:pt x="283" y="2119"/>
                </a:lnTo>
                <a:lnTo>
                  <a:pt x="142" y="2341"/>
                </a:lnTo>
                <a:lnTo>
                  <a:pt x="81" y="2482"/>
                </a:lnTo>
                <a:lnTo>
                  <a:pt x="41" y="2624"/>
                </a:lnTo>
                <a:lnTo>
                  <a:pt x="21" y="2745"/>
                </a:lnTo>
                <a:lnTo>
                  <a:pt x="0" y="2866"/>
                </a:lnTo>
                <a:lnTo>
                  <a:pt x="21" y="2967"/>
                </a:lnTo>
                <a:lnTo>
                  <a:pt x="41" y="3047"/>
                </a:lnTo>
                <a:lnTo>
                  <a:pt x="81" y="3128"/>
                </a:lnTo>
                <a:lnTo>
                  <a:pt x="142" y="3209"/>
                </a:lnTo>
                <a:lnTo>
                  <a:pt x="263" y="3290"/>
                </a:lnTo>
                <a:lnTo>
                  <a:pt x="404" y="3330"/>
                </a:lnTo>
                <a:lnTo>
                  <a:pt x="586" y="3370"/>
                </a:lnTo>
                <a:lnTo>
                  <a:pt x="989" y="3370"/>
                </a:lnTo>
                <a:lnTo>
                  <a:pt x="1211" y="3350"/>
                </a:lnTo>
                <a:lnTo>
                  <a:pt x="1453" y="3290"/>
                </a:lnTo>
                <a:lnTo>
                  <a:pt x="1675" y="3229"/>
                </a:lnTo>
                <a:lnTo>
                  <a:pt x="2119" y="3088"/>
                </a:lnTo>
                <a:lnTo>
                  <a:pt x="2301" y="3007"/>
                </a:lnTo>
                <a:lnTo>
                  <a:pt x="2462" y="2926"/>
                </a:lnTo>
                <a:lnTo>
                  <a:pt x="2745" y="2745"/>
                </a:lnTo>
                <a:lnTo>
                  <a:pt x="3007" y="2543"/>
                </a:lnTo>
                <a:lnTo>
                  <a:pt x="3249" y="2301"/>
                </a:lnTo>
                <a:lnTo>
                  <a:pt x="3471" y="2038"/>
                </a:lnTo>
                <a:lnTo>
                  <a:pt x="3673" y="1776"/>
                </a:lnTo>
                <a:lnTo>
                  <a:pt x="3855" y="1473"/>
                </a:lnTo>
                <a:lnTo>
                  <a:pt x="4016" y="1150"/>
                </a:lnTo>
                <a:lnTo>
                  <a:pt x="4137" y="828"/>
                </a:lnTo>
                <a:lnTo>
                  <a:pt x="4218" y="585"/>
                </a:lnTo>
                <a:lnTo>
                  <a:pt x="4218" y="464"/>
                </a:lnTo>
                <a:lnTo>
                  <a:pt x="4218" y="343"/>
                </a:lnTo>
                <a:lnTo>
                  <a:pt x="4178" y="222"/>
                </a:lnTo>
                <a:lnTo>
                  <a:pt x="4097" y="121"/>
                </a:lnTo>
                <a:lnTo>
                  <a:pt x="3996" y="41"/>
                </a:lnTo>
                <a:lnTo>
                  <a:pt x="395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5" name="Google Shape;5565;p69"/>
          <p:cNvSpPr/>
          <p:nvPr/>
        </p:nvSpPr>
        <p:spPr>
          <a:xfrm flipH="1" rot="-6644194">
            <a:off x="7670526" y="2265459"/>
            <a:ext cx="1826641" cy="1093256"/>
          </a:xfrm>
          <a:custGeom>
            <a:rect b="b" l="l" r="r" t="t"/>
            <a:pathLst>
              <a:path extrusionOk="0" h="19555" w="32673">
                <a:moveTo>
                  <a:pt x="4340" y="81"/>
                </a:moveTo>
                <a:lnTo>
                  <a:pt x="4622" y="101"/>
                </a:lnTo>
                <a:lnTo>
                  <a:pt x="4885" y="121"/>
                </a:lnTo>
                <a:lnTo>
                  <a:pt x="5167" y="161"/>
                </a:lnTo>
                <a:lnTo>
                  <a:pt x="5450" y="222"/>
                </a:lnTo>
                <a:lnTo>
                  <a:pt x="5712" y="283"/>
                </a:lnTo>
                <a:lnTo>
                  <a:pt x="6216" y="444"/>
                </a:lnTo>
                <a:lnTo>
                  <a:pt x="6640" y="626"/>
                </a:lnTo>
                <a:lnTo>
                  <a:pt x="7003" y="787"/>
                </a:lnTo>
                <a:lnTo>
                  <a:pt x="7266" y="928"/>
                </a:lnTo>
                <a:lnTo>
                  <a:pt x="7629" y="1130"/>
                </a:lnTo>
                <a:lnTo>
                  <a:pt x="7972" y="1352"/>
                </a:lnTo>
                <a:lnTo>
                  <a:pt x="8315" y="1594"/>
                </a:lnTo>
                <a:lnTo>
                  <a:pt x="8658" y="1836"/>
                </a:lnTo>
                <a:lnTo>
                  <a:pt x="9324" y="2341"/>
                </a:lnTo>
                <a:lnTo>
                  <a:pt x="9950" y="2866"/>
                </a:lnTo>
                <a:lnTo>
                  <a:pt x="10918" y="3632"/>
                </a:lnTo>
                <a:lnTo>
                  <a:pt x="11746" y="4258"/>
                </a:lnTo>
                <a:lnTo>
                  <a:pt x="12613" y="4843"/>
                </a:lnTo>
                <a:lnTo>
                  <a:pt x="13481" y="5388"/>
                </a:lnTo>
                <a:lnTo>
                  <a:pt x="14369" y="5913"/>
                </a:lnTo>
                <a:lnTo>
                  <a:pt x="15297" y="6397"/>
                </a:lnTo>
                <a:lnTo>
                  <a:pt x="16226" y="6861"/>
                </a:lnTo>
                <a:lnTo>
                  <a:pt x="17174" y="7285"/>
                </a:lnTo>
                <a:lnTo>
                  <a:pt x="18143" y="7709"/>
                </a:lnTo>
                <a:lnTo>
                  <a:pt x="19132" y="8092"/>
                </a:lnTo>
                <a:lnTo>
                  <a:pt x="20120" y="8476"/>
                </a:lnTo>
                <a:lnTo>
                  <a:pt x="21129" y="8839"/>
                </a:lnTo>
                <a:lnTo>
                  <a:pt x="22138" y="9182"/>
                </a:lnTo>
                <a:lnTo>
                  <a:pt x="23168" y="9505"/>
                </a:lnTo>
                <a:lnTo>
                  <a:pt x="24217" y="9848"/>
                </a:lnTo>
                <a:lnTo>
                  <a:pt x="26316" y="10473"/>
                </a:lnTo>
                <a:lnTo>
                  <a:pt x="26376" y="10494"/>
                </a:lnTo>
                <a:lnTo>
                  <a:pt x="27627" y="10877"/>
                </a:lnTo>
                <a:lnTo>
                  <a:pt x="28253" y="11079"/>
                </a:lnTo>
                <a:lnTo>
                  <a:pt x="28879" y="11301"/>
                </a:lnTo>
                <a:lnTo>
                  <a:pt x="29484" y="11523"/>
                </a:lnTo>
                <a:lnTo>
                  <a:pt x="30089" y="11805"/>
                </a:lnTo>
                <a:lnTo>
                  <a:pt x="30675" y="12088"/>
                </a:lnTo>
                <a:lnTo>
                  <a:pt x="31240" y="12411"/>
                </a:lnTo>
                <a:lnTo>
                  <a:pt x="31583" y="12633"/>
                </a:lnTo>
                <a:lnTo>
                  <a:pt x="31744" y="12754"/>
                </a:lnTo>
                <a:lnTo>
                  <a:pt x="31906" y="12895"/>
                </a:lnTo>
                <a:lnTo>
                  <a:pt x="32067" y="13036"/>
                </a:lnTo>
                <a:lnTo>
                  <a:pt x="32208" y="13198"/>
                </a:lnTo>
                <a:lnTo>
                  <a:pt x="32329" y="13379"/>
                </a:lnTo>
                <a:lnTo>
                  <a:pt x="32450" y="13581"/>
                </a:lnTo>
                <a:lnTo>
                  <a:pt x="32511" y="13763"/>
                </a:lnTo>
                <a:lnTo>
                  <a:pt x="32572" y="13965"/>
                </a:lnTo>
                <a:lnTo>
                  <a:pt x="32592" y="14166"/>
                </a:lnTo>
                <a:lnTo>
                  <a:pt x="32592" y="14368"/>
                </a:lnTo>
                <a:lnTo>
                  <a:pt x="32551" y="14570"/>
                </a:lnTo>
                <a:lnTo>
                  <a:pt x="32471" y="14772"/>
                </a:lnTo>
                <a:lnTo>
                  <a:pt x="32370" y="14953"/>
                </a:lnTo>
                <a:lnTo>
                  <a:pt x="32289" y="15034"/>
                </a:lnTo>
                <a:lnTo>
                  <a:pt x="32208" y="15095"/>
                </a:lnTo>
                <a:lnTo>
                  <a:pt x="32067" y="15196"/>
                </a:lnTo>
                <a:lnTo>
                  <a:pt x="31926" y="15256"/>
                </a:lnTo>
                <a:lnTo>
                  <a:pt x="31764" y="15317"/>
                </a:lnTo>
                <a:lnTo>
                  <a:pt x="31603" y="15337"/>
                </a:lnTo>
                <a:lnTo>
                  <a:pt x="31421" y="15357"/>
                </a:lnTo>
                <a:lnTo>
                  <a:pt x="31240" y="15377"/>
                </a:lnTo>
                <a:lnTo>
                  <a:pt x="30876" y="15357"/>
                </a:lnTo>
                <a:lnTo>
                  <a:pt x="29625" y="15276"/>
                </a:lnTo>
                <a:lnTo>
                  <a:pt x="28354" y="15196"/>
                </a:lnTo>
                <a:lnTo>
                  <a:pt x="25872" y="14974"/>
                </a:lnTo>
                <a:lnTo>
                  <a:pt x="24116" y="14832"/>
                </a:lnTo>
                <a:lnTo>
                  <a:pt x="22360" y="14691"/>
                </a:lnTo>
                <a:lnTo>
                  <a:pt x="20585" y="14590"/>
                </a:lnTo>
                <a:lnTo>
                  <a:pt x="19697" y="14550"/>
                </a:lnTo>
                <a:lnTo>
                  <a:pt x="18809" y="14530"/>
                </a:lnTo>
                <a:lnTo>
                  <a:pt x="17073" y="14530"/>
                </a:lnTo>
                <a:lnTo>
                  <a:pt x="16226" y="14570"/>
                </a:lnTo>
                <a:lnTo>
                  <a:pt x="15398" y="14631"/>
                </a:lnTo>
                <a:lnTo>
                  <a:pt x="14591" y="14691"/>
                </a:lnTo>
                <a:lnTo>
                  <a:pt x="13824" y="14792"/>
                </a:lnTo>
                <a:lnTo>
                  <a:pt x="13057" y="14893"/>
                </a:lnTo>
                <a:lnTo>
                  <a:pt x="12311" y="15034"/>
                </a:lnTo>
                <a:lnTo>
                  <a:pt x="11584" y="15175"/>
                </a:lnTo>
                <a:lnTo>
                  <a:pt x="10878" y="15337"/>
                </a:lnTo>
                <a:lnTo>
                  <a:pt x="10192" y="15539"/>
                </a:lnTo>
                <a:lnTo>
                  <a:pt x="9526" y="15740"/>
                </a:lnTo>
                <a:lnTo>
                  <a:pt x="8880" y="15962"/>
                </a:lnTo>
                <a:lnTo>
                  <a:pt x="8255" y="16205"/>
                </a:lnTo>
                <a:lnTo>
                  <a:pt x="7629" y="16487"/>
                </a:lnTo>
                <a:lnTo>
                  <a:pt x="7024" y="16770"/>
                </a:lnTo>
                <a:lnTo>
                  <a:pt x="6539" y="17012"/>
                </a:lnTo>
                <a:lnTo>
                  <a:pt x="6055" y="17294"/>
                </a:lnTo>
                <a:lnTo>
                  <a:pt x="5086" y="17839"/>
                </a:lnTo>
                <a:lnTo>
                  <a:pt x="4441" y="18202"/>
                </a:lnTo>
                <a:lnTo>
                  <a:pt x="3775" y="18586"/>
                </a:lnTo>
                <a:lnTo>
                  <a:pt x="3089" y="18929"/>
                </a:lnTo>
                <a:lnTo>
                  <a:pt x="2382" y="19252"/>
                </a:lnTo>
                <a:lnTo>
                  <a:pt x="2160" y="19353"/>
                </a:lnTo>
                <a:lnTo>
                  <a:pt x="1918" y="19413"/>
                </a:lnTo>
                <a:lnTo>
                  <a:pt x="1676" y="19454"/>
                </a:lnTo>
                <a:lnTo>
                  <a:pt x="1434" y="19454"/>
                </a:lnTo>
                <a:lnTo>
                  <a:pt x="1333" y="19413"/>
                </a:lnTo>
                <a:lnTo>
                  <a:pt x="1212" y="19373"/>
                </a:lnTo>
                <a:lnTo>
                  <a:pt x="1030" y="19272"/>
                </a:lnTo>
                <a:lnTo>
                  <a:pt x="869" y="19111"/>
                </a:lnTo>
                <a:lnTo>
                  <a:pt x="748" y="18949"/>
                </a:lnTo>
                <a:lnTo>
                  <a:pt x="627" y="18788"/>
                </a:lnTo>
                <a:lnTo>
                  <a:pt x="546" y="18606"/>
                </a:lnTo>
                <a:lnTo>
                  <a:pt x="425" y="18324"/>
                </a:lnTo>
                <a:lnTo>
                  <a:pt x="324" y="18001"/>
                </a:lnTo>
                <a:lnTo>
                  <a:pt x="263" y="17678"/>
                </a:lnTo>
                <a:lnTo>
                  <a:pt x="203" y="17335"/>
                </a:lnTo>
                <a:lnTo>
                  <a:pt x="162" y="16992"/>
                </a:lnTo>
                <a:lnTo>
                  <a:pt x="122" y="16326"/>
                </a:lnTo>
                <a:lnTo>
                  <a:pt x="102" y="15660"/>
                </a:lnTo>
                <a:lnTo>
                  <a:pt x="102" y="14368"/>
                </a:lnTo>
                <a:lnTo>
                  <a:pt x="82" y="13137"/>
                </a:lnTo>
                <a:lnTo>
                  <a:pt x="102" y="11947"/>
                </a:lnTo>
                <a:lnTo>
                  <a:pt x="122" y="10756"/>
                </a:lnTo>
                <a:lnTo>
                  <a:pt x="203" y="9485"/>
                </a:lnTo>
                <a:lnTo>
                  <a:pt x="324" y="8274"/>
                </a:lnTo>
                <a:lnTo>
                  <a:pt x="405" y="7689"/>
                </a:lnTo>
                <a:lnTo>
                  <a:pt x="485" y="7124"/>
                </a:lnTo>
                <a:lnTo>
                  <a:pt x="586" y="6579"/>
                </a:lnTo>
                <a:lnTo>
                  <a:pt x="687" y="6054"/>
                </a:lnTo>
                <a:lnTo>
                  <a:pt x="808" y="5529"/>
                </a:lnTo>
                <a:lnTo>
                  <a:pt x="929" y="5025"/>
                </a:lnTo>
                <a:lnTo>
                  <a:pt x="1071" y="4541"/>
                </a:lnTo>
                <a:lnTo>
                  <a:pt x="1232" y="4056"/>
                </a:lnTo>
                <a:lnTo>
                  <a:pt x="1393" y="3592"/>
                </a:lnTo>
                <a:lnTo>
                  <a:pt x="1555" y="3128"/>
                </a:lnTo>
                <a:lnTo>
                  <a:pt x="1736" y="2684"/>
                </a:lnTo>
                <a:lnTo>
                  <a:pt x="1938" y="2260"/>
                </a:lnTo>
                <a:lnTo>
                  <a:pt x="2039" y="2038"/>
                </a:lnTo>
                <a:lnTo>
                  <a:pt x="2301" y="1493"/>
                </a:lnTo>
                <a:lnTo>
                  <a:pt x="2463" y="1231"/>
                </a:lnTo>
                <a:lnTo>
                  <a:pt x="2624" y="969"/>
                </a:lnTo>
                <a:lnTo>
                  <a:pt x="2806" y="727"/>
                </a:lnTo>
                <a:lnTo>
                  <a:pt x="3008" y="525"/>
                </a:lnTo>
                <a:lnTo>
                  <a:pt x="3129" y="444"/>
                </a:lnTo>
                <a:lnTo>
                  <a:pt x="3250" y="363"/>
                </a:lnTo>
                <a:lnTo>
                  <a:pt x="3391" y="283"/>
                </a:lnTo>
                <a:lnTo>
                  <a:pt x="3532" y="222"/>
                </a:lnTo>
                <a:lnTo>
                  <a:pt x="3795" y="161"/>
                </a:lnTo>
                <a:lnTo>
                  <a:pt x="4057" y="101"/>
                </a:lnTo>
                <a:lnTo>
                  <a:pt x="4340" y="81"/>
                </a:lnTo>
                <a:close/>
                <a:moveTo>
                  <a:pt x="4360" y="0"/>
                </a:moveTo>
                <a:lnTo>
                  <a:pt x="3997" y="40"/>
                </a:lnTo>
                <a:lnTo>
                  <a:pt x="3714" y="81"/>
                </a:lnTo>
                <a:lnTo>
                  <a:pt x="3492" y="161"/>
                </a:lnTo>
                <a:lnTo>
                  <a:pt x="3351" y="222"/>
                </a:lnTo>
                <a:lnTo>
                  <a:pt x="3210" y="283"/>
                </a:lnTo>
                <a:lnTo>
                  <a:pt x="3089" y="363"/>
                </a:lnTo>
                <a:lnTo>
                  <a:pt x="2967" y="464"/>
                </a:lnTo>
                <a:lnTo>
                  <a:pt x="2745" y="666"/>
                </a:lnTo>
                <a:lnTo>
                  <a:pt x="2564" y="908"/>
                </a:lnTo>
                <a:lnTo>
                  <a:pt x="2382" y="1170"/>
                </a:lnTo>
                <a:lnTo>
                  <a:pt x="2241" y="1453"/>
                </a:lnTo>
                <a:lnTo>
                  <a:pt x="1958" y="2018"/>
                </a:lnTo>
                <a:lnTo>
                  <a:pt x="1878" y="2220"/>
                </a:lnTo>
                <a:lnTo>
                  <a:pt x="1676" y="2664"/>
                </a:lnTo>
                <a:lnTo>
                  <a:pt x="1494" y="3108"/>
                </a:lnTo>
                <a:lnTo>
                  <a:pt x="1313" y="3552"/>
                </a:lnTo>
                <a:lnTo>
                  <a:pt x="1151" y="4036"/>
                </a:lnTo>
                <a:lnTo>
                  <a:pt x="990" y="4500"/>
                </a:lnTo>
                <a:lnTo>
                  <a:pt x="849" y="5005"/>
                </a:lnTo>
                <a:lnTo>
                  <a:pt x="727" y="5509"/>
                </a:lnTo>
                <a:lnTo>
                  <a:pt x="606" y="6034"/>
                </a:lnTo>
                <a:lnTo>
                  <a:pt x="505" y="6559"/>
                </a:lnTo>
                <a:lnTo>
                  <a:pt x="405" y="7103"/>
                </a:lnTo>
                <a:lnTo>
                  <a:pt x="324" y="7668"/>
                </a:lnTo>
                <a:lnTo>
                  <a:pt x="243" y="8254"/>
                </a:lnTo>
                <a:lnTo>
                  <a:pt x="122" y="9464"/>
                </a:lnTo>
                <a:lnTo>
                  <a:pt x="41" y="10756"/>
                </a:lnTo>
                <a:lnTo>
                  <a:pt x="21" y="11947"/>
                </a:lnTo>
                <a:lnTo>
                  <a:pt x="1" y="13137"/>
                </a:lnTo>
                <a:lnTo>
                  <a:pt x="21" y="14368"/>
                </a:lnTo>
                <a:lnTo>
                  <a:pt x="21" y="15660"/>
                </a:lnTo>
                <a:lnTo>
                  <a:pt x="41" y="16326"/>
                </a:lnTo>
                <a:lnTo>
                  <a:pt x="82" y="17012"/>
                </a:lnTo>
                <a:lnTo>
                  <a:pt x="122" y="17355"/>
                </a:lnTo>
                <a:lnTo>
                  <a:pt x="183" y="17678"/>
                </a:lnTo>
                <a:lnTo>
                  <a:pt x="263" y="18021"/>
                </a:lnTo>
                <a:lnTo>
                  <a:pt x="344" y="18344"/>
                </a:lnTo>
                <a:lnTo>
                  <a:pt x="405" y="18505"/>
                </a:lnTo>
                <a:lnTo>
                  <a:pt x="485" y="18687"/>
                </a:lnTo>
                <a:lnTo>
                  <a:pt x="586" y="18868"/>
                </a:lnTo>
                <a:lnTo>
                  <a:pt x="707" y="19030"/>
                </a:lnTo>
                <a:lnTo>
                  <a:pt x="849" y="19211"/>
                </a:lnTo>
                <a:lnTo>
                  <a:pt x="1010" y="19353"/>
                </a:lnTo>
                <a:lnTo>
                  <a:pt x="1192" y="19454"/>
                </a:lnTo>
                <a:lnTo>
                  <a:pt x="1313" y="19494"/>
                </a:lnTo>
                <a:lnTo>
                  <a:pt x="1414" y="19534"/>
                </a:lnTo>
                <a:lnTo>
                  <a:pt x="1615" y="19555"/>
                </a:lnTo>
                <a:lnTo>
                  <a:pt x="1817" y="19534"/>
                </a:lnTo>
                <a:lnTo>
                  <a:pt x="2039" y="19474"/>
                </a:lnTo>
                <a:lnTo>
                  <a:pt x="2241" y="19413"/>
                </a:lnTo>
                <a:lnTo>
                  <a:pt x="2423" y="19333"/>
                </a:lnTo>
                <a:lnTo>
                  <a:pt x="3129" y="19010"/>
                </a:lnTo>
                <a:lnTo>
                  <a:pt x="3795" y="18646"/>
                </a:lnTo>
                <a:lnTo>
                  <a:pt x="4481" y="18283"/>
                </a:lnTo>
                <a:lnTo>
                  <a:pt x="5127" y="17900"/>
                </a:lnTo>
                <a:lnTo>
                  <a:pt x="6095" y="17355"/>
                </a:lnTo>
                <a:lnTo>
                  <a:pt x="6580" y="17093"/>
                </a:lnTo>
                <a:lnTo>
                  <a:pt x="7064" y="16830"/>
                </a:lnTo>
                <a:lnTo>
                  <a:pt x="7669" y="16548"/>
                </a:lnTo>
                <a:lnTo>
                  <a:pt x="8275" y="16285"/>
                </a:lnTo>
                <a:lnTo>
                  <a:pt x="8900" y="16043"/>
                </a:lnTo>
                <a:lnTo>
                  <a:pt x="9566" y="15821"/>
                </a:lnTo>
                <a:lnTo>
                  <a:pt x="10232" y="15619"/>
                </a:lnTo>
                <a:lnTo>
                  <a:pt x="10898" y="15418"/>
                </a:lnTo>
                <a:lnTo>
                  <a:pt x="11604" y="15256"/>
                </a:lnTo>
                <a:lnTo>
                  <a:pt x="12331" y="15115"/>
                </a:lnTo>
                <a:lnTo>
                  <a:pt x="13078" y="14974"/>
                </a:lnTo>
                <a:lnTo>
                  <a:pt x="13824" y="14873"/>
                </a:lnTo>
                <a:lnTo>
                  <a:pt x="14611" y="14772"/>
                </a:lnTo>
                <a:lnTo>
                  <a:pt x="15419" y="14711"/>
                </a:lnTo>
                <a:lnTo>
                  <a:pt x="16226" y="14651"/>
                </a:lnTo>
                <a:lnTo>
                  <a:pt x="17073" y="14610"/>
                </a:lnTo>
                <a:lnTo>
                  <a:pt x="18809" y="14610"/>
                </a:lnTo>
                <a:lnTo>
                  <a:pt x="19697" y="14631"/>
                </a:lnTo>
                <a:lnTo>
                  <a:pt x="20585" y="14671"/>
                </a:lnTo>
                <a:lnTo>
                  <a:pt x="22360" y="14772"/>
                </a:lnTo>
                <a:lnTo>
                  <a:pt x="24116" y="14913"/>
                </a:lnTo>
                <a:lnTo>
                  <a:pt x="25852" y="15054"/>
                </a:lnTo>
                <a:lnTo>
                  <a:pt x="28354" y="15276"/>
                </a:lnTo>
                <a:lnTo>
                  <a:pt x="29605" y="15357"/>
                </a:lnTo>
                <a:lnTo>
                  <a:pt x="30876" y="15438"/>
                </a:lnTo>
                <a:lnTo>
                  <a:pt x="31240" y="15458"/>
                </a:lnTo>
                <a:lnTo>
                  <a:pt x="31441" y="15438"/>
                </a:lnTo>
                <a:lnTo>
                  <a:pt x="31623" y="15418"/>
                </a:lnTo>
                <a:lnTo>
                  <a:pt x="31785" y="15397"/>
                </a:lnTo>
                <a:lnTo>
                  <a:pt x="31966" y="15337"/>
                </a:lnTo>
                <a:lnTo>
                  <a:pt x="32128" y="15256"/>
                </a:lnTo>
                <a:lnTo>
                  <a:pt x="32269" y="15155"/>
                </a:lnTo>
                <a:lnTo>
                  <a:pt x="32350" y="15075"/>
                </a:lnTo>
                <a:lnTo>
                  <a:pt x="32430" y="14994"/>
                </a:lnTo>
                <a:lnTo>
                  <a:pt x="32551" y="14812"/>
                </a:lnTo>
                <a:lnTo>
                  <a:pt x="32612" y="14610"/>
                </a:lnTo>
                <a:lnTo>
                  <a:pt x="32672" y="14388"/>
                </a:lnTo>
                <a:lnTo>
                  <a:pt x="32672" y="14166"/>
                </a:lnTo>
                <a:lnTo>
                  <a:pt x="32652" y="13944"/>
                </a:lnTo>
                <a:lnTo>
                  <a:pt x="32592" y="13743"/>
                </a:lnTo>
                <a:lnTo>
                  <a:pt x="32511" y="13541"/>
                </a:lnTo>
                <a:lnTo>
                  <a:pt x="32410" y="13339"/>
                </a:lnTo>
                <a:lnTo>
                  <a:pt x="32269" y="13157"/>
                </a:lnTo>
                <a:lnTo>
                  <a:pt x="32128" y="12996"/>
                </a:lnTo>
                <a:lnTo>
                  <a:pt x="31966" y="12835"/>
                </a:lnTo>
                <a:lnTo>
                  <a:pt x="31805" y="12693"/>
                </a:lnTo>
                <a:lnTo>
                  <a:pt x="31623" y="12572"/>
                </a:lnTo>
                <a:lnTo>
                  <a:pt x="31280" y="12350"/>
                </a:lnTo>
                <a:lnTo>
                  <a:pt x="30715" y="12027"/>
                </a:lnTo>
                <a:lnTo>
                  <a:pt x="30130" y="11725"/>
                </a:lnTo>
                <a:lnTo>
                  <a:pt x="29524" y="11462"/>
                </a:lnTo>
                <a:lnTo>
                  <a:pt x="28919" y="11220"/>
                </a:lnTo>
                <a:lnTo>
                  <a:pt x="28293" y="10998"/>
                </a:lnTo>
                <a:lnTo>
                  <a:pt x="27648" y="10796"/>
                </a:lnTo>
                <a:lnTo>
                  <a:pt x="26396" y="10413"/>
                </a:lnTo>
                <a:lnTo>
                  <a:pt x="26336" y="10393"/>
                </a:lnTo>
                <a:lnTo>
                  <a:pt x="24237" y="9767"/>
                </a:lnTo>
                <a:lnTo>
                  <a:pt x="23208" y="9444"/>
                </a:lnTo>
                <a:lnTo>
                  <a:pt x="22179" y="9101"/>
                </a:lnTo>
                <a:lnTo>
                  <a:pt x="21170" y="8758"/>
                </a:lnTo>
                <a:lnTo>
                  <a:pt x="20161" y="8395"/>
                </a:lnTo>
                <a:lnTo>
                  <a:pt x="19152" y="8032"/>
                </a:lnTo>
                <a:lnTo>
                  <a:pt x="18183" y="7628"/>
                </a:lnTo>
                <a:lnTo>
                  <a:pt x="17215" y="7224"/>
                </a:lnTo>
                <a:lnTo>
                  <a:pt x="16266" y="6781"/>
                </a:lnTo>
                <a:lnTo>
                  <a:pt x="15338" y="6316"/>
                </a:lnTo>
                <a:lnTo>
                  <a:pt x="14410" y="5832"/>
                </a:lnTo>
                <a:lnTo>
                  <a:pt x="13522" y="5328"/>
                </a:lnTo>
                <a:lnTo>
                  <a:pt x="12654" y="4783"/>
                </a:lnTo>
                <a:lnTo>
                  <a:pt x="11806" y="4197"/>
                </a:lnTo>
                <a:lnTo>
                  <a:pt x="10979" y="3572"/>
                </a:lnTo>
                <a:lnTo>
                  <a:pt x="10010" y="2805"/>
                </a:lnTo>
                <a:lnTo>
                  <a:pt x="9365" y="2280"/>
                </a:lnTo>
                <a:lnTo>
                  <a:pt x="8699" y="1776"/>
                </a:lnTo>
                <a:lnTo>
                  <a:pt x="8356" y="1514"/>
                </a:lnTo>
                <a:lnTo>
                  <a:pt x="8012" y="1292"/>
                </a:lnTo>
                <a:lnTo>
                  <a:pt x="7669" y="1070"/>
                </a:lnTo>
                <a:lnTo>
                  <a:pt x="7306" y="848"/>
                </a:lnTo>
                <a:lnTo>
                  <a:pt x="6923" y="666"/>
                </a:lnTo>
                <a:lnTo>
                  <a:pt x="6559" y="505"/>
                </a:lnTo>
                <a:lnTo>
                  <a:pt x="6216" y="363"/>
                </a:lnTo>
                <a:lnTo>
                  <a:pt x="5894" y="242"/>
                </a:lnTo>
                <a:lnTo>
                  <a:pt x="5591" y="161"/>
                </a:lnTo>
                <a:lnTo>
                  <a:pt x="5308" y="101"/>
                </a:lnTo>
                <a:lnTo>
                  <a:pt x="5046" y="61"/>
                </a:lnTo>
                <a:lnTo>
                  <a:pt x="4804" y="20"/>
                </a:lnTo>
                <a:lnTo>
                  <a:pt x="456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6" name="Google Shape;5566;p69"/>
          <p:cNvSpPr/>
          <p:nvPr/>
        </p:nvSpPr>
        <p:spPr>
          <a:xfrm flipH="1" rot="-6644194">
            <a:off x="8037132" y="2205232"/>
            <a:ext cx="794323" cy="541624"/>
          </a:xfrm>
          <a:custGeom>
            <a:rect b="b" l="l" r="r" t="t"/>
            <a:pathLst>
              <a:path extrusionOk="0" h="9688" w="14208">
                <a:moveTo>
                  <a:pt x="2765" y="81"/>
                </a:moveTo>
                <a:lnTo>
                  <a:pt x="2967" y="142"/>
                </a:lnTo>
                <a:lnTo>
                  <a:pt x="3189" y="223"/>
                </a:lnTo>
                <a:lnTo>
                  <a:pt x="3431" y="324"/>
                </a:lnTo>
                <a:lnTo>
                  <a:pt x="3694" y="465"/>
                </a:lnTo>
                <a:lnTo>
                  <a:pt x="3956" y="626"/>
                </a:lnTo>
                <a:lnTo>
                  <a:pt x="4218" y="828"/>
                </a:lnTo>
                <a:lnTo>
                  <a:pt x="4501" y="1070"/>
                </a:lnTo>
                <a:lnTo>
                  <a:pt x="5005" y="1474"/>
                </a:lnTo>
                <a:lnTo>
                  <a:pt x="5510" y="1837"/>
                </a:lnTo>
                <a:lnTo>
                  <a:pt x="6055" y="2200"/>
                </a:lnTo>
                <a:lnTo>
                  <a:pt x="6600" y="2523"/>
                </a:lnTo>
                <a:lnTo>
                  <a:pt x="7165" y="2826"/>
                </a:lnTo>
                <a:lnTo>
                  <a:pt x="7750" y="3088"/>
                </a:lnTo>
                <a:lnTo>
                  <a:pt x="8335" y="3330"/>
                </a:lnTo>
                <a:lnTo>
                  <a:pt x="8940" y="3532"/>
                </a:lnTo>
                <a:lnTo>
                  <a:pt x="9566" y="3714"/>
                </a:lnTo>
                <a:lnTo>
                  <a:pt x="10171" y="3895"/>
                </a:lnTo>
                <a:lnTo>
                  <a:pt x="11140" y="4158"/>
                </a:lnTo>
                <a:lnTo>
                  <a:pt x="11624" y="4319"/>
                </a:lnTo>
                <a:lnTo>
                  <a:pt x="12089" y="4481"/>
                </a:lnTo>
                <a:lnTo>
                  <a:pt x="12533" y="4683"/>
                </a:lnTo>
                <a:lnTo>
                  <a:pt x="12956" y="4904"/>
                </a:lnTo>
                <a:lnTo>
                  <a:pt x="13178" y="5046"/>
                </a:lnTo>
                <a:lnTo>
                  <a:pt x="13380" y="5167"/>
                </a:lnTo>
                <a:lnTo>
                  <a:pt x="13562" y="5328"/>
                </a:lnTo>
                <a:lnTo>
                  <a:pt x="13764" y="5490"/>
                </a:lnTo>
                <a:lnTo>
                  <a:pt x="13945" y="5671"/>
                </a:lnTo>
                <a:lnTo>
                  <a:pt x="14066" y="5853"/>
                </a:lnTo>
                <a:lnTo>
                  <a:pt x="14086" y="5934"/>
                </a:lnTo>
                <a:lnTo>
                  <a:pt x="14127" y="6014"/>
                </a:lnTo>
                <a:lnTo>
                  <a:pt x="14127" y="6095"/>
                </a:lnTo>
                <a:lnTo>
                  <a:pt x="14127" y="6176"/>
                </a:lnTo>
                <a:lnTo>
                  <a:pt x="14086" y="6317"/>
                </a:lnTo>
                <a:lnTo>
                  <a:pt x="14006" y="6458"/>
                </a:lnTo>
                <a:lnTo>
                  <a:pt x="13864" y="6579"/>
                </a:lnTo>
                <a:lnTo>
                  <a:pt x="13683" y="6721"/>
                </a:lnTo>
                <a:lnTo>
                  <a:pt x="13461" y="6842"/>
                </a:lnTo>
                <a:lnTo>
                  <a:pt x="13239" y="6963"/>
                </a:lnTo>
                <a:lnTo>
                  <a:pt x="12997" y="7064"/>
                </a:lnTo>
                <a:lnTo>
                  <a:pt x="12755" y="7165"/>
                </a:lnTo>
                <a:lnTo>
                  <a:pt x="12512" y="7225"/>
                </a:lnTo>
                <a:lnTo>
                  <a:pt x="12270" y="7286"/>
                </a:lnTo>
                <a:lnTo>
                  <a:pt x="11766" y="7387"/>
                </a:lnTo>
                <a:lnTo>
                  <a:pt x="11261" y="7447"/>
                </a:lnTo>
                <a:lnTo>
                  <a:pt x="10716" y="7467"/>
                </a:lnTo>
                <a:lnTo>
                  <a:pt x="9647" y="7488"/>
                </a:lnTo>
                <a:lnTo>
                  <a:pt x="8940" y="7508"/>
                </a:lnTo>
                <a:lnTo>
                  <a:pt x="8234" y="7528"/>
                </a:lnTo>
                <a:lnTo>
                  <a:pt x="7891" y="7548"/>
                </a:lnTo>
                <a:lnTo>
                  <a:pt x="7548" y="7588"/>
                </a:lnTo>
                <a:lnTo>
                  <a:pt x="7205" y="7649"/>
                </a:lnTo>
                <a:lnTo>
                  <a:pt x="6862" y="7710"/>
                </a:lnTo>
                <a:lnTo>
                  <a:pt x="6559" y="7790"/>
                </a:lnTo>
                <a:lnTo>
                  <a:pt x="6236" y="7891"/>
                </a:lnTo>
                <a:lnTo>
                  <a:pt x="5651" y="8113"/>
                </a:lnTo>
                <a:lnTo>
                  <a:pt x="5066" y="8375"/>
                </a:lnTo>
                <a:lnTo>
                  <a:pt x="4501" y="8658"/>
                </a:lnTo>
                <a:lnTo>
                  <a:pt x="3653" y="9041"/>
                </a:lnTo>
                <a:lnTo>
                  <a:pt x="3209" y="9223"/>
                </a:lnTo>
                <a:lnTo>
                  <a:pt x="2786" y="9384"/>
                </a:lnTo>
                <a:lnTo>
                  <a:pt x="2483" y="9485"/>
                </a:lnTo>
                <a:lnTo>
                  <a:pt x="2221" y="9546"/>
                </a:lnTo>
                <a:lnTo>
                  <a:pt x="1978" y="9586"/>
                </a:lnTo>
                <a:lnTo>
                  <a:pt x="1756" y="9606"/>
                </a:lnTo>
                <a:lnTo>
                  <a:pt x="1555" y="9606"/>
                </a:lnTo>
                <a:lnTo>
                  <a:pt x="1373" y="9586"/>
                </a:lnTo>
                <a:lnTo>
                  <a:pt x="1212" y="9566"/>
                </a:lnTo>
                <a:lnTo>
                  <a:pt x="1070" y="9526"/>
                </a:lnTo>
                <a:lnTo>
                  <a:pt x="929" y="9465"/>
                </a:lnTo>
                <a:lnTo>
                  <a:pt x="808" y="9405"/>
                </a:lnTo>
                <a:lnTo>
                  <a:pt x="626" y="9284"/>
                </a:lnTo>
                <a:lnTo>
                  <a:pt x="485" y="9162"/>
                </a:lnTo>
                <a:lnTo>
                  <a:pt x="404" y="9082"/>
                </a:lnTo>
                <a:lnTo>
                  <a:pt x="303" y="8920"/>
                </a:lnTo>
                <a:lnTo>
                  <a:pt x="243" y="8759"/>
                </a:lnTo>
                <a:lnTo>
                  <a:pt x="182" y="8597"/>
                </a:lnTo>
                <a:lnTo>
                  <a:pt x="142" y="8436"/>
                </a:lnTo>
                <a:lnTo>
                  <a:pt x="102" y="8073"/>
                </a:lnTo>
                <a:lnTo>
                  <a:pt x="81" y="7730"/>
                </a:lnTo>
                <a:lnTo>
                  <a:pt x="102" y="6983"/>
                </a:lnTo>
                <a:lnTo>
                  <a:pt x="142" y="6236"/>
                </a:lnTo>
                <a:lnTo>
                  <a:pt x="243" y="5470"/>
                </a:lnTo>
                <a:lnTo>
                  <a:pt x="364" y="4703"/>
                </a:lnTo>
                <a:lnTo>
                  <a:pt x="525" y="3895"/>
                </a:lnTo>
                <a:lnTo>
                  <a:pt x="727" y="3068"/>
                </a:lnTo>
                <a:lnTo>
                  <a:pt x="990" y="2200"/>
                </a:lnTo>
                <a:lnTo>
                  <a:pt x="1272" y="1292"/>
                </a:lnTo>
                <a:lnTo>
                  <a:pt x="1373" y="1050"/>
                </a:lnTo>
                <a:lnTo>
                  <a:pt x="1454" y="848"/>
                </a:lnTo>
                <a:lnTo>
                  <a:pt x="1575" y="667"/>
                </a:lnTo>
                <a:lnTo>
                  <a:pt x="1696" y="505"/>
                </a:lnTo>
                <a:lnTo>
                  <a:pt x="1817" y="364"/>
                </a:lnTo>
                <a:lnTo>
                  <a:pt x="1958" y="263"/>
                </a:lnTo>
                <a:lnTo>
                  <a:pt x="2099" y="162"/>
                </a:lnTo>
                <a:lnTo>
                  <a:pt x="2261" y="122"/>
                </a:lnTo>
                <a:lnTo>
                  <a:pt x="2402" y="81"/>
                </a:lnTo>
                <a:close/>
                <a:moveTo>
                  <a:pt x="2463" y="1"/>
                </a:moveTo>
                <a:lnTo>
                  <a:pt x="2241" y="41"/>
                </a:lnTo>
                <a:lnTo>
                  <a:pt x="2079" y="102"/>
                </a:lnTo>
                <a:lnTo>
                  <a:pt x="1918" y="182"/>
                </a:lnTo>
                <a:lnTo>
                  <a:pt x="1777" y="303"/>
                </a:lnTo>
                <a:lnTo>
                  <a:pt x="1635" y="445"/>
                </a:lnTo>
                <a:lnTo>
                  <a:pt x="1514" y="606"/>
                </a:lnTo>
                <a:lnTo>
                  <a:pt x="1393" y="808"/>
                </a:lnTo>
                <a:lnTo>
                  <a:pt x="1292" y="1030"/>
                </a:lnTo>
                <a:lnTo>
                  <a:pt x="1191" y="1272"/>
                </a:lnTo>
                <a:lnTo>
                  <a:pt x="909" y="2180"/>
                </a:lnTo>
                <a:lnTo>
                  <a:pt x="646" y="3048"/>
                </a:lnTo>
                <a:lnTo>
                  <a:pt x="445" y="3875"/>
                </a:lnTo>
                <a:lnTo>
                  <a:pt x="283" y="4683"/>
                </a:lnTo>
                <a:lnTo>
                  <a:pt x="162" y="5470"/>
                </a:lnTo>
                <a:lnTo>
                  <a:pt x="61" y="6236"/>
                </a:lnTo>
                <a:lnTo>
                  <a:pt x="21" y="6983"/>
                </a:lnTo>
                <a:lnTo>
                  <a:pt x="1" y="7730"/>
                </a:lnTo>
                <a:lnTo>
                  <a:pt x="21" y="8093"/>
                </a:lnTo>
                <a:lnTo>
                  <a:pt x="41" y="8275"/>
                </a:lnTo>
                <a:lnTo>
                  <a:pt x="61" y="8456"/>
                </a:lnTo>
                <a:lnTo>
                  <a:pt x="102" y="8638"/>
                </a:lnTo>
                <a:lnTo>
                  <a:pt x="162" y="8799"/>
                </a:lnTo>
                <a:lnTo>
                  <a:pt x="243" y="8961"/>
                </a:lnTo>
                <a:lnTo>
                  <a:pt x="344" y="9122"/>
                </a:lnTo>
                <a:lnTo>
                  <a:pt x="465" y="9263"/>
                </a:lnTo>
                <a:lnTo>
                  <a:pt x="606" y="9384"/>
                </a:lnTo>
                <a:lnTo>
                  <a:pt x="768" y="9485"/>
                </a:lnTo>
                <a:lnTo>
                  <a:pt x="929" y="9566"/>
                </a:lnTo>
                <a:lnTo>
                  <a:pt x="1111" y="9627"/>
                </a:lnTo>
                <a:lnTo>
                  <a:pt x="1272" y="9647"/>
                </a:lnTo>
                <a:lnTo>
                  <a:pt x="1454" y="9667"/>
                </a:lnTo>
                <a:lnTo>
                  <a:pt x="1635" y="9687"/>
                </a:lnTo>
                <a:lnTo>
                  <a:pt x="1999" y="9667"/>
                </a:lnTo>
                <a:lnTo>
                  <a:pt x="2321" y="9606"/>
                </a:lnTo>
                <a:lnTo>
                  <a:pt x="2604" y="9526"/>
                </a:lnTo>
                <a:lnTo>
                  <a:pt x="2806" y="9465"/>
                </a:lnTo>
                <a:lnTo>
                  <a:pt x="3250" y="9304"/>
                </a:lnTo>
                <a:lnTo>
                  <a:pt x="3673" y="9122"/>
                </a:lnTo>
                <a:lnTo>
                  <a:pt x="4521" y="8719"/>
                </a:lnTo>
                <a:lnTo>
                  <a:pt x="5106" y="8456"/>
                </a:lnTo>
                <a:lnTo>
                  <a:pt x="5671" y="8194"/>
                </a:lnTo>
                <a:lnTo>
                  <a:pt x="6277" y="7972"/>
                </a:lnTo>
                <a:lnTo>
                  <a:pt x="6579" y="7871"/>
                </a:lnTo>
                <a:lnTo>
                  <a:pt x="6882" y="7790"/>
                </a:lnTo>
                <a:lnTo>
                  <a:pt x="7205" y="7730"/>
                </a:lnTo>
                <a:lnTo>
                  <a:pt x="7548" y="7669"/>
                </a:lnTo>
                <a:lnTo>
                  <a:pt x="7891" y="7629"/>
                </a:lnTo>
                <a:lnTo>
                  <a:pt x="8254" y="7609"/>
                </a:lnTo>
                <a:lnTo>
                  <a:pt x="8940" y="7588"/>
                </a:lnTo>
                <a:lnTo>
                  <a:pt x="9647" y="7568"/>
                </a:lnTo>
                <a:lnTo>
                  <a:pt x="10716" y="7548"/>
                </a:lnTo>
                <a:lnTo>
                  <a:pt x="11241" y="7528"/>
                </a:lnTo>
                <a:lnTo>
                  <a:pt x="11766" y="7467"/>
                </a:lnTo>
                <a:lnTo>
                  <a:pt x="12290" y="7366"/>
                </a:lnTo>
                <a:lnTo>
                  <a:pt x="12533" y="7306"/>
                </a:lnTo>
                <a:lnTo>
                  <a:pt x="12775" y="7225"/>
                </a:lnTo>
                <a:lnTo>
                  <a:pt x="13037" y="7144"/>
                </a:lnTo>
                <a:lnTo>
                  <a:pt x="13259" y="7044"/>
                </a:lnTo>
                <a:lnTo>
                  <a:pt x="13501" y="6922"/>
                </a:lnTo>
                <a:lnTo>
                  <a:pt x="13723" y="6781"/>
                </a:lnTo>
                <a:lnTo>
                  <a:pt x="13885" y="6680"/>
                </a:lnTo>
                <a:lnTo>
                  <a:pt x="14026" y="6559"/>
                </a:lnTo>
                <a:lnTo>
                  <a:pt x="14086" y="6479"/>
                </a:lnTo>
                <a:lnTo>
                  <a:pt x="14147" y="6398"/>
                </a:lnTo>
                <a:lnTo>
                  <a:pt x="14187" y="6297"/>
                </a:lnTo>
                <a:lnTo>
                  <a:pt x="14207" y="6196"/>
                </a:lnTo>
                <a:lnTo>
                  <a:pt x="14207" y="6095"/>
                </a:lnTo>
                <a:lnTo>
                  <a:pt x="14207" y="6014"/>
                </a:lnTo>
                <a:lnTo>
                  <a:pt x="14167" y="5913"/>
                </a:lnTo>
                <a:lnTo>
                  <a:pt x="14127" y="5813"/>
                </a:lnTo>
                <a:lnTo>
                  <a:pt x="14086" y="5712"/>
                </a:lnTo>
                <a:lnTo>
                  <a:pt x="14006" y="5631"/>
                </a:lnTo>
                <a:lnTo>
                  <a:pt x="13804" y="5429"/>
                </a:lnTo>
                <a:lnTo>
                  <a:pt x="13622" y="5268"/>
                </a:lnTo>
                <a:lnTo>
                  <a:pt x="13420" y="5106"/>
                </a:lnTo>
                <a:lnTo>
                  <a:pt x="13219" y="4965"/>
                </a:lnTo>
                <a:lnTo>
                  <a:pt x="13017" y="4844"/>
                </a:lnTo>
                <a:lnTo>
                  <a:pt x="12573" y="4602"/>
                </a:lnTo>
                <a:lnTo>
                  <a:pt x="12109" y="4420"/>
                </a:lnTo>
                <a:lnTo>
                  <a:pt x="11645" y="4239"/>
                </a:lnTo>
                <a:lnTo>
                  <a:pt x="11160" y="4077"/>
                </a:lnTo>
                <a:lnTo>
                  <a:pt x="10192" y="3815"/>
                </a:lnTo>
                <a:lnTo>
                  <a:pt x="9586" y="3653"/>
                </a:lnTo>
                <a:lnTo>
                  <a:pt x="8961" y="3452"/>
                </a:lnTo>
                <a:lnTo>
                  <a:pt x="8375" y="3250"/>
                </a:lnTo>
                <a:lnTo>
                  <a:pt x="7770" y="3008"/>
                </a:lnTo>
                <a:lnTo>
                  <a:pt x="7205" y="2745"/>
                </a:lnTo>
                <a:lnTo>
                  <a:pt x="6640" y="2443"/>
                </a:lnTo>
                <a:lnTo>
                  <a:pt x="6095" y="2120"/>
                </a:lnTo>
                <a:lnTo>
                  <a:pt x="5570" y="1777"/>
                </a:lnTo>
                <a:lnTo>
                  <a:pt x="5046" y="1413"/>
                </a:lnTo>
                <a:lnTo>
                  <a:pt x="4561" y="1010"/>
                </a:lnTo>
                <a:lnTo>
                  <a:pt x="4218" y="727"/>
                </a:lnTo>
                <a:lnTo>
                  <a:pt x="3875" y="485"/>
                </a:lnTo>
                <a:lnTo>
                  <a:pt x="3573" y="303"/>
                </a:lnTo>
                <a:lnTo>
                  <a:pt x="3270" y="162"/>
                </a:lnTo>
                <a:lnTo>
                  <a:pt x="2987" y="61"/>
                </a:lnTo>
                <a:lnTo>
                  <a:pt x="272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7" name="Google Shape;5567;p69"/>
          <p:cNvSpPr/>
          <p:nvPr/>
        </p:nvSpPr>
        <p:spPr>
          <a:xfrm flipH="1">
            <a:off x="8262704" y="3761067"/>
            <a:ext cx="152348" cy="92527"/>
          </a:xfrm>
          <a:custGeom>
            <a:rect b="b" l="l" r="r" t="t"/>
            <a:pathLst>
              <a:path extrusionOk="0" h="1655" w="2725">
                <a:moveTo>
                  <a:pt x="2099" y="81"/>
                </a:moveTo>
                <a:lnTo>
                  <a:pt x="2240" y="101"/>
                </a:lnTo>
                <a:lnTo>
                  <a:pt x="2382" y="121"/>
                </a:lnTo>
                <a:lnTo>
                  <a:pt x="2483" y="182"/>
                </a:lnTo>
                <a:lnTo>
                  <a:pt x="2563" y="262"/>
                </a:lnTo>
                <a:lnTo>
                  <a:pt x="2624" y="363"/>
                </a:lnTo>
                <a:lnTo>
                  <a:pt x="2644" y="424"/>
                </a:lnTo>
                <a:lnTo>
                  <a:pt x="2644" y="484"/>
                </a:lnTo>
                <a:lnTo>
                  <a:pt x="2644" y="565"/>
                </a:lnTo>
                <a:lnTo>
                  <a:pt x="2604" y="626"/>
                </a:lnTo>
                <a:lnTo>
                  <a:pt x="2503" y="767"/>
                </a:lnTo>
                <a:lnTo>
                  <a:pt x="2321" y="969"/>
                </a:lnTo>
                <a:lnTo>
                  <a:pt x="2099" y="1150"/>
                </a:lnTo>
                <a:lnTo>
                  <a:pt x="1857" y="1312"/>
                </a:lnTo>
                <a:lnTo>
                  <a:pt x="1595" y="1433"/>
                </a:lnTo>
                <a:lnTo>
                  <a:pt x="1332" y="1534"/>
                </a:lnTo>
                <a:lnTo>
                  <a:pt x="1191" y="1554"/>
                </a:lnTo>
                <a:lnTo>
                  <a:pt x="1050" y="1574"/>
                </a:lnTo>
                <a:lnTo>
                  <a:pt x="909" y="1574"/>
                </a:lnTo>
                <a:lnTo>
                  <a:pt x="767" y="1554"/>
                </a:lnTo>
                <a:lnTo>
                  <a:pt x="646" y="1514"/>
                </a:lnTo>
                <a:lnTo>
                  <a:pt x="505" y="1473"/>
                </a:lnTo>
                <a:lnTo>
                  <a:pt x="364" y="1392"/>
                </a:lnTo>
                <a:lnTo>
                  <a:pt x="263" y="1312"/>
                </a:lnTo>
                <a:lnTo>
                  <a:pt x="182" y="1231"/>
                </a:lnTo>
                <a:lnTo>
                  <a:pt x="122" y="1110"/>
                </a:lnTo>
                <a:lnTo>
                  <a:pt x="81" y="1009"/>
                </a:lnTo>
                <a:lnTo>
                  <a:pt x="101" y="868"/>
                </a:lnTo>
                <a:lnTo>
                  <a:pt x="142" y="747"/>
                </a:lnTo>
                <a:lnTo>
                  <a:pt x="222" y="646"/>
                </a:lnTo>
                <a:lnTo>
                  <a:pt x="364" y="505"/>
                </a:lnTo>
                <a:lnTo>
                  <a:pt x="566" y="404"/>
                </a:lnTo>
                <a:lnTo>
                  <a:pt x="787" y="303"/>
                </a:lnTo>
                <a:lnTo>
                  <a:pt x="1030" y="242"/>
                </a:lnTo>
                <a:lnTo>
                  <a:pt x="1252" y="182"/>
                </a:lnTo>
                <a:lnTo>
                  <a:pt x="1474" y="161"/>
                </a:lnTo>
                <a:lnTo>
                  <a:pt x="1655" y="121"/>
                </a:lnTo>
                <a:lnTo>
                  <a:pt x="1877" y="101"/>
                </a:lnTo>
                <a:lnTo>
                  <a:pt x="2099" y="81"/>
                </a:lnTo>
                <a:close/>
                <a:moveTo>
                  <a:pt x="2018" y="0"/>
                </a:moveTo>
                <a:lnTo>
                  <a:pt x="1837" y="20"/>
                </a:lnTo>
                <a:lnTo>
                  <a:pt x="1635" y="40"/>
                </a:lnTo>
                <a:lnTo>
                  <a:pt x="1474" y="81"/>
                </a:lnTo>
                <a:lnTo>
                  <a:pt x="1231" y="101"/>
                </a:lnTo>
                <a:lnTo>
                  <a:pt x="989" y="161"/>
                </a:lnTo>
                <a:lnTo>
                  <a:pt x="767" y="222"/>
                </a:lnTo>
                <a:lnTo>
                  <a:pt x="525" y="323"/>
                </a:lnTo>
                <a:lnTo>
                  <a:pt x="323" y="444"/>
                </a:lnTo>
                <a:lnTo>
                  <a:pt x="162" y="585"/>
                </a:lnTo>
                <a:lnTo>
                  <a:pt x="61" y="727"/>
                </a:lnTo>
                <a:lnTo>
                  <a:pt x="21" y="868"/>
                </a:lnTo>
                <a:lnTo>
                  <a:pt x="0" y="1009"/>
                </a:lnTo>
                <a:lnTo>
                  <a:pt x="41" y="1150"/>
                </a:lnTo>
                <a:lnTo>
                  <a:pt x="101" y="1271"/>
                </a:lnTo>
                <a:lnTo>
                  <a:pt x="202" y="1372"/>
                </a:lnTo>
                <a:lnTo>
                  <a:pt x="323" y="1473"/>
                </a:lnTo>
                <a:lnTo>
                  <a:pt x="465" y="1554"/>
                </a:lnTo>
                <a:lnTo>
                  <a:pt x="606" y="1594"/>
                </a:lnTo>
                <a:lnTo>
                  <a:pt x="727" y="1635"/>
                </a:lnTo>
                <a:lnTo>
                  <a:pt x="868" y="1635"/>
                </a:lnTo>
                <a:lnTo>
                  <a:pt x="989" y="1655"/>
                </a:lnTo>
                <a:lnTo>
                  <a:pt x="1211" y="1635"/>
                </a:lnTo>
                <a:lnTo>
                  <a:pt x="1433" y="1574"/>
                </a:lnTo>
                <a:lnTo>
                  <a:pt x="1655" y="1514"/>
                </a:lnTo>
                <a:lnTo>
                  <a:pt x="1857" y="1392"/>
                </a:lnTo>
                <a:lnTo>
                  <a:pt x="2059" y="1271"/>
                </a:lnTo>
                <a:lnTo>
                  <a:pt x="2240" y="1130"/>
                </a:lnTo>
                <a:lnTo>
                  <a:pt x="2422" y="969"/>
                </a:lnTo>
                <a:lnTo>
                  <a:pt x="2563" y="807"/>
                </a:lnTo>
                <a:lnTo>
                  <a:pt x="2684" y="666"/>
                </a:lnTo>
                <a:lnTo>
                  <a:pt x="2705" y="585"/>
                </a:lnTo>
                <a:lnTo>
                  <a:pt x="2725" y="484"/>
                </a:lnTo>
                <a:lnTo>
                  <a:pt x="2725" y="424"/>
                </a:lnTo>
                <a:lnTo>
                  <a:pt x="2705" y="343"/>
                </a:lnTo>
                <a:lnTo>
                  <a:pt x="2684" y="283"/>
                </a:lnTo>
                <a:lnTo>
                  <a:pt x="2644" y="222"/>
                </a:lnTo>
                <a:lnTo>
                  <a:pt x="2523" y="121"/>
                </a:lnTo>
                <a:lnTo>
                  <a:pt x="2402" y="40"/>
                </a:lnTo>
                <a:lnTo>
                  <a:pt x="222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8" name="Google Shape;5568;p69"/>
          <p:cNvSpPr/>
          <p:nvPr/>
        </p:nvSpPr>
        <p:spPr>
          <a:xfrm flipH="1">
            <a:off x="782579" y="321561"/>
            <a:ext cx="453633" cy="455870"/>
          </a:xfrm>
          <a:custGeom>
            <a:rect b="b" l="l" r="r" t="t"/>
            <a:pathLst>
              <a:path extrusionOk="0" h="8154" w="8114">
                <a:moveTo>
                  <a:pt x="1010" y="81"/>
                </a:moveTo>
                <a:lnTo>
                  <a:pt x="1151" y="101"/>
                </a:lnTo>
                <a:lnTo>
                  <a:pt x="1413" y="162"/>
                </a:lnTo>
                <a:lnTo>
                  <a:pt x="1696" y="263"/>
                </a:lnTo>
                <a:lnTo>
                  <a:pt x="1938" y="384"/>
                </a:lnTo>
                <a:lnTo>
                  <a:pt x="2200" y="545"/>
                </a:lnTo>
                <a:lnTo>
                  <a:pt x="2422" y="707"/>
                </a:lnTo>
                <a:lnTo>
                  <a:pt x="2644" y="888"/>
                </a:lnTo>
                <a:lnTo>
                  <a:pt x="3108" y="1251"/>
                </a:lnTo>
                <a:lnTo>
                  <a:pt x="3552" y="1635"/>
                </a:lnTo>
                <a:lnTo>
                  <a:pt x="3976" y="2039"/>
                </a:lnTo>
                <a:lnTo>
                  <a:pt x="4400" y="2422"/>
                </a:lnTo>
                <a:lnTo>
                  <a:pt x="4783" y="2826"/>
                </a:lnTo>
                <a:lnTo>
                  <a:pt x="5167" y="3229"/>
                </a:lnTo>
                <a:lnTo>
                  <a:pt x="5530" y="3653"/>
                </a:lnTo>
                <a:lnTo>
                  <a:pt x="5873" y="4077"/>
                </a:lnTo>
                <a:lnTo>
                  <a:pt x="6196" y="4500"/>
                </a:lnTo>
                <a:lnTo>
                  <a:pt x="6499" y="4924"/>
                </a:lnTo>
                <a:lnTo>
                  <a:pt x="6781" y="5348"/>
                </a:lnTo>
                <a:lnTo>
                  <a:pt x="7064" y="5792"/>
                </a:lnTo>
                <a:lnTo>
                  <a:pt x="7306" y="6236"/>
                </a:lnTo>
                <a:lnTo>
                  <a:pt x="7548" y="6680"/>
                </a:lnTo>
                <a:lnTo>
                  <a:pt x="7770" y="7144"/>
                </a:lnTo>
                <a:lnTo>
                  <a:pt x="7972" y="7588"/>
                </a:lnTo>
                <a:lnTo>
                  <a:pt x="8012" y="7729"/>
                </a:lnTo>
                <a:lnTo>
                  <a:pt x="8032" y="7871"/>
                </a:lnTo>
                <a:lnTo>
                  <a:pt x="8032" y="7931"/>
                </a:lnTo>
                <a:lnTo>
                  <a:pt x="8012" y="7992"/>
                </a:lnTo>
                <a:lnTo>
                  <a:pt x="7972" y="8032"/>
                </a:lnTo>
                <a:lnTo>
                  <a:pt x="7932" y="8052"/>
                </a:lnTo>
                <a:lnTo>
                  <a:pt x="7851" y="8072"/>
                </a:lnTo>
                <a:lnTo>
                  <a:pt x="7790" y="8072"/>
                </a:lnTo>
                <a:lnTo>
                  <a:pt x="7649" y="8012"/>
                </a:lnTo>
                <a:lnTo>
                  <a:pt x="7346" y="7830"/>
                </a:lnTo>
                <a:lnTo>
                  <a:pt x="7084" y="7628"/>
                </a:lnTo>
                <a:lnTo>
                  <a:pt x="6822" y="7386"/>
                </a:lnTo>
                <a:lnTo>
                  <a:pt x="6559" y="7164"/>
                </a:lnTo>
                <a:lnTo>
                  <a:pt x="2523" y="3310"/>
                </a:lnTo>
                <a:lnTo>
                  <a:pt x="2180" y="3007"/>
                </a:lnTo>
                <a:lnTo>
                  <a:pt x="1514" y="2462"/>
                </a:lnTo>
                <a:lnTo>
                  <a:pt x="1151" y="2119"/>
                </a:lnTo>
                <a:lnTo>
                  <a:pt x="808" y="1776"/>
                </a:lnTo>
                <a:lnTo>
                  <a:pt x="485" y="1413"/>
                </a:lnTo>
                <a:lnTo>
                  <a:pt x="364" y="1251"/>
                </a:lnTo>
                <a:lnTo>
                  <a:pt x="243" y="1070"/>
                </a:lnTo>
                <a:lnTo>
                  <a:pt x="162" y="908"/>
                </a:lnTo>
                <a:lnTo>
                  <a:pt x="102" y="767"/>
                </a:lnTo>
                <a:lnTo>
                  <a:pt x="81" y="626"/>
                </a:lnTo>
                <a:lnTo>
                  <a:pt x="81" y="485"/>
                </a:lnTo>
                <a:lnTo>
                  <a:pt x="122" y="424"/>
                </a:lnTo>
                <a:lnTo>
                  <a:pt x="142" y="364"/>
                </a:lnTo>
                <a:lnTo>
                  <a:pt x="243" y="263"/>
                </a:lnTo>
                <a:lnTo>
                  <a:pt x="404" y="182"/>
                </a:lnTo>
                <a:lnTo>
                  <a:pt x="606" y="101"/>
                </a:lnTo>
                <a:lnTo>
                  <a:pt x="747" y="81"/>
                </a:lnTo>
                <a:close/>
                <a:moveTo>
                  <a:pt x="727" y="0"/>
                </a:moveTo>
                <a:lnTo>
                  <a:pt x="586" y="41"/>
                </a:lnTo>
                <a:lnTo>
                  <a:pt x="364" y="101"/>
                </a:lnTo>
                <a:lnTo>
                  <a:pt x="203" y="202"/>
                </a:lnTo>
                <a:lnTo>
                  <a:pt x="122" y="263"/>
                </a:lnTo>
                <a:lnTo>
                  <a:pt x="81" y="323"/>
                </a:lnTo>
                <a:lnTo>
                  <a:pt x="41" y="384"/>
                </a:lnTo>
                <a:lnTo>
                  <a:pt x="21" y="464"/>
                </a:lnTo>
                <a:lnTo>
                  <a:pt x="1" y="606"/>
                </a:lnTo>
                <a:lnTo>
                  <a:pt x="21" y="767"/>
                </a:lnTo>
                <a:lnTo>
                  <a:pt x="81" y="908"/>
                </a:lnTo>
                <a:lnTo>
                  <a:pt x="162" y="1090"/>
                </a:lnTo>
                <a:lnTo>
                  <a:pt x="263" y="1251"/>
                </a:lnTo>
                <a:lnTo>
                  <a:pt x="404" y="1433"/>
                </a:lnTo>
                <a:lnTo>
                  <a:pt x="707" y="1796"/>
                </a:lnTo>
                <a:lnTo>
                  <a:pt x="1070" y="2139"/>
                </a:lnTo>
                <a:lnTo>
                  <a:pt x="1434" y="2482"/>
                </a:lnTo>
                <a:lnTo>
                  <a:pt x="2120" y="3088"/>
                </a:lnTo>
                <a:lnTo>
                  <a:pt x="2463" y="3370"/>
                </a:lnTo>
                <a:lnTo>
                  <a:pt x="6499" y="7225"/>
                </a:lnTo>
                <a:lnTo>
                  <a:pt x="6761" y="7467"/>
                </a:lnTo>
                <a:lnTo>
                  <a:pt x="7023" y="7689"/>
                </a:lnTo>
                <a:lnTo>
                  <a:pt x="7306" y="7911"/>
                </a:lnTo>
                <a:lnTo>
                  <a:pt x="7609" y="8093"/>
                </a:lnTo>
                <a:lnTo>
                  <a:pt x="7730" y="8133"/>
                </a:lnTo>
                <a:lnTo>
                  <a:pt x="7851" y="8153"/>
                </a:lnTo>
                <a:lnTo>
                  <a:pt x="7911" y="8153"/>
                </a:lnTo>
                <a:lnTo>
                  <a:pt x="7972" y="8133"/>
                </a:lnTo>
                <a:lnTo>
                  <a:pt x="8032" y="8093"/>
                </a:lnTo>
                <a:lnTo>
                  <a:pt x="8073" y="8032"/>
                </a:lnTo>
                <a:lnTo>
                  <a:pt x="8093" y="7971"/>
                </a:lnTo>
                <a:lnTo>
                  <a:pt x="8113" y="7891"/>
                </a:lnTo>
                <a:lnTo>
                  <a:pt x="8093" y="7729"/>
                </a:lnTo>
                <a:lnTo>
                  <a:pt x="8032" y="7568"/>
                </a:lnTo>
                <a:lnTo>
                  <a:pt x="7831" y="7104"/>
                </a:lnTo>
                <a:lnTo>
                  <a:pt x="7629" y="6640"/>
                </a:lnTo>
                <a:lnTo>
                  <a:pt x="7387" y="6196"/>
                </a:lnTo>
                <a:lnTo>
                  <a:pt x="7124" y="5752"/>
                </a:lnTo>
                <a:lnTo>
                  <a:pt x="6862" y="5308"/>
                </a:lnTo>
                <a:lnTo>
                  <a:pt x="6559" y="4884"/>
                </a:lnTo>
                <a:lnTo>
                  <a:pt x="6257" y="4440"/>
                </a:lnTo>
                <a:lnTo>
                  <a:pt x="5934" y="4016"/>
                </a:lnTo>
                <a:lnTo>
                  <a:pt x="5591" y="3592"/>
                </a:lnTo>
                <a:lnTo>
                  <a:pt x="5227" y="3189"/>
                </a:lnTo>
                <a:lnTo>
                  <a:pt x="4844" y="2785"/>
                </a:lnTo>
                <a:lnTo>
                  <a:pt x="4461" y="2382"/>
                </a:lnTo>
                <a:lnTo>
                  <a:pt x="4037" y="1978"/>
                </a:lnTo>
                <a:lnTo>
                  <a:pt x="3613" y="1574"/>
                </a:lnTo>
                <a:lnTo>
                  <a:pt x="3169" y="1191"/>
                </a:lnTo>
                <a:lnTo>
                  <a:pt x="2705" y="808"/>
                </a:lnTo>
                <a:lnTo>
                  <a:pt x="2463" y="646"/>
                </a:lnTo>
                <a:lnTo>
                  <a:pt x="2221" y="464"/>
                </a:lnTo>
                <a:lnTo>
                  <a:pt x="1978" y="323"/>
                </a:lnTo>
                <a:lnTo>
                  <a:pt x="1716" y="182"/>
                </a:lnTo>
                <a:lnTo>
                  <a:pt x="1434" y="81"/>
                </a:lnTo>
                <a:lnTo>
                  <a:pt x="1151" y="21"/>
                </a:lnTo>
                <a:lnTo>
                  <a:pt x="101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9" name="Google Shape;5569;p69"/>
          <p:cNvSpPr/>
          <p:nvPr/>
        </p:nvSpPr>
        <p:spPr>
          <a:xfrm flipH="1">
            <a:off x="8296528" y="3203736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0"/>
                </a:lnTo>
                <a:lnTo>
                  <a:pt x="545" y="61"/>
                </a:lnTo>
                <a:lnTo>
                  <a:pt x="404" y="162"/>
                </a:lnTo>
                <a:lnTo>
                  <a:pt x="263" y="262"/>
                </a:lnTo>
                <a:lnTo>
                  <a:pt x="162" y="404"/>
                </a:lnTo>
                <a:lnTo>
                  <a:pt x="81" y="545"/>
                </a:lnTo>
                <a:lnTo>
                  <a:pt x="21" y="727"/>
                </a:lnTo>
                <a:lnTo>
                  <a:pt x="0" y="908"/>
                </a:lnTo>
                <a:lnTo>
                  <a:pt x="21" y="1090"/>
                </a:lnTo>
                <a:lnTo>
                  <a:pt x="81" y="1251"/>
                </a:lnTo>
                <a:lnTo>
                  <a:pt x="162" y="141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413"/>
                </a:lnTo>
                <a:lnTo>
                  <a:pt x="1736" y="1251"/>
                </a:lnTo>
                <a:lnTo>
                  <a:pt x="1776" y="1090"/>
                </a:lnTo>
                <a:lnTo>
                  <a:pt x="1796" y="908"/>
                </a:lnTo>
                <a:lnTo>
                  <a:pt x="177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2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0" name="Google Shape;5570;p69"/>
          <p:cNvSpPr/>
          <p:nvPr/>
        </p:nvSpPr>
        <p:spPr>
          <a:xfrm flipH="1">
            <a:off x="2287360" y="710897"/>
            <a:ext cx="100466" cy="101640"/>
          </a:xfrm>
          <a:custGeom>
            <a:rect b="b" l="l" r="r" t="t"/>
            <a:pathLst>
              <a:path extrusionOk="0" h="1818" w="1797">
                <a:moveTo>
                  <a:pt x="908" y="1"/>
                </a:moveTo>
                <a:lnTo>
                  <a:pt x="727" y="21"/>
                </a:lnTo>
                <a:lnTo>
                  <a:pt x="54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5"/>
                </a:lnTo>
                <a:lnTo>
                  <a:pt x="6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61" y="1252"/>
                </a:lnTo>
                <a:lnTo>
                  <a:pt x="162" y="1414"/>
                </a:lnTo>
                <a:lnTo>
                  <a:pt x="262" y="1535"/>
                </a:lnTo>
                <a:lnTo>
                  <a:pt x="404" y="1656"/>
                </a:lnTo>
                <a:lnTo>
                  <a:pt x="54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35"/>
                </a:lnTo>
                <a:lnTo>
                  <a:pt x="1655" y="1414"/>
                </a:lnTo>
                <a:lnTo>
                  <a:pt x="1736" y="1252"/>
                </a:lnTo>
                <a:lnTo>
                  <a:pt x="1776" y="1091"/>
                </a:lnTo>
                <a:lnTo>
                  <a:pt x="1796" y="909"/>
                </a:lnTo>
                <a:lnTo>
                  <a:pt x="1776" y="727"/>
                </a:lnTo>
                <a:lnTo>
                  <a:pt x="1736" y="566"/>
                </a:lnTo>
                <a:lnTo>
                  <a:pt x="1655" y="405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1" name="Google Shape;5571;p69"/>
          <p:cNvSpPr/>
          <p:nvPr/>
        </p:nvSpPr>
        <p:spPr>
          <a:xfrm flipH="1">
            <a:off x="204961" y="1906675"/>
            <a:ext cx="100466" cy="100466"/>
          </a:xfrm>
          <a:custGeom>
            <a:rect b="b" l="l" r="r" t="t"/>
            <a:pathLst>
              <a:path extrusionOk="0" h="1797" w="1797">
                <a:moveTo>
                  <a:pt x="908" y="0"/>
                </a:moveTo>
                <a:lnTo>
                  <a:pt x="727" y="21"/>
                </a:lnTo>
                <a:lnTo>
                  <a:pt x="545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81" y="545"/>
                </a:lnTo>
                <a:lnTo>
                  <a:pt x="20" y="727"/>
                </a:lnTo>
                <a:lnTo>
                  <a:pt x="0" y="908"/>
                </a:lnTo>
                <a:lnTo>
                  <a:pt x="20" y="1090"/>
                </a:lnTo>
                <a:lnTo>
                  <a:pt x="81" y="1252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5" y="1736"/>
                </a:lnTo>
                <a:lnTo>
                  <a:pt x="727" y="1776"/>
                </a:lnTo>
                <a:lnTo>
                  <a:pt x="908" y="1796"/>
                </a:lnTo>
                <a:lnTo>
                  <a:pt x="1090" y="1776"/>
                </a:lnTo>
                <a:lnTo>
                  <a:pt x="1251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6" y="1090"/>
                </a:lnTo>
                <a:lnTo>
                  <a:pt x="1796" y="908"/>
                </a:lnTo>
                <a:lnTo>
                  <a:pt x="1796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61"/>
                </a:lnTo>
                <a:lnTo>
                  <a:pt x="1090" y="21"/>
                </a:lnTo>
                <a:lnTo>
                  <a:pt x="90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2" name="Google Shape;5572;p69"/>
          <p:cNvSpPr/>
          <p:nvPr/>
        </p:nvSpPr>
        <p:spPr>
          <a:xfrm flipH="1">
            <a:off x="139551" y="399383"/>
            <a:ext cx="101584" cy="100466"/>
          </a:xfrm>
          <a:custGeom>
            <a:rect b="b" l="l" r="r" t="t"/>
            <a:pathLst>
              <a:path extrusionOk="0" h="1797" w="1817">
                <a:moveTo>
                  <a:pt x="909" y="1"/>
                </a:moveTo>
                <a:lnTo>
                  <a:pt x="727" y="21"/>
                </a:lnTo>
                <a:lnTo>
                  <a:pt x="566" y="61"/>
                </a:lnTo>
                <a:lnTo>
                  <a:pt x="404" y="142"/>
                </a:lnTo>
                <a:lnTo>
                  <a:pt x="283" y="263"/>
                </a:lnTo>
                <a:lnTo>
                  <a:pt x="162" y="384"/>
                </a:lnTo>
                <a:lnTo>
                  <a:pt x="81" y="546"/>
                </a:lnTo>
                <a:lnTo>
                  <a:pt x="21" y="707"/>
                </a:lnTo>
                <a:lnTo>
                  <a:pt x="1" y="889"/>
                </a:lnTo>
                <a:lnTo>
                  <a:pt x="21" y="1070"/>
                </a:lnTo>
                <a:lnTo>
                  <a:pt x="81" y="1252"/>
                </a:lnTo>
                <a:lnTo>
                  <a:pt x="162" y="1393"/>
                </a:lnTo>
                <a:lnTo>
                  <a:pt x="283" y="1534"/>
                </a:lnTo>
                <a:lnTo>
                  <a:pt x="404" y="1635"/>
                </a:lnTo>
                <a:lnTo>
                  <a:pt x="566" y="1716"/>
                </a:lnTo>
                <a:lnTo>
                  <a:pt x="727" y="1777"/>
                </a:lnTo>
                <a:lnTo>
                  <a:pt x="909" y="1797"/>
                </a:lnTo>
                <a:lnTo>
                  <a:pt x="1090" y="1777"/>
                </a:lnTo>
                <a:lnTo>
                  <a:pt x="1272" y="1716"/>
                </a:lnTo>
                <a:lnTo>
                  <a:pt x="1413" y="1635"/>
                </a:lnTo>
                <a:lnTo>
                  <a:pt x="1554" y="1534"/>
                </a:lnTo>
                <a:lnTo>
                  <a:pt x="1655" y="1393"/>
                </a:lnTo>
                <a:lnTo>
                  <a:pt x="1736" y="1252"/>
                </a:lnTo>
                <a:lnTo>
                  <a:pt x="1797" y="1070"/>
                </a:lnTo>
                <a:lnTo>
                  <a:pt x="1817" y="889"/>
                </a:lnTo>
                <a:lnTo>
                  <a:pt x="1797" y="707"/>
                </a:lnTo>
                <a:lnTo>
                  <a:pt x="1736" y="546"/>
                </a:lnTo>
                <a:lnTo>
                  <a:pt x="1655" y="384"/>
                </a:lnTo>
                <a:lnTo>
                  <a:pt x="1554" y="263"/>
                </a:lnTo>
                <a:lnTo>
                  <a:pt x="1413" y="142"/>
                </a:lnTo>
                <a:lnTo>
                  <a:pt x="1272" y="61"/>
                </a:lnTo>
                <a:lnTo>
                  <a:pt x="1090" y="21"/>
                </a:lnTo>
                <a:lnTo>
                  <a:pt x="90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3" name="Google Shape;5573;p69"/>
          <p:cNvSpPr/>
          <p:nvPr/>
        </p:nvSpPr>
        <p:spPr>
          <a:xfrm flipH="1">
            <a:off x="137259" y="397147"/>
            <a:ext cx="106112" cy="104994"/>
          </a:xfrm>
          <a:custGeom>
            <a:rect b="b" l="l" r="r" t="t"/>
            <a:pathLst>
              <a:path extrusionOk="0" h="1878" w="1898">
                <a:moveTo>
                  <a:pt x="949" y="81"/>
                </a:moveTo>
                <a:lnTo>
                  <a:pt x="1130" y="101"/>
                </a:lnTo>
                <a:lnTo>
                  <a:pt x="1292" y="142"/>
                </a:lnTo>
                <a:lnTo>
                  <a:pt x="1433" y="222"/>
                </a:lnTo>
                <a:lnTo>
                  <a:pt x="1554" y="323"/>
                </a:lnTo>
                <a:lnTo>
                  <a:pt x="1655" y="444"/>
                </a:lnTo>
                <a:lnTo>
                  <a:pt x="1736" y="606"/>
                </a:lnTo>
                <a:lnTo>
                  <a:pt x="1796" y="767"/>
                </a:lnTo>
                <a:lnTo>
                  <a:pt x="1816" y="929"/>
                </a:lnTo>
                <a:lnTo>
                  <a:pt x="1796" y="1110"/>
                </a:lnTo>
                <a:lnTo>
                  <a:pt x="1736" y="1272"/>
                </a:lnTo>
                <a:lnTo>
                  <a:pt x="1655" y="1413"/>
                </a:lnTo>
                <a:lnTo>
                  <a:pt x="1554" y="1534"/>
                </a:lnTo>
                <a:lnTo>
                  <a:pt x="1433" y="1655"/>
                </a:lnTo>
                <a:lnTo>
                  <a:pt x="1292" y="1736"/>
                </a:lnTo>
                <a:lnTo>
                  <a:pt x="1130" y="1776"/>
                </a:lnTo>
                <a:lnTo>
                  <a:pt x="949" y="1796"/>
                </a:lnTo>
                <a:lnTo>
                  <a:pt x="787" y="1776"/>
                </a:lnTo>
                <a:lnTo>
                  <a:pt x="626" y="1736"/>
                </a:lnTo>
                <a:lnTo>
                  <a:pt x="464" y="1655"/>
                </a:lnTo>
                <a:lnTo>
                  <a:pt x="343" y="1534"/>
                </a:lnTo>
                <a:lnTo>
                  <a:pt x="242" y="1413"/>
                </a:lnTo>
                <a:lnTo>
                  <a:pt x="162" y="1272"/>
                </a:lnTo>
                <a:lnTo>
                  <a:pt x="101" y="1110"/>
                </a:lnTo>
                <a:lnTo>
                  <a:pt x="81" y="929"/>
                </a:lnTo>
                <a:lnTo>
                  <a:pt x="101" y="767"/>
                </a:lnTo>
                <a:lnTo>
                  <a:pt x="162" y="606"/>
                </a:lnTo>
                <a:lnTo>
                  <a:pt x="242" y="444"/>
                </a:lnTo>
                <a:lnTo>
                  <a:pt x="343" y="323"/>
                </a:lnTo>
                <a:lnTo>
                  <a:pt x="464" y="222"/>
                </a:lnTo>
                <a:lnTo>
                  <a:pt x="626" y="142"/>
                </a:lnTo>
                <a:lnTo>
                  <a:pt x="787" y="101"/>
                </a:lnTo>
                <a:lnTo>
                  <a:pt x="949" y="81"/>
                </a:lnTo>
                <a:close/>
                <a:moveTo>
                  <a:pt x="949" y="0"/>
                </a:moveTo>
                <a:lnTo>
                  <a:pt x="767" y="21"/>
                </a:lnTo>
                <a:lnTo>
                  <a:pt x="585" y="61"/>
                </a:lnTo>
                <a:lnTo>
                  <a:pt x="424" y="162"/>
                </a:lnTo>
                <a:lnTo>
                  <a:pt x="283" y="263"/>
                </a:lnTo>
                <a:lnTo>
                  <a:pt x="162" y="404"/>
                </a:lnTo>
                <a:lnTo>
                  <a:pt x="81" y="565"/>
                </a:lnTo>
                <a:lnTo>
                  <a:pt x="20" y="747"/>
                </a:lnTo>
                <a:lnTo>
                  <a:pt x="0" y="929"/>
                </a:lnTo>
                <a:lnTo>
                  <a:pt x="20" y="1130"/>
                </a:lnTo>
                <a:lnTo>
                  <a:pt x="81" y="1292"/>
                </a:lnTo>
                <a:lnTo>
                  <a:pt x="162" y="1453"/>
                </a:lnTo>
                <a:lnTo>
                  <a:pt x="283" y="1595"/>
                </a:lnTo>
                <a:lnTo>
                  <a:pt x="424" y="1716"/>
                </a:lnTo>
                <a:lnTo>
                  <a:pt x="585" y="1796"/>
                </a:lnTo>
                <a:lnTo>
                  <a:pt x="767" y="1857"/>
                </a:lnTo>
                <a:lnTo>
                  <a:pt x="949" y="1877"/>
                </a:lnTo>
                <a:lnTo>
                  <a:pt x="1150" y="1857"/>
                </a:lnTo>
                <a:lnTo>
                  <a:pt x="1312" y="1796"/>
                </a:lnTo>
                <a:lnTo>
                  <a:pt x="1473" y="1716"/>
                </a:lnTo>
                <a:lnTo>
                  <a:pt x="1615" y="1595"/>
                </a:lnTo>
                <a:lnTo>
                  <a:pt x="1736" y="1453"/>
                </a:lnTo>
                <a:lnTo>
                  <a:pt x="1816" y="1292"/>
                </a:lnTo>
                <a:lnTo>
                  <a:pt x="1877" y="1130"/>
                </a:lnTo>
                <a:lnTo>
                  <a:pt x="1897" y="929"/>
                </a:lnTo>
                <a:lnTo>
                  <a:pt x="1877" y="747"/>
                </a:lnTo>
                <a:lnTo>
                  <a:pt x="1816" y="565"/>
                </a:lnTo>
                <a:lnTo>
                  <a:pt x="1736" y="404"/>
                </a:lnTo>
                <a:lnTo>
                  <a:pt x="1615" y="263"/>
                </a:lnTo>
                <a:lnTo>
                  <a:pt x="1473" y="162"/>
                </a:lnTo>
                <a:lnTo>
                  <a:pt x="1312" y="61"/>
                </a:lnTo>
                <a:lnTo>
                  <a:pt x="1150" y="21"/>
                </a:lnTo>
                <a:lnTo>
                  <a:pt x="94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4" name="Google Shape;5574;p69"/>
          <p:cNvSpPr/>
          <p:nvPr/>
        </p:nvSpPr>
        <p:spPr>
          <a:xfrm flipH="1" rot="-6644194">
            <a:off x="8394382" y="2331576"/>
            <a:ext cx="4584" cy="51993"/>
          </a:xfrm>
          <a:custGeom>
            <a:rect b="b" l="l" r="r" t="t"/>
            <a:pathLst>
              <a:path extrusionOk="0" h="930" w="82">
                <a:moveTo>
                  <a:pt x="1" y="1"/>
                </a:moveTo>
                <a:lnTo>
                  <a:pt x="1" y="929"/>
                </a:lnTo>
                <a:lnTo>
                  <a:pt x="82" y="929"/>
                </a:lnTo>
                <a:lnTo>
                  <a:pt x="8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5" name="Google Shape;5575;p69"/>
          <p:cNvSpPr/>
          <p:nvPr/>
        </p:nvSpPr>
        <p:spPr>
          <a:xfrm flipH="1" rot="-6644194">
            <a:off x="8370715" y="2355306"/>
            <a:ext cx="51937" cy="4584"/>
          </a:xfrm>
          <a:custGeom>
            <a:rect b="b" l="l" r="r" t="t"/>
            <a:pathLst>
              <a:path extrusionOk="0" h="82" w="929">
                <a:moveTo>
                  <a:pt x="0" y="1"/>
                </a:moveTo>
                <a:lnTo>
                  <a:pt x="0" y="81"/>
                </a:lnTo>
                <a:lnTo>
                  <a:pt x="928" y="81"/>
                </a:lnTo>
                <a:lnTo>
                  <a:pt x="92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6" name="Google Shape;5576;p69"/>
          <p:cNvSpPr/>
          <p:nvPr/>
        </p:nvSpPr>
        <p:spPr>
          <a:xfrm flipH="1">
            <a:off x="1936493" y="725600"/>
            <a:ext cx="4584" cy="55348"/>
          </a:xfrm>
          <a:custGeom>
            <a:rect b="b" l="l" r="r" t="t"/>
            <a:pathLst>
              <a:path extrusionOk="0" h="990" w="82">
                <a:moveTo>
                  <a:pt x="0" y="0"/>
                </a:moveTo>
                <a:lnTo>
                  <a:pt x="0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7" name="Google Shape;5577;p69"/>
          <p:cNvSpPr/>
          <p:nvPr/>
        </p:nvSpPr>
        <p:spPr>
          <a:xfrm flipH="1">
            <a:off x="1911670" y="750423"/>
            <a:ext cx="55348" cy="4529"/>
          </a:xfrm>
          <a:custGeom>
            <a:rect b="b" l="l" r="r" t="t"/>
            <a:pathLst>
              <a:path extrusionOk="0" h="81" w="990">
                <a:moveTo>
                  <a:pt x="0" y="0"/>
                </a:moveTo>
                <a:lnTo>
                  <a:pt x="0" y="81"/>
                </a:lnTo>
                <a:lnTo>
                  <a:pt x="989" y="81"/>
                </a:lnTo>
                <a:lnTo>
                  <a:pt x="9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8" name="Google Shape;5578;p69"/>
          <p:cNvSpPr/>
          <p:nvPr/>
        </p:nvSpPr>
        <p:spPr>
          <a:xfrm flipH="1">
            <a:off x="199052" y="34116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9" name="Google Shape;5579;p69"/>
          <p:cNvGrpSpPr/>
          <p:nvPr/>
        </p:nvGrpSpPr>
        <p:grpSpPr>
          <a:xfrm>
            <a:off x="4194738" y="4317100"/>
            <a:ext cx="754524" cy="750237"/>
            <a:chOff x="8523754" y="10"/>
            <a:chExt cx="516408" cy="513439"/>
          </a:xfrm>
        </p:grpSpPr>
        <p:sp>
          <p:nvSpPr>
            <p:cNvPr id="5580" name="Google Shape;5580;p69"/>
            <p:cNvSpPr/>
            <p:nvPr/>
          </p:nvSpPr>
          <p:spPr>
            <a:xfrm>
              <a:off x="8523754" y="255242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9"/>
            <p:cNvSpPr/>
            <p:nvPr/>
          </p:nvSpPr>
          <p:spPr>
            <a:xfrm>
              <a:off x="8523754" y="10"/>
              <a:ext cx="516408" cy="258207"/>
            </a:xfrm>
            <a:custGeom>
              <a:rect b="b" l="l" r="r" t="t"/>
              <a:pathLst>
                <a:path extrusionOk="0" h="41798" w="83595">
                  <a:moveTo>
                    <a:pt x="41797" y="0"/>
                  </a:moveTo>
                  <a:lnTo>
                    <a:pt x="40710" y="28"/>
                  </a:lnTo>
                  <a:lnTo>
                    <a:pt x="39650" y="56"/>
                  </a:lnTo>
                  <a:lnTo>
                    <a:pt x="38591" y="112"/>
                  </a:lnTo>
                  <a:lnTo>
                    <a:pt x="37531" y="223"/>
                  </a:lnTo>
                  <a:lnTo>
                    <a:pt x="36472" y="335"/>
                  </a:lnTo>
                  <a:lnTo>
                    <a:pt x="35440" y="474"/>
                  </a:lnTo>
                  <a:lnTo>
                    <a:pt x="34408" y="669"/>
                  </a:lnTo>
                  <a:lnTo>
                    <a:pt x="33377" y="864"/>
                  </a:lnTo>
                  <a:lnTo>
                    <a:pt x="32373" y="1060"/>
                  </a:lnTo>
                  <a:lnTo>
                    <a:pt x="31369" y="1311"/>
                  </a:lnTo>
                  <a:lnTo>
                    <a:pt x="30365" y="1589"/>
                  </a:lnTo>
                  <a:lnTo>
                    <a:pt x="29361" y="1868"/>
                  </a:lnTo>
                  <a:lnTo>
                    <a:pt x="28385" y="2203"/>
                  </a:lnTo>
                  <a:lnTo>
                    <a:pt x="27437" y="2537"/>
                  </a:lnTo>
                  <a:lnTo>
                    <a:pt x="26489" y="2900"/>
                  </a:lnTo>
                  <a:lnTo>
                    <a:pt x="25541" y="3290"/>
                  </a:lnTo>
                  <a:lnTo>
                    <a:pt x="24593" y="3708"/>
                  </a:lnTo>
                  <a:lnTo>
                    <a:pt x="23673" y="4127"/>
                  </a:lnTo>
                  <a:lnTo>
                    <a:pt x="22781" y="4573"/>
                  </a:lnTo>
                  <a:lnTo>
                    <a:pt x="21889" y="5047"/>
                  </a:lnTo>
                  <a:lnTo>
                    <a:pt x="20996" y="5549"/>
                  </a:lnTo>
                  <a:lnTo>
                    <a:pt x="20132" y="6051"/>
                  </a:lnTo>
                  <a:lnTo>
                    <a:pt x="19267" y="6580"/>
                  </a:lnTo>
                  <a:lnTo>
                    <a:pt x="18431" y="7138"/>
                  </a:lnTo>
                  <a:lnTo>
                    <a:pt x="17594" y="7724"/>
                  </a:lnTo>
                  <a:lnTo>
                    <a:pt x="16786" y="8309"/>
                  </a:lnTo>
                  <a:lnTo>
                    <a:pt x="16005" y="8923"/>
                  </a:lnTo>
                  <a:lnTo>
                    <a:pt x="15224" y="9536"/>
                  </a:lnTo>
                  <a:lnTo>
                    <a:pt x="14444" y="10205"/>
                  </a:lnTo>
                  <a:lnTo>
                    <a:pt x="13691" y="10847"/>
                  </a:lnTo>
                  <a:lnTo>
                    <a:pt x="12966" y="11544"/>
                  </a:lnTo>
                  <a:lnTo>
                    <a:pt x="12241" y="12241"/>
                  </a:lnTo>
                  <a:lnTo>
                    <a:pt x="11544" y="12966"/>
                  </a:lnTo>
                  <a:lnTo>
                    <a:pt x="10875" y="13691"/>
                  </a:lnTo>
                  <a:lnTo>
                    <a:pt x="10205" y="14444"/>
                  </a:lnTo>
                  <a:lnTo>
                    <a:pt x="9564" y="15224"/>
                  </a:lnTo>
                  <a:lnTo>
                    <a:pt x="8923" y="16005"/>
                  </a:lnTo>
                  <a:lnTo>
                    <a:pt x="8309" y="16786"/>
                  </a:lnTo>
                  <a:lnTo>
                    <a:pt x="7724" y="17594"/>
                  </a:lnTo>
                  <a:lnTo>
                    <a:pt x="7138" y="18431"/>
                  </a:lnTo>
                  <a:lnTo>
                    <a:pt x="6581" y="19267"/>
                  </a:lnTo>
                  <a:lnTo>
                    <a:pt x="6051" y="20132"/>
                  </a:lnTo>
                  <a:lnTo>
                    <a:pt x="5549" y="20996"/>
                  </a:lnTo>
                  <a:lnTo>
                    <a:pt x="5047" y="21888"/>
                  </a:lnTo>
                  <a:lnTo>
                    <a:pt x="4573" y="22781"/>
                  </a:lnTo>
                  <a:lnTo>
                    <a:pt x="4127" y="23673"/>
                  </a:lnTo>
                  <a:lnTo>
                    <a:pt x="3709" y="24593"/>
                  </a:lnTo>
                  <a:lnTo>
                    <a:pt x="3290" y="25541"/>
                  </a:lnTo>
                  <a:lnTo>
                    <a:pt x="2900" y="26461"/>
                  </a:lnTo>
                  <a:lnTo>
                    <a:pt x="2537" y="27437"/>
                  </a:lnTo>
                  <a:lnTo>
                    <a:pt x="2203" y="28385"/>
                  </a:lnTo>
                  <a:lnTo>
                    <a:pt x="1896" y="29361"/>
                  </a:lnTo>
                  <a:lnTo>
                    <a:pt x="1589" y="30365"/>
                  </a:lnTo>
                  <a:lnTo>
                    <a:pt x="1311" y="31341"/>
                  </a:lnTo>
                  <a:lnTo>
                    <a:pt x="1087" y="32345"/>
                  </a:lnTo>
                  <a:lnTo>
                    <a:pt x="864" y="33376"/>
                  </a:lnTo>
                  <a:lnTo>
                    <a:pt x="669" y="34408"/>
                  </a:lnTo>
                  <a:lnTo>
                    <a:pt x="502" y="35440"/>
                  </a:lnTo>
                  <a:lnTo>
                    <a:pt x="335" y="36471"/>
                  </a:lnTo>
                  <a:lnTo>
                    <a:pt x="223" y="37531"/>
                  </a:lnTo>
                  <a:lnTo>
                    <a:pt x="139" y="38591"/>
                  </a:lnTo>
                  <a:lnTo>
                    <a:pt x="56" y="39650"/>
                  </a:lnTo>
                  <a:lnTo>
                    <a:pt x="28" y="40710"/>
                  </a:lnTo>
                  <a:lnTo>
                    <a:pt x="0" y="41797"/>
                  </a:lnTo>
                  <a:lnTo>
                    <a:pt x="83595" y="41797"/>
                  </a:lnTo>
                  <a:lnTo>
                    <a:pt x="83595" y="40710"/>
                  </a:lnTo>
                  <a:lnTo>
                    <a:pt x="83539" y="39650"/>
                  </a:lnTo>
                  <a:lnTo>
                    <a:pt x="83483" y="38591"/>
                  </a:lnTo>
                  <a:lnTo>
                    <a:pt x="83372" y="37531"/>
                  </a:lnTo>
                  <a:lnTo>
                    <a:pt x="83260" y="36471"/>
                  </a:lnTo>
                  <a:lnTo>
                    <a:pt x="83121" y="35440"/>
                  </a:lnTo>
                  <a:lnTo>
                    <a:pt x="82953" y="34408"/>
                  </a:lnTo>
                  <a:lnTo>
                    <a:pt x="82758" y="33376"/>
                  </a:lnTo>
                  <a:lnTo>
                    <a:pt x="82535" y="32345"/>
                  </a:lnTo>
                  <a:lnTo>
                    <a:pt x="82284" y="31341"/>
                  </a:lnTo>
                  <a:lnTo>
                    <a:pt x="82005" y="30365"/>
                  </a:lnTo>
                  <a:lnTo>
                    <a:pt x="81727" y="29361"/>
                  </a:lnTo>
                  <a:lnTo>
                    <a:pt x="81392" y="28385"/>
                  </a:lnTo>
                  <a:lnTo>
                    <a:pt x="81057" y="27437"/>
                  </a:lnTo>
                  <a:lnTo>
                    <a:pt x="80695" y="26461"/>
                  </a:lnTo>
                  <a:lnTo>
                    <a:pt x="80304" y="25541"/>
                  </a:lnTo>
                  <a:lnTo>
                    <a:pt x="79914" y="24593"/>
                  </a:lnTo>
                  <a:lnTo>
                    <a:pt x="79468" y="23673"/>
                  </a:lnTo>
                  <a:lnTo>
                    <a:pt x="79022" y="22781"/>
                  </a:lnTo>
                  <a:lnTo>
                    <a:pt x="78548" y="21888"/>
                  </a:lnTo>
                  <a:lnTo>
                    <a:pt x="78046" y="20996"/>
                  </a:lnTo>
                  <a:lnTo>
                    <a:pt x="77544" y="20132"/>
                  </a:lnTo>
                  <a:lnTo>
                    <a:pt x="77014" y="19267"/>
                  </a:lnTo>
                  <a:lnTo>
                    <a:pt x="76457" y="18431"/>
                  </a:lnTo>
                  <a:lnTo>
                    <a:pt x="75899" y="17594"/>
                  </a:lnTo>
                  <a:lnTo>
                    <a:pt x="75285" y="16786"/>
                  </a:lnTo>
                  <a:lnTo>
                    <a:pt x="74672" y="16005"/>
                  </a:lnTo>
                  <a:lnTo>
                    <a:pt x="74059" y="15224"/>
                  </a:lnTo>
                  <a:lnTo>
                    <a:pt x="73417" y="14444"/>
                  </a:lnTo>
                  <a:lnTo>
                    <a:pt x="72748" y="13691"/>
                  </a:lnTo>
                  <a:lnTo>
                    <a:pt x="72051" y="12966"/>
                  </a:lnTo>
                  <a:lnTo>
                    <a:pt x="71354" y="12241"/>
                  </a:lnTo>
                  <a:lnTo>
                    <a:pt x="70629" y="11544"/>
                  </a:lnTo>
                  <a:lnTo>
                    <a:pt x="69904" y="10847"/>
                  </a:lnTo>
                  <a:lnTo>
                    <a:pt x="69151" y="10205"/>
                  </a:lnTo>
                  <a:lnTo>
                    <a:pt x="68398" y="9536"/>
                  </a:lnTo>
                  <a:lnTo>
                    <a:pt x="67617" y="8923"/>
                  </a:lnTo>
                  <a:lnTo>
                    <a:pt x="66809" y="8309"/>
                  </a:lnTo>
                  <a:lnTo>
                    <a:pt x="66000" y="7724"/>
                  </a:lnTo>
                  <a:lnTo>
                    <a:pt x="65164" y="7138"/>
                  </a:lnTo>
                  <a:lnTo>
                    <a:pt x="64327" y="6580"/>
                  </a:lnTo>
                  <a:lnTo>
                    <a:pt x="63463" y="6051"/>
                  </a:lnTo>
                  <a:lnTo>
                    <a:pt x="62598" y="5549"/>
                  </a:lnTo>
                  <a:lnTo>
                    <a:pt x="61734" y="5047"/>
                  </a:lnTo>
                  <a:lnTo>
                    <a:pt x="60842" y="4573"/>
                  </a:lnTo>
                  <a:lnTo>
                    <a:pt x="59922" y="4127"/>
                  </a:lnTo>
                  <a:lnTo>
                    <a:pt x="59001" y="3708"/>
                  </a:lnTo>
                  <a:lnTo>
                    <a:pt x="58081" y="3290"/>
                  </a:lnTo>
                  <a:lnTo>
                    <a:pt x="57133" y="2900"/>
                  </a:lnTo>
                  <a:lnTo>
                    <a:pt x="56185" y="2537"/>
                  </a:lnTo>
                  <a:lnTo>
                    <a:pt x="55209" y="2203"/>
                  </a:lnTo>
                  <a:lnTo>
                    <a:pt x="54233" y="1868"/>
                  </a:lnTo>
                  <a:lnTo>
                    <a:pt x="53257" y="1589"/>
                  </a:lnTo>
                  <a:lnTo>
                    <a:pt x="52254" y="1311"/>
                  </a:lnTo>
                  <a:lnTo>
                    <a:pt x="51250" y="1060"/>
                  </a:lnTo>
                  <a:lnTo>
                    <a:pt x="50218" y="864"/>
                  </a:lnTo>
                  <a:lnTo>
                    <a:pt x="49214" y="669"/>
                  </a:lnTo>
                  <a:lnTo>
                    <a:pt x="48155" y="474"/>
                  </a:lnTo>
                  <a:lnTo>
                    <a:pt x="47123" y="335"/>
                  </a:lnTo>
                  <a:lnTo>
                    <a:pt x="46064" y="223"/>
                  </a:lnTo>
                  <a:lnTo>
                    <a:pt x="45032" y="112"/>
                  </a:lnTo>
                  <a:lnTo>
                    <a:pt x="43944" y="56"/>
                  </a:lnTo>
                  <a:lnTo>
                    <a:pt x="42885" y="28"/>
                  </a:lnTo>
                  <a:lnTo>
                    <a:pt x="41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2" name="Google Shape;5582;p69"/>
          <p:cNvSpPr/>
          <p:nvPr/>
        </p:nvSpPr>
        <p:spPr>
          <a:xfrm>
            <a:off x="8375975" y="108904"/>
            <a:ext cx="597600" cy="597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3" name="Google Shape;5583;p69"/>
          <p:cNvSpPr/>
          <p:nvPr/>
        </p:nvSpPr>
        <p:spPr>
          <a:xfrm rot="5400000">
            <a:off x="8375975" y="714006"/>
            <a:ext cx="597600" cy="5976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4" name="Google Shape;5584;p69"/>
          <p:cNvSpPr/>
          <p:nvPr/>
        </p:nvSpPr>
        <p:spPr>
          <a:xfrm flipH="1">
            <a:off x="8085888" y="4081828"/>
            <a:ext cx="1058100" cy="1058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5" name="Google Shape;5585;p69"/>
          <p:cNvSpPr/>
          <p:nvPr/>
        </p:nvSpPr>
        <p:spPr>
          <a:xfrm>
            <a:off x="8019945" y="4215465"/>
            <a:ext cx="790800" cy="790800"/>
          </a:xfrm>
          <a:prstGeom prst="ellipse">
            <a:avLst/>
          </a:prstGeom>
          <a:solidFill>
            <a:schemeClr val="dk2"/>
          </a:solidFill>
          <a:ln cap="flat" cmpd="sng" w="1143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TITLE_1">
    <p:spTree>
      <p:nvGrpSpPr>
        <p:cNvPr id="5586" name="Shape 5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7" name="Google Shape;5587;p70"/>
          <p:cNvSpPr/>
          <p:nvPr/>
        </p:nvSpPr>
        <p:spPr>
          <a:xfrm flipH="1">
            <a:off x="125" y="0"/>
            <a:ext cx="18405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8" name="Google Shape;5588;p70"/>
          <p:cNvSpPr/>
          <p:nvPr/>
        </p:nvSpPr>
        <p:spPr>
          <a:xfrm flipH="1">
            <a:off x="7316647" y="0"/>
            <a:ext cx="18405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9" name="Google Shape;5589;p70"/>
          <p:cNvGrpSpPr/>
          <p:nvPr/>
        </p:nvGrpSpPr>
        <p:grpSpPr>
          <a:xfrm>
            <a:off x="7747680" y="163941"/>
            <a:ext cx="1209708" cy="1147945"/>
            <a:chOff x="5235125" y="2636100"/>
            <a:chExt cx="796175" cy="755525"/>
          </a:xfrm>
        </p:grpSpPr>
        <p:sp>
          <p:nvSpPr>
            <p:cNvPr id="5590" name="Google Shape;5590;p70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70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70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70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70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0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0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0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0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0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0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70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70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0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0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70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70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70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0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0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0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70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70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70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0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0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0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70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70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70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70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70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70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70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70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0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0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70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70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0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0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0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70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70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0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0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0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0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0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0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0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70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0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0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0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0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0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70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70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0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70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70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70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70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70"/>
          <p:cNvGrpSpPr/>
          <p:nvPr/>
        </p:nvGrpSpPr>
        <p:grpSpPr>
          <a:xfrm>
            <a:off x="315517" y="3792616"/>
            <a:ext cx="1209708" cy="1147945"/>
            <a:chOff x="5235125" y="2636100"/>
            <a:chExt cx="796175" cy="755525"/>
          </a:xfrm>
        </p:grpSpPr>
        <p:sp>
          <p:nvSpPr>
            <p:cNvPr id="5655" name="Google Shape;5655;p70"/>
            <p:cNvSpPr/>
            <p:nvPr/>
          </p:nvSpPr>
          <p:spPr>
            <a:xfrm>
              <a:off x="5779275" y="29438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24" y="1"/>
                  </a:moveTo>
                  <a:lnTo>
                    <a:pt x="1" y="683"/>
                  </a:lnTo>
                  <a:lnTo>
                    <a:pt x="21" y="724"/>
                  </a:lnTo>
                  <a:lnTo>
                    <a:pt x="61" y="744"/>
                  </a:lnTo>
                  <a:lnTo>
                    <a:pt x="181" y="784"/>
                  </a:lnTo>
                  <a:lnTo>
                    <a:pt x="322" y="824"/>
                  </a:lnTo>
                  <a:lnTo>
                    <a:pt x="382" y="864"/>
                  </a:lnTo>
                  <a:lnTo>
                    <a:pt x="422" y="884"/>
                  </a:lnTo>
                  <a:lnTo>
                    <a:pt x="503" y="1005"/>
                  </a:lnTo>
                  <a:lnTo>
                    <a:pt x="583" y="1105"/>
                  </a:lnTo>
                  <a:lnTo>
                    <a:pt x="704" y="1326"/>
                  </a:lnTo>
                  <a:lnTo>
                    <a:pt x="1406" y="62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0"/>
            <p:cNvSpPr/>
            <p:nvPr/>
          </p:nvSpPr>
          <p:spPr>
            <a:xfrm>
              <a:off x="5885700" y="3044725"/>
              <a:ext cx="37175" cy="34675"/>
            </a:xfrm>
            <a:custGeom>
              <a:rect b="b" l="l" r="r" t="t"/>
              <a:pathLst>
                <a:path extrusionOk="0" h="1387" w="1487">
                  <a:moveTo>
                    <a:pt x="764" y="1"/>
                  </a:moveTo>
                  <a:lnTo>
                    <a:pt x="663" y="222"/>
                  </a:lnTo>
                  <a:lnTo>
                    <a:pt x="603" y="322"/>
                  </a:lnTo>
                  <a:lnTo>
                    <a:pt x="543" y="402"/>
                  </a:lnTo>
                  <a:lnTo>
                    <a:pt x="422" y="483"/>
                  </a:lnTo>
                  <a:lnTo>
                    <a:pt x="302" y="543"/>
                  </a:lnTo>
                  <a:lnTo>
                    <a:pt x="1" y="703"/>
                  </a:lnTo>
                  <a:lnTo>
                    <a:pt x="262" y="824"/>
                  </a:lnTo>
                  <a:lnTo>
                    <a:pt x="483" y="985"/>
                  </a:lnTo>
                  <a:lnTo>
                    <a:pt x="583" y="1065"/>
                  </a:lnTo>
                  <a:lnTo>
                    <a:pt x="643" y="1165"/>
                  </a:lnTo>
                  <a:lnTo>
                    <a:pt x="723" y="1266"/>
                  </a:lnTo>
                  <a:lnTo>
                    <a:pt x="764" y="1386"/>
                  </a:lnTo>
                  <a:lnTo>
                    <a:pt x="1486" y="703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70"/>
            <p:cNvSpPr/>
            <p:nvPr/>
          </p:nvSpPr>
          <p:spPr>
            <a:xfrm>
              <a:off x="5562925" y="2636100"/>
              <a:ext cx="35675" cy="33175"/>
            </a:xfrm>
            <a:custGeom>
              <a:rect b="b" l="l" r="r" t="t"/>
              <a:pathLst>
                <a:path extrusionOk="0" h="1327" w="1427">
                  <a:moveTo>
                    <a:pt x="723" y="1"/>
                  </a:moveTo>
                  <a:lnTo>
                    <a:pt x="1" y="684"/>
                  </a:lnTo>
                  <a:lnTo>
                    <a:pt x="221" y="784"/>
                  </a:lnTo>
                  <a:lnTo>
                    <a:pt x="322" y="824"/>
                  </a:lnTo>
                  <a:lnTo>
                    <a:pt x="422" y="884"/>
                  </a:lnTo>
                  <a:lnTo>
                    <a:pt x="502" y="1005"/>
                  </a:lnTo>
                  <a:lnTo>
                    <a:pt x="583" y="1105"/>
                  </a:lnTo>
                  <a:lnTo>
                    <a:pt x="723" y="1326"/>
                  </a:lnTo>
                  <a:lnTo>
                    <a:pt x="1426" y="643"/>
                  </a:lnTo>
                  <a:lnTo>
                    <a:pt x="7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70"/>
            <p:cNvSpPr/>
            <p:nvPr/>
          </p:nvSpPr>
          <p:spPr>
            <a:xfrm>
              <a:off x="5672850" y="2636100"/>
              <a:ext cx="33175" cy="32175"/>
            </a:xfrm>
            <a:custGeom>
              <a:rect b="b" l="l" r="r" t="t"/>
              <a:pathLst>
                <a:path extrusionOk="0" h="1287" w="1327">
                  <a:moveTo>
                    <a:pt x="664" y="1"/>
                  </a:moveTo>
                  <a:lnTo>
                    <a:pt x="1" y="664"/>
                  </a:lnTo>
                  <a:lnTo>
                    <a:pt x="664" y="1286"/>
                  </a:lnTo>
                  <a:lnTo>
                    <a:pt x="1326" y="62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70"/>
            <p:cNvSpPr/>
            <p:nvPr/>
          </p:nvSpPr>
          <p:spPr>
            <a:xfrm>
              <a:off x="5886700" y="3351450"/>
              <a:ext cx="37675" cy="36675"/>
            </a:xfrm>
            <a:custGeom>
              <a:rect b="b" l="l" r="r" t="t"/>
              <a:pathLst>
                <a:path extrusionOk="0" h="1467" w="1507">
                  <a:moveTo>
                    <a:pt x="683" y="0"/>
                  </a:moveTo>
                  <a:lnTo>
                    <a:pt x="663" y="161"/>
                  </a:lnTo>
                  <a:lnTo>
                    <a:pt x="603" y="281"/>
                  </a:lnTo>
                  <a:lnTo>
                    <a:pt x="523" y="362"/>
                  </a:lnTo>
                  <a:lnTo>
                    <a:pt x="422" y="442"/>
                  </a:lnTo>
                  <a:lnTo>
                    <a:pt x="202" y="583"/>
                  </a:lnTo>
                  <a:lnTo>
                    <a:pt x="81" y="663"/>
                  </a:lnTo>
                  <a:lnTo>
                    <a:pt x="1" y="743"/>
                  </a:lnTo>
                  <a:lnTo>
                    <a:pt x="222" y="884"/>
                  </a:lnTo>
                  <a:lnTo>
                    <a:pt x="443" y="1004"/>
                  </a:lnTo>
                  <a:lnTo>
                    <a:pt x="523" y="1105"/>
                  </a:lnTo>
                  <a:lnTo>
                    <a:pt x="603" y="1205"/>
                  </a:lnTo>
                  <a:lnTo>
                    <a:pt x="663" y="1326"/>
                  </a:lnTo>
                  <a:lnTo>
                    <a:pt x="683" y="1466"/>
                  </a:lnTo>
                  <a:lnTo>
                    <a:pt x="764" y="1446"/>
                  </a:lnTo>
                  <a:lnTo>
                    <a:pt x="824" y="1406"/>
                  </a:lnTo>
                  <a:lnTo>
                    <a:pt x="864" y="1346"/>
                  </a:lnTo>
                  <a:lnTo>
                    <a:pt x="904" y="1285"/>
                  </a:lnTo>
                  <a:lnTo>
                    <a:pt x="965" y="1145"/>
                  </a:lnTo>
                  <a:lnTo>
                    <a:pt x="985" y="1085"/>
                  </a:lnTo>
                  <a:lnTo>
                    <a:pt x="1025" y="1044"/>
                  </a:lnTo>
                  <a:lnTo>
                    <a:pt x="1145" y="964"/>
                  </a:lnTo>
                  <a:lnTo>
                    <a:pt x="1266" y="884"/>
                  </a:lnTo>
                  <a:lnTo>
                    <a:pt x="1507" y="74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70"/>
            <p:cNvSpPr/>
            <p:nvPr/>
          </p:nvSpPr>
          <p:spPr>
            <a:xfrm>
              <a:off x="5563925" y="2738525"/>
              <a:ext cx="35675" cy="34150"/>
            </a:xfrm>
            <a:custGeom>
              <a:rect b="b" l="l" r="r" t="t"/>
              <a:pathLst>
                <a:path extrusionOk="0" h="1366" w="1427">
                  <a:moveTo>
                    <a:pt x="703" y="0"/>
                  </a:moveTo>
                  <a:lnTo>
                    <a:pt x="1" y="643"/>
                  </a:lnTo>
                  <a:lnTo>
                    <a:pt x="744" y="1366"/>
                  </a:lnTo>
                  <a:lnTo>
                    <a:pt x="784" y="1225"/>
                  </a:lnTo>
                  <a:lnTo>
                    <a:pt x="844" y="1125"/>
                  </a:lnTo>
                  <a:lnTo>
                    <a:pt x="924" y="1024"/>
                  </a:lnTo>
                  <a:lnTo>
                    <a:pt x="1005" y="944"/>
                  </a:lnTo>
                  <a:lnTo>
                    <a:pt x="1105" y="864"/>
                  </a:lnTo>
                  <a:lnTo>
                    <a:pt x="1205" y="803"/>
                  </a:lnTo>
                  <a:lnTo>
                    <a:pt x="1426" y="683"/>
                  </a:lnTo>
                  <a:lnTo>
                    <a:pt x="1346" y="582"/>
                  </a:lnTo>
                  <a:lnTo>
                    <a:pt x="1266" y="522"/>
                  </a:lnTo>
                  <a:lnTo>
                    <a:pt x="1045" y="402"/>
                  </a:lnTo>
                  <a:lnTo>
                    <a:pt x="964" y="342"/>
                  </a:lnTo>
                  <a:lnTo>
                    <a:pt x="884" y="281"/>
                  </a:lnTo>
                  <a:lnTo>
                    <a:pt x="824" y="181"/>
                  </a:lnTo>
                  <a:lnTo>
                    <a:pt x="804" y="40"/>
                  </a:lnTo>
                  <a:lnTo>
                    <a:pt x="784" y="20"/>
                  </a:lnTo>
                  <a:lnTo>
                    <a:pt x="744" y="2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0"/>
            <p:cNvSpPr/>
            <p:nvPr/>
          </p:nvSpPr>
          <p:spPr>
            <a:xfrm>
              <a:off x="5671350" y="2738025"/>
              <a:ext cx="35675" cy="35650"/>
            </a:xfrm>
            <a:custGeom>
              <a:rect b="b" l="l" r="r" t="t"/>
              <a:pathLst>
                <a:path extrusionOk="0" h="1426" w="1427">
                  <a:moveTo>
                    <a:pt x="724" y="0"/>
                  </a:moveTo>
                  <a:lnTo>
                    <a:pt x="1" y="703"/>
                  </a:lnTo>
                  <a:lnTo>
                    <a:pt x="121" y="743"/>
                  </a:lnTo>
                  <a:lnTo>
                    <a:pt x="242" y="823"/>
                  </a:lnTo>
                  <a:lnTo>
                    <a:pt x="342" y="884"/>
                  </a:lnTo>
                  <a:lnTo>
                    <a:pt x="422" y="984"/>
                  </a:lnTo>
                  <a:lnTo>
                    <a:pt x="603" y="1185"/>
                  </a:lnTo>
                  <a:lnTo>
                    <a:pt x="744" y="1426"/>
                  </a:lnTo>
                  <a:lnTo>
                    <a:pt x="844" y="1165"/>
                  </a:lnTo>
                  <a:lnTo>
                    <a:pt x="904" y="1064"/>
                  </a:lnTo>
                  <a:lnTo>
                    <a:pt x="964" y="984"/>
                  </a:lnTo>
                  <a:lnTo>
                    <a:pt x="1065" y="904"/>
                  </a:lnTo>
                  <a:lnTo>
                    <a:pt x="1185" y="823"/>
                  </a:lnTo>
                  <a:lnTo>
                    <a:pt x="1426" y="68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0"/>
            <p:cNvSpPr/>
            <p:nvPr/>
          </p:nvSpPr>
          <p:spPr>
            <a:xfrm>
              <a:off x="5780775" y="2738525"/>
              <a:ext cx="33675" cy="31150"/>
            </a:xfrm>
            <a:custGeom>
              <a:rect b="b" l="l" r="r" t="t"/>
              <a:pathLst>
                <a:path extrusionOk="0" h="1246" w="1347">
                  <a:moveTo>
                    <a:pt x="664" y="0"/>
                  </a:moveTo>
                  <a:lnTo>
                    <a:pt x="1" y="663"/>
                  </a:lnTo>
                  <a:lnTo>
                    <a:pt x="664" y="1245"/>
                  </a:lnTo>
                  <a:lnTo>
                    <a:pt x="1346" y="66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0"/>
            <p:cNvSpPr/>
            <p:nvPr/>
          </p:nvSpPr>
          <p:spPr>
            <a:xfrm>
              <a:off x="5777775" y="3352450"/>
              <a:ext cx="38175" cy="34150"/>
            </a:xfrm>
            <a:custGeom>
              <a:rect b="b" l="l" r="r" t="t"/>
              <a:pathLst>
                <a:path extrusionOk="0" h="1366" w="1527">
                  <a:moveTo>
                    <a:pt x="703" y="0"/>
                  </a:moveTo>
                  <a:lnTo>
                    <a:pt x="663" y="121"/>
                  </a:lnTo>
                  <a:lnTo>
                    <a:pt x="623" y="221"/>
                  </a:lnTo>
                  <a:lnTo>
                    <a:pt x="563" y="322"/>
                  </a:lnTo>
                  <a:lnTo>
                    <a:pt x="462" y="402"/>
                  </a:lnTo>
                  <a:lnTo>
                    <a:pt x="382" y="462"/>
                  </a:lnTo>
                  <a:lnTo>
                    <a:pt x="262" y="522"/>
                  </a:lnTo>
                  <a:lnTo>
                    <a:pt x="1" y="62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61" y="804"/>
                  </a:lnTo>
                  <a:lnTo>
                    <a:pt x="282" y="884"/>
                  </a:lnTo>
                  <a:lnTo>
                    <a:pt x="402" y="924"/>
                  </a:lnTo>
                  <a:lnTo>
                    <a:pt x="523" y="1004"/>
                  </a:lnTo>
                  <a:lnTo>
                    <a:pt x="623" y="1085"/>
                  </a:lnTo>
                  <a:lnTo>
                    <a:pt x="643" y="1125"/>
                  </a:lnTo>
                  <a:lnTo>
                    <a:pt x="683" y="1185"/>
                  </a:lnTo>
                  <a:lnTo>
                    <a:pt x="683" y="1265"/>
                  </a:lnTo>
                  <a:lnTo>
                    <a:pt x="683" y="1346"/>
                  </a:lnTo>
                  <a:lnTo>
                    <a:pt x="743" y="1366"/>
                  </a:lnTo>
                  <a:lnTo>
                    <a:pt x="784" y="1366"/>
                  </a:lnTo>
                  <a:lnTo>
                    <a:pt x="1527" y="663"/>
                  </a:lnTo>
                  <a:lnTo>
                    <a:pt x="1426" y="583"/>
                  </a:lnTo>
                  <a:lnTo>
                    <a:pt x="1326" y="543"/>
                  </a:lnTo>
                  <a:lnTo>
                    <a:pt x="1145" y="422"/>
                  </a:lnTo>
                  <a:lnTo>
                    <a:pt x="1045" y="362"/>
                  </a:lnTo>
                  <a:lnTo>
                    <a:pt x="984" y="261"/>
                  </a:lnTo>
                  <a:lnTo>
                    <a:pt x="924" y="161"/>
                  </a:lnTo>
                  <a:lnTo>
                    <a:pt x="904" y="41"/>
                  </a:lnTo>
                  <a:lnTo>
                    <a:pt x="864" y="21"/>
                  </a:lnTo>
                  <a:lnTo>
                    <a:pt x="824" y="21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70"/>
            <p:cNvSpPr/>
            <p:nvPr/>
          </p:nvSpPr>
          <p:spPr>
            <a:xfrm>
              <a:off x="5669350" y="3350450"/>
              <a:ext cx="40175" cy="39175"/>
            </a:xfrm>
            <a:custGeom>
              <a:rect b="b" l="l" r="r" t="t"/>
              <a:pathLst>
                <a:path extrusionOk="0" h="1567" w="1607">
                  <a:moveTo>
                    <a:pt x="864" y="0"/>
                  </a:moveTo>
                  <a:lnTo>
                    <a:pt x="783" y="20"/>
                  </a:lnTo>
                  <a:lnTo>
                    <a:pt x="723" y="60"/>
                  </a:lnTo>
                  <a:lnTo>
                    <a:pt x="683" y="121"/>
                  </a:lnTo>
                  <a:lnTo>
                    <a:pt x="663" y="181"/>
                  </a:lnTo>
                  <a:lnTo>
                    <a:pt x="623" y="321"/>
                  </a:lnTo>
                  <a:lnTo>
                    <a:pt x="583" y="382"/>
                  </a:lnTo>
                  <a:lnTo>
                    <a:pt x="542" y="422"/>
                  </a:lnTo>
                  <a:lnTo>
                    <a:pt x="422" y="522"/>
                  </a:lnTo>
                  <a:lnTo>
                    <a:pt x="281" y="602"/>
                  </a:lnTo>
                  <a:lnTo>
                    <a:pt x="0" y="763"/>
                  </a:lnTo>
                  <a:lnTo>
                    <a:pt x="201" y="763"/>
                  </a:lnTo>
                  <a:lnTo>
                    <a:pt x="281" y="803"/>
                  </a:lnTo>
                  <a:lnTo>
                    <a:pt x="362" y="823"/>
                  </a:lnTo>
                  <a:lnTo>
                    <a:pt x="402" y="884"/>
                  </a:lnTo>
                  <a:lnTo>
                    <a:pt x="462" y="944"/>
                  </a:lnTo>
                  <a:lnTo>
                    <a:pt x="542" y="1064"/>
                  </a:lnTo>
                  <a:lnTo>
                    <a:pt x="603" y="1225"/>
                  </a:lnTo>
                  <a:lnTo>
                    <a:pt x="703" y="1366"/>
                  </a:lnTo>
                  <a:lnTo>
                    <a:pt x="743" y="1426"/>
                  </a:lnTo>
                  <a:lnTo>
                    <a:pt x="804" y="1486"/>
                  </a:lnTo>
                  <a:lnTo>
                    <a:pt x="884" y="1526"/>
                  </a:lnTo>
                  <a:lnTo>
                    <a:pt x="964" y="1566"/>
                  </a:lnTo>
                  <a:lnTo>
                    <a:pt x="924" y="1466"/>
                  </a:lnTo>
                  <a:lnTo>
                    <a:pt x="924" y="1366"/>
                  </a:lnTo>
                  <a:lnTo>
                    <a:pt x="924" y="1285"/>
                  </a:lnTo>
                  <a:lnTo>
                    <a:pt x="944" y="1225"/>
                  </a:lnTo>
                  <a:lnTo>
                    <a:pt x="964" y="1165"/>
                  </a:lnTo>
                  <a:lnTo>
                    <a:pt x="1024" y="1104"/>
                  </a:lnTo>
                  <a:lnTo>
                    <a:pt x="1125" y="1024"/>
                  </a:lnTo>
                  <a:lnTo>
                    <a:pt x="1265" y="964"/>
                  </a:lnTo>
                  <a:lnTo>
                    <a:pt x="1406" y="884"/>
                  </a:lnTo>
                  <a:lnTo>
                    <a:pt x="1526" y="783"/>
                  </a:lnTo>
                  <a:lnTo>
                    <a:pt x="1567" y="723"/>
                  </a:lnTo>
                  <a:lnTo>
                    <a:pt x="1607" y="643"/>
                  </a:lnTo>
                  <a:lnTo>
                    <a:pt x="1446" y="643"/>
                  </a:lnTo>
                  <a:lnTo>
                    <a:pt x="1306" y="623"/>
                  </a:lnTo>
                  <a:lnTo>
                    <a:pt x="1205" y="562"/>
                  </a:lnTo>
                  <a:lnTo>
                    <a:pt x="1105" y="482"/>
                  </a:lnTo>
                  <a:lnTo>
                    <a:pt x="1024" y="382"/>
                  </a:lnTo>
                  <a:lnTo>
                    <a:pt x="964" y="26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70"/>
            <p:cNvSpPr/>
            <p:nvPr/>
          </p:nvSpPr>
          <p:spPr>
            <a:xfrm>
              <a:off x="5562425" y="33509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683" y="0"/>
                  </a:moveTo>
                  <a:lnTo>
                    <a:pt x="543" y="281"/>
                  </a:lnTo>
                  <a:lnTo>
                    <a:pt x="462" y="402"/>
                  </a:lnTo>
                  <a:lnTo>
                    <a:pt x="382" y="502"/>
                  </a:lnTo>
                  <a:lnTo>
                    <a:pt x="322" y="542"/>
                  </a:lnTo>
                  <a:lnTo>
                    <a:pt x="261" y="562"/>
                  </a:lnTo>
                  <a:lnTo>
                    <a:pt x="141" y="582"/>
                  </a:lnTo>
                  <a:lnTo>
                    <a:pt x="81" y="603"/>
                  </a:lnTo>
                  <a:lnTo>
                    <a:pt x="21" y="623"/>
                  </a:lnTo>
                  <a:lnTo>
                    <a:pt x="0" y="663"/>
                  </a:lnTo>
                  <a:lnTo>
                    <a:pt x="0" y="703"/>
                  </a:lnTo>
                  <a:lnTo>
                    <a:pt x="844" y="1526"/>
                  </a:lnTo>
                  <a:lnTo>
                    <a:pt x="884" y="1366"/>
                  </a:lnTo>
                  <a:lnTo>
                    <a:pt x="924" y="1245"/>
                  </a:lnTo>
                  <a:lnTo>
                    <a:pt x="1004" y="1145"/>
                  </a:lnTo>
                  <a:lnTo>
                    <a:pt x="1105" y="1044"/>
                  </a:lnTo>
                  <a:lnTo>
                    <a:pt x="1225" y="964"/>
                  </a:lnTo>
                  <a:lnTo>
                    <a:pt x="1346" y="884"/>
                  </a:lnTo>
                  <a:lnTo>
                    <a:pt x="1667" y="743"/>
                  </a:lnTo>
                  <a:lnTo>
                    <a:pt x="1265" y="562"/>
                  </a:lnTo>
                  <a:lnTo>
                    <a:pt x="1125" y="482"/>
                  </a:lnTo>
                  <a:lnTo>
                    <a:pt x="1004" y="402"/>
                  </a:lnTo>
                  <a:lnTo>
                    <a:pt x="964" y="362"/>
                  </a:lnTo>
                  <a:lnTo>
                    <a:pt x="944" y="301"/>
                  </a:lnTo>
                  <a:lnTo>
                    <a:pt x="904" y="161"/>
                  </a:lnTo>
                  <a:lnTo>
                    <a:pt x="884" y="101"/>
                  </a:lnTo>
                  <a:lnTo>
                    <a:pt x="844" y="40"/>
                  </a:lnTo>
                  <a:lnTo>
                    <a:pt x="78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70"/>
            <p:cNvSpPr/>
            <p:nvPr/>
          </p:nvSpPr>
          <p:spPr>
            <a:xfrm>
              <a:off x="5455500" y="3351450"/>
              <a:ext cx="41700" cy="38175"/>
            </a:xfrm>
            <a:custGeom>
              <a:rect b="b" l="l" r="r" t="t"/>
              <a:pathLst>
                <a:path extrusionOk="0" h="1527" w="1668">
                  <a:moveTo>
                    <a:pt x="743" y="0"/>
                  </a:moveTo>
                  <a:lnTo>
                    <a:pt x="0" y="723"/>
                  </a:lnTo>
                  <a:lnTo>
                    <a:pt x="784" y="1526"/>
                  </a:lnTo>
                  <a:lnTo>
                    <a:pt x="824" y="1386"/>
                  </a:lnTo>
                  <a:lnTo>
                    <a:pt x="884" y="1245"/>
                  </a:lnTo>
                  <a:lnTo>
                    <a:pt x="964" y="1125"/>
                  </a:lnTo>
                  <a:lnTo>
                    <a:pt x="1065" y="1044"/>
                  </a:lnTo>
                  <a:lnTo>
                    <a:pt x="1185" y="964"/>
                  </a:lnTo>
                  <a:lnTo>
                    <a:pt x="1326" y="884"/>
                  </a:lnTo>
                  <a:lnTo>
                    <a:pt x="1667" y="743"/>
                  </a:lnTo>
                  <a:lnTo>
                    <a:pt x="1266" y="583"/>
                  </a:lnTo>
                  <a:lnTo>
                    <a:pt x="1125" y="502"/>
                  </a:lnTo>
                  <a:lnTo>
                    <a:pt x="1025" y="442"/>
                  </a:lnTo>
                  <a:lnTo>
                    <a:pt x="944" y="342"/>
                  </a:lnTo>
                  <a:lnTo>
                    <a:pt x="864" y="221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70"/>
            <p:cNvSpPr/>
            <p:nvPr/>
          </p:nvSpPr>
          <p:spPr>
            <a:xfrm>
              <a:off x="5887700" y="3250550"/>
              <a:ext cx="36675" cy="34150"/>
            </a:xfrm>
            <a:custGeom>
              <a:rect b="b" l="l" r="r" t="t"/>
              <a:pathLst>
                <a:path extrusionOk="0" h="1366" w="1467">
                  <a:moveTo>
                    <a:pt x="724" y="0"/>
                  </a:moveTo>
                  <a:lnTo>
                    <a:pt x="1" y="663"/>
                  </a:lnTo>
                  <a:lnTo>
                    <a:pt x="744" y="1366"/>
                  </a:lnTo>
                  <a:lnTo>
                    <a:pt x="864" y="1145"/>
                  </a:lnTo>
                  <a:lnTo>
                    <a:pt x="1025" y="964"/>
                  </a:lnTo>
                  <a:lnTo>
                    <a:pt x="1125" y="884"/>
                  </a:lnTo>
                  <a:lnTo>
                    <a:pt x="1226" y="803"/>
                  </a:lnTo>
                  <a:lnTo>
                    <a:pt x="1346" y="743"/>
                  </a:lnTo>
                  <a:lnTo>
                    <a:pt x="1467" y="703"/>
                  </a:lnTo>
                  <a:lnTo>
                    <a:pt x="1386" y="603"/>
                  </a:lnTo>
                  <a:lnTo>
                    <a:pt x="1286" y="542"/>
                  </a:lnTo>
                  <a:lnTo>
                    <a:pt x="1085" y="422"/>
                  </a:lnTo>
                  <a:lnTo>
                    <a:pt x="985" y="342"/>
                  </a:lnTo>
                  <a:lnTo>
                    <a:pt x="904" y="261"/>
                  </a:lnTo>
                  <a:lnTo>
                    <a:pt x="864" y="161"/>
                  </a:lnTo>
                  <a:lnTo>
                    <a:pt x="82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0"/>
            <p:cNvSpPr/>
            <p:nvPr/>
          </p:nvSpPr>
          <p:spPr>
            <a:xfrm>
              <a:off x="5558900" y="2837900"/>
              <a:ext cx="42200" cy="36675"/>
            </a:xfrm>
            <a:custGeom>
              <a:rect b="b" l="l" r="r" t="t"/>
              <a:pathLst>
                <a:path extrusionOk="0" h="1467" w="1688">
                  <a:moveTo>
                    <a:pt x="864" y="1"/>
                  </a:moveTo>
                  <a:lnTo>
                    <a:pt x="764" y="262"/>
                  </a:lnTo>
                  <a:lnTo>
                    <a:pt x="704" y="362"/>
                  </a:lnTo>
                  <a:lnTo>
                    <a:pt x="643" y="463"/>
                  </a:lnTo>
                  <a:lnTo>
                    <a:pt x="523" y="543"/>
                  </a:lnTo>
                  <a:lnTo>
                    <a:pt x="382" y="623"/>
                  </a:lnTo>
                  <a:lnTo>
                    <a:pt x="1" y="844"/>
                  </a:lnTo>
                  <a:lnTo>
                    <a:pt x="162" y="864"/>
                  </a:lnTo>
                  <a:lnTo>
                    <a:pt x="302" y="904"/>
                  </a:lnTo>
                  <a:lnTo>
                    <a:pt x="423" y="965"/>
                  </a:lnTo>
                  <a:lnTo>
                    <a:pt x="543" y="1025"/>
                  </a:lnTo>
                  <a:lnTo>
                    <a:pt x="623" y="1085"/>
                  </a:lnTo>
                  <a:lnTo>
                    <a:pt x="704" y="1186"/>
                  </a:lnTo>
                  <a:lnTo>
                    <a:pt x="744" y="1286"/>
                  </a:lnTo>
                  <a:lnTo>
                    <a:pt x="784" y="1406"/>
                  </a:lnTo>
                  <a:lnTo>
                    <a:pt x="804" y="1427"/>
                  </a:lnTo>
                  <a:lnTo>
                    <a:pt x="864" y="1447"/>
                  </a:lnTo>
                  <a:lnTo>
                    <a:pt x="985" y="1467"/>
                  </a:lnTo>
                  <a:lnTo>
                    <a:pt x="1045" y="1286"/>
                  </a:lnTo>
                  <a:lnTo>
                    <a:pt x="1065" y="1206"/>
                  </a:lnTo>
                  <a:lnTo>
                    <a:pt x="1105" y="1145"/>
                  </a:lnTo>
                  <a:lnTo>
                    <a:pt x="1246" y="1045"/>
                  </a:lnTo>
                  <a:lnTo>
                    <a:pt x="1386" y="945"/>
                  </a:lnTo>
                  <a:lnTo>
                    <a:pt x="1688" y="744"/>
                  </a:lnTo>
                  <a:lnTo>
                    <a:pt x="1547" y="684"/>
                  </a:lnTo>
                  <a:lnTo>
                    <a:pt x="1427" y="623"/>
                  </a:lnTo>
                  <a:lnTo>
                    <a:pt x="1306" y="543"/>
                  </a:lnTo>
                  <a:lnTo>
                    <a:pt x="1206" y="463"/>
                  </a:lnTo>
                  <a:lnTo>
                    <a:pt x="1105" y="362"/>
                  </a:lnTo>
                  <a:lnTo>
                    <a:pt x="1025" y="262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70"/>
            <p:cNvSpPr/>
            <p:nvPr/>
          </p:nvSpPr>
          <p:spPr>
            <a:xfrm>
              <a:off x="5672350" y="28409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684" y="0"/>
                  </a:moveTo>
                  <a:lnTo>
                    <a:pt x="1" y="663"/>
                  </a:lnTo>
                  <a:lnTo>
                    <a:pt x="724" y="1326"/>
                  </a:lnTo>
                  <a:lnTo>
                    <a:pt x="764" y="1225"/>
                  </a:lnTo>
                  <a:lnTo>
                    <a:pt x="824" y="1105"/>
                  </a:lnTo>
                  <a:lnTo>
                    <a:pt x="904" y="1024"/>
                  </a:lnTo>
                  <a:lnTo>
                    <a:pt x="985" y="944"/>
                  </a:lnTo>
                  <a:lnTo>
                    <a:pt x="1186" y="804"/>
                  </a:lnTo>
                  <a:lnTo>
                    <a:pt x="1406" y="683"/>
                  </a:lnTo>
                  <a:lnTo>
                    <a:pt x="1326" y="583"/>
                  </a:lnTo>
                  <a:lnTo>
                    <a:pt x="1246" y="522"/>
                  </a:lnTo>
                  <a:lnTo>
                    <a:pt x="1045" y="402"/>
                  </a:lnTo>
                  <a:lnTo>
                    <a:pt x="945" y="342"/>
                  </a:lnTo>
                  <a:lnTo>
                    <a:pt x="864" y="261"/>
                  </a:lnTo>
                  <a:lnTo>
                    <a:pt x="804" y="161"/>
                  </a:lnTo>
                  <a:lnTo>
                    <a:pt x="784" y="41"/>
                  </a:lnTo>
                  <a:lnTo>
                    <a:pt x="764" y="2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70"/>
            <p:cNvSpPr/>
            <p:nvPr/>
          </p:nvSpPr>
          <p:spPr>
            <a:xfrm>
              <a:off x="5780775" y="2841425"/>
              <a:ext cx="33675" cy="31650"/>
            </a:xfrm>
            <a:custGeom>
              <a:rect b="b" l="l" r="r" t="t"/>
              <a:pathLst>
                <a:path extrusionOk="0" h="1266" w="1347">
                  <a:moveTo>
                    <a:pt x="664" y="0"/>
                  </a:moveTo>
                  <a:lnTo>
                    <a:pt x="1" y="623"/>
                  </a:lnTo>
                  <a:lnTo>
                    <a:pt x="684" y="1265"/>
                  </a:lnTo>
                  <a:lnTo>
                    <a:pt x="1346" y="603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0"/>
            <p:cNvSpPr/>
            <p:nvPr/>
          </p:nvSpPr>
          <p:spPr>
            <a:xfrm>
              <a:off x="5779275" y="3246525"/>
              <a:ext cx="36175" cy="39675"/>
            </a:xfrm>
            <a:custGeom>
              <a:rect b="b" l="l" r="r" t="t"/>
              <a:pathLst>
                <a:path extrusionOk="0" h="1587" w="1447">
                  <a:moveTo>
                    <a:pt x="704" y="1"/>
                  </a:moveTo>
                  <a:lnTo>
                    <a:pt x="663" y="161"/>
                  </a:lnTo>
                  <a:lnTo>
                    <a:pt x="583" y="302"/>
                  </a:lnTo>
                  <a:lnTo>
                    <a:pt x="503" y="422"/>
                  </a:lnTo>
                  <a:lnTo>
                    <a:pt x="422" y="523"/>
                  </a:lnTo>
                  <a:lnTo>
                    <a:pt x="322" y="583"/>
                  </a:lnTo>
                  <a:lnTo>
                    <a:pt x="202" y="663"/>
                  </a:lnTo>
                  <a:lnTo>
                    <a:pt x="1" y="784"/>
                  </a:lnTo>
                  <a:lnTo>
                    <a:pt x="824" y="1587"/>
                  </a:lnTo>
                  <a:lnTo>
                    <a:pt x="844" y="1466"/>
                  </a:lnTo>
                  <a:lnTo>
                    <a:pt x="884" y="1346"/>
                  </a:lnTo>
                  <a:lnTo>
                    <a:pt x="924" y="1246"/>
                  </a:lnTo>
                  <a:lnTo>
                    <a:pt x="1005" y="1165"/>
                  </a:lnTo>
                  <a:lnTo>
                    <a:pt x="1065" y="1085"/>
                  </a:lnTo>
                  <a:lnTo>
                    <a:pt x="1165" y="1025"/>
                  </a:lnTo>
                  <a:lnTo>
                    <a:pt x="1266" y="964"/>
                  </a:lnTo>
                  <a:lnTo>
                    <a:pt x="1386" y="944"/>
                  </a:lnTo>
                  <a:lnTo>
                    <a:pt x="1406" y="904"/>
                  </a:lnTo>
                  <a:lnTo>
                    <a:pt x="1426" y="864"/>
                  </a:lnTo>
                  <a:lnTo>
                    <a:pt x="1446" y="744"/>
                  </a:lnTo>
                  <a:lnTo>
                    <a:pt x="1226" y="643"/>
                  </a:lnTo>
                  <a:lnTo>
                    <a:pt x="1125" y="603"/>
                  </a:lnTo>
                  <a:lnTo>
                    <a:pt x="1025" y="543"/>
                  </a:lnTo>
                  <a:lnTo>
                    <a:pt x="944" y="442"/>
                  </a:lnTo>
                  <a:lnTo>
                    <a:pt x="864" y="322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0"/>
            <p:cNvSpPr/>
            <p:nvPr/>
          </p:nvSpPr>
          <p:spPr>
            <a:xfrm>
              <a:off x="5670350" y="3249550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824" y="0"/>
                  </a:moveTo>
                  <a:lnTo>
                    <a:pt x="1" y="743"/>
                  </a:lnTo>
                  <a:lnTo>
                    <a:pt x="262" y="864"/>
                  </a:lnTo>
                  <a:lnTo>
                    <a:pt x="382" y="944"/>
                  </a:lnTo>
                  <a:lnTo>
                    <a:pt x="482" y="1024"/>
                  </a:lnTo>
                  <a:lnTo>
                    <a:pt x="563" y="1125"/>
                  </a:lnTo>
                  <a:lnTo>
                    <a:pt x="623" y="1245"/>
                  </a:lnTo>
                  <a:lnTo>
                    <a:pt x="764" y="1506"/>
                  </a:lnTo>
                  <a:lnTo>
                    <a:pt x="944" y="1205"/>
                  </a:lnTo>
                  <a:lnTo>
                    <a:pt x="1105" y="964"/>
                  </a:lnTo>
                  <a:lnTo>
                    <a:pt x="1145" y="924"/>
                  </a:lnTo>
                  <a:lnTo>
                    <a:pt x="1205" y="904"/>
                  </a:lnTo>
                  <a:lnTo>
                    <a:pt x="1346" y="864"/>
                  </a:lnTo>
                  <a:lnTo>
                    <a:pt x="1406" y="843"/>
                  </a:lnTo>
                  <a:lnTo>
                    <a:pt x="1466" y="803"/>
                  </a:lnTo>
                  <a:lnTo>
                    <a:pt x="1506" y="743"/>
                  </a:lnTo>
                  <a:lnTo>
                    <a:pt x="1506" y="643"/>
                  </a:lnTo>
                  <a:lnTo>
                    <a:pt x="1386" y="603"/>
                  </a:lnTo>
                  <a:lnTo>
                    <a:pt x="1266" y="542"/>
                  </a:lnTo>
                  <a:lnTo>
                    <a:pt x="1165" y="462"/>
                  </a:lnTo>
                  <a:lnTo>
                    <a:pt x="1085" y="402"/>
                  </a:lnTo>
                  <a:lnTo>
                    <a:pt x="984" y="301"/>
                  </a:lnTo>
                  <a:lnTo>
                    <a:pt x="924" y="221"/>
                  </a:lnTo>
                  <a:lnTo>
                    <a:pt x="864" y="101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0"/>
            <p:cNvSpPr/>
            <p:nvPr/>
          </p:nvSpPr>
          <p:spPr>
            <a:xfrm>
              <a:off x="5562425" y="3247025"/>
              <a:ext cx="37675" cy="38175"/>
            </a:xfrm>
            <a:custGeom>
              <a:rect b="b" l="l" r="r" t="t"/>
              <a:pathLst>
                <a:path extrusionOk="0" h="1527" w="1507">
                  <a:moveTo>
                    <a:pt x="743" y="1"/>
                  </a:moveTo>
                  <a:lnTo>
                    <a:pt x="563" y="322"/>
                  </a:lnTo>
                  <a:lnTo>
                    <a:pt x="482" y="442"/>
                  </a:lnTo>
                  <a:lnTo>
                    <a:pt x="402" y="563"/>
                  </a:lnTo>
                  <a:lnTo>
                    <a:pt x="342" y="603"/>
                  </a:lnTo>
                  <a:lnTo>
                    <a:pt x="282" y="623"/>
                  </a:lnTo>
                  <a:lnTo>
                    <a:pt x="141" y="643"/>
                  </a:lnTo>
                  <a:lnTo>
                    <a:pt x="41" y="663"/>
                  </a:lnTo>
                  <a:lnTo>
                    <a:pt x="0" y="683"/>
                  </a:lnTo>
                  <a:lnTo>
                    <a:pt x="0" y="744"/>
                  </a:lnTo>
                  <a:lnTo>
                    <a:pt x="763" y="1527"/>
                  </a:lnTo>
                  <a:lnTo>
                    <a:pt x="1506" y="744"/>
                  </a:lnTo>
                  <a:lnTo>
                    <a:pt x="1265" y="643"/>
                  </a:lnTo>
                  <a:lnTo>
                    <a:pt x="1145" y="563"/>
                  </a:lnTo>
                  <a:lnTo>
                    <a:pt x="1024" y="483"/>
                  </a:lnTo>
                  <a:lnTo>
                    <a:pt x="944" y="382"/>
                  </a:lnTo>
                  <a:lnTo>
                    <a:pt x="884" y="28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0"/>
            <p:cNvSpPr/>
            <p:nvPr/>
          </p:nvSpPr>
          <p:spPr>
            <a:xfrm>
              <a:off x="5454500" y="3247025"/>
              <a:ext cx="43200" cy="40700"/>
            </a:xfrm>
            <a:custGeom>
              <a:rect b="b" l="l" r="r" t="t"/>
              <a:pathLst>
                <a:path extrusionOk="0" h="1628" w="1728">
                  <a:moveTo>
                    <a:pt x="763" y="1"/>
                  </a:moveTo>
                  <a:lnTo>
                    <a:pt x="583" y="302"/>
                  </a:lnTo>
                  <a:lnTo>
                    <a:pt x="502" y="422"/>
                  </a:lnTo>
                  <a:lnTo>
                    <a:pt x="422" y="543"/>
                  </a:lnTo>
                  <a:lnTo>
                    <a:pt x="362" y="583"/>
                  </a:lnTo>
                  <a:lnTo>
                    <a:pt x="302" y="603"/>
                  </a:lnTo>
                  <a:lnTo>
                    <a:pt x="161" y="643"/>
                  </a:lnTo>
                  <a:lnTo>
                    <a:pt x="101" y="683"/>
                  </a:lnTo>
                  <a:lnTo>
                    <a:pt x="40" y="724"/>
                  </a:lnTo>
                  <a:lnTo>
                    <a:pt x="20" y="784"/>
                  </a:lnTo>
                  <a:lnTo>
                    <a:pt x="0" y="884"/>
                  </a:lnTo>
                  <a:lnTo>
                    <a:pt x="141" y="924"/>
                  </a:lnTo>
                  <a:lnTo>
                    <a:pt x="261" y="985"/>
                  </a:lnTo>
                  <a:lnTo>
                    <a:pt x="362" y="1065"/>
                  </a:lnTo>
                  <a:lnTo>
                    <a:pt x="462" y="1165"/>
                  </a:lnTo>
                  <a:lnTo>
                    <a:pt x="623" y="1406"/>
                  </a:lnTo>
                  <a:lnTo>
                    <a:pt x="703" y="1527"/>
                  </a:lnTo>
                  <a:lnTo>
                    <a:pt x="824" y="1627"/>
                  </a:lnTo>
                  <a:lnTo>
                    <a:pt x="864" y="1467"/>
                  </a:lnTo>
                  <a:lnTo>
                    <a:pt x="924" y="1326"/>
                  </a:lnTo>
                  <a:lnTo>
                    <a:pt x="984" y="1226"/>
                  </a:lnTo>
                  <a:lnTo>
                    <a:pt x="1085" y="1125"/>
                  </a:lnTo>
                  <a:lnTo>
                    <a:pt x="1205" y="1025"/>
                  </a:lnTo>
                  <a:lnTo>
                    <a:pt x="1366" y="965"/>
                  </a:lnTo>
                  <a:lnTo>
                    <a:pt x="1526" y="904"/>
                  </a:lnTo>
                  <a:lnTo>
                    <a:pt x="1727" y="844"/>
                  </a:lnTo>
                  <a:lnTo>
                    <a:pt x="1306" y="643"/>
                  </a:lnTo>
                  <a:lnTo>
                    <a:pt x="1145" y="583"/>
                  </a:lnTo>
                  <a:lnTo>
                    <a:pt x="1044" y="503"/>
                  </a:lnTo>
                  <a:lnTo>
                    <a:pt x="964" y="402"/>
                  </a:lnTo>
                  <a:lnTo>
                    <a:pt x="904" y="2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0"/>
            <p:cNvSpPr/>
            <p:nvPr/>
          </p:nvSpPr>
          <p:spPr>
            <a:xfrm>
              <a:off x="5887200" y="3147125"/>
              <a:ext cx="35675" cy="33675"/>
            </a:xfrm>
            <a:custGeom>
              <a:rect b="b" l="l" r="r" t="t"/>
              <a:pathLst>
                <a:path extrusionOk="0" h="1347" w="1427">
                  <a:moveTo>
                    <a:pt x="684" y="1"/>
                  </a:moveTo>
                  <a:lnTo>
                    <a:pt x="603" y="222"/>
                  </a:lnTo>
                  <a:lnTo>
                    <a:pt x="543" y="322"/>
                  </a:lnTo>
                  <a:lnTo>
                    <a:pt x="483" y="402"/>
                  </a:lnTo>
                  <a:lnTo>
                    <a:pt x="362" y="483"/>
                  </a:lnTo>
                  <a:lnTo>
                    <a:pt x="242" y="543"/>
                  </a:lnTo>
                  <a:lnTo>
                    <a:pt x="1" y="664"/>
                  </a:lnTo>
                  <a:lnTo>
                    <a:pt x="744" y="1346"/>
                  </a:lnTo>
                  <a:lnTo>
                    <a:pt x="1426" y="6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0"/>
            <p:cNvSpPr/>
            <p:nvPr/>
          </p:nvSpPr>
          <p:spPr>
            <a:xfrm>
              <a:off x="5560925" y="2942825"/>
              <a:ext cx="38175" cy="35175"/>
            </a:xfrm>
            <a:custGeom>
              <a:rect b="b" l="l" r="r" t="t"/>
              <a:pathLst>
                <a:path extrusionOk="0" h="1407" w="1527">
                  <a:moveTo>
                    <a:pt x="783" y="1"/>
                  </a:moveTo>
                  <a:lnTo>
                    <a:pt x="683" y="161"/>
                  </a:lnTo>
                  <a:lnTo>
                    <a:pt x="623" y="282"/>
                  </a:lnTo>
                  <a:lnTo>
                    <a:pt x="542" y="362"/>
                  </a:lnTo>
                  <a:lnTo>
                    <a:pt x="422" y="442"/>
                  </a:lnTo>
                  <a:lnTo>
                    <a:pt x="301" y="523"/>
                  </a:lnTo>
                  <a:lnTo>
                    <a:pt x="0" y="663"/>
                  </a:lnTo>
                  <a:lnTo>
                    <a:pt x="301" y="844"/>
                  </a:lnTo>
                  <a:lnTo>
                    <a:pt x="422" y="904"/>
                  </a:lnTo>
                  <a:lnTo>
                    <a:pt x="542" y="984"/>
                  </a:lnTo>
                  <a:lnTo>
                    <a:pt x="582" y="1045"/>
                  </a:lnTo>
                  <a:lnTo>
                    <a:pt x="603" y="1105"/>
                  </a:lnTo>
                  <a:lnTo>
                    <a:pt x="643" y="1225"/>
                  </a:lnTo>
                  <a:lnTo>
                    <a:pt x="683" y="1346"/>
                  </a:lnTo>
                  <a:lnTo>
                    <a:pt x="703" y="1386"/>
                  </a:lnTo>
                  <a:lnTo>
                    <a:pt x="763" y="1406"/>
                  </a:lnTo>
                  <a:lnTo>
                    <a:pt x="1526" y="68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0"/>
            <p:cNvSpPr/>
            <p:nvPr/>
          </p:nvSpPr>
          <p:spPr>
            <a:xfrm>
              <a:off x="5671850" y="2943325"/>
              <a:ext cx="35175" cy="33150"/>
            </a:xfrm>
            <a:custGeom>
              <a:rect b="b" l="l" r="r" t="t"/>
              <a:pathLst>
                <a:path extrusionOk="0" h="1326" w="1407">
                  <a:moveTo>
                    <a:pt x="704" y="1"/>
                  </a:moveTo>
                  <a:lnTo>
                    <a:pt x="1" y="663"/>
                  </a:lnTo>
                  <a:lnTo>
                    <a:pt x="704" y="1326"/>
                  </a:lnTo>
                  <a:lnTo>
                    <a:pt x="1406" y="66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70"/>
            <p:cNvSpPr/>
            <p:nvPr/>
          </p:nvSpPr>
          <p:spPr>
            <a:xfrm>
              <a:off x="5781300" y="2636625"/>
              <a:ext cx="33150" cy="30625"/>
            </a:xfrm>
            <a:custGeom>
              <a:rect b="b" l="l" r="r" t="t"/>
              <a:pathLst>
                <a:path extrusionOk="0" h="1225" w="1326">
                  <a:moveTo>
                    <a:pt x="643" y="0"/>
                  </a:moveTo>
                  <a:lnTo>
                    <a:pt x="0" y="622"/>
                  </a:lnTo>
                  <a:lnTo>
                    <a:pt x="643" y="1225"/>
                  </a:lnTo>
                  <a:lnTo>
                    <a:pt x="1325" y="643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70"/>
            <p:cNvSpPr/>
            <p:nvPr/>
          </p:nvSpPr>
          <p:spPr>
            <a:xfrm>
              <a:off x="5779275" y="3148150"/>
              <a:ext cx="35675" cy="33150"/>
            </a:xfrm>
            <a:custGeom>
              <a:rect b="b" l="l" r="r" t="t"/>
              <a:pathLst>
                <a:path extrusionOk="0" h="1326" w="1427">
                  <a:moveTo>
                    <a:pt x="724" y="0"/>
                  </a:moveTo>
                  <a:lnTo>
                    <a:pt x="1" y="683"/>
                  </a:lnTo>
                  <a:lnTo>
                    <a:pt x="81" y="743"/>
                  </a:lnTo>
                  <a:lnTo>
                    <a:pt x="181" y="803"/>
                  </a:lnTo>
                  <a:lnTo>
                    <a:pt x="382" y="904"/>
                  </a:lnTo>
                  <a:lnTo>
                    <a:pt x="463" y="964"/>
                  </a:lnTo>
                  <a:lnTo>
                    <a:pt x="543" y="1044"/>
                  </a:lnTo>
                  <a:lnTo>
                    <a:pt x="583" y="1165"/>
                  </a:lnTo>
                  <a:lnTo>
                    <a:pt x="623" y="1285"/>
                  </a:lnTo>
                  <a:lnTo>
                    <a:pt x="643" y="1305"/>
                  </a:lnTo>
                  <a:lnTo>
                    <a:pt x="683" y="1325"/>
                  </a:lnTo>
                  <a:lnTo>
                    <a:pt x="724" y="1325"/>
                  </a:lnTo>
                  <a:lnTo>
                    <a:pt x="1426" y="643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0"/>
            <p:cNvSpPr/>
            <p:nvPr/>
          </p:nvSpPr>
          <p:spPr>
            <a:xfrm>
              <a:off x="5668850" y="3145125"/>
              <a:ext cx="46200" cy="38175"/>
            </a:xfrm>
            <a:custGeom>
              <a:rect b="b" l="l" r="r" t="t"/>
              <a:pathLst>
                <a:path extrusionOk="0" h="1527" w="1848">
                  <a:moveTo>
                    <a:pt x="824" y="1"/>
                  </a:moveTo>
                  <a:lnTo>
                    <a:pt x="663" y="282"/>
                  </a:lnTo>
                  <a:lnTo>
                    <a:pt x="603" y="402"/>
                  </a:lnTo>
                  <a:lnTo>
                    <a:pt x="522" y="503"/>
                  </a:lnTo>
                  <a:lnTo>
                    <a:pt x="402" y="583"/>
                  </a:lnTo>
                  <a:lnTo>
                    <a:pt x="281" y="643"/>
                  </a:lnTo>
                  <a:lnTo>
                    <a:pt x="0" y="784"/>
                  </a:lnTo>
                  <a:lnTo>
                    <a:pt x="322" y="944"/>
                  </a:lnTo>
                  <a:lnTo>
                    <a:pt x="442" y="1025"/>
                  </a:lnTo>
                  <a:lnTo>
                    <a:pt x="562" y="1105"/>
                  </a:lnTo>
                  <a:lnTo>
                    <a:pt x="603" y="1145"/>
                  </a:lnTo>
                  <a:lnTo>
                    <a:pt x="623" y="1205"/>
                  </a:lnTo>
                  <a:lnTo>
                    <a:pt x="663" y="1346"/>
                  </a:lnTo>
                  <a:lnTo>
                    <a:pt x="683" y="1406"/>
                  </a:lnTo>
                  <a:lnTo>
                    <a:pt x="723" y="1466"/>
                  </a:lnTo>
                  <a:lnTo>
                    <a:pt x="803" y="1507"/>
                  </a:lnTo>
                  <a:lnTo>
                    <a:pt x="884" y="1527"/>
                  </a:lnTo>
                  <a:lnTo>
                    <a:pt x="924" y="1386"/>
                  </a:lnTo>
                  <a:lnTo>
                    <a:pt x="984" y="1266"/>
                  </a:lnTo>
                  <a:lnTo>
                    <a:pt x="1064" y="1165"/>
                  </a:lnTo>
                  <a:lnTo>
                    <a:pt x="1165" y="1065"/>
                  </a:lnTo>
                  <a:lnTo>
                    <a:pt x="1305" y="984"/>
                  </a:lnTo>
                  <a:lnTo>
                    <a:pt x="1446" y="904"/>
                  </a:lnTo>
                  <a:lnTo>
                    <a:pt x="1627" y="824"/>
                  </a:lnTo>
                  <a:lnTo>
                    <a:pt x="1848" y="744"/>
                  </a:lnTo>
                  <a:lnTo>
                    <a:pt x="1607" y="703"/>
                  </a:lnTo>
                  <a:lnTo>
                    <a:pt x="1426" y="643"/>
                  </a:lnTo>
                  <a:lnTo>
                    <a:pt x="1285" y="563"/>
                  </a:lnTo>
                  <a:lnTo>
                    <a:pt x="1145" y="462"/>
                  </a:lnTo>
                  <a:lnTo>
                    <a:pt x="1044" y="362"/>
                  </a:lnTo>
                  <a:lnTo>
                    <a:pt x="964" y="242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70"/>
            <p:cNvSpPr/>
            <p:nvPr/>
          </p:nvSpPr>
          <p:spPr>
            <a:xfrm>
              <a:off x="5562425" y="3146625"/>
              <a:ext cx="38675" cy="36675"/>
            </a:xfrm>
            <a:custGeom>
              <a:rect b="b" l="l" r="r" t="t"/>
              <a:pathLst>
                <a:path extrusionOk="0" h="1467" w="1547">
                  <a:moveTo>
                    <a:pt x="643" y="1"/>
                  </a:moveTo>
                  <a:lnTo>
                    <a:pt x="603" y="41"/>
                  </a:lnTo>
                  <a:lnTo>
                    <a:pt x="563" y="141"/>
                  </a:lnTo>
                  <a:lnTo>
                    <a:pt x="543" y="282"/>
                  </a:lnTo>
                  <a:lnTo>
                    <a:pt x="522" y="342"/>
                  </a:lnTo>
                  <a:lnTo>
                    <a:pt x="502" y="402"/>
                  </a:lnTo>
                  <a:lnTo>
                    <a:pt x="442" y="463"/>
                  </a:lnTo>
                  <a:lnTo>
                    <a:pt x="362" y="503"/>
                  </a:lnTo>
                  <a:lnTo>
                    <a:pt x="201" y="523"/>
                  </a:lnTo>
                  <a:lnTo>
                    <a:pt x="121" y="543"/>
                  </a:lnTo>
                  <a:lnTo>
                    <a:pt x="61" y="563"/>
                  </a:lnTo>
                  <a:lnTo>
                    <a:pt x="21" y="603"/>
                  </a:lnTo>
                  <a:lnTo>
                    <a:pt x="0" y="663"/>
                  </a:lnTo>
                  <a:lnTo>
                    <a:pt x="784" y="1467"/>
                  </a:lnTo>
                  <a:lnTo>
                    <a:pt x="924" y="1226"/>
                  </a:lnTo>
                  <a:lnTo>
                    <a:pt x="984" y="1105"/>
                  </a:lnTo>
                  <a:lnTo>
                    <a:pt x="1065" y="1005"/>
                  </a:lnTo>
                  <a:lnTo>
                    <a:pt x="1165" y="924"/>
                  </a:lnTo>
                  <a:lnTo>
                    <a:pt x="1286" y="864"/>
                  </a:lnTo>
                  <a:lnTo>
                    <a:pt x="1547" y="764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70"/>
            <p:cNvSpPr/>
            <p:nvPr/>
          </p:nvSpPr>
          <p:spPr>
            <a:xfrm>
              <a:off x="5454000" y="3143625"/>
              <a:ext cx="38175" cy="42200"/>
            </a:xfrm>
            <a:custGeom>
              <a:rect b="b" l="l" r="r" t="t"/>
              <a:pathLst>
                <a:path extrusionOk="0" h="1688" w="1527">
                  <a:moveTo>
                    <a:pt x="783" y="0"/>
                  </a:moveTo>
                  <a:lnTo>
                    <a:pt x="623" y="322"/>
                  </a:lnTo>
                  <a:lnTo>
                    <a:pt x="542" y="442"/>
                  </a:lnTo>
                  <a:lnTo>
                    <a:pt x="462" y="542"/>
                  </a:lnTo>
                  <a:lnTo>
                    <a:pt x="362" y="623"/>
                  </a:lnTo>
                  <a:lnTo>
                    <a:pt x="241" y="703"/>
                  </a:lnTo>
                  <a:lnTo>
                    <a:pt x="0" y="804"/>
                  </a:lnTo>
                  <a:lnTo>
                    <a:pt x="141" y="864"/>
                  </a:lnTo>
                  <a:lnTo>
                    <a:pt x="281" y="944"/>
                  </a:lnTo>
                  <a:lnTo>
                    <a:pt x="382" y="1024"/>
                  </a:lnTo>
                  <a:lnTo>
                    <a:pt x="462" y="1125"/>
                  </a:lnTo>
                  <a:lnTo>
                    <a:pt x="542" y="1245"/>
                  </a:lnTo>
                  <a:lnTo>
                    <a:pt x="623" y="1386"/>
                  </a:lnTo>
                  <a:lnTo>
                    <a:pt x="783" y="1687"/>
                  </a:lnTo>
                  <a:lnTo>
                    <a:pt x="964" y="1346"/>
                  </a:lnTo>
                  <a:lnTo>
                    <a:pt x="1044" y="1205"/>
                  </a:lnTo>
                  <a:lnTo>
                    <a:pt x="1125" y="1085"/>
                  </a:lnTo>
                  <a:lnTo>
                    <a:pt x="1185" y="1044"/>
                  </a:lnTo>
                  <a:lnTo>
                    <a:pt x="1245" y="1024"/>
                  </a:lnTo>
                  <a:lnTo>
                    <a:pt x="1366" y="1004"/>
                  </a:lnTo>
                  <a:lnTo>
                    <a:pt x="1446" y="984"/>
                  </a:lnTo>
                  <a:lnTo>
                    <a:pt x="1486" y="924"/>
                  </a:lnTo>
                  <a:lnTo>
                    <a:pt x="1526" y="864"/>
                  </a:lnTo>
                  <a:lnTo>
                    <a:pt x="1526" y="763"/>
                  </a:lnTo>
                  <a:lnTo>
                    <a:pt x="1406" y="723"/>
                  </a:lnTo>
                  <a:lnTo>
                    <a:pt x="1285" y="683"/>
                  </a:lnTo>
                  <a:lnTo>
                    <a:pt x="1165" y="603"/>
                  </a:lnTo>
                  <a:lnTo>
                    <a:pt x="1085" y="522"/>
                  </a:lnTo>
                  <a:lnTo>
                    <a:pt x="984" y="422"/>
                  </a:lnTo>
                  <a:lnTo>
                    <a:pt x="904" y="302"/>
                  </a:lnTo>
                  <a:lnTo>
                    <a:pt x="844" y="161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70"/>
            <p:cNvSpPr/>
            <p:nvPr/>
          </p:nvSpPr>
          <p:spPr>
            <a:xfrm>
              <a:off x="5776775" y="3046225"/>
              <a:ext cx="37675" cy="35675"/>
            </a:xfrm>
            <a:custGeom>
              <a:rect b="b" l="l" r="r" t="t"/>
              <a:pathLst>
                <a:path extrusionOk="0" h="1427" w="1507">
                  <a:moveTo>
                    <a:pt x="824" y="1"/>
                  </a:moveTo>
                  <a:lnTo>
                    <a:pt x="0" y="764"/>
                  </a:lnTo>
                  <a:lnTo>
                    <a:pt x="181" y="764"/>
                  </a:lnTo>
                  <a:lnTo>
                    <a:pt x="322" y="784"/>
                  </a:lnTo>
                  <a:lnTo>
                    <a:pt x="442" y="844"/>
                  </a:lnTo>
                  <a:lnTo>
                    <a:pt x="543" y="945"/>
                  </a:lnTo>
                  <a:lnTo>
                    <a:pt x="623" y="1045"/>
                  </a:lnTo>
                  <a:lnTo>
                    <a:pt x="703" y="1166"/>
                  </a:lnTo>
                  <a:lnTo>
                    <a:pt x="884" y="1427"/>
                  </a:lnTo>
                  <a:lnTo>
                    <a:pt x="964" y="1186"/>
                  </a:lnTo>
                  <a:lnTo>
                    <a:pt x="1024" y="1085"/>
                  </a:lnTo>
                  <a:lnTo>
                    <a:pt x="1085" y="985"/>
                  </a:lnTo>
                  <a:lnTo>
                    <a:pt x="1165" y="904"/>
                  </a:lnTo>
                  <a:lnTo>
                    <a:pt x="1245" y="844"/>
                  </a:lnTo>
                  <a:lnTo>
                    <a:pt x="1346" y="784"/>
                  </a:lnTo>
                  <a:lnTo>
                    <a:pt x="1466" y="744"/>
                  </a:lnTo>
                  <a:lnTo>
                    <a:pt x="1486" y="724"/>
                  </a:lnTo>
                  <a:lnTo>
                    <a:pt x="1506" y="684"/>
                  </a:lnTo>
                  <a:lnTo>
                    <a:pt x="1506" y="623"/>
                  </a:lnTo>
                  <a:lnTo>
                    <a:pt x="8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70"/>
            <p:cNvSpPr/>
            <p:nvPr/>
          </p:nvSpPr>
          <p:spPr>
            <a:xfrm>
              <a:off x="5562425" y="3045225"/>
              <a:ext cx="37675" cy="35175"/>
            </a:xfrm>
            <a:custGeom>
              <a:rect b="b" l="l" r="r" t="t"/>
              <a:pathLst>
                <a:path extrusionOk="0" h="1407" w="1507">
                  <a:moveTo>
                    <a:pt x="763" y="1"/>
                  </a:moveTo>
                  <a:lnTo>
                    <a:pt x="0" y="724"/>
                  </a:lnTo>
                  <a:lnTo>
                    <a:pt x="261" y="864"/>
                  </a:lnTo>
                  <a:lnTo>
                    <a:pt x="382" y="924"/>
                  </a:lnTo>
                  <a:lnTo>
                    <a:pt x="502" y="1005"/>
                  </a:lnTo>
                  <a:lnTo>
                    <a:pt x="543" y="1065"/>
                  </a:lnTo>
                  <a:lnTo>
                    <a:pt x="563" y="1125"/>
                  </a:lnTo>
                  <a:lnTo>
                    <a:pt x="603" y="1246"/>
                  </a:lnTo>
                  <a:lnTo>
                    <a:pt x="623" y="1306"/>
                  </a:lnTo>
                  <a:lnTo>
                    <a:pt x="683" y="1366"/>
                  </a:lnTo>
                  <a:lnTo>
                    <a:pt x="743" y="1386"/>
                  </a:lnTo>
                  <a:lnTo>
                    <a:pt x="844" y="1406"/>
                  </a:lnTo>
                  <a:lnTo>
                    <a:pt x="864" y="1266"/>
                  </a:lnTo>
                  <a:lnTo>
                    <a:pt x="924" y="1145"/>
                  </a:lnTo>
                  <a:lnTo>
                    <a:pt x="984" y="1045"/>
                  </a:lnTo>
                  <a:lnTo>
                    <a:pt x="1085" y="965"/>
                  </a:lnTo>
                  <a:lnTo>
                    <a:pt x="1306" y="844"/>
                  </a:lnTo>
                  <a:lnTo>
                    <a:pt x="1506" y="704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70"/>
            <p:cNvSpPr/>
            <p:nvPr/>
          </p:nvSpPr>
          <p:spPr>
            <a:xfrm>
              <a:off x="5671850" y="3044225"/>
              <a:ext cx="38175" cy="36175"/>
            </a:xfrm>
            <a:custGeom>
              <a:rect b="b" l="l" r="r" t="t"/>
              <a:pathLst>
                <a:path extrusionOk="0" h="1447" w="1527">
                  <a:moveTo>
                    <a:pt x="724" y="1"/>
                  </a:moveTo>
                  <a:lnTo>
                    <a:pt x="1" y="723"/>
                  </a:lnTo>
                  <a:lnTo>
                    <a:pt x="724" y="1446"/>
                  </a:lnTo>
                  <a:lnTo>
                    <a:pt x="864" y="1205"/>
                  </a:lnTo>
                  <a:lnTo>
                    <a:pt x="924" y="1105"/>
                  </a:lnTo>
                  <a:lnTo>
                    <a:pt x="1005" y="1005"/>
                  </a:lnTo>
                  <a:lnTo>
                    <a:pt x="1105" y="924"/>
                  </a:lnTo>
                  <a:lnTo>
                    <a:pt x="1226" y="844"/>
                  </a:lnTo>
                  <a:lnTo>
                    <a:pt x="1527" y="703"/>
                  </a:lnTo>
                  <a:lnTo>
                    <a:pt x="1386" y="643"/>
                  </a:lnTo>
                  <a:lnTo>
                    <a:pt x="1246" y="583"/>
                  </a:lnTo>
                  <a:lnTo>
                    <a:pt x="1125" y="503"/>
                  </a:lnTo>
                  <a:lnTo>
                    <a:pt x="1025" y="422"/>
                  </a:lnTo>
                  <a:lnTo>
                    <a:pt x="924" y="322"/>
                  </a:lnTo>
                  <a:lnTo>
                    <a:pt x="844" y="221"/>
                  </a:lnTo>
                  <a:lnTo>
                    <a:pt x="784" y="121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70"/>
            <p:cNvSpPr/>
            <p:nvPr/>
          </p:nvSpPr>
          <p:spPr>
            <a:xfrm>
              <a:off x="5889225" y="2638125"/>
              <a:ext cx="32650" cy="29125"/>
            </a:xfrm>
            <a:custGeom>
              <a:rect b="b" l="l" r="r" t="t"/>
              <a:pathLst>
                <a:path extrusionOk="0" h="1165" w="1306">
                  <a:moveTo>
                    <a:pt x="663" y="0"/>
                  </a:moveTo>
                  <a:lnTo>
                    <a:pt x="0" y="562"/>
                  </a:lnTo>
                  <a:lnTo>
                    <a:pt x="643" y="1165"/>
                  </a:lnTo>
                  <a:lnTo>
                    <a:pt x="1305" y="58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70"/>
            <p:cNvSpPr/>
            <p:nvPr/>
          </p:nvSpPr>
          <p:spPr>
            <a:xfrm>
              <a:off x="5455000" y="3043225"/>
              <a:ext cx="39675" cy="36675"/>
            </a:xfrm>
            <a:custGeom>
              <a:rect b="b" l="l" r="r" t="t"/>
              <a:pathLst>
                <a:path extrusionOk="0" h="1467" w="1587">
                  <a:moveTo>
                    <a:pt x="723" y="0"/>
                  </a:moveTo>
                  <a:lnTo>
                    <a:pt x="583" y="261"/>
                  </a:lnTo>
                  <a:lnTo>
                    <a:pt x="502" y="382"/>
                  </a:lnTo>
                  <a:lnTo>
                    <a:pt x="422" y="482"/>
                  </a:lnTo>
                  <a:lnTo>
                    <a:pt x="362" y="522"/>
                  </a:lnTo>
                  <a:lnTo>
                    <a:pt x="302" y="563"/>
                  </a:lnTo>
                  <a:lnTo>
                    <a:pt x="161" y="583"/>
                  </a:lnTo>
                  <a:lnTo>
                    <a:pt x="101" y="603"/>
                  </a:lnTo>
                  <a:lnTo>
                    <a:pt x="41" y="623"/>
                  </a:lnTo>
                  <a:lnTo>
                    <a:pt x="0" y="663"/>
                  </a:lnTo>
                  <a:lnTo>
                    <a:pt x="0" y="723"/>
                  </a:lnTo>
                  <a:lnTo>
                    <a:pt x="743" y="1466"/>
                  </a:lnTo>
                  <a:lnTo>
                    <a:pt x="1587" y="623"/>
                  </a:lnTo>
                  <a:lnTo>
                    <a:pt x="1587" y="623"/>
                  </a:lnTo>
                  <a:lnTo>
                    <a:pt x="1386" y="643"/>
                  </a:lnTo>
                  <a:lnTo>
                    <a:pt x="1245" y="623"/>
                  </a:lnTo>
                  <a:lnTo>
                    <a:pt x="1125" y="563"/>
                  </a:lnTo>
                  <a:lnTo>
                    <a:pt x="1024" y="482"/>
                  </a:lnTo>
                  <a:lnTo>
                    <a:pt x="944" y="362"/>
                  </a:lnTo>
                  <a:lnTo>
                    <a:pt x="884" y="26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70"/>
            <p:cNvSpPr/>
            <p:nvPr/>
          </p:nvSpPr>
          <p:spPr>
            <a:xfrm>
              <a:off x="5996150" y="3046725"/>
              <a:ext cx="34150" cy="31650"/>
            </a:xfrm>
            <a:custGeom>
              <a:rect b="b" l="l" r="r" t="t"/>
              <a:pathLst>
                <a:path extrusionOk="0" h="1266" w="1366">
                  <a:moveTo>
                    <a:pt x="703" y="1"/>
                  </a:moveTo>
                  <a:lnTo>
                    <a:pt x="0" y="603"/>
                  </a:lnTo>
                  <a:lnTo>
                    <a:pt x="723" y="1266"/>
                  </a:lnTo>
                  <a:lnTo>
                    <a:pt x="1365" y="60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70"/>
            <p:cNvSpPr/>
            <p:nvPr/>
          </p:nvSpPr>
          <p:spPr>
            <a:xfrm>
              <a:off x="5456500" y="2636625"/>
              <a:ext cx="35175" cy="35650"/>
            </a:xfrm>
            <a:custGeom>
              <a:rect b="b" l="l" r="r" t="t"/>
              <a:pathLst>
                <a:path extrusionOk="0" h="1426" w="1407">
                  <a:moveTo>
                    <a:pt x="683" y="0"/>
                  </a:moveTo>
                  <a:lnTo>
                    <a:pt x="1" y="622"/>
                  </a:lnTo>
                  <a:lnTo>
                    <a:pt x="804" y="1426"/>
                  </a:lnTo>
                  <a:lnTo>
                    <a:pt x="804" y="1265"/>
                  </a:lnTo>
                  <a:lnTo>
                    <a:pt x="824" y="1145"/>
                  </a:lnTo>
                  <a:lnTo>
                    <a:pt x="864" y="1024"/>
                  </a:lnTo>
                  <a:lnTo>
                    <a:pt x="904" y="944"/>
                  </a:lnTo>
                  <a:lnTo>
                    <a:pt x="985" y="884"/>
                  </a:lnTo>
                  <a:lnTo>
                    <a:pt x="1065" y="823"/>
                  </a:lnTo>
                  <a:lnTo>
                    <a:pt x="1165" y="783"/>
                  </a:lnTo>
                  <a:lnTo>
                    <a:pt x="1286" y="763"/>
                  </a:lnTo>
                  <a:lnTo>
                    <a:pt x="1326" y="743"/>
                  </a:lnTo>
                  <a:lnTo>
                    <a:pt x="1366" y="703"/>
                  </a:lnTo>
                  <a:lnTo>
                    <a:pt x="1386" y="683"/>
                  </a:lnTo>
                  <a:lnTo>
                    <a:pt x="1406" y="643"/>
                  </a:lnTo>
                  <a:lnTo>
                    <a:pt x="1386" y="602"/>
                  </a:lnTo>
                  <a:lnTo>
                    <a:pt x="1366" y="562"/>
                  </a:lnTo>
                  <a:lnTo>
                    <a:pt x="1306" y="502"/>
                  </a:lnTo>
                  <a:lnTo>
                    <a:pt x="1145" y="442"/>
                  </a:lnTo>
                  <a:lnTo>
                    <a:pt x="985" y="361"/>
                  </a:lnTo>
                  <a:lnTo>
                    <a:pt x="924" y="321"/>
                  </a:lnTo>
                  <a:lnTo>
                    <a:pt x="864" y="261"/>
                  </a:lnTo>
                  <a:lnTo>
                    <a:pt x="824" y="181"/>
                  </a:lnTo>
                  <a:lnTo>
                    <a:pt x="804" y="80"/>
                  </a:lnTo>
                  <a:lnTo>
                    <a:pt x="784" y="40"/>
                  </a:lnTo>
                  <a:lnTo>
                    <a:pt x="744" y="20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70"/>
            <p:cNvSpPr/>
            <p:nvPr/>
          </p:nvSpPr>
          <p:spPr>
            <a:xfrm>
              <a:off x="5347075" y="3146125"/>
              <a:ext cx="40675" cy="37675"/>
            </a:xfrm>
            <a:custGeom>
              <a:rect b="b" l="l" r="r" t="t"/>
              <a:pathLst>
                <a:path extrusionOk="0" h="1507" w="1627">
                  <a:moveTo>
                    <a:pt x="743" y="1"/>
                  </a:moveTo>
                  <a:lnTo>
                    <a:pt x="703" y="161"/>
                  </a:lnTo>
                  <a:lnTo>
                    <a:pt x="643" y="282"/>
                  </a:lnTo>
                  <a:lnTo>
                    <a:pt x="542" y="382"/>
                  </a:lnTo>
                  <a:lnTo>
                    <a:pt x="422" y="463"/>
                  </a:lnTo>
                  <a:lnTo>
                    <a:pt x="201" y="563"/>
                  </a:lnTo>
                  <a:lnTo>
                    <a:pt x="81" y="623"/>
                  </a:lnTo>
                  <a:lnTo>
                    <a:pt x="0" y="704"/>
                  </a:lnTo>
                  <a:lnTo>
                    <a:pt x="763" y="1507"/>
                  </a:lnTo>
                  <a:lnTo>
                    <a:pt x="884" y="1266"/>
                  </a:lnTo>
                  <a:lnTo>
                    <a:pt x="964" y="1145"/>
                  </a:lnTo>
                  <a:lnTo>
                    <a:pt x="1044" y="1045"/>
                  </a:lnTo>
                  <a:lnTo>
                    <a:pt x="1145" y="965"/>
                  </a:lnTo>
                  <a:lnTo>
                    <a:pt x="1285" y="904"/>
                  </a:lnTo>
                  <a:lnTo>
                    <a:pt x="1627" y="744"/>
                  </a:lnTo>
                  <a:lnTo>
                    <a:pt x="1265" y="583"/>
                  </a:lnTo>
                  <a:lnTo>
                    <a:pt x="1125" y="523"/>
                  </a:lnTo>
                  <a:lnTo>
                    <a:pt x="1024" y="442"/>
                  </a:lnTo>
                  <a:lnTo>
                    <a:pt x="944" y="342"/>
                  </a:lnTo>
                  <a:lnTo>
                    <a:pt x="864" y="242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0"/>
            <p:cNvSpPr/>
            <p:nvPr/>
          </p:nvSpPr>
          <p:spPr>
            <a:xfrm>
              <a:off x="5346575" y="3042225"/>
              <a:ext cx="40675" cy="38675"/>
            </a:xfrm>
            <a:custGeom>
              <a:rect b="b" l="l" r="r" t="t"/>
              <a:pathLst>
                <a:path extrusionOk="0" h="1547" w="1627">
                  <a:moveTo>
                    <a:pt x="723" y="0"/>
                  </a:moveTo>
                  <a:lnTo>
                    <a:pt x="603" y="281"/>
                  </a:lnTo>
                  <a:lnTo>
                    <a:pt x="542" y="382"/>
                  </a:lnTo>
                  <a:lnTo>
                    <a:pt x="482" y="462"/>
                  </a:lnTo>
                  <a:lnTo>
                    <a:pt x="362" y="562"/>
                  </a:lnTo>
                  <a:lnTo>
                    <a:pt x="241" y="623"/>
                  </a:lnTo>
                  <a:lnTo>
                    <a:pt x="0" y="763"/>
                  </a:lnTo>
                  <a:lnTo>
                    <a:pt x="783" y="1546"/>
                  </a:lnTo>
                  <a:lnTo>
                    <a:pt x="904" y="1305"/>
                  </a:lnTo>
                  <a:lnTo>
                    <a:pt x="964" y="1185"/>
                  </a:lnTo>
                  <a:lnTo>
                    <a:pt x="1064" y="1085"/>
                  </a:lnTo>
                  <a:lnTo>
                    <a:pt x="1165" y="1024"/>
                  </a:lnTo>
                  <a:lnTo>
                    <a:pt x="1285" y="944"/>
                  </a:lnTo>
                  <a:lnTo>
                    <a:pt x="1627" y="803"/>
                  </a:lnTo>
                  <a:lnTo>
                    <a:pt x="1285" y="643"/>
                  </a:lnTo>
                  <a:lnTo>
                    <a:pt x="1145" y="583"/>
                  </a:lnTo>
                  <a:lnTo>
                    <a:pt x="1044" y="502"/>
                  </a:lnTo>
                  <a:lnTo>
                    <a:pt x="944" y="402"/>
                  </a:lnTo>
                  <a:lnTo>
                    <a:pt x="884" y="28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70"/>
            <p:cNvSpPr/>
            <p:nvPr/>
          </p:nvSpPr>
          <p:spPr>
            <a:xfrm>
              <a:off x="5989100" y="3351950"/>
              <a:ext cx="41700" cy="36175"/>
            </a:xfrm>
            <a:custGeom>
              <a:rect b="b" l="l" r="r" t="t"/>
              <a:pathLst>
                <a:path extrusionOk="0" h="1447" w="1668">
                  <a:moveTo>
                    <a:pt x="945" y="0"/>
                  </a:moveTo>
                  <a:lnTo>
                    <a:pt x="905" y="121"/>
                  </a:lnTo>
                  <a:lnTo>
                    <a:pt x="824" y="221"/>
                  </a:lnTo>
                  <a:lnTo>
                    <a:pt x="744" y="322"/>
                  </a:lnTo>
                  <a:lnTo>
                    <a:pt x="644" y="422"/>
                  </a:lnTo>
                  <a:lnTo>
                    <a:pt x="523" y="502"/>
                  </a:lnTo>
                  <a:lnTo>
                    <a:pt x="382" y="583"/>
                  </a:lnTo>
                  <a:lnTo>
                    <a:pt x="1" y="743"/>
                  </a:lnTo>
                  <a:lnTo>
                    <a:pt x="222" y="783"/>
                  </a:lnTo>
                  <a:lnTo>
                    <a:pt x="382" y="844"/>
                  </a:lnTo>
                  <a:lnTo>
                    <a:pt x="543" y="924"/>
                  </a:lnTo>
                  <a:lnTo>
                    <a:pt x="664" y="1004"/>
                  </a:lnTo>
                  <a:lnTo>
                    <a:pt x="744" y="1105"/>
                  </a:lnTo>
                  <a:lnTo>
                    <a:pt x="824" y="1205"/>
                  </a:lnTo>
                  <a:lnTo>
                    <a:pt x="884" y="1326"/>
                  </a:lnTo>
                  <a:lnTo>
                    <a:pt x="945" y="1446"/>
                  </a:lnTo>
                  <a:lnTo>
                    <a:pt x="1668" y="683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70"/>
            <p:cNvSpPr/>
            <p:nvPr/>
          </p:nvSpPr>
          <p:spPr>
            <a:xfrm>
              <a:off x="5456500" y="2738525"/>
              <a:ext cx="34675" cy="32650"/>
            </a:xfrm>
            <a:custGeom>
              <a:rect b="b" l="l" r="r" t="t"/>
              <a:pathLst>
                <a:path extrusionOk="0" h="1306" w="1387">
                  <a:moveTo>
                    <a:pt x="663" y="0"/>
                  </a:moveTo>
                  <a:lnTo>
                    <a:pt x="583" y="60"/>
                  </a:lnTo>
                  <a:lnTo>
                    <a:pt x="523" y="141"/>
                  </a:lnTo>
                  <a:lnTo>
                    <a:pt x="422" y="301"/>
                  </a:lnTo>
                  <a:lnTo>
                    <a:pt x="342" y="382"/>
                  </a:lnTo>
                  <a:lnTo>
                    <a:pt x="262" y="462"/>
                  </a:lnTo>
                  <a:lnTo>
                    <a:pt x="161" y="522"/>
                  </a:lnTo>
                  <a:lnTo>
                    <a:pt x="41" y="542"/>
                  </a:lnTo>
                  <a:lnTo>
                    <a:pt x="21" y="562"/>
                  </a:lnTo>
                  <a:lnTo>
                    <a:pt x="21" y="603"/>
                  </a:lnTo>
                  <a:lnTo>
                    <a:pt x="1" y="643"/>
                  </a:lnTo>
                  <a:lnTo>
                    <a:pt x="663" y="1305"/>
                  </a:lnTo>
                  <a:lnTo>
                    <a:pt x="138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70"/>
            <p:cNvSpPr/>
            <p:nvPr/>
          </p:nvSpPr>
          <p:spPr>
            <a:xfrm>
              <a:off x="5888200" y="2943825"/>
              <a:ext cx="34175" cy="31650"/>
            </a:xfrm>
            <a:custGeom>
              <a:rect b="b" l="l" r="r" t="t"/>
              <a:pathLst>
                <a:path extrusionOk="0" h="1266" w="1367">
                  <a:moveTo>
                    <a:pt x="704" y="1"/>
                  </a:moveTo>
                  <a:lnTo>
                    <a:pt x="1" y="623"/>
                  </a:lnTo>
                  <a:lnTo>
                    <a:pt x="704" y="1266"/>
                  </a:lnTo>
                  <a:lnTo>
                    <a:pt x="1366" y="64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0"/>
            <p:cNvSpPr/>
            <p:nvPr/>
          </p:nvSpPr>
          <p:spPr>
            <a:xfrm>
              <a:off x="5455500" y="2943325"/>
              <a:ext cx="36675" cy="35175"/>
            </a:xfrm>
            <a:custGeom>
              <a:rect b="b" l="l" r="r" t="t"/>
              <a:pathLst>
                <a:path extrusionOk="0" h="1407" w="1467">
                  <a:moveTo>
                    <a:pt x="703" y="1"/>
                  </a:moveTo>
                  <a:lnTo>
                    <a:pt x="0" y="663"/>
                  </a:lnTo>
                  <a:lnTo>
                    <a:pt x="804" y="1406"/>
                  </a:lnTo>
                  <a:lnTo>
                    <a:pt x="824" y="1246"/>
                  </a:lnTo>
                  <a:lnTo>
                    <a:pt x="864" y="1125"/>
                  </a:lnTo>
                  <a:lnTo>
                    <a:pt x="944" y="1025"/>
                  </a:lnTo>
                  <a:lnTo>
                    <a:pt x="1045" y="944"/>
                  </a:lnTo>
                  <a:lnTo>
                    <a:pt x="1145" y="884"/>
                  </a:lnTo>
                  <a:lnTo>
                    <a:pt x="1245" y="824"/>
                  </a:lnTo>
                  <a:lnTo>
                    <a:pt x="1466" y="683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70"/>
            <p:cNvSpPr/>
            <p:nvPr/>
          </p:nvSpPr>
          <p:spPr>
            <a:xfrm>
              <a:off x="5995650" y="3148650"/>
              <a:ext cx="35150" cy="33650"/>
            </a:xfrm>
            <a:custGeom>
              <a:rect b="b" l="l" r="r" t="t"/>
              <a:pathLst>
                <a:path extrusionOk="0" h="1346" w="1406">
                  <a:moveTo>
                    <a:pt x="723" y="0"/>
                  </a:moveTo>
                  <a:lnTo>
                    <a:pt x="0" y="663"/>
                  </a:lnTo>
                  <a:lnTo>
                    <a:pt x="20" y="723"/>
                  </a:lnTo>
                  <a:lnTo>
                    <a:pt x="40" y="763"/>
                  </a:lnTo>
                  <a:lnTo>
                    <a:pt x="100" y="783"/>
                  </a:lnTo>
                  <a:lnTo>
                    <a:pt x="161" y="803"/>
                  </a:lnTo>
                  <a:lnTo>
                    <a:pt x="301" y="843"/>
                  </a:lnTo>
                  <a:lnTo>
                    <a:pt x="361" y="864"/>
                  </a:lnTo>
                  <a:lnTo>
                    <a:pt x="422" y="904"/>
                  </a:lnTo>
                  <a:lnTo>
                    <a:pt x="562" y="1125"/>
                  </a:lnTo>
                  <a:lnTo>
                    <a:pt x="703" y="1345"/>
                  </a:lnTo>
                  <a:lnTo>
                    <a:pt x="1406" y="62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70"/>
            <p:cNvSpPr/>
            <p:nvPr/>
          </p:nvSpPr>
          <p:spPr>
            <a:xfrm>
              <a:off x="5888725" y="2740025"/>
              <a:ext cx="33650" cy="29650"/>
            </a:xfrm>
            <a:custGeom>
              <a:rect b="b" l="l" r="r" t="t"/>
              <a:pathLst>
                <a:path extrusionOk="0" h="1186" w="1346">
                  <a:moveTo>
                    <a:pt x="663" y="0"/>
                  </a:moveTo>
                  <a:lnTo>
                    <a:pt x="0" y="583"/>
                  </a:lnTo>
                  <a:lnTo>
                    <a:pt x="663" y="1185"/>
                  </a:lnTo>
                  <a:lnTo>
                    <a:pt x="1345" y="60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70"/>
            <p:cNvSpPr/>
            <p:nvPr/>
          </p:nvSpPr>
          <p:spPr>
            <a:xfrm>
              <a:off x="5347075" y="3249050"/>
              <a:ext cx="37675" cy="37650"/>
            </a:xfrm>
            <a:custGeom>
              <a:rect b="b" l="l" r="r" t="t"/>
              <a:pathLst>
                <a:path extrusionOk="0" h="1506" w="1507">
                  <a:moveTo>
                    <a:pt x="723" y="0"/>
                  </a:moveTo>
                  <a:lnTo>
                    <a:pt x="0" y="743"/>
                  </a:lnTo>
                  <a:lnTo>
                    <a:pt x="804" y="1506"/>
                  </a:lnTo>
                  <a:lnTo>
                    <a:pt x="844" y="1365"/>
                  </a:lnTo>
                  <a:lnTo>
                    <a:pt x="884" y="1225"/>
                  </a:lnTo>
                  <a:lnTo>
                    <a:pt x="964" y="1124"/>
                  </a:lnTo>
                  <a:lnTo>
                    <a:pt x="1044" y="1044"/>
                  </a:lnTo>
                  <a:lnTo>
                    <a:pt x="1145" y="964"/>
                  </a:lnTo>
                  <a:lnTo>
                    <a:pt x="1245" y="904"/>
                  </a:lnTo>
                  <a:lnTo>
                    <a:pt x="1366" y="843"/>
                  </a:lnTo>
                  <a:lnTo>
                    <a:pt x="1506" y="823"/>
                  </a:lnTo>
                  <a:lnTo>
                    <a:pt x="1486" y="723"/>
                  </a:lnTo>
                  <a:lnTo>
                    <a:pt x="1466" y="663"/>
                  </a:lnTo>
                  <a:lnTo>
                    <a:pt x="1406" y="602"/>
                  </a:lnTo>
                  <a:lnTo>
                    <a:pt x="1346" y="582"/>
                  </a:lnTo>
                  <a:lnTo>
                    <a:pt x="1225" y="542"/>
                  </a:lnTo>
                  <a:lnTo>
                    <a:pt x="1165" y="502"/>
                  </a:lnTo>
                  <a:lnTo>
                    <a:pt x="1105" y="482"/>
                  </a:lnTo>
                  <a:lnTo>
                    <a:pt x="1004" y="361"/>
                  </a:lnTo>
                  <a:lnTo>
                    <a:pt x="904" y="241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70"/>
            <p:cNvSpPr/>
            <p:nvPr/>
          </p:nvSpPr>
          <p:spPr>
            <a:xfrm>
              <a:off x="5347075" y="2942325"/>
              <a:ext cx="38675" cy="36175"/>
            </a:xfrm>
            <a:custGeom>
              <a:rect b="b" l="l" r="r" t="t"/>
              <a:pathLst>
                <a:path extrusionOk="0" h="1447" w="1547">
                  <a:moveTo>
                    <a:pt x="763" y="0"/>
                  </a:moveTo>
                  <a:lnTo>
                    <a:pt x="0" y="703"/>
                  </a:lnTo>
                  <a:lnTo>
                    <a:pt x="804" y="1446"/>
                  </a:lnTo>
                  <a:lnTo>
                    <a:pt x="824" y="1306"/>
                  </a:lnTo>
                  <a:lnTo>
                    <a:pt x="884" y="1165"/>
                  </a:lnTo>
                  <a:lnTo>
                    <a:pt x="964" y="1065"/>
                  </a:lnTo>
                  <a:lnTo>
                    <a:pt x="1065" y="984"/>
                  </a:lnTo>
                  <a:lnTo>
                    <a:pt x="1165" y="904"/>
                  </a:lnTo>
                  <a:lnTo>
                    <a:pt x="1285" y="844"/>
                  </a:lnTo>
                  <a:lnTo>
                    <a:pt x="1546" y="683"/>
                  </a:lnTo>
                  <a:lnTo>
                    <a:pt x="1245" y="543"/>
                  </a:lnTo>
                  <a:lnTo>
                    <a:pt x="1125" y="482"/>
                  </a:lnTo>
                  <a:lnTo>
                    <a:pt x="1024" y="402"/>
                  </a:lnTo>
                  <a:lnTo>
                    <a:pt x="944" y="322"/>
                  </a:lnTo>
                  <a:lnTo>
                    <a:pt x="864" y="20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70"/>
            <p:cNvSpPr/>
            <p:nvPr/>
          </p:nvSpPr>
          <p:spPr>
            <a:xfrm>
              <a:off x="5346075" y="3350950"/>
              <a:ext cx="41675" cy="39675"/>
            </a:xfrm>
            <a:custGeom>
              <a:rect b="b" l="l" r="r" t="t"/>
              <a:pathLst>
                <a:path extrusionOk="0" h="1587" w="1667">
                  <a:moveTo>
                    <a:pt x="803" y="0"/>
                  </a:moveTo>
                  <a:lnTo>
                    <a:pt x="0" y="783"/>
                  </a:lnTo>
                  <a:lnTo>
                    <a:pt x="20" y="823"/>
                  </a:lnTo>
                  <a:lnTo>
                    <a:pt x="40" y="864"/>
                  </a:lnTo>
                  <a:lnTo>
                    <a:pt x="161" y="904"/>
                  </a:lnTo>
                  <a:lnTo>
                    <a:pt x="281" y="944"/>
                  </a:lnTo>
                  <a:lnTo>
                    <a:pt x="342" y="964"/>
                  </a:lnTo>
                  <a:lnTo>
                    <a:pt x="402" y="1004"/>
                  </a:lnTo>
                  <a:lnTo>
                    <a:pt x="502" y="1145"/>
                  </a:lnTo>
                  <a:lnTo>
                    <a:pt x="603" y="1285"/>
                  </a:lnTo>
                  <a:lnTo>
                    <a:pt x="783" y="1586"/>
                  </a:lnTo>
                  <a:lnTo>
                    <a:pt x="944" y="1285"/>
                  </a:lnTo>
                  <a:lnTo>
                    <a:pt x="1024" y="1145"/>
                  </a:lnTo>
                  <a:lnTo>
                    <a:pt x="1105" y="1044"/>
                  </a:lnTo>
                  <a:lnTo>
                    <a:pt x="1205" y="964"/>
                  </a:lnTo>
                  <a:lnTo>
                    <a:pt x="1325" y="884"/>
                  </a:lnTo>
                  <a:lnTo>
                    <a:pt x="1667" y="743"/>
                  </a:lnTo>
                  <a:lnTo>
                    <a:pt x="1325" y="582"/>
                  </a:lnTo>
                  <a:lnTo>
                    <a:pt x="1185" y="522"/>
                  </a:lnTo>
                  <a:lnTo>
                    <a:pt x="1064" y="442"/>
                  </a:lnTo>
                  <a:lnTo>
                    <a:pt x="984" y="342"/>
                  </a:lnTo>
                  <a:lnTo>
                    <a:pt x="924" y="24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70"/>
            <p:cNvSpPr/>
            <p:nvPr/>
          </p:nvSpPr>
          <p:spPr>
            <a:xfrm>
              <a:off x="5235125" y="3348925"/>
              <a:ext cx="40700" cy="42700"/>
            </a:xfrm>
            <a:custGeom>
              <a:rect b="b" l="l" r="r" t="t"/>
              <a:pathLst>
                <a:path extrusionOk="0" h="1708" w="1628">
                  <a:moveTo>
                    <a:pt x="884" y="1"/>
                  </a:moveTo>
                  <a:lnTo>
                    <a:pt x="744" y="282"/>
                  </a:lnTo>
                  <a:lnTo>
                    <a:pt x="663" y="402"/>
                  </a:lnTo>
                  <a:lnTo>
                    <a:pt x="583" y="503"/>
                  </a:lnTo>
                  <a:lnTo>
                    <a:pt x="462" y="603"/>
                  </a:lnTo>
                  <a:lnTo>
                    <a:pt x="342" y="663"/>
                  </a:lnTo>
                  <a:lnTo>
                    <a:pt x="1" y="824"/>
                  </a:lnTo>
                  <a:lnTo>
                    <a:pt x="322" y="985"/>
                  </a:lnTo>
                  <a:lnTo>
                    <a:pt x="462" y="1065"/>
                  </a:lnTo>
                  <a:lnTo>
                    <a:pt x="563" y="1145"/>
                  </a:lnTo>
                  <a:lnTo>
                    <a:pt x="643" y="1246"/>
                  </a:lnTo>
                  <a:lnTo>
                    <a:pt x="723" y="1386"/>
                  </a:lnTo>
                  <a:lnTo>
                    <a:pt x="884" y="1708"/>
                  </a:lnTo>
                  <a:lnTo>
                    <a:pt x="1045" y="1406"/>
                  </a:lnTo>
                  <a:lnTo>
                    <a:pt x="1185" y="1165"/>
                  </a:lnTo>
                  <a:lnTo>
                    <a:pt x="1225" y="1105"/>
                  </a:lnTo>
                  <a:lnTo>
                    <a:pt x="1306" y="1065"/>
                  </a:lnTo>
                  <a:lnTo>
                    <a:pt x="1466" y="1005"/>
                  </a:lnTo>
                  <a:lnTo>
                    <a:pt x="1547" y="965"/>
                  </a:lnTo>
                  <a:lnTo>
                    <a:pt x="1607" y="904"/>
                  </a:lnTo>
                  <a:lnTo>
                    <a:pt x="1627" y="804"/>
                  </a:lnTo>
                  <a:lnTo>
                    <a:pt x="1627" y="663"/>
                  </a:lnTo>
                  <a:lnTo>
                    <a:pt x="1466" y="684"/>
                  </a:lnTo>
                  <a:lnTo>
                    <a:pt x="1346" y="663"/>
                  </a:lnTo>
                  <a:lnTo>
                    <a:pt x="1246" y="603"/>
                  </a:lnTo>
                  <a:lnTo>
                    <a:pt x="1165" y="503"/>
                  </a:lnTo>
                  <a:lnTo>
                    <a:pt x="1085" y="402"/>
                  </a:lnTo>
                  <a:lnTo>
                    <a:pt x="1025" y="262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70"/>
            <p:cNvSpPr/>
            <p:nvPr/>
          </p:nvSpPr>
          <p:spPr>
            <a:xfrm>
              <a:off x="5888200" y="2842425"/>
              <a:ext cx="34175" cy="30650"/>
            </a:xfrm>
            <a:custGeom>
              <a:rect b="b" l="l" r="r" t="t"/>
              <a:pathLst>
                <a:path extrusionOk="0" h="1226" w="1367">
                  <a:moveTo>
                    <a:pt x="704" y="1"/>
                  </a:moveTo>
                  <a:lnTo>
                    <a:pt x="1" y="583"/>
                  </a:lnTo>
                  <a:lnTo>
                    <a:pt x="704" y="1225"/>
                  </a:lnTo>
                  <a:lnTo>
                    <a:pt x="1366" y="583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70"/>
            <p:cNvSpPr/>
            <p:nvPr/>
          </p:nvSpPr>
          <p:spPr>
            <a:xfrm>
              <a:off x="5456000" y="2840425"/>
              <a:ext cx="35175" cy="36175"/>
            </a:xfrm>
            <a:custGeom>
              <a:rect b="b" l="l" r="r" t="t"/>
              <a:pathLst>
                <a:path extrusionOk="0" h="1447" w="1407">
                  <a:moveTo>
                    <a:pt x="683" y="0"/>
                  </a:moveTo>
                  <a:lnTo>
                    <a:pt x="603" y="81"/>
                  </a:lnTo>
                  <a:lnTo>
                    <a:pt x="543" y="161"/>
                  </a:lnTo>
                  <a:lnTo>
                    <a:pt x="422" y="342"/>
                  </a:lnTo>
                  <a:lnTo>
                    <a:pt x="362" y="422"/>
                  </a:lnTo>
                  <a:lnTo>
                    <a:pt x="262" y="482"/>
                  </a:lnTo>
                  <a:lnTo>
                    <a:pt x="161" y="542"/>
                  </a:lnTo>
                  <a:lnTo>
                    <a:pt x="41" y="563"/>
                  </a:lnTo>
                  <a:lnTo>
                    <a:pt x="21" y="583"/>
                  </a:lnTo>
                  <a:lnTo>
                    <a:pt x="21" y="643"/>
                  </a:lnTo>
                  <a:lnTo>
                    <a:pt x="1" y="763"/>
                  </a:lnTo>
                  <a:lnTo>
                    <a:pt x="221" y="864"/>
                  </a:lnTo>
                  <a:lnTo>
                    <a:pt x="322" y="904"/>
                  </a:lnTo>
                  <a:lnTo>
                    <a:pt x="422" y="964"/>
                  </a:lnTo>
                  <a:lnTo>
                    <a:pt x="503" y="1085"/>
                  </a:lnTo>
                  <a:lnTo>
                    <a:pt x="563" y="1185"/>
                  </a:lnTo>
                  <a:lnTo>
                    <a:pt x="703" y="1446"/>
                  </a:lnTo>
                  <a:lnTo>
                    <a:pt x="1406" y="683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70"/>
            <p:cNvSpPr/>
            <p:nvPr/>
          </p:nvSpPr>
          <p:spPr>
            <a:xfrm>
              <a:off x="5995125" y="3250550"/>
              <a:ext cx="36175" cy="33650"/>
            </a:xfrm>
            <a:custGeom>
              <a:rect b="b" l="l" r="r" t="t"/>
              <a:pathLst>
                <a:path extrusionOk="0" h="1346" w="1447">
                  <a:moveTo>
                    <a:pt x="643" y="0"/>
                  </a:moveTo>
                  <a:lnTo>
                    <a:pt x="623" y="141"/>
                  </a:lnTo>
                  <a:lnTo>
                    <a:pt x="583" y="241"/>
                  </a:lnTo>
                  <a:lnTo>
                    <a:pt x="503" y="322"/>
                  </a:lnTo>
                  <a:lnTo>
                    <a:pt x="423" y="402"/>
                  </a:lnTo>
                  <a:lnTo>
                    <a:pt x="222" y="502"/>
                  </a:lnTo>
                  <a:lnTo>
                    <a:pt x="1" y="623"/>
                  </a:lnTo>
                  <a:lnTo>
                    <a:pt x="744" y="1346"/>
                  </a:lnTo>
                  <a:lnTo>
                    <a:pt x="1447" y="663"/>
                  </a:lnTo>
                  <a:lnTo>
                    <a:pt x="1366" y="583"/>
                  </a:lnTo>
                  <a:lnTo>
                    <a:pt x="1286" y="522"/>
                  </a:lnTo>
                  <a:lnTo>
                    <a:pt x="1085" y="402"/>
                  </a:lnTo>
                  <a:lnTo>
                    <a:pt x="1005" y="342"/>
                  </a:lnTo>
                  <a:lnTo>
                    <a:pt x="925" y="261"/>
                  </a:lnTo>
                  <a:lnTo>
                    <a:pt x="864" y="161"/>
                  </a:lnTo>
                  <a:lnTo>
                    <a:pt x="844" y="40"/>
                  </a:lnTo>
                  <a:lnTo>
                    <a:pt x="804" y="20"/>
                  </a:lnTo>
                  <a:lnTo>
                    <a:pt x="764" y="20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70"/>
            <p:cNvSpPr/>
            <p:nvPr/>
          </p:nvSpPr>
          <p:spPr>
            <a:xfrm>
              <a:off x="5348075" y="2834900"/>
              <a:ext cx="37675" cy="39675"/>
            </a:xfrm>
            <a:custGeom>
              <a:rect b="b" l="l" r="r" t="t"/>
              <a:pathLst>
                <a:path extrusionOk="0" h="1587" w="1507">
                  <a:moveTo>
                    <a:pt x="683" y="0"/>
                  </a:moveTo>
                  <a:lnTo>
                    <a:pt x="563" y="302"/>
                  </a:lnTo>
                  <a:lnTo>
                    <a:pt x="502" y="422"/>
                  </a:lnTo>
                  <a:lnTo>
                    <a:pt x="422" y="522"/>
                  </a:lnTo>
                  <a:lnTo>
                    <a:pt x="342" y="623"/>
                  </a:lnTo>
                  <a:lnTo>
                    <a:pt x="262" y="683"/>
                  </a:lnTo>
                  <a:lnTo>
                    <a:pt x="161" y="743"/>
                  </a:lnTo>
                  <a:lnTo>
                    <a:pt x="41" y="784"/>
                  </a:lnTo>
                  <a:lnTo>
                    <a:pt x="21" y="804"/>
                  </a:lnTo>
                  <a:lnTo>
                    <a:pt x="0" y="844"/>
                  </a:lnTo>
                  <a:lnTo>
                    <a:pt x="0" y="904"/>
                  </a:lnTo>
                  <a:lnTo>
                    <a:pt x="764" y="1587"/>
                  </a:lnTo>
                  <a:lnTo>
                    <a:pt x="824" y="1406"/>
                  </a:lnTo>
                  <a:lnTo>
                    <a:pt x="864" y="1306"/>
                  </a:lnTo>
                  <a:lnTo>
                    <a:pt x="904" y="1245"/>
                  </a:lnTo>
                  <a:lnTo>
                    <a:pt x="1045" y="1165"/>
                  </a:lnTo>
                  <a:lnTo>
                    <a:pt x="1185" y="1065"/>
                  </a:lnTo>
                  <a:lnTo>
                    <a:pt x="1506" y="884"/>
                  </a:lnTo>
                  <a:lnTo>
                    <a:pt x="1225" y="743"/>
                  </a:lnTo>
                  <a:lnTo>
                    <a:pt x="1105" y="663"/>
                  </a:lnTo>
                  <a:lnTo>
                    <a:pt x="1004" y="583"/>
                  </a:lnTo>
                  <a:lnTo>
                    <a:pt x="904" y="482"/>
                  </a:lnTo>
                  <a:lnTo>
                    <a:pt x="824" y="342"/>
                  </a:lnTo>
                  <a:lnTo>
                    <a:pt x="743" y="201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70"/>
            <p:cNvSpPr/>
            <p:nvPr/>
          </p:nvSpPr>
          <p:spPr>
            <a:xfrm>
              <a:off x="5237650" y="2942825"/>
              <a:ext cx="38175" cy="33650"/>
            </a:xfrm>
            <a:custGeom>
              <a:rect b="b" l="l" r="r" t="t"/>
              <a:pathLst>
                <a:path extrusionOk="0" h="1346" w="1527">
                  <a:moveTo>
                    <a:pt x="783" y="1"/>
                  </a:moveTo>
                  <a:lnTo>
                    <a:pt x="0" y="723"/>
                  </a:lnTo>
                  <a:lnTo>
                    <a:pt x="221" y="824"/>
                  </a:lnTo>
                  <a:lnTo>
                    <a:pt x="422" y="944"/>
                  </a:lnTo>
                  <a:lnTo>
                    <a:pt x="522" y="1025"/>
                  </a:lnTo>
                  <a:lnTo>
                    <a:pt x="582" y="1105"/>
                  </a:lnTo>
                  <a:lnTo>
                    <a:pt x="643" y="1205"/>
                  </a:lnTo>
                  <a:lnTo>
                    <a:pt x="703" y="1326"/>
                  </a:lnTo>
                  <a:lnTo>
                    <a:pt x="723" y="1346"/>
                  </a:lnTo>
                  <a:lnTo>
                    <a:pt x="783" y="1346"/>
                  </a:lnTo>
                  <a:lnTo>
                    <a:pt x="1526" y="663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70"/>
            <p:cNvSpPr/>
            <p:nvPr/>
          </p:nvSpPr>
          <p:spPr>
            <a:xfrm>
              <a:off x="5239150" y="2840925"/>
              <a:ext cx="36150" cy="33150"/>
            </a:xfrm>
            <a:custGeom>
              <a:rect b="b" l="l" r="r" t="t"/>
              <a:pathLst>
                <a:path extrusionOk="0" h="1326" w="1446">
                  <a:moveTo>
                    <a:pt x="703" y="0"/>
                  </a:moveTo>
                  <a:lnTo>
                    <a:pt x="0" y="663"/>
                  </a:lnTo>
                  <a:lnTo>
                    <a:pt x="723" y="1326"/>
                  </a:lnTo>
                  <a:lnTo>
                    <a:pt x="1446" y="663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70"/>
            <p:cNvSpPr/>
            <p:nvPr/>
          </p:nvSpPr>
          <p:spPr>
            <a:xfrm>
              <a:off x="5238650" y="3248525"/>
              <a:ext cx="37675" cy="37675"/>
            </a:xfrm>
            <a:custGeom>
              <a:rect b="b" l="l" r="r" t="t"/>
              <a:pathLst>
                <a:path extrusionOk="0" h="1507" w="1507">
                  <a:moveTo>
                    <a:pt x="783" y="1"/>
                  </a:moveTo>
                  <a:lnTo>
                    <a:pt x="0" y="744"/>
                  </a:lnTo>
                  <a:lnTo>
                    <a:pt x="803" y="1507"/>
                  </a:lnTo>
                  <a:lnTo>
                    <a:pt x="944" y="1246"/>
                  </a:lnTo>
                  <a:lnTo>
                    <a:pt x="1024" y="1125"/>
                  </a:lnTo>
                  <a:lnTo>
                    <a:pt x="1105" y="1005"/>
                  </a:lnTo>
                  <a:lnTo>
                    <a:pt x="1145" y="965"/>
                  </a:lnTo>
                  <a:lnTo>
                    <a:pt x="1225" y="945"/>
                  </a:lnTo>
                  <a:lnTo>
                    <a:pt x="1345" y="905"/>
                  </a:lnTo>
                  <a:lnTo>
                    <a:pt x="1406" y="884"/>
                  </a:lnTo>
                  <a:lnTo>
                    <a:pt x="1466" y="844"/>
                  </a:lnTo>
                  <a:lnTo>
                    <a:pt x="1506" y="764"/>
                  </a:lnTo>
                  <a:lnTo>
                    <a:pt x="1506" y="684"/>
                  </a:lnTo>
                  <a:lnTo>
                    <a:pt x="1265" y="563"/>
                  </a:lnTo>
                  <a:lnTo>
                    <a:pt x="1165" y="503"/>
                  </a:lnTo>
                  <a:lnTo>
                    <a:pt x="1064" y="423"/>
                  </a:lnTo>
                  <a:lnTo>
                    <a:pt x="964" y="342"/>
                  </a:lnTo>
                  <a:lnTo>
                    <a:pt x="904" y="242"/>
                  </a:lnTo>
                  <a:lnTo>
                    <a:pt x="823" y="1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0"/>
            <p:cNvSpPr/>
            <p:nvPr/>
          </p:nvSpPr>
          <p:spPr>
            <a:xfrm>
              <a:off x="5996150" y="2945325"/>
              <a:ext cx="34650" cy="29150"/>
            </a:xfrm>
            <a:custGeom>
              <a:rect b="b" l="l" r="r" t="t"/>
              <a:pathLst>
                <a:path extrusionOk="0" h="1166" w="1386">
                  <a:moveTo>
                    <a:pt x="683" y="1"/>
                  </a:moveTo>
                  <a:lnTo>
                    <a:pt x="0" y="563"/>
                  </a:lnTo>
                  <a:lnTo>
                    <a:pt x="723" y="1166"/>
                  </a:lnTo>
                  <a:lnTo>
                    <a:pt x="1386" y="543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0"/>
            <p:cNvSpPr/>
            <p:nvPr/>
          </p:nvSpPr>
          <p:spPr>
            <a:xfrm>
              <a:off x="5237650" y="3044725"/>
              <a:ext cx="38175" cy="34675"/>
            </a:xfrm>
            <a:custGeom>
              <a:rect b="b" l="l" r="r" t="t"/>
              <a:pathLst>
                <a:path extrusionOk="0" h="1387" w="1527">
                  <a:moveTo>
                    <a:pt x="743" y="1"/>
                  </a:moveTo>
                  <a:lnTo>
                    <a:pt x="622" y="201"/>
                  </a:lnTo>
                  <a:lnTo>
                    <a:pt x="562" y="302"/>
                  </a:lnTo>
                  <a:lnTo>
                    <a:pt x="462" y="422"/>
                  </a:lnTo>
                  <a:lnTo>
                    <a:pt x="361" y="503"/>
                  </a:lnTo>
                  <a:lnTo>
                    <a:pt x="241" y="563"/>
                  </a:lnTo>
                  <a:lnTo>
                    <a:pt x="0" y="683"/>
                  </a:lnTo>
                  <a:lnTo>
                    <a:pt x="763" y="1386"/>
                  </a:lnTo>
                  <a:lnTo>
                    <a:pt x="1526" y="70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70"/>
            <p:cNvSpPr/>
            <p:nvPr/>
          </p:nvSpPr>
          <p:spPr>
            <a:xfrm>
              <a:off x="5347075" y="2739525"/>
              <a:ext cx="37175" cy="32150"/>
            </a:xfrm>
            <a:custGeom>
              <a:rect b="b" l="l" r="r" t="t"/>
              <a:pathLst>
                <a:path extrusionOk="0" h="1286" w="1487">
                  <a:moveTo>
                    <a:pt x="743" y="0"/>
                  </a:moveTo>
                  <a:lnTo>
                    <a:pt x="0" y="623"/>
                  </a:lnTo>
                  <a:lnTo>
                    <a:pt x="783" y="1285"/>
                  </a:lnTo>
                  <a:lnTo>
                    <a:pt x="884" y="1085"/>
                  </a:lnTo>
                  <a:lnTo>
                    <a:pt x="944" y="984"/>
                  </a:lnTo>
                  <a:lnTo>
                    <a:pt x="1004" y="884"/>
                  </a:lnTo>
                  <a:lnTo>
                    <a:pt x="1125" y="824"/>
                  </a:lnTo>
                  <a:lnTo>
                    <a:pt x="1245" y="763"/>
                  </a:lnTo>
                  <a:lnTo>
                    <a:pt x="1486" y="643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70"/>
            <p:cNvSpPr/>
            <p:nvPr/>
          </p:nvSpPr>
          <p:spPr>
            <a:xfrm>
              <a:off x="5238650" y="3147125"/>
              <a:ext cx="37675" cy="36175"/>
            </a:xfrm>
            <a:custGeom>
              <a:rect b="b" l="l" r="r" t="t"/>
              <a:pathLst>
                <a:path extrusionOk="0" h="1447" w="1507">
                  <a:moveTo>
                    <a:pt x="763" y="1"/>
                  </a:moveTo>
                  <a:lnTo>
                    <a:pt x="0" y="704"/>
                  </a:lnTo>
                  <a:lnTo>
                    <a:pt x="803" y="1447"/>
                  </a:lnTo>
                  <a:lnTo>
                    <a:pt x="944" y="1186"/>
                  </a:lnTo>
                  <a:lnTo>
                    <a:pt x="1024" y="1065"/>
                  </a:lnTo>
                  <a:lnTo>
                    <a:pt x="1125" y="965"/>
                  </a:lnTo>
                  <a:lnTo>
                    <a:pt x="1165" y="925"/>
                  </a:lnTo>
                  <a:lnTo>
                    <a:pt x="1225" y="904"/>
                  </a:lnTo>
                  <a:lnTo>
                    <a:pt x="1366" y="864"/>
                  </a:lnTo>
                  <a:lnTo>
                    <a:pt x="1426" y="824"/>
                  </a:lnTo>
                  <a:lnTo>
                    <a:pt x="1466" y="784"/>
                  </a:lnTo>
                  <a:lnTo>
                    <a:pt x="1506" y="724"/>
                  </a:lnTo>
                  <a:lnTo>
                    <a:pt x="1506" y="623"/>
                  </a:lnTo>
                  <a:lnTo>
                    <a:pt x="1125" y="30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0"/>
            <p:cNvSpPr/>
            <p:nvPr/>
          </p:nvSpPr>
          <p:spPr>
            <a:xfrm>
              <a:off x="5345575" y="2637125"/>
              <a:ext cx="36650" cy="30625"/>
            </a:xfrm>
            <a:custGeom>
              <a:rect b="b" l="l" r="r" t="t"/>
              <a:pathLst>
                <a:path extrusionOk="0" h="1225" w="1466">
                  <a:moveTo>
                    <a:pt x="783" y="0"/>
                  </a:moveTo>
                  <a:lnTo>
                    <a:pt x="0" y="663"/>
                  </a:lnTo>
                  <a:lnTo>
                    <a:pt x="221" y="743"/>
                  </a:lnTo>
                  <a:lnTo>
                    <a:pt x="341" y="783"/>
                  </a:lnTo>
                  <a:lnTo>
                    <a:pt x="422" y="843"/>
                  </a:lnTo>
                  <a:lnTo>
                    <a:pt x="522" y="924"/>
                  </a:lnTo>
                  <a:lnTo>
                    <a:pt x="582" y="1004"/>
                  </a:lnTo>
                  <a:lnTo>
                    <a:pt x="643" y="1084"/>
                  </a:lnTo>
                  <a:lnTo>
                    <a:pt x="703" y="1205"/>
                  </a:lnTo>
                  <a:lnTo>
                    <a:pt x="723" y="1225"/>
                  </a:lnTo>
                  <a:lnTo>
                    <a:pt x="783" y="1225"/>
                  </a:lnTo>
                  <a:lnTo>
                    <a:pt x="1466" y="60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70"/>
            <p:cNvSpPr/>
            <p:nvPr/>
          </p:nvSpPr>
          <p:spPr>
            <a:xfrm>
              <a:off x="5995125" y="2843425"/>
              <a:ext cx="35675" cy="29150"/>
            </a:xfrm>
            <a:custGeom>
              <a:rect b="b" l="l" r="r" t="t"/>
              <a:pathLst>
                <a:path extrusionOk="0" h="1166" w="1427">
                  <a:moveTo>
                    <a:pt x="724" y="1"/>
                  </a:moveTo>
                  <a:lnTo>
                    <a:pt x="1" y="603"/>
                  </a:lnTo>
                  <a:lnTo>
                    <a:pt x="242" y="683"/>
                  </a:lnTo>
                  <a:lnTo>
                    <a:pt x="342" y="724"/>
                  </a:lnTo>
                  <a:lnTo>
                    <a:pt x="423" y="784"/>
                  </a:lnTo>
                  <a:lnTo>
                    <a:pt x="503" y="864"/>
                  </a:lnTo>
                  <a:lnTo>
                    <a:pt x="563" y="965"/>
                  </a:lnTo>
                  <a:lnTo>
                    <a:pt x="684" y="1165"/>
                  </a:lnTo>
                  <a:lnTo>
                    <a:pt x="1427" y="543"/>
                  </a:lnTo>
                  <a:lnTo>
                    <a:pt x="7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70"/>
            <p:cNvSpPr/>
            <p:nvPr/>
          </p:nvSpPr>
          <p:spPr>
            <a:xfrm>
              <a:off x="5996650" y="2741025"/>
              <a:ext cx="30125" cy="28125"/>
            </a:xfrm>
            <a:custGeom>
              <a:rect b="b" l="l" r="r" t="t"/>
              <a:pathLst>
                <a:path extrusionOk="0" h="1125" w="1205">
                  <a:moveTo>
                    <a:pt x="663" y="1"/>
                  </a:moveTo>
                  <a:lnTo>
                    <a:pt x="0" y="543"/>
                  </a:lnTo>
                  <a:lnTo>
                    <a:pt x="703" y="1125"/>
                  </a:lnTo>
                  <a:lnTo>
                    <a:pt x="1205" y="663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70"/>
            <p:cNvSpPr/>
            <p:nvPr/>
          </p:nvSpPr>
          <p:spPr>
            <a:xfrm>
              <a:off x="5240150" y="2738025"/>
              <a:ext cx="35150" cy="32650"/>
            </a:xfrm>
            <a:custGeom>
              <a:rect b="b" l="l" r="r" t="t"/>
              <a:pathLst>
                <a:path extrusionOk="0" h="1306" w="1406">
                  <a:moveTo>
                    <a:pt x="663" y="0"/>
                  </a:moveTo>
                  <a:lnTo>
                    <a:pt x="563" y="161"/>
                  </a:lnTo>
                  <a:lnTo>
                    <a:pt x="502" y="261"/>
                  </a:lnTo>
                  <a:lnTo>
                    <a:pt x="422" y="341"/>
                  </a:lnTo>
                  <a:lnTo>
                    <a:pt x="322" y="422"/>
                  </a:lnTo>
                  <a:lnTo>
                    <a:pt x="221" y="502"/>
                  </a:lnTo>
                  <a:lnTo>
                    <a:pt x="0" y="663"/>
                  </a:lnTo>
                  <a:lnTo>
                    <a:pt x="683" y="1305"/>
                  </a:lnTo>
                  <a:lnTo>
                    <a:pt x="1406" y="663"/>
                  </a:lnTo>
                  <a:lnTo>
                    <a:pt x="6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0"/>
            <p:cNvSpPr/>
            <p:nvPr/>
          </p:nvSpPr>
          <p:spPr>
            <a:xfrm>
              <a:off x="5240650" y="2636100"/>
              <a:ext cx="36175" cy="31650"/>
            </a:xfrm>
            <a:custGeom>
              <a:rect b="b" l="l" r="r" t="t"/>
              <a:pathLst>
                <a:path extrusionOk="0" h="1266" w="1447">
                  <a:moveTo>
                    <a:pt x="683" y="1"/>
                  </a:moveTo>
                  <a:lnTo>
                    <a:pt x="0" y="664"/>
                  </a:lnTo>
                  <a:lnTo>
                    <a:pt x="663" y="1266"/>
                  </a:lnTo>
                  <a:lnTo>
                    <a:pt x="1446" y="603"/>
                  </a:lnTo>
                  <a:lnTo>
                    <a:pt x="1165" y="503"/>
                  </a:lnTo>
                  <a:lnTo>
                    <a:pt x="1065" y="443"/>
                  </a:lnTo>
                  <a:lnTo>
                    <a:pt x="964" y="382"/>
                  </a:lnTo>
                  <a:lnTo>
                    <a:pt x="884" y="282"/>
                  </a:lnTo>
                  <a:lnTo>
                    <a:pt x="804" y="182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0"/>
            <p:cNvSpPr/>
            <p:nvPr/>
          </p:nvSpPr>
          <p:spPr>
            <a:xfrm>
              <a:off x="5997150" y="2638625"/>
              <a:ext cx="29125" cy="27125"/>
            </a:xfrm>
            <a:custGeom>
              <a:rect b="b" l="l" r="r" t="t"/>
              <a:pathLst>
                <a:path extrusionOk="0" h="1085" w="1165">
                  <a:moveTo>
                    <a:pt x="643" y="0"/>
                  </a:moveTo>
                  <a:lnTo>
                    <a:pt x="0" y="563"/>
                  </a:lnTo>
                  <a:lnTo>
                    <a:pt x="443" y="911"/>
                  </a:lnTo>
                  <a:lnTo>
                    <a:pt x="443" y="911"/>
                  </a:lnTo>
                  <a:lnTo>
                    <a:pt x="1165" y="462"/>
                  </a:lnTo>
                  <a:lnTo>
                    <a:pt x="643" y="0"/>
                  </a:lnTo>
                  <a:close/>
                  <a:moveTo>
                    <a:pt x="443" y="911"/>
                  </a:moveTo>
                  <a:lnTo>
                    <a:pt x="422" y="924"/>
                  </a:lnTo>
                  <a:lnTo>
                    <a:pt x="663" y="1085"/>
                  </a:lnTo>
                  <a:lnTo>
                    <a:pt x="443" y="9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9" name="Google Shape;5719;p70"/>
          <p:cNvSpPr/>
          <p:nvPr/>
        </p:nvSpPr>
        <p:spPr>
          <a:xfrm>
            <a:off x="691750" y="2573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0" name="Google Shape;5720;p70"/>
          <p:cNvSpPr/>
          <p:nvPr/>
        </p:nvSpPr>
        <p:spPr>
          <a:xfrm>
            <a:off x="691763" y="78907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1" name="Google Shape;5721;p70"/>
          <p:cNvSpPr/>
          <p:nvPr/>
        </p:nvSpPr>
        <p:spPr>
          <a:xfrm>
            <a:off x="8123913" y="3886022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2" name="Google Shape;5722;p70"/>
          <p:cNvSpPr/>
          <p:nvPr/>
        </p:nvSpPr>
        <p:spPr>
          <a:xfrm>
            <a:off x="8123925" y="4417747"/>
            <a:ext cx="457237" cy="429412"/>
          </a:xfrm>
          <a:custGeom>
            <a:rect b="b" l="l" r="r" t="t"/>
            <a:pathLst>
              <a:path extrusionOk="0" h="92099" w="98067">
                <a:moveTo>
                  <a:pt x="49019" y="0"/>
                </a:moveTo>
                <a:lnTo>
                  <a:pt x="48824" y="1171"/>
                </a:lnTo>
                <a:lnTo>
                  <a:pt x="48629" y="2064"/>
                </a:lnTo>
                <a:lnTo>
                  <a:pt x="48378" y="3151"/>
                </a:lnTo>
                <a:lnTo>
                  <a:pt x="48071" y="4434"/>
                </a:lnTo>
                <a:lnTo>
                  <a:pt x="47709" y="5884"/>
                </a:lnTo>
                <a:lnTo>
                  <a:pt x="47263" y="7501"/>
                </a:lnTo>
                <a:lnTo>
                  <a:pt x="46733" y="9230"/>
                </a:lnTo>
                <a:lnTo>
                  <a:pt x="46119" y="11070"/>
                </a:lnTo>
                <a:lnTo>
                  <a:pt x="45422" y="13050"/>
                </a:lnTo>
                <a:lnTo>
                  <a:pt x="44641" y="15085"/>
                </a:lnTo>
                <a:lnTo>
                  <a:pt x="43777" y="17177"/>
                </a:lnTo>
                <a:lnTo>
                  <a:pt x="43303" y="18264"/>
                </a:lnTo>
                <a:lnTo>
                  <a:pt x="42801" y="19351"/>
                </a:lnTo>
                <a:lnTo>
                  <a:pt x="42271" y="20439"/>
                </a:lnTo>
                <a:lnTo>
                  <a:pt x="41742" y="21554"/>
                </a:lnTo>
                <a:lnTo>
                  <a:pt x="41156" y="22670"/>
                </a:lnTo>
                <a:lnTo>
                  <a:pt x="40543" y="23785"/>
                </a:lnTo>
                <a:lnTo>
                  <a:pt x="39929" y="24900"/>
                </a:lnTo>
                <a:lnTo>
                  <a:pt x="39260" y="25988"/>
                </a:lnTo>
                <a:lnTo>
                  <a:pt x="38563" y="27103"/>
                </a:lnTo>
                <a:lnTo>
                  <a:pt x="37838" y="28218"/>
                </a:lnTo>
                <a:lnTo>
                  <a:pt x="37113" y="29306"/>
                </a:lnTo>
                <a:lnTo>
                  <a:pt x="36332" y="30421"/>
                </a:lnTo>
                <a:lnTo>
                  <a:pt x="35524" y="31481"/>
                </a:lnTo>
                <a:lnTo>
                  <a:pt x="34687" y="32568"/>
                </a:lnTo>
                <a:lnTo>
                  <a:pt x="33795" y="33600"/>
                </a:lnTo>
                <a:lnTo>
                  <a:pt x="32903" y="34659"/>
                </a:lnTo>
                <a:lnTo>
                  <a:pt x="31954" y="35663"/>
                </a:lnTo>
                <a:lnTo>
                  <a:pt x="30979" y="36667"/>
                </a:lnTo>
                <a:lnTo>
                  <a:pt x="29975" y="37643"/>
                </a:lnTo>
                <a:lnTo>
                  <a:pt x="28943" y="38591"/>
                </a:lnTo>
                <a:lnTo>
                  <a:pt x="27856" y="39511"/>
                </a:lnTo>
                <a:lnTo>
                  <a:pt x="26740" y="40403"/>
                </a:lnTo>
                <a:lnTo>
                  <a:pt x="25597" y="41268"/>
                </a:lnTo>
                <a:lnTo>
                  <a:pt x="24426" y="42104"/>
                </a:lnTo>
                <a:lnTo>
                  <a:pt x="23199" y="42885"/>
                </a:lnTo>
                <a:lnTo>
                  <a:pt x="21944" y="43638"/>
                </a:lnTo>
                <a:lnTo>
                  <a:pt x="20634" y="44363"/>
                </a:lnTo>
                <a:lnTo>
                  <a:pt x="19295" y="45060"/>
                </a:lnTo>
                <a:lnTo>
                  <a:pt x="17929" y="45673"/>
                </a:lnTo>
                <a:lnTo>
                  <a:pt x="16507" y="46287"/>
                </a:lnTo>
                <a:lnTo>
                  <a:pt x="15057" y="46816"/>
                </a:lnTo>
                <a:lnTo>
                  <a:pt x="13551" y="47318"/>
                </a:lnTo>
                <a:lnTo>
                  <a:pt x="12018" y="47765"/>
                </a:lnTo>
                <a:lnTo>
                  <a:pt x="10428" y="48155"/>
                </a:lnTo>
                <a:lnTo>
                  <a:pt x="8811" y="48489"/>
                </a:lnTo>
                <a:lnTo>
                  <a:pt x="7138" y="48768"/>
                </a:lnTo>
                <a:lnTo>
                  <a:pt x="5409" y="48991"/>
                </a:lnTo>
                <a:lnTo>
                  <a:pt x="3653" y="49159"/>
                </a:lnTo>
                <a:lnTo>
                  <a:pt x="1868" y="49242"/>
                </a:lnTo>
                <a:lnTo>
                  <a:pt x="948" y="49270"/>
                </a:lnTo>
                <a:lnTo>
                  <a:pt x="0" y="49298"/>
                </a:lnTo>
                <a:lnTo>
                  <a:pt x="474" y="49438"/>
                </a:lnTo>
                <a:lnTo>
                  <a:pt x="1840" y="49856"/>
                </a:lnTo>
                <a:lnTo>
                  <a:pt x="3959" y="50581"/>
                </a:lnTo>
                <a:lnTo>
                  <a:pt x="5270" y="51055"/>
                </a:lnTo>
                <a:lnTo>
                  <a:pt x="6720" y="51585"/>
                </a:lnTo>
                <a:lnTo>
                  <a:pt x="8309" y="52226"/>
                </a:lnTo>
                <a:lnTo>
                  <a:pt x="10010" y="52951"/>
                </a:lnTo>
                <a:lnTo>
                  <a:pt x="11823" y="53732"/>
                </a:lnTo>
                <a:lnTo>
                  <a:pt x="13719" y="54624"/>
                </a:lnTo>
                <a:lnTo>
                  <a:pt x="15698" y="55600"/>
                </a:lnTo>
                <a:lnTo>
                  <a:pt x="17762" y="56631"/>
                </a:lnTo>
                <a:lnTo>
                  <a:pt x="19853" y="57775"/>
                </a:lnTo>
                <a:lnTo>
                  <a:pt x="21972" y="59001"/>
                </a:lnTo>
                <a:lnTo>
                  <a:pt x="23032" y="59671"/>
                </a:lnTo>
                <a:lnTo>
                  <a:pt x="24119" y="60340"/>
                </a:lnTo>
                <a:lnTo>
                  <a:pt x="25179" y="61037"/>
                </a:lnTo>
                <a:lnTo>
                  <a:pt x="26266" y="61762"/>
                </a:lnTo>
                <a:lnTo>
                  <a:pt x="27354" y="62487"/>
                </a:lnTo>
                <a:lnTo>
                  <a:pt x="28413" y="63268"/>
                </a:lnTo>
                <a:lnTo>
                  <a:pt x="29473" y="64048"/>
                </a:lnTo>
                <a:lnTo>
                  <a:pt x="30532" y="64857"/>
                </a:lnTo>
                <a:lnTo>
                  <a:pt x="31592" y="65693"/>
                </a:lnTo>
                <a:lnTo>
                  <a:pt x="32624" y="66558"/>
                </a:lnTo>
                <a:lnTo>
                  <a:pt x="33627" y="67450"/>
                </a:lnTo>
                <a:lnTo>
                  <a:pt x="34659" y="68370"/>
                </a:lnTo>
                <a:lnTo>
                  <a:pt x="35635" y="69290"/>
                </a:lnTo>
                <a:lnTo>
                  <a:pt x="36611" y="70266"/>
                </a:lnTo>
                <a:lnTo>
                  <a:pt x="37559" y="71242"/>
                </a:lnTo>
                <a:lnTo>
                  <a:pt x="38507" y="72274"/>
                </a:lnTo>
                <a:lnTo>
                  <a:pt x="39399" y="73306"/>
                </a:lnTo>
                <a:lnTo>
                  <a:pt x="40292" y="74365"/>
                </a:lnTo>
                <a:lnTo>
                  <a:pt x="41156" y="75453"/>
                </a:lnTo>
                <a:lnTo>
                  <a:pt x="41993" y="76568"/>
                </a:lnTo>
                <a:lnTo>
                  <a:pt x="42773" y="77711"/>
                </a:lnTo>
                <a:lnTo>
                  <a:pt x="43554" y="78882"/>
                </a:lnTo>
                <a:lnTo>
                  <a:pt x="44279" y="80081"/>
                </a:lnTo>
                <a:lnTo>
                  <a:pt x="44976" y="81308"/>
                </a:lnTo>
                <a:lnTo>
                  <a:pt x="45617" y="82563"/>
                </a:lnTo>
                <a:lnTo>
                  <a:pt x="46259" y="83846"/>
                </a:lnTo>
                <a:lnTo>
                  <a:pt x="46816" y="85156"/>
                </a:lnTo>
                <a:lnTo>
                  <a:pt x="47374" y="86494"/>
                </a:lnTo>
                <a:lnTo>
                  <a:pt x="47848" y="87833"/>
                </a:lnTo>
                <a:lnTo>
                  <a:pt x="48294" y="89227"/>
                </a:lnTo>
                <a:lnTo>
                  <a:pt x="48685" y="90649"/>
                </a:lnTo>
                <a:lnTo>
                  <a:pt x="49019" y="92099"/>
                </a:lnTo>
                <a:lnTo>
                  <a:pt x="49382" y="90649"/>
                </a:lnTo>
                <a:lnTo>
                  <a:pt x="49772" y="89227"/>
                </a:lnTo>
                <a:lnTo>
                  <a:pt x="50218" y="87833"/>
                </a:lnTo>
                <a:lnTo>
                  <a:pt x="50692" y="86494"/>
                </a:lnTo>
                <a:lnTo>
                  <a:pt x="51250" y="85156"/>
                </a:lnTo>
                <a:lnTo>
                  <a:pt x="51808" y="83846"/>
                </a:lnTo>
                <a:lnTo>
                  <a:pt x="52421" y="82563"/>
                </a:lnTo>
                <a:lnTo>
                  <a:pt x="53090" y="81308"/>
                </a:lnTo>
                <a:lnTo>
                  <a:pt x="53787" y="80081"/>
                </a:lnTo>
                <a:lnTo>
                  <a:pt x="54512" y="78882"/>
                </a:lnTo>
                <a:lnTo>
                  <a:pt x="55293" y="77711"/>
                </a:lnTo>
                <a:lnTo>
                  <a:pt x="56074" y="76568"/>
                </a:lnTo>
                <a:lnTo>
                  <a:pt x="56910" y="75453"/>
                </a:lnTo>
                <a:lnTo>
                  <a:pt x="57775" y="74365"/>
                </a:lnTo>
                <a:lnTo>
                  <a:pt x="58639" y="73306"/>
                </a:lnTo>
                <a:lnTo>
                  <a:pt x="59559" y="72274"/>
                </a:lnTo>
                <a:lnTo>
                  <a:pt x="60479" y="71242"/>
                </a:lnTo>
                <a:lnTo>
                  <a:pt x="61455" y="70266"/>
                </a:lnTo>
                <a:lnTo>
                  <a:pt x="62431" y="69290"/>
                </a:lnTo>
                <a:lnTo>
                  <a:pt x="63407" y="68370"/>
                </a:lnTo>
                <a:lnTo>
                  <a:pt x="64411" y="67450"/>
                </a:lnTo>
                <a:lnTo>
                  <a:pt x="65443" y="66558"/>
                </a:lnTo>
                <a:lnTo>
                  <a:pt x="66474" y="65693"/>
                </a:lnTo>
                <a:lnTo>
                  <a:pt x="67534" y="64857"/>
                </a:lnTo>
                <a:lnTo>
                  <a:pt x="68593" y="64048"/>
                </a:lnTo>
                <a:lnTo>
                  <a:pt x="69653" y="63268"/>
                </a:lnTo>
                <a:lnTo>
                  <a:pt x="70713" y="62487"/>
                </a:lnTo>
                <a:lnTo>
                  <a:pt x="71800" y="61762"/>
                </a:lnTo>
                <a:lnTo>
                  <a:pt x="72860" y="61037"/>
                </a:lnTo>
                <a:lnTo>
                  <a:pt x="73947" y="60340"/>
                </a:lnTo>
                <a:lnTo>
                  <a:pt x="75034" y="59671"/>
                </a:lnTo>
                <a:lnTo>
                  <a:pt x="76094" y="59001"/>
                </a:lnTo>
                <a:lnTo>
                  <a:pt x="78213" y="57775"/>
                </a:lnTo>
                <a:lnTo>
                  <a:pt x="80304" y="56631"/>
                </a:lnTo>
                <a:lnTo>
                  <a:pt x="82368" y="55600"/>
                </a:lnTo>
                <a:lnTo>
                  <a:pt x="84348" y="54624"/>
                </a:lnTo>
                <a:lnTo>
                  <a:pt x="86244" y="53732"/>
                </a:lnTo>
                <a:lnTo>
                  <a:pt x="88056" y="52951"/>
                </a:lnTo>
                <a:lnTo>
                  <a:pt x="89757" y="52226"/>
                </a:lnTo>
                <a:lnTo>
                  <a:pt x="91346" y="51585"/>
                </a:lnTo>
                <a:lnTo>
                  <a:pt x="92796" y="51055"/>
                </a:lnTo>
                <a:lnTo>
                  <a:pt x="94107" y="50581"/>
                </a:lnTo>
                <a:lnTo>
                  <a:pt x="96226" y="49856"/>
                </a:lnTo>
                <a:lnTo>
                  <a:pt x="97592" y="49438"/>
                </a:lnTo>
                <a:lnTo>
                  <a:pt x="98066" y="49298"/>
                </a:lnTo>
                <a:lnTo>
                  <a:pt x="97118" y="49270"/>
                </a:lnTo>
                <a:lnTo>
                  <a:pt x="96198" y="49242"/>
                </a:lnTo>
                <a:lnTo>
                  <a:pt x="94413" y="49159"/>
                </a:lnTo>
                <a:lnTo>
                  <a:pt x="92657" y="48991"/>
                </a:lnTo>
                <a:lnTo>
                  <a:pt x="90928" y="48768"/>
                </a:lnTo>
                <a:lnTo>
                  <a:pt x="89255" y="48489"/>
                </a:lnTo>
                <a:lnTo>
                  <a:pt x="87638" y="48155"/>
                </a:lnTo>
                <a:lnTo>
                  <a:pt x="86048" y="47765"/>
                </a:lnTo>
                <a:lnTo>
                  <a:pt x="84515" y="47318"/>
                </a:lnTo>
                <a:lnTo>
                  <a:pt x="83009" y="46816"/>
                </a:lnTo>
                <a:lnTo>
                  <a:pt x="81559" y="46287"/>
                </a:lnTo>
                <a:lnTo>
                  <a:pt x="80137" y="45673"/>
                </a:lnTo>
                <a:lnTo>
                  <a:pt x="78771" y="45060"/>
                </a:lnTo>
                <a:lnTo>
                  <a:pt x="77432" y="44363"/>
                </a:lnTo>
                <a:lnTo>
                  <a:pt x="76122" y="43638"/>
                </a:lnTo>
                <a:lnTo>
                  <a:pt x="74867" y="42885"/>
                </a:lnTo>
                <a:lnTo>
                  <a:pt x="73640" y="42104"/>
                </a:lnTo>
                <a:lnTo>
                  <a:pt x="72469" y="41268"/>
                </a:lnTo>
                <a:lnTo>
                  <a:pt x="71298" y="40403"/>
                </a:lnTo>
                <a:lnTo>
                  <a:pt x="70211" y="39511"/>
                </a:lnTo>
                <a:lnTo>
                  <a:pt x="69123" y="38591"/>
                </a:lnTo>
                <a:lnTo>
                  <a:pt x="68091" y="37643"/>
                </a:lnTo>
                <a:lnTo>
                  <a:pt x="67088" y="36667"/>
                </a:lnTo>
                <a:lnTo>
                  <a:pt x="66112" y="35663"/>
                </a:lnTo>
                <a:lnTo>
                  <a:pt x="65164" y="34659"/>
                </a:lnTo>
                <a:lnTo>
                  <a:pt x="64271" y="33600"/>
                </a:lnTo>
                <a:lnTo>
                  <a:pt x="63379" y="32568"/>
                </a:lnTo>
                <a:lnTo>
                  <a:pt x="62543" y="31481"/>
                </a:lnTo>
                <a:lnTo>
                  <a:pt x="61734" y="30421"/>
                </a:lnTo>
                <a:lnTo>
                  <a:pt x="60953" y="29306"/>
                </a:lnTo>
                <a:lnTo>
                  <a:pt x="60200" y="28218"/>
                </a:lnTo>
                <a:lnTo>
                  <a:pt x="59503" y="27103"/>
                </a:lnTo>
                <a:lnTo>
                  <a:pt x="58806" y="25988"/>
                </a:lnTo>
                <a:lnTo>
                  <a:pt x="58137" y="24900"/>
                </a:lnTo>
                <a:lnTo>
                  <a:pt x="57524" y="23785"/>
                </a:lnTo>
                <a:lnTo>
                  <a:pt x="56910" y="22670"/>
                </a:lnTo>
                <a:lnTo>
                  <a:pt x="56325" y="21554"/>
                </a:lnTo>
                <a:lnTo>
                  <a:pt x="55795" y="20439"/>
                </a:lnTo>
                <a:lnTo>
                  <a:pt x="55265" y="19351"/>
                </a:lnTo>
                <a:lnTo>
                  <a:pt x="54763" y="18264"/>
                </a:lnTo>
                <a:lnTo>
                  <a:pt x="54289" y="17177"/>
                </a:lnTo>
                <a:lnTo>
                  <a:pt x="53425" y="15085"/>
                </a:lnTo>
                <a:lnTo>
                  <a:pt x="52644" y="13050"/>
                </a:lnTo>
                <a:lnTo>
                  <a:pt x="51947" y="11070"/>
                </a:lnTo>
                <a:lnTo>
                  <a:pt x="51334" y="9230"/>
                </a:lnTo>
                <a:lnTo>
                  <a:pt x="50804" y="7501"/>
                </a:lnTo>
                <a:lnTo>
                  <a:pt x="50358" y="5884"/>
                </a:lnTo>
                <a:lnTo>
                  <a:pt x="49995" y="4434"/>
                </a:lnTo>
                <a:lnTo>
                  <a:pt x="49688" y="3151"/>
                </a:lnTo>
                <a:lnTo>
                  <a:pt x="49437" y="2064"/>
                </a:lnTo>
                <a:lnTo>
                  <a:pt x="49242" y="1171"/>
                </a:lnTo>
                <a:lnTo>
                  <a:pt x="4901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3" name="Google Shape;5723;p70"/>
          <p:cNvSpPr/>
          <p:nvPr/>
        </p:nvSpPr>
        <p:spPr>
          <a:xfrm>
            <a:off x="1012297" y="1920378"/>
            <a:ext cx="429300" cy="4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4" name="Google Shape;5724;p70"/>
          <p:cNvSpPr/>
          <p:nvPr/>
        </p:nvSpPr>
        <p:spPr>
          <a:xfrm flipH="1">
            <a:off x="-858733" y="1586481"/>
            <a:ext cx="2383952" cy="1642730"/>
          </a:xfrm>
          <a:custGeom>
            <a:rect b="b" l="l" r="r" t="t"/>
            <a:pathLst>
              <a:path extrusionOk="0" h="29383" w="42641">
                <a:moveTo>
                  <a:pt x="9364" y="81"/>
                </a:moveTo>
                <a:lnTo>
                  <a:pt x="10796" y="141"/>
                </a:lnTo>
                <a:lnTo>
                  <a:pt x="12209" y="222"/>
                </a:lnTo>
                <a:lnTo>
                  <a:pt x="13642" y="363"/>
                </a:lnTo>
                <a:lnTo>
                  <a:pt x="15054" y="505"/>
                </a:lnTo>
                <a:lnTo>
                  <a:pt x="16467" y="706"/>
                </a:lnTo>
                <a:lnTo>
                  <a:pt x="17880" y="928"/>
                </a:lnTo>
                <a:lnTo>
                  <a:pt x="19292" y="1191"/>
                </a:lnTo>
                <a:lnTo>
                  <a:pt x="20685" y="1494"/>
                </a:lnTo>
                <a:lnTo>
                  <a:pt x="22077" y="1816"/>
                </a:lnTo>
                <a:lnTo>
                  <a:pt x="23469" y="2180"/>
                </a:lnTo>
                <a:lnTo>
                  <a:pt x="24842" y="2563"/>
                </a:lnTo>
                <a:lnTo>
                  <a:pt x="26194" y="2987"/>
                </a:lnTo>
                <a:lnTo>
                  <a:pt x="27546" y="3451"/>
                </a:lnTo>
                <a:lnTo>
                  <a:pt x="28878" y="3935"/>
                </a:lnTo>
                <a:lnTo>
                  <a:pt x="30210" y="4460"/>
                </a:lnTo>
                <a:lnTo>
                  <a:pt x="31340" y="4944"/>
                </a:lnTo>
                <a:lnTo>
                  <a:pt x="32409" y="5429"/>
                </a:lnTo>
                <a:lnTo>
                  <a:pt x="33418" y="5933"/>
                </a:lnTo>
                <a:lnTo>
                  <a:pt x="34346" y="6438"/>
                </a:lnTo>
                <a:lnTo>
                  <a:pt x="35234" y="6962"/>
                </a:lnTo>
                <a:lnTo>
                  <a:pt x="36062" y="7487"/>
                </a:lnTo>
                <a:lnTo>
                  <a:pt x="36829" y="8032"/>
                </a:lnTo>
                <a:lnTo>
                  <a:pt x="37555" y="8597"/>
                </a:lnTo>
                <a:lnTo>
                  <a:pt x="37979" y="8960"/>
                </a:lnTo>
                <a:lnTo>
                  <a:pt x="38403" y="9344"/>
                </a:lnTo>
                <a:lnTo>
                  <a:pt x="38806" y="9727"/>
                </a:lnTo>
                <a:lnTo>
                  <a:pt x="39190" y="10131"/>
                </a:lnTo>
                <a:lnTo>
                  <a:pt x="39573" y="10534"/>
                </a:lnTo>
                <a:lnTo>
                  <a:pt x="39916" y="10938"/>
                </a:lnTo>
                <a:lnTo>
                  <a:pt x="40239" y="11362"/>
                </a:lnTo>
                <a:lnTo>
                  <a:pt x="40562" y="11785"/>
                </a:lnTo>
                <a:lnTo>
                  <a:pt x="40844" y="12209"/>
                </a:lnTo>
                <a:lnTo>
                  <a:pt x="41127" y="12653"/>
                </a:lnTo>
                <a:lnTo>
                  <a:pt x="41369" y="13097"/>
                </a:lnTo>
                <a:lnTo>
                  <a:pt x="41611" y="13541"/>
                </a:lnTo>
                <a:lnTo>
                  <a:pt x="41813" y="14005"/>
                </a:lnTo>
                <a:lnTo>
                  <a:pt x="42015" y="14469"/>
                </a:lnTo>
                <a:lnTo>
                  <a:pt x="42176" y="14913"/>
                </a:lnTo>
                <a:lnTo>
                  <a:pt x="42338" y="15398"/>
                </a:lnTo>
                <a:lnTo>
                  <a:pt x="42459" y="15862"/>
                </a:lnTo>
                <a:lnTo>
                  <a:pt x="42499" y="16104"/>
                </a:lnTo>
                <a:lnTo>
                  <a:pt x="42540" y="16366"/>
                </a:lnTo>
                <a:lnTo>
                  <a:pt x="42560" y="16608"/>
                </a:lnTo>
                <a:lnTo>
                  <a:pt x="42560" y="16851"/>
                </a:lnTo>
                <a:lnTo>
                  <a:pt x="42540" y="17113"/>
                </a:lnTo>
                <a:lnTo>
                  <a:pt x="42519" y="17355"/>
                </a:lnTo>
                <a:lnTo>
                  <a:pt x="42479" y="17577"/>
                </a:lnTo>
                <a:lnTo>
                  <a:pt x="42418" y="17799"/>
                </a:lnTo>
                <a:lnTo>
                  <a:pt x="42338" y="18021"/>
                </a:lnTo>
                <a:lnTo>
                  <a:pt x="42217" y="18223"/>
                </a:lnTo>
                <a:lnTo>
                  <a:pt x="42096" y="18404"/>
                </a:lnTo>
                <a:lnTo>
                  <a:pt x="41954" y="18566"/>
                </a:lnTo>
                <a:lnTo>
                  <a:pt x="41773" y="18707"/>
                </a:lnTo>
                <a:lnTo>
                  <a:pt x="41571" y="18848"/>
                </a:lnTo>
                <a:lnTo>
                  <a:pt x="41409" y="18909"/>
                </a:lnTo>
                <a:lnTo>
                  <a:pt x="41228" y="18969"/>
                </a:lnTo>
                <a:lnTo>
                  <a:pt x="41046" y="19010"/>
                </a:lnTo>
                <a:lnTo>
                  <a:pt x="40865" y="19050"/>
                </a:lnTo>
                <a:lnTo>
                  <a:pt x="40461" y="19070"/>
                </a:lnTo>
                <a:lnTo>
                  <a:pt x="40057" y="19070"/>
                </a:lnTo>
                <a:lnTo>
                  <a:pt x="38948" y="19050"/>
                </a:lnTo>
                <a:lnTo>
                  <a:pt x="37838" y="19010"/>
                </a:lnTo>
                <a:lnTo>
                  <a:pt x="35618" y="18909"/>
                </a:lnTo>
                <a:lnTo>
                  <a:pt x="33398" y="18788"/>
                </a:lnTo>
                <a:lnTo>
                  <a:pt x="31198" y="18626"/>
                </a:lnTo>
                <a:lnTo>
                  <a:pt x="28918" y="18485"/>
                </a:lnTo>
                <a:lnTo>
                  <a:pt x="26597" y="18344"/>
                </a:lnTo>
                <a:lnTo>
                  <a:pt x="24277" y="18243"/>
                </a:lnTo>
                <a:lnTo>
                  <a:pt x="23126" y="18223"/>
                </a:lnTo>
                <a:lnTo>
                  <a:pt x="21956" y="18203"/>
                </a:lnTo>
                <a:lnTo>
                  <a:pt x="20806" y="18182"/>
                </a:lnTo>
                <a:lnTo>
                  <a:pt x="19635" y="18203"/>
                </a:lnTo>
                <a:lnTo>
                  <a:pt x="18465" y="18243"/>
                </a:lnTo>
                <a:lnTo>
                  <a:pt x="17315" y="18304"/>
                </a:lnTo>
                <a:lnTo>
                  <a:pt x="16164" y="18384"/>
                </a:lnTo>
                <a:lnTo>
                  <a:pt x="14994" y="18485"/>
                </a:lnTo>
                <a:lnTo>
                  <a:pt x="13844" y="18626"/>
                </a:lnTo>
                <a:lnTo>
                  <a:pt x="12693" y="18788"/>
                </a:lnTo>
                <a:lnTo>
                  <a:pt x="12007" y="18909"/>
                </a:lnTo>
                <a:lnTo>
                  <a:pt x="11321" y="19050"/>
                </a:lnTo>
                <a:lnTo>
                  <a:pt x="10615" y="19232"/>
                </a:lnTo>
                <a:lnTo>
                  <a:pt x="10272" y="19333"/>
                </a:lnTo>
                <a:lnTo>
                  <a:pt x="9929" y="19454"/>
                </a:lnTo>
                <a:lnTo>
                  <a:pt x="9586" y="19595"/>
                </a:lnTo>
                <a:lnTo>
                  <a:pt x="9263" y="19736"/>
                </a:lnTo>
                <a:lnTo>
                  <a:pt x="8940" y="19898"/>
                </a:lnTo>
                <a:lnTo>
                  <a:pt x="8617" y="20059"/>
                </a:lnTo>
                <a:lnTo>
                  <a:pt x="8314" y="20261"/>
                </a:lnTo>
                <a:lnTo>
                  <a:pt x="8032" y="20463"/>
                </a:lnTo>
                <a:lnTo>
                  <a:pt x="7749" y="20705"/>
                </a:lnTo>
                <a:lnTo>
                  <a:pt x="7487" y="20947"/>
                </a:lnTo>
                <a:lnTo>
                  <a:pt x="7245" y="21230"/>
                </a:lnTo>
                <a:lnTo>
                  <a:pt x="7003" y="21512"/>
                </a:lnTo>
                <a:lnTo>
                  <a:pt x="6801" y="21815"/>
                </a:lnTo>
                <a:lnTo>
                  <a:pt x="6619" y="22118"/>
                </a:lnTo>
                <a:lnTo>
                  <a:pt x="6458" y="22440"/>
                </a:lnTo>
                <a:lnTo>
                  <a:pt x="6316" y="22763"/>
                </a:lnTo>
                <a:lnTo>
                  <a:pt x="6195" y="23086"/>
                </a:lnTo>
                <a:lnTo>
                  <a:pt x="6094" y="23429"/>
                </a:lnTo>
                <a:lnTo>
                  <a:pt x="5994" y="23752"/>
                </a:lnTo>
                <a:lnTo>
                  <a:pt x="5913" y="24075"/>
                </a:lnTo>
                <a:lnTo>
                  <a:pt x="5792" y="24701"/>
                </a:lnTo>
                <a:lnTo>
                  <a:pt x="5711" y="25306"/>
                </a:lnTo>
                <a:lnTo>
                  <a:pt x="5650" y="25871"/>
                </a:lnTo>
                <a:lnTo>
                  <a:pt x="5650" y="26154"/>
                </a:lnTo>
                <a:lnTo>
                  <a:pt x="5650" y="26497"/>
                </a:lnTo>
                <a:lnTo>
                  <a:pt x="5650" y="27243"/>
                </a:lnTo>
                <a:lnTo>
                  <a:pt x="5630" y="27627"/>
                </a:lnTo>
                <a:lnTo>
                  <a:pt x="5610" y="28010"/>
                </a:lnTo>
                <a:lnTo>
                  <a:pt x="5529" y="28373"/>
                </a:lnTo>
                <a:lnTo>
                  <a:pt x="5489" y="28555"/>
                </a:lnTo>
                <a:lnTo>
                  <a:pt x="5428" y="28696"/>
                </a:lnTo>
                <a:lnTo>
                  <a:pt x="5368" y="28838"/>
                </a:lnTo>
                <a:lnTo>
                  <a:pt x="5287" y="28979"/>
                </a:lnTo>
                <a:lnTo>
                  <a:pt x="5206" y="29080"/>
                </a:lnTo>
                <a:lnTo>
                  <a:pt x="5106" y="29181"/>
                </a:lnTo>
                <a:lnTo>
                  <a:pt x="5005" y="29221"/>
                </a:lnTo>
                <a:lnTo>
                  <a:pt x="4904" y="29261"/>
                </a:lnTo>
                <a:lnTo>
                  <a:pt x="4803" y="29281"/>
                </a:lnTo>
                <a:lnTo>
                  <a:pt x="4702" y="29302"/>
                </a:lnTo>
                <a:lnTo>
                  <a:pt x="4581" y="29302"/>
                </a:lnTo>
                <a:lnTo>
                  <a:pt x="4440" y="29281"/>
                </a:lnTo>
                <a:lnTo>
                  <a:pt x="4177" y="29201"/>
                </a:lnTo>
                <a:lnTo>
                  <a:pt x="3955" y="29100"/>
                </a:lnTo>
                <a:lnTo>
                  <a:pt x="3774" y="28959"/>
                </a:lnTo>
                <a:lnTo>
                  <a:pt x="3592" y="28797"/>
                </a:lnTo>
                <a:lnTo>
                  <a:pt x="3451" y="28616"/>
                </a:lnTo>
                <a:lnTo>
                  <a:pt x="3310" y="28414"/>
                </a:lnTo>
                <a:lnTo>
                  <a:pt x="3188" y="28192"/>
                </a:lnTo>
                <a:lnTo>
                  <a:pt x="2946" y="27728"/>
                </a:lnTo>
                <a:lnTo>
                  <a:pt x="2523" y="26678"/>
                </a:lnTo>
                <a:lnTo>
                  <a:pt x="2119" y="25629"/>
                </a:lnTo>
                <a:lnTo>
                  <a:pt x="1756" y="24539"/>
                </a:lnTo>
                <a:lnTo>
                  <a:pt x="1433" y="23429"/>
                </a:lnTo>
                <a:lnTo>
                  <a:pt x="1130" y="22279"/>
                </a:lnTo>
                <a:lnTo>
                  <a:pt x="868" y="21129"/>
                </a:lnTo>
                <a:lnTo>
                  <a:pt x="646" y="19938"/>
                </a:lnTo>
                <a:lnTo>
                  <a:pt x="464" y="18707"/>
                </a:lnTo>
                <a:lnTo>
                  <a:pt x="323" y="17476"/>
                </a:lnTo>
                <a:lnTo>
                  <a:pt x="202" y="16205"/>
                </a:lnTo>
                <a:lnTo>
                  <a:pt x="141" y="14913"/>
                </a:lnTo>
                <a:lnTo>
                  <a:pt x="101" y="13602"/>
                </a:lnTo>
                <a:lnTo>
                  <a:pt x="81" y="12250"/>
                </a:lnTo>
                <a:lnTo>
                  <a:pt x="121" y="10897"/>
                </a:lnTo>
                <a:lnTo>
                  <a:pt x="202" y="9505"/>
                </a:lnTo>
                <a:lnTo>
                  <a:pt x="303" y="8092"/>
                </a:lnTo>
                <a:lnTo>
                  <a:pt x="404" y="7144"/>
                </a:lnTo>
                <a:lnTo>
                  <a:pt x="464" y="6639"/>
                </a:lnTo>
                <a:lnTo>
                  <a:pt x="545" y="6135"/>
                </a:lnTo>
                <a:lnTo>
                  <a:pt x="646" y="5630"/>
                </a:lnTo>
                <a:lnTo>
                  <a:pt x="767" y="5106"/>
                </a:lnTo>
                <a:lnTo>
                  <a:pt x="928" y="4601"/>
                </a:lnTo>
                <a:lnTo>
                  <a:pt x="1090" y="4097"/>
                </a:lnTo>
                <a:lnTo>
                  <a:pt x="1292" y="3612"/>
                </a:lnTo>
                <a:lnTo>
                  <a:pt x="1514" y="3128"/>
                </a:lnTo>
                <a:lnTo>
                  <a:pt x="1776" y="2684"/>
                </a:lnTo>
                <a:lnTo>
                  <a:pt x="2058" y="2240"/>
                </a:lnTo>
                <a:lnTo>
                  <a:pt x="2220" y="2038"/>
                </a:lnTo>
                <a:lnTo>
                  <a:pt x="2381" y="1837"/>
                </a:lnTo>
                <a:lnTo>
                  <a:pt x="2563" y="1655"/>
                </a:lnTo>
                <a:lnTo>
                  <a:pt x="2765" y="1473"/>
                </a:lnTo>
                <a:lnTo>
                  <a:pt x="2967" y="1312"/>
                </a:lnTo>
                <a:lnTo>
                  <a:pt x="3168" y="1150"/>
                </a:lnTo>
                <a:lnTo>
                  <a:pt x="3390" y="989"/>
                </a:lnTo>
                <a:lnTo>
                  <a:pt x="3612" y="848"/>
                </a:lnTo>
                <a:lnTo>
                  <a:pt x="3854" y="727"/>
                </a:lnTo>
                <a:lnTo>
                  <a:pt x="4117" y="626"/>
                </a:lnTo>
                <a:lnTo>
                  <a:pt x="4359" y="525"/>
                </a:lnTo>
                <a:lnTo>
                  <a:pt x="4621" y="424"/>
                </a:lnTo>
                <a:lnTo>
                  <a:pt x="5146" y="303"/>
                </a:lnTo>
                <a:lnTo>
                  <a:pt x="5691" y="202"/>
                </a:lnTo>
                <a:lnTo>
                  <a:pt x="6236" y="141"/>
                </a:lnTo>
                <a:lnTo>
                  <a:pt x="6760" y="101"/>
                </a:lnTo>
                <a:lnTo>
                  <a:pt x="7305" y="81"/>
                </a:lnTo>
                <a:close/>
                <a:moveTo>
                  <a:pt x="7305" y="0"/>
                </a:moveTo>
                <a:lnTo>
                  <a:pt x="6760" y="20"/>
                </a:lnTo>
                <a:lnTo>
                  <a:pt x="6215" y="61"/>
                </a:lnTo>
                <a:lnTo>
                  <a:pt x="5671" y="121"/>
                </a:lnTo>
                <a:lnTo>
                  <a:pt x="5126" y="222"/>
                </a:lnTo>
                <a:lnTo>
                  <a:pt x="4601" y="363"/>
                </a:lnTo>
                <a:lnTo>
                  <a:pt x="4339" y="444"/>
                </a:lnTo>
                <a:lnTo>
                  <a:pt x="4076" y="545"/>
                </a:lnTo>
                <a:lnTo>
                  <a:pt x="3834" y="666"/>
                </a:lnTo>
                <a:lnTo>
                  <a:pt x="3572" y="787"/>
                </a:lnTo>
                <a:lnTo>
                  <a:pt x="3350" y="928"/>
                </a:lnTo>
                <a:lnTo>
                  <a:pt x="3128" y="1070"/>
                </a:lnTo>
                <a:lnTo>
                  <a:pt x="2906" y="1231"/>
                </a:lnTo>
                <a:lnTo>
                  <a:pt x="2704" y="1413"/>
                </a:lnTo>
                <a:lnTo>
                  <a:pt x="2523" y="1594"/>
                </a:lnTo>
                <a:lnTo>
                  <a:pt x="2341" y="1776"/>
                </a:lnTo>
                <a:lnTo>
                  <a:pt x="2159" y="1978"/>
                </a:lnTo>
                <a:lnTo>
                  <a:pt x="1998" y="2200"/>
                </a:lnTo>
                <a:lnTo>
                  <a:pt x="1695" y="2624"/>
                </a:lnTo>
                <a:lnTo>
                  <a:pt x="1453" y="3088"/>
                </a:lnTo>
                <a:lnTo>
                  <a:pt x="1211" y="3572"/>
                </a:lnTo>
                <a:lnTo>
                  <a:pt x="1009" y="4056"/>
                </a:lnTo>
                <a:lnTo>
                  <a:pt x="848" y="4561"/>
                </a:lnTo>
                <a:lnTo>
                  <a:pt x="706" y="5086"/>
                </a:lnTo>
                <a:lnTo>
                  <a:pt x="585" y="5590"/>
                </a:lnTo>
                <a:lnTo>
                  <a:pt x="464" y="6115"/>
                </a:lnTo>
                <a:lnTo>
                  <a:pt x="383" y="6619"/>
                </a:lnTo>
                <a:lnTo>
                  <a:pt x="323" y="7124"/>
                </a:lnTo>
                <a:lnTo>
                  <a:pt x="222" y="8092"/>
                </a:lnTo>
                <a:lnTo>
                  <a:pt x="121" y="9505"/>
                </a:lnTo>
                <a:lnTo>
                  <a:pt x="40" y="10897"/>
                </a:lnTo>
                <a:lnTo>
                  <a:pt x="0" y="12250"/>
                </a:lnTo>
                <a:lnTo>
                  <a:pt x="20" y="13602"/>
                </a:lnTo>
                <a:lnTo>
                  <a:pt x="61" y="14913"/>
                </a:lnTo>
                <a:lnTo>
                  <a:pt x="121" y="16205"/>
                </a:lnTo>
                <a:lnTo>
                  <a:pt x="242" y="17476"/>
                </a:lnTo>
                <a:lnTo>
                  <a:pt x="383" y="18727"/>
                </a:lnTo>
                <a:lnTo>
                  <a:pt x="565" y="19938"/>
                </a:lnTo>
                <a:lnTo>
                  <a:pt x="787" y="21149"/>
                </a:lnTo>
                <a:lnTo>
                  <a:pt x="1049" y="22319"/>
                </a:lnTo>
                <a:lnTo>
                  <a:pt x="1352" y="23449"/>
                </a:lnTo>
                <a:lnTo>
                  <a:pt x="1675" y="24559"/>
                </a:lnTo>
                <a:lnTo>
                  <a:pt x="2038" y="25649"/>
                </a:lnTo>
                <a:lnTo>
                  <a:pt x="2442" y="26719"/>
                </a:lnTo>
                <a:lnTo>
                  <a:pt x="2886" y="27748"/>
                </a:lnTo>
                <a:lnTo>
                  <a:pt x="3108" y="28232"/>
                </a:lnTo>
                <a:lnTo>
                  <a:pt x="3249" y="28454"/>
                </a:lnTo>
                <a:lnTo>
                  <a:pt x="3390" y="28676"/>
                </a:lnTo>
                <a:lnTo>
                  <a:pt x="3552" y="28858"/>
                </a:lnTo>
                <a:lnTo>
                  <a:pt x="3733" y="29019"/>
                </a:lnTo>
                <a:lnTo>
                  <a:pt x="3915" y="29160"/>
                </a:lnTo>
                <a:lnTo>
                  <a:pt x="4137" y="29261"/>
                </a:lnTo>
                <a:lnTo>
                  <a:pt x="4419" y="29362"/>
                </a:lnTo>
                <a:lnTo>
                  <a:pt x="4541" y="29382"/>
                </a:lnTo>
                <a:lnTo>
                  <a:pt x="4662" y="29382"/>
                </a:lnTo>
                <a:lnTo>
                  <a:pt x="4803" y="29362"/>
                </a:lnTo>
                <a:lnTo>
                  <a:pt x="4924" y="29342"/>
                </a:lnTo>
                <a:lnTo>
                  <a:pt x="5045" y="29302"/>
                </a:lnTo>
                <a:lnTo>
                  <a:pt x="5146" y="29241"/>
                </a:lnTo>
                <a:lnTo>
                  <a:pt x="5247" y="29140"/>
                </a:lnTo>
                <a:lnTo>
                  <a:pt x="5348" y="29039"/>
                </a:lnTo>
                <a:lnTo>
                  <a:pt x="5428" y="28898"/>
                </a:lnTo>
                <a:lnTo>
                  <a:pt x="5509" y="28757"/>
                </a:lnTo>
                <a:lnTo>
                  <a:pt x="5570" y="28595"/>
                </a:lnTo>
                <a:lnTo>
                  <a:pt x="5610" y="28414"/>
                </a:lnTo>
                <a:lnTo>
                  <a:pt x="5671" y="28051"/>
                </a:lnTo>
                <a:lnTo>
                  <a:pt x="5711" y="27647"/>
                </a:lnTo>
                <a:lnTo>
                  <a:pt x="5731" y="27243"/>
                </a:lnTo>
                <a:lnTo>
                  <a:pt x="5731" y="26497"/>
                </a:lnTo>
                <a:lnTo>
                  <a:pt x="5731" y="26154"/>
                </a:lnTo>
                <a:lnTo>
                  <a:pt x="5731" y="25891"/>
                </a:lnTo>
                <a:lnTo>
                  <a:pt x="5792" y="25326"/>
                </a:lnTo>
                <a:lnTo>
                  <a:pt x="5872" y="24721"/>
                </a:lnTo>
                <a:lnTo>
                  <a:pt x="5994" y="24095"/>
                </a:lnTo>
                <a:lnTo>
                  <a:pt x="6074" y="23772"/>
                </a:lnTo>
                <a:lnTo>
                  <a:pt x="6155" y="23449"/>
                </a:lnTo>
                <a:lnTo>
                  <a:pt x="6276" y="23127"/>
                </a:lnTo>
                <a:lnTo>
                  <a:pt x="6397" y="22804"/>
                </a:lnTo>
                <a:lnTo>
                  <a:pt x="6538" y="22481"/>
                </a:lnTo>
                <a:lnTo>
                  <a:pt x="6700" y="22178"/>
                </a:lnTo>
                <a:lnTo>
                  <a:pt x="6881" y="21855"/>
                </a:lnTo>
                <a:lnTo>
                  <a:pt x="7083" y="21573"/>
                </a:lnTo>
                <a:lnTo>
                  <a:pt x="7305" y="21270"/>
                </a:lnTo>
                <a:lnTo>
                  <a:pt x="7547" y="21008"/>
                </a:lnTo>
                <a:lnTo>
                  <a:pt x="7810" y="20765"/>
                </a:lnTo>
                <a:lnTo>
                  <a:pt x="8092" y="20523"/>
                </a:lnTo>
                <a:lnTo>
                  <a:pt x="8375" y="20322"/>
                </a:lnTo>
                <a:lnTo>
                  <a:pt x="8677" y="20140"/>
                </a:lnTo>
                <a:lnTo>
                  <a:pt x="8980" y="19958"/>
                </a:lnTo>
                <a:lnTo>
                  <a:pt x="9303" y="19797"/>
                </a:lnTo>
                <a:lnTo>
                  <a:pt x="9626" y="19656"/>
                </a:lnTo>
                <a:lnTo>
                  <a:pt x="9969" y="19535"/>
                </a:lnTo>
                <a:lnTo>
                  <a:pt x="10292" y="19413"/>
                </a:lnTo>
                <a:lnTo>
                  <a:pt x="10635" y="19313"/>
                </a:lnTo>
                <a:lnTo>
                  <a:pt x="11341" y="19131"/>
                </a:lnTo>
                <a:lnTo>
                  <a:pt x="12027" y="18990"/>
                </a:lnTo>
                <a:lnTo>
                  <a:pt x="12713" y="18869"/>
                </a:lnTo>
                <a:lnTo>
                  <a:pt x="13864" y="18707"/>
                </a:lnTo>
                <a:lnTo>
                  <a:pt x="15014" y="18566"/>
                </a:lnTo>
                <a:lnTo>
                  <a:pt x="16164" y="18465"/>
                </a:lnTo>
                <a:lnTo>
                  <a:pt x="17315" y="18384"/>
                </a:lnTo>
                <a:lnTo>
                  <a:pt x="18485" y="18324"/>
                </a:lnTo>
                <a:lnTo>
                  <a:pt x="19635" y="18283"/>
                </a:lnTo>
                <a:lnTo>
                  <a:pt x="20806" y="18263"/>
                </a:lnTo>
                <a:lnTo>
                  <a:pt x="21956" y="18283"/>
                </a:lnTo>
                <a:lnTo>
                  <a:pt x="23126" y="18304"/>
                </a:lnTo>
                <a:lnTo>
                  <a:pt x="24277" y="18324"/>
                </a:lnTo>
                <a:lnTo>
                  <a:pt x="26597" y="18425"/>
                </a:lnTo>
                <a:lnTo>
                  <a:pt x="28918" y="18566"/>
                </a:lnTo>
                <a:lnTo>
                  <a:pt x="31198" y="18707"/>
                </a:lnTo>
                <a:lnTo>
                  <a:pt x="33398" y="18869"/>
                </a:lnTo>
                <a:lnTo>
                  <a:pt x="35618" y="18990"/>
                </a:lnTo>
                <a:lnTo>
                  <a:pt x="37838" y="19091"/>
                </a:lnTo>
                <a:lnTo>
                  <a:pt x="38948" y="19131"/>
                </a:lnTo>
                <a:lnTo>
                  <a:pt x="40057" y="19151"/>
                </a:lnTo>
                <a:lnTo>
                  <a:pt x="40481" y="19151"/>
                </a:lnTo>
                <a:lnTo>
                  <a:pt x="40885" y="19131"/>
                </a:lnTo>
                <a:lnTo>
                  <a:pt x="41066" y="19091"/>
                </a:lnTo>
                <a:lnTo>
                  <a:pt x="41248" y="19050"/>
                </a:lnTo>
                <a:lnTo>
                  <a:pt x="41430" y="18990"/>
                </a:lnTo>
                <a:lnTo>
                  <a:pt x="41611" y="18909"/>
                </a:lnTo>
                <a:lnTo>
                  <a:pt x="41813" y="18788"/>
                </a:lnTo>
                <a:lnTo>
                  <a:pt x="41995" y="18626"/>
                </a:lnTo>
                <a:lnTo>
                  <a:pt x="42156" y="18465"/>
                </a:lnTo>
                <a:lnTo>
                  <a:pt x="42297" y="18263"/>
                </a:lnTo>
                <a:lnTo>
                  <a:pt x="42398" y="18061"/>
                </a:lnTo>
                <a:lnTo>
                  <a:pt x="42479" y="17839"/>
                </a:lnTo>
                <a:lnTo>
                  <a:pt x="42560" y="17617"/>
                </a:lnTo>
                <a:lnTo>
                  <a:pt x="42600" y="17375"/>
                </a:lnTo>
                <a:lnTo>
                  <a:pt x="42620" y="17133"/>
                </a:lnTo>
                <a:lnTo>
                  <a:pt x="42640" y="16871"/>
                </a:lnTo>
                <a:lnTo>
                  <a:pt x="42640" y="16608"/>
                </a:lnTo>
                <a:lnTo>
                  <a:pt x="42620" y="16366"/>
                </a:lnTo>
                <a:lnTo>
                  <a:pt x="42580" y="16104"/>
                </a:lnTo>
                <a:lnTo>
                  <a:pt x="42540" y="15862"/>
                </a:lnTo>
                <a:lnTo>
                  <a:pt x="42418" y="15357"/>
                </a:lnTo>
                <a:lnTo>
                  <a:pt x="42257" y="14893"/>
                </a:lnTo>
                <a:lnTo>
                  <a:pt x="42096" y="14429"/>
                </a:lnTo>
                <a:lnTo>
                  <a:pt x="41894" y="13965"/>
                </a:lnTo>
                <a:lnTo>
                  <a:pt x="41672" y="13521"/>
                </a:lnTo>
                <a:lnTo>
                  <a:pt x="41450" y="13057"/>
                </a:lnTo>
                <a:lnTo>
                  <a:pt x="41187" y="12613"/>
                </a:lnTo>
                <a:lnTo>
                  <a:pt x="40925" y="12169"/>
                </a:lnTo>
                <a:lnTo>
                  <a:pt x="40622" y="11745"/>
                </a:lnTo>
                <a:lnTo>
                  <a:pt x="40320" y="11301"/>
                </a:lnTo>
                <a:lnTo>
                  <a:pt x="39977" y="10897"/>
                </a:lnTo>
                <a:lnTo>
                  <a:pt x="39634" y="10474"/>
                </a:lnTo>
                <a:lnTo>
                  <a:pt x="39250" y="10070"/>
                </a:lnTo>
                <a:lnTo>
                  <a:pt x="38867" y="9666"/>
                </a:lnTo>
                <a:lnTo>
                  <a:pt x="38463" y="9283"/>
                </a:lnTo>
                <a:lnTo>
                  <a:pt x="38039" y="8900"/>
                </a:lnTo>
                <a:lnTo>
                  <a:pt x="37595" y="8536"/>
                </a:lnTo>
                <a:lnTo>
                  <a:pt x="36869" y="7971"/>
                </a:lnTo>
                <a:lnTo>
                  <a:pt x="36102" y="7426"/>
                </a:lnTo>
                <a:lnTo>
                  <a:pt x="35275" y="6882"/>
                </a:lnTo>
                <a:lnTo>
                  <a:pt x="34387" y="6377"/>
                </a:lnTo>
                <a:lnTo>
                  <a:pt x="33459" y="5873"/>
                </a:lnTo>
                <a:lnTo>
                  <a:pt x="32450" y="5368"/>
                </a:lnTo>
                <a:lnTo>
                  <a:pt x="31380" y="4884"/>
                </a:lnTo>
                <a:lnTo>
                  <a:pt x="30230" y="4379"/>
                </a:lnTo>
                <a:lnTo>
                  <a:pt x="28918" y="3875"/>
                </a:lnTo>
                <a:lnTo>
                  <a:pt x="27586" y="3370"/>
                </a:lnTo>
                <a:lnTo>
                  <a:pt x="26234" y="2906"/>
                </a:lnTo>
                <a:lnTo>
                  <a:pt x="24862" y="2482"/>
                </a:lnTo>
                <a:lnTo>
                  <a:pt x="23490" y="2099"/>
                </a:lnTo>
                <a:lnTo>
                  <a:pt x="22097" y="1736"/>
                </a:lnTo>
                <a:lnTo>
                  <a:pt x="20705" y="1413"/>
                </a:lnTo>
                <a:lnTo>
                  <a:pt x="19312" y="1110"/>
                </a:lnTo>
                <a:lnTo>
                  <a:pt x="17900" y="848"/>
                </a:lnTo>
                <a:lnTo>
                  <a:pt x="16487" y="626"/>
                </a:lnTo>
                <a:lnTo>
                  <a:pt x="15075" y="424"/>
                </a:lnTo>
                <a:lnTo>
                  <a:pt x="13642" y="283"/>
                </a:lnTo>
                <a:lnTo>
                  <a:pt x="12229" y="141"/>
                </a:lnTo>
                <a:lnTo>
                  <a:pt x="10796" y="61"/>
                </a:lnTo>
                <a:lnTo>
                  <a:pt x="93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5" name="Google Shape;5725;p70"/>
          <p:cNvSpPr/>
          <p:nvPr/>
        </p:nvSpPr>
        <p:spPr>
          <a:xfrm flipH="1">
            <a:off x="340550" y="2787965"/>
            <a:ext cx="631867" cy="441222"/>
          </a:xfrm>
          <a:custGeom>
            <a:rect b="b" l="l" r="r" t="t"/>
            <a:pathLst>
              <a:path extrusionOk="0" h="7892" w="11302">
                <a:moveTo>
                  <a:pt x="10030" y="82"/>
                </a:moveTo>
                <a:lnTo>
                  <a:pt x="10252" y="102"/>
                </a:lnTo>
                <a:lnTo>
                  <a:pt x="10494" y="142"/>
                </a:lnTo>
                <a:lnTo>
                  <a:pt x="10696" y="203"/>
                </a:lnTo>
                <a:lnTo>
                  <a:pt x="10797" y="243"/>
                </a:lnTo>
                <a:lnTo>
                  <a:pt x="10897" y="304"/>
                </a:lnTo>
                <a:lnTo>
                  <a:pt x="10978" y="364"/>
                </a:lnTo>
                <a:lnTo>
                  <a:pt x="11059" y="445"/>
                </a:lnTo>
                <a:lnTo>
                  <a:pt x="11119" y="526"/>
                </a:lnTo>
                <a:lnTo>
                  <a:pt x="11180" y="627"/>
                </a:lnTo>
                <a:lnTo>
                  <a:pt x="11220" y="727"/>
                </a:lnTo>
                <a:lnTo>
                  <a:pt x="11220" y="828"/>
                </a:lnTo>
                <a:lnTo>
                  <a:pt x="11220" y="949"/>
                </a:lnTo>
                <a:lnTo>
                  <a:pt x="11180" y="1050"/>
                </a:lnTo>
                <a:lnTo>
                  <a:pt x="11140" y="1131"/>
                </a:lnTo>
                <a:lnTo>
                  <a:pt x="11079" y="1192"/>
                </a:lnTo>
                <a:lnTo>
                  <a:pt x="11019" y="1252"/>
                </a:lnTo>
                <a:lnTo>
                  <a:pt x="10938" y="1313"/>
                </a:lnTo>
                <a:lnTo>
                  <a:pt x="10756" y="1393"/>
                </a:lnTo>
                <a:lnTo>
                  <a:pt x="10554" y="1474"/>
                </a:lnTo>
                <a:lnTo>
                  <a:pt x="10433" y="1535"/>
                </a:lnTo>
                <a:lnTo>
                  <a:pt x="10131" y="1676"/>
                </a:lnTo>
                <a:lnTo>
                  <a:pt x="9888" y="1858"/>
                </a:lnTo>
                <a:lnTo>
                  <a:pt x="9666" y="2039"/>
                </a:lnTo>
                <a:lnTo>
                  <a:pt x="9505" y="2261"/>
                </a:lnTo>
                <a:lnTo>
                  <a:pt x="9364" y="2503"/>
                </a:lnTo>
                <a:lnTo>
                  <a:pt x="9243" y="2745"/>
                </a:lnTo>
                <a:lnTo>
                  <a:pt x="9021" y="3290"/>
                </a:lnTo>
                <a:lnTo>
                  <a:pt x="8819" y="3795"/>
                </a:lnTo>
                <a:lnTo>
                  <a:pt x="8617" y="4239"/>
                </a:lnTo>
                <a:lnTo>
                  <a:pt x="8415" y="4663"/>
                </a:lnTo>
                <a:lnTo>
                  <a:pt x="8193" y="5046"/>
                </a:lnTo>
                <a:lnTo>
                  <a:pt x="7992" y="5389"/>
                </a:lnTo>
                <a:lnTo>
                  <a:pt x="7749" y="5712"/>
                </a:lnTo>
                <a:lnTo>
                  <a:pt x="7527" y="6015"/>
                </a:lnTo>
                <a:lnTo>
                  <a:pt x="7285" y="6277"/>
                </a:lnTo>
                <a:lnTo>
                  <a:pt x="7023" y="6519"/>
                </a:lnTo>
                <a:lnTo>
                  <a:pt x="6821" y="6701"/>
                </a:lnTo>
                <a:lnTo>
                  <a:pt x="6599" y="6862"/>
                </a:lnTo>
                <a:lnTo>
                  <a:pt x="6357" y="7024"/>
                </a:lnTo>
                <a:lnTo>
                  <a:pt x="6115" y="7165"/>
                </a:lnTo>
                <a:lnTo>
                  <a:pt x="5873" y="7286"/>
                </a:lnTo>
                <a:lnTo>
                  <a:pt x="5630" y="7407"/>
                </a:lnTo>
                <a:lnTo>
                  <a:pt x="5368" y="7508"/>
                </a:lnTo>
                <a:lnTo>
                  <a:pt x="5086" y="7589"/>
                </a:lnTo>
                <a:lnTo>
                  <a:pt x="4823" y="7669"/>
                </a:lnTo>
                <a:lnTo>
                  <a:pt x="4541" y="7730"/>
                </a:lnTo>
                <a:lnTo>
                  <a:pt x="4278" y="7770"/>
                </a:lnTo>
                <a:lnTo>
                  <a:pt x="3996" y="7790"/>
                </a:lnTo>
                <a:lnTo>
                  <a:pt x="3713" y="7811"/>
                </a:lnTo>
                <a:lnTo>
                  <a:pt x="3431" y="7811"/>
                </a:lnTo>
                <a:lnTo>
                  <a:pt x="3169" y="7790"/>
                </a:lnTo>
                <a:lnTo>
                  <a:pt x="2886" y="7750"/>
                </a:lnTo>
                <a:lnTo>
                  <a:pt x="2603" y="7690"/>
                </a:lnTo>
                <a:lnTo>
                  <a:pt x="2321" y="7629"/>
                </a:lnTo>
                <a:lnTo>
                  <a:pt x="2059" y="7528"/>
                </a:lnTo>
                <a:lnTo>
                  <a:pt x="1796" y="7427"/>
                </a:lnTo>
                <a:lnTo>
                  <a:pt x="1554" y="7306"/>
                </a:lnTo>
                <a:lnTo>
                  <a:pt x="1332" y="7165"/>
                </a:lnTo>
                <a:lnTo>
                  <a:pt x="1110" y="7024"/>
                </a:lnTo>
                <a:lnTo>
                  <a:pt x="908" y="6842"/>
                </a:lnTo>
                <a:lnTo>
                  <a:pt x="707" y="6640"/>
                </a:lnTo>
                <a:lnTo>
                  <a:pt x="545" y="6418"/>
                </a:lnTo>
                <a:lnTo>
                  <a:pt x="384" y="6176"/>
                </a:lnTo>
                <a:lnTo>
                  <a:pt x="263" y="5934"/>
                </a:lnTo>
                <a:lnTo>
                  <a:pt x="182" y="5692"/>
                </a:lnTo>
                <a:lnTo>
                  <a:pt x="101" y="5429"/>
                </a:lnTo>
                <a:lnTo>
                  <a:pt x="81" y="5167"/>
                </a:lnTo>
                <a:lnTo>
                  <a:pt x="81" y="4905"/>
                </a:lnTo>
                <a:lnTo>
                  <a:pt x="101" y="4663"/>
                </a:lnTo>
                <a:lnTo>
                  <a:pt x="142" y="4441"/>
                </a:lnTo>
                <a:lnTo>
                  <a:pt x="222" y="4239"/>
                </a:lnTo>
                <a:lnTo>
                  <a:pt x="303" y="4037"/>
                </a:lnTo>
                <a:lnTo>
                  <a:pt x="404" y="3835"/>
                </a:lnTo>
                <a:lnTo>
                  <a:pt x="525" y="3654"/>
                </a:lnTo>
                <a:lnTo>
                  <a:pt x="646" y="3472"/>
                </a:lnTo>
                <a:lnTo>
                  <a:pt x="787" y="3311"/>
                </a:lnTo>
                <a:lnTo>
                  <a:pt x="1090" y="3008"/>
                </a:lnTo>
                <a:lnTo>
                  <a:pt x="1393" y="2745"/>
                </a:lnTo>
                <a:lnTo>
                  <a:pt x="1695" y="2523"/>
                </a:lnTo>
                <a:lnTo>
                  <a:pt x="1978" y="2342"/>
                </a:lnTo>
                <a:lnTo>
                  <a:pt x="2361" y="2120"/>
                </a:lnTo>
                <a:lnTo>
                  <a:pt x="2745" y="1918"/>
                </a:lnTo>
                <a:lnTo>
                  <a:pt x="3128" y="1736"/>
                </a:lnTo>
                <a:lnTo>
                  <a:pt x="3532" y="1555"/>
                </a:lnTo>
                <a:lnTo>
                  <a:pt x="4319" y="1252"/>
                </a:lnTo>
                <a:lnTo>
                  <a:pt x="5106" y="990"/>
                </a:lnTo>
                <a:lnTo>
                  <a:pt x="6175" y="647"/>
                </a:lnTo>
                <a:lnTo>
                  <a:pt x="6740" y="505"/>
                </a:lnTo>
                <a:lnTo>
                  <a:pt x="7326" y="364"/>
                </a:lnTo>
                <a:lnTo>
                  <a:pt x="7911" y="243"/>
                </a:lnTo>
                <a:lnTo>
                  <a:pt x="8496" y="162"/>
                </a:lnTo>
                <a:lnTo>
                  <a:pt x="9101" y="102"/>
                </a:lnTo>
                <a:lnTo>
                  <a:pt x="9727" y="82"/>
                </a:lnTo>
                <a:close/>
                <a:moveTo>
                  <a:pt x="9384" y="1"/>
                </a:moveTo>
                <a:lnTo>
                  <a:pt x="8718" y="62"/>
                </a:lnTo>
                <a:lnTo>
                  <a:pt x="8092" y="142"/>
                </a:lnTo>
                <a:lnTo>
                  <a:pt x="7447" y="243"/>
                </a:lnTo>
                <a:lnTo>
                  <a:pt x="6841" y="384"/>
                </a:lnTo>
                <a:lnTo>
                  <a:pt x="6236" y="546"/>
                </a:lnTo>
                <a:lnTo>
                  <a:pt x="5651" y="727"/>
                </a:lnTo>
                <a:lnTo>
                  <a:pt x="5086" y="909"/>
                </a:lnTo>
                <a:lnTo>
                  <a:pt x="4299" y="1171"/>
                </a:lnTo>
                <a:lnTo>
                  <a:pt x="3491" y="1474"/>
                </a:lnTo>
                <a:lnTo>
                  <a:pt x="3108" y="1656"/>
                </a:lnTo>
                <a:lnTo>
                  <a:pt x="2704" y="1837"/>
                </a:lnTo>
                <a:lnTo>
                  <a:pt x="2321" y="2039"/>
                </a:lnTo>
                <a:lnTo>
                  <a:pt x="1938" y="2261"/>
                </a:lnTo>
                <a:lnTo>
                  <a:pt x="1655" y="2443"/>
                </a:lnTo>
                <a:lnTo>
                  <a:pt x="1352" y="2685"/>
                </a:lnTo>
                <a:lnTo>
                  <a:pt x="1029" y="2947"/>
                </a:lnTo>
                <a:lnTo>
                  <a:pt x="727" y="3250"/>
                </a:lnTo>
                <a:lnTo>
                  <a:pt x="585" y="3432"/>
                </a:lnTo>
                <a:lnTo>
                  <a:pt x="464" y="3613"/>
                </a:lnTo>
                <a:lnTo>
                  <a:pt x="343" y="3795"/>
                </a:lnTo>
                <a:lnTo>
                  <a:pt x="222" y="3997"/>
                </a:lnTo>
                <a:lnTo>
                  <a:pt x="142" y="4219"/>
                </a:lnTo>
                <a:lnTo>
                  <a:pt x="61" y="4441"/>
                </a:lnTo>
                <a:lnTo>
                  <a:pt x="20" y="4663"/>
                </a:lnTo>
                <a:lnTo>
                  <a:pt x="0" y="4905"/>
                </a:lnTo>
                <a:lnTo>
                  <a:pt x="0" y="5167"/>
                </a:lnTo>
                <a:lnTo>
                  <a:pt x="20" y="5429"/>
                </a:lnTo>
                <a:lnTo>
                  <a:pt x="101" y="5712"/>
                </a:lnTo>
                <a:lnTo>
                  <a:pt x="202" y="5974"/>
                </a:lnTo>
                <a:lnTo>
                  <a:pt x="323" y="6216"/>
                </a:lnTo>
                <a:lnTo>
                  <a:pt x="485" y="6459"/>
                </a:lnTo>
                <a:lnTo>
                  <a:pt x="646" y="6701"/>
                </a:lnTo>
                <a:lnTo>
                  <a:pt x="868" y="6903"/>
                </a:lnTo>
                <a:lnTo>
                  <a:pt x="1070" y="7084"/>
                </a:lnTo>
                <a:lnTo>
                  <a:pt x="1272" y="7225"/>
                </a:lnTo>
                <a:lnTo>
                  <a:pt x="1514" y="7367"/>
                </a:lnTo>
                <a:lnTo>
                  <a:pt x="1756" y="7488"/>
                </a:lnTo>
                <a:lnTo>
                  <a:pt x="2018" y="7609"/>
                </a:lnTo>
                <a:lnTo>
                  <a:pt x="2301" y="7690"/>
                </a:lnTo>
                <a:lnTo>
                  <a:pt x="2583" y="7770"/>
                </a:lnTo>
                <a:lnTo>
                  <a:pt x="2886" y="7831"/>
                </a:lnTo>
                <a:lnTo>
                  <a:pt x="3269" y="7871"/>
                </a:lnTo>
                <a:lnTo>
                  <a:pt x="3673" y="7891"/>
                </a:lnTo>
                <a:lnTo>
                  <a:pt x="4137" y="7871"/>
                </a:lnTo>
                <a:lnTo>
                  <a:pt x="4601" y="7811"/>
                </a:lnTo>
                <a:lnTo>
                  <a:pt x="5045" y="7710"/>
                </a:lnTo>
                <a:lnTo>
                  <a:pt x="5489" y="7548"/>
                </a:lnTo>
                <a:lnTo>
                  <a:pt x="5913" y="7367"/>
                </a:lnTo>
                <a:lnTo>
                  <a:pt x="6337" y="7145"/>
                </a:lnTo>
                <a:lnTo>
                  <a:pt x="6720" y="6882"/>
                </a:lnTo>
                <a:lnTo>
                  <a:pt x="7083" y="6580"/>
                </a:lnTo>
                <a:lnTo>
                  <a:pt x="7346" y="6338"/>
                </a:lnTo>
                <a:lnTo>
                  <a:pt x="7588" y="6055"/>
                </a:lnTo>
                <a:lnTo>
                  <a:pt x="7830" y="5752"/>
                </a:lnTo>
                <a:lnTo>
                  <a:pt x="8052" y="5429"/>
                </a:lnTo>
                <a:lnTo>
                  <a:pt x="8274" y="5086"/>
                </a:lnTo>
                <a:lnTo>
                  <a:pt x="8476" y="4703"/>
                </a:lnTo>
                <a:lnTo>
                  <a:pt x="8698" y="4279"/>
                </a:lnTo>
                <a:lnTo>
                  <a:pt x="8900" y="3815"/>
                </a:lnTo>
                <a:lnTo>
                  <a:pt x="9101" y="3311"/>
                </a:lnTo>
                <a:lnTo>
                  <a:pt x="9303" y="2786"/>
                </a:lnTo>
                <a:lnTo>
                  <a:pt x="9424" y="2544"/>
                </a:lnTo>
                <a:lnTo>
                  <a:pt x="9566" y="2322"/>
                </a:lnTo>
                <a:lnTo>
                  <a:pt x="9727" y="2100"/>
                </a:lnTo>
                <a:lnTo>
                  <a:pt x="9929" y="1918"/>
                </a:lnTo>
                <a:lnTo>
                  <a:pt x="10171" y="1757"/>
                </a:lnTo>
                <a:lnTo>
                  <a:pt x="10454" y="1615"/>
                </a:lnTo>
                <a:lnTo>
                  <a:pt x="10595" y="1555"/>
                </a:lnTo>
                <a:lnTo>
                  <a:pt x="10797" y="1474"/>
                </a:lnTo>
                <a:lnTo>
                  <a:pt x="10978" y="1373"/>
                </a:lnTo>
                <a:lnTo>
                  <a:pt x="11059" y="1313"/>
                </a:lnTo>
                <a:lnTo>
                  <a:pt x="11140" y="1252"/>
                </a:lnTo>
                <a:lnTo>
                  <a:pt x="11200" y="1171"/>
                </a:lnTo>
                <a:lnTo>
                  <a:pt x="11261" y="1071"/>
                </a:lnTo>
                <a:lnTo>
                  <a:pt x="11301" y="970"/>
                </a:lnTo>
                <a:lnTo>
                  <a:pt x="11301" y="849"/>
                </a:lnTo>
                <a:lnTo>
                  <a:pt x="11301" y="727"/>
                </a:lnTo>
                <a:lnTo>
                  <a:pt x="11261" y="606"/>
                </a:lnTo>
                <a:lnTo>
                  <a:pt x="11200" y="485"/>
                </a:lnTo>
                <a:lnTo>
                  <a:pt x="11119" y="384"/>
                </a:lnTo>
                <a:lnTo>
                  <a:pt x="11039" y="304"/>
                </a:lnTo>
                <a:lnTo>
                  <a:pt x="10938" y="223"/>
                </a:lnTo>
                <a:lnTo>
                  <a:pt x="10837" y="162"/>
                </a:lnTo>
                <a:lnTo>
                  <a:pt x="10736" y="122"/>
                </a:lnTo>
                <a:lnTo>
                  <a:pt x="10514" y="62"/>
                </a:lnTo>
                <a:lnTo>
                  <a:pt x="10272" y="21"/>
                </a:lnTo>
                <a:lnTo>
                  <a:pt x="1003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6" name="Google Shape;5726;p70"/>
          <p:cNvSpPr/>
          <p:nvPr/>
        </p:nvSpPr>
        <p:spPr>
          <a:xfrm flipH="1">
            <a:off x="-731261" y="1730887"/>
            <a:ext cx="2123367" cy="1193681"/>
          </a:xfrm>
          <a:custGeom>
            <a:rect b="b" l="l" r="r" t="t"/>
            <a:pathLst>
              <a:path extrusionOk="0" h="21351" w="37980">
                <a:moveTo>
                  <a:pt x="10776" y="81"/>
                </a:moveTo>
                <a:lnTo>
                  <a:pt x="11341" y="101"/>
                </a:lnTo>
                <a:lnTo>
                  <a:pt x="11927" y="121"/>
                </a:lnTo>
                <a:lnTo>
                  <a:pt x="12532" y="182"/>
                </a:lnTo>
                <a:lnTo>
                  <a:pt x="13178" y="222"/>
                </a:lnTo>
                <a:lnTo>
                  <a:pt x="13824" y="303"/>
                </a:lnTo>
                <a:lnTo>
                  <a:pt x="14510" y="404"/>
                </a:lnTo>
                <a:lnTo>
                  <a:pt x="15216" y="505"/>
                </a:lnTo>
                <a:lnTo>
                  <a:pt x="15943" y="626"/>
                </a:lnTo>
                <a:lnTo>
                  <a:pt x="16709" y="767"/>
                </a:lnTo>
                <a:lnTo>
                  <a:pt x="17496" y="949"/>
                </a:lnTo>
                <a:lnTo>
                  <a:pt x="18324" y="1130"/>
                </a:lnTo>
                <a:lnTo>
                  <a:pt x="19171" y="1332"/>
                </a:lnTo>
                <a:lnTo>
                  <a:pt x="20039" y="1554"/>
                </a:lnTo>
                <a:lnTo>
                  <a:pt x="20947" y="1796"/>
                </a:lnTo>
                <a:lnTo>
                  <a:pt x="21875" y="2059"/>
                </a:lnTo>
                <a:lnTo>
                  <a:pt x="23571" y="2583"/>
                </a:lnTo>
                <a:lnTo>
                  <a:pt x="24418" y="2866"/>
                </a:lnTo>
                <a:lnTo>
                  <a:pt x="25286" y="3148"/>
                </a:lnTo>
                <a:lnTo>
                  <a:pt x="26154" y="3471"/>
                </a:lnTo>
                <a:lnTo>
                  <a:pt x="27021" y="3794"/>
                </a:lnTo>
                <a:lnTo>
                  <a:pt x="27889" y="4157"/>
                </a:lnTo>
                <a:lnTo>
                  <a:pt x="28757" y="4541"/>
                </a:lnTo>
                <a:lnTo>
                  <a:pt x="29625" y="4944"/>
                </a:lnTo>
                <a:lnTo>
                  <a:pt x="30472" y="5368"/>
                </a:lnTo>
                <a:lnTo>
                  <a:pt x="31300" y="5832"/>
                </a:lnTo>
                <a:lnTo>
                  <a:pt x="32127" y="6317"/>
                </a:lnTo>
                <a:lnTo>
                  <a:pt x="32954" y="6841"/>
                </a:lnTo>
                <a:lnTo>
                  <a:pt x="33741" y="7406"/>
                </a:lnTo>
                <a:lnTo>
                  <a:pt x="34508" y="7992"/>
                </a:lnTo>
                <a:lnTo>
                  <a:pt x="35255" y="8637"/>
                </a:lnTo>
                <a:lnTo>
                  <a:pt x="35638" y="8980"/>
                </a:lnTo>
                <a:lnTo>
                  <a:pt x="36001" y="9344"/>
                </a:lnTo>
                <a:lnTo>
                  <a:pt x="36345" y="9687"/>
                </a:lnTo>
                <a:lnTo>
                  <a:pt x="36627" y="10030"/>
                </a:lnTo>
                <a:lnTo>
                  <a:pt x="36910" y="10373"/>
                </a:lnTo>
                <a:lnTo>
                  <a:pt x="37132" y="10696"/>
                </a:lnTo>
                <a:lnTo>
                  <a:pt x="37354" y="11039"/>
                </a:lnTo>
                <a:lnTo>
                  <a:pt x="37535" y="11382"/>
                </a:lnTo>
                <a:lnTo>
                  <a:pt x="37656" y="11624"/>
                </a:lnTo>
                <a:lnTo>
                  <a:pt x="37737" y="11846"/>
                </a:lnTo>
                <a:lnTo>
                  <a:pt x="37818" y="12068"/>
                </a:lnTo>
                <a:lnTo>
                  <a:pt x="37858" y="12290"/>
                </a:lnTo>
                <a:lnTo>
                  <a:pt x="37898" y="12492"/>
                </a:lnTo>
                <a:lnTo>
                  <a:pt x="37898" y="12694"/>
                </a:lnTo>
                <a:lnTo>
                  <a:pt x="37878" y="12875"/>
                </a:lnTo>
                <a:lnTo>
                  <a:pt x="37838" y="13057"/>
                </a:lnTo>
                <a:lnTo>
                  <a:pt x="37757" y="13259"/>
                </a:lnTo>
                <a:lnTo>
                  <a:pt x="37636" y="13460"/>
                </a:lnTo>
                <a:lnTo>
                  <a:pt x="37495" y="13662"/>
                </a:lnTo>
                <a:lnTo>
                  <a:pt x="37313" y="13824"/>
                </a:lnTo>
                <a:lnTo>
                  <a:pt x="37111" y="13985"/>
                </a:lnTo>
                <a:lnTo>
                  <a:pt x="36869" y="14106"/>
                </a:lnTo>
                <a:lnTo>
                  <a:pt x="36627" y="14207"/>
                </a:lnTo>
                <a:lnTo>
                  <a:pt x="36365" y="14288"/>
                </a:lnTo>
                <a:lnTo>
                  <a:pt x="36102" y="14328"/>
                </a:lnTo>
                <a:lnTo>
                  <a:pt x="35860" y="14368"/>
                </a:lnTo>
                <a:lnTo>
                  <a:pt x="35336" y="14368"/>
                </a:lnTo>
                <a:lnTo>
                  <a:pt x="34831" y="14328"/>
                </a:lnTo>
                <a:lnTo>
                  <a:pt x="34327" y="14268"/>
                </a:lnTo>
                <a:lnTo>
                  <a:pt x="34306" y="14268"/>
                </a:lnTo>
                <a:lnTo>
                  <a:pt x="32934" y="14106"/>
                </a:lnTo>
                <a:lnTo>
                  <a:pt x="31501" y="13945"/>
                </a:lnTo>
                <a:lnTo>
                  <a:pt x="30028" y="13803"/>
                </a:lnTo>
                <a:lnTo>
                  <a:pt x="28535" y="13682"/>
                </a:lnTo>
                <a:lnTo>
                  <a:pt x="26981" y="13561"/>
                </a:lnTo>
                <a:lnTo>
                  <a:pt x="25387" y="13481"/>
                </a:lnTo>
                <a:lnTo>
                  <a:pt x="23772" y="13420"/>
                </a:lnTo>
                <a:lnTo>
                  <a:pt x="22138" y="13400"/>
                </a:lnTo>
                <a:lnTo>
                  <a:pt x="20483" y="13420"/>
                </a:lnTo>
                <a:lnTo>
                  <a:pt x="18788" y="13460"/>
                </a:lnTo>
                <a:lnTo>
                  <a:pt x="17093" y="13561"/>
                </a:lnTo>
                <a:lnTo>
                  <a:pt x="16245" y="13622"/>
                </a:lnTo>
                <a:lnTo>
                  <a:pt x="15398" y="13703"/>
                </a:lnTo>
                <a:lnTo>
                  <a:pt x="14530" y="13803"/>
                </a:lnTo>
                <a:lnTo>
                  <a:pt x="13682" y="13904"/>
                </a:lnTo>
                <a:lnTo>
                  <a:pt x="12815" y="14025"/>
                </a:lnTo>
                <a:lnTo>
                  <a:pt x="11967" y="14146"/>
                </a:lnTo>
                <a:lnTo>
                  <a:pt x="11099" y="14308"/>
                </a:lnTo>
                <a:lnTo>
                  <a:pt x="10252" y="14469"/>
                </a:lnTo>
                <a:lnTo>
                  <a:pt x="9384" y="14651"/>
                </a:lnTo>
                <a:lnTo>
                  <a:pt x="8536" y="14833"/>
                </a:lnTo>
                <a:lnTo>
                  <a:pt x="7992" y="14974"/>
                </a:lnTo>
                <a:lnTo>
                  <a:pt x="7467" y="15115"/>
                </a:lnTo>
                <a:lnTo>
                  <a:pt x="6922" y="15277"/>
                </a:lnTo>
                <a:lnTo>
                  <a:pt x="6397" y="15458"/>
                </a:lnTo>
                <a:lnTo>
                  <a:pt x="5873" y="15660"/>
                </a:lnTo>
                <a:lnTo>
                  <a:pt x="5368" y="15902"/>
                </a:lnTo>
                <a:lnTo>
                  <a:pt x="4864" y="16164"/>
                </a:lnTo>
                <a:lnTo>
                  <a:pt x="4379" y="16467"/>
                </a:lnTo>
                <a:lnTo>
                  <a:pt x="4137" y="16649"/>
                </a:lnTo>
                <a:lnTo>
                  <a:pt x="3875" y="16851"/>
                </a:lnTo>
                <a:lnTo>
                  <a:pt x="3613" y="17073"/>
                </a:lnTo>
                <a:lnTo>
                  <a:pt x="3350" y="17335"/>
                </a:lnTo>
                <a:lnTo>
                  <a:pt x="3108" y="17617"/>
                </a:lnTo>
                <a:lnTo>
                  <a:pt x="2866" y="17940"/>
                </a:lnTo>
                <a:lnTo>
                  <a:pt x="2644" y="18283"/>
                </a:lnTo>
                <a:lnTo>
                  <a:pt x="2462" y="18667"/>
                </a:lnTo>
                <a:lnTo>
                  <a:pt x="2382" y="18889"/>
                </a:lnTo>
                <a:lnTo>
                  <a:pt x="2341" y="19131"/>
                </a:lnTo>
                <a:lnTo>
                  <a:pt x="2260" y="19635"/>
                </a:lnTo>
                <a:lnTo>
                  <a:pt x="2220" y="19918"/>
                </a:lnTo>
                <a:lnTo>
                  <a:pt x="2180" y="20201"/>
                </a:lnTo>
                <a:lnTo>
                  <a:pt x="2099" y="20463"/>
                </a:lnTo>
                <a:lnTo>
                  <a:pt x="2059" y="20584"/>
                </a:lnTo>
                <a:lnTo>
                  <a:pt x="1998" y="20705"/>
                </a:lnTo>
                <a:lnTo>
                  <a:pt x="1897" y="20846"/>
                </a:lnTo>
                <a:lnTo>
                  <a:pt x="1816" y="20988"/>
                </a:lnTo>
                <a:lnTo>
                  <a:pt x="1716" y="21088"/>
                </a:lnTo>
                <a:lnTo>
                  <a:pt x="1615" y="21169"/>
                </a:lnTo>
                <a:lnTo>
                  <a:pt x="1514" y="21210"/>
                </a:lnTo>
                <a:lnTo>
                  <a:pt x="1413" y="21250"/>
                </a:lnTo>
                <a:lnTo>
                  <a:pt x="1312" y="21270"/>
                </a:lnTo>
                <a:lnTo>
                  <a:pt x="1211" y="21250"/>
                </a:lnTo>
                <a:lnTo>
                  <a:pt x="1110" y="21210"/>
                </a:lnTo>
                <a:lnTo>
                  <a:pt x="1009" y="21149"/>
                </a:lnTo>
                <a:lnTo>
                  <a:pt x="908" y="21068"/>
                </a:lnTo>
                <a:lnTo>
                  <a:pt x="807" y="20967"/>
                </a:lnTo>
                <a:lnTo>
                  <a:pt x="707" y="20846"/>
                </a:lnTo>
                <a:lnTo>
                  <a:pt x="626" y="20725"/>
                </a:lnTo>
                <a:lnTo>
                  <a:pt x="464" y="20422"/>
                </a:lnTo>
                <a:lnTo>
                  <a:pt x="323" y="20100"/>
                </a:lnTo>
                <a:lnTo>
                  <a:pt x="222" y="19777"/>
                </a:lnTo>
                <a:lnTo>
                  <a:pt x="162" y="19454"/>
                </a:lnTo>
                <a:lnTo>
                  <a:pt x="121" y="19151"/>
                </a:lnTo>
                <a:lnTo>
                  <a:pt x="101" y="18223"/>
                </a:lnTo>
                <a:lnTo>
                  <a:pt x="81" y="17274"/>
                </a:lnTo>
                <a:lnTo>
                  <a:pt x="81" y="16326"/>
                </a:lnTo>
                <a:lnTo>
                  <a:pt x="101" y="15377"/>
                </a:lnTo>
                <a:lnTo>
                  <a:pt x="142" y="14449"/>
                </a:lnTo>
                <a:lnTo>
                  <a:pt x="182" y="13501"/>
                </a:lnTo>
                <a:lnTo>
                  <a:pt x="263" y="12572"/>
                </a:lnTo>
                <a:lnTo>
                  <a:pt x="343" y="11624"/>
                </a:lnTo>
                <a:lnTo>
                  <a:pt x="444" y="10696"/>
                </a:lnTo>
                <a:lnTo>
                  <a:pt x="545" y="9747"/>
                </a:lnTo>
                <a:lnTo>
                  <a:pt x="686" y="8819"/>
                </a:lnTo>
                <a:lnTo>
                  <a:pt x="828" y="7891"/>
                </a:lnTo>
                <a:lnTo>
                  <a:pt x="989" y="6962"/>
                </a:lnTo>
                <a:lnTo>
                  <a:pt x="1171" y="6034"/>
                </a:lnTo>
                <a:lnTo>
                  <a:pt x="1373" y="5126"/>
                </a:lnTo>
                <a:lnTo>
                  <a:pt x="1574" y="4198"/>
                </a:lnTo>
                <a:lnTo>
                  <a:pt x="1736" y="3572"/>
                </a:lnTo>
                <a:lnTo>
                  <a:pt x="1837" y="3269"/>
                </a:lnTo>
                <a:lnTo>
                  <a:pt x="1958" y="2967"/>
                </a:lnTo>
                <a:lnTo>
                  <a:pt x="2079" y="2664"/>
                </a:lnTo>
                <a:lnTo>
                  <a:pt x="2220" y="2402"/>
                </a:lnTo>
                <a:lnTo>
                  <a:pt x="2402" y="2139"/>
                </a:lnTo>
                <a:lnTo>
                  <a:pt x="2604" y="1897"/>
                </a:lnTo>
                <a:lnTo>
                  <a:pt x="2825" y="1695"/>
                </a:lnTo>
                <a:lnTo>
                  <a:pt x="3068" y="1514"/>
                </a:lnTo>
                <a:lnTo>
                  <a:pt x="3330" y="1352"/>
                </a:lnTo>
                <a:lnTo>
                  <a:pt x="3592" y="1211"/>
                </a:lnTo>
                <a:lnTo>
                  <a:pt x="3875" y="1090"/>
                </a:lnTo>
                <a:lnTo>
                  <a:pt x="4157" y="989"/>
                </a:lnTo>
                <a:lnTo>
                  <a:pt x="4702" y="807"/>
                </a:lnTo>
                <a:lnTo>
                  <a:pt x="5247" y="666"/>
                </a:lnTo>
                <a:lnTo>
                  <a:pt x="5832" y="525"/>
                </a:lnTo>
                <a:lnTo>
                  <a:pt x="6458" y="404"/>
                </a:lnTo>
                <a:lnTo>
                  <a:pt x="7104" y="303"/>
                </a:lnTo>
                <a:lnTo>
                  <a:pt x="7810" y="202"/>
                </a:lnTo>
                <a:lnTo>
                  <a:pt x="8577" y="142"/>
                </a:lnTo>
                <a:lnTo>
                  <a:pt x="9384" y="81"/>
                </a:lnTo>
                <a:close/>
                <a:moveTo>
                  <a:pt x="9848" y="0"/>
                </a:moveTo>
                <a:lnTo>
                  <a:pt x="9303" y="20"/>
                </a:lnTo>
                <a:lnTo>
                  <a:pt x="8758" y="41"/>
                </a:lnTo>
                <a:lnTo>
                  <a:pt x="8234" y="81"/>
                </a:lnTo>
                <a:lnTo>
                  <a:pt x="7709" y="142"/>
                </a:lnTo>
                <a:lnTo>
                  <a:pt x="7184" y="202"/>
                </a:lnTo>
                <a:lnTo>
                  <a:pt x="6680" y="283"/>
                </a:lnTo>
                <a:lnTo>
                  <a:pt x="6175" y="384"/>
                </a:lnTo>
                <a:lnTo>
                  <a:pt x="5671" y="485"/>
                </a:lnTo>
                <a:lnTo>
                  <a:pt x="5166" y="606"/>
                </a:lnTo>
                <a:lnTo>
                  <a:pt x="4682" y="727"/>
                </a:lnTo>
                <a:lnTo>
                  <a:pt x="4117" y="908"/>
                </a:lnTo>
                <a:lnTo>
                  <a:pt x="3834" y="1009"/>
                </a:lnTo>
                <a:lnTo>
                  <a:pt x="3552" y="1130"/>
                </a:lnTo>
                <a:lnTo>
                  <a:pt x="3269" y="1272"/>
                </a:lnTo>
                <a:lnTo>
                  <a:pt x="3007" y="1433"/>
                </a:lnTo>
                <a:lnTo>
                  <a:pt x="2765" y="1635"/>
                </a:lnTo>
                <a:lnTo>
                  <a:pt x="2543" y="1837"/>
                </a:lnTo>
                <a:lnTo>
                  <a:pt x="2341" y="2079"/>
                </a:lnTo>
                <a:lnTo>
                  <a:pt x="2160" y="2341"/>
                </a:lnTo>
                <a:lnTo>
                  <a:pt x="1998" y="2624"/>
                </a:lnTo>
                <a:lnTo>
                  <a:pt x="1877" y="2926"/>
                </a:lnTo>
                <a:lnTo>
                  <a:pt x="1776" y="3229"/>
                </a:lnTo>
                <a:lnTo>
                  <a:pt x="1675" y="3552"/>
                </a:lnTo>
                <a:lnTo>
                  <a:pt x="1514" y="4178"/>
                </a:lnTo>
                <a:lnTo>
                  <a:pt x="1292" y="5106"/>
                </a:lnTo>
                <a:lnTo>
                  <a:pt x="1090" y="6014"/>
                </a:lnTo>
                <a:lnTo>
                  <a:pt x="908" y="6942"/>
                </a:lnTo>
                <a:lnTo>
                  <a:pt x="747" y="7870"/>
                </a:lnTo>
                <a:lnTo>
                  <a:pt x="606" y="8819"/>
                </a:lnTo>
                <a:lnTo>
                  <a:pt x="485" y="9747"/>
                </a:lnTo>
                <a:lnTo>
                  <a:pt x="364" y="10676"/>
                </a:lnTo>
                <a:lnTo>
                  <a:pt x="263" y="11624"/>
                </a:lnTo>
                <a:lnTo>
                  <a:pt x="182" y="12552"/>
                </a:lnTo>
                <a:lnTo>
                  <a:pt x="101" y="13501"/>
                </a:lnTo>
                <a:lnTo>
                  <a:pt x="61" y="14449"/>
                </a:lnTo>
                <a:lnTo>
                  <a:pt x="20" y="15377"/>
                </a:lnTo>
                <a:lnTo>
                  <a:pt x="0" y="16326"/>
                </a:lnTo>
                <a:lnTo>
                  <a:pt x="0" y="17274"/>
                </a:lnTo>
                <a:lnTo>
                  <a:pt x="20" y="18223"/>
                </a:lnTo>
                <a:lnTo>
                  <a:pt x="41" y="19171"/>
                </a:lnTo>
                <a:lnTo>
                  <a:pt x="81" y="19474"/>
                </a:lnTo>
                <a:lnTo>
                  <a:pt x="162" y="19797"/>
                </a:lnTo>
                <a:lnTo>
                  <a:pt x="263" y="20140"/>
                </a:lnTo>
                <a:lnTo>
                  <a:pt x="404" y="20483"/>
                </a:lnTo>
                <a:lnTo>
                  <a:pt x="565" y="20766"/>
                </a:lnTo>
                <a:lnTo>
                  <a:pt x="666" y="20907"/>
                </a:lnTo>
                <a:lnTo>
                  <a:pt x="767" y="21028"/>
                </a:lnTo>
                <a:lnTo>
                  <a:pt x="868" y="21129"/>
                </a:lnTo>
                <a:lnTo>
                  <a:pt x="969" y="21210"/>
                </a:lnTo>
                <a:lnTo>
                  <a:pt x="1070" y="21290"/>
                </a:lnTo>
                <a:lnTo>
                  <a:pt x="1191" y="21331"/>
                </a:lnTo>
                <a:lnTo>
                  <a:pt x="1332" y="21351"/>
                </a:lnTo>
                <a:lnTo>
                  <a:pt x="1433" y="21331"/>
                </a:lnTo>
                <a:lnTo>
                  <a:pt x="1514" y="21310"/>
                </a:lnTo>
                <a:lnTo>
                  <a:pt x="1615" y="21250"/>
                </a:lnTo>
                <a:lnTo>
                  <a:pt x="1716" y="21189"/>
                </a:lnTo>
                <a:lnTo>
                  <a:pt x="1796" y="21109"/>
                </a:lnTo>
                <a:lnTo>
                  <a:pt x="1897" y="21008"/>
                </a:lnTo>
                <a:lnTo>
                  <a:pt x="2059" y="20745"/>
                </a:lnTo>
                <a:lnTo>
                  <a:pt x="2119" y="20624"/>
                </a:lnTo>
                <a:lnTo>
                  <a:pt x="2180" y="20503"/>
                </a:lnTo>
                <a:lnTo>
                  <a:pt x="2260" y="20221"/>
                </a:lnTo>
                <a:lnTo>
                  <a:pt x="2301" y="19938"/>
                </a:lnTo>
                <a:lnTo>
                  <a:pt x="2341" y="19635"/>
                </a:lnTo>
                <a:lnTo>
                  <a:pt x="2422" y="19151"/>
                </a:lnTo>
                <a:lnTo>
                  <a:pt x="2462" y="18909"/>
                </a:lnTo>
                <a:lnTo>
                  <a:pt x="2543" y="18687"/>
                </a:lnTo>
                <a:lnTo>
                  <a:pt x="2725" y="18324"/>
                </a:lnTo>
                <a:lnTo>
                  <a:pt x="2926" y="17981"/>
                </a:lnTo>
                <a:lnTo>
                  <a:pt x="3169" y="17678"/>
                </a:lnTo>
                <a:lnTo>
                  <a:pt x="3411" y="17395"/>
                </a:lnTo>
                <a:lnTo>
                  <a:pt x="3673" y="17133"/>
                </a:lnTo>
                <a:lnTo>
                  <a:pt x="3935" y="16911"/>
                </a:lnTo>
                <a:lnTo>
                  <a:pt x="4198" y="16709"/>
                </a:lnTo>
                <a:lnTo>
                  <a:pt x="4440" y="16528"/>
                </a:lnTo>
                <a:lnTo>
                  <a:pt x="4904" y="16245"/>
                </a:lnTo>
                <a:lnTo>
                  <a:pt x="5388" y="15983"/>
                </a:lnTo>
                <a:lnTo>
                  <a:pt x="5913" y="15741"/>
                </a:lnTo>
                <a:lnTo>
                  <a:pt x="6418" y="15539"/>
                </a:lnTo>
                <a:lnTo>
                  <a:pt x="6962" y="15357"/>
                </a:lnTo>
                <a:lnTo>
                  <a:pt x="7487" y="15196"/>
                </a:lnTo>
                <a:lnTo>
                  <a:pt x="8032" y="15055"/>
                </a:lnTo>
                <a:lnTo>
                  <a:pt x="8557" y="14913"/>
                </a:lnTo>
                <a:lnTo>
                  <a:pt x="9404" y="14732"/>
                </a:lnTo>
                <a:lnTo>
                  <a:pt x="10272" y="14550"/>
                </a:lnTo>
                <a:lnTo>
                  <a:pt x="11119" y="14389"/>
                </a:lnTo>
                <a:lnTo>
                  <a:pt x="11987" y="14227"/>
                </a:lnTo>
                <a:lnTo>
                  <a:pt x="12835" y="14106"/>
                </a:lnTo>
                <a:lnTo>
                  <a:pt x="13703" y="13985"/>
                </a:lnTo>
                <a:lnTo>
                  <a:pt x="14550" y="13884"/>
                </a:lnTo>
                <a:lnTo>
                  <a:pt x="15398" y="13783"/>
                </a:lnTo>
                <a:lnTo>
                  <a:pt x="16265" y="13703"/>
                </a:lnTo>
                <a:lnTo>
                  <a:pt x="17113" y="13642"/>
                </a:lnTo>
                <a:lnTo>
                  <a:pt x="18808" y="13541"/>
                </a:lnTo>
                <a:lnTo>
                  <a:pt x="20483" y="13501"/>
                </a:lnTo>
                <a:lnTo>
                  <a:pt x="22138" y="13481"/>
                </a:lnTo>
                <a:lnTo>
                  <a:pt x="23772" y="13501"/>
                </a:lnTo>
                <a:lnTo>
                  <a:pt x="25387" y="13561"/>
                </a:lnTo>
                <a:lnTo>
                  <a:pt x="26981" y="13642"/>
                </a:lnTo>
                <a:lnTo>
                  <a:pt x="28515" y="13763"/>
                </a:lnTo>
                <a:lnTo>
                  <a:pt x="30028" y="13884"/>
                </a:lnTo>
                <a:lnTo>
                  <a:pt x="31501" y="14025"/>
                </a:lnTo>
                <a:lnTo>
                  <a:pt x="32934" y="14187"/>
                </a:lnTo>
                <a:lnTo>
                  <a:pt x="34306" y="14348"/>
                </a:lnTo>
                <a:lnTo>
                  <a:pt x="34831" y="14409"/>
                </a:lnTo>
                <a:lnTo>
                  <a:pt x="35356" y="14449"/>
                </a:lnTo>
                <a:lnTo>
                  <a:pt x="35860" y="14449"/>
                </a:lnTo>
                <a:lnTo>
                  <a:pt x="36123" y="14409"/>
                </a:lnTo>
                <a:lnTo>
                  <a:pt x="36385" y="14368"/>
                </a:lnTo>
                <a:lnTo>
                  <a:pt x="36647" y="14288"/>
                </a:lnTo>
                <a:lnTo>
                  <a:pt x="36910" y="14187"/>
                </a:lnTo>
                <a:lnTo>
                  <a:pt x="37152" y="14046"/>
                </a:lnTo>
                <a:lnTo>
                  <a:pt x="37374" y="13884"/>
                </a:lnTo>
                <a:lnTo>
                  <a:pt x="37555" y="13703"/>
                </a:lnTo>
                <a:lnTo>
                  <a:pt x="37717" y="13501"/>
                </a:lnTo>
                <a:lnTo>
                  <a:pt x="37838" y="13299"/>
                </a:lnTo>
                <a:lnTo>
                  <a:pt x="37919" y="13077"/>
                </a:lnTo>
                <a:lnTo>
                  <a:pt x="37959" y="12895"/>
                </a:lnTo>
                <a:lnTo>
                  <a:pt x="37979" y="12694"/>
                </a:lnTo>
                <a:lnTo>
                  <a:pt x="37979" y="12492"/>
                </a:lnTo>
                <a:lnTo>
                  <a:pt x="37939" y="12290"/>
                </a:lnTo>
                <a:lnTo>
                  <a:pt x="37898" y="12068"/>
                </a:lnTo>
                <a:lnTo>
                  <a:pt x="37818" y="11826"/>
                </a:lnTo>
                <a:lnTo>
                  <a:pt x="37737" y="11604"/>
                </a:lnTo>
                <a:lnTo>
                  <a:pt x="37616" y="11341"/>
                </a:lnTo>
                <a:lnTo>
                  <a:pt x="37414" y="10998"/>
                </a:lnTo>
                <a:lnTo>
                  <a:pt x="37212" y="10655"/>
                </a:lnTo>
                <a:lnTo>
                  <a:pt x="36970" y="10312"/>
                </a:lnTo>
                <a:lnTo>
                  <a:pt x="36708" y="9969"/>
                </a:lnTo>
                <a:lnTo>
                  <a:pt x="36405" y="9626"/>
                </a:lnTo>
                <a:lnTo>
                  <a:pt x="36062" y="9283"/>
                </a:lnTo>
                <a:lnTo>
                  <a:pt x="35699" y="8920"/>
                </a:lnTo>
                <a:lnTo>
                  <a:pt x="35315" y="8577"/>
                </a:lnTo>
                <a:lnTo>
                  <a:pt x="34569" y="7931"/>
                </a:lnTo>
                <a:lnTo>
                  <a:pt x="33782" y="7346"/>
                </a:lnTo>
                <a:lnTo>
                  <a:pt x="32995" y="6781"/>
                </a:lnTo>
                <a:lnTo>
                  <a:pt x="32187" y="6256"/>
                </a:lnTo>
                <a:lnTo>
                  <a:pt x="31360" y="5772"/>
                </a:lnTo>
                <a:lnTo>
                  <a:pt x="30512" y="5308"/>
                </a:lnTo>
                <a:lnTo>
                  <a:pt x="29665" y="4864"/>
                </a:lnTo>
                <a:lnTo>
                  <a:pt x="28797" y="4460"/>
                </a:lnTo>
                <a:lnTo>
                  <a:pt x="27929" y="4077"/>
                </a:lnTo>
                <a:lnTo>
                  <a:pt x="27062" y="3734"/>
                </a:lnTo>
                <a:lnTo>
                  <a:pt x="26194" y="3390"/>
                </a:lnTo>
                <a:lnTo>
                  <a:pt x="25306" y="3088"/>
                </a:lnTo>
                <a:lnTo>
                  <a:pt x="24458" y="2785"/>
                </a:lnTo>
                <a:lnTo>
                  <a:pt x="23591" y="2503"/>
                </a:lnTo>
                <a:lnTo>
                  <a:pt x="21896" y="1998"/>
                </a:lnTo>
                <a:lnTo>
                  <a:pt x="20685" y="1635"/>
                </a:lnTo>
                <a:lnTo>
                  <a:pt x="19494" y="1332"/>
                </a:lnTo>
                <a:lnTo>
                  <a:pt x="18364" y="1050"/>
                </a:lnTo>
                <a:lnTo>
                  <a:pt x="17295" y="807"/>
                </a:lnTo>
                <a:lnTo>
                  <a:pt x="16245" y="585"/>
                </a:lnTo>
                <a:lnTo>
                  <a:pt x="15236" y="404"/>
                </a:lnTo>
                <a:lnTo>
                  <a:pt x="14268" y="263"/>
                </a:lnTo>
                <a:lnTo>
                  <a:pt x="13299" y="162"/>
                </a:lnTo>
                <a:lnTo>
                  <a:pt x="12128" y="61"/>
                </a:lnTo>
                <a:lnTo>
                  <a:pt x="1097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7" name="Google Shape;5727;p70"/>
          <p:cNvSpPr/>
          <p:nvPr/>
        </p:nvSpPr>
        <p:spPr>
          <a:xfrm flipH="1">
            <a:off x="484960" y="2856786"/>
            <a:ext cx="415281" cy="285520"/>
          </a:xfrm>
          <a:custGeom>
            <a:rect b="b" l="l" r="r" t="t"/>
            <a:pathLst>
              <a:path extrusionOk="0" h="5107" w="7428">
                <a:moveTo>
                  <a:pt x="7124" y="82"/>
                </a:moveTo>
                <a:lnTo>
                  <a:pt x="7205" y="102"/>
                </a:lnTo>
                <a:lnTo>
                  <a:pt x="7286" y="142"/>
                </a:lnTo>
                <a:lnTo>
                  <a:pt x="7326" y="223"/>
                </a:lnTo>
                <a:lnTo>
                  <a:pt x="7346" y="344"/>
                </a:lnTo>
                <a:lnTo>
                  <a:pt x="7346" y="485"/>
                </a:lnTo>
                <a:lnTo>
                  <a:pt x="7306" y="647"/>
                </a:lnTo>
                <a:lnTo>
                  <a:pt x="7225" y="808"/>
                </a:lnTo>
                <a:lnTo>
                  <a:pt x="7064" y="1212"/>
                </a:lnTo>
                <a:lnTo>
                  <a:pt x="6842" y="1615"/>
                </a:lnTo>
                <a:lnTo>
                  <a:pt x="6600" y="1999"/>
                </a:lnTo>
                <a:lnTo>
                  <a:pt x="6357" y="2362"/>
                </a:lnTo>
                <a:lnTo>
                  <a:pt x="6055" y="2786"/>
                </a:lnTo>
                <a:lnTo>
                  <a:pt x="5732" y="3149"/>
                </a:lnTo>
                <a:lnTo>
                  <a:pt x="5389" y="3472"/>
                </a:lnTo>
                <a:lnTo>
                  <a:pt x="5026" y="3775"/>
                </a:lnTo>
                <a:lnTo>
                  <a:pt x="4642" y="4037"/>
                </a:lnTo>
                <a:lnTo>
                  <a:pt x="4259" y="4279"/>
                </a:lnTo>
                <a:lnTo>
                  <a:pt x="3835" y="4501"/>
                </a:lnTo>
                <a:lnTo>
                  <a:pt x="3411" y="4683"/>
                </a:lnTo>
                <a:lnTo>
                  <a:pt x="2987" y="4824"/>
                </a:lnTo>
                <a:lnTo>
                  <a:pt x="2745" y="4905"/>
                </a:lnTo>
                <a:lnTo>
                  <a:pt x="2463" y="4965"/>
                </a:lnTo>
                <a:lnTo>
                  <a:pt x="2160" y="5006"/>
                </a:lnTo>
                <a:lnTo>
                  <a:pt x="1837" y="5026"/>
                </a:lnTo>
                <a:lnTo>
                  <a:pt x="1514" y="5006"/>
                </a:lnTo>
                <a:lnTo>
                  <a:pt x="1353" y="4965"/>
                </a:lnTo>
                <a:lnTo>
                  <a:pt x="1171" y="4945"/>
                </a:lnTo>
                <a:lnTo>
                  <a:pt x="1010" y="4885"/>
                </a:lnTo>
                <a:lnTo>
                  <a:pt x="848" y="4824"/>
                </a:lnTo>
                <a:lnTo>
                  <a:pt x="707" y="4743"/>
                </a:lnTo>
                <a:lnTo>
                  <a:pt x="546" y="4642"/>
                </a:lnTo>
                <a:lnTo>
                  <a:pt x="445" y="4562"/>
                </a:lnTo>
                <a:lnTo>
                  <a:pt x="364" y="4461"/>
                </a:lnTo>
                <a:lnTo>
                  <a:pt x="283" y="4380"/>
                </a:lnTo>
                <a:lnTo>
                  <a:pt x="203" y="4279"/>
                </a:lnTo>
                <a:lnTo>
                  <a:pt x="162" y="4178"/>
                </a:lnTo>
                <a:lnTo>
                  <a:pt x="122" y="4057"/>
                </a:lnTo>
                <a:lnTo>
                  <a:pt x="81" y="3956"/>
                </a:lnTo>
                <a:lnTo>
                  <a:pt x="81" y="3855"/>
                </a:lnTo>
                <a:lnTo>
                  <a:pt x="81" y="3654"/>
                </a:lnTo>
                <a:lnTo>
                  <a:pt x="142" y="3492"/>
                </a:lnTo>
                <a:lnTo>
                  <a:pt x="243" y="3331"/>
                </a:lnTo>
                <a:lnTo>
                  <a:pt x="364" y="3169"/>
                </a:lnTo>
                <a:lnTo>
                  <a:pt x="505" y="3028"/>
                </a:lnTo>
                <a:lnTo>
                  <a:pt x="647" y="2907"/>
                </a:lnTo>
                <a:lnTo>
                  <a:pt x="949" y="2685"/>
                </a:lnTo>
                <a:lnTo>
                  <a:pt x="1656" y="2261"/>
                </a:lnTo>
                <a:lnTo>
                  <a:pt x="2362" y="1858"/>
                </a:lnTo>
                <a:lnTo>
                  <a:pt x="3088" y="1474"/>
                </a:lnTo>
                <a:lnTo>
                  <a:pt x="3835" y="1131"/>
                </a:lnTo>
                <a:lnTo>
                  <a:pt x="4602" y="828"/>
                </a:lnTo>
                <a:lnTo>
                  <a:pt x="5369" y="566"/>
                </a:lnTo>
                <a:lnTo>
                  <a:pt x="6156" y="324"/>
                </a:lnTo>
                <a:lnTo>
                  <a:pt x="6943" y="122"/>
                </a:lnTo>
                <a:lnTo>
                  <a:pt x="7044" y="102"/>
                </a:lnTo>
                <a:lnTo>
                  <a:pt x="7124" y="82"/>
                </a:lnTo>
                <a:close/>
                <a:moveTo>
                  <a:pt x="7145" y="1"/>
                </a:moveTo>
                <a:lnTo>
                  <a:pt x="7084" y="21"/>
                </a:lnTo>
                <a:lnTo>
                  <a:pt x="6923" y="41"/>
                </a:lnTo>
                <a:lnTo>
                  <a:pt x="6136" y="243"/>
                </a:lnTo>
                <a:lnTo>
                  <a:pt x="5348" y="485"/>
                </a:lnTo>
                <a:lnTo>
                  <a:pt x="4561" y="768"/>
                </a:lnTo>
                <a:lnTo>
                  <a:pt x="3795" y="1071"/>
                </a:lnTo>
                <a:lnTo>
                  <a:pt x="3048" y="1414"/>
                </a:lnTo>
                <a:lnTo>
                  <a:pt x="2321" y="1777"/>
                </a:lnTo>
                <a:lnTo>
                  <a:pt x="1595" y="2180"/>
                </a:lnTo>
                <a:lnTo>
                  <a:pt x="909" y="2624"/>
                </a:lnTo>
                <a:lnTo>
                  <a:pt x="586" y="2846"/>
                </a:lnTo>
                <a:lnTo>
                  <a:pt x="445" y="2988"/>
                </a:lnTo>
                <a:lnTo>
                  <a:pt x="283" y="3129"/>
                </a:lnTo>
                <a:lnTo>
                  <a:pt x="162" y="3290"/>
                </a:lnTo>
                <a:lnTo>
                  <a:pt x="81" y="3472"/>
                </a:lnTo>
                <a:lnTo>
                  <a:pt x="21" y="3654"/>
                </a:lnTo>
                <a:lnTo>
                  <a:pt x="1" y="3754"/>
                </a:lnTo>
                <a:lnTo>
                  <a:pt x="1" y="3855"/>
                </a:lnTo>
                <a:lnTo>
                  <a:pt x="1" y="3976"/>
                </a:lnTo>
                <a:lnTo>
                  <a:pt x="41" y="4077"/>
                </a:lnTo>
                <a:lnTo>
                  <a:pt x="81" y="4198"/>
                </a:lnTo>
                <a:lnTo>
                  <a:pt x="142" y="4320"/>
                </a:lnTo>
                <a:lnTo>
                  <a:pt x="203" y="4420"/>
                </a:lnTo>
                <a:lnTo>
                  <a:pt x="303" y="4521"/>
                </a:lnTo>
                <a:lnTo>
                  <a:pt x="384" y="4622"/>
                </a:lnTo>
                <a:lnTo>
                  <a:pt x="505" y="4703"/>
                </a:lnTo>
                <a:lnTo>
                  <a:pt x="667" y="4804"/>
                </a:lnTo>
                <a:lnTo>
                  <a:pt x="808" y="4885"/>
                </a:lnTo>
                <a:lnTo>
                  <a:pt x="990" y="4965"/>
                </a:lnTo>
                <a:lnTo>
                  <a:pt x="1151" y="5006"/>
                </a:lnTo>
                <a:lnTo>
                  <a:pt x="1312" y="5046"/>
                </a:lnTo>
                <a:lnTo>
                  <a:pt x="1494" y="5086"/>
                </a:lnTo>
                <a:lnTo>
                  <a:pt x="1837" y="5107"/>
                </a:lnTo>
                <a:lnTo>
                  <a:pt x="2160" y="5086"/>
                </a:lnTo>
                <a:lnTo>
                  <a:pt x="2483" y="5046"/>
                </a:lnTo>
                <a:lnTo>
                  <a:pt x="2765" y="4985"/>
                </a:lnTo>
                <a:lnTo>
                  <a:pt x="3008" y="4905"/>
                </a:lnTo>
                <a:lnTo>
                  <a:pt x="3452" y="4763"/>
                </a:lnTo>
                <a:lnTo>
                  <a:pt x="3875" y="4582"/>
                </a:lnTo>
                <a:lnTo>
                  <a:pt x="4299" y="4360"/>
                </a:lnTo>
                <a:lnTo>
                  <a:pt x="4703" y="4118"/>
                </a:lnTo>
                <a:lnTo>
                  <a:pt x="5086" y="3835"/>
                </a:lnTo>
                <a:lnTo>
                  <a:pt x="5449" y="3532"/>
                </a:lnTo>
                <a:lnTo>
                  <a:pt x="5792" y="3189"/>
                </a:lnTo>
                <a:lnTo>
                  <a:pt x="6115" y="2846"/>
                </a:lnTo>
                <a:lnTo>
                  <a:pt x="6398" y="2443"/>
                </a:lnTo>
                <a:lnTo>
                  <a:pt x="6640" y="2080"/>
                </a:lnTo>
                <a:lnTo>
                  <a:pt x="6882" y="1676"/>
                </a:lnTo>
                <a:lnTo>
                  <a:pt x="7124" y="1252"/>
                </a:lnTo>
                <a:lnTo>
                  <a:pt x="7306" y="849"/>
                </a:lnTo>
                <a:lnTo>
                  <a:pt x="7366" y="667"/>
                </a:lnTo>
                <a:lnTo>
                  <a:pt x="7407" y="485"/>
                </a:lnTo>
                <a:lnTo>
                  <a:pt x="7427" y="324"/>
                </a:lnTo>
                <a:lnTo>
                  <a:pt x="7407" y="203"/>
                </a:lnTo>
                <a:lnTo>
                  <a:pt x="7387" y="142"/>
                </a:lnTo>
                <a:lnTo>
                  <a:pt x="7346" y="82"/>
                </a:lnTo>
                <a:lnTo>
                  <a:pt x="7286" y="41"/>
                </a:lnTo>
                <a:lnTo>
                  <a:pt x="7225" y="21"/>
                </a:lnTo>
                <a:lnTo>
                  <a:pt x="714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8" name="Google Shape;5728;p70"/>
          <p:cNvSpPr/>
          <p:nvPr/>
        </p:nvSpPr>
        <p:spPr>
          <a:xfrm flipH="1">
            <a:off x="-606026" y="1791769"/>
            <a:ext cx="1884195" cy="733450"/>
          </a:xfrm>
          <a:custGeom>
            <a:rect b="b" l="l" r="r" t="t"/>
            <a:pathLst>
              <a:path extrusionOk="0" h="13119" w="33702">
                <a:moveTo>
                  <a:pt x="8436" y="82"/>
                </a:moveTo>
                <a:lnTo>
                  <a:pt x="9041" y="102"/>
                </a:lnTo>
                <a:lnTo>
                  <a:pt x="9667" y="142"/>
                </a:lnTo>
                <a:lnTo>
                  <a:pt x="10312" y="183"/>
                </a:lnTo>
                <a:lnTo>
                  <a:pt x="10978" y="263"/>
                </a:lnTo>
                <a:lnTo>
                  <a:pt x="12532" y="465"/>
                </a:lnTo>
                <a:lnTo>
                  <a:pt x="14005" y="707"/>
                </a:lnTo>
                <a:lnTo>
                  <a:pt x="15398" y="949"/>
                </a:lnTo>
                <a:lnTo>
                  <a:pt x="16689" y="1192"/>
                </a:lnTo>
                <a:lnTo>
                  <a:pt x="17900" y="1454"/>
                </a:lnTo>
                <a:lnTo>
                  <a:pt x="19030" y="1716"/>
                </a:lnTo>
                <a:lnTo>
                  <a:pt x="20080" y="1979"/>
                </a:lnTo>
                <a:lnTo>
                  <a:pt x="21048" y="2241"/>
                </a:lnTo>
                <a:lnTo>
                  <a:pt x="21956" y="2523"/>
                </a:lnTo>
                <a:lnTo>
                  <a:pt x="22804" y="2786"/>
                </a:lnTo>
                <a:lnTo>
                  <a:pt x="23571" y="3068"/>
                </a:lnTo>
                <a:lnTo>
                  <a:pt x="24277" y="3331"/>
                </a:lnTo>
                <a:lnTo>
                  <a:pt x="24943" y="3593"/>
                </a:lnTo>
                <a:lnTo>
                  <a:pt x="25548" y="3835"/>
                </a:lnTo>
                <a:lnTo>
                  <a:pt x="26598" y="4320"/>
                </a:lnTo>
                <a:lnTo>
                  <a:pt x="27607" y="4824"/>
                </a:lnTo>
                <a:lnTo>
                  <a:pt x="28071" y="5066"/>
                </a:lnTo>
                <a:lnTo>
                  <a:pt x="28535" y="5329"/>
                </a:lnTo>
                <a:lnTo>
                  <a:pt x="28999" y="5611"/>
                </a:lnTo>
                <a:lnTo>
                  <a:pt x="29423" y="5894"/>
                </a:lnTo>
                <a:lnTo>
                  <a:pt x="29847" y="6176"/>
                </a:lnTo>
                <a:lnTo>
                  <a:pt x="30271" y="6459"/>
                </a:lnTo>
                <a:lnTo>
                  <a:pt x="30654" y="6761"/>
                </a:lnTo>
                <a:lnTo>
                  <a:pt x="31058" y="7064"/>
                </a:lnTo>
                <a:lnTo>
                  <a:pt x="31421" y="7367"/>
                </a:lnTo>
                <a:lnTo>
                  <a:pt x="31784" y="7690"/>
                </a:lnTo>
                <a:lnTo>
                  <a:pt x="32127" y="8012"/>
                </a:lnTo>
                <a:lnTo>
                  <a:pt x="32450" y="8335"/>
                </a:lnTo>
                <a:lnTo>
                  <a:pt x="32773" y="8678"/>
                </a:lnTo>
                <a:lnTo>
                  <a:pt x="33076" y="9021"/>
                </a:lnTo>
                <a:lnTo>
                  <a:pt x="33237" y="9223"/>
                </a:lnTo>
                <a:lnTo>
                  <a:pt x="33378" y="9425"/>
                </a:lnTo>
                <a:lnTo>
                  <a:pt x="33520" y="9667"/>
                </a:lnTo>
                <a:lnTo>
                  <a:pt x="33560" y="9788"/>
                </a:lnTo>
                <a:lnTo>
                  <a:pt x="33600" y="9909"/>
                </a:lnTo>
                <a:lnTo>
                  <a:pt x="33620" y="10030"/>
                </a:lnTo>
                <a:lnTo>
                  <a:pt x="33620" y="10172"/>
                </a:lnTo>
                <a:lnTo>
                  <a:pt x="33600" y="10293"/>
                </a:lnTo>
                <a:lnTo>
                  <a:pt x="33580" y="10414"/>
                </a:lnTo>
                <a:lnTo>
                  <a:pt x="33520" y="10535"/>
                </a:lnTo>
                <a:lnTo>
                  <a:pt x="33459" y="10636"/>
                </a:lnTo>
                <a:lnTo>
                  <a:pt x="33378" y="10737"/>
                </a:lnTo>
                <a:lnTo>
                  <a:pt x="33257" y="10797"/>
                </a:lnTo>
                <a:lnTo>
                  <a:pt x="33176" y="10838"/>
                </a:lnTo>
                <a:lnTo>
                  <a:pt x="33096" y="10858"/>
                </a:lnTo>
                <a:lnTo>
                  <a:pt x="32894" y="10878"/>
                </a:lnTo>
                <a:lnTo>
                  <a:pt x="32692" y="10858"/>
                </a:lnTo>
                <a:lnTo>
                  <a:pt x="32470" y="10817"/>
                </a:lnTo>
                <a:lnTo>
                  <a:pt x="29019" y="10152"/>
                </a:lnTo>
                <a:lnTo>
                  <a:pt x="26840" y="9748"/>
                </a:lnTo>
                <a:lnTo>
                  <a:pt x="25750" y="9566"/>
                </a:lnTo>
                <a:lnTo>
                  <a:pt x="24640" y="9385"/>
                </a:lnTo>
                <a:lnTo>
                  <a:pt x="23551" y="9223"/>
                </a:lnTo>
                <a:lnTo>
                  <a:pt x="22420" y="9102"/>
                </a:lnTo>
                <a:lnTo>
                  <a:pt x="21311" y="9021"/>
                </a:lnTo>
                <a:lnTo>
                  <a:pt x="20201" y="8981"/>
                </a:lnTo>
                <a:lnTo>
                  <a:pt x="19071" y="8961"/>
                </a:lnTo>
                <a:lnTo>
                  <a:pt x="17941" y="9021"/>
                </a:lnTo>
                <a:lnTo>
                  <a:pt x="16831" y="9102"/>
                </a:lnTo>
                <a:lnTo>
                  <a:pt x="15721" y="9223"/>
                </a:lnTo>
                <a:lnTo>
                  <a:pt x="14591" y="9385"/>
                </a:lnTo>
                <a:lnTo>
                  <a:pt x="13501" y="9566"/>
                </a:lnTo>
                <a:lnTo>
                  <a:pt x="12391" y="9788"/>
                </a:lnTo>
                <a:lnTo>
                  <a:pt x="11281" y="10051"/>
                </a:lnTo>
                <a:lnTo>
                  <a:pt x="10191" y="10313"/>
                </a:lnTo>
                <a:lnTo>
                  <a:pt x="9081" y="10596"/>
                </a:lnTo>
                <a:lnTo>
                  <a:pt x="7992" y="10918"/>
                </a:lnTo>
                <a:lnTo>
                  <a:pt x="6922" y="11241"/>
                </a:lnTo>
                <a:lnTo>
                  <a:pt x="4763" y="11907"/>
                </a:lnTo>
                <a:lnTo>
                  <a:pt x="2604" y="12593"/>
                </a:lnTo>
                <a:lnTo>
                  <a:pt x="1595" y="12936"/>
                </a:lnTo>
                <a:lnTo>
                  <a:pt x="1433" y="12977"/>
                </a:lnTo>
                <a:lnTo>
                  <a:pt x="1231" y="13017"/>
                </a:lnTo>
                <a:lnTo>
                  <a:pt x="1050" y="13037"/>
                </a:lnTo>
                <a:lnTo>
                  <a:pt x="949" y="13037"/>
                </a:lnTo>
                <a:lnTo>
                  <a:pt x="868" y="13017"/>
                </a:lnTo>
                <a:lnTo>
                  <a:pt x="767" y="12997"/>
                </a:lnTo>
                <a:lnTo>
                  <a:pt x="687" y="12957"/>
                </a:lnTo>
                <a:lnTo>
                  <a:pt x="606" y="12896"/>
                </a:lnTo>
                <a:lnTo>
                  <a:pt x="525" y="12835"/>
                </a:lnTo>
                <a:lnTo>
                  <a:pt x="404" y="12674"/>
                </a:lnTo>
                <a:lnTo>
                  <a:pt x="323" y="12492"/>
                </a:lnTo>
                <a:lnTo>
                  <a:pt x="243" y="12291"/>
                </a:lnTo>
                <a:lnTo>
                  <a:pt x="202" y="12089"/>
                </a:lnTo>
                <a:lnTo>
                  <a:pt x="162" y="11867"/>
                </a:lnTo>
                <a:lnTo>
                  <a:pt x="142" y="11665"/>
                </a:lnTo>
                <a:lnTo>
                  <a:pt x="101" y="10838"/>
                </a:lnTo>
                <a:lnTo>
                  <a:pt x="81" y="9990"/>
                </a:lnTo>
                <a:lnTo>
                  <a:pt x="101" y="9163"/>
                </a:lnTo>
                <a:lnTo>
                  <a:pt x="142" y="8315"/>
                </a:lnTo>
                <a:lnTo>
                  <a:pt x="202" y="7488"/>
                </a:lnTo>
                <a:lnTo>
                  <a:pt x="283" y="6660"/>
                </a:lnTo>
                <a:lnTo>
                  <a:pt x="404" y="5833"/>
                </a:lnTo>
                <a:lnTo>
                  <a:pt x="545" y="5006"/>
                </a:lnTo>
                <a:lnTo>
                  <a:pt x="666" y="4441"/>
                </a:lnTo>
                <a:lnTo>
                  <a:pt x="808" y="3896"/>
                </a:lnTo>
                <a:lnTo>
                  <a:pt x="909" y="3654"/>
                </a:lnTo>
                <a:lnTo>
                  <a:pt x="989" y="3411"/>
                </a:lnTo>
                <a:lnTo>
                  <a:pt x="1110" y="3189"/>
                </a:lnTo>
                <a:lnTo>
                  <a:pt x="1231" y="2967"/>
                </a:lnTo>
                <a:lnTo>
                  <a:pt x="1413" y="2685"/>
                </a:lnTo>
                <a:lnTo>
                  <a:pt x="1635" y="2402"/>
                </a:lnTo>
                <a:lnTo>
                  <a:pt x="1877" y="2140"/>
                </a:lnTo>
                <a:lnTo>
                  <a:pt x="2160" y="1898"/>
                </a:lnTo>
                <a:lnTo>
                  <a:pt x="2462" y="1656"/>
                </a:lnTo>
                <a:lnTo>
                  <a:pt x="2805" y="1434"/>
                </a:lnTo>
                <a:lnTo>
                  <a:pt x="3189" y="1232"/>
                </a:lnTo>
                <a:lnTo>
                  <a:pt x="3572" y="1030"/>
                </a:lnTo>
                <a:lnTo>
                  <a:pt x="4117" y="808"/>
                </a:lnTo>
                <a:lnTo>
                  <a:pt x="4662" y="627"/>
                </a:lnTo>
                <a:lnTo>
                  <a:pt x="5227" y="465"/>
                </a:lnTo>
                <a:lnTo>
                  <a:pt x="5832" y="324"/>
                </a:lnTo>
                <a:lnTo>
                  <a:pt x="6438" y="223"/>
                </a:lnTo>
                <a:lnTo>
                  <a:pt x="7084" y="142"/>
                </a:lnTo>
                <a:lnTo>
                  <a:pt x="7750" y="102"/>
                </a:lnTo>
                <a:lnTo>
                  <a:pt x="8436" y="82"/>
                </a:lnTo>
                <a:close/>
                <a:moveTo>
                  <a:pt x="8335" y="1"/>
                </a:moveTo>
                <a:lnTo>
                  <a:pt x="7830" y="21"/>
                </a:lnTo>
                <a:lnTo>
                  <a:pt x="7346" y="41"/>
                </a:lnTo>
                <a:lnTo>
                  <a:pt x="6882" y="82"/>
                </a:lnTo>
                <a:lnTo>
                  <a:pt x="6438" y="142"/>
                </a:lnTo>
                <a:lnTo>
                  <a:pt x="5974" y="223"/>
                </a:lnTo>
                <a:lnTo>
                  <a:pt x="5550" y="304"/>
                </a:lnTo>
                <a:lnTo>
                  <a:pt x="5126" y="405"/>
                </a:lnTo>
                <a:lnTo>
                  <a:pt x="4723" y="526"/>
                </a:lnTo>
                <a:lnTo>
                  <a:pt x="4319" y="647"/>
                </a:lnTo>
                <a:lnTo>
                  <a:pt x="3915" y="808"/>
                </a:lnTo>
                <a:lnTo>
                  <a:pt x="3552" y="970"/>
                </a:lnTo>
                <a:lnTo>
                  <a:pt x="3149" y="1151"/>
                </a:lnTo>
                <a:lnTo>
                  <a:pt x="2765" y="1373"/>
                </a:lnTo>
                <a:lnTo>
                  <a:pt x="2422" y="1595"/>
                </a:lnTo>
                <a:lnTo>
                  <a:pt x="2099" y="1837"/>
                </a:lnTo>
                <a:lnTo>
                  <a:pt x="1817" y="2080"/>
                </a:lnTo>
                <a:lnTo>
                  <a:pt x="1575" y="2362"/>
                </a:lnTo>
                <a:lnTo>
                  <a:pt x="1353" y="2624"/>
                </a:lnTo>
                <a:lnTo>
                  <a:pt x="1151" y="2927"/>
                </a:lnTo>
                <a:lnTo>
                  <a:pt x="1030" y="3169"/>
                </a:lnTo>
                <a:lnTo>
                  <a:pt x="909" y="3432"/>
                </a:lnTo>
                <a:lnTo>
                  <a:pt x="808" y="3694"/>
                </a:lnTo>
                <a:lnTo>
                  <a:pt x="707" y="3956"/>
                </a:lnTo>
                <a:lnTo>
                  <a:pt x="586" y="4481"/>
                </a:lnTo>
                <a:lnTo>
                  <a:pt x="465" y="4985"/>
                </a:lnTo>
                <a:lnTo>
                  <a:pt x="323" y="5813"/>
                </a:lnTo>
                <a:lnTo>
                  <a:pt x="222" y="6660"/>
                </a:lnTo>
                <a:lnTo>
                  <a:pt x="122" y="7488"/>
                </a:lnTo>
                <a:lnTo>
                  <a:pt x="61" y="8315"/>
                </a:lnTo>
                <a:lnTo>
                  <a:pt x="21" y="9163"/>
                </a:lnTo>
                <a:lnTo>
                  <a:pt x="0" y="9990"/>
                </a:lnTo>
                <a:lnTo>
                  <a:pt x="21" y="10838"/>
                </a:lnTo>
                <a:lnTo>
                  <a:pt x="61" y="11665"/>
                </a:lnTo>
                <a:lnTo>
                  <a:pt x="101" y="11968"/>
                </a:lnTo>
                <a:lnTo>
                  <a:pt x="142" y="12230"/>
                </a:lnTo>
                <a:lnTo>
                  <a:pt x="222" y="12452"/>
                </a:lnTo>
                <a:lnTo>
                  <a:pt x="303" y="12654"/>
                </a:lnTo>
                <a:lnTo>
                  <a:pt x="404" y="12815"/>
                </a:lnTo>
                <a:lnTo>
                  <a:pt x="545" y="12936"/>
                </a:lnTo>
                <a:lnTo>
                  <a:pt x="687" y="13037"/>
                </a:lnTo>
                <a:lnTo>
                  <a:pt x="848" y="13098"/>
                </a:lnTo>
                <a:lnTo>
                  <a:pt x="949" y="13118"/>
                </a:lnTo>
                <a:lnTo>
                  <a:pt x="1191" y="13118"/>
                </a:lnTo>
                <a:lnTo>
                  <a:pt x="1353" y="13078"/>
                </a:lnTo>
                <a:lnTo>
                  <a:pt x="1615" y="12997"/>
                </a:lnTo>
                <a:lnTo>
                  <a:pt x="2644" y="12674"/>
                </a:lnTo>
                <a:lnTo>
                  <a:pt x="4783" y="11988"/>
                </a:lnTo>
                <a:lnTo>
                  <a:pt x="6942" y="11302"/>
                </a:lnTo>
                <a:lnTo>
                  <a:pt x="8012" y="10999"/>
                </a:lnTo>
                <a:lnTo>
                  <a:pt x="9102" y="10676"/>
                </a:lnTo>
                <a:lnTo>
                  <a:pt x="10191" y="10394"/>
                </a:lnTo>
                <a:lnTo>
                  <a:pt x="11301" y="10131"/>
                </a:lnTo>
                <a:lnTo>
                  <a:pt x="12391" y="9869"/>
                </a:lnTo>
                <a:lnTo>
                  <a:pt x="13501" y="9647"/>
                </a:lnTo>
                <a:lnTo>
                  <a:pt x="14611" y="9465"/>
                </a:lnTo>
                <a:lnTo>
                  <a:pt x="15721" y="9304"/>
                </a:lnTo>
                <a:lnTo>
                  <a:pt x="16831" y="9183"/>
                </a:lnTo>
                <a:lnTo>
                  <a:pt x="17961" y="9102"/>
                </a:lnTo>
                <a:lnTo>
                  <a:pt x="19071" y="9042"/>
                </a:lnTo>
                <a:lnTo>
                  <a:pt x="20201" y="9062"/>
                </a:lnTo>
                <a:lnTo>
                  <a:pt x="21311" y="9102"/>
                </a:lnTo>
                <a:lnTo>
                  <a:pt x="22420" y="9183"/>
                </a:lnTo>
                <a:lnTo>
                  <a:pt x="23530" y="9304"/>
                </a:lnTo>
                <a:lnTo>
                  <a:pt x="24640" y="9465"/>
                </a:lnTo>
                <a:lnTo>
                  <a:pt x="25750" y="9647"/>
                </a:lnTo>
                <a:lnTo>
                  <a:pt x="26840" y="9829"/>
                </a:lnTo>
                <a:lnTo>
                  <a:pt x="28999" y="10232"/>
                </a:lnTo>
                <a:lnTo>
                  <a:pt x="32470" y="10898"/>
                </a:lnTo>
                <a:lnTo>
                  <a:pt x="32692" y="10939"/>
                </a:lnTo>
                <a:lnTo>
                  <a:pt x="32894" y="10959"/>
                </a:lnTo>
                <a:lnTo>
                  <a:pt x="33116" y="10939"/>
                </a:lnTo>
                <a:lnTo>
                  <a:pt x="33197" y="10918"/>
                </a:lnTo>
                <a:lnTo>
                  <a:pt x="33298" y="10878"/>
                </a:lnTo>
                <a:lnTo>
                  <a:pt x="33419" y="10797"/>
                </a:lnTo>
                <a:lnTo>
                  <a:pt x="33520" y="10696"/>
                </a:lnTo>
                <a:lnTo>
                  <a:pt x="33600" y="10575"/>
                </a:lnTo>
                <a:lnTo>
                  <a:pt x="33661" y="10454"/>
                </a:lnTo>
                <a:lnTo>
                  <a:pt x="33681" y="10313"/>
                </a:lnTo>
                <a:lnTo>
                  <a:pt x="33701" y="10172"/>
                </a:lnTo>
                <a:lnTo>
                  <a:pt x="33701" y="10030"/>
                </a:lnTo>
                <a:lnTo>
                  <a:pt x="33681" y="9889"/>
                </a:lnTo>
                <a:lnTo>
                  <a:pt x="33641" y="9768"/>
                </a:lnTo>
                <a:lnTo>
                  <a:pt x="33600" y="9627"/>
                </a:lnTo>
                <a:lnTo>
                  <a:pt x="33459" y="9385"/>
                </a:lnTo>
                <a:lnTo>
                  <a:pt x="33298" y="9163"/>
                </a:lnTo>
                <a:lnTo>
                  <a:pt x="33136" y="8961"/>
                </a:lnTo>
                <a:lnTo>
                  <a:pt x="32833" y="8618"/>
                </a:lnTo>
                <a:lnTo>
                  <a:pt x="32511" y="8275"/>
                </a:lnTo>
                <a:lnTo>
                  <a:pt x="32188" y="7952"/>
                </a:lnTo>
                <a:lnTo>
                  <a:pt x="31824" y="7629"/>
                </a:lnTo>
                <a:lnTo>
                  <a:pt x="31481" y="7306"/>
                </a:lnTo>
                <a:lnTo>
                  <a:pt x="31098" y="7003"/>
                </a:lnTo>
                <a:lnTo>
                  <a:pt x="30714" y="6701"/>
                </a:lnTo>
                <a:lnTo>
                  <a:pt x="30311" y="6398"/>
                </a:lnTo>
                <a:lnTo>
                  <a:pt x="29907" y="6095"/>
                </a:lnTo>
                <a:lnTo>
                  <a:pt x="29483" y="5813"/>
                </a:lnTo>
                <a:lnTo>
                  <a:pt x="29040" y="5530"/>
                </a:lnTo>
                <a:lnTo>
                  <a:pt x="28575" y="5268"/>
                </a:lnTo>
                <a:lnTo>
                  <a:pt x="28111" y="5006"/>
                </a:lnTo>
                <a:lnTo>
                  <a:pt x="27627" y="4743"/>
                </a:lnTo>
                <a:lnTo>
                  <a:pt x="26638" y="4259"/>
                </a:lnTo>
                <a:lnTo>
                  <a:pt x="25569" y="3775"/>
                </a:lnTo>
                <a:lnTo>
                  <a:pt x="24963" y="3512"/>
                </a:lnTo>
                <a:lnTo>
                  <a:pt x="24317" y="3250"/>
                </a:lnTo>
                <a:lnTo>
                  <a:pt x="23591" y="2988"/>
                </a:lnTo>
                <a:lnTo>
                  <a:pt x="22824" y="2725"/>
                </a:lnTo>
                <a:lnTo>
                  <a:pt x="21977" y="2443"/>
                </a:lnTo>
                <a:lnTo>
                  <a:pt x="21068" y="2180"/>
                </a:lnTo>
                <a:lnTo>
                  <a:pt x="20100" y="1898"/>
                </a:lnTo>
                <a:lnTo>
                  <a:pt x="19050" y="1636"/>
                </a:lnTo>
                <a:lnTo>
                  <a:pt x="17920" y="1373"/>
                </a:lnTo>
                <a:lnTo>
                  <a:pt x="16710" y="1111"/>
                </a:lnTo>
                <a:lnTo>
                  <a:pt x="15398" y="869"/>
                </a:lnTo>
                <a:lnTo>
                  <a:pt x="14026" y="627"/>
                </a:lnTo>
                <a:lnTo>
                  <a:pt x="12552" y="405"/>
                </a:lnTo>
                <a:lnTo>
                  <a:pt x="10978" y="183"/>
                </a:lnTo>
                <a:lnTo>
                  <a:pt x="10413" y="122"/>
                </a:lnTo>
                <a:lnTo>
                  <a:pt x="9889" y="62"/>
                </a:lnTo>
                <a:lnTo>
                  <a:pt x="9344" y="41"/>
                </a:lnTo>
                <a:lnTo>
                  <a:pt x="8839" y="21"/>
                </a:lnTo>
                <a:lnTo>
                  <a:pt x="833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9" name="Google Shape;5729;p70"/>
          <p:cNvSpPr/>
          <p:nvPr/>
        </p:nvSpPr>
        <p:spPr>
          <a:xfrm flipH="1">
            <a:off x="629427" y="2966250"/>
            <a:ext cx="166996" cy="99348"/>
          </a:xfrm>
          <a:custGeom>
            <a:rect b="b" l="l" r="r" t="t"/>
            <a:pathLst>
              <a:path extrusionOk="0" h="1777" w="2987">
                <a:moveTo>
                  <a:pt x="2240" y="81"/>
                </a:moveTo>
                <a:lnTo>
                  <a:pt x="2442" y="101"/>
                </a:lnTo>
                <a:lnTo>
                  <a:pt x="2644" y="122"/>
                </a:lnTo>
                <a:lnTo>
                  <a:pt x="2745" y="162"/>
                </a:lnTo>
                <a:lnTo>
                  <a:pt x="2805" y="182"/>
                </a:lnTo>
                <a:lnTo>
                  <a:pt x="2866" y="243"/>
                </a:lnTo>
                <a:lnTo>
                  <a:pt x="2906" y="283"/>
                </a:lnTo>
                <a:lnTo>
                  <a:pt x="2906" y="364"/>
                </a:lnTo>
                <a:lnTo>
                  <a:pt x="2906" y="444"/>
                </a:lnTo>
                <a:lnTo>
                  <a:pt x="2846" y="525"/>
                </a:lnTo>
                <a:lnTo>
                  <a:pt x="2765" y="626"/>
                </a:lnTo>
                <a:lnTo>
                  <a:pt x="2543" y="868"/>
                </a:lnTo>
                <a:lnTo>
                  <a:pt x="2281" y="1070"/>
                </a:lnTo>
                <a:lnTo>
                  <a:pt x="1998" y="1252"/>
                </a:lnTo>
                <a:lnTo>
                  <a:pt x="1716" y="1413"/>
                </a:lnTo>
                <a:lnTo>
                  <a:pt x="1393" y="1534"/>
                </a:lnTo>
                <a:lnTo>
                  <a:pt x="1090" y="1615"/>
                </a:lnTo>
                <a:lnTo>
                  <a:pt x="747" y="1675"/>
                </a:lnTo>
                <a:lnTo>
                  <a:pt x="424" y="1696"/>
                </a:lnTo>
                <a:lnTo>
                  <a:pt x="263" y="1696"/>
                </a:lnTo>
                <a:lnTo>
                  <a:pt x="182" y="1655"/>
                </a:lnTo>
                <a:lnTo>
                  <a:pt x="121" y="1615"/>
                </a:lnTo>
                <a:lnTo>
                  <a:pt x="81" y="1554"/>
                </a:lnTo>
                <a:lnTo>
                  <a:pt x="81" y="1494"/>
                </a:lnTo>
                <a:lnTo>
                  <a:pt x="81" y="1433"/>
                </a:lnTo>
                <a:lnTo>
                  <a:pt x="101" y="1373"/>
                </a:lnTo>
                <a:lnTo>
                  <a:pt x="182" y="1252"/>
                </a:lnTo>
                <a:lnTo>
                  <a:pt x="263" y="1151"/>
                </a:lnTo>
                <a:lnTo>
                  <a:pt x="485" y="949"/>
                </a:lnTo>
                <a:lnTo>
                  <a:pt x="686" y="747"/>
                </a:lnTo>
                <a:lnTo>
                  <a:pt x="929" y="586"/>
                </a:lnTo>
                <a:lnTo>
                  <a:pt x="1171" y="424"/>
                </a:lnTo>
                <a:lnTo>
                  <a:pt x="1413" y="283"/>
                </a:lnTo>
                <a:lnTo>
                  <a:pt x="1675" y="182"/>
                </a:lnTo>
                <a:lnTo>
                  <a:pt x="1958" y="101"/>
                </a:lnTo>
                <a:lnTo>
                  <a:pt x="2240" y="81"/>
                </a:lnTo>
                <a:close/>
                <a:moveTo>
                  <a:pt x="2119" y="0"/>
                </a:moveTo>
                <a:lnTo>
                  <a:pt x="1938" y="21"/>
                </a:lnTo>
                <a:lnTo>
                  <a:pt x="1776" y="61"/>
                </a:lnTo>
                <a:lnTo>
                  <a:pt x="1615" y="122"/>
                </a:lnTo>
                <a:lnTo>
                  <a:pt x="1453" y="182"/>
                </a:lnTo>
                <a:lnTo>
                  <a:pt x="1292" y="243"/>
                </a:lnTo>
                <a:lnTo>
                  <a:pt x="1009" y="424"/>
                </a:lnTo>
                <a:lnTo>
                  <a:pt x="727" y="626"/>
                </a:lnTo>
                <a:lnTo>
                  <a:pt x="464" y="848"/>
                </a:lnTo>
                <a:lnTo>
                  <a:pt x="222" y="1090"/>
                </a:lnTo>
                <a:lnTo>
                  <a:pt x="101" y="1211"/>
                </a:lnTo>
                <a:lnTo>
                  <a:pt x="21" y="1332"/>
                </a:lnTo>
                <a:lnTo>
                  <a:pt x="0" y="1433"/>
                </a:lnTo>
                <a:lnTo>
                  <a:pt x="0" y="1514"/>
                </a:lnTo>
                <a:lnTo>
                  <a:pt x="21" y="1595"/>
                </a:lnTo>
                <a:lnTo>
                  <a:pt x="61" y="1655"/>
                </a:lnTo>
                <a:lnTo>
                  <a:pt x="121" y="1716"/>
                </a:lnTo>
                <a:lnTo>
                  <a:pt x="222" y="1756"/>
                </a:lnTo>
                <a:lnTo>
                  <a:pt x="303" y="1776"/>
                </a:lnTo>
                <a:lnTo>
                  <a:pt x="424" y="1776"/>
                </a:lnTo>
                <a:lnTo>
                  <a:pt x="767" y="1756"/>
                </a:lnTo>
                <a:lnTo>
                  <a:pt x="1110" y="1696"/>
                </a:lnTo>
                <a:lnTo>
                  <a:pt x="1433" y="1615"/>
                </a:lnTo>
                <a:lnTo>
                  <a:pt x="1736" y="1474"/>
                </a:lnTo>
                <a:lnTo>
                  <a:pt x="2039" y="1332"/>
                </a:lnTo>
                <a:lnTo>
                  <a:pt x="2321" y="1131"/>
                </a:lnTo>
                <a:lnTo>
                  <a:pt x="2604" y="929"/>
                </a:lnTo>
                <a:lnTo>
                  <a:pt x="2826" y="687"/>
                </a:lnTo>
                <a:lnTo>
                  <a:pt x="2926" y="565"/>
                </a:lnTo>
                <a:lnTo>
                  <a:pt x="2987" y="465"/>
                </a:lnTo>
                <a:lnTo>
                  <a:pt x="2987" y="343"/>
                </a:lnTo>
                <a:lnTo>
                  <a:pt x="2967" y="263"/>
                </a:lnTo>
                <a:lnTo>
                  <a:pt x="2926" y="182"/>
                </a:lnTo>
                <a:lnTo>
                  <a:pt x="2866" y="122"/>
                </a:lnTo>
                <a:lnTo>
                  <a:pt x="2765" y="81"/>
                </a:lnTo>
                <a:lnTo>
                  <a:pt x="2664" y="41"/>
                </a:lnTo>
                <a:lnTo>
                  <a:pt x="2462" y="21"/>
                </a:lnTo>
                <a:lnTo>
                  <a:pt x="22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0" name="Google Shape;5730;p70"/>
          <p:cNvSpPr/>
          <p:nvPr/>
        </p:nvSpPr>
        <p:spPr>
          <a:xfrm flipH="1">
            <a:off x="7700621" y="1915906"/>
            <a:ext cx="1001862" cy="1525380"/>
          </a:xfrm>
          <a:custGeom>
            <a:rect b="b" l="l" r="r" t="t"/>
            <a:pathLst>
              <a:path extrusionOk="0" h="27284" w="17920">
                <a:moveTo>
                  <a:pt x="9041" y="81"/>
                </a:moveTo>
                <a:lnTo>
                  <a:pt x="9464" y="101"/>
                </a:lnTo>
                <a:lnTo>
                  <a:pt x="9888" y="141"/>
                </a:lnTo>
                <a:lnTo>
                  <a:pt x="10312" y="222"/>
                </a:lnTo>
                <a:lnTo>
                  <a:pt x="10716" y="323"/>
                </a:lnTo>
                <a:lnTo>
                  <a:pt x="11139" y="444"/>
                </a:lnTo>
                <a:lnTo>
                  <a:pt x="11543" y="605"/>
                </a:lnTo>
                <a:lnTo>
                  <a:pt x="11947" y="767"/>
                </a:lnTo>
                <a:lnTo>
                  <a:pt x="12350" y="969"/>
                </a:lnTo>
                <a:lnTo>
                  <a:pt x="12734" y="1191"/>
                </a:lnTo>
                <a:lnTo>
                  <a:pt x="13117" y="1433"/>
                </a:lnTo>
                <a:lnTo>
                  <a:pt x="13480" y="1715"/>
                </a:lnTo>
                <a:lnTo>
                  <a:pt x="13844" y="1998"/>
                </a:lnTo>
                <a:lnTo>
                  <a:pt x="14187" y="2301"/>
                </a:lnTo>
                <a:lnTo>
                  <a:pt x="14530" y="2644"/>
                </a:lnTo>
                <a:lnTo>
                  <a:pt x="14832" y="2987"/>
                </a:lnTo>
                <a:lnTo>
                  <a:pt x="15155" y="3350"/>
                </a:lnTo>
                <a:lnTo>
                  <a:pt x="15397" y="3673"/>
                </a:lnTo>
                <a:lnTo>
                  <a:pt x="15619" y="4016"/>
                </a:lnTo>
                <a:lnTo>
                  <a:pt x="15841" y="4359"/>
                </a:lnTo>
                <a:lnTo>
                  <a:pt x="16063" y="4722"/>
                </a:lnTo>
                <a:lnTo>
                  <a:pt x="16265" y="5106"/>
                </a:lnTo>
                <a:lnTo>
                  <a:pt x="16447" y="5489"/>
                </a:lnTo>
                <a:lnTo>
                  <a:pt x="16628" y="5893"/>
                </a:lnTo>
                <a:lnTo>
                  <a:pt x="16790" y="6296"/>
                </a:lnTo>
                <a:lnTo>
                  <a:pt x="16931" y="6720"/>
                </a:lnTo>
                <a:lnTo>
                  <a:pt x="17072" y="7144"/>
                </a:lnTo>
                <a:lnTo>
                  <a:pt x="17214" y="7588"/>
                </a:lnTo>
                <a:lnTo>
                  <a:pt x="17315" y="8052"/>
                </a:lnTo>
                <a:lnTo>
                  <a:pt x="17436" y="8516"/>
                </a:lnTo>
                <a:lnTo>
                  <a:pt x="17516" y="8980"/>
                </a:lnTo>
                <a:lnTo>
                  <a:pt x="17597" y="9485"/>
                </a:lnTo>
                <a:lnTo>
                  <a:pt x="17678" y="9969"/>
                </a:lnTo>
                <a:lnTo>
                  <a:pt x="17738" y="10514"/>
                </a:lnTo>
                <a:lnTo>
                  <a:pt x="17779" y="11079"/>
                </a:lnTo>
                <a:lnTo>
                  <a:pt x="17819" y="11624"/>
                </a:lnTo>
                <a:lnTo>
                  <a:pt x="17839" y="12189"/>
                </a:lnTo>
                <a:lnTo>
                  <a:pt x="17839" y="12774"/>
                </a:lnTo>
                <a:lnTo>
                  <a:pt x="17819" y="13339"/>
                </a:lnTo>
                <a:lnTo>
                  <a:pt x="17799" y="13924"/>
                </a:lnTo>
                <a:lnTo>
                  <a:pt x="17758" y="14510"/>
                </a:lnTo>
                <a:lnTo>
                  <a:pt x="17718" y="15115"/>
                </a:lnTo>
                <a:lnTo>
                  <a:pt x="17637" y="15720"/>
                </a:lnTo>
                <a:lnTo>
                  <a:pt x="17557" y="16326"/>
                </a:lnTo>
                <a:lnTo>
                  <a:pt x="17456" y="16951"/>
                </a:lnTo>
                <a:lnTo>
                  <a:pt x="17355" y="17577"/>
                </a:lnTo>
                <a:lnTo>
                  <a:pt x="17234" y="18202"/>
                </a:lnTo>
                <a:lnTo>
                  <a:pt x="17093" y="18848"/>
                </a:lnTo>
                <a:lnTo>
                  <a:pt x="16931" y="19514"/>
                </a:lnTo>
                <a:lnTo>
                  <a:pt x="16709" y="20362"/>
                </a:lnTo>
                <a:lnTo>
                  <a:pt x="16447" y="21230"/>
                </a:lnTo>
                <a:lnTo>
                  <a:pt x="16285" y="21673"/>
                </a:lnTo>
                <a:lnTo>
                  <a:pt x="16124" y="22117"/>
                </a:lnTo>
                <a:lnTo>
                  <a:pt x="15942" y="22561"/>
                </a:lnTo>
                <a:lnTo>
                  <a:pt x="15740" y="23005"/>
                </a:lnTo>
                <a:lnTo>
                  <a:pt x="15518" y="23429"/>
                </a:lnTo>
                <a:lnTo>
                  <a:pt x="15276" y="23873"/>
                </a:lnTo>
                <a:lnTo>
                  <a:pt x="15014" y="24277"/>
                </a:lnTo>
                <a:lnTo>
                  <a:pt x="14731" y="24680"/>
                </a:lnTo>
                <a:lnTo>
                  <a:pt x="14429" y="25064"/>
                </a:lnTo>
                <a:lnTo>
                  <a:pt x="14106" y="25427"/>
                </a:lnTo>
                <a:lnTo>
                  <a:pt x="13743" y="25770"/>
                </a:lnTo>
                <a:lnTo>
                  <a:pt x="13359" y="26093"/>
                </a:lnTo>
                <a:lnTo>
                  <a:pt x="13077" y="26295"/>
                </a:lnTo>
                <a:lnTo>
                  <a:pt x="12774" y="26476"/>
                </a:lnTo>
                <a:lnTo>
                  <a:pt x="12491" y="26658"/>
                </a:lnTo>
                <a:lnTo>
                  <a:pt x="12209" y="26799"/>
                </a:lnTo>
                <a:lnTo>
                  <a:pt x="11906" y="26920"/>
                </a:lnTo>
                <a:lnTo>
                  <a:pt x="11624" y="27021"/>
                </a:lnTo>
                <a:lnTo>
                  <a:pt x="11321" y="27102"/>
                </a:lnTo>
                <a:lnTo>
                  <a:pt x="11018" y="27162"/>
                </a:lnTo>
                <a:lnTo>
                  <a:pt x="10716" y="27203"/>
                </a:lnTo>
                <a:lnTo>
                  <a:pt x="10110" y="27203"/>
                </a:lnTo>
                <a:lnTo>
                  <a:pt x="9808" y="27183"/>
                </a:lnTo>
                <a:lnTo>
                  <a:pt x="9485" y="27142"/>
                </a:lnTo>
                <a:lnTo>
                  <a:pt x="9182" y="27062"/>
                </a:lnTo>
                <a:lnTo>
                  <a:pt x="8859" y="26981"/>
                </a:lnTo>
                <a:lnTo>
                  <a:pt x="8556" y="26860"/>
                </a:lnTo>
                <a:lnTo>
                  <a:pt x="8234" y="26739"/>
                </a:lnTo>
                <a:lnTo>
                  <a:pt x="7931" y="26577"/>
                </a:lnTo>
                <a:lnTo>
                  <a:pt x="7628" y="26416"/>
                </a:lnTo>
                <a:lnTo>
                  <a:pt x="7346" y="26234"/>
                </a:lnTo>
                <a:lnTo>
                  <a:pt x="7063" y="26053"/>
                </a:lnTo>
                <a:lnTo>
                  <a:pt x="6781" y="25851"/>
                </a:lnTo>
                <a:lnTo>
                  <a:pt x="6256" y="25427"/>
                </a:lnTo>
                <a:lnTo>
                  <a:pt x="5772" y="24983"/>
                </a:lnTo>
                <a:lnTo>
                  <a:pt x="5328" y="24539"/>
                </a:lnTo>
                <a:lnTo>
                  <a:pt x="4944" y="24095"/>
                </a:lnTo>
                <a:lnTo>
                  <a:pt x="4581" y="23671"/>
                </a:lnTo>
                <a:lnTo>
                  <a:pt x="4238" y="23227"/>
                </a:lnTo>
                <a:lnTo>
                  <a:pt x="3895" y="22763"/>
                </a:lnTo>
                <a:lnTo>
                  <a:pt x="3572" y="22279"/>
                </a:lnTo>
                <a:lnTo>
                  <a:pt x="3249" y="21815"/>
                </a:lnTo>
                <a:lnTo>
                  <a:pt x="2967" y="21330"/>
                </a:lnTo>
                <a:lnTo>
                  <a:pt x="2664" y="20826"/>
                </a:lnTo>
                <a:lnTo>
                  <a:pt x="2401" y="20342"/>
                </a:lnTo>
                <a:lnTo>
                  <a:pt x="2139" y="19837"/>
                </a:lnTo>
                <a:lnTo>
                  <a:pt x="1897" y="19333"/>
                </a:lnTo>
                <a:lnTo>
                  <a:pt x="1675" y="18808"/>
                </a:lnTo>
                <a:lnTo>
                  <a:pt x="1453" y="18303"/>
                </a:lnTo>
                <a:lnTo>
                  <a:pt x="1251" y="17779"/>
                </a:lnTo>
                <a:lnTo>
                  <a:pt x="1070" y="17254"/>
                </a:lnTo>
                <a:lnTo>
                  <a:pt x="888" y="16729"/>
                </a:lnTo>
                <a:lnTo>
                  <a:pt x="727" y="16205"/>
                </a:lnTo>
                <a:lnTo>
                  <a:pt x="585" y="15680"/>
                </a:lnTo>
                <a:lnTo>
                  <a:pt x="464" y="15095"/>
                </a:lnTo>
                <a:lnTo>
                  <a:pt x="343" y="14530"/>
                </a:lnTo>
                <a:lnTo>
                  <a:pt x="262" y="13965"/>
                </a:lnTo>
                <a:lnTo>
                  <a:pt x="182" y="13400"/>
                </a:lnTo>
                <a:lnTo>
                  <a:pt x="121" y="12835"/>
                </a:lnTo>
                <a:lnTo>
                  <a:pt x="101" y="12270"/>
                </a:lnTo>
                <a:lnTo>
                  <a:pt x="81" y="11725"/>
                </a:lnTo>
                <a:lnTo>
                  <a:pt x="81" y="11160"/>
                </a:lnTo>
                <a:lnTo>
                  <a:pt x="101" y="10615"/>
                </a:lnTo>
                <a:lnTo>
                  <a:pt x="141" y="10070"/>
                </a:lnTo>
                <a:lnTo>
                  <a:pt x="202" y="9525"/>
                </a:lnTo>
                <a:lnTo>
                  <a:pt x="283" y="9000"/>
                </a:lnTo>
                <a:lnTo>
                  <a:pt x="383" y="8476"/>
                </a:lnTo>
                <a:lnTo>
                  <a:pt x="505" y="7951"/>
                </a:lnTo>
                <a:lnTo>
                  <a:pt x="646" y="7447"/>
                </a:lnTo>
                <a:lnTo>
                  <a:pt x="787" y="6942"/>
                </a:lnTo>
                <a:lnTo>
                  <a:pt x="1049" y="6236"/>
                </a:lnTo>
                <a:lnTo>
                  <a:pt x="1352" y="5570"/>
                </a:lnTo>
                <a:lnTo>
                  <a:pt x="1695" y="4924"/>
                </a:lnTo>
                <a:lnTo>
                  <a:pt x="2079" y="4298"/>
                </a:lnTo>
                <a:lnTo>
                  <a:pt x="2482" y="3693"/>
                </a:lnTo>
                <a:lnTo>
                  <a:pt x="2946" y="3128"/>
                </a:lnTo>
                <a:lnTo>
                  <a:pt x="3188" y="2866"/>
                </a:lnTo>
                <a:lnTo>
                  <a:pt x="3431" y="2603"/>
                </a:lnTo>
                <a:lnTo>
                  <a:pt x="3673" y="2361"/>
                </a:lnTo>
                <a:lnTo>
                  <a:pt x="3935" y="2119"/>
                </a:lnTo>
                <a:lnTo>
                  <a:pt x="4218" y="1877"/>
                </a:lnTo>
                <a:lnTo>
                  <a:pt x="4520" y="1655"/>
                </a:lnTo>
                <a:lnTo>
                  <a:pt x="4803" y="1433"/>
                </a:lnTo>
                <a:lnTo>
                  <a:pt x="5106" y="1231"/>
                </a:lnTo>
                <a:lnTo>
                  <a:pt x="5408" y="1049"/>
                </a:lnTo>
                <a:lnTo>
                  <a:pt x="5731" y="888"/>
                </a:lnTo>
                <a:lnTo>
                  <a:pt x="6034" y="727"/>
                </a:lnTo>
                <a:lnTo>
                  <a:pt x="6337" y="605"/>
                </a:lnTo>
                <a:lnTo>
                  <a:pt x="6659" y="484"/>
                </a:lnTo>
                <a:lnTo>
                  <a:pt x="6982" y="363"/>
                </a:lnTo>
                <a:lnTo>
                  <a:pt x="7305" y="283"/>
                </a:lnTo>
                <a:lnTo>
                  <a:pt x="7628" y="202"/>
                </a:lnTo>
                <a:lnTo>
                  <a:pt x="7951" y="162"/>
                </a:lnTo>
                <a:lnTo>
                  <a:pt x="8274" y="121"/>
                </a:lnTo>
                <a:lnTo>
                  <a:pt x="8597" y="81"/>
                </a:lnTo>
                <a:close/>
                <a:moveTo>
                  <a:pt x="8698" y="0"/>
                </a:moveTo>
                <a:lnTo>
                  <a:pt x="8355" y="20"/>
                </a:lnTo>
                <a:lnTo>
                  <a:pt x="8032" y="61"/>
                </a:lnTo>
                <a:lnTo>
                  <a:pt x="7689" y="121"/>
                </a:lnTo>
                <a:lnTo>
                  <a:pt x="7366" y="182"/>
                </a:lnTo>
                <a:lnTo>
                  <a:pt x="7023" y="283"/>
                </a:lnTo>
                <a:lnTo>
                  <a:pt x="6700" y="383"/>
                </a:lnTo>
                <a:lnTo>
                  <a:pt x="6377" y="505"/>
                </a:lnTo>
                <a:lnTo>
                  <a:pt x="6054" y="646"/>
                </a:lnTo>
                <a:lnTo>
                  <a:pt x="5731" y="787"/>
                </a:lnTo>
                <a:lnTo>
                  <a:pt x="5408" y="969"/>
                </a:lnTo>
                <a:lnTo>
                  <a:pt x="5085" y="1150"/>
                </a:lnTo>
                <a:lnTo>
                  <a:pt x="4783" y="1352"/>
                </a:lnTo>
                <a:lnTo>
                  <a:pt x="4480" y="1574"/>
                </a:lnTo>
                <a:lnTo>
                  <a:pt x="4177" y="1816"/>
                </a:lnTo>
                <a:lnTo>
                  <a:pt x="3895" y="2058"/>
                </a:lnTo>
                <a:lnTo>
                  <a:pt x="3632" y="2301"/>
                </a:lnTo>
                <a:lnTo>
                  <a:pt x="3370" y="2543"/>
                </a:lnTo>
                <a:lnTo>
                  <a:pt x="3128" y="2805"/>
                </a:lnTo>
                <a:lnTo>
                  <a:pt x="2886" y="3088"/>
                </a:lnTo>
                <a:lnTo>
                  <a:pt x="2422" y="3653"/>
                </a:lnTo>
                <a:lnTo>
                  <a:pt x="1998" y="4258"/>
                </a:lnTo>
                <a:lnTo>
                  <a:pt x="1614" y="4884"/>
                </a:lnTo>
                <a:lnTo>
                  <a:pt x="1271" y="5529"/>
                </a:lnTo>
                <a:lnTo>
                  <a:pt x="969" y="6216"/>
                </a:lnTo>
                <a:lnTo>
                  <a:pt x="848" y="6559"/>
                </a:lnTo>
                <a:lnTo>
                  <a:pt x="727" y="6902"/>
                </a:lnTo>
                <a:lnTo>
                  <a:pt x="565" y="7406"/>
                </a:lnTo>
                <a:lnTo>
                  <a:pt x="424" y="7931"/>
                </a:lnTo>
                <a:lnTo>
                  <a:pt x="303" y="8456"/>
                </a:lnTo>
                <a:lnTo>
                  <a:pt x="202" y="8980"/>
                </a:lnTo>
                <a:lnTo>
                  <a:pt x="121" y="9525"/>
                </a:lnTo>
                <a:lnTo>
                  <a:pt x="61" y="10070"/>
                </a:lnTo>
                <a:lnTo>
                  <a:pt x="20" y="10615"/>
                </a:lnTo>
                <a:lnTo>
                  <a:pt x="0" y="11160"/>
                </a:lnTo>
                <a:lnTo>
                  <a:pt x="0" y="11725"/>
                </a:lnTo>
                <a:lnTo>
                  <a:pt x="20" y="12270"/>
                </a:lnTo>
                <a:lnTo>
                  <a:pt x="40" y="12835"/>
                </a:lnTo>
                <a:lnTo>
                  <a:pt x="101" y="13400"/>
                </a:lnTo>
                <a:lnTo>
                  <a:pt x="182" y="13965"/>
                </a:lnTo>
                <a:lnTo>
                  <a:pt x="262" y="14550"/>
                </a:lnTo>
                <a:lnTo>
                  <a:pt x="383" y="15115"/>
                </a:lnTo>
                <a:lnTo>
                  <a:pt x="525" y="15700"/>
                </a:lnTo>
                <a:lnTo>
                  <a:pt x="666" y="16225"/>
                </a:lnTo>
                <a:lnTo>
                  <a:pt x="807" y="16750"/>
                </a:lnTo>
                <a:lnTo>
                  <a:pt x="989" y="17274"/>
                </a:lnTo>
                <a:lnTo>
                  <a:pt x="1170" y="17799"/>
                </a:lnTo>
                <a:lnTo>
                  <a:pt x="1372" y="18324"/>
                </a:lnTo>
                <a:lnTo>
                  <a:pt x="1594" y="18848"/>
                </a:lnTo>
                <a:lnTo>
                  <a:pt x="1816" y="19353"/>
                </a:lnTo>
                <a:lnTo>
                  <a:pt x="2058" y="19877"/>
                </a:lnTo>
                <a:lnTo>
                  <a:pt x="2321" y="20382"/>
                </a:lnTo>
                <a:lnTo>
                  <a:pt x="2603" y="20866"/>
                </a:lnTo>
                <a:lnTo>
                  <a:pt x="2886" y="21371"/>
                </a:lnTo>
                <a:lnTo>
                  <a:pt x="3188" y="21855"/>
                </a:lnTo>
                <a:lnTo>
                  <a:pt x="3511" y="22339"/>
                </a:lnTo>
                <a:lnTo>
                  <a:pt x="3834" y="22804"/>
                </a:lnTo>
                <a:lnTo>
                  <a:pt x="4177" y="23268"/>
                </a:lnTo>
                <a:lnTo>
                  <a:pt x="4520" y="23732"/>
                </a:lnTo>
                <a:lnTo>
                  <a:pt x="4964" y="24236"/>
                </a:lnTo>
                <a:lnTo>
                  <a:pt x="5206" y="24519"/>
                </a:lnTo>
                <a:lnTo>
                  <a:pt x="5489" y="24822"/>
                </a:lnTo>
                <a:lnTo>
                  <a:pt x="5792" y="25104"/>
                </a:lnTo>
                <a:lnTo>
                  <a:pt x="6115" y="25407"/>
                </a:lnTo>
                <a:lnTo>
                  <a:pt x="6458" y="25689"/>
                </a:lnTo>
                <a:lnTo>
                  <a:pt x="6821" y="25972"/>
                </a:lnTo>
                <a:lnTo>
                  <a:pt x="7204" y="26254"/>
                </a:lnTo>
                <a:lnTo>
                  <a:pt x="7608" y="26497"/>
                </a:lnTo>
                <a:lnTo>
                  <a:pt x="8032" y="26718"/>
                </a:lnTo>
                <a:lnTo>
                  <a:pt x="8455" y="26900"/>
                </a:lnTo>
                <a:lnTo>
                  <a:pt x="8920" y="27062"/>
                </a:lnTo>
                <a:lnTo>
                  <a:pt x="9364" y="27183"/>
                </a:lnTo>
                <a:lnTo>
                  <a:pt x="9606" y="27223"/>
                </a:lnTo>
                <a:lnTo>
                  <a:pt x="9848" y="27263"/>
                </a:lnTo>
                <a:lnTo>
                  <a:pt x="10090" y="27284"/>
                </a:lnTo>
                <a:lnTo>
                  <a:pt x="10695" y="27284"/>
                </a:lnTo>
                <a:lnTo>
                  <a:pt x="11079" y="27223"/>
                </a:lnTo>
                <a:lnTo>
                  <a:pt x="11462" y="27142"/>
                </a:lnTo>
                <a:lnTo>
                  <a:pt x="11846" y="27021"/>
                </a:lnTo>
                <a:lnTo>
                  <a:pt x="12229" y="26880"/>
                </a:lnTo>
                <a:lnTo>
                  <a:pt x="12613" y="26678"/>
                </a:lnTo>
                <a:lnTo>
                  <a:pt x="12996" y="26436"/>
                </a:lnTo>
                <a:lnTo>
                  <a:pt x="13400" y="26153"/>
                </a:lnTo>
                <a:lnTo>
                  <a:pt x="13783" y="25831"/>
                </a:lnTo>
                <a:lnTo>
                  <a:pt x="14146" y="25488"/>
                </a:lnTo>
                <a:lnTo>
                  <a:pt x="14489" y="25124"/>
                </a:lnTo>
                <a:lnTo>
                  <a:pt x="14792" y="24721"/>
                </a:lnTo>
                <a:lnTo>
                  <a:pt x="15095" y="24317"/>
                </a:lnTo>
                <a:lnTo>
                  <a:pt x="15357" y="23913"/>
                </a:lnTo>
                <a:lnTo>
                  <a:pt x="15599" y="23490"/>
                </a:lnTo>
                <a:lnTo>
                  <a:pt x="15821" y="23046"/>
                </a:lnTo>
                <a:lnTo>
                  <a:pt x="16023" y="22602"/>
                </a:lnTo>
                <a:lnTo>
                  <a:pt x="16205" y="22158"/>
                </a:lnTo>
                <a:lnTo>
                  <a:pt x="16366" y="21714"/>
                </a:lnTo>
                <a:lnTo>
                  <a:pt x="16527" y="21270"/>
                </a:lnTo>
                <a:lnTo>
                  <a:pt x="16790" y="20382"/>
                </a:lnTo>
                <a:lnTo>
                  <a:pt x="17012" y="19534"/>
                </a:lnTo>
                <a:lnTo>
                  <a:pt x="17173" y="18868"/>
                </a:lnTo>
                <a:lnTo>
                  <a:pt x="17315" y="18223"/>
                </a:lnTo>
                <a:lnTo>
                  <a:pt x="17436" y="17597"/>
                </a:lnTo>
                <a:lnTo>
                  <a:pt x="17537" y="16951"/>
                </a:lnTo>
                <a:lnTo>
                  <a:pt x="17637" y="16346"/>
                </a:lnTo>
                <a:lnTo>
                  <a:pt x="17718" y="15720"/>
                </a:lnTo>
                <a:lnTo>
                  <a:pt x="17799" y="15115"/>
                </a:lnTo>
                <a:lnTo>
                  <a:pt x="17839" y="14530"/>
                </a:lnTo>
                <a:lnTo>
                  <a:pt x="17880" y="13924"/>
                </a:lnTo>
                <a:lnTo>
                  <a:pt x="17900" y="13339"/>
                </a:lnTo>
                <a:lnTo>
                  <a:pt x="17920" y="12774"/>
                </a:lnTo>
                <a:lnTo>
                  <a:pt x="17920" y="12189"/>
                </a:lnTo>
                <a:lnTo>
                  <a:pt x="17900" y="11624"/>
                </a:lnTo>
                <a:lnTo>
                  <a:pt x="17859" y="11059"/>
                </a:lnTo>
                <a:lnTo>
                  <a:pt x="17819" y="10514"/>
                </a:lnTo>
                <a:lnTo>
                  <a:pt x="17758" y="9969"/>
                </a:lnTo>
                <a:lnTo>
                  <a:pt x="17678" y="9465"/>
                </a:lnTo>
                <a:lnTo>
                  <a:pt x="17597" y="8980"/>
                </a:lnTo>
                <a:lnTo>
                  <a:pt x="17516" y="8496"/>
                </a:lnTo>
                <a:lnTo>
                  <a:pt x="17395" y="8032"/>
                </a:lnTo>
                <a:lnTo>
                  <a:pt x="17294" y="7568"/>
                </a:lnTo>
                <a:lnTo>
                  <a:pt x="17153" y="7124"/>
                </a:lnTo>
                <a:lnTo>
                  <a:pt x="17012" y="6700"/>
                </a:lnTo>
                <a:lnTo>
                  <a:pt x="16850" y="6276"/>
                </a:lnTo>
                <a:lnTo>
                  <a:pt x="16689" y="5852"/>
                </a:lnTo>
                <a:lnTo>
                  <a:pt x="16507" y="5449"/>
                </a:lnTo>
                <a:lnTo>
                  <a:pt x="16326" y="5065"/>
                </a:lnTo>
                <a:lnTo>
                  <a:pt x="16124" y="4682"/>
                </a:lnTo>
                <a:lnTo>
                  <a:pt x="15922" y="4319"/>
                </a:lnTo>
                <a:lnTo>
                  <a:pt x="15700" y="3976"/>
                </a:lnTo>
                <a:lnTo>
                  <a:pt x="15458" y="3632"/>
                </a:lnTo>
                <a:lnTo>
                  <a:pt x="15216" y="3310"/>
                </a:lnTo>
                <a:lnTo>
                  <a:pt x="14913" y="2926"/>
                </a:lnTo>
                <a:lnTo>
                  <a:pt x="14590" y="2583"/>
                </a:lnTo>
                <a:lnTo>
                  <a:pt x="14247" y="2240"/>
                </a:lnTo>
                <a:lnTo>
                  <a:pt x="13904" y="1937"/>
                </a:lnTo>
                <a:lnTo>
                  <a:pt x="13541" y="1635"/>
                </a:lnTo>
                <a:lnTo>
                  <a:pt x="13157" y="1372"/>
                </a:lnTo>
                <a:lnTo>
                  <a:pt x="12774" y="1130"/>
                </a:lnTo>
                <a:lnTo>
                  <a:pt x="12391" y="908"/>
                </a:lnTo>
                <a:lnTo>
                  <a:pt x="11987" y="706"/>
                </a:lnTo>
                <a:lnTo>
                  <a:pt x="11583" y="525"/>
                </a:lnTo>
                <a:lnTo>
                  <a:pt x="11160" y="363"/>
                </a:lnTo>
                <a:lnTo>
                  <a:pt x="10736" y="242"/>
                </a:lnTo>
                <a:lnTo>
                  <a:pt x="10312" y="141"/>
                </a:lnTo>
                <a:lnTo>
                  <a:pt x="9888" y="61"/>
                </a:lnTo>
                <a:lnTo>
                  <a:pt x="9464" y="20"/>
                </a:lnTo>
                <a:lnTo>
                  <a:pt x="904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1" name="Google Shape;5731;p70"/>
          <p:cNvSpPr/>
          <p:nvPr/>
        </p:nvSpPr>
        <p:spPr>
          <a:xfrm flipH="1">
            <a:off x="7849509" y="2038845"/>
            <a:ext cx="560808" cy="1296383"/>
          </a:xfrm>
          <a:custGeom>
            <a:rect b="b" l="l" r="r" t="t"/>
            <a:pathLst>
              <a:path extrusionOk="0" h="23188" w="10031">
                <a:moveTo>
                  <a:pt x="4703" y="61"/>
                </a:moveTo>
                <a:lnTo>
                  <a:pt x="4985" y="81"/>
                </a:lnTo>
                <a:lnTo>
                  <a:pt x="5268" y="122"/>
                </a:lnTo>
                <a:lnTo>
                  <a:pt x="5550" y="202"/>
                </a:lnTo>
                <a:lnTo>
                  <a:pt x="5833" y="303"/>
                </a:lnTo>
                <a:lnTo>
                  <a:pt x="6075" y="424"/>
                </a:lnTo>
                <a:lnTo>
                  <a:pt x="6297" y="566"/>
                </a:lnTo>
                <a:lnTo>
                  <a:pt x="6519" y="707"/>
                </a:lnTo>
                <a:lnTo>
                  <a:pt x="6741" y="868"/>
                </a:lnTo>
                <a:lnTo>
                  <a:pt x="6963" y="1070"/>
                </a:lnTo>
                <a:lnTo>
                  <a:pt x="7165" y="1272"/>
                </a:lnTo>
                <a:lnTo>
                  <a:pt x="7366" y="1494"/>
                </a:lnTo>
                <a:lnTo>
                  <a:pt x="7548" y="1736"/>
                </a:lnTo>
                <a:lnTo>
                  <a:pt x="7730" y="1999"/>
                </a:lnTo>
                <a:lnTo>
                  <a:pt x="7911" y="2281"/>
                </a:lnTo>
                <a:lnTo>
                  <a:pt x="8073" y="2584"/>
                </a:lnTo>
                <a:lnTo>
                  <a:pt x="8234" y="2907"/>
                </a:lnTo>
                <a:lnTo>
                  <a:pt x="8396" y="3230"/>
                </a:lnTo>
                <a:lnTo>
                  <a:pt x="8537" y="3593"/>
                </a:lnTo>
                <a:lnTo>
                  <a:pt x="8678" y="3976"/>
                </a:lnTo>
                <a:lnTo>
                  <a:pt x="8819" y="4380"/>
                </a:lnTo>
                <a:lnTo>
                  <a:pt x="9082" y="5207"/>
                </a:lnTo>
                <a:lnTo>
                  <a:pt x="9304" y="6075"/>
                </a:lnTo>
                <a:lnTo>
                  <a:pt x="9505" y="6922"/>
                </a:lnTo>
                <a:lnTo>
                  <a:pt x="9647" y="7790"/>
                </a:lnTo>
                <a:lnTo>
                  <a:pt x="9788" y="8678"/>
                </a:lnTo>
                <a:lnTo>
                  <a:pt x="9869" y="9546"/>
                </a:lnTo>
                <a:lnTo>
                  <a:pt x="9929" y="10434"/>
                </a:lnTo>
                <a:lnTo>
                  <a:pt x="9949" y="11302"/>
                </a:lnTo>
                <a:lnTo>
                  <a:pt x="9949" y="12189"/>
                </a:lnTo>
                <a:lnTo>
                  <a:pt x="9909" y="13077"/>
                </a:lnTo>
                <a:lnTo>
                  <a:pt x="9828" y="13945"/>
                </a:lnTo>
                <a:lnTo>
                  <a:pt x="9727" y="14833"/>
                </a:lnTo>
                <a:lnTo>
                  <a:pt x="9586" y="15701"/>
                </a:lnTo>
                <a:lnTo>
                  <a:pt x="9405" y="16569"/>
                </a:lnTo>
                <a:lnTo>
                  <a:pt x="9203" y="17416"/>
                </a:lnTo>
                <a:lnTo>
                  <a:pt x="8961" y="18264"/>
                </a:lnTo>
                <a:lnTo>
                  <a:pt x="8799" y="18768"/>
                </a:lnTo>
                <a:lnTo>
                  <a:pt x="8618" y="19293"/>
                </a:lnTo>
                <a:lnTo>
                  <a:pt x="8396" y="19838"/>
                </a:lnTo>
                <a:lnTo>
                  <a:pt x="8133" y="20362"/>
                </a:lnTo>
                <a:lnTo>
                  <a:pt x="7992" y="20625"/>
                </a:lnTo>
                <a:lnTo>
                  <a:pt x="7831" y="20867"/>
                </a:lnTo>
                <a:lnTo>
                  <a:pt x="7669" y="21129"/>
                </a:lnTo>
                <a:lnTo>
                  <a:pt x="7487" y="21371"/>
                </a:lnTo>
                <a:lnTo>
                  <a:pt x="7286" y="21593"/>
                </a:lnTo>
                <a:lnTo>
                  <a:pt x="7084" y="21815"/>
                </a:lnTo>
                <a:lnTo>
                  <a:pt x="6862" y="22037"/>
                </a:lnTo>
                <a:lnTo>
                  <a:pt x="6620" y="22239"/>
                </a:lnTo>
                <a:lnTo>
                  <a:pt x="6398" y="22401"/>
                </a:lnTo>
                <a:lnTo>
                  <a:pt x="6196" y="22542"/>
                </a:lnTo>
                <a:lnTo>
                  <a:pt x="5974" y="22663"/>
                </a:lnTo>
                <a:lnTo>
                  <a:pt x="5772" y="22764"/>
                </a:lnTo>
                <a:lnTo>
                  <a:pt x="5550" y="22865"/>
                </a:lnTo>
                <a:lnTo>
                  <a:pt x="5348" y="22945"/>
                </a:lnTo>
                <a:lnTo>
                  <a:pt x="5147" y="23006"/>
                </a:lnTo>
                <a:lnTo>
                  <a:pt x="4945" y="23046"/>
                </a:lnTo>
                <a:lnTo>
                  <a:pt x="4743" y="23087"/>
                </a:lnTo>
                <a:lnTo>
                  <a:pt x="4541" y="23107"/>
                </a:lnTo>
                <a:lnTo>
                  <a:pt x="4339" y="23107"/>
                </a:lnTo>
                <a:lnTo>
                  <a:pt x="4138" y="23087"/>
                </a:lnTo>
                <a:lnTo>
                  <a:pt x="3936" y="23046"/>
                </a:lnTo>
                <a:lnTo>
                  <a:pt x="3754" y="23006"/>
                </a:lnTo>
                <a:lnTo>
                  <a:pt x="3552" y="22925"/>
                </a:lnTo>
                <a:lnTo>
                  <a:pt x="3351" y="22845"/>
                </a:lnTo>
                <a:lnTo>
                  <a:pt x="3169" y="22764"/>
                </a:lnTo>
                <a:lnTo>
                  <a:pt x="2987" y="22643"/>
                </a:lnTo>
                <a:lnTo>
                  <a:pt x="2806" y="22522"/>
                </a:lnTo>
                <a:lnTo>
                  <a:pt x="2644" y="22380"/>
                </a:lnTo>
                <a:lnTo>
                  <a:pt x="2321" y="22078"/>
                </a:lnTo>
                <a:lnTo>
                  <a:pt x="1999" y="21714"/>
                </a:lnTo>
                <a:lnTo>
                  <a:pt x="1716" y="21331"/>
                </a:lnTo>
                <a:lnTo>
                  <a:pt x="1454" y="20927"/>
                </a:lnTo>
                <a:lnTo>
                  <a:pt x="1211" y="20483"/>
                </a:lnTo>
                <a:lnTo>
                  <a:pt x="990" y="20019"/>
                </a:lnTo>
                <a:lnTo>
                  <a:pt x="788" y="19535"/>
                </a:lnTo>
                <a:lnTo>
                  <a:pt x="626" y="19051"/>
                </a:lnTo>
                <a:lnTo>
                  <a:pt x="465" y="18566"/>
                </a:lnTo>
                <a:lnTo>
                  <a:pt x="344" y="18082"/>
                </a:lnTo>
                <a:lnTo>
                  <a:pt x="243" y="17598"/>
                </a:lnTo>
                <a:lnTo>
                  <a:pt x="162" y="17134"/>
                </a:lnTo>
                <a:lnTo>
                  <a:pt x="122" y="16690"/>
                </a:lnTo>
                <a:lnTo>
                  <a:pt x="102" y="16286"/>
                </a:lnTo>
                <a:lnTo>
                  <a:pt x="81" y="15600"/>
                </a:lnTo>
                <a:lnTo>
                  <a:pt x="81" y="14934"/>
                </a:lnTo>
                <a:lnTo>
                  <a:pt x="102" y="14268"/>
                </a:lnTo>
                <a:lnTo>
                  <a:pt x="142" y="13582"/>
                </a:lnTo>
                <a:lnTo>
                  <a:pt x="182" y="12916"/>
                </a:lnTo>
                <a:lnTo>
                  <a:pt x="243" y="12250"/>
                </a:lnTo>
                <a:lnTo>
                  <a:pt x="404" y="10918"/>
                </a:lnTo>
                <a:lnTo>
                  <a:pt x="586" y="9586"/>
                </a:lnTo>
                <a:lnTo>
                  <a:pt x="788" y="8254"/>
                </a:lnTo>
                <a:lnTo>
                  <a:pt x="1252" y="5631"/>
                </a:lnTo>
                <a:lnTo>
                  <a:pt x="1454" y="4622"/>
                </a:lnTo>
                <a:lnTo>
                  <a:pt x="1555" y="4117"/>
                </a:lnTo>
                <a:lnTo>
                  <a:pt x="1676" y="3613"/>
                </a:lnTo>
                <a:lnTo>
                  <a:pt x="1837" y="3108"/>
                </a:lnTo>
                <a:lnTo>
                  <a:pt x="1999" y="2604"/>
                </a:lnTo>
                <a:lnTo>
                  <a:pt x="2200" y="2140"/>
                </a:lnTo>
                <a:lnTo>
                  <a:pt x="2442" y="1655"/>
                </a:lnTo>
                <a:lnTo>
                  <a:pt x="2584" y="1393"/>
                </a:lnTo>
                <a:lnTo>
                  <a:pt x="2745" y="1151"/>
                </a:lnTo>
                <a:lnTo>
                  <a:pt x="2927" y="949"/>
                </a:lnTo>
                <a:lnTo>
                  <a:pt x="3108" y="747"/>
                </a:lnTo>
                <a:lnTo>
                  <a:pt x="3290" y="586"/>
                </a:lnTo>
                <a:lnTo>
                  <a:pt x="3472" y="445"/>
                </a:lnTo>
                <a:lnTo>
                  <a:pt x="3673" y="324"/>
                </a:lnTo>
                <a:lnTo>
                  <a:pt x="3875" y="223"/>
                </a:lnTo>
                <a:lnTo>
                  <a:pt x="4077" y="162"/>
                </a:lnTo>
                <a:lnTo>
                  <a:pt x="4279" y="102"/>
                </a:lnTo>
                <a:lnTo>
                  <a:pt x="4481" y="81"/>
                </a:lnTo>
                <a:lnTo>
                  <a:pt x="4703" y="61"/>
                </a:lnTo>
                <a:close/>
                <a:moveTo>
                  <a:pt x="4561" y="1"/>
                </a:moveTo>
                <a:lnTo>
                  <a:pt x="4319" y="21"/>
                </a:lnTo>
                <a:lnTo>
                  <a:pt x="4077" y="61"/>
                </a:lnTo>
                <a:lnTo>
                  <a:pt x="3855" y="142"/>
                </a:lnTo>
                <a:lnTo>
                  <a:pt x="3633" y="243"/>
                </a:lnTo>
                <a:lnTo>
                  <a:pt x="3431" y="364"/>
                </a:lnTo>
                <a:lnTo>
                  <a:pt x="3229" y="525"/>
                </a:lnTo>
                <a:lnTo>
                  <a:pt x="3048" y="687"/>
                </a:lnTo>
                <a:lnTo>
                  <a:pt x="2866" y="889"/>
                </a:lnTo>
                <a:lnTo>
                  <a:pt x="2685" y="1111"/>
                </a:lnTo>
                <a:lnTo>
                  <a:pt x="2523" y="1353"/>
                </a:lnTo>
                <a:lnTo>
                  <a:pt x="2362" y="1615"/>
                </a:lnTo>
                <a:lnTo>
                  <a:pt x="2120" y="2099"/>
                </a:lnTo>
                <a:lnTo>
                  <a:pt x="1918" y="2584"/>
                </a:lnTo>
                <a:lnTo>
                  <a:pt x="1756" y="3068"/>
                </a:lnTo>
                <a:lnTo>
                  <a:pt x="1615" y="3573"/>
                </a:lnTo>
                <a:lnTo>
                  <a:pt x="1474" y="4097"/>
                </a:lnTo>
                <a:lnTo>
                  <a:pt x="1373" y="4602"/>
                </a:lnTo>
                <a:lnTo>
                  <a:pt x="1171" y="5631"/>
                </a:lnTo>
                <a:lnTo>
                  <a:pt x="707" y="8254"/>
                </a:lnTo>
                <a:lnTo>
                  <a:pt x="505" y="9566"/>
                </a:lnTo>
                <a:lnTo>
                  <a:pt x="324" y="10898"/>
                </a:lnTo>
                <a:lnTo>
                  <a:pt x="162" y="12250"/>
                </a:lnTo>
                <a:lnTo>
                  <a:pt x="102" y="12916"/>
                </a:lnTo>
                <a:lnTo>
                  <a:pt x="61" y="13582"/>
                </a:lnTo>
                <a:lnTo>
                  <a:pt x="21" y="14268"/>
                </a:lnTo>
                <a:lnTo>
                  <a:pt x="1" y="14934"/>
                </a:lnTo>
                <a:lnTo>
                  <a:pt x="1" y="15600"/>
                </a:lnTo>
                <a:lnTo>
                  <a:pt x="21" y="16286"/>
                </a:lnTo>
                <a:lnTo>
                  <a:pt x="41" y="16710"/>
                </a:lnTo>
                <a:lnTo>
                  <a:pt x="81" y="17154"/>
                </a:lnTo>
                <a:lnTo>
                  <a:pt x="162" y="17618"/>
                </a:lnTo>
                <a:lnTo>
                  <a:pt x="263" y="18102"/>
                </a:lnTo>
                <a:lnTo>
                  <a:pt x="404" y="18587"/>
                </a:lnTo>
                <a:lnTo>
                  <a:pt x="546" y="19071"/>
                </a:lnTo>
                <a:lnTo>
                  <a:pt x="727" y="19575"/>
                </a:lnTo>
                <a:lnTo>
                  <a:pt x="929" y="20060"/>
                </a:lnTo>
                <a:lnTo>
                  <a:pt x="1151" y="20524"/>
                </a:lnTo>
                <a:lnTo>
                  <a:pt x="1393" y="20968"/>
                </a:lnTo>
                <a:lnTo>
                  <a:pt x="1655" y="21392"/>
                </a:lnTo>
                <a:lnTo>
                  <a:pt x="1958" y="21775"/>
                </a:lnTo>
                <a:lnTo>
                  <a:pt x="2261" y="22138"/>
                </a:lnTo>
                <a:lnTo>
                  <a:pt x="2604" y="22461"/>
                </a:lnTo>
                <a:lnTo>
                  <a:pt x="2765" y="22582"/>
                </a:lnTo>
                <a:lnTo>
                  <a:pt x="2947" y="22723"/>
                </a:lnTo>
                <a:lnTo>
                  <a:pt x="3129" y="22824"/>
                </a:lnTo>
                <a:lnTo>
                  <a:pt x="3330" y="22925"/>
                </a:lnTo>
                <a:lnTo>
                  <a:pt x="3593" y="23046"/>
                </a:lnTo>
                <a:lnTo>
                  <a:pt x="3875" y="23127"/>
                </a:lnTo>
                <a:lnTo>
                  <a:pt x="4158" y="23167"/>
                </a:lnTo>
                <a:lnTo>
                  <a:pt x="4460" y="23188"/>
                </a:lnTo>
                <a:lnTo>
                  <a:pt x="4723" y="23167"/>
                </a:lnTo>
                <a:lnTo>
                  <a:pt x="4985" y="23127"/>
                </a:lnTo>
                <a:lnTo>
                  <a:pt x="5268" y="23067"/>
                </a:lnTo>
                <a:lnTo>
                  <a:pt x="5550" y="22966"/>
                </a:lnTo>
                <a:lnTo>
                  <a:pt x="5813" y="22845"/>
                </a:lnTo>
                <a:lnTo>
                  <a:pt x="6095" y="22683"/>
                </a:lnTo>
                <a:lnTo>
                  <a:pt x="6378" y="22501"/>
                </a:lnTo>
                <a:lnTo>
                  <a:pt x="6680" y="22300"/>
                </a:lnTo>
                <a:lnTo>
                  <a:pt x="6922" y="22098"/>
                </a:lnTo>
                <a:lnTo>
                  <a:pt x="7144" y="21876"/>
                </a:lnTo>
                <a:lnTo>
                  <a:pt x="7346" y="21654"/>
                </a:lnTo>
                <a:lnTo>
                  <a:pt x="7548" y="21412"/>
                </a:lnTo>
                <a:lnTo>
                  <a:pt x="7730" y="21170"/>
                </a:lnTo>
                <a:lnTo>
                  <a:pt x="7911" y="20927"/>
                </a:lnTo>
                <a:lnTo>
                  <a:pt x="8053" y="20665"/>
                </a:lnTo>
                <a:lnTo>
                  <a:pt x="8214" y="20403"/>
                </a:lnTo>
                <a:lnTo>
                  <a:pt x="8476" y="19878"/>
                </a:lnTo>
                <a:lnTo>
                  <a:pt x="8698" y="19333"/>
                </a:lnTo>
                <a:lnTo>
                  <a:pt x="8880" y="18809"/>
                </a:lnTo>
                <a:lnTo>
                  <a:pt x="9041" y="18284"/>
                </a:lnTo>
                <a:lnTo>
                  <a:pt x="9283" y="17436"/>
                </a:lnTo>
                <a:lnTo>
                  <a:pt x="9485" y="16589"/>
                </a:lnTo>
                <a:lnTo>
                  <a:pt x="9667" y="15721"/>
                </a:lnTo>
                <a:lnTo>
                  <a:pt x="9808" y="14833"/>
                </a:lnTo>
                <a:lnTo>
                  <a:pt x="9909" y="13965"/>
                </a:lnTo>
                <a:lnTo>
                  <a:pt x="9990" y="13077"/>
                </a:lnTo>
                <a:lnTo>
                  <a:pt x="10030" y="12189"/>
                </a:lnTo>
                <a:lnTo>
                  <a:pt x="10030" y="11302"/>
                </a:lnTo>
                <a:lnTo>
                  <a:pt x="10010" y="10434"/>
                </a:lnTo>
                <a:lnTo>
                  <a:pt x="9949" y="9546"/>
                </a:lnTo>
                <a:lnTo>
                  <a:pt x="9869" y="8658"/>
                </a:lnTo>
                <a:lnTo>
                  <a:pt x="9727" y="7790"/>
                </a:lnTo>
                <a:lnTo>
                  <a:pt x="9566" y="6902"/>
                </a:lnTo>
                <a:lnTo>
                  <a:pt x="9384" y="6055"/>
                </a:lnTo>
                <a:lnTo>
                  <a:pt x="9162" y="5187"/>
                </a:lnTo>
                <a:lnTo>
                  <a:pt x="8900" y="4339"/>
                </a:lnTo>
                <a:lnTo>
                  <a:pt x="8759" y="3936"/>
                </a:lnTo>
                <a:lnTo>
                  <a:pt x="8618" y="3552"/>
                </a:lnTo>
                <a:lnTo>
                  <a:pt x="8476" y="3209"/>
                </a:lnTo>
                <a:lnTo>
                  <a:pt x="8315" y="2866"/>
                </a:lnTo>
                <a:lnTo>
                  <a:pt x="8153" y="2523"/>
                </a:lnTo>
                <a:lnTo>
                  <a:pt x="7972" y="2220"/>
                </a:lnTo>
                <a:lnTo>
                  <a:pt x="7790" y="1938"/>
                </a:lnTo>
                <a:lnTo>
                  <a:pt x="7609" y="1676"/>
                </a:lnTo>
                <a:lnTo>
                  <a:pt x="7407" y="1433"/>
                </a:lnTo>
                <a:lnTo>
                  <a:pt x="7225" y="1211"/>
                </a:lnTo>
                <a:lnTo>
                  <a:pt x="7003" y="990"/>
                </a:lnTo>
                <a:lnTo>
                  <a:pt x="6801" y="808"/>
                </a:lnTo>
                <a:lnTo>
                  <a:pt x="6579" y="646"/>
                </a:lnTo>
                <a:lnTo>
                  <a:pt x="6337" y="485"/>
                </a:lnTo>
                <a:lnTo>
                  <a:pt x="6095" y="344"/>
                </a:lnTo>
                <a:lnTo>
                  <a:pt x="5853" y="243"/>
                </a:lnTo>
                <a:lnTo>
                  <a:pt x="5591" y="142"/>
                </a:lnTo>
                <a:lnTo>
                  <a:pt x="5328" y="61"/>
                </a:lnTo>
                <a:lnTo>
                  <a:pt x="5066" y="21"/>
                </a:lnTo>
                <a:lnTo>
                  <a:pt x="482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2" name="Google Shape;5732;p70"/>
          <p:cNvSpPr/>
          <p:nvPr/>
        </p:nvSpPr>
        <p:spPr>
          <a:xfrm flipH="1">
            <a:off x="7837329" y="2024197"/>
            <a:ext cx="100466" cy="101584"/>
          </a:xfrm>
          <a:custGeom>
            <a:rect b="b" l="l" r="r" t="t"/>
            <a:pathLst>
              <a:path extrusionOk="0" h="1817" w="1797">
                <a:moveTo>
                  <a:pt x="889" y="0"/>
                </a:moveTo>
                <a:lnTo>
                  <a:pt x="707" y="21"/>
                </a:lnTo>
                <a:lnTo>
                  <a:pt x="546" y="81"/>
                </a:lnTo>
                <a:lnTo>
                  <a:pt x="384" y="162"/>
                </a:lnTo>
                <a:lnTo>
                  <a:pt x="263" y="263"/>
                </a:lnTo>
                <a:lnTo>
                  <a:pt x="142" y="404"/>
                </a:lnTo>
                <a:lnTo>
                  <a:pt x="61" y="56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2"/>
                </a:lnTo>
                <a:lnTo>
                  <a:pt x="142" y="1413"/>
                </a:lnTo>
                <a:lnTo>
                  <a:pt x="263" y="1554"/>
                </a:lnTo>
                <a:lnTo>
                  <a:pt x="384" y="1655"/>
                </a:lnTo>
                <a:lnTo>
                  <a:pt x="546" y="1736"/>
                </a:lnTo>
                <a:lnTo>
                  <a:pt x="707" y="1796"/>
                </a:lnTo>
                <a:lnTo>
                  <a:pt x="889" y="1817"/>
                </a:lnTo>
                <a:lnTo>
                  <a:pt x="1070" y="1796"/>
                </a:lnTo>
                <a:lnTo>
                  <a:pt x="1252" y="1736"/>
                </a:lnTo>
                <a:lnTo>
                  <a:pt x="1393" y="1655"/>
                </a:lnTo>
                <a:lnTo>
                  <a:pt x="1534" y="1554"/>
                </a:lnTo>
                <a:lnTo>
                  <a:pt x="1635" y="1413"/>
                </a:lnTo>
                <a:lnTo>
                  <a:pt x="1736" y="1252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65"/>
                </a:lnTo>
                <a:lnTo>
                  <a:pt x="1635" y="404"/>
                </a:lnTo>
                <a:lnTo>
                  <a:pt x="1534" y="263"/>
                </a:lnTo>
                <a:lnTo>
                  <a:pt x="1393" y="162"/>
                </a:lnTo>
                <a:lnTo>
                  <a:pt x="1252" y="81"/>
                </a:lnTo>
                <a:lnTo>
                  <a:pt x="1070" y="21"/>
                </a:lnTo>
                <a:lnTo>
                  <a:pt x="8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3" name="Google Shape;5733;p70"/>
          <p:cNvSpPr/>
          <p:nvPr/>
        </p:nvSpPr>
        <p:spPr>
          <a:xfrm flipH="1" rot="-2700000">
            <a:off x="3945745" y="4005741"/>
            <a:ext cx="1596436" cy="1802958"/>
          </a:xfrm>
          <a:custGeom>
            <a:rect b="b" l="l" r="r" t="t"/>
            <a:pathLst>
              <a:path extrusionOk="0" h="32249" w="28555">
                <a:moveTo>
                  <a:pt x="20483" y="82"/>
                </a:moveTo>
                <a:lnTo>
                  <a:pt x="20947" y="102"/>
                </a:lnTo>
                <a:lnTo>
                  <a:pt x="21411" y="122"/>
                </a:lnTo>
                <a:lnTo>
                  <a:pt x="21875" y="203"/>
                </a:lnTo>
                <a:lnTo>
                  <a:pt x="22319" y="283"/>
                </a:lnTo>
                <a:lnTo>
                  <a:pt x="22763" y="404"/>
                </a:lnTo>
                <a:lnTo>
                  <a:pt x="23187" y="566"/>
                </a:lnTo>
                <a:lnTo>
                  <a:pt x="23611" y="748"/>
                </a:lnTo>
                <a:lnTo>
                  <a:pt x="23994" y="949"/>
                </a:lnTo>
                <a:lnTo>
                  <a:pt x="24378" y="1191"/>
                </a:lnTo>
                <a:lnTo>
                  <a:pt x="24741" y="1454"/>
                </a:lnTo>
                <a:lnTo>
                  <a:pt x="25124" y="1777"/>
                </a:lnTo>
                <a:lnTo>
                  <a:pt x="25487" y="2140"/>
                </a:lnTo>
                <a:lnTo>
                  <a:pt x="25851" y="2564"/>
                </a:lnTo>
                <a:lnTo>
                  <a:pt x="26174" y="3008"/>
                </a:lnTo>
                <a:lnTo>
                  <a:pt x="26496" y="3492"/>
                </a:lnTo>
                <a:lnTo>
                  <a:pt x="26779" y="4017"/>
                </a:lnTo>
                <a:lnTo>
                  <a:pt x="27062" y="4582"/>
                </a:lnTo>
                <a:lnTo>
                  <a:pt x="27324" y="5187"/>
                </a:lnTo>
                <a:lnTo>
                  <a:pt x="27546" y="5772"/>
                </a:lnTo>
                <a:lnTo>
                  <a:pt x="27748" y="6358"/>
                </a:lnTo>
                <a:lnTo>
                  <a:pt x="27909" y="6943"/>
                </a:lnTo>
                <a:lnTo>
                  <a:pt x="28071" y="7548"/>
                </a:lnTo>
                <a:lnTo>
                  <a:pt x="28192" y="8154"/>
                </a:lnTo>
                <a:lnTo>
                  <a:pt x="28293" y="8739"/>
                </a:lnTo>
                <a:lnTo>
                  <a:pt x="28373" y="9344"/>
                </a:lnTo>
                <a:lnTo>
                  <a:pt x="28434" y="9950"/>
                </a:lnTo>
                <a:lnTo>
                  <a:pt x="28474" y="10555"/>
                </a:lnTo>
                <a:lnTo>
                  <a:pt x="28474" y="11160"/>
                </a:lnTo>
                <a:lnTo>
                  <a:pt x="28474" y="11766"/>
                </a:lnTo>
                <a:lnTo>
                  <a:pt x="28434" y="12371"/>
                </a:lnTo>
                <a:lnTo>
                  <a:pt x="28373" y="12977"/>
                </a:lnTo>
                <a:lnTo>
                  <a:pt x="28272" y="13562"/>
                </a:lnTo>
                <a:lnTo>
                  <a:pt x="28171" y="14167"/>
                </a:lnTo>
                <a:lnTo>
                  <a:pt x="28030" y="14732"/>
                </a:lnTo>
                <a:lnTo>
                  <a:pt x="27869" y="15338"/>
                </a:lnTo>
                <a:lnTo>
                  <a:pt x="27667" y="15923"/>
                </a:lnTo>
                <a:lnTo>
                  <a:pt x="27465" y="16488"/>
                </a:lnTo>
                <a:lnTo>
                  <a:pt x="27223" y="17053"/>
                </a:lnTo>
                <a:lnTo>
                  <a:pt x="26961" y="17618"/>
                </a:lnTo>
                <a:lnTo>
                  <a:pt x="26678" y="18143"/>
                </a:lnTo>
                <a:lnTo>
                  <a:pt x="26355" y="18667"/>
                </a:lnTo>
                <a:lnTo>
                  <a:pt x="26032" y="19192"/>
                </a:lnTo>
                <a:lnTo>
                  <a:pt x="25669" y="19676"/>
                </a:lnTo>
                <a:lnTo>
                  <a:pt x="25306" y="20161"/>
                </a:lnTo>
                <a:lnTo>
                  <a:pt x="24922" y="20625"/>
                </a:lnTo>
                <a:lnTo>
                  <a:pt x="24499" y="21069"/>
                </a:lnTo>
                <a:lnTo>
                  <a:pt x="24075" y="21493"/>
                </a:lnTo>
                <a:lnTo>
                  <a:pt x="23631" y="21896"/>
                </a:lnTo>
                <a:lnTo>
                  <a:pt x="23167" y="22280"/>
                </a:lnTo>
                <a:lnTo>
                  <a:pt x="22703" y="22643"/>
                </a:lnTo>
                <a:lnTo>
                  <a:pt x="22238" y="22946"/>
                </a:lnTo>
                <a:lnTo>
                  <a:pt x="21795" y="23228"/>
                </a:lnTo>
                <a:lnTo>
                  <a:pt x="21310" y="23511"/>
                </a:lnTo>
                <a:lnTo>
                  <a:pt x="20846" y="23773"/>
                </a:lnTo>
                <a:lnTo>
                  <a:pt x="19877" y="24277"/>
                </a:lnTo>
                <a:lnTo>
                  <a:pt x="18909" y="24742"/>
                </a:lnTo>
                <a:lnTo>
                  <a:pt x="17940" y="25226"/>
                </a:lnTo>
                <a:lnTo>
                  <a:pt x="16951" y="25751"/>
                </a:lnTo>
                <a:lnTo>
                  <a:pt x="16467" y="26013"/>
                </a:lnTo>
                <a:lnTo>
                  <a:pt x="15983" y="26296"/>
                </a:lnTo>
                <a:lnTo>
                  <a:pt x="15519" y="26598"/>
                </a:lnTo>
                <a:lnTo>
                  <a:pt x="15075" y="26901"/>
                </a:lnTo>
                <a:lnTo>
                  <a:pt x="14510" y="27325"/>
                </a:lnTo>
                <a:lnTo>
                  <a:pt x="13965" y="27789"/>
                </a:lnTo>
                <a:lnTo>
                  <a:pt x="13420" y="28253"/>
                </a:lnTo>
                <a:lnTo>
                  <a:pt x="12895" y="28717"/>
                </a:lnTo>
                <a:lnTo>
                  <a:pt x="12148" y="29383"/>
                </a:lnTo>
                <a:lnTo>
                  <a:pt x="11402" y="30029"/>
                </a:lnTo>
                <a:lnTo>
                  <a:pt x="10998" y="30332"/>
                </a:lnTo>
                <a:lnTo>
                  <a:pt x="10595" y="30614"/>
                </a:lnTo>
                <a:lnTo>
                  <a:pt x="10171" y="30897"/>
                </a:lnTo>
                <a:lnTo>
                  <a:pt x="9747" y="31159"/>
                </a:lnTo>
                <a:lnTo>
                  <a:pt x="9303" y="31381"/>
                </a:lnTo>
                <a:lnTo>
                  <a:pt x="8839" y="31583"/>
                </a:lnTo>
                <a:lnTo>
                  <a:pt x="8375" y="31764"/>
                </a:lnTo>
                <a:lnTo>
                  <a:pt x="7890" y="31906"/>
                </a:lnTo>
                <a:lnTo>
                  <a:pt x="7406" y="32027"/>
                </a:lnTo>
                <a:lnTo>
                  <a:pt x="6922" y="32107"/>
                </a:lnTo>
                <a:lnTo>
                  <a:pt x="6417" y="32148"/>
                </a:lnTo>
                <a:lnTo>
                  <a:pt x="5933" y="32168"/>
                </a:lnTo>
                <a:lnTo>
                  <a:pt x="5893" y="32168"/>
                </a:lnTo>
                <a:lnTo>
                  <a:pt x="5368" y="32148"/>
                </a:lnTo>
                <a:lnTo>
                  <a:pt x="4843" y="32087"/>
                </a:lnTo>
                <a:lnTo>
                  <a:pt x="4359" y="31986"/>
                </a:lnTo>
                <a:lnTo>
                  <a:pt x="3875" y="31845"/>
                </a:lnTo>
                <a:lnTo>
                  <a:pt x="3431" y="31684"/>
                </a:lnTo>
                <a:lnTo>
                  <a:pt x="2987" y="31462"/>
                </a:lnTo>
                <a:lnTo>
                  <a:pt x="2583" y="31219"/>
                </a:lnTo>
                <a:lnTo>
                  <a:pt x="2200" y="30957"/>
                </a:lnTo>
                <a:lnTo>
                  <a:pt x="1998" y="30775"/>
                </a:lnTo>
                <a:lnTo>
                  <a:pt x="1816" y="30614"/>
                </a:lnTo>
                <a:lnTo>
                  <a:pt x="1635" y="30412"/>
                </a:lnTo>
                <a:lnTo>
                  <a:pt x="1453" y="30231"/>
                </a:lnTo>
                <a:lnTo>
                  <a:pt x="1292" y="30029"/>
                </a:lnTo>
                <a:lnTo>
                  <a:pt x="1150" y="29807"/>
                </a:lnTo>
                <a:lnTo>
                  <a:pt x="1009" y="29585"/>
                </a:lnTo>
                <a:lnTo>
                  <a:pt x="868" y="29363"/>
                </a:lnTo>
                <a:lnTo>
                  <a:pt x="747" y="29121"/>
                </a:lnTo>
                <a:lnTo>
                  <a:pt x="626" y="28879"/>
                </a:lnTo>
                <a:lnTo>
                  <a:pt x="525" y="28616"/>
                </a:lnTo>
                <a:lnTo>
                  <a:pt x="424" y="28354"/>
                </a:lnTo>
                <a:lnTo>
                  <a:pt x="343" y="28092"/>
                </a:lnTo>
                <a:lnTo>
                  <a:pt x="283" y="27829"/>
                </a:lnTo>
                <a:lnTo>
                  <a:pt x="222" y="27547"/>
                </a:lnTo>
                <a:lnTo>
                  <a:pt x="162" y="27264"/>
                </a:lnTo>
                <a:lnTo>
                  <a:pt x="101" y="26719"/>
                </a:lnTo>
                <a:lnTo>
                  <a:pt x="81" y="26154"/>
                </a:lnTo>
                <a:lnTo>
                  <a:pt x="121" y="25609"/>
                </a:lnTo>
                <a:lnTo>
                  <a:pt x="182" y="25065"/>
                </a:lnTo>
                <a:lnTo>
                  <a:pt x="283" y="24520"/>
                </a:lnTo>
                <a:lnTo>
                  <a:pt x="444" y="23995"/>
                </a:lnTo>
                <a:lnTo>
                  <a:pt x="626" y="23490"/>
                </a:lnTo>
                <a:lnTo>
                  <a:pt x="868" y="23006"/>
                </a:lnTo>
                <a:lnTo>
                  <a:pt x="1029" y="22724"/>
                </a:lnTo>
                <a:lnTo>
                  <a:pt x="1191" y="22441"/>
                </a:lnTo>
                <a:lnTo>
                  <a:pt x="1372" y="22179"/>
                </a:lnTo>
                <a:lnTo>
                  <a:pt x="1574" y="21916"/>
                </a:lnTo>
                <a:lnTo>
                  <a:pt x="1776" y="21654"/>
                </a:lnTo>
                <a:lnTo>
                  <a:pt x="1998" y="21392"/>
                </a:lnTo>
                <a:lnTo>
                  <a:pt x="2240" y="21129"/>
                </a:lnTo>
                <a:lnTo>
                  <a:pt x="2482" y="20867"/>
                </a:lnTo>
                <a:lnTo>
                  <a:pt x="3027" y="20383"/>
                </a:lnTo>
                <a:lnTo>
                  <a:pt x="3612" y="19898"/>
                </a:lnTo>
                <a:lnTo>
                  <a:pt x="4258" y="19414"/>
                </a:lnTo>
                <a:lnTo>
                  <a:pt x="4964" y="18970"/>
                </a:lnTo>
                <a:lnTo>
                  <a:pt x="5691" y="18526"/>
                </a:lnTo>
                <a:lnTo>
                  <a:pt x="6438" y="18102"/>
                </a:lnTo>
                <a:lnTo>
                  <a:pt x="7951" y="17336"/>
                </a:lnTo>
                <a:lnTo>
                  <a:pt x="9021" y="16771"/>
                </a:lnTo>
                <a:lnTo>
                  <a:pt x="10110" y="16185"/>
                </a:lnTo>
                <a:lnTo>
                  <a:pt x="10433" y="15983"/>
                </a:lnTo>
                <a:lnTo>
                  <a:pt x="10716" y="15802"/>
                </a:lnTo>
                <a:lnTo>
                  <a:pt x="10978" y="15600"/>
                </a:lnTo>
                <a:lnTo>
                  <a:pt x="11220" y="15398"/>
                </a:lnTo>
                <a:lnTo>
                  <a:pt x="11442" y="15196"/>
                </a:lnTo>
                <a:lnTo>
                  <a:pt x="11644" y="14974"/>
                </a:lnTo>
                <a:lnTo>
                  <a:pt x="11805" y="14752"/>
                </a:lnTo>
                <a:lnTo>
                  <a:pt x="11967" y="14510"/>
                </a:lnTo>
                <a:lnTo>
                  <a:pt x="12088" y="14268"/>
                </a:lnTo>
                <a:lnTo>
                  <a:pt x="12189" y="13986"/>
                </a:lnTo>
                <a:lnTo>
                  <a:pt x="12290" y="13723"/>
                </a:lnTo>
                <a:lnTo>
                  <a:pt x="12350" y="13421"/>
                </a:lnTo>
                <a:lnTo>
                  <a:pt x="12411" y="13098"/>
                </a:lnTo>
                <a:lnTo>
                  <a:pt x="12451" y="12755"/>
                </a:lnTo>
                <a:lnTo>
                  <a:pt x="12471" y="12391"/>
                </a:lnTo>
                <a:lnTo>
                  <a:pt x="12471" y="12008"/>
                </a:lnTo>
                <a:lnTo>
                  <a:pt x="12492" y="11302"/>
                </a:lnTo>
                <a:lnTo>
                  <a:pt x="12512" y="10616"/>
                </a:lnTo>
                <a:lnTo>
                  <a:pt x="12532" y="9950"/>
                </a:lnTo>
                <a:lnTo>
                  <a:pt x="12592" y="9324"/>
                </a:lnTo>
                <a:lnTo>
                  <a:pt x="12653" y="8698"/>
                </a:lnTo>
                <a:lnTo>
                  <a:pt x="12714" y="8113"/>
                </a:lnTo>
                <a:lnTo>
                  <a:pt x="12814" y="7548"/>
                </a:lnTo>
                <a:lnTo>
                  <a:pt x="12915" y="7003"/>
                </a:lnTo>
                <a:lnTo>
                  <a:pt x="13036" y="6479"/>
                </a:lnTo>
                <a:lnTo>
                  <a:pt x="13157" y="5974"/>
                </a:lnTo>
                <a:lnTo>
                  <a:pt x="13299" y="5510"/>
                </a:lnTo>
                <a:lnTo>
                  <a:pt x="13460" y="5046"/>
                </a:lnTo>
                <a:lnTo>
                  <a:pt x="13642" y="4622"/>
                </a:lnTo>
                <a:lnTo>
                  <a:pt x="13823" y="4218"/>
                </a:lnTo>
                <a:lnTo>
                  <a:pt x="14025" y="3835"/>
                </a:lnTo>
                <a:lnTo>
                  <a:pt x="14247" y="3472"/>
                </a:lnTo>
                <a:lnTo>
                  <a:pt x="14429" y="3169"/>
                </a:lnTo>
                <a:lnTo>
                  <a:pt x="14631" y="2887"/>
                </a:lnTo>
                <a:lnTo>
                  <a:pt x="14853" y="2644"/>
                </a:lnTo>
                <a:lnTo>
                  <a:pt x="15054" y="2402"/>
                </a:lnTo>
                <a:lnTo>
                  <a:pt x="15276" y="2180"/>
                </a:lnTo>
                <a:lnTo>
                  <a:pt x="15498" y="1979"/>
                </a:lnTo>
                <a:lnTo>
                  <a:pt x="15700" y="1797"/>
                </a:lnTo>
                <a:lnTo>
                  <a:pt x="15942" y="1635"/>
                </a:lnTo>
                <a:lnTo>
                  <a:pt x="16386" y="1333"/>
                </a:lnTo>
                <a:lnTo>
                  <a:pt x="16830" y="1091"/>
                </a:lnTo>
                <a:lnTo>
                  <a:pt x="17274" y="869"/>
                </a:lnTo>
                <a:lnTo>
                  <a:pt x="17698" y="667"/>
                </a:lnTo>
                <a:lnTo>
                  <a:pt x="18142" y="505"/>
                </a:lnTo>
                <a:lnTo>
                  <a:pt x="18606" y="364"/>
                </a:lnTo>
                <a:lnTo>
                  <a:pt x="19070" y="243"/>
                </a:lnTo>
                <a:lnTo>
                  <a:pt x="19534" y="162"/>
                </a:lnTo>
                <a:lnTo>
                  <a:pt x="19999" y="102"/>
                </a:lnTo>
                <a:lnTo>
                  <a:pt x="20483" y="82"/>
                </a:lnTo>
                <a:close/>
                <a:moveTo>
                  <a:pt x="20483" y="1"/>
                </a:moveTo>
                <a:lnTo>
                  <a:pt x="19999" y="21"/>
                </a:lnTo>
                <a:lnTo>
                  <a:pt x="19534" y="82"/>
                </a:lnTo>
                <a:lnTo>
                  <a:pt x="19050" y="162"/>
                </a:lnTo>
                <a:lnTo>
                  <a:pt x="18586" y="283"/>
                </a:lnTo>
                <a:lnTo>
                  <a:pt x="18122" y="425"/>
                </a:lnTo>
                <a:lnTo>
                  <a:pt x="17678" y="606"/>
                </a:lnTo>
                <a:lnTo>
                  <a:pt x="17214" y="808"/>
                </a:lnTo>
                <a:lnTo>
                  <a:pt x="16750" y="1050"/>
                </a:lnTo>
                <a:lnTo>
                  <a:pt x="16285" y="1313"/>
                </a:lnTo>
                <a:lnTo>
                  <a:pt x="15841" y="1615"/>
                </a:lnTo>
                <a:lnTo>
                  <a:pt x="15619" y="1777"/>
                </a:lnTo>
                <a:lnTo>
                  <a:pt x="15397" y="1979"/>
                </a:lnTo>
                <a:lnTo>
                  <a:pt x="15175" y="2180"/>
                </a:lnTo>
                <a:lnTo>
                  <a:pt x="14974" y="2382"/>
                </a:lnTo>
                <a:lnTo>
                  <a:pt x="14752" y="2624"/>
                </a:lnTo>
                <a:lnTo>
                  <a:pt x="14550" y="2866"/>
                </a:lnTo>
                <a:lnTo>
                  <a:pt x="14368" y="3129"/>
                </a:lnTo>
                <a:lnTo>
                  <a:pt x="14166" y="3411"/>
                </a:lnTo>
                <a:lnTo>
                  <a:pt x="13944" y="3795"/>
                </a:lnTo>
                <a:lnTo>
                  <a:pt x="13743" y="4178"/>
                </a:lnTo>
                <a:lnTo>
                  <a:pt x="13561" y="4582"/>
                </a:lnTo>
                <a:lnTo>
                  <a:pt x="13400" y="5026"/>
                </a:lnTo>
                <a:lnTo>
                  <a:pt x="13238" y="5470"/>
                </a:lnTo>
                <a:lnTo>
                  <a:pt x="13077" y="5954"/>
                </a:lnTo>
                <a:lnTo>
                  <a:pt x="12956" y="6458"/>
                </a:lnTo>
                <a:lnTo>
                  <a:pt x="12835" y="6983"/>
                </a:lnTo>
                <a:lnTo>
                  <a:pt x="12734" y="7528"/>
                </a:lnTo>
                <a:lnTo>
                  <a:pt x="12653" y="8093"/>
                </a:lnTo>
                <a:lnTo>
                  <a:pt x="12572" y="8678"/>
                </a:lnTo>
                <a:lnTo>
                  <a:pt x="12512" y="9304"/>
                </a:lnTo>
                <a:lnTo>
                  <a:pt x="12451" y="9950"/>
                </a:lnTo>
                <a:lnTo>
                  <a:pt x="12431" y="10616"/>
                </a:lnTo>
                <a:lnTo>
                  <a:pt x="12411" y="11302"/>
                </a:lnTo>
                <a:lnTo>
                  <a:pt x="12391" y="12008"/>
                </a:lnTo>
                <a:lnTo>
                  <a:pt x="12391" y="12391"/>
                </a:lnTo>
                <a:lnTo>
                  <a:pt x="12370" y="12755"/>
                </a:lnTo>
                <a:lnTo>
                  <a:pt x="12330" y="13078"/>
                </a:lnTo>
                <a:lnTo>
                  <a:pt x="12270" y="13400"/>
                </a:lnTo>
                <a:lnTo>
                  <a:pt x="12209" y="13683"/>
                </a:lnTo>
                <a:lnTo>
                  <a:pt x="12128" y="13965"/>
                </a:lnTo>
                <a:lnTo>
                  <a:pt x="12007" y="14228"/>
                </a:lnTo>
                <a:lnTo>
                  <a:pt x="11886" y="14470"/>
                </a:lnTo>
                <a:lnTo>
                  <a:pt x="11745" y="14712"/>
                </a:lnTo>
                <a:lnTo>
                  <a:pt x="11563" y="14934"/>
                </a:lnTo>
                <a:lnTo>
                  <a:pt x="11382" y="15136"/>
                </a:lnTo>
                <a:lnTo>
                  <a:pt x="11160" y="15338"/>
                </a:lnTo>
                <a:lnTo>
                  <a:pt x="10938" y="15540"/>
                </a:lnTo>
                <a:lnTo>
                  <a:pt x="10675" y="15741"/>
                </a:lnTo>
                <a:lnTo>
                  <a:pt x="10373" y="15923"/>
                </a:lnTo>
                <a:lnTo>
                  <a:pt x="10070" y="16105"/>
                </a:lnTo>
                <a:lnTo>
                  <a:pt x="8980" y="16690"/>
                </a:lnTo>
                <a:lnTo>
                  <a:pt x="7911" y="17255"/>
                </a:lnTo>
                <a:lnTo>
                  <a:pt x="6397" y="18042"/>
                </a:lnTo>
                <a:lnTo>
                  <a:pt x="5651" y="18466"/>
                </a:lnTo>
                <a:lnTo>
                  <a:pt x="4924" y="18889"/>
                </a:lnTo>
                <a:lnTo>
                  <a:pt x="4218" y="19354"/>
                </a:lnTo>
                <a:lnTo>
                  <a:pt x="3552" y="19838"/>
                </a:lnTo>
                <a:lnTo>
                  <a:pt x="2967" y="20322"/>
                </a:lnTo>
                <a:lnTo>
                  <a:pt x="2422" y="20827"/>
                </a:lnTo>
                <a:lnTo>
                  <a:pt x="2180" y="21069"/>
                </a:lnTo>
                <a:lnTo>
                  <a:pt x="1937" y="21331"/>
                </a:lnTo>
                <a:lnTo>
                  <a:pt x="1715" y="21594"/>
                </a:lnTo>
                <a:lnTo>
                  <a:pt x="1514" y="21856"/>
                </a:lnTo>
                <a:lnTo>
                  <a:pt x="1312" y="22138"/>
                </a:lnTo>
                <a:lnTo>
                  <a:pt x="1130" y="22401"/>
                </a:lnTo>
                <a:lnTo>
                  <a:pt x="949" y="22683"/>
                </a:lnTo>
                <a:lnTo>
                  <a:pt x="807" y="22966"/>
                </a:lnTo>
                <a:lnTo>
                  <a:pt x="565" y="23450"/>
                </a:lnTo>
                <a:lnTo>
                  <a:pt x="363" y="23975"/>
                </a:lnTo>
                <a:lnTo>
                  <a:pt x="222" y="24499"/>
                </a:lnTo>
                <a:lnTo>
                  <a:pt x="101" y="25044"/>
                </a:lnTo>
                <a:lnTo>
                  <a:pt x="40" y="25589"/>
                </a:lnTo>
                <a:lnTo>
                  <a:pt x="0" y="26154"/>
                </a:lnTo>
                <a:lnTo>
                  <a:pt x="20" y="26719"/>
                </a:lnTo>
                <a:lnTo>
                  <a:pt x="81" y="27284"/>
                </a:lnTo>
                <a:lnTo>
                  <a:pt x="141" y="27567"/>
                </a:lnTo>
                <a:lnTo>
                  <a:pt x="202" y="27849"/>
                </a:lnTo>
                <a:lnTo>
                  <a:pt x="262" y="28112"/>
                </a:lnTo>
                <a:lnTo>
                  <a:pt x="363" y="28394"/>
                </a:lnTo>
                <a:lnTo>
                  <a:pt x="444" y="28657"/>
                </a:lnTo>
                <a:lnTo>
                  <a:pt x="545" y="28899"/>
                </a:lnTo>
                <a:lnTo>
                  <a:pt x="666" y="29161"/>
                </a:lnTo>
                <a:lnTo>
                  <a:pt x="787" y="29403"/>
                </a:lnTo>
                <a:lnTo>
                  <a:pt x="928" y="29625"/>
                </a:lnTo>
                <a:lnTo>
                  <a:pt x="1070" y="29847"/>
                </a:lnTo>
                <a:lnTo>
                  <a:pt x="1231" y="30069"/>
                </a:lnTo>
                <a:lnTo>
                  <a:pt x="1393" y="30271"/>
                </a:lnTo>
                <a:lnTo>
                  <a:pt x="1574" y="30473"/>
                </a:lnTo>
                <a:lnTo>
                  <a:pt x="1756" y="30654"/>
                </a:lnTo>
                <a:lnTo>
                  <a:pt x="1958" y="30836"/>
                </a:lnTo>
                <a:lnTo>
                  <a:pt x="2159" y="31018"/>
                </a:lnTo>
                <a:lnTo>
                  <a:pt x="2543" y="31300"/>
                </a:lnTo>
                <a:lnTo>
                  <a:pt x="2967" y="31542"/>
                </a:lnTo>
                <a:lnTo>
                  <a:pt x="3390" y="31744"/>
                </a:lnTo>
                <a:lnTo>
                  <a:pt x="3854" y="31926"/>
                </a:lnTo>
                <a:lnTo>
                  <a:pt x="4339" y="32067"/>
                </a:lnTo>
                <a:lnTo>
                  <a:pt x="4843" y="32168"/>
                </a:lnTo>
                <a:lnTo>
                  <a:pt x="5348" y="32228"/>
                </a:lnTo>
                <a:lnTo>
                  <a:pt x="5893" y="32249"/>
                </a:lnTo>
                <a:lnTo>
                  <a:pt x="5933" y="32249"/>
                </a:lnTo>
                <a:lnTo>
                  <a:pt x="6438" y="32228"/>
                </a:lnTo>
                <a:lnTo>
                  <a:pt x="6922" y="32188"/>
                </a:lnTo>
                <a:lnTo>
                  <a:pt x="7426" y="32107"/>
                </a:lnTo>
                <a:lnTo>
                  <a:pt x="7911" y="31986"/>
                </a:lnTo>
                <a:lnTo>
                  <a:pt x="8395" y="31845"/>
                </a:lnTo>
                <a:lnTo>
                  <a:pt x="8879" y="31663"/>
                </a:lnTo>
                <a:lnTo>
                  <a:pt x="9343" y="31462"/>
                </a:lnTo>
                <a:lnTo>
                  <a:pt x="9787" y="31219"/>
                </a:lnTo>
                <a:lnTo>
                  <a:pt x="10211" y="30977"/>
                </a:lnTo>
                <a:lnTo>
                  <a:pt x="10635" y="30695"/>
                </a:lnTo>
                <a:lnTo>
                  <a:pt x="11039" y="30392"/>
                </a:lnTo>
                <a:lnTo>
                  <a:pt x="11442" y="30089"/>
                </a:lnTo>
                <a:lnTo>
                  <a:pt x="12209" y="29444"/>
                </a:lnTo>
                <a:lnTo>
                  <a:pt x="12956" y="28778"/>
                </a:lnTo>
                <a:lnTo>
                  <a:pt x="13480" y="28314"/>
                </a:lnTo>
                <a:lnTo>
                  <a:pt x="14005" y="27849"/>
                </a:lnTo>
                <a:lnTo>
                  <a:pt x="14550" y="27405"/>
                </a:lnTo>
                <a:lnTo>
                  <a:pt x="15115" y="26961"/>
                </a:lnTo>
                <a:lnTo>
                  <a:pt x="15559" y="26659"/>
                </a:lnTo>
                <a:lnTo>
                  <a:pt x="16023" y="26356"/>
                </a:lnTo>
                <a:lnTo>
                  <a:pt x="16507" y="26074"/>
                </a:lnTo>
                <a:lnTo>
                  <a:pt x="16992" y="25811"/>
                </a:lnTo>
                <a:lnTo>
                  <a:pt x="17960" y="25307"/>
                </a:lnTo>
                <a:lnTo>
                  <a:pt x="18949" y="24822"/>
                </a:lnTo>
                <a:lnTo>
                  <a:pt x="19918" y="24338"/>
                </a:lnTo>
                <a:lnTo>
                  <a:pt x="20886" y="23834"/>
                </a:lnTo>
                <a:lnTo>
                  <a:pt x="21351" y="23571"/>
                </a:lnTo>
                <a:lnTo>
                  <a:pt x="21835" y="23309"/>
                </a:lnTo>
                <a:lnTo>
                  <a:pt x="22299" y="23006"/>
                </a:lnTo>
                <a:lnTo>
                  <a:pt x="22743" y="22703"/>
                </a:lnTo>
                <a:lnTo>
                  <a:pt x="23227" y="22340"/>
                </a:lnTo>
                <a:lnTo>
                  <a:pt x="23691" y="21957"/>
                </a:lnTo>
                <a:lnTo>
                  <a:pt x="24135" y="21553"/>
                </a:lnTo>
                <a:lnTo>
                  <a:pt x="24559" y="21129"/>
                </a:lnTo>
                <a:lnTo>
                  <a:pt x="24983" y="20685"/>
                </a:lnTo>
                <a:lnTo>
                  <a:pt x="25366" y="20221"/>
                </a:lnTo>
                <a:lnTo>
                  <a:pt x="25750" y="19737"/>
                </a:lnTo>
                <a:lnTo>
                  <a:pt x="26093" y="19232"/>
                </a:lnTo>
                <a:lnTo>
                  <a:pt x="26436" y="18728"/>
                </a:lnTo>
                <a:lnTo>
                  <a:pt x="26739" y="18183"/>
                </a:lnTo>
                <a:lnTo>
                  <a:pt x="27021" y="17638"/>
                </a:lnTo>
                <a:lnTo>
                  <a:pt x="27304" y="17093"/>
                </a:lnTo>
                <a:lnTo>
                  <a:pt x="27546" y="16528"/>
                </a:lnTo>
                <a:lnTo>
                  <a:pt x="27748" y="15943"/>
                </a:lnTo>
                <a:lnTo>
                  <a:pt x="27949" y="15358"/>
                </a:lnTo>
                <a:lnTo>
                  <a:pt x="28111" y="14752"/>
                </a:lnTo>
                <a:lnTo>
                  <a:pt x="28252" y="14167"/>
                </a:lnTo>
                <a:lnTo>
                  <a:pt x="28353" y="13582"/>
                </a:lnTo>
                <a:lnTo>
                  <a:pt x="28454" y="12977"/>
                </a:lnTo>
                <a:lnTo>
                  <a:pt x="28514" y="12391"/>
                </a:lnTo>
                <a:lnTo>
                  <a:pt x="28555" y="11786"/>
                </a:lnTo>
                <a:lnTo>
                  <a:pt x="28555" y="11181"/>
                </a:lnTo>
                <a:lnTo>
                  <a:pt x="28555" y="10555"/>
                </a:lnTo>
                <a:lnTo>
                  <a:pt x="28514" y="9950"/>
                </a:lnTo>
                <a:lnTo>
                  <a:pt x="28454" y="9344"/>
                </a:lnTo>
                <a:lnTo>
                  <a:pt x="28373" y="8739"/>
                </a:lnTo>
                <a:lnTo>
                  <a:pt x="28272" y="8133"/>
                </a:lnTo>
                <a:lnTo>
                  <a:pt x="28151" y="7528"/>
                </a:lnTo>
                <a:lnTo>
                  <a:pt x="27990" y="6923"/>
                </a:lnTo>
                <a:lnTo>
                  <a:pt x="27828" y="6337"/>
                </a:lnTo>
                <a:lnTo>
                  <a:pt x="27627" y="5752"/>
                </a:lnTo>
                <a:lnTo>
                  <a:pt x="27405" y="5167"/>
                </a:lnTo>
                <a:lnTo>
                  <a:pt x="27142" y="4541"/>
                </a:lnTo>
                <a:lnTo>
                  <a:pt x="26860" y="3976"/>
                </a:lnTo>
                <a:lnTo>
                  <a:pt x="26557" y="3452"/>
                </a:lnTo>
                <a:lnTo>
                  <a:pt x="26234" y="2947"/>
                </a:lnTo>
                <a:lnTo>
                  <a:pt x="25911" y="2503"/>
                </a:lnTo>
                <a:lnTo>
                  <a:pt x="25548" y="2100"/>
                </a:lnTo>
                <a:lnTo>
                  <a:pt x="25185" y="1716"/>
                </a:lnTo>
                <a:lnTo>
                  <a:pt x="24801" y="1393"/>
                </a:lnTo>
                <a:lnTo>
                  <a:pt x="24438" y="1111"/>
                </a:lnTo>
                <a:lnTo>
                  <a:pt x="24055" y="889"/>
                </a:lnTo>
                <a:lnTo>
                  <a:pt x="23651" y="667"/>
                </a:lnTo>
                <a:lnTo>
                  <a:pt x="23227" y="485"/>
                </a:lnTo>
                <a:lnTo>
                  <a:pt x="22783" y="344"/>
                </a:lnTo>
                <a:lnTo>
                  <a:pt x="22339" y="223"/>
                </a:lnTo>
                <a:lnTo>
                  <a:pt x="21895" y="122"/>
                </a:lnTo>
                <a:lnTo>
                  <a:pt x="21411" y="61"/>
                </a:lnTo>
                <a:lnTo>
                  <a:pt x="20947" y="21"/>
                </a:lnTo>
                <a:lnTo>
                  <a:pt x="204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4" name="Google Shape;5734;p70"/>
          <p:cNvSpPr/>
          <p:nvPr/>
        </p:nvSpPr>
        <p:spPr>
          <a:xfrm flipH="1" rot="-2700000">
            <a:off x="3980673" y="-135927"/>
            <a:ext cx="935331" cy="741276"/>
          </a:xfrm>
          <a:custGeom>
            <a:rect b="b" l="l" r="r" t="t"/>
            <a:pathLst>
              <a:path extrusionOk="0" h="13259" w="16730">
                <a:moveTo>
                  <a:pt x="14550" y="81"/>
                </a:moveTo>
                <a:lnTo>
                  <a:pt x="14772" y="122"/>
                </a:lnTo>
                <a:lnTo>
                  <a:pt x="15014" y="202"/>
                </a:lnTo>
                <a:lnTo>
                  <a:pt x="15216" y="324"/>
                </a:lnTo>
                <a:lnTo>
                  <a:pt x="15438" y="465"/>
                </a:lnTo>
                <a:lnTo>
                  <a:pt x="15640" y="667"/>
                </a:lnTo>
                <a:lnTo>
                  <a:pt x="15821" y="889"/>
                </a:lnTo>
                <a:lnTo>
                  <a:pt x="15983" y="1131"/>
                </a:lnTo>
                <a:lnTo>
                  <a:pt x="16144" y="1413"/>
                </a:lnTo>
                <a:lnTo>
                  <a:pt x="16245" y="1655"/>
                </a:lnTo>
                <a:lnTo>
                  <a:pt x="16346" y="1898"/>
                </a:lnTo>
                <a:lnTo>
                  <a:pt x="16427" y="2140"/>
                </a:lnTo>
                <a:lnTo>
                  <a:pt x="16487" y="2422"/>
                </a:lnTo>
                <a:lnTo>
                  <a:pt x="16548" y="2685"/>
                </a:lnTo>
                <a:lnTo>
                  <a:pt x="16588" y="2967"/>
                </a:lnTo>
                <a:lnTo>
                  <a:pt x="16628" y="3250"/>
                </a:lnTo>
                <a:lnTo>
                  <a:pt x="16649" y="3552"/>
                </a:lnTo>
                <a:lnTo>
                  <a:pt x="16649" y="3855"/>
                </a:lnTo>
                <a:lnTo>
                  <a:pt x="16649" y="4178"/>
                </a:lnTo>
                <a:lnTo>
                  <a:pt x="16588" y="4844"/>
                </a:lnTo>
                <a:lnTo>
                  <a:pt x="16487" y="5550"/>
                </a:lnTo>
                <a:lnTo>
                  <a:pt x="16326" y="6317"/>
                </a:lnTo>
                <a:lnTo>
                  <a:pt x="16144" y="7044"/>
                </a:lnTo>
                <a:lnTo>
                  <a:pt x="15942" y="7709"/>
                </a:lnTo>
                <a:lnTo>
                  <a:pt x="15720" y="8315"/>
                </a:lnTo>
                <a:lnTo>
                  <a:pt x="15458" y="8860"/>
                </a:lnTo>
                <a:lnTo>
                  <a:pt x="15317" y="9122"/>
                </a:lnTo>
                <a:lnTo>
                  <a:pt x="15176" y="9364"/>
                </a:lnTo>
                <a:lnTo>
                  <a:pt x="15014" y="9586"/>
                </a:lnTo>
                <a:lnTo>
                  <a:pt x="14873" y="9808"/>
                </a:lnTo>
                <a:lnTo>
                  <a:pt x="14691" y="10010"/>
                </a:lnTo>
                <a:lnTo>
                  <a:pt x="14530" y="10212"/>
                </a:lnTo>
                <a:lnTo>
                  <a:pt x="14348" y="10393"/>
                </a:lnTo>
                <a:lnTo>
                  <a:pt x="14146" y="10555"/>
                </a:lnTo>
                <a:lnTo>
                  <a:pt x="13803" y="10837"/>
                </a:lnTo>
                <a:lnTo>
                  <a:pt x="13440" y="11080"/>
                </a:lnTo>
                <a:lnTo>
                  <a:pt x="13036" y="11302"/>
                </a:lnTo>
                <a:lnTo>
                  <a:pt x="12633" y="11483"/>
                </a:lnTo>
                <a:lnTo>
                  <a:pt x="12229" y="11665"/>
                </a:lnTo>
                <a:lnTo>
                  <a:pt x="11805" y="11806"/>
                </a:lnTo>
                <a:lnTo>
                  <a:pt x="11402" y="11947"/>
                </a:lnTo>
                <a:lnTo>
                  <a:pt x="10978" y="12068"/>
                </a:lnTo>
                <a:lnTo>
                  <a:pt x="10373" y="12230"/>
                </a:lnTo>
                <a:lnTo>
                  <a:pt x="9787" y="12371"/>
                </a:lnTo>
                <a:lnTo>
                  <a:pt x="9202" y="12512"/>
                </a:lnTo>
                <a:lnTo>
                  <a:pt x="8597" y="12633"/>
                </a:lnTo>
                <a:lnTo>
                  <a:pt x="7991" y="12734"/>
                </a:lnTo>
                <a:lnTo>
                  <a:pt x="7386" y="12835"/>
                </a:lnTo>
                <a:lnTo>
                  <a:pt x="6801" y="12936"/>
                </a:lnTo>
                <a:lnTo>
                  <a:pt x="6195" y="12997"/>
                </a:lnTo>
                <a:lnTo>
                  <a:pt x="5590" y="13057"/>
                </a:lnTo>
                <a:lnTo>
                  <a:pt x="4964" y="13118"/>
                </a:lnTo>
                <a:lnTo>
                  <a:pt x="4359" y="13158"/>
                </a:lnTo>
                <a:lnTo>
                  <a:pt x="3754" y="13178"/>
                </a:lnTo>
                <a:lnTo>
                  <a:pt x="1917" y="13178"/>
                </a:lnTo>
                <a:lnTo>
                  <a:pt x="1312" y="13138"/>
                </a:lnTo>
                <a:lnTo>
                  <a:pt x="1070" y="13118"/>
                </a:lnTo>
                <a:lnTo>
                  <a:pt x="848" y="13077"/>
                </a:lnTo>
                <a:lnTo>
                  <a:pt x="646" y="13017"/>
                </a:lnTo>
                <a:lnTo>
                  <a:pt x="484" y="12956"/>
                </a:lnTo>
                <a:lnTo>
                  <a:pt x="343" y="12855"/>
                </a:lnTo>
                <a:lnTo>
                  <a:pt x="242" y="12754"/>
                </a:lnTo>
                <a:lnTo>
                  <a:pt x="162" y="12613"/>
                </a:lnTo>
                <a:lnTo>
                  <a:pt x="101" y="12472"/>
                </a:lnTo>
                <a:lnTo>
                  <a:pt x="81" y="12351"/>
                </a:lnTo>
                <a:lnTo>
                  <a:pt x="81" y="12210"/>
                </a:lnTo>
                <a:lnTo>
                  <a:pt x="101" y="12068"/>
                </a:lnTo>
                <a:lnTo>
                  <a:pt x="121" y="11907"/>
                </a:lnTo>
                <a:lnTo>
                  <a:pt x="182" y="11745"/>
                </a:lnTo>
                <a:lnTo>
                  <a:pt x="242" y="11584"/>
                </a:lnTo>
                <a:lnTo>
                  <a:pt x="384" y="11241"/>
                </a:lnTo>
                <a:lnTo>
                  <a:pt x="606" y="10878"/>
                </a:lnTo>
                <a:lnTo>
                  <a:pt x="848" y="10515"/>
                </a:lnTo>
                <a:lnTo>
                  <a:pt x="1110" y="10131"/>
                </a:lnTo>
                <a:lnTo>
                  <a:pt x="1413" y="9768"/>
                </a:lnTo>
                <a:lnTo>
                  <a:pt x="1715" y="9405"/>
                </a:lnTo>
                <a:lnTo>
                  <a:pt x="2038" y="9062"/>
                </a:lnTo>
                <a:lnTo>
                  <a:pt x="2341" y="8739"/>
                </a:lnTo>
                <a:lnTo>
                  <a:pt x="2644" y="8456"/>
                </a:lnTo>
                <a:lnTo>
                  <a:pt x="2926" y="8194"/>
                </a:lnTo>
                <a:lnTo>
                  <a:pt x="3189" y="7972"/>
                </a:lnTo>
                <a:lnTo>
                  <a:pt x="3411" y="7790"/>
                </a:lnTo>
                <a:lnTo>
                  <a:pt x="3592" y="7669"/>
                </a:lnTo>
                <a:lnTo>
                  <a:pt x="4198" y="7306"/>
                </a:lnTo>
                <a:lnTo>
                  <a:pt x="4823" y="6983"/>
                </a:lnTo>
                <a:lnTo>
                  <a:pt x="6095" y="6357"/>
                </a:lnTo>
                <a:lnTo>
                  <a:pt x="6720" y="6055"/>
                </a:lnTo>
                <a:lnTo>
                  <a:pt x="7346" y="5752"/>
                </a:lnTo>
                <a:lnTo>
                  <a:pt x="7971" y="5409"/>
                </a:lnTo>
                <a:lnTo>
                  <a:pt x="8597" y="5066"/>
                </a:lnTo>
                <a:lnTo>
                  <a:pt x="9101" y="4723"/>
                </a:lnTo>
                <a:lnTo>
                  <a:pt x="9606" y="4360"/>
                </a:lnTo>
                <a:lnTo>
                  <a:pt x="10110" y="3976"/>
                </a:lnTo>
                <a:lnTo>
                  <a:pt x="10574" y="3573"/>
                </a:lnTo>
                <a:lnTo>
                  <a:pt x="11018" y="3149"/>
                </a:lnTo>
                <a:lnTo>
                  <a:pt x="11442" y="2705"/>
                </a:lnTo>
                <a:lnTo>
                  <a:pt x="11866" y="2241"/>
                </a:lnTo>
                <a:lnTo>
                  <a:pt x="12249" y="1756"/>
                </a:lnTo>
                <a:lnTo>
                  <a:pt x="12290" y="1716"/>
                </a:lnTo>
                <a:lnTo>
                  <a:pt x="12754" y="1131"/>
                </a:lnTo>
                <a:lnTo>
                  <a:pt x="12996" y="868"/>
                </a:lnTo>
                <a:lnTo>
                  <a:pt x="13238" y="606"/>
                </a:lnTo>
                <a:lnTo>
                  <a:pt x="13521" y="404"/>
                </a:lnTo>
                <a:lnTo>
                  <a:pt x="13662" y="303"/>
                </a:lnTo>
                <a:lnTo>
                  <a:pt x="13803" y="223"/>
                </a:lnTo>
                <a:lnTo>
                  <a:pt x="13965" y="162"/>
                </a:lnTo>
                <a:lnTo>
                  <a:pt x="14126" y="122"/>
                </a:lnTo>
                <a:lnTo>
                  <a:pt x="14288" y="102"/>
                </a:lnTo>
                <a:lnTo>
                  <a:pt x="14449" y="81"/>
                </a:lnTo>
                <a:close/>
                <a:moveTo>
                  <a:pt x="14368" y="1"/>
                </a:moveTo>
                <a:lnTo>
                  <a:pt x="14187" y="21"/>
                </a:lnTo>
                <a:lnTo>
                  <a:pt x="14025" y="61"/>
                </a:lnTo>
                <a:lnTo>
                  <a:pt x="13864" y="122"/>
                </a:lnTo>
                <a:lnTo>
                  <a:pt x="13702" y="202"/>
                </a:lnTo>
                <a:lnTo>
                  <a:pt x="13541" y="283"/>
                </a:lnTo>
                <a:lnTo>
                  <a:pt x="13400" y="384"/>
                </a:lnTo>
                <a:lnTo>
                  <a:pt x="13238" y="505"/>
                </a:lnTo>
                <a:lnTo>
                  <a:pt x="12976" y="768"/>
                </a:lnTo>
                <a:lnTo>
                  <a:pt x="12714" y="1050"/>
                </a:lnTo>
                <a:lnTo>
                  <a:pt x="12451" y="1353"/>
                </a:lnTo>
                <a:lnTo>
                  <a:pt x="12229" y="1655"/>
                </a:lnTo>
                <a:lnTo>
                  <a:pt x="12189" y="1716"/>
                </a:lnTo>
                <a:lnTo>
                  <a:pt x="11805" y="2200"/>
                </a:lnTo>
                <a:lnTo>
                  <a:pt x="11382" y="2664"/>
                </a:lnTo>
                <a:lnTo>
                  <a:pt x="10958" y="3088"/>
                </a:lnTo>
                <a:lnTo>
                  <a:pt x="10514" y="3512"/>
                </a:lnTo>
                <a:lnTo>
                  <a:pt x="10050" y="3916"/>
                </a:lnTo>
                <a:lnTo>
                  <a:pt x="9565" y="4299"/>
                </a:lnTo>
                <a:lnTo>
                  <a:pt x="9061" y="4662"/>
                </a:lnTo>
                <a:lnTo>
                  <a:pt x="8556" y="4985"/>
                </a:lnTo>
                <a:lnTo>
                  <a:pt x="7931" y="5348"/>
                </a:lnTo>
                <a:lnTo>
                  <a:pt x="7305" y="5671"/>
                </a:lnTo>
                <a:lnTo>
                  <a:pt x="6680" y="5994"/>
                </a:lnTo>
                <a:lnTo>
                  <a:pt x="6054" y="6297"/>
                </a:lnTo>
                <a:lnTo>
                  <a:pt x="4783" y="6902"/>
                </a:lnTo>
                <a:lnTo>
                  <a:pt x="4157" y="7245"/>
                </a:lnTo>
                <a:lnTo>
                  <a:pt x="3552" y="7588"/>
                </a:lnTo>
                <a:lnTo>
                  <a:pt x="3370" y="7709"/>
                </a:lnTo>
                <a:lnTo>
                  <a:pt x="3168" y="7891"/>
                </a:lnTo>
                <a:lnTo>
                  <a:pt x="2624" y="8375"/>
                </a:lnTo>
                <a:lnTo>
                  <a:pt x="2321" y="8658"/>
                </a:lnTo>
                <a:lnTo>
                  <a:pt x="1998" y="8981"/>
                </a:lnTo>
                <a:lnTo>
                  <a:pt x="1675" y="9344"/>
                </a:lnTo>
                <a:lnTo>
                  <a:pt x="1352" y="9707"/>
                </a:lnTo>
                <a:lnTo>
                  <a:pt x="1050" y="10071"/>
                </a:lnTo>
                <a:lnTo>
                  <a:pt x="787" y="10454"/>
                </a:lnTo>
                <a:lnTo>
                  <a:pt x="525" y="10837"/>
                </a:lnTo>
                <a:lnTo>
                  <a:pt x="323" y="11201"/>
                </a:lnTo>
                <a:lnTo>
                  <a:pt x="162" y="11564"/>
                </a:lnTo>
                <a:lnTo>
                  <a:pt x="101" y="11725"/>
                </a:lnTo>
                <a:lnTo>
                  <a:pt x="41" y="11907"/>
                </a:lnTo>
                <a:lnTo>
                  <a:pt x="20" y="12068"/>
                </a:lnTo>
                <a:lnTo>
                  <a:pt x="0" y="12210"/>
                </a:lnTo>
                <a:lnTo>
                  <a:pt x="0" y="12371"/>
                </a:lnTo>
                <a:lnTo>
                  <a:pt x="41" y="12492"/>
                </a:lnTo>
                <a:lnTo>
                  <a:pt x="81" y="12654"/>
                </a:lnTo>
                <a:lnTo>
                  <a:pt x="182" y="12795"/>
                </a:lnTo>
                <a:lnTo>
                  <a:pt x="283" y="12916"/>
                </a:lnTo>
                <a:lnTo>
                  <a:pt x="444" y="13017"/>
                </a:lnTo>
                <a:lnTo>
                  <a:pt x="606" y="13098"/>
                </a:lnTo>
                <a:lnTo>
                  <a:pt x="807" y="13158"/>
                </a:lnTo>
                <a:lnTo>
                  <a:pt x="1050" y="13198"/>
                </a:lnTo>
                <a:lnTo>
                  <a:pt x="1312" y="13219"/>
                </a:lnTo>
                <a:lnTo>
                  <a:pt x="2099" y="13259"/>
                </a:lnTo>
                <a:lnTo>
                  <a:pt x="2886" y="13259"/>
                </a:lnTo>
                <a:lnTo>
                  <a:pt x="3915" y="13239"/>
                </a:lnTo>
                <a:lnTo>
                  <a:pt x="4944" y="13198"/>
                </a:lnTo>
                <a:lnTo>
                  <a:pt x="5973" y="13098"/>
                </a:lnTo>
                <a:lnTo>
                  <a:pt x="6982" y="12976"/>
                </a:lnTo>
                <a:lnTo>
                  <a:pt x="7991" y="12835"/>
                </a:lnTo>
                <a:lnTo>
                  <a:pt x="9000" y="12633"/>
                </a:lnTo>
                <a:lnTo>
                  <a:pt x="10009" y="12411"/>
                </a:lnTo>
                <a:lnTo>
                  <a:pt x="10998" y="12149"/>
                </a:lnTo>
                <a:lnTo>
                  <a:pt x="11422" y="12028"/>
                </a:lnTo>
                <a:lnTo>
                  <a:pt x="11846" y="11887"/>
                </a:lnTo>
                <a:lnTo>
                  <a:pt x="12270" y="11725"/>
                </a:lnTo>
                <a:lnTo>
                  <a:pt x="12673" y="11564"/>
                </a:lnTo>
                <a:lnTo>
                  <a:pt x="13077" y="11362"/>
                </a:lnTo>
                <a:lnTo>
                  <a:pt x="13480" y="11160"/>
                </a:lnTo>
                <a:lnTo>
                  <a:pt x="13844" y="10898"/>
                </a:lnTo>
                <a:lnTo>
                  <a:pt x="14207" y="10615"/>
                </a:lnTo>
                <a:lnTo>
                  <a:pt x="14409" y="10454"/>
                </a:lnTo>
                <a:lnTo>
                  <a:pt x="14590" y="10272"/>
                </a:lnTo>
                <a:lnTo>
                  <a:pt x="14752" y="10071"/>
                </a:lnTo>
                <a:lnTo>
                  <a:pt x="14933" y="9869"/>
                </a:lnTo>
                <a:lnTo>
                  <a:pt x="15095" y="9647"/>
                </a:lnTo>
                <a:lnTo>
                  <a:pt x="15236" y="9405"/>
                </a:lnTo>
                <a:lnTo>
                  <a:pt x="15398" y="9162"/>
                </a:lnTo>
                <a:lnTo>
                  <a:pt x="15519" y="8900"/>
                </a:lnTo>
                <a:lnTo>
                  <a:pt x="15781" y="8355"/>
                </a:lnTo>
                <a:lnTo>
                  <a:pt x="16023" y="7730"/>
                </a:lnTo>
                <a:lnTo>
                  <a:pt x="16225" y="7064"/>
                </a:lnTo>
                <a:lnTo>
                  <a:pt x="16407" y="6337"/>
                </a:lnTo>
                <a:lnTo>
                  <a:pt x="16568" y="5570"/>
                </a:lnTo>
                <a:lnTo>
                  <a:pt x="16669" y="4844"/>
                </a:lnTo>
                <a:lnTo>
                  <a:pt x="16729" y="4178"/>
                </a:lnTo>
                <a:lnTo>
                  <a:pt x="16729" y="3855"/>
                </a:lnTo>
                <a:lnTo>
                  <a:pt x="16729" y="3532"/>
                </a:lnTo>
                <a:lnTo>
                  <a:pt x="16709" y="3250"/>
                </a:lnTo>
                <a:lnTo>
                  <a:pt x="16669" y="2947"/>
                </a:lnTo>
                <a:lnTo>
                  <a:pt x="16628" y="2664"/>
                </a:lnTo>
                <a:lnTo>
                  <a:pt x="16568" y="2382"/>
                </a:lnTo>
                <a:lnTo>
                  <a:pt x="16507" y="2120"/>
                </a:lnTo>
                <a:lnTo>
                  <a:pt x="16427" y="1857"/>
                </a:lnTo>
                <a:lnTo>
                  <a:pt x="16326" y="1615"/>
                </a:lnTo>
                <a:lnTo>
                  <a:pt x="16205" y="1373"/>
                </a:lnTo>
                <a:lnTo>
                  <a:pt x="16063" y="1090"/>
                </a:lnTo>
                <a:lnTo>
                  <a:pt x="15882" y="828"/>
                </a:lnTo>
                <a:lnTo>
                  <a:pt x="15680" y="606"/>
                </a:lnTo>
                <a:lnTo>
                  <a:pt x="15478" y="404"/>
                </a:lnTo>
                <a:lnTo>
                  <a:pt x="15256" y="243"/>
                </a:lnTo>
                <a:lnTo>
                  <a:pt x="15034" y="122"/>
                </a:lnTo>
                <a:lnTo>
                  <a:pt x="14792" y="41"/>
                </a:lnTo>
                <a:lnTo>
                  <a:pt x="1455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5" name="Google Shape;5735;p70"/>
          <p:cNvSpPr/>
          <p:nvPr/>
        </p:nvSpPr>
        <p:spPr>
          <a:xfrm flipH="1" rot="-2700000">
            <a:off x="4067304" y="4075914"/>
            <a:ext cx="1395616" cy="1650666"/>
          </a:xfrm>
          <a:custGeom>
            <a:rect b="b" l="l" r="r" t="t"/>
            <a:pathLst>
              <a:path extrusionOk="0" h="29525" w="24963">
                <a:moveTo>
                  <a:pt x="18727" y="81"/>
                </a:moveTo>
                <a:lnTo>
                  <a:pt x="19211" y="102"/>
                </a:lnTo>
                <a:lnTo>
                  <a:pt x="19514" y="142"/>
                </a:lnTo>
                <a:lnTo>
                  <a:pt x="19837" y="223"/>
                </a:lnTo>
                <a:lnTo>
                  <a:pt x="20140" y="303"/>
                </a:lnTo>
                <a:lnTo>
                  <a:pt x="20442" y="404"/>
                </a:lnTo>
                <a:lnTo>
                  <a:pt x="20745" y="525"/>
                </a:lnTo>
                <a:lnTo>
                  <a:pt x="21048" y="667"/>
                </a:lnTo>
                <a:lnTo>
                  <a:pt x="21330" y="828"/>
                </a:lnTo>
                <a:lnTo>
                  <a:pt x="21613" y="1010"/>
                </a:lnTo>
                <a:lnTo>
                  <a:pt x="21895" y="1212"/>
                </a:lnTo>
                <a:lnTo>
                  <a:pt x="22158" y="1413"/>
                </a:lnTo>
                <a:lnTo>
                  <a:pt x="22420" y="1655"/>
                </a:lnTo>
                <a:lnTo>
                  <a:pt x="22662" y="1898"/>
                </a:lnTo>
                <a:lnTo>
                  <a:pt x="22904" y="2160"/>
                </a:lnTo>
                <a:lnTo>
                  <a:pt x="23126" y="2443"/>
                </a:lnTo>
                <a:lnTo>
                  <a:pt x="23328" y="2725"/>
                </a:lnTo>
                <a:lnTo>
                  <a:pt x="23530" y="3028"/>
                </a:lnTo>
                <a:lnTo>
                  <a:pt x="23691" y="3290"/>
                </a:lnTo>
                <a:lnTo>
                  <a:pt x="23833" y="3573"/>
                </a:lnTo>
                <a:lnTo>
                  <a:pt x="24095" y="4138"/>
                </a:lnTo>
                <a:lnTo>
                  <a:pt x="24317" y="4723"/>
                </a:lnTo>
                <a:lnTo>
                  <a:pt x="24499" y="5369"/>
                </a:lnTo>
                <a:lnTo>
                  <a:pt x="24660" y="6035"/>
                </a:lnTo>
                <a:lnTo>
                  <a:pt x="24761" y="6721"/>
                </a:lnTo>
                <a:lnTo>
                  <a:pt x="24842" y="7467"/>
                </a:lnTo>
                <a:lnTo>
                  <a:pt x="24882" y="8214"/>
                </a:lnTo>
                <a:lnTo>
                  <a:pt x="24882" y="8880"/>
                </a:lnTo>
                <a:lnTo>
                  <a:pt x="24862" y="9546"/>
                </a:lnTo>
                <a:lnTo>
                  <a:pt x="24822" y="10232"/>
                </a:lnTo>
                <a:lnTo>
                  <a:pt x="24761" y="10938"/>
                </a:lnTo>
                <a:lnTo>
                  <a:pt x="24660" y="11665"/>
                </a:lnTo>
                <a:lnTo>
                  <a:pt x="24539" y="12411"/>
                </a:lnTo>
                <a:lnTo>
                  <a:pt x="24398" y="13178"/>
                </a:lnTo>
                <a:lnTo>
                  <a:pt x="24216" y="13986"/>
                </a:lnTo>
                <a:lnTo>
                  <a:pt x="23994" y="14853"/>
                </a:lnTo>
                <a:lnTo>
                  <a:pt x="23873" y="15297"/>
                </a:lnTo>
                <a:lnTo>
                  <a:pt x="23732" y="15721"/>
                </a:lnTo>
                <a:lnTo>
                  <a:pt x="23570" y="16145"/>
                </a:lnTo>
                <a:lnTo>
                  <a:pt x="23369" y="16569"/>
                </a:lnTo>
                <a:lnTo>
                  <a:pt x="23167" y="16972"/>
                </a:lnTo>
                <a:lnTo>
                  <a:pt x="22925" y="17356"/>
                </a:lnTo>
                <a:lnTo>
                  <a:pt x="22682" y="17658"/>
                </a:lnTo>
                <a:lnTo>
                  <a:pt x="22440" y="17961"/>
                </a:lnTo>
                <a:lnTo>
                  <a:pt x="22158" y="18244"/>
                </a:lnTo>
                <a:lnTo>
                  <a:pt x="21875" y="18506"/>
                </a:lnTo>
                <a:lnTo>
                  <a:pt x="21573" y="18748"/>
                </a:lnTo>
                <a:lnTo>
                  <a:pt x="21270" y="18990"/>
                </a:lnTo>
                <a:lnTo>
                  <a:pt x="20947" y="19212"/>
                </a:lnTo>
                <a:lnTo>
                  <a:pt x="20604" y="19414"/>
                </a:lnTo>
                <a:lnTo>
                  <a:pt x="20261" y="19616"/>
                </a:lnTo>
                <a:lnTo>
                  <a:pt x="19918" y="19818"/>
                </a:lnTo>
                <a:lnTo>
                  <a:pt x="19211" y="20181"/>
                </a:lnTo>
                <a:lnTo>
                  <a:pt x="18465" y="20524"/>
                </a:lnTo>
                <a:lnTo>
                  <a:pt x="17738" y="20847"/>
                </a:lnTo>
                <a:lnTo>
                  <a:pt x="17133" y="21109"/>
                </a:lnTo>
                <a:lnTo>
                  <a:pt x="16245" y="21513"/>
                </a:lnTo>
                <a:lnTo>
                  <a:pt x="15418" y="21916"/>
                </a:lnTo>
                <a:lnTo>
                  <a:pt x="14651" y="22340"/>
                </a:lnTo>
                <a:lnTo>
                  <a:pt x="13924" y="22744"/>
                </a:lnTo>
                <a:lnTo>
                  <a:pt x="13258" y="23167"/>
                </a:lnTo>
                <a:lnTo>
                  <a:pt x="12633" y="23611"/>
                </a:lnTo>
                <a:lnTo>
                  <a:pt x="12048" y="24055"/>
                </a:lnTo>
                <a:lnTo>
                  <a:pt x="11503" y="24520"/>
                </a:lnTo>
                <a:lnTo>
                  <a:pt x="11099" y="24883"/>
                </a:lnTo>
                <a:lnTo>
                  <a:pt x="10695" y="25246"/>
                </a:lnTo>
                <a:lnTo>
                  <a:pt x="9949" y="26013"/>
                </a:lnTo>
                <a:lnTo>
                  <a:pt x="9323" y="26638"/>
                </a:lnTo>
                <a:lnTo>
                  <a:pt x="8698" y="27244"/>
                </a:lnTo>
                <a:lnTo>
                  <a:pt x="8355" y="27526"/>
                </a:lnTo>
                <a:lnTo>
                  <a:pt x="8032" y="27809"/>
                </a:lnTo>
                <a:lnTo>
                  <a:pt x="7668" y="28091"/>
                </a:lnTo>
                <a:lnTo>
                  <a:pt x="7325" y="28334"/>
                </a:lnTo>
                <a:lnTo>
                  <a:pt x="6902" y="28596"/>
                </a:lnTo>
                <a:lnTo>
                  <a:pt x="6498" y="28818"/>
                </a:lnTo>
                <a:lnTo>
                  <a:pt x="6094" y="29000"/>
                </a:lnTo>
                <a:lnTo>
                  <a:pt x="5711" y="29141"/>
                </a:lnTo>
                <a:lnTo>
                  <a:pt x="5328" y="29262"/>
                </a:lnTo>
                <a:lnTo>
                  <a:pt x="4964" y="29343"/>
                </a:lnTo>
                <a:lnTo>
                  <a:pt x="4601" y="29403"/>
                </a:lnTo>
                <a:lnTo>
                  <a:pt x="4238" y="29423"/>
                </a:lnTo>
                <a:lnTo>
                  <a:pt x="3915" y="29423"/>
                </a:lnTo>
                <a:lnTo>
                  <a:pt x="3592" y="29403"/>
                </a:lnTo>
                <a:lnTo>
                  <a:pt x="3289" y="29363"/>
                </a:lnTo>
                <a:lnTo>
                  <a:pt x="2987" y="29302"/>
                </a:lnTo>
                <a:lnTo>
                  <a:pt x="2724" y="29221"/>
                </a:lnTo>
                <a:lnTo>
                  <a:pt x="2462" y="29121"/>
                </a:lnTo>
                <a:lnTo>
                  <a:pt x="2240" y="29020"/>
                </a:lnTo>
                <a:lnTo>
                  <a:pt x="2018" y="28899"/>
                </a:lnTo>
                <a:lnTo>
                  <a:pt x="1715" y="28677"/>
                </a:lnTo>
                <a:lnTo>
                  <a:pt x="1433" y="28414"/>
                </a:lnTo>
                <a:lnTo>
                  <a:pt x="1170" y="28132"/>
                </a:lnTo>
                <a:lnTo>
                  <a:pt x="928" y="27809"/>
                </a:lnTo>
                <a:lnTo>
                  <a:pt x="706" y="27446"/>
                </a:lnTo>
                <a:lnTo>
                  <a:pt x="525" y="27062"/>
                </a:lnTo>
                <a:lnTo>
                  <a:pt x="363" y="26659"/>
                </a:lnTo>
                <a:lnTo>
                  <a:pt x="242" y="26235"/>
                </a:lnTo>
                <a:lnTo>
                  <a:pt x="182" y="25952"/>
                </a:lnTo>
                <a:lnTo>
                  <a:pt x="121" y="25670"/>
                </a:lnTo>
                <a:lnTo>
                  <a:pt x="101" y="25387"/>
                </a:lnTo>
                <a:lnTo>
                  <a:pt x="81" y="25105"/>
                </a:lnTo>
                <a:lnTo>
                  <a:pt x="81" y="24802"/>
                </a:lnTo>
                <a:lnTo>
                  <a:pt x="81" y="24520"/>
                </a:lnTo>
                <a:lnTo>
                  <a:pt x="101" y="24237"/>
                </a:lnTo>
                <a:lnTo>
                  <a:pt x="141" y="23954"/>
                </a:lnTo>
                <a:lnTo>
                  <a:pt x="202" y="23672"/>
                </a:lnTo>
                <a:lnTo>
                  <a:pt x="262" y="23389"/>
                </a:lnTo>
                <a:lnTo>
                  <a:pt x="343" y="23107"/>
                </a:lnTo>
                <a:lnTo>
                  <a:pt x="424" y="22824"/>
                </a:lnTo>
                <a:lnTo>
                  <a:pt x="545" y="22562"/>
                </a:lnTo>
                <a:lnTo>
                  <a:pt x="666" y="22300"/>
                </a:lnTo>
                <a:lnTo>
                  <a:pt x="787" y="22037"/>
                </a:lnTo>
                <a:lnTo>
                  <a:pt x="928" y="21795"/>
                </a:lnTo>
                <a:lnTo>
                  <a:pt x="1211" y="21392"/>
                </a:lnTo>
                <a:lnTo>
                  <a:pt x="1514" y="21008"/>
                </a:lnTo>
                <a:lnTo>
                  <a:pt x="1836" y="20645"/>
                </a:lnTo>
                <a:lnTo>
                  <a:pt x="2200" y="20302"/>
                </a:lnTo>
                <a:lnTo>
                  <a:pt x="2563" y="19959"/>
                </a:lnTo>
                <a:lnTo>
                  <a:pt x="2926" y="19656"/>
                </a:lnTo>
                <a:lnTo>
                  <a:pt x="3693" y="19071"/>
                </a:lnTo>
                <a:lnTo>
                  <a:pt x="4238" y="18687"/>
                </a:lnTo>
                <a:lnTo>
                  <a:pt x="4803" y="18304"/>
                </a:lnTo>
                <a:lnTo>
                  <a:pt x="5368" y="17921"/>
                </a:lnTo>
                <a:lnTo>
                  <a:pt x="5953" y="17557"/>
                </a:lnTo>
                <a:lnTo>
                  <a:pt x="6518" y="17194"/>
                </a:lnTo>
                <a:lnTo>
                  <a:pt x="7124" y="16851"/>
                </a:lnTo>
                <a:lnTo>
                  <a:pt x="7709" y="16528"/>
                </a:lnTo>
                <a:lnTo>
                  <a:pt x="8314" y="16205"/>
                </a:lnTo>
                <a:lnTo>
                  <a:pt x="8556" y="16084"/>
                </a:lnTo>
                <a:lnTo>
                  <a:pt x="9162" y="15761"/>
                </a:lnTo>
                <a:lnTo>
                  <a:pt x="9464" y="15580"/>
                </a:lnTo>
                <a:lnTo>
                  <a:pt x="9767" y="15398"/>
                </a:lnTo>
                <a:lnTo>
                  <a:pt x="10050" y="15196"/>
                </a:lnTo>
                <a:lnTo>
                  <a:pt x="10312" y="14995"/>
                </a:lnTo>
                <a:lnTo>
                  <a:pt x="10574" y="14752"/>
                </a:lnTo>
                <a:lnTo>
                  <a:pt x="10796" y="14490"/>
                </a:lnTo>
                <a:lnTo>
                  <a:pt x="10938" y="14308"/>
                </a:lnTo>
                <a:lnTo>
                  <a:pt x="11059" y="14107"/>
                </a:lnTo>
                <a:lnTo>
                  <a:pt x="11180" y="13905"/>
                </a:lnTo>
                <a:lnTo>
                  <a:pt x="11281" y="13683"/>
                </a:lnTo>
                <a:lnTo>
                  <a:pt x="11482" y="13219"/>
                </a:lnTo>
                <a:lnTo>
                  <a:pt x="11624" y="12755"/>
                </a:lnTo>
                <a:lnTo>
                  <a:pt x="11745" y="12270"/>
                </a:lnTo>
                <a:lnTo>
                  <a:pt x="11846" y="11766"/>
                </a:lnTo>
                <a:lnTo>
                  <a:pt x="11926" y="11261"/>
                </a:lnTo>
                <a:lnTo>
                  <a:pt x="11987" y="10777"/>
                </a:lnTo>
                <a:lnTo>
                  <a:pt x="12088" y="9889"/>
                </a:lnTo>
                <a:lnTo>
                  <a:pt x="12169" y="9001"/>
                </a:lnTo>
                <a:lnTo>
                  <a:pt x="12229" y="8153"/>
                </a:lnTo>
                <a:lnTo>
                  <a:pt x="12330" y="7286"/>
                </a:lnTo>
                <a:lnTo>
                  <a:pt x="12451" y="6438"/>
                </a:lnTo>
                <a:lnTo>
                  <a:pt x="12532" y="6014"/>
                </a:lnTo>
                <a:lnTo>
                  <a:pt x="12633" y="5591"/>
                </a:lnTo>
                <a:lnTo>
                  <a:pt x="12814" y="5005"/>
                </a:lnTo>
                <a:lnTo>
                  <a:pt x="13016" y="4420"/>
                </a:lnTo>
                <a:lnTo>
                  <a:pt x="13258" y="3875"/>
                </a:lnTo>
                <a:lnTo>
                  <a:pt x="13541" y="3351"/>
                </a:lnTo>
                <a:lnTo>
                  <a:pt x="13844" y="2866"/>
                </a:lnTo>
                <a:lnTo>
                  <a:pt x="14187" y="2422"/>
                </a:lnTo>
                <a:lnTo>
                  <a:pt x="14550" y="1999"/>
                </a:lnTo>
                <a:lnTo>
                  <a:pt x="14933" y="1615"/>
                </a:lnTo>
                <a:lnTo>
                  <a:pt x="15135" y="1434"/>
                </a:lnTo>
                <a:lnTo>
                  <a:pt x="15357" y="1272"/>
                </a:lnTo>
                <a:lnTo>
                  <a:pt x="15801" y="949"/>
                </a:lnTo>
                <a:lnTo>
                  <a:pt x="16265" y="707"/>
                </a:lnTo>
                <a:lnTo>
                  <a:pt x="16729" y="485"/>
                </a:lnTo>
                <a:lnTo>
                  <a:pt x="17234" y="303"/>
                </a:lnTo>
                <a:lnTo>
                  <a:pt x="17738" y="182"/>
                </a:lnTo>
                <a:lnTo>
                  <a:pt x="17980" y="142"/>
                </a:lnTo>
                <a:lnTo>
                  <a:pt x="18223" y="102"/>
                </a:lnTo>
                <a:lnTo>
                  <a:pt x="18485" y="81"/>
                </a:lnTo>
                <a:close/>
                <a:moveTo>
                  <a:pt x="18646" y="1"/>
                </a:moveTo>
                <a:lnTo>
                  <a:pt x="18364" y="21"/>
                </a:lnTo>
                <a:lnTo>
                  <a:pt x="18081" y="41"/>
                </a:lnTo>
                <a:lnTo>
                  <a:pt x="17799" y="81"/>
                </a:lnTo>
                <a:lnTo>
                  <a:pt x="17516" y="142"/>
                </a:lnTo>
                <a:lnTo>
                  <a:pt x="17234" y="223"/>
                </a:lnTo>
                <a:lnTo>
                  <a:pt x="16951" y="324"/>
                </a:lnTo>
                <a:lnTo>
                  <a:pt x="16669" y="425"/>
                </a:lnTo>
                <a:lnTo>
                  <a:pt x="16406" y="546"/>
                </a:lnTo>
                <a:lnTo>
                  <a:pt x="16124" y="667"/>
                </a:lnTo>
                <a:lnTo>
                  <a:pt x="15862" y="828"/>
                </a:lnTo>
                <a:lnTo>
                  <a:pt x="15599" y="990"/>
                </a:lnTo>
                <a:lnTo>
                  <a:pt x="15357" y="1151"/>
                </a:lnTo>
                <a:lnTo>
                  <a:pt x="15115" y="1353"/>
                </a:lnTo>
                <a:lnTo>
                  <a:pt x="14873" y="1555"/>
                </a:lnTo>
                <a:lnTo>
                  <a:pt x="14489" y="1938"/>
                </a:lnTo>
                <a:lnTo>
                  <a:pt x="14126" y="2362"/>
                </a:lnTo>
                <a:lnTo>
                  <a:pt x="13783" y="2826"/>
                </a:lnTo>
                <a:lnTo>
                  <a:pt x="13460" y="3310"/>
                </a:lnTo>
                <a:lnTo>
                  <a:pt x="13198" y="3835"/>
                </a:lnTo>
                <a:lnTo>
                  <a:pt x="12956" y="4400"/>
                </a:lnTo>
                <a:lnTo>
                  <a:pt x="12734" y="4965"/>
                </a:lnTo>
                <a:lnTo>
                  <a:pt x="12552" y="5570"/>
                </a:lnTo>
                <a:lnTo>
                  <a:pt x="12471" y="5994"/>
                </a:lnTo>
                <a:lnTo>
                  <a:pt x="12370" y="6418"/>
                </a:lnTo>
                <a:lnTo>
                  <a:pt x="12310" y="6842"/>
                </a:lnTo>
                <a:lnTo>
                  <a:pt x="12249" y="7286"/>
                </a:lnTo>
                <a:lnTo>
                  <a:pt x="12148" y="8133"/>
                </a:lnTo>
                <a:lnTo>
                  <a:pt x="12088" y="9001"/>
                </a:lnTo>
                <a:lnTo>
                  <a:pt x="12007" y="9889"/>
                </a:lnTo>
                <a:lnTo>
                  <a:pt x="11906" y="10777"/>
                </a:lnTo>
                <a:lnTo>
                  <a:pt x="11846" y="11261"/>
                </a:lnTo>
                <a:lnTo>
                  <a:pt x="11765" y="11746"/>
                </a:lnTo>
                <a:lnTo>
                  <a:pt x="11664" y="12230"/>
                </a:lnTo>
                <a:lnTo>
                  <a:pt x="11543" y="12714"/>
                </a:lnTo>
                <a:lnTo>
                  <a:pt x="11402" y="13198"/>
                </a:lnTo>
                <a:lnTo>
                  <a:pt x="11220" y="13642"/>
                </a:lnTo>
                <a:lnTo>
                  <a:pt x="11119" y="13844"/>
                </a:lnTo>
                <a:lnTo>
                  <a:pt x="10998" y="14066"/>
                </a:lnTo>
                <a:lnTo>
                  <a:pt x="10877" y="14248"/>
                </a:lnTo>
                <a:lnTo>
                  <a:pt x="10736" y="14450"/>
                </a:lnTo>
                <a:lnTo>
                  <a:pt x="10514" y="14692"/>
                </a:lnTo>
                <a:lnTo>
                  <a:pt x="10272" y="14934"/>
                </a:lnTo>
                <a:lnTo>
                  <a:pt x="9989" y="15136"/>
                </a:lnTo>
                <a:lnTo>
                  <a:pt x="9707" y="15338"/>
                </a:lnTo>
                <a:lnTo>
                  <a:pt x="9424" y="15519"/>
                </a:lnTo>
                <a:lnTo>
                  <a:pt x="9121" y="15681"/>
                </a:lnTo>
                <a:lnTo>
                  <a:pt x="8516" y="16004"/>
                </a:lnTo>
                <a:lnTo>
                  <a:pt x="8274" y="16145"/>
                </a:lnTo>
                <a:lnTo>
                  <a:pt x="7668" y="16447"/>
                </a:lnTo>
                <a:lnTo>
                  <a:pt x="7083" y="16791"/>
                </a:lnTo>
                <a:lnTo>
                  <a:pt x="6478" y="17134"/>
                </a:lnTo>
                <a:lnTo>
                  <a:pt x="5913" y="17497"/>
                </a:lnTo>
                <a:lnTo>
                  <a:pt x="5328" y="17860"/>
                </a:lnTo>
                <a:lnTo>
                  <a:pt x="4763" y="18223"/>
                </a:lnTo>
                <a:lnTo>
                  <a:pt x="4198" y="18607"/>
                </a:lnTo>
                <a:lnTo>
                  <a:pt x="3653" y="19010"/>
                </a:lnTo>
                <a:lnTo>
                  <a:pt x="2866" y="19596"/>
                </a:lnTo>
                <a:lnTo>
                  <a:pt x="2502" y="19918"/>
                </a:lnTo>
                <a:lnTo>
                  <a:pt x="2139" y="20241"/>
                </a:lnTo>
                <a:lnTo>
                  <a:pt x="1776" y="20584"/>
                </a:lnTo>
                <a:lnTo>
                  <a:pt x="1453" y="20948"/>
                </a:lnTo>
                <a:lnTo>
                  <a:pt x="1150" y="21331"/>
                </a:lnTo>
                <a:lnTo>
                  <a:pt x="868" y="21755"/>
                </a:lnTo>
                <a:lnTo>
                  <a:pt x="727" y="21997"/>
                </a:lnTo>
                <a:lnTo>
                  <a:pt x="585" y="22259"/>
                </a:lnTo>
                <a:lnTo>
                  <a:pt x="464" y="22542"/>
                </a:lnTo>
                <a:lnTo>
                  <a:pt x="363" y="22804"/>
                </a:lnTo>
                <a:lnTo>
                  <a:pt x="262" y="23087"/>
                </a:lnTo>
                <a:lnTo>
                  <a:pt x="182" y="23369"/>
                </a:lnTo>
                <a:lnTo>
                  <a:pt x="121" y="23652"/>
                </a:lnTo>
                <a:lnTo>
                  <a:pt x="61" y="23934"/>
                </a:lnTo>
                <a:lnTo>
                  <a:pt x="20" y="24217"/>
                </a:lnTo>
                <a:lnTo>
                  <a:pt x="0" y="24520"/>
                </a:lnTo>
                <a:lnTo>
                  <a:pt x="0" y="24802"/>
                </a:lnTo>
                <a:lnTo>
                  <a:pt x="0" y="25105"/>
                </a:lnTo>
                <a:lnTo>
                  <a:pt x="20" y="25387"/>
                </a:lnTo>
                <a:lnTo>
                  <a:pt x="61" y="25690"/>
                </a:lnTo>
                <a:lnTo>
                  <a:pt x="101" y="25972"/>
                </a:lnTo>
                <a:lnTo>
                  <a:pt x="161" y="26255"/>
                </a:lnTo>
                <a:lnTo>
                  <a:pt x="283" y="26699"/>
                </a:lnTo>
                <a:lnTo>
                  <a:pt x="444" y="27103"/>
                </a:lnTo>
                <a:lnTo>
                  <a:pt x="646" y="27486"/>
                </a:lnTo>
                <a:lnTo>
                  <a:pt x="848" y="27849"/>
                </a:lnTo>
                <a:lnTo>
                  <a:pt x="1110" y="28172"/>
                </a:lnTo>
                <a:lnTo>
                  <a:pt x="1372" y="28475"/>
                </a:lnTo>
                <a:lnTo>
                  <a:pt x="1675" y="28737"/>
                </a:lnTo>
                <a:lnTo>
                  <a:pt x="1978" y="28959"/>
                </a:lnTo>
                <a:lnTo>
                  <a:pt x="2220" y="29100"/>
                </a:lnTo>
                <a:lnTo>
                  <a:pt x="2462" y="29221"/>
                </a:lnTo>
                <a:lnTo>
                  <a:pt x="2704" y="29302"/>
                </a:lnTo>
                <a:lnTo>
                  <a:pt x="2967" y="29383"/>
                </a:lnTo>
                <a:lnTo>
                  <a:pt x="3209" y="29443"/>
                </a:lnTo>
                <a:lnTo>
                  <a:pt x="3471" y="29484"/>
                </a:lnTo>
                <a:lnTo>
                  <a:pt x="3733" y="29504"/>
                </a:lnTo>
                <a:lnTo>
                  <a:pt x="3996" y="29524"/>
                </a:lnTo>
                <a:lnTo>
                  <a:pt x="4460" y="29484"/>
                </a:lnTo>
                <a:lnTo>
                  <a:pt x="4904" y="29423"/>
                </a:lnTo>
                <a:lnTo>
                  <a:pt x="5368" y="29322"/>
                </a:lnTo>
                <a:lnTo>
                  <a:pt x="5812" y="29181"/>
                </a:lnTo>
                <a:lnTo>
                  <a:pt x="6236" y="29020"/>
                </a:lnTo>
                <a:lnTo>
                  <a:pt x="6639" y="28838"/>
                </a:lnTo>
                <a:lnTo>
                  <a:pt x="7003" y="28636"/>
                </a:lnTo>
                <a:lnTo>
                  <a:pt x="7366" y="28414"/>
                </a:lnTo>
                <a:lnTo>
                  <a:pt x="7729" y="28152"/>
                </a:lnTo>
                <a:lnTo>
                  <a:pt x="8072" y="27890"/>
                </a:lnTo>
                <a:lnTo>
                  <a:pt x="8415" y="27587"/>
                </a:lnTo>
                <a:lnTo>
                  <a:pt x="8738" y="27304"/>
                </a:lnTo>
                <a:lnTo>
                  <a:pt x="9384" y="26699"/>
                </a:lnTo>
                <a:lnTo>
                  <a:pt x="9989" y="26073"/>
                </a:lnTo>
                <a:lnTo>
                  <a:pt x="10756" y="25307"/>
                </a:lnTo>
                <a:lnTo>
                  <a:pt x="11139" y="24943"/>
                </a:lnTo>
                <a:lnTo>
                  <a:pt x="11543" y="24580"/>
                </a:lnTo>
                <a:lnTo>
                  <a:pt x="12108" y="24116"/>
                </a:lnTo>
                <a:lnTo>
                  <a:pt x="12693" y="23672"/>
                </a:lnTo>
                <a:lnTo>
                  <a:pt x="13299" y="23248"/>
                </a:lnTo>
                <a:lnTo>
                  <a:pt x="13985" y="22824"/>
                </a:lnTo>
                <a:lnTo>
                  <a:pt x="14691" y="22401"/>
                </a:lnTo>
                <a:lnTo>
                  <a:pt x="15458" y="21997"/>
                </a:lnTo>
                <a:lnTo>
                  <a:pt x="16285" y="21593"/>
                </a:lnTo>
                <a:lnTo>
                  <a:pt x="17173" y="21170"/>
                </a:lnTo>
                <a:lnTo>
                  <a:pt x="17758" y="20907"/>
                </a:lnTo>
                <a:lnTo>
                  <a:pt x="18505" y="20584"/>
                </a:lnTo>
                <a:lnTo>
                  <a:pt x="19252" y="20241"/>
                </a:lnTo>
                <a:lnTo>
                  <a:pt x="19958" y="19878"/>
                </a:lnTo>
                <a:lnTo>
                  <a:pt x="20321" y="19696"/>
                </a:lnTo>
                <a:lnTo>
                  <a:pt x="20664" y="19495"/>
                </a:lnTo>
                <a:lnTo>
                  <a:pt x="20987" y="19273"/>
                </a:lnTo>
                <a:lnTo>
                  <a:pt x="21330" y="19051"/>
                </a:lnTo>
                <a:lnTo>
                  <a:pt x="21633" y="18809"/>
                </a:lnTo>
                <a:lnTo>
                  <a:pt x="21936" y="18566"/>
                </a:lnTo>
                <a:lnTo>
                  <a:pt x="22218" y="18304"/>
                </a:lnTo>
                <a:lnTo>
                  <a:pt x="22501" y="18022"/>
                </a:lnTo>
                <a:lnTo>
                  <a:pt x="22743" y="17719"/>
                </a:lnTo>
                <a:lnTo>
                  <a:pt x="22985" y="17396"/>
                </a:lnTo>
                <a:lnTo>
                  <a:pt x="23227" y="17013"/>
                </a:lnTo>
                <a:lnTo>
                  <a:pt x="23449" y="16589"/>
                </a:lnTo>
                <a:lnTo>
                  <a:pt x="23631" y="16185"/>
                </a:lnTo>
                <a:lnTo>
                  <a:pt x="23792" y="15761"/>
                </a:lnTo>
                <a:lnTo>
                  <a:pt x="23954" y="15317"/>
                </a:lnTo>
                <a:lnTo>
                  <a:pt x="24075" y="14873"/>
                </a:lnTo>
                <a:lnTo>
                  <a:pt x="24297" y="14006"/>
                </a:lnTo>
                <a:lnTo>
                  <a:pt x="24478" y="13198"/>
                </a:lnTo>
                <a:lnTo>
                  <a:pt x="24620" y="12432"/>
                </a:lnTo>
                <a:lnTo>
                  <a:pt x="24741" y="11685"/>
                </a:lnTo>
                <a:lnTo>
                  <a:pt x="24842" y="10938"/>
                </a:lnTo>
                <a:lnTo>
                  <a:pt x="24902" y="10232"/>
                </a:lnTo>
                <a:lnTo>
                  <a:pt x="24943" y="9546"/>
                </a:lnTo>
                <a:lnTo>
                  <a:pt x="24963" y="8880"/>
                </a:lnTo>
                <a:lnTo>
                  <a:pt x="24963" y="8214"/>
                </a:lnTo>
                <a:lnTo>
                  <a:pt x="24922" y="7447"/>
                </a:lnTo>
                <a:lnTo>
                  <a:pt x="24842" y="6721"/>
                </a:lnTo>
                <a:lnTo>
                  <a:pt x="24741" y="6014"/>
                </a:lnTo>
                <a:lnTo>
                  <a:pt x="24579" y="5348"/>
                </a:lnTo>
                <a:lnTo>
                  <a:pt x="24398" y="4703"/>
                </a:lnTo>
                <a:lnTo>
                  <a:pt x="24156" y="4097"/>
                </a:lnTo>
                <a:lnTo>
                  <a:pt x="23893" y="3532"/>
                </a:lnTo>
                <a:lnTo>
                  <a:pt x="23752" y="3250"/>
                </a:lnTo>
                <a:lnTo>
                  <a:pt x="23591" y="2987"/>
                </a:lnTo>
                <a:lnTo>
                  <a:pt x="23389" y="2685"/>
                </a:lnTo>
                <a:lnTo>
                  <a:pt x="23187" y="2382"/>
                </a:lnTo>
                <a:lnTo>
                  <a:pt x="22965" y="2099"/>
                </a:lnTo>
                <a:lnTo>
                  <a:pt x="22723" y="1837"/>
                </a:lnTo>
                <a:lnTo>
                  <a:pt x="22460" y="1595"/>
                </a:lnTo>
                <a:lnTo>
                  <a:pt x="22218" y="1353"/>
                </a:lnTo>
                <a:lnTo>
                  <a:pt x="21936" y="1151"/>
                </a:lnTo>
                <a:lnTo>
                  <a:pt x="21653" y="949"/>
                </a:lnTo>
                <a:lnTo>
                  <a:pt x="21371" y="768"/>
                </a:lnTo>
                <a:lnTo>
                  <a:pt x="21088" y="606"/>
                </a:lnTo>
                <a:lnTo>
                  <a:pt x="20785" y="445"/>
                </a:lnTo>
                <a:lnTo>
                  <a:pt x="20483" y="324"/>
                </a:lnTo>
                <a:lnTo>
                  <a:pt x="20160" y="223"/>
                </a:lnTo>
                <a:lnTo>
                  <a:pt x="19857" y="142"/>
                </a:lnTo>
                <a:lnTo>
                  <a:pt x="19534" y="61"/>
                </a:lnTo>
                <a:lnTo>
                  <a:pt x="19211" y="21"/>
                </a:lnTo>
                <a:lnTo>
                  <a:pt x="1892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6" name="Google Shape;5736;p70"/>
          <p:cNvSpPr/>
          <p:nvPr/>
        </p:nvSpPr>
        <p:spPr>
          <a:xfrm flipH="1" rot="-2700000">
            <a:off x="4109734" y="-7464"/>
            <a:ext cx="653334" cy="572100"/>
          </a:xfrm>
          <a:custGeom>
            <a:rect b="b" l="l" r="r" t="t"/>
            <a:pathLst>
              <a:path extrusionOk="0" h="10233" w="11686">
                <a:moveTo>
                  <a:pt x="10817" y="82"/>
                </a:moveTo>
                <a:lnTo>
                  <a:pt x="10918" y="102"/>
                </a:lnTo>
                <a:lnTo>
                  <a:pt x="10979" y="142"/>
                </a:lnTo>
                <a:lnTo>
                  <a:pt x="11039" y="182"/>
                </a:lnTo>
                <a:lnTo>
                  <a:pt x="11120" y="303"/>
                </a:lnTo>
                <a:lnTo>
                  <a:pt x="11201" y="445"/>
                </a:lnTo>
                <a:lnTo>
                  <a:pt x="11241" y="586"/>
                </a:lnTo>
                <a:lnTo>
                  <a:pt x="11382" y="1191"/>
                </a:lnTo>
                <a:lnTo>
                  <a:pt x="11504" y="1797"/>
                </a:lnTo>
                <a:lnTo>
                  <a:pt x="11564" y="2422"/>
                </a:lnTo>
                <a:lnTo>
                  <a:pt x="11604" y="3028"/>
                </a:lnTo>
                <a:lnTo>
                  <a:pt x="11584" y="3653"/>
                </a:lnTo>
                <a:lnTo>
                  <a:pt x="11544" y="4259"/>
                </a:lnTo>
                <a:lnTo>
                  <a:pt x="11463" y="4884"/>
                </a:lnTo>
                <a:lnTo>
                  <a:pt x="11342" y="5490"/>
                </a:lnTo>
                <a:lnTo>
                  <a:pt x="11241" y="5853"/>
                </a:lnTo>
                <a:lnTo>
                  <a:pt x="11140" y="6176"/>
                </a:lnTo>
                <a:lnTo>
                  <a:pt x="11019" y="6499"/>
                </a:lnTo>
                <a:lnTo>
                  <a:pt x="10878" y="6781"/>
                </a:lnTo>
                <a:lnTo>
                  <a:pt x="10737" y="7044"/>
                </a:lnTo>
                <a:lnTo>
                  <a:pt x="10575" y="7286"/>
                </a:lnTo>
                <a:lnTo>
                  <a:pt x="10414" y="7488"/>
                </a:lnTo>
                <a:lnTo>
                  <a:pt x="10212" y="7669"/>
                </a:lnTo>
                <a:lnTo>
                  <a:pt x="10030" y="7831"/>
                </a:lnTo>
                <a:lnTo>
                  <a:pt x="9849" y="7972"/>
                </a:lnTo>
                <a:lnTo>
                  <a:pt x="9647" y="8093"/>
                </a:lnTo>
                <a:lnTo>
                  <a:pt x="9425" y="8194"/>
                </a:lnTo>
                <a:lnTo>
                  <a:pt x="9001" y="8396"/>
                </a:lnTo>
                <a:lnTo>
                  <a:pt x="8557" y="8557"/>
                </a:lnTo>
                <a:lnTo>
                  <a:pt x="7730" y="8840"/>
                </a:lnTo>
                <a:lnTo>
                  <a:pt x="6862" y="9142"/>
                </a:lnTo>
                <a:lnTo>
                  <a:pt x="5974" y="9405"/>
                </a:lnTo>
                <a:lnTo>
                  <a:pt x="5066" y="9647"/>
                </a:lnTo>
                <a:lnTo>
                  <a:pt x="4158" y="9849"/>
                </a:lnTo>
                <a:lnTo>
                  <a:pt x="3714" y="9950"/>
                </a:lnTo>
                <a:lnTo>
                  <a:pt x="3270" y="10010"/>
                </a:lnTo>
                <a:lnTo>
                  <a:pt x="2806" y="10071"/>
                </a:lnTo>
                <a:lnTo>
                  <a:pt x="2362" y="10111"/>
                </a:lnTo>
                <a:lnTo>
                  <a:pt x="1918" y="10151"/>
                </a:lnTo>
                <a:lnTo>
                  <a:pt x="1252" y="10151"/>
                </a:lnTo>
                <a:lnTo>
                  <a:pt x="1070" y="10131"/>
                </a:lnTo>
                <a:lnTo>
                  <a:pt x="889" y="10071"/>
                </a:lnTo>
                <a:lnTo>
                  <a:pt x="707" y="10010"/>
                </a:lnTo>
                <a:lnTo>
                  <a:pt x="566" y="9950"/>
                </a:lnTo>
                <a:lnTo>
                  <a:pt x="425" y="9849"/>
                </a:lnTo>
                <a:lnTo>
                  <a:pt x="324" y="9748"/>
                </a:lnTo>
                <a:lnTo>
                  <a:pt x="223" y="9627"/>
                </a:lnTo>
                <a:lnTo>
                  <a:pt x="162" y="9526"/>
                </a:lnTo>
                <a:lnTo>
                  <a:pt x="122" y="9405"/>
                </a:lnTo>
                <a:lnTo>
                  <a:pt x="102" y="9284"/>
                </a:lnTo>
                <a:lnTo>
                  <a:pt x="82" y="9163"/>
                </a:lnTo>
                <a:lnTo>
                  <a:pt x="102" y="9021"/>
                </a:lnTo>
                <a:lnTo>
                  <a:pt x="122" y="8880"/>
                </a:lnTo>
                <a:lnTo>
                  <a:pt x="162" y="8739"/>
                </a:lnTo>
                <a:lnTo>
                  <a:pt x="223" y="8577"/>
                </a:lnTo>
                <a:lnTo>
                  <a:pt x="324" y="8416"/>
                </a:lnTo>
                <a:lnTo>
                  <a:pt x="425" y="8234"/>
                </a:lnTo>
                <a:lnTo>
                  <a:pt x="546" y="8073"/>
                </a:lnTo>
                <a:lnTo>
                  <a:pt x="667" y="7911"/>
                </a:lnTo>
                <a:lnTo>
                  <a:pt x="970" y="7589"/>
                </a:lnTo>
                <a:lnTo>
                  <a:pt x="1292" y="7306"/>
                </a:lnTo>
                <a:lnTo>
                  <a:pt x="1615" y="7064"/>
                </a:lnTo>
                <a:lnTo>
                  <a:pt x="1979" y="6822"/>
                </a:lnTo>
                <a:lnTo>
                  <a:pt x="2322" y="6620"/>
                </a:lnTo>
                <a:lnTo>
                  <a:pt x="2645" y="6438"/>
                </a:lnTo>
                <a:lnTo>
                  <a:pt x="3008" y="6257"/>
                </a:lnTo>
                <a:lnTo>
                  <a:pt x="3391" y="6075"/>
                </a:lnTo>
                <a:lnTo>
                  <a:pt x="4138" y="5752"/>
                </a:lnTo>
                <a:lnTo>
                  <a:pt x="5107" y="5328"/>
                </a:lnTo>
                <a:lnTo>
                  <a:pt x="5591" y="5086"/>
                </a:lnTo>
                <a:lnTo>
                  <a:pt x="6055" y="4824"/>
                </a:lnTo>
                <a:lnTo>
                  <a:pt x="6459" y="4582"/>
                </a:lnTo>
                <a:lnTo>
                  <a:pt x="6822" y="4319"/>
                </a:lnTo>
                <a:lnTo>
                  <a:pt x="7185" y="4017"/>
                </a:lnTo>
                <a:lnTo>
                  <a:pt x="7528" y="3714"/>
                </a:lnTo>
                <a:lnTo>
                  <a:pt x="7851" y="3391"/>
                </a:lnTo>
                <a:lnTo>
                  <a:pt x="8174" y="3048"/>
                </a:lnTo>
                <a:lnTo>
                  <a:pt x="8456" y="2685"/>
                </a:lnTo>
                <a:lnTo>
                  <a:pt x="8719" y="2301"/>
                </a:lnTo>
                <a:lnTo>
                  <a:pt x="9021" y="1817"/>
                </a:lnTo>
                <a:lnTo>
                  <a:pt x="9324" y="1353"/>
                </a:lnTo>
                <a:lnTo>
                  <a:pt x="9465" y="1131"/>
                </a:lnTo>
                <a:lnTo>
                  <a:pt x="9647" y="909"/>
                </a:lnTo>
                <a:lnTo>
                  <a:pt x="9808" y="707"/>
                </a:lnTo>
                <a:lnTo>
                  <a:pt x="10010" y="525"/>
                </a:lnTo>
                <a:lnTo>
                  <a:pt x="10212" y="344"/>
                </a:lnTo>
                <a:lnTo>
                  <a:pt x="10434" y="203"/>
                </a:lnTo>
                <a:lnTo>
                  <a:pt x="10575" y="122"/>
                </a:lnTo>
                <a:lnTo>
                  <a:pt x="10696" y="102"/>
                </a:lnTo>
                <a:lnTo>
                  <a:pt x="10817" y="82"/>
                </a:lnTo>
                <a:close/>
                <a:moveTo>
                  <a:pt x="10838" y="1"/>
                </a:moveTo>
                <a:lnTo>
                  <a:pt x="10696" y="21"/>
                </a:lnTo>
                <a:lnTo>
                  <a:pt x="10555" y="61"/>
                </a:lnTo>
                <a:lnTo>
                  <a:pt x="10394" y="122"/>
                </a:lnTo>
                <a:lnTo>
                  <a:pt x="10152" y="283"/>
                </a:lnTo>
                <a:lnTo>
                  <a:pt x="9950" y="445"/>
                </a:lnTo>
                <a:lnTo>
                  <a:pt x="9748" y="647"/>
                </a:lnTo>
                <a:lnTo>
                  <a:pt x="9586" y="848"/>
                </a:lnTo>
                <a:lnTo>
                  <a:pt x="9405" y="1070"/>
                </a:lnTo>
                <a:lnTo>
                  <a:pt x="9264" y="1312"/>
                </a:lnTo>
                <a:lnTo>
                  <a:pt x="8961" y="1777"/>
                </a:lnTo>
                <a:lnTo>
                  <a:pt x="8658" y="2261"/>
                </a:lnTo>
                <a:lnTo>
                  <a:pt x="8396" y="2624"/>
                </a:lnTo>
                <a:lnTo>
                  <a:pt x="8113" y="2987"/>
                </a:lnTo>
                <a:lnTo>
                  <a:pt x="7790" y="3331"/>
                </a:lnTo>
                <a:lnTo>
                  <a:pt x="7468" y="3653"/>
                </a:lnTo>
                <a:lnTo>
                  <a:pt x="7145" y="3956"/>
                </a:lnTo>
                <a:lnTo>
                  <a:pt x="6781" y="4239"/>
                </a:lnTo>
                <a:lnTo>
                  <a:pt x="6398" y="4521"/>
                </a:lnTo>
                <a:lnTo>
                  <a:pt x="6015" y="4763"/>
                </a:lnTo>
                <a:lnTo>
                  <a:pt x="5550" y="5026"/>
                </a:lnTo>
                <a:lnTo>
                  <a:pt x="5066" y="5248"/>
                </a:lnTo>
                <a:lnTo>
                  <a:pt x="4097" y="5692"/>
                </a:lnTo>
                <a:lnTo>
                  <a:pt x="3351" y="6014"/>
                </a:lnTo>
                <a:lnTo>
                  <a:pt x="2988" y="6176"/>
                </a:lnTo>
                <a:lnTo>
                  <a:pt x="2604" y="6358"/>
                </a:lnTo>
                <a:lnTo>
                  <a:pt x="2281" y="6539"/>
                </a:lnTo>
                <a:lnTo>
                  <a:pt x="1918" y="6761"/>
                </a:lnTo>
                <a:lnTo>
                  <a:pt x="1575" y="7003"/>
                </a:lnTo>
                <a:lnTo>
                  <a:pt x="1232" y="7266"/>
                </a:lnTo>
                <a:lnTo>
                  <a:pt x="909" y="7548"/>
                </a:lnTo>
                <a:lnTo>
                  <a:pt x="606" y="7851"/>
                </a:lnTo>
                <a:lnTo>
                  <a:pt x="485" y="8012"/>
                </a:lnTo>
                <a:lnTo>
                  <a:pt x="364" y="8194"/>
                </a:lnTo>
                <a:lnTo>
                  <a:pt x="243" y="8376"/>
                </a:lnTo>
                <a:lnTo>
                  <a:pt x="162" y="8557"/>
                </a:lnTo>
                <a:lnTo>
                  <a:pt x="102" y="8719"/>
                </a:lnTo>
                <a:lnTo>
                  <a:pt x="41" y="8860"/>
                </a:lnTo>
                <a:lnTo>
                  <a:pt x="21" y="9021"/>
                </a:lnTo>
                <a:lnTo>
                  <a:pt x="1" y="9163"/>
                </a:lnTo>
                <a:lnTo>
                  <a:pt x="21" y="9304"/>
                </a:lnTo>
                <a:lnTo>
                  <a:pt x="41" y="9425"/>
                </a:lnTo>
                <a:lnTo>
                  <a:pt x="102" y="9546"/>
                </a:lnTo>
                <a:lnTo>
                  <a:pt x="162" y="9667"/>
                </a:lnTo>
                <a:lnTo>
                  <a:pt x="263" y="9808"/>
                </a:lnTo>
                <a:lnTo>
                  <a:pt x="384" y="9909"/>
                </a:lnTo>
                <a:lnTo>
                  <a:pt x="526" y="10010"/>
                </a:lnTo>
                <a:lnTo>
                  <a:pt x="687" y="10091"/>
                </a:lnTo>
                <a:lnTo>
                  <a:pt x="849" y="10151"/>
                </a:lnTo>
                <a:lnTo>
                  <a:pt x="1050" y="10192"/>
                </a:lnTo>
                <a:lnTo>
                  <a:pt x="1252" y="10232"/>
                </a:lnTo>
                <a:lnTo>
                  <a:pt x="1918" y="10232"/>
                </a:lnTo>
                <a:lnTo>
                  <a:pt x="2362" y="10192"/>
                </a:lnTo>
                <a:lnTo>
                  <a:pt x="2826" y="10151"/>
                </a:lnTo>
                <a:lnTo>
                  <a:pt x="3270" y="10091"/>
                </a:lnTo>
                <a:lnTo>
                  <a:pt x="3734" y="10030"/>
                </a:lnTo>
                <a:lnTo>
                  <a:pt x="4178" y="9929"/>
                </a:lnTo>
                <a:lnTo>
                  <a:pt x="5086" y="9728"/>
                </a:lnTo>
                <a:lnTo>
                  <a:pt x="5994" y="9485"/>
                </a:lnTo>
                <a:lnTo>
                  <a:pt x="6882" y="9223"/>
                </a:lnTo>
                <a:lnTo>
                  <a:pt x="7750" y="8920"/>
                </a:lnTo>
                <a:lnTo>
                  <a:pt x="8577" y="8638"/>
                </a:lnTo>
                <a:lnTo>
                  <a:pt x="9021" y="8456"/>
                </a:lnTo>
                <a:lnTo>
                  <a:pt x="9465" y="8275"/>
                </a:lnTo>
                <a:lnTo>
                  <a:pt x="9687" y="8154"/>
                </a:lnTo>
                <a:lnTo>
                  <a:pt x="9889" y="8032"/>
                </a:lnTo>
                <a:lnTo>
                  <a:pt x="10091" y="7891"/>
                </a:lnTo>
                <a:lnTo>
                  <a:pt x="10273" y="7730"/>
                </a:lnTo>
                <a:lnTo>
                  <a:pt x="10474" y="7548"/>
                </a:lnTo>
                <a:lnTo>
                  <a:pt x="10636" y="7326"/>
                </a:lnTo>
                <a:lnTo>
                  <a:pt x="10817" y="7084"/>
                </a:lnTo>
                <a:lnTo>
                  <a:pt x="10959" y="6822"/>
                </a:lnTo>
                <a:lnTo>
                  <a:pt x="11100" y="6539"/>
                </a:lnTo>
                <a:lnTo>
                  <a:pt x="11221" y="6216"/>
                </a:lnTo>
                <a:lnTo>
                  <a:pt x="11322" y="5873"/>
                </a:lnTo>
                <a:lnTo>
                  <a:pt x="11423" y="5510"/>
                </a:lnTo>
                <a:lnTo>
                  <a:pt x="11544" y="4884"/>
                </a:lnTo>
                <a:lnTo>
                  <a:pt x="11625" y="4279"/>
                </a:lnTo>
                <a:lnTo>
                  <a:pt x="11665" y="3653"/>
                </a:lnTo>
                <a:lnTo>
                  <a:pt x="11685" y="3028"/>
                </a:lnTo>
                <a:lnTo>
                  <a:pt x="11645" y="2402"/>
                </a:lnTo>
                <a:lnTo>
                  <a:pt x="11584" y="1797"/>
                </a:lnTo>
                <a:lnTo>
                  <a:pt x="11463" y="1171"/>
                </a:lnTo>
                <a:lnTo>
                  <a:pt x="11322" y="566"/>
                </a:lnTo>
                <a:lnTo>
                  <a:pt x="11261" y="404"/>
                </a:lnTo>
                <a:lnTo>
                  <a:pt x="11201" y="263"/>
                </a:lnTo>
                <a:lnTo>
                  <a:pt x="11140" y="182"/>
                </a:lnTo>
                <a:lnTo>
                  <a:pt x="11100" y="122"/>
                </a:lnTo>
                <a:lnTo>
                  <a:pt x="11019" y="82"/>
                </a:lnTo>
                <a:lnTo>
                  <a:pt x="10959" y="41"/>
                </a:lnTo>
                <a:lnTo>
                  <a:pt x="1083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7" name="Google Shape;5737;p70"/>
          <p:cNvSpPr/>
          <p:nvPr/>
        </p:nvSpPr>
        <p:spPr>
          <a:xfrm flipH="1" rot="-2700000">
            <a:off x="4167878" y="4188008"/>
            <a:ext cx="1193679" cy="1427260"/>
          </a:xfrm>
          <a:custGeom>
            <a:rect b="b" l="l" r="r" t="t"/>
            <a:pathLst>
              <a:path extrusionOk="0" h="25529" w="21351">
                <a:moveTo>
                  <a:pt x="16709" y="81"/>
                </a:moveTo>
                <a:lnTo>
                  <a:pt x="17052" y="122"/>
                </a:lnTo>
                <a:lnTo>
                  <a:pt x="17416" y="202"/>
                </a:lnTo>
                <a:lnTo>
                  <a:pt x="17759" y="303"/>
                </a:lnTo>
                <a:lnTo>
                  <a:pt x="18102" y="424"/>
                </a:lnTo>
                <a:lnTo>
                  <a:pt x="18445" y="586"/>
                </a:lnTo>
                <a:lnTo>
                  <a:pt x="18788" y="788"/>
                </a:lnTo>
                <a:lnTo>
                  <a:pt x="19111" y="1010"/>
                </a:lnTo>
                <a:lnTo>
                  <a:pt x="19434" y="1272"/>
                </a:lnTo>
                <a:lnTo>
                  <a:pt x="19736" y="1575"/>
                </a:lnTo>
                <a:lnTo>
                  <a:pt x="19999" y="1897"/>
                </a:lnTo>
                <a:lnTo>
                  <a:pt x="20261" y="2261"/>
                </a:lnTo>
                <a:lnTo>
                  <a:pt x="20483" y="2644"/>
                </a:lnTo>
                <a:lnTo>
                  <a:pt x="20644" y="2947"/>
                </a:lnTo>
                <a:lnTo>
                  <a:pt x="20766" y="3250"/>
                </a:lnTo>
                <a:lnTo>
                  <a:pt x="20887" y="3572"/>
                </a:lnTo>
                <a:lnTo>
                  <a:pt x="20987" y="3895"/>
                </a:lnTo>
                <a:lnTo>
                  <a:pt x="21068" y="4238"/>
                </a:lnTo>
                <a:lnTo>
                  <a:pt x="21149" y="4581"/>
                </a:lnTo>
                <a:lnTo>
                  <a:pt x="21209" y="4945"/>
                </a:lnTo>
                <a:lnTo>
                  <a:pt x="21250" y="5308"/>
                </a:lnTo>
                <a:lnTo>
                  <a:pt x="21270" y="5691"/>
                </a:lnTo>
                <a:lnTo>
                  <a:pt x="21270" y="6075"/>
                </a:lnTo>
                <a:lnTo>
                  <a:pt x="21270" y="6478"/>
                </a:lnTo>
                <a:lnTo>
                  <a:pt x="21250" y="6882"/>
                </a:lnTo>
                <a:lnTo>
                  <a:pt x="21230" y="7306"/>
                </a:lnTo>
                <a:lnTo>
                  <a:pt x="21169" y="7750"/>
                </a:lnTo>
                <a:lnTo>
                  <a:pt x="21109" y="8194"/>
                </a:lnTo>
                <a:lnTo>
                  <a:pt x="21028" y="8658"/>
                </a:lnTo>
                <a:lnTo>
                  <a:pt x="20947" y="9122"/>
                </a:lnTo>
                <a:lnTo>
                  <a:pt x="20846" y="9586"/>
                </a:lnTo>
                <a:lnTo>
                  <a:pt x="20725" y="10010"/>
                </a:lnTo>
                <a:lnTo>
                  <a:pt x="20604" y="10434"/>
                </a:lnTo>
                <a:lnTo>
                  <a:pt x="20483" y="10857"/>
                </a:lnTo>
                <a:lnTo>
                  <a:pt x="20342" y="11261"/>
                </a:lnTo>
                <a:lnTo>
                  <a:pt x="20180" y="11644"/>
                </a:lnTo>
                <a:lnTo>
                  <a:pt x="20019" y="12008"/>
                </a:lnTo>
                <a:lnTo>
                  <a:pt x="19857" y="12371"/>
                </a:lnTo>
                <a:lnTo>
                  <a:pt x="19676" y="12714"/>
                </a:lnTo>
                <a:lnTo>
                  <a:pt x="19474" y="13037"/>
                </a:lnTo>
                <a:lnTo>
                  <a:pt x="19272" y="13340"/>
                </a:lnTo>
                <a:lnTo>
                  <a:pt x="19070" y="13642"/>
                </a:lnTo>
                <a:lnTo>
                  <a:pt x="18848" y="13945"/>
                </a:lnTo>
                <a:lnTo>
                  <a:pt x="18606" y="14207"/>
                </a:lnTo>
                <a:lnTo>
                  <a:pt x="18364" y="14470"/>
                </a:lnTo>
                <a:lnTo>
                  <a:pt x="18142" y="14692"/>
                </a:lnTo>
                <a:lnTo>
                  <a:pt x="17920" y="14893"/>
                </a:lnTo>
                <a:lnTo>
                  <a:pt x="17436" y="15297"/>
                </a:lnTo>
                <a:lnTo>
                  <a:pt x="16931" y="15640"/>
                </a:lnTo>
                <a:lnTo>
                  <a:pt x="16386" y="15983"/>
                </a:lnTo>
                <a:lnTo>
                  <a:pt x="15842" y="16306"/>
                </a:lnTo>
                <a:lnTo>
                  <a:pt x="15297" y="16589"/>
                </a:lnTo>
                <a:lnTo>
                  <a:pt x="14187" y="17154"/>
                </a:lnTo>
                <a:lnTo>
                  <a:pt x="13481" y="17497"/>
                </a:lnTo>
                <a:lnTo>
                  <a:pt x="12774" y="17860"/>
                </a:lnTo>
                <a:lnTo>
                  <a:pt x="12088" y="18264"/>
                </a:lnTo>
                <a:lnTo>
                  <a:pt x="11422" y="18667"/>
                </a:lnTo>
                <a:lnTo>
                  <a:pt x="10958" y="18990"/>
                </a:lnTo>
                <a:lnTo>
                  <a:pt x="10494" y="19333"/>
                </a:lnTo>
                <a:lnTo>
                  <a:pt x="10070" y="19696"/>
                </a:lnTo>
                <a:lnTo>
                  <a:pt x="9646" y="20060"/>
                </a:lnTo>
                <a:lnTo>
                  <a:pt x="8799" y="20847"/>
                </a:lnTo>
                <a:lnTo>
                  <a:pt x="7992" y="21613"/>
                </a:lnTo>
                <a:lnTo>
                  <a:pt x="7205" y="22400"/>
                </a:lnTo>
                <a:lnTo>
                  <a:pt x="6377" y="23167"/>
                </a:lnTo>
                <a:lnTo>
                  <a:pt x="5953" y="23531"/>
                </a:lnTo>
                <a:lnTo>
                  <a:pt x="5509" y="23894"/>
                </a:lnTo>
                <a:lnTo>
                  <a:pt x="5065" y="24237"/>
                </a:lnTo>
                <a:lnTo>
                  <a:pt x="4601" y="24560"/>
                </a:lnTo>
                <a:lnTo>
                  <a:pt x="4178" y="24822"/>
                </a:lnTo>
                <a:lnTo>
                  <a:pt x="3935" y="24963"/>
                </a:lnTo>
                <a:lnTo>
                  <a:pt x="3673" y="25084"/>
                </a:lnTo>
                <a:lnTo>
                  <a:pt x="3411" y="25205"/>
                </a:lnTo>
                <a:lnTo>
                  <a:pt x="3148" y="25306"/>
                </a:lnTo>
                <a:lnTo>
                  <a:pt x="2866" y="25367"/>
                </a:lnTo>
                <a:lnTo>
                  <a:pt x="2563" y="25427"/>
                </a:lnTo>
                <a:lnTo>
                  <a:pt x="2260" y="25448"/>
                </a:lnTo>
                <a:lnTo>
                  <a:pt x="1978" y="25427"/>
                </a:lnTo>
                <a:lnTo>
                  <a:pt x="1695" y="25367"/>
                </a:lnTo>
                <a:lnTo>
                  <a:pt x="1433" y="25286"/>
                </a:lnTo>
                <a:lnTo>
                  <a:pt x="1171" y="25185"/>
                </a:lnTo>
                <a:lnTo>
                  <a:pt x="949" y="25044"/>
                </a:lnTo>
                <a:lnTo>
                  <a:pt x="747" y="24883"/>
                </a:lnTo>
                <a:lnTo>
                  <a:pt x="585" y="24701"/>
                </a:lnTo>
                <a:lnTo>
                  <a:pt x="424" y="24459"/>
                </a:lnTo>
                <a:lnTo>
                  <a:pt x="303" y="24196"/>
                </a:lnTo>
                <a:lnTo>
                  <a:pt x="222" y="23894"/>
                </a:lnTo>
                <a:lnTo>
                  <a:pt x="142" y="23551"/>
                </a:lnTo>
                <a:lnTo>
                  <a:pt x="101" y="23167"/>
                </a:lnTo>
                <a:lnTo>
                  <a:pt x="81" y="22784"/>
                </a:lnTo>
                <a:lnTo>
                  <a:pt x="101" y="22421"/>
                </a:lnTo>
                <a:lnTo>
                  <a:pt x="142" y="22037"/>
                </a:lnTo>
                <a:lnTo>
                  <a:pt x="202" y="21654"/>
                </a:lnTo>
                <a:lnTo>
                  <a:pt x="303" y="21291"/>
                </a:lnTo>
                <a:lnTo>
                  <a:pt x="424" y="20947"/>
                </a:lnTo>
                <a:lnTo>
                  <a:pt x="585" y="20584"/>
                </a:lnTo>
                <a:lnTo>
                  <a:pt x="727" y="20342"/>
                </a:lnTo>
                <a:lnTo>
                  <a:pt x="868" y="20080"/>
                </a:lnTo>
                <a:lnTo>
                  <a:pt x="1029" y="19838"/>
                </a:lnTo>
                <a:lnTo>
                  <a:pt x="1211" y="19616"/>
                </a:lnTo>
                <a:lnTo>
                  <a:pt x="1393" y="19373"/>
                </a:lnTo>
                <a:lnTo>
                  <a:pt x="1574" y="19172"/>
                </a:lnTo>
                <a:lnTo>
                  <a:pt x="1978" y="18768"/>
                </a:lnTo>
                <a:lnTo>
                  <a:pt x="2402" y="18385"/>
                </a:lnTo>
                <a:lnTo>
                  <a:pt x="2825" y="18042"/>
                </a:lnTo>
                <a:lnTo>
                  <a:pt x="3249" y="17739"/>
                </a:lnTo>
                <a:lnTo>
                  <a:pt x="3673" y="17456"/>
                </a:lnTo>
                <a:lnTo>
                  <a:pt x="4561" y="16871"/>
                </a:lnTo>
                <a:lnTo>
                  <a:pt x="5489" y="16306"/>
                </a:lnTo>
                <a:lnTo>
                  <a:pt x="6438" y="15761"/>
                </a:lnTo>
                <a:lnTo>
                  <a:pt x="7366" y="15257"/>
                </a:lnTo>
                <a:lnTo>
                  <a:pt x="7568" y="15136"/>
                </a:lnTo>
                <a:lnTo>
                  <a:pt x="8153" y="14793"/>
                </a:lnTo>
                <a:lnTo>
                  <a:pt x="8758" y="14429"/>
                </a:lnTo>
                <a:lnTo>
                  <a:pt x="9041" y="14228"/>
                </a:lnTo>
                <a:lnTo>
                  <a:pt x="9323" y="14026"/>
                </a:lnTo>
                <a:lnTo>
                  <a:pt x="9606" y="13804"/>
                </a:lnTo>
                <a:lnTo>
                  <a:pt x="9868" y="13541"/>
                </a:lnTo>
                <a:lnTo>
                  <a:pt x="10070" y="13340"/>
                </a:lnTo>
                <a:lnTo>
                  <a:pt x="10232" y="13138"/>
                </a:lnTo>
                <a:lnTo>
                  <a:pt x="10393" y="12916"/>
                </a:lnTo>
                <a:lnTo>
                  <a:pt x="10534" y="12694"/>
                </a:lnTo>
                <a:lnTo>
                  <a:pt x="10675" y="12452"/>
                </a:lnTo>
                <a:lnTo>
                  <a:pt x="10797" y="12210"/>
                </a:lnTo>
                <a:lnTo>
                  <a:pt x="10897" y="11967"/>
                </a:lnTo>
                <a:lnTo>
                  <a:pt x="10978" y="11725"/>
                </a:lnTo>
                <a:lnTo>
                  <a:pt x="11140" y="11221"/>
                </a:lnTo>
                <a:lnTo>
                  <a:pt x="11261" y="10716"/>
                </a:lnTo>
                <a:lnTo>
                  <a:pt x="11362" y="10191"/>
                </a:lnTo>
                <a:lnTo>
                  <a:pt x="11463" y="9647"/>
                </a:lnTo>
                <a:lnTo>
                  <a:pt x="11563" y="8839"/>
                </a:lnTo>
                <a:lnTo>
                  <a:pt x="11664" y="8012"/>
                </a:lnTo>
                <a:lnTo>
                  <a:pt x="11846" y="6599"/>
                </a:lnTo>
                <a:lnTo>
                  <a:pt x="11947" y="5893"/>
                </a:lnTo>
                <a:lnTo>
                  <a:pt x="12088" y="5187"/>
                </a:lnTo>
                <a:lnTo>
                  <a:pt x="12209" y="4682"/>
                </a:lnTo>
                <a:lnTo>
                  <a:pt x="12330" y="4218"/>
                </a:lnTo>
                <a:lnTo>
                  <a:pt x="12472" y="3754"/>
                </a:lnTo>
                <a:lnTo>
                  <a:pt x="12633" y="3330"/>
                </a:lnTo>
                <a:lnTo>
                  <a:pt x="12794" y="2947"/>
                </a:lnTo>
                <a:lnTo>
                  <a:pt x="12976" y="2563"/>
                </a:lnTo>
                <a:lnTo>
                  <a:pt x="13158" y="2220"/>
                </a:lnTo>
                <a:lnTo>
                  <a:pt x="13359" y="1897"/>
                </a:lnTo>
                <a:lnTo>
                  <a:pt x="13561" y="1615"/>
                </a:lnTo>
                <a:lnTo>
                  <a:pt x="13803" y="1332"/>
                </a:lnTo>
                <a:lnTo>
                  <a:pt x="14025" y="1090"/>
                </a:lnTo>
                <a:lnTo>
                  <a:pt x="14288" y="868"/>
                </a:lnTo>
                <a:lnTo>
                  <a:pt x="14550" y="687"/>
                </a:lnTo>
                <a:lnTo>
                  <a:pt x="14812" y="525"/>
                </a:lnTo>
                <a:lnTo>
                  <a:pt x="15115" y="364"/>
                </a:lnTo>
                <a:lnTo>
                  <a:pt x="15418" y="263"/>
                </a:lnTo>
                <a:lnTo>
                  <a:pt x="15721" y="162"/>
                </a:lnTo>
                <a:lnTo>
                  <a:pt x="16043" y="101"/>
                </a:lnTo>
                <a:lnTo>
                  <a:pt x="16366" y="81"/>
                </a:lnTo>
                <a:close/>
                <a:moveTo>
                  <a:pt x="16467" y="1"/>
                </a:moveTo>
                <a:lnTo>
                  <a:pt x="16104" y="21"/>
                </a:lnTo>
                <a:lnTo>
                  <a:pt x="15741" y="81"/>
                </a:lnTo>
                <a:lnTo>
                  <a:pt x="15377" y="182"/>
                </a:lnTo>
                <a:lnTo>
                  <a:pt x="15075" y="303"/>
                </a:lnTo>
                <a:lnTo>
                  <a:pt x="14792" y="445"/>
                </a:lnTo>
                <a:lnTo>
                  <a:pt x="14510" y="606"/>
                </a:lnTo>
                <a:lnTo>
                  <a:pt x="14227" y="808"/>
                </a:lnTo>
                <a:lnTo>
                  <a:pt x="13985" y="1030"/>
                </a:lnTo>
                <a:lnTo>
                  <a:pt x="13743" y="1272"/>
                </a:lnTo>
                <a:lnTo>
                  <a:pt x="13501" y="1554"/>
                </a:lnTo>
                <a:lnTo>
                  <a:pt x="13299" y="1857"/>
                </a:lnTo>
                <a:lnTo>
                  <a:pt x="13097" y="2180"/>
                </a:lnTo>
                <a:lnTo>
                  <a:pt x="12895" y="2523"/>
                </a:lnTo>
                <a:lnTo>
                  <a:pt x="12714" y="2906"/>
                </a:lnTo>
                <a:lnTo>
                  <a:pt x="12552" y="3310"/>
                </a:lnTo>
                <a:lnTo>
                  <a:pt x="12391" y="3734"/>
                </a:lnTo>
                <a:lnTo>
                  <a:pt x="12250" y="4178"/>
                </a:lnTo>
                <a:lnTo>
                  <a:pt x="12128" y="4662"/>
                </a:lnTo>
                <a:lnTo>
                  <a:pt x="12007" y="5187"/>
                </a:lnTo>
                <a:lnTo>
                  <a:pt x="11886" y="5873"/>
                </a:lnTo>
                <a:lnTo>
                  <a:pt x="11765" y="6599"/>
                </a:lnTo>
                <a:lnTo>
                  <a:pt x="11584" y="7992"/>
                </a:lnTo>
                <a:lnTo>
                  <a:pt x="11483" y="8819"/>
                </a:lnTo>
                <a:lnTo>
                  <a:pt x="11382" y="9647"/>
                </a:lnTo>
                <a:lnTo>
                  <a:pt x="11281" y="10171"/>
                </a:lnTo>
                <a:lnTo>
                  <a:pt x="11180" y="10696"/>
                </a:lnTo>
                <a:lnTo>
                  <a:pt x="11059" y="11200"/>
                </a:lnTo>
                <a:lnTo>
                  <a:pt x="10918" y="11705"/>
                </a:lnTo>
                <a:lnTo>
                  <a:pt x="10817" y="11947"/>
                </a:lnTo>
                <a:lnTo>
                  <a:pt x="10716" y="12169"/>
                </a:lnTo>
                <a:lnTo>
                  <a:pt x="10595" y="12411"/>
                </a:lnTo>
                <a:lnTo>
                  <a:pt x="10474" y="12633"/>
                </a:lnTo>
                <a:lnTo>
                  <a:pt x="10332" y="12855"/>
                </a:lnTo>
                <a:lnTo>
                  <a:pt x="10171" y="13077"/>
                </a:lnTo>
                <a:lnTo>
                  <a:pt x="10010" y="13279"/>
                </a:lnTo>
                <a:lnTo>
                  <a:pt x="9808" y="13501"/>
                </a:lnTo>
                <a:lnTo>
                  <a:pt x="9545" y="13743"/>
                </a:lnTo>
                <a:lnTo>
                  <a:pt x="9283" y="13965"/>
                </a:lnTo>
                <a:lnTo>
                  <a:pt x="9001" y="14167"/>
                </a:lnTo>
                <a:lnTo>
                  <a:pt x="8718" y="14369"/>
                </a:lnTo>
                <a:lnTo>
                  <a:pt x="8113" y="14732"/>
                </a:lnTo>
                <a:lnTo>
                  <a:pt x="7527" y="15055"/>
                </a:lnTo>
                <a:lnTo>
                  <a:pt x="7326" y="15176"/>
                </a:lnTo>
                <a:lnTo>
                  <a:pt x="6397" y="15701"/>
                </a:lnTo>
                <a:lnTo>
                  <a:pt x="5449" y="16246"/>
                </a:lnTo>
                <a:lnTo>
                  <a:pt x="4521" y="16790"/>
                </a:lnTo>
                <a:lnTo>
                  <a:pt x="3612" y="17376"/>
                </a:lnTo>
                <a:lnTo>
                  <a:pt x="3209" y="17658"/>
                </a:lnTo>
                <a:lnTo>
                  <a:pt x="2765" y="17981"/>
                </a:lnTo>
                <a:lnTo>
                  <a:pt x="2341" y="18324"/>
                </a:lnTo>
                <a:lnTo>
                  <a:pt x="1917" y="18707"/>
                </a:lnTo>
                <a:lnTo>
                  <a:pt x="1514" y="19111"/>
                </a:lnTo>
                <a:lnTo>
                  <a:pt x="1312" y="19333"/>
                </a:lnTo>
                <a:lnTo>
                  <a:pt x="1130" y="19555"/>
                </a:lnTo>
                <a:lnTo>
                  <a:pt x="969" y="19797"/>
                </a:lnTo>
                <a:lnTo>
                  <a:pt x="807" y="20039"/>
                </a:lnTo>
                <a:lnTo>
                  <a:pt x="646" y="20302"/>
                </a:lnTo>
                <a:lnTo>
                  <a:pt x="505" y="20564"/>
                </a:lnTo>
                <a:lnTo>
                  <a:pt x="364" y="20907"/>
                </a:lnTo>
                <a:lnTo>
                  <a:pt x="222" y="21270"/>
                </a:lnTo>
                <a:lnTo>
                  <a:pt x="142" y="21654"/>
                </a:lnTo>
                <a:lnTo>
                  <a:pt x="61" y="22017"/>
                </a:lnTo>
                <a:lnTo>
                  <a:pt x="20" y="22400"/>
                </a:lnTo>
                <a:lnTo>
                  <a:pt x="0" y="22784"/>
                </a:lnTo>
                <a:lnTo>
                  <a:pt x="20" y="23167"/>
                </a:lnTo>
                <a:lnTo>
                  <a:pt x="61" y="23551"/>
                </a:lnTo>
                <a:lnTo>
                  <a:pt x="142" y="23914"/>
                </a:lnTo>
                <a:lnTo>
                  <a:pt x="242" y="24237"/>
                </a:lnTo>
                <a:lnTo>
                  <a:pt x="364" y="24499"/>
                </a:lnTo>
                <a:lnTo>
                  <a:pt x="505" y="24741"/>
                </a:lnTo>
                <a:lnTo>
                  <a:pt x="666" y="24923"/>
                </a:lnTo>
                <a:lnTo>
                  <a:pt x="848" y="25064"/>
                </a:lnTo>
                <a:lnTo>
                  <a:pt x="1050" y="25205"/>
                </a:lnTo>
                <a:lnTo>
                  <a:pt x="1251" y="25327"/>
                </a:lnTo>
                <a:lnTo>
                  <a:pt x="1494" y="25407"/>
                </a:lnTo>
                <a:lnTo>
                  <a:pt x="1736" y="25468"/>
                </a:lnTo>
                <a:lnTo>
                  <a:pt x="1978" y="25508"/>
                </a:lnTo>
                <a:lnTo>
                  <a:pt x="2260" y="25528"/>
                </a:lnTo>
                <a:lnTo>
                  <a:pt x="2563" y="25508"/>
                </a:lnTo>
                <a:lnTo>
                  <a:pt x="2866" y="25448"/>
                </a:lnTo>
                <a:lnTo>
                  <a:pt x="3169" y="25367"/>
                </a:lnTo>
                <a:lnTo>
                  <a:pt x="3451" y="25286"/>
                </a:lnTo>
                <a:lnTo>
                  <a:pt x="3713" y="25165"/>
                </a:lnTo>
                <a:lnTo>
                  <a:pt x="3976" y="25044"/>
                </a:lnTo>
                <a:lnTo>
                  <a:pt x="4218" y="24903"/>
                </a:lnTo>
                <a:lnTo>
                  <a:pt x="4642" y="24620"/>
                </a:lnTo>
                <a:lnTo>
                  <a:pt x="5106" y="24297"/>
                </a:lnTo>
                <a:lnTo>
                  <a:pt x="5550" y="23954"/>
                </a:lnTo>
                <a:lnTo>
                  <a:pt x="5994" y="23611"/>
                </a:lnTo>
                <a:lnTo>
                  <a:pt x="6418" y="23228"/>
                </a:lnTo>
                <a:lnTo>
                  <a:pt x="7245" y="22461"/>
                </a:lnTo>
                <a:lnTo>
                  <a:pt x="8052" y="21674"/>
                </a:lnTo>
                <a:lnTo>
                  <a:pt x="8859" y="20907"/>
                </a:lnTo>
                <a:lnTo>
                  <a:pt x="9687" y="20140"/>
                </a:lnTo>
                <a:lnTo>
                  <a:pt x="10110" y="19757"/>
                </a:lnTo>
                <a:lnTo>
                  <a:pt x="10554" y="19394"/>
                </a:lnTo>
                <a:lnTo>
                  <a:pt x="10998" y="19051"/>
                </a:lnTo>
                <a:lnTo>
                  <a:pt x="11463" y="18728"/>
                </a:lnTo>
                <a:lnTo>
                  <a:pt x="12128" y="18324"/>
                </a:lnTo>
                <a:lnTo>
                  <a:pt x="12815" y="17941"/>
                </a:lnTo>
                <a:lnTo>
                  <a:pt x="13521" y="17577"/>
                </a:lnTo>
                <a:lnTo>
                  <a:pt x="14207" y="17234"/>
                </a:lnTo>
                <a:lnTo>
                  <a:pt x="15337" y="16669"/>
                </a:lnTo>
                <a:lnTo>
                  <a:pt x="15902" y="16367"/>
                </a:lnTo>
                <a:lnTo>
                  <a:pt x="16447" y="16044"/>
                </a:lnTo>
                <a:lnTo>
                  <a:pt x="16972" y="15721"/>
                </a:lnTo>
                <a:lnTo>
                  <a:pt x="17476" y="15358"/>
                </a:lnTo>
                <a:lnTo>
                  <a:pt x="17981" y="14954"/>
                </a:lnTo>
                <a:lnTo>
                  <a:pt x="18203" y="14752"/>
                </a:lnTo>
                <a:lnTo>
                  <a:pt x="18425" y="14530"/>
                </a:lnTo>
                <a:lnTo>
                  <a:pt x="18667" y="14268"/>
                </a:lnTo>
                <a:lnTo>
                  <a:pt x="18909" y="13985"/>
                </a:lnTo>
                <a:lnTo>
                  <a:pt x="19131" y="13703"/>
                </a:lnTo>
                <a:lnTo>
                  <a:pt x="19333" y="13400"/>
                </a:lnTo>
                <a:lnTo>
                  <a:pt x="19535" y="13077"/>
                </a:lnTo>
                <a:lnTo>
                  <a:pt x="19736" y="12754"/>
                </a:lnTo>
                <a:lnTo>
                  <a:pt x="19918" y="12411"/>
                </a:lnTo>
                <a:lnTo>
                  <a:pt x="20100" y="12048"/>
                </a:lnTo>
                <a:lnTo>
                  <a:pt x="20261" y="11665"/>
                </a:lnTo>
                <a:lnTo>
                  <a:pt x="20402" y="11281"/>
                </a:lnTo>
                <a:lnTo>
                  <a:pt x="20544" y="10878"/>
                </a:lnTo>
                <a:lnTo>
                  <a:pt x="20685" y="10474"/>
                </a:lnTo>
                <a:lnTo>
                  <a:pt x="20806" y="10050"/>
                </a:lnTo>
                <a:lnTo>
                  <a:pt x="20927" y="9606"/>
                </a:lnTo>
                <a:lnTo>
                  <a:pt x="21028" y="9142"/>
                </a:lnTo>
                <a:lnTo>
                  <a:pt x="21109" y="8678"/>
                </a:lnTo>
                <a:lnTo>
                  <a:pt x="21189" y="8214"/>
                </a:lnTo>
                <a:lnTo>
                  <a:pt x="21250" y="7750"/>
                </a:lnTo>
                <a:lnTo>
                  <a:pt x="21310" y="7326"/>
                </a:lnTo>
                <a:lnTo>
                  <a:pt x="21331" y="6882"/>
                </a:lnTo>
                <a:lnTo>
                  <a:pt x="21351" y="6478"/>
                </a:lnTo>
                <a:lnTo>
                  <a:pt x="21351" y="6075"/>
                </a:lnTo>
                <a:lnTo>
                  <a:pt x="21351" y="5671"/>
                </a:lnTo>
                <a:lnTo>
                  <a:pt x="21331" y="5288"/>
                </a:lnTo>
                <a:lnTo>
                  <a:pt x="21270" y="4924"/>
                </a:lnTo>
                <a:lnTo>
                  <a:pt x="21230" y="4561"/>
                </a:lnTo>
                <a:lnTo>
                  <a:pt x="21149" y="4218"/>
                </a:lnTo>
                <a:lnTo>
                  <a:pt x="21068" y="3875"/>
                </a:lnTo>
                <a:lnTo>
                  <a:pt x="20967" y="3532"/>
                </a:lnTo>
                <a:lnTo>
                  <a:pt x="20846" y="3229"/>
                </a:lnTo>
                <a:lnTo>
                  <a:pt x="20705" y="2906"/>
                </a:lnTo>
                <a:lnTo>
                  <a:pt x="20564" y="2624"/>
                </a:lnTo>
                <a:lnTo>
                  <a:pt x="20362" y="2281"/>
                </a:lnTo>
                <a:lnTo>
                  <a:pt x="20140" y="1958"/>
                </a:lnTo>
                <a:lnTo>
                  <a:pt x="19898" y="1655"/>
                </a:lnTo>
                <a:lnTo>
                  <a:pt x="19615" y="1373"/>
                </a:lnTo>
                <a:lnTo>
                  <a:pt x="19333" y="1110"/>
                </a:lnTo>
                <a:lnTo>
                  <a:pt x="19010" y="868"/>
                </a:lnTo>
                <a:lnTo>
                  <a:pt x="18687" y="646"/>
                </a:lnTo>
                <a:lnTo>
                  <a:pt x="18344" y="465"/>
                </a:lnTo>
                <a:lnTo>
                  <a:pt x="17981" y="283"/>
                </a:lnTo>
                <a:lnTo>
                  <a:pt x="17597" y="162"/>
                </a:lnTo>
                <a:lnTo>
                  <a:pt x="17214" y="61"/>
                </a:lnTo>
                <a:lnTo>
                  <a:pt x="16851" y="21"/>
                </a:lnTo>
                <a:lnTo>
                  <a:pt x="16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8" name="Google Shape;5738;p70"/>
          <p:cNvSpPr/>
          <p:nvPr/>
        </p:nvSpPr>
        <p:spPr>
          <a:xfrm flipH="1" rot="-2700000">
            <a:off x="4309575" y="4326620"/>
            <a:ext cx="901507" cy="1104562"/>
          </a:xfrm>
          <a:custGeom>
            <a:rect b="b" l="l" r="r" t="t"/>
            <a:pathLst>
              <a:path extrusionOk="0" h="19757" w="16125">
                <a:moveTo>
                  <a:pt x="13945" y="81"/>
                </a:moveTo>
                <a:lnTo>
                  <a:pt x="14187" y="142"/>
                </a:lnTo>
                <a:lnTo>
                  <a:pt x="14449" y="222"/>
                </a:lnTo>
                <a:lnTo>
                  <a:pt x="14671" y="323"/>
                </a:lnTo>
                <a:lnTo>
                  <a:pt x="14893" y="464"/>
                </a:lnTo>
                <a:lnTo>
                  <a:pt x="15095" y="626"/>
                </a:lnTo>
                <a:lnTo>
                  <a:pt x="15277" y="807"/>
                </a:lnTo>
                <a:lnTo>
                  <a:pt x="15438" y="1009"/>
                </a:lnTo>
                <a:lnTo>
                  <a:pt x="15620" y="1332"/>
                </a:lnTo>
                <a:lnTo>
                  <a:pt x="15761" y="1655"/>
                </a:lnTo>
                <a:lnTo>
                  <a:pt x="15862" y="1998"/>
                </a:lnTo>
                <a:lnTo>
                  <a:pt x="15943" y="2341"/>
                </a:lnTo>
                <a:lnTo>
                  <a:pt x="16003" y="2704"/>
                </a:lnTo>
                <a:lnTo>
                  <a:pt x="16023" y="3068"/>
                </a:lnTo>
                <a:lnTo>
                  <a:pt x="16044" y="3431"/>
                </a:lnTo>
                <a:lnTo>
                  <a:pt x="16044" y="3814"/>
                </a:lnTo>
                <a:lnTo>
                  <a:pt x="16023" y="4319"/>
                </a:lnTo>
                <a:lnTo>
                  <a:pt x="16003" y="4803"/>
                </a:lnTo>
                <a:lnTo>
                  <a:pt x="15963" y="5287"/>
                </a:lnTo>
                <a:lnTo>
                  <a:pt x="15923" y="5731"/>
                </a:lnTo>
                <a:lnTo>
                  <a:pt x="15862" y="6175"/>
                </a:lnTo>
                <a:lnTo>
                  <a:pt x="15781" y="6599"/>
                </a:lnTo>
                <a:lnTo>
                  <a:pt x="15701" y="7003"/>
                </a:lnTo>
                <a:lnTo>
                  <a:pt x="15600" y="7386"/>
                </a:lnTo>
                <a:lnTo>
                  <a:pt x="15479" y="7749"/>
                </a:lnTo>
                <a:lnTo>
                  <a:pt x="15337" y="8113"/>
                </a:lnTo>
                <a:lnTo>
                  <a:pt x="15196" y="8436"/>
                </a:lnTo>
                <a:lnTo>
                  <a:pt x="15055" y="8758"/>
                </a:lnTo>
                <a:lnTo>
                  <a:pt x="14873" y="9081"/>
                </a:lnTo>
                <a:lnTo>
                  <a:pt x="14692" y="9364"/>
                </a:lnTo>
                <a:lnTo>
                  <a:pt x="14490" y="9646"/>
                </a:lnTo>
                <a:lnTo>
                  <a:pt x="14268" y="9909"/>
                </a:lnTo>
                <a:lnTo>
                  <a:pt x="14086" y="10131"/>
                </a:lnTo>
                <a:lnTo>
                  <a:pt x="13884" y="10332"/>
                </a:lnTo>
                <a:lnTo>
                  <a:pt x="13683" y="10514"/>
                </a:lnTo>
                <a:lnTo>
                  <a:pt x="13461" y="10716"/>
                </a:lnTo>
                <a:lnTo>
                  <a:pt x="13017" y="11059"/>
                </a:lnTo>
                <a:lnTo>
                  <a:pt x="12532" y="11362"/>
                </a:lnTo>
                <a:lnTo>
                  <a:pt x="12048" y="11664"/>
                </a:lnTo>
                <a:lnTo>
                  <a:pt x="11543" y="11947"/>
                </a:lnTo>
                <a:lnTo>
                  <a:pt x="10514" y="12451"/>
                </a:lnTo>
                <a:lnTo>
                  <a:pt x="9586" y="12915"/>
                </a:lnTo>
                <a:lnTo>
                  <a:pt x="9122" y="13178"/>
                </a:lnTo>
                <a:lnTo>
                  <a:pt x="8678" y="13420"/>
                </a:lnTo>
                <a:lnTo>
                  <a:pt x="8032" y="13844"/>
                </a:lnTo>
                <a:lnTo>
                  <a:pt x="7427" y="14288"/>
                </a:lnTo>
                <a:lnTo>
                  <a:pt x="6821" y="14752"/>
                </a:lnTo>
                <a:lnTo>
                  <a:pt x="6236" y="15236"/>
                </a:lnTo>
                <a:lnTo>
                  <a:pt x="5671" y="15761"/>
                </a:lnTo>
                <a:lnTo>
                  <a:pt x="5106" y="16265"/>
                </a:lnTo>
                <a:lnTo>
                  <a:pt x="4037" y="17335"/>
                </a:lnTo>
                <a:lnTo>
                  <a:pt x="3350" y="18001"/>
                </a:lnTo>
                <a:lnTo>
                  <a:pt x="2644" y="18667"/>
                </a:lnTo>
                <a:lnTo>
                  <a:pt x="2281" y="18990"/>
                </a:lnTo>
                <a:lnTo>
                  <a:pt x="2099" y="19151"/>
                </a:lnTo>
                <a:lnTo>
                  <a:pt x="1897" y="19292"/>
                </a:lnTo>
                <a:lnTo>
                  <a:pt x="1696" y="19413"/>
                </a:lnTo>
                <a:lnTo>
                  <a:pt x="1474" y="19514"/>
                </a:lnTo>
                <a:lnTo>
                  <a:pt x="1272" y="19595"/>
                </a:lnTo>
                <a:lnTo>
                  <a:pt x="1030" y="19656"/>
                </a:lnTo>
                <a:lnTo>
                  <a:pt x="808" y="19676"/>
                </a:lnTo>
                <a:lnTo>
                  <a:pt x="687" y="19656"/>
                </a:lnTo>
                <a:lnTo>
                  <a:pt x="566" y="19635"/>
                </a:lnTo>
                <a:lnTo>
                  <a:pt x="444" y="19595"/>
                </a:lnTo>
                <a:lnTo>
                  <a:pt x="344" y="19555"/>
                </a:lnTo>
                <a:lnTo>
                  <a:pt x="243" y="19474"/>
                </a:lnTo>
                <a:lnTo>
                  <a:pt x="162" y="19373"/>
                </a:lnTo>
                <a:lnTo>
                  <a:pt x="101" y="19232"/>
                </a:lnTo>
                <a:lnTo>
                  <a:pt x="81" y="19091"/>
                </a:lnTo>
                <a:lnTo>
                  <a:pt x="81" y="18929"/>
                </a:lnTo>
                <a:lnTo>
                  <a:pt x="122" y="18788"/>
                </a:lnTo>
                <a:lnTo>
                  <a:pt x="162" y="18667"/>
                </a:lnTo>
                <a:lnTo>
                  <a:pt x="222" y="18546"/>
                </a:lnTo>
                <a:lnTo>
                  <a:pt x="323" y="18364"/>
                </a:lnTo>
                <a:lnTo>
                  <a:pt x="444" y="18203"/>
                </a:lnTo>
                <a:lnTo>
                  <a:pt x="566" y="18021"/>
                </a:lnTo>
                <a:lnTo>
                  <a:pt x="868" y="17718"/>
                </a:lnTo>
                <a:lnTo>
                  <a:pt x="1171" y="17436"/>
                </a:lnTo>
                <a:lnTo>
                  <a:pt x="1494" y="17173"/>
                </a:lnTo>
                <a:lnTo>
                  <a:pt x="2220" y="16588"/>
                </a:lnTo>
                <a:lnTo>
                  <a:pt x="2987" y="16043"/>
                </a:lnTo>
                <a:lnTo>
                  <a:pt x="3754" y="15499"/>
                </a:lnTo>
                <a:lnTo>
                  <a:pt x="4521" y="14974"/>
                </a:lnTo>
                <a:lnTo>
                  <a:pt x="5308" y="14429"/>
                </a:lnTo>
                <a:lnTo>
                  <a:pt x="6075" y="13884"/>
                </a:lnTo>
                <a:lnTo>
                  <a:pt x="6862" y="13319"/>
                </a:lnTo>
                <a:lnTo>
                  <a:pt x="7608" y="12734"/>
                </a:lnTo>
                <a:lnTo>
                  <a:pt x="8153" y="12270"/>
                </a:lnTo>
                <a:lnTo>
                  <a:pt x="8436" y="12007"/>
                </a:lnTo>
                <a:lnTo>
                  <a:pt x="8718" y="11725"/>
                </a:lnTo>
                <a:lnTo>
                  <a:pt x="9001" y="11422"/>
                </a:lnTo>
                <a:lnTo>
                  <a:pt x="9283" y="11119"/>
                </a:lnTo>
                <a:lnTo>
                  <a:pt x="9546" y="10776"/>
                </a:lnTo>
                <a:lnTo>
                  <a:pt x="9788" y="10413"/>
                </a:lnTo>
                <a:lnTo>
                  <a:pt x="9949" y="10131"/>
                </a:lnTo>
                <a:lnTo>
                  <a:pt x="10111" y="9828"/>
                </a:lnTo>
                <a:lnTo>
                  <a:pt x="10252" y="9525"/>
                </a:lnTo>
                <a:lnTo>
                  <a:pt x="10393" y="9202"/>
                </a:lnTo>
                <a:lnTo>
                  <a:pt x="10494" y="8879"/>
                </a:lnTo>
                <a:lnTo>
                  <a:pt x="10615" y="8557"/>
                </a:lnTo>
                <a:lnTo>
                  <a:pt x="10777" y="7911"/>
                </a:lnTo>
                <a:lnTo>
                  <a:pt x="10938" y="7245"/>
                </a:lnTo>
                <a:lnTo>
                  <a:pt x="11039" y="6559"/>
                </a:lnTo>
                <a:lnTo>
                  <a:pt x="11241" y="5207"/>
                </a:lnTo>
                <a:lnTo>
                  <a:pt x="11342" y="4399"/>
                </a:lnTo>
                <a:lnTo>
                  <a:pt x="11463" y="3612"/>
                </a:lnTo>
                <a:lnTo>
                  <a:pt x="11604" y="2825"/>
                </a:lnTo>
                <a:lnTo>
                  <a:pt x="11685" y="2422"/>
                </a:lnTo>
                <a:lnTo>
                  <a:pt x="11786" y="2038"/>
                </a:lnTo>
                <a:lnTo>
                  <a:pt x="11866" y="1756"/>
                </a:lnTo>
                <a:lnTo>
                  <a:pt x="11987" y="1473"/>
                </a:lnTo>
                <a:lnTo>
                  <a:pt x="12109" y="1171"/>
                </a:lnTo>
                <a:lnTo>
                  <a:pt x="12250" y="888"/>
                </a:lnTo>
                <a:lnTo>
                  <a:pt x="12452" y="626"/>
                </a:lnTo>
                <a:lnTo>
                  <a:pt x="12552" y="525"/>
                </a:lnTo>
                <a:lnTo>
                  <a:pt x="12674" y="404"/>
                </a:lnTo>
                <a:lnTo>
                  <a:pt x="12795" y="323"/>
                </a:lnTo>
                <a:lnTo>
                  <a:pt x="12916" y="242"/>
                </a:lnTo>
                <a:lnTo>
                  <a:pt x="13077" y="182"/>
                </a:lnTo>
                <a:lnTo>
                  <a:pt x="13218" y="121"/>
                </a:lnTo>
                <a:lnTo>
                  <a:pt x="13461" y="81"/>
                </a:lnTo>
                <a:close/>
                <a:moveTo>
                  <a:pt x="13541" y="0"/>
                </a:moveTo>
                <a:lnTo>
                  <a:pt x="13380" y="20"/>
                </a:lnTo>
                <a:lnTo>
                  <a:pt x="13218" y="41"/>
                </a:lnTo>
                <a:lnTo>
                  <a:pt x="13037" y="101"/>
                </a:lnTo>
                <a:lnTo>
                  <a:pt x="12896" y="162"/>
                </a:lnTo>
                <a:lnTo>
                  <a:pt x="12754" y="242"/>
                </a:lnTo>
                <a:lnTo>
                  <a:pt x="12613" y="343"/>
                </a:lnTo>
                <a:lnTo>
                  <a:pt x="12492" y="464"/>
                </a:lnTo>
                <a:lnTo>
                  <a:pt x="12391" y="565"/>
                </a:lnTo>
                <a:lnTo>
                  <a:pt x="12189" y="848"/>
                </a:lnTo>
                <a:lnTo>
                  <a:pt x="12028" y="1130"/>
                </a:lnTo>
                <a:lnTo>
                  <a:pt x="11907" y="1433"/>
                </a:lnTo>
                <a:lnTo>
                  <a:pt x="11806" y="1736"/>
                </a:lnTo>
                <a:lnTo>
                  <a:pt x="11705" y="2018"/>
                </a:lnTo>
                <a:lnTo>
                  <a:pt x="11604" y="2402"/>
                </a:lnTo>
                <a:lnTo>
                  <a:pt x="11523" y="2805"/>
                </a:lnTo>
                <a:lnTo>
                  <a:pt x="11382" y="3592"/>
                </a:lnTo>
                <a:lnTo>
                  <a:pt x="11261" y="4399"/>
                </a:lnTo>
                <a:lnTo>
                  <a:pt x="11160" y="5187"/>
                </a:lnTo>
                <a:lnTo>
                  <a:pt x="10958" y="6539"/>
                </a:lnTo>
                <a:lnTo>
                  <a:pt x="10857" y="7225"/>
                </a:lnTo>
                <a:lnTo>
                  <a:pt x="10716" y="7870"/>
                </a:lnTo>
                <a:lnTo>
                  <a:pt x="10534" y="8536"/>
                </a:lnTo>
                <a:lnTo>
                  <a:pt x="10434" y="8859"/>
                </a:lnTo>
                <a:lnTo>
                  <a:pt x="10313" y="9162"/>
                </a:lnTo>
                <a:lnTo>
                  <a:pt x="10191" y="9485"/>
                </a:lnTo>
                <a:lnTo>
                  <a:pt x="10050" y="9788"/>
                </a:lnTo>
                <a:lnTo>
                  <a:pt x="9889" y="10090"/>
                </a:lnTo>
                <a:lnTo>
                  <a:pt x="9707" y="10373"/>
                </a:lnTo>
                <a:lnTo>
                  <a:pt x="9465" y="10736"/>
                </a:lnTo>
                <a:lnTo>
                  <a:pt x="9223" y="11059"/>
                </a:lnTo>
                <a:lnTo>
                  <a:pt x="8940" y="11382"/>
                </a:lnTo>
                <a:lnTo>
                  <a:pt x="8658" y="11664"/>
                </a:lnTo>
                <a:lnTo>
                  <a:pt x="8375" y="11947"/>
                </a:lnTo>
                <a:lnTo>
                  <a:pt x="8093" y="12209"/>
                </a:lnTo>
                <a:lnTo>
                  <a:pt x="7568" y="12653"/>
                </a:lnTo>
                <a:lnTo>
                  <a:pt x="6801" y="13259"/>
                </a:lnTo>
                <a:lnTo>
                  <a:pt x="6034" y="13824"/>
                </a:lnTo>
                <a:lnTo>
                  <a:pt x="5247" y="14368"/>
                </a:lnTo>
                <a:lnTo>
                  <a:pt x="4480" y="14913"/>
                </a:lnTo>
                <a:lnTo>
                  <a:pt x="3714" y="15438"/>
                </a:lnTo>
                <a:lnTo>
                  <a:pt x="2927" y="15983"/>
                </a:lnTo>
                <a:lnTo>
                  <a:pt x="2180" y="16528"/>
                </a:lnTo>
                <a:lnTo>
                  <a:pt x="1433" y="17113"/>
                </a:lnTo>
                <a:lnTo>
                  <a:pt x="1131" y="17375"/>
                </a:lnTo>
                <a:lnTo>
                  <a:pt x="808" y="17658"/>
                </a:lnTo>
                <a:lnTo>
                  <a:pt x="505" y="17981"/>
                </a:lnTo>
                <a:lnTo>
                  <a:pt x="384" y="18142"/>
                </a:lnTo>
                <a:lnTo>
                  <a:pt x="243" y="18324"/>
                </a:lnTo>
                <a:lnTo>
                  <a:pt x="142" y="18526"/>
                </a:lnTo>
                <a:lnTo>
                  <a:pt x="81" y="18667"/>
                </a:lnTo>
                <a:lnTo>
                  <a:pt x="21" y="18808"/>
                </a:lnTo>
                <a:lnTo>
                  <a:pt x="1" y="18949"/>
                </a:lnTo>
                <a:lnTo>
                  <a:pt x="1" y="19111"/>
                </a:lnTo>
                <a:lnTo>
                  <a:pt x="21" y="19272"/>
                </a:lnTo>
                <a:lnTo>
                  <a:pt x="101" y="19434"/>
                </a:lnTo>
                <a:lnTo>
                  <a:pt x="162" y="19514"/>
                </a:lnTo>
                <a:lnTo>
                  <a:pt x="243" y="19575"/>
                </a:lnTo>
                <a:lnTo>
                  <a:pt x="323" y="19635"/>
                </a:lnTo>
                <a:lnTo>
                  <a:pt x="424" y="19676"/>
                </a:lnTo>
                <a:lnTo>
                  <a:pt x="626" y="19736"/>
                </a:lnTo>
                <a:lnTo>
                  <a:pt x="828" y="19757"/>
                </a:lnTo>
                <a:lnTo>
                  <a:pt x="1050" y="19736"/>
                </a:lnTo>
                <a:lnTo>
                  <a:pt x="1292" y="19676"/>
                </a:lnTo>
                <a:lnTo>
                  <a:pt x="1514" y="19595"/>
                </a:lnTo>
                <a:lnTo>
                  <a:pt x="1736" y="19494"/>
                </a:lnTo>
                <a:lnTo>
                  <a:pt x="1938" y="19353"/>
                </a:lnTo>
                <a:lnTo>
                  <a:pt x="2140" y="19212"/>
                </a:lnTo>
                <a:lnTo>
                  <a:pt x="2341" y="19050"/>
                </a:lnTo>
                <a:lnTo>
                  <a:pt x="2705" y="18727"/>
                </a:lnTo>
                <a:lnTo>
                  <a:pt x="3411" y="18061"/>
                </a:lnTo>
                <a:lnTo>
                  <a:pt x="4077" y="17395"/>
                </a:lnTo>
                <a:lnTo>
                  <a:pt x="5167" y="16326"/>
                </a:lnTo>
                <a:lnTo>
                  <a:pt x="5732" y="15821"/>
                </a:lnTo>
                <a:lnTo>
                  <a:pt x="6297" y="15297"/>
                </a:lnTo>
                <a:lnTo>
                  <a:pt x="6862" y="14812"/>
                </a:lnTo>
                <a:lnTo>
                  <a:pt x="7467" y="14348"/>
                </a:lnTo>
                <a:lnTo>
                  <a:pt x="8093" y="13904"/>
                </a:lnTo>
                <a:lnTo>
                  <a:pt x="8718" y="13501"/>
                </a:lnTo>
                <a:lnTo>
                  <a:pt x="9162" y="13238"/>
                </a:lnTo>
                <a:lnTo>
                  <a:pt x="9626" y="12996"/>
                </a:lnTo>
                <a:lnTo>
                  <a:pt x="10555" y="12532"/>
                </a:lnTo>
                <a:lnTo>
                  <a:pt x="11584" y="12007"/>
                </a:lnTo>
                <a:lnTo>
                  <a:pt x="12088" y="11725"/>
                </a:lnTo>
                <a:lnTo>
                  <a:pt x="12573" y="11442"/>
                </a:lnTo>
                <a:lnTo>
                  <a:pt x="13057" y="11119"/>
                </a:lnTo>
                <a:lnTo>
                  <a:pt x="13521" y="10776"/>
                </a:lnTo>
                <a:lnTo>
                  <a:pt x="13743" y="10575"/>
                </a:lnTo>
                <a:lnTo>
                  <a:pt x="13945" y="10393"/>
                </a:lnTo>
                <a:lnTo>
                  <a:pt x="14147" y="10171"/>
                </a:lnTo>
                <a:lnTo>
                  <a:pt x="14328" y="9969"/>
                </a:lnTo>
                <a:lnTo>
                  <a:pt x="14550" y="9687"/>
                </a:lnTo>
                <a:lnTo>
                  <a:pt x="14752" y="9404"/>
                </a:lnTo>
                <a:lnTo>
                  <a:pt x="14934" y="9122"/>
                </a:lnTo>
                <a:lnTo>
                  <a:pt x="15115" y="8799"/>
                </a:lnTo>
                <a:lnTo>
                  <a:pt x="15277" y="8476"/>
                </a:lnTo>
                <a:lnTo>
                  <a:pt x="15418" y="8133"/>
                </a:lnTo>
                <a:lnTo>
                  <a:pt x="15559" y="7790"/>
                </a:lnTo>
                <a:lnTo>
                  <a:pt x="15660" y="7406"/>
                </a:lnTo>
                <a:lnTo>
                  <a:pt x="15761" y="7023"/>
                </a:lnTo>
                <a:lnTo>
                  <a:pt x="15862" y="6619"/>
                </a:lnTo>
                <a:lnTo>
                  <a:pt x="15943" y="6196"/>
                </a:lnTo>
                <a:lnTo>
                  <a:pt x="16003" y="5752"/>
                </a:lnTo>
                <a:lnTo>
                  <a:pt x="16044" y="5287"/>
                </a:lnTo>
                <a:lnTo>
                  <a:pt x="16084" y="4823"/>
                </a:lnTo>
                <a:lnTo>
                  <a:pt x="16104" y="4319"/>
                </a:lnTo>
                <a:lnTo>
                  <a:pt x="16124" y="3814"/>
                </a:lnTo>
                <a:lnTo>
                  <a:pt x="16124" y="3431"/>
                </a:lnTo>
                <a:lnTo>
                  <a:pt x="16104" y="3068"/>
                </a:lnTo>
                <a:lnTo>
                  <a:pt x="16084" y="2684"/>
                </a:lnTo>
                <a:lnTo>
                  <a:pt x="16023" y="2321"/>
                </a:lnTo>
                <a:lnTo>
                  <a:pt x="15943" y="1958"/>
                </a:lnTo>
                <a:lnTo>
                  <a:pt x="15842" y="1615"/>
                </a:lnTo>
                <a:lnTo>
                  <a:pt x="15701" y="1292"/>
                </a:lnTo>
                <a:lnTo>
                  <a:pt x="15519" y="969"/>
                </a:lnTo>
                <a:lnTo>
                  <a:pt x="15418" y="828"/>
                </a:lnTo>
                <a:lnTo>
                  <a:pt x="15297" y="707"/>
                </a:lnTo>
                <a:lnTo>
                  <a:pt x="15196" y="585"/>
                </a:lnTo>
                <a:lnTo>
                  <a:pt x="15055" y="485"/>
                </a:lnTo>
                <a:lnTo>
                  <a:pt x="14934" y="384"/>
                </a:lnTo>
                <a:lnTo>
                  <a:pt x="14792" y="303"/>
                </a:lnTo>
                <a:lnTo>
                  <a:pt x="14490" y="142"/>
                </a:lnTo>
                <a:lnTo>
                  <a:pt x="14187" y="61"/>
                </a:lnTo>
                <a:lnTo>
                  <a:pt x="14026" y="20"/>
                </a:lnTo>
                <a:lnTo>
                  <a:pt x="1386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9" name="Google Shape;5739;p70"/>
          <p:cNvSpPr/>
          <p:nvPr/>
        </p:nvSpPr>
        <p:spPr>
          <a:xfrm flipH="1" rot="-2700000">
            <a:off x="4305556" y="4724336"/>
            <a:ext cx="130935" cy="390457"/>
          </a:xfrm>
          <a:custGeom>
            <a:rect b="b" l="l" r="r" t="t"/>
            <a:pathLst>
              <a:path extrusionOk="0" h="6984" w="2342">
                <a:moveTo>
                  <a:pt x="1494" y="82"/>
                </a:moveTo>
                <a:lnTo>
                  <a:pt x="1615" y="122"/>
                </a:lnTo>
                <a:lnTo>
                  <a:pt x="1716" y="162"/>
                </a:lnTo>
                <a:lnTo>
                  <a:pt x="1817" y="223"/>
                </a:lnTo>
                <a:lnTo>
                  <a:pt x="1897" y="304"/>
                </a:lnTo>
                <a:lnTo>
                  <a:pt x="1978" y="404"/>
                </a:lnTo>
                <a:lnTo>
                  <a:pt x="2039" y="485"/>
                </a:lnTo>
                <a:lnTo>
                  <a:pt x="2099" y="586"/>
                </a:lnTo>
                <a:lnTo>
                  <a:pt x="2160" y="707"/>
                </a:lnTo>
                <a:lnTo>
                  <a:pt x="2200" y="828"/>
                </a:lnTo>
                <a:lnTo>
                  <a:pt x="2240" y="1070"/>
                </a:lnTo>
                <a:lnTo>
                  <a:pt x="2261" y="1333"/>
                </a:lnTo>
                <a:lnTo>
                  <a:pt x="2261" y="1595"/>
                </a:lnTo>
                <a:lnTo>
                  <a:pt x="2240" y="2281"/>
                </a:lnTo>
                <a:lnTo>
                  <a:pt x="2180" y="2967"/>
                </a:lnTo>
                <a:lnTo>
                  <a:pt x="2059" y="3694"/>
                </a:lnTo>
                <a:lnTo>
                  <a:pt x="1897" y="4521"/>
                </a:lnTo>
                <a:lnTo>
                  <a:pt x="1837" y="4763"/>
                </a:lnTo>
                <a:lnTo>
                  <a:pt x="1776" y="5026"/>
                </a:lnTo>
                <a:lnTo>
                  <a:pt x="1675" y="5308"/>
                </a:lnTo>
                <a:lnTo>
                  <a:pt x="1554" y="5591"/>
                </a:lnTo>
                <a:lnTo>
                  <a:pt x="1413" y="5893"/>
                </a:lnTo>
                <a:lnTo>
                  <a:pt x="1231" y="6176"/>
                </a:lnTo>
                <a:lnTo>
                  <a:pt x="1030" y="6459"/>
                </a:lnTo>
                <a:lnTo>
                  <a:pt x="808" y="6741"/>
                </a:lnTo>
                <a:lnTo>
                  <a:pt x="707" y="6822"/>
                </a:lnTo>
                <a:lnTo>
                  <a:pt x="626" y="6862"/>
                </a:lnTo>
                <a:lnTo>
                  <a:pt x="566" y="6902"/>
                </a:lnTo>
                <a:lnTo>
                  <a:pt x="485" y="6882"/>
                </a:lnTo>
                <a:lnTo>
                  <a:pt x="444" y="6862"/>
                </a:lnTo>
                <a:lnTo>
                  <a:pt x="384" y="6822"/>
                </a:lnTo>
                <a:lnTo>
                  <a:pt x="303" y="6701"/>
                </a:lnTo>
                <a:lnTo>
                  <a:pt x="243" y="6539"/>
                </a:lnTo>
                <a:lnTo>
                  <a:pt x="182" y="6317"/>
                </a:lnTo>
                <a:lnTo>
                  <a:pt x="142" y="6055"/>
                </a:lnTo>
                <a:lnTo>
                  <a:pt x="101" y="5752"/>
                </a:lnTo>
                <a:lnTo>
                  <a:pt x="81" y="5086"/>
                </a:lnTo>
                <a:lnTo>
                  <a:pt x="81" y="4602"/>
                </a:lnTo>
                <a:lnTo>
                  <a:pt x="81" y="4097"/>
                </a:lnTo>
                <a:lnTo>
                  <a:pt x="101" y="3976"/>
                </a:lnTo>
                <a:lnTo>
                  <a:pt x="122" y="3310"/>
                </a:lnTo>
                <a:lnTo>
                  <a:pt x="162" y="2685"/>
                </a:lnTo>
                <a:lnTo>
                  <a:pt x="222" y="2100"/>
                </a:lnTo>
                <a:lnTo>
                  <a:pt x="283" y="1535"/>
                </a:lnTo>
                <a:lnTo>
                  <a:pt x="323" y="1353"/>
                </a:lnTo>
                <a:lnTo>
                  <a:pt x="384" y="1131"/>
                </a:lnTo>
                <a:lnTo>
                  <a:pt x="444" y="909"/>
                </a:lnTo>
                <a:lnTo>
                  <a:pt x="545" y="667"/>
                </a:lnTo>
                <a:lnTo>
                  <a:pt x="687" y="465"/>
                </a:lnTo>
                <a:lnTo>
                  <a:pt x="767" y="364"/>
                </a:lnTo>
                <a:lnTo>
                  <a:pt x="848" y="263"/>
                </a:lnTo>
                <a:lnTo>
                  <a:pt x="949" y="203"/>
                </a:lnTo>
                <a:lnTo>
                  <a:pt x="1070" y="142"/>
                </a:lnTo>
                <a:lnTo>
                  <a:pt x="1191" y="102"/>
                </a:lnTo>
                <a:lnTo>
                  <a:pt x="1312" y="82"/>
                </a:lnTo>
                <a:close/>
                <a:moveTo>
                  <a:pt x="1312" y="1"/>
                </a:moveTo>
                <a:lnTo>
                  <a:pt x="1171" y="21"/>
                </a:lnTo>
                <a:lnTo>
                  <a:pt x="1030" y="61"/>
                </a:lnTo>
                <a:lnTo>
                  <a:pt x="868" y="162"/>
                </a:lnTo>
                <a:lnTo>
                  <a:pt x="707" y="304"/>
                </a:lnTo>
                <a:lnTo>
                  <a:pt x="566" y="485"/>
                </a:lnTo>
                <a:lnTo>
                  <a:pt x="485" y="606"/>
                </a:lnTo>
                <a:lnTo>
                  <a:pt x="424" y="748"/>
                </a:lnTo>
                <a:lnTo>
                  <a:pt x="364" y="909"/>
                </a:lnTo>
                <a:lnTo>
                  <a:pt x="303" y="1091"/>
                </a:lnTo>
                <a:lnTo>
                  <a:pt x="263" y="1292"/>
                </a:lnTo>
                <a:lnTo>
                  <a:pt x="222" y="1514"/>
                </a:lnTo>
                <a:lnTo>
                  <a:pt x="142" y="2079"/>
                </a:lnTo>
                <a:lnTo>
                  <a:pt x="81" y="2685"/>
                </a:lnTo>
                <a:lnTo>
                  <a:pt x="41" y="3310"/>
                </a:lnTo>
                <a:lnTo>
                  <a:pt x="21" y="3976"/>
                </a:lnTo>
                <a:lnTo>
                  <a:pt x="1" y="4097"/>
                </a:lnTo>
                <a:lnTo>
                  <a:pt x="1" y="4602"/>
                </a:lnTo>
                <a:lnTo>
                  <a:pt x="1" y="5106"/>
                </a:lnTo>
                <a:lnTo>
                  <a:pt x="21" y="5752"/>
                </a:lnTo>
                <a:lnTo>
                  <a:pt x="61" y="6055"/>
                </a:lnTo>
                <a:lnTo>
                  <a:pt x="101" y="6337"/>
                </a:lnTo>
                <a:lnTo>
                  <a:pt x="142" y="6499"/>
                </a:lnTo>
                <a:lnTo>
                  <a:pt x="202" y="6680"/>
                </a:lnTo>
                <a:lnTo>
                  <a:pt x="263" y="6781"/>
                </a:lnTo>
                <a:lnTo>
                  <a:pt x="303" y="6862"/>
                </a:lnTo>
                <a:lnTo>
                  <a:pt x="384" y="6923"/>
                </a:lnTo>
                <a:lnTo>
                  <a:pt x="465" y="6963"/>
                </a:lnTo>
                <a:lnTo>
                  <a:pt x="525" y="6983"/>
                </a:lnTo>
                <a:lnTo>
                  <a:pt x="606" y="6963"/>
                </a:lnTo>
                <a:lnTo>
                  <a:pt x="687" y="6923"/>
                </a:lnTo>
                <a:lnTo>
                  <a:pt x="767" y="6882"/>
                </a:lnTo>
                <a:lnTo>
                  <a:pt x="868" y="6802"/>
                </a:lnTo>
                <a:lnTo>
                  <a:pt x="1090" y="6519"/>
                </a:lnTo>
                <a:lnTo>
                  <a:pt x="1292" y="6237"/>
                </a:lnTo>
                <a:lnTo>
                  <a:pt x="1474" y="5934"/>
                </a:lnTo>
                <a:lnTo>
                  <a:pt x="1615" y="5631"/>
                </a:lnTo>
                <a:lnTo>
                  <a:pt x="1736" y="5349"/>
                </a:lnTo>
                <a:lnTo>
                  <a:pt x="1837" y="5046"/>
                </a:lnTo>
                <a:lnTo>
                  <a:pt x="1918" y="4784"/>
                </a:lnTo>
                <a:lnTo>
                  <a:pt x="1978" y="4521"/>
                </a:lnTo>
                <a:lnTo>
                  <a:pt x="2140" y="3714"/>
                </a:lnTo>
                <a:lnTo>
                  <a:pt x="2261" y="2967"/>
                </a:lnTo>
                <a:lnTo>
                  <a:pt x="2321" y="2281"/>
                </a:lnTo>
                <a:lnTo>
                  <a:pt x="2341" y="1595"/>
                </a:lnTo>
                <a:lnTo>
                  <a:pt x="2341" y="1333"/>
                </a:lnTo>
                <a:lnTo>
                  <a:pt x="2321" y="1050"/>
                </a:lnTo>
                <a:lnTo>
                  <a:pt x="2261" y="788"/>
                </a:lnTo>
                <a:lnTo>
                  <a:pt x="2220" y="667"/>
                </a:lnTo>
                <a:lnTo>
                  <a:pt x="2180" y="546"/>
                </a:lnTo>
                <a:lnTo>
                  <a:pt x="2119" y="445"/>
                </a:lnTo>
                <a:lnTo>
                  <a:pt x="2039" y="324"/>
                </a:lnTo>
                <a:lnTo>
                  <a:pt x="1938" y="243"/>
                </a:lnTo>
                <a:lnTo>
                  <a:pt x="1837" y="142"/>
                </a:lnTo>
                <a:lnTo>
                  <a:pt x="1716" y="82"/>
                </a:lnTo>
                <a:lnTo>
                  <a:pt x="1595" y="21"/>
                </a:lnTo>
                <a:lnTo>
                  <a:pt x="14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0" name="Google Shape;5740;p70"/>
          <p:cNvSpPr/>
          <p:nvPr/>
        </p:nvSpPr>
        <p:spPr>
          <a:xfrm flipH="1" rot="-2700000">
            <a:off x="5244598" y="4302132"/>
            <a:ext cx="100466" cy="100466"/>
          </a:xfrm>
          <a:custGeom>
            <a:rect b="b" l="l" r="r" t="t"/>
            <a:pathLst>
              <a:path extrusionOk="0" h="1797" w="1797">
                <a:moveTo>
                  <a:pt x="909" y="0"/>
                </a:moveTo>
                <a:lnTo>
                  <a:pt x="727" y="20"/>
                </a:lnTo>
                <a:lnTo>
                  <a:pt x="546" y="61"/>
                </a:lnTo>
                <a:lnTo>
                  <a:pt x="404" y="162"/>
                </a:lnTo>
                <a:lnTo>
                  <a:pt x="263" y="263"/>
                </a:lnTo>
                <a:lnTo>
                  <a:pt x="162" y="404"/>
                </a:lnTo>
                <a:lnTo>
                  <a:pt x="61" y="545"/>
                </a:lnTo>
                <a:lnTo>
                  <a:pt x="21" y="727"/>
                </a:lnTo>
                <a:lnTo>
                  <a:pt x="1" y="908"/>
                </a:lnTo>
                <a:lnTo>
                  <a:pt x="21" y="1090"/>
                </a:lnTo>
                <a:lnTo>
                  <a:pt x="61" y="1251"/>
                </a:lnTo>
                <a:lnTo>
                  <a:pt x="162" y="1393"/>
                </a:lnTo>
                <a:lnTo>
                  <a:pt x="263" y="1534"/>
                </a:lnTo>
                <a:lnTo>
                  <a:pt x="404" y="1655"/>
                </a:lnTo>
                <a:lnTo>
                  <a:pt x="546" y="1736"/>
                </a:lnTo>
                <a:lnTo>
                  <a:pt x="727" y="1776"/>
                </a:lnTo>
                <a:lnTo>
                  <a:pt x="909" y="1796"/>
                </a:lnTo>
                <a:lnTo>
                  <a:pt x="1090" y="1776"/>
                </a:lnTo>
                <a:lnTo>
                  <a:pt x="1252" y="1736"/>
                </a:lnTo>
                <a:lnTo>
                  <a:pt x="1413" y="1655"/>
                </a:lnTo>
                <a:lnTo>
                  <a:pt x="1534" y="1534"/>
                </a:lnTo>
                <a:lnTo>
                  <a:pt x="1655" y="1393"/>
                </a:lnTo>
                <a:lnTo>
                  <a:pt x="1736" y="1251"/>
                </a:lnTo>
                <a:lnTo>
                  <a:pt x="1777" y="1090"/>
                </a:lnTo>
                <a:lnTo>
                  <a:pt x="1797" y="908"/>
                </a:lnTo>
                <a:lnTo>
                  <a:pt x="1777" y="727"/>
                </a:lnTo>
                <a:lnTo>
                  <a:pt x="1736" y="545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2" y="61"/>
                </a:lnTo>
                <a:lnTo>
                  <a:pt x="1090" y="20"/>
                </a:lnTo>
                <a:lnTo>
                  <a:pt x="90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1" name="Google Shape;5741;p70"/>
          <p:cNvSpPr/>
          <p:nvPr/>
        </p:nvSpPr>
        <p:spPr>
          <a:xfrm flipH="1" rot="-2700000">
            <a:off x="5242294" y="4299868"/>
            <a:ext cx="104994" cy="104994"/>
          </a:xfrm>
          <a:custGeom>
            <a:rect b="b" l="l" r="r" t="t"/>
            <a:pathLst>
              <a:path extrusionOk="0" h="1878" w="1878">
                <a:moveTo>
                  <a:pt x="949" y="82"/>
                </a:moveTo>
                <a:lnTo>
                  <a:pt x="1110" y="102"/>
                </a:lnTo>
                <a:lnTo>
                  <a:pt x="1272" y="142"/>
                </a:lnTo>
                <a:lnTo>
                  <a:pt x="1413" y="223"/>
                </a:lnTo>
                <a:lnTo>
                  <a:pt x="1554" y="324"/>
                </a:lnTo>
                <a:lnTo>
                  <a:pt x="1655" y="465"/>
                </a:lnTo>
                <a:lnTo>
                  <a:pt x="1736" y="606"/>
                </a:lnTo>
                <a:lnTo>
                  <a:pt x="1776" y="768"/>
                </a:lnTo>
                <a:lnTo>
                  <a:pt x="1796" y="949"/>
                </a:lnTo>
                <a:lnTo>
                  <a:pt x="1776" y="1111"/>
                </a:lnTo>
                <a:lnTo>
                  <a:pt x="1736" y="1272"/>
                </a:lnTo>
                <a:lnTo>
                  <a:pt x="1655" y="1414"/>
                </a:lnTo>
                <a:lnTo>
                  <a:pt x="1554" y="1555"/>
                </a:lnTo>
                <a:lnTo>
                  <a:pt x="1413" y="1656"/>
                </a:lnTo>
                <a:lnTo>
                  <a:pt x="1272" y="1736"/>
                </a:lnTo>
                <a:lnTo>
                  <a:pt x="1110" y="1777"/>
                </a:lnTo>
                <a:lnTo>
                  <a:pt x="949" y="1797"/>
                </a:lnTo>
                <a:lnTo>
                  <a:pt x="767" y="1777"/>
                </a:lnTo>
                <a:lnTo>
                  <a:pt x="606" y="1736"/>
                </a:lnTo>
                <a:lnTo>
                  <a:pt x="464" y="1656"/>
                </a:lnTo>
                <a:lnTo>
                  <a:pt x="323" y="1555"/>
                </a:lnTo>
                <a:lnTo>
                  <a:pt x="222" y="1414"/>
                </a:lnTo>
                <a:lnTo>
                  <a:pt x="142" y="1272"/>
                </a:lnTo>
                <a:lnTo>
                  <a:pt x="101" y="1111"/>
                </a:lnTo>
                <a:lnTo>
                  <a:pt x="81" y="949"/>
                </a:lnTo>
                <a:lnTo>
                  <a:pt x="101" y="768"/>
                </a:lnTo>
                <a:lnTo>
                  <a:pt x="142" y="606"/>
                </a:lnTo>
                <a:lnTo>
                  <a:pt x="222" y="465"/>
                </a:lnTo>
                <a:lnTo>
                  <a:pt x="323" y="324"/>
                </a:lnTo>
                <a:lnTo>
                  <a:pt x="464" y="223"/>
                </a:lnTo>
                <a:lnTo>
                  <a:pt x="606" y="142"/>
                </a:lnTo>
                <a:lnTo>
                  <a:pt x="767" y="102"/>
                </a:lnTo>
                <a:lnTo>
                  <a:pt x="949" y="82"/>
                </a:lnTo>
                <a:close/>
                <a:moveTo>
                  <a:pt x="949" y="1"/>
                </a:moveTo>
                <a:lnTo>
                  <a:pt x="747" y="21"/>
                </a:lnTo>
                <a:lnTo>
                  <a:pt x="565" y="82"/>
                </a:lnTo>
                <a:lnTo>
                  <a:pt x="424" y="162"/>
                </a:lnTo>
                <a:lnTo>
                  <a:pt x="283" y="283"/>
                </a:lnTo>
                <a:lnTo>
                  <a:pt x="162" y="405"/>
                </a:lnTo>
                <a:lnTo>
                  <a:pt x="81" y="566"/>
                </a:lnTo>
                <a:lnTo>
                  <a:pt x="21" y="748"/>
                </a:lnTo>
                <a:lnTo>
                  <a:pt x="0" y="949"/>
                </a:lnTo>
                <a:lnTo>
                  <a:pt x="21" y="1131"/>
                </a:lnTo>
                <a:lnTo>
                  <a:pt x="81" y="1313"/>
                </a:lnTo>
                <a:lnTo>
                  <a:pt x="162" y="1474"/>
                </a:lnTo>
                <a:lnTo>
                  <a:pt x="283" y="1595"/>
                </a:lnTo>
                <a:lnTo>
                  <a:pt x="424" y="1716"/>
                </a:lnTo>
                <a:lnTo>
                  <a:pt x="565" y="1797"/>
                </a:lnTo>
                <a:lnTo>
                  <a:pt x="747" y="1857"/>
                </a:lnTo>
                <a:lnTo>
                  <a:pt x="949" y="1878"/>
                </a:lnTo>
                <a:lnTo>
                  <a:pt x="1130" y="1857"/>
                </a:lnTo>
                <a:lnTo>
                  <a:pt x="1312" y="1797"/>
                </a:lnTo>
                <a:lnTo>
                  <a:pt x="1473" y="1716"/>
                </a:lnTo>
                <a:lnTo>
                  <a:pt x="1615" y="1595"/>
                </a:lnTo>
                <a:lnTo>
                  <a:pt x="1716" y="1474"/>
                </a:lnTo>
                <a:lnTo>
                  <a:pt x="1817" y="1313"/>
                </a:lnTo>
                <a:lnTo>
                  <a:pt x="1857" y="1131"/>
                </a:lnTo>
                <a:lnTo>
                  <a:pt x="1877" y="949"/>
                </a:lnTo>
                <a:lnTo>
                  <a:pt x="1857" y="748"/>
                </a:lnTo>
                <a:lnTo>
                  <a:pt x="1817" y="566"/>
                </a:lnTo>
                <a:lnTo>
                  <a:pt x="1716" y="405"/>
                </a:lnTo>
                <a:lnTo>
                  <a:pt x="1615" y="283"/>
                </a:lnTo>
                <a:lnTo>
                  <a:pt x="1473" y="162"/>
                </a:lnTo>
                <a:lnTo>
                  <a:pt x="1312" y="82"/>
                </a:lnTo>
                <a:lnTo>
                  <a:pt x="1130" y="21"/>
                </a:lnTo>
                <a:lnTo>
                  <a:pt x="94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2" name="Google Shape;5742;p70"/>
          <p:cNvSpPr/>
          <p:nvPr/>
        </p:nvSpPr>
        <p:spPr>
          <a:xfrm flipH="1" rot="-2700000">
            <a:off x="3277569" y="4749891"/>
            <a:ext cx="101584" cy="101640"/>
          </a:xfrm>
          <a:custGeom>
            <a:rect b="b" l="l" r="r" t="t"/>
            <a:pathLst>
              <a:path extrusionOk="0" h="1818" w="1817">
                <a:moveTo>
                  <a:pt x="908" y="1"/>
                </a:moveTo>
                <a:lnTo>
                  <a:pt x="727" y="21"/>
                </a:lnTo>
                <a:lnTo>
                  <a:pt x="565" y="82"/>
                </a:lnTo>
                <a:lnTo>
                  <a:pt x="404" y="162"/>
                </a:lnTo>
                <a:lnTo>
                  <a:pt x="262" y="263"/>
                </a:lnTo>
                <a:lnTo>
                  <a:pt x="162" y="404"/>
                </a:lnTo>
                <a:lnTo>
                  <a:pt x="81" y="566"/>
                </a:lnTo>
                <a:lnTo>
                  <a:pt x="20" y="727"/>
                </a:lnTo>
                <a:lnTo>
                  <a:pt x="0" y="909"/>
                </a:lnTo>
                <a:lnTo>
                  <a:pt x="20" y="1091"/>
                </a:lnTo>
                <a:lnTo>
                  <a:pt x="81" y="1252"/>
                </a:lnTo>
                <a:lnTo>
                  <a:pt x="162" y="1413"/>
                </a:lnTo>
                <a:lnTo>
                  <a:pt x="262" y="1555"/>
                </a:lnTo>
                <a:lnTo>
                  <a:pt x="404" y="1656"/>
                </a:lnTo>
                <a:lnTo>
                  <a:pt x="565" y="1736"/>
                </a:lnTo>
                <a:lnTo>
                  <a:pt x="727" y="1797"/>
                </a:lnTo>
                <a:lnTo>
                  <a:pt x="908" y="1817"/>
                </a:lnTo>
                <a:lnTo>
                  <a:pt x="1090" y="1797"/>
                </a:lnTo>
                <a:lnTo>
                  <a:pt x="1251" y="1736"/>
                </a:lnTo>
                <a:lnTo>
                  <a:pt x="1413" y="1656"/>
                </a:lnTo>
                <a:lnTo>
                  <a:pt x="1534" y="1555"/>
                </a:lnTo>
                <a:lnTo>
                  <a:pt x="1655" y="1413"/>
                </a:lnTo>
                <a:lnTo>
                  <a:pt x="1736" y="1252"/>
                </a:lnTo>
                <a:lnTo>
                  <a:pt x="1796" y="1091"/>
                </a:lnTo>
                <a:lnTo>
                  <a:pt x="1816" y="909"/>
                </a:lnTo>
                <a:lnTo>
                  <a:pt x="1796" y="727"/>
                </a:lnTo>
                <a:lnTo>
                  <a:pt x="1736" y="566"/>
                </a:lnTo>
                <a:lnTo>
                  <a:pt x="1655" y="404"/>
                </a:lnTo>
                <a:lnTo>
                  <a:pt x="1534" y="263"/>
                </a:lnTo>
                <a:lnTo>
                  <a:pt x="1413" y="162"/>
                </a:lnTo>
                <a:lnTo>
                  <a:pt x="1251" y="82"/>
                </a:lnTo>
                <a:lnTo>
                  <a:pt x="1090" y="21"/>
                </a:lnTo>
                <a:lnTo>
                  <a:pt x="90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3" name="Google Shape;5743;p70"/>
          <p:cNvSpPr/>
          <p:nvPr/>
        </p:nvSpPr>
        <p:spPr>
          <a:xfrm flipH="1" rot="-2700000">
            <a:off x="3275324" y="4747635"/>
            <a:ext cx="106112" cy="106112"/>
          </a:xfrm>
          <a:custGeom>
            <a:rect b="b" l="l" r="r" t="t"/>
            <a:pathLst>
              <a:path extrusionOk="0" h="1898" w="1898">
                <a:moveTo>
                  <a:pt x="949" y="81"/>
                </a:moveTo>
                <a:lnTo>
                  <a:pt x="1131" y="101"/>
                </a:lnTo>
                <a:lnTo>
                  <a:pt x="1292" y="162"/>
                </a:lnTo>
                <a:lnTo>
                  <a:pt x="1434" y="243"/>
                </a:lnTo>
                <a:lnTo>
                  <a:pt x="1555" y="344"/>
                </a:lnTo>
                <a:lnTo>
                  <a:pt x="1655" y="465"/>
                </a:lnTo>
                <a:lnTo>
                  <a:pt x="1736" y="606"/>
                </a:lnTo>
                <a:lnTo>
                  <a:pt x="1797" y="767"/>
                </a:lnTo>
                <a:lnTo>
                  <a:pt x="1817" y="949"/>
                </a:lnTo>
                <a:lnTo>
                  <a:pt x="1797" y="1131"/>
                </a:lnTo>
                <a:lnTo>
                  <a:pt x="1736" y="1292"/>
                </a:lnTo>
                <a:lnTo>
                  <a:pt x="1655" y="1433"/>
                </a:lnTo>
                <a:lnTo>
                  <a:pt x="1555" y="1554"/>
                </a:lnTo>
                <a:lnTo>
                  <a:pt x="1434" y="1655"/>
                </a:lnTo>
                <a:lnTo>
                  <a:pt x="1292" y="1736"/>
                </a:lnTo>
                <a:lnTo>
                  <a:pt x="1131" y="1797"/>
                </a:lnTo>
                <a:lnTo>
                  <a:pt x="949" y="1817"/>
                </a:lnTo>
                <a:lnTo>
                  <a:pt x="768" y="1797"/>
                </a:lnTo>
                <a:lnTo>
                  <a:pt x="606" y="1736"/>
                </a:lnTo>
                <a:lnTo>
                  <a:pt x="465" y="1655"/>
                </a:lnTo>
                <a:lnTo>
                  <a:pt x="344" y="1554"/>
                </a:lnTo>
                <a:lnTo>
                  <a:pt x="243" y="1433"/>
                </a:lnTo>
                <a:lnTo>
                  <a:pt x="162" y="1292"/>
                </a:lnTo>
                <a:lnTo>
                  <a:pt x="102" y="1131"/>
                </a:lnTo>
                <a:lnTo>
                  <a:pt x="81" y="949"/>
                </a:lnTo>
                <a:lnTo>
                  <a:pt x="102" y="767"/>
                </a:lnTo>
                <a:lnTo>
                  <a:pt x="162" y="606"/>
                </a:lnTo>
                <a:lnTo>
                  <a:pt x="243" y="465"/>
                </a:lnTo>
                <a:lnTo>
                  <a:pt x="344" y="344"/>
                </a:lnTo>
                <a:lnTo>
                  <a:pt x="465" y="243"/>
                </a:lnTo>
                <a:lnTo>
                  <a:pt x="606" y="162"/>
                </a:lnTo>
                <a:lnTo>
                  <a:pt x="768" y="101"/>
                </a:lnTo>
                <a:lnTo>
                  <a:pt x="949" y="81"/>
                </a:lnTo>
                <a:close/>
                <a:moveTo>
                  <a:pt x="949" y="0"/>
                </a:moveTo>
                <a:lnTo>
                  <a:pt x="768" y="21"/>
                </a:lnTo>
                <a:lnTo>
                  <a:pt x="586" y="81"/>
                </a:lnTo>
                <a:lnTo>
                  <a:pt x="425" y="162"/>
                </a:lnTo>
                <a:lnTo>
                  <a:pt x="283" y="283"/>
                </a:lnTo>
                <a:lnTo>
                  <a:pt x="162" y="424"/>
                </a:lnTo>
                <a:lnTo>
                  <a:pt x="81" y="586"/>
                </a:lnTo>
                <a:lnTo>
                  <a:pt x="21" y="767"/>
                </a:lnTo>
                <a:lnTo>
                  <a:pt x="1" y="949"/>
                </a:lnTo>
                <a:lnTo>
                  <a:pt x="21" y="1131"/>
                </a:lnTo>
                <a:lnTo>
                  <a:pt x="81" y="1312"/>
                </a:lnTo>
                <a:lnTo>
                  <a:pt x="162" y="1474"/>
                </a:lnTo>
                <a:lnTo>
                  <a:pt x="283" y="1615"/>
                </a:lnTo>
                <a:lnTo>
                  <a:pt x="425" y="1736"/>
                </a:lnTo>
                <a:lnTo>
                  <a:pt x="586" y="1817"/>
                </a:lnTo>
                <a:lnTo>
                  <a:pt x="768" y="1877"/>
                </a:lnTo>
                <a:lnTo>
                  <a:pt x="949" y="1897"/>
                </a:lnTo>
                <a:lnTo>
                  <a:pt x="1131" y="1877"/>
                </a:lnTo>
                <a:lnTo>
                  <a:pt x="1312" y="1817"/>
                </a:lnTo>
                <a:lnTo>
                  <a:pt x="1474" y="1736"/>
                </a:lnTo>
                <a:lnTo>
                  <a:pt x="1615" y="1615"/>
                </a:lnTo>
                <a:lnTo>
                  <a:pt x="1736" y="1474"/>
                </a:lnTo>
                <a:lnTo>
                  <a:pt x="1817" y="1312"/>
                </a:lnTo>
                <a:lnTo>
                  <a:pt x="1877" y="1131"/>
                </a:lnTo>
                <a:lnTo>
                  <a:pt x="1898" y="949"/>
                </a:lnTo>
                <a:lnTo>
                  <a:pt x="1877" y="767"/>
                </a:lnTo>
                <a:lnTo>
                  <a:pt x="1817" y="586"/>
                </a:lnTo>
                <a:lnTo>
                  <a:pt x="1736" y="424"/>
                </a:lnTo>
                <a:lnTo>
                  <a:pt x="1615" y="283"/>
                </a:lnTo>
                <a:lnTo>
                  <a:pt x="1474" y="162"/>
                </a:lnTo>
                <a:lnTo>
                  <a:pt x="1312" y="81"/>
                </a:lnTo>
                <a:lnTo>
                  <a:pt x="1131" y="21"/>
                </a:lnTo>
                <a:lnTo>
                  <a:pt x="94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4" name="Google Shape;5744;p70"/>
          <p:cNvSpPr/>
          <p:nvPr/>
        </p:nvSpPr>
        <p:spPr>
          <a:xfrm flipH="1" rot="-2700000">
            <a:off x="4353985" y="4869156"/>
            <a:ext cx="4584" cy="55348"/>
          </a:xfrm>
          <a:custGeom>
            <a:rect b="b" l="l" r="r" t="t"/>
            <a:pathLst>
              <a:path extrusionOk="0" h="990" w="82">
                <a:moveTo>
                  <a:pt x="1" y="0"/>
                </a:moveTo>
                <a:lnTo>
                  <a:pt x="1" y="989"/>
                </a:lnTo>
                <a:lnTo>
                  <a:pt x="81" y="989"/>
                </a:ln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5" name="Google Shape;5745;p70"/>
          <p:cNvSpPr/>
          <p:nvPr/>
        </p:nvSpPr>
        <p:spPr>
          <a:xfrm flipH="1" rot="-2700000">
            <a:off x="4327811" y="4894538"/>
            <a:ext cx="55348" cy="4584"/>
          </a:xfrm>
          <a:custGeom>
            <a:rect b="b" l="l" r="r" t="t"/>
            <a:pathLst>
              <a:path extrusionOk="0" h="82" w="990">
                <a:moveTo>
                  <a:pt x="1" y="0"/>
                </a:moveTo>
                <a:lnTo>
                  <a:pt x="1" y="81"/>
                </a:lnTo>
                <a:lnTo>
                  <a:pt x="990" y="81"/>
                </a:lnTo>
                <a:lnTo>
                  <a:pt x="99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35" Type="http://schemas.openxmlformats.org/officeDocument/2006/relationships/theme" Target="../theme/theme2.xml"/><Relationship Id="rId12" Type="http://schemas.openxmlformats.org/officeDocument/2006/relationships/slideLayout" Target="../slideLayouts/slideLayout12.xml"/><Relationship Id="rId34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54.xml"/><Relationship Id="rId22" Type="http://schemas.openxmlformats.org/officeDocument/2006/relationships/slideLayout" Target="../slideLayouts/slideLayout56.xml"/><Relationship Id="rId21" Type="http://schemas.openxmlformats.org/officeDocument/2006/relationships/slideLayout" Target="../slideLayouts/slideLayout55.xml"/><Relationship Id="rId24" Type="http://schemas.openxmlformats.org/officeDocument/2006/relationships/slideLayout" Target="../slideLayouts/slideLayout58.xml"/><Relationship Id="rId23" Type="http://schemas.openxmlformats.org/officeDocument/2006/relationships/slideLayout" Target="../slideLayouts/slideLayout57.xml"/><Relationship Id="rId1" Type="http://schemas.openxmlformats.org/officeDocument/2006/relationships/slideLayout" Target="../slideLayouts/slideLayout35.xml"/><Relationship Id="rId2" Type="http://schemas.openxmlformats.org/officeDocument/2006/relationships/slideLayout" Target="../slideLayouts/slideLayout36.xml"/><Relationship Id="rId3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Relationship Id="rId26" Type="http://schemas.openxmlformats.org/officeDocument/2006/relationships/slideLayout" Target="../slideLayouts/slideLayout60.xml"/><Relationship Id="rId25" Type="http://schemas.openxmlformats.org/officeDocument/2006/relationships/slideLayout" Target="../slideLayouts/slideLayout59.xml"/><Relationship Id="rId28" Type="http://schemas.openxmlformats.org/officeDocument/2006/relationships/slideLayout" Target="../slideLayouts/slideLayout62.xml"/><Relationship Id="rId27" Type="http://schemas.openxmlformats.org/officeDocument/2006/relationships/slideLayout" Target="../slideLayouts/slideLayout61.xml"/><Relationship Id="rId5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0.xml"/><Relationship Id="rId29" Type="http://schemas.openxmlformats.org/officeDocument/2006/relationships/slideLayout" Target="../slideLayouts/slideLayout63.xml"/><Relationship Id="rId7" Type="http://schemas.openxmlformats.org/officeDocument/2006/relationships/slideLayout" Target="../slideLayouts/slideLayout41.xml"/><Relationship Id="rId8" Type="http://schemas.openxmlformats.org/officeDocument/2006/relationships/slideLayout" Target="../slideLayouts/slideLayout42.xml"/><Relationship Id="rId31" Type="http://schemas.openxmlformats.org/officeDocument/2006/relationships/slideLayout" Target="../slideLayouts/slideLayout65.xml"/><Relationship Id="rId30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45.xml"/><Relationship Id="rId33" Type="http://schemas.openxmlformats.org/officeDocument/2006/relationships/slideLayout" Target="../slideLayouts/slideLayout67.xml"/><Relationship Id="rId10" Type="http://schemas.openxmlformats.org/officeDocument/2006/relationships/slideLayout" Target="../slideLayouts/slideLayout44.xml"/><Relationship Id="rId32" Type="http://schemas.openxmlformats.org/officeDocument/2006/relationships/slideLayout" Target="../slideLayouts/slideLayout66.xml"/><Relationship Id="rId13" Type="http://schemas.openxmlformats.org/officeDocument/2006/relationships/slideLayout" Target="../slideLayouts/slideLayout47.xml"/><Relationship Id="rId35" Type="http://schemas.openxmlformats.org/officeDocument/2006/relationships/theme" Target="../theme/theme3.xml"/><Relationship Id="rId12" Type="http://schemas.openxmlformats.org/officeDocument/2006/relationships/slideLayout" Target="../slideLayouts/slideLayout46.xml"/><Relationship Id="rId34" Type="http://schemas.openxmlformats.org/officeDocument/2006/relationships/slideLayout" Target="../slideLayouts/slideLayout68.xml"/><Relationship Id="rId15" Type="http://schemas.openxmlformats.org/officeDocument/2006/relationships/slideLayout" Target="../slideLayouts/slideLayout49.xml"/><Relationship Id="rId14" Type="http://schemas.openxmlformats.org/officeDocument/2006/relationships/slideLayout" Target="../slideLayouts/slideLayout48.xml"/><Relationship Id="rId17" Type="http://schemas.openxmlformats.org/officeDocument/2006/relationships/slideLayout" Target="../slideLayouts/slideLayout51.xml"/><Relationship Id="rId16" Type="http://schemas.openxmlformats.org/officeDocument/2006/relationships/slideLayout" Target="../slideLayouts/slideLayout50.xml"/><Relationship Id="rId19" Type="http://schemas.openxmlformats.org/officeDocument/2006/relationships/slideLayout" Target="../slideLayouts/slideLayout53.xml"/><Relationship Id="rId18" Type="http://schemas.openxmlformats.org/officeDocument/2006/relationships/slideLayout" Target="../slideLayouts/slideLayout5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"/>
          <p:cNvSpPr txBox="1"/>
          <p:nvPr>
            <p:ph type="title"/>
          </p:nvPr>
        </p:nvSpPr>
        <p:spPr>
          <a:xfrm>
            <a:off x="713225" y="530352"/>
            <a:ext cx="77175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Lexend Deca"/>
              <a:buNone/>
              <a:defRPr b="1" sz="2800">
                <a:solidFill>
                  <a:schemeClr val="dk1"/>
                </a:solidFill>
                <a:latin typeface="Lexend Deca"/>
                <a:ea typeface="Lexend Deca"/>
                <a:cs typeface="Lexend Deca"/>
                <a:sym typeface="Lexend Deca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1" name="Google Shape;11;p1"/>
          <p:cNvSpPr txBox="1"/>
          <p:nvPr>
            <p:ph idx="1" type="body"/>
          </p:nvPr>
        </p:nvSpPr>
        <p:spPr>
          <a:xfrm>
            <a:off x="713225" y="1152475"/>
            <a:ext cx="7717500" cy="344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●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indent="-3302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○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indent="-3302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■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indent="-3302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●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indent="-3302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○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indent="-3302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■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indent="-3302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●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indent="-3302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○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indent="-3302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■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</p:sldLayoutIdLst>
  <p:transition>
    <p:fade/>
  </p:transition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2877" name="Shape 2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8" name="Google Shape;2878;p36"/>
          <p:cNvSpPr txBox="1"/>
          <p:nvPr>
            <p:ph type="title"/>
          </p:nvPr>
        </p:nvSpPr>
        <p:spPr>
          <a:xfrm>
            <a:off x="713225" y="530352"/>
            <a:ext cx="77175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Lexend Deca"/>
              <a:buNone/>
              <a:defRPr b="1" sz="2800">
                <a:solidFill>
                  <a:schemeClr val="dk1"/>
                </a:solidFill>
                <a:latin typeface="Lexend Deca"/>
                <a:ea typeface="Lexend Deca"/>
                <a:cs typeface="Lexend Deca"/>
                <a:sym typeface="Lexend Deca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879" name="Google Shape;2879;p36"/>
          <p:cNvSpPr txBox="1"/>
          <p:nvPr>
            <p:ph idx="1" type="body"/>
          </p:nvPr>
        </p:nvSpPr>
        <p:spPr>
          <a:xfrm>
            <a:off x="713225" y="1152475"/>
            <a:ext cx="7717500" cy="344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●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○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indent="-3302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■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indent="-3302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●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indent="-3302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○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indent="-3302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■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indent="-3302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●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indent="-3302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○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indent="-3302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Raleway"/>
              <a:buChar char="■"/>
              <a:defRPr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2" r:id="rId1"/>
    <p:sldLayoutId id="2147483683" r:id="rId2"/>
    <p:sldLayoutId id="2147483684" r:id="rId3"/>
    <p:sldLayoutId id="2147483685" r:id="rId4"/>
    <p:sldLayoutId id="2147483686" r:id="rId5"/>
    <p:sldLayoutId id="2147483687" r:id="rId6"/>
    <p:sldLayoutId id="2147483688" r:id="rId7"/>
    <p:sldLayoutId id="2147483689" r:id="rId8"/>
    <p:sldLayoutId id="2147483690" r:id="rId9"/>
    <p:sldLayoutId id="2147483691" r:id="rId10"/>
    <p:sldLayoutId id="2147483692" r:id="rId11"/>
    <p:sldLayoutId id="2147483693" r:id="rId12"/>
    <p:sldLayoutId id="2147483694" r:id="rId13"/>
    <p:sldLayoutId id="2147483695" r:id="rId14"/>
    <p:sldLayoutId id="2147483696" r:id="rId15"/>
    <p:sldLayoutId id="2147483697" r:id="rId16"/>
    <p:sldLayoutId id="2147483698" r:id="rId17"/>
    <p:sldLayoutId id="2147483699" r:id="rId18"/>
    <p:sldLayoutId id="2147483700" r:id="rId19"/>
    <p:sldLayoutId id="2147483701" r:id="rId20"/>
    <p:sldLayoutId id="2147483702" r:id="rId21"/>
    <p:sldLayoutId id="2147483703" r:id="rId22"/>
    <p:sldLayoutId id="2147483704" r:id="rId23"/>
    <p:sldLayoutId id="2147483705" r:id="rId24"/>
    <p:sldLayoutId id="2147483706" r:id="rId25"/>
    <p:sldLayoutId id="2147483707" r:id="rId26"/>
    <p:sldLayoutId id="2147483708" r:id="rId27"/>
    <p:sldLayoutId id="2147483709" r:id="rId28"/>
    <p:sldLayoutId id="2147483710" r:id="rId29"/>
    <p:sldLayoutId id="2147483711" r:id="rId30"/>
    <p:sldLayoutId id="2147483712" r:id="rId31"/>
    <p:sldLayoutId id="2147483713" r:id="rId32"/>
    <p:sldLayoutId id="2147483714" r:id="rId33"/>
    <p:sldLayoutId id="2147483715" r:id="rId34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0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6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.png"/><Relationship Id="rId4" Type="http://schemas.openxmlformats.org/officeDocument/2006/relationships/image" Target="../media/image5.png"/><Relationship Id="rId5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49" name="Shape 5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0" name="Google Shape;5750;p71"/>
          <p:cNvSpPr txBox="1"/>
          <p:nvPr>
            <p:ph idx="1" type="subTitle"/>
          </p:nvPr>
        </p:nvSpPr>
        <p:spPr>
          <a:xfrm>
            <a:off x="4304753" y="3981274"/>
            <a:ext cx="34422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 by </a:t>
            </a:r>
            <a:r>
              <a:rPr b="1" lang="en"/>
              <a:t>Chi Nguyen</a:t>
            </a:r>
            <a:endParaRPr b="1"/>
          </a:p>
        </p:txBody>
      </p:sp>
      <p:sp>
        <p:nvSpPr>
          <p:cNvPr id="5751" name="Google Shape;5751;p71"/>
          <p:cNvSpPr txBox="1"/>
          <p:nvPr>
            <p:ph type="ctrTitle"/>
          </p:nvPr>
        </p:nvSpPr>
        <p:spPr>
          <a:xfrm>
            <a:off x="4304753" y="1706651"/>
            <a:ext cx="4114800" cy="13716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800"/>
              <a:t>Human - Computer</a:t>
            </a:r>
            <a:endParaRPr sz="3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800"/>
              <a:t>Interaction</a:t>
            </a:r>
            <a:endParaRPr sz="3800"/>
          </a:p>
        </p:txBody>
      </p:sp>
      <p:sp>
        <p:nvSpPr>
          <p:cNvPr id="5752" name="Google Shape;5752;p71"/>
          <p:cNvSpPr/>
          <p:nvPr/>
        </p:nvSpPr>
        <p:spPr>
          <a:xfrm>
            <a:off x="1252001" y="3089798"/>
            <a:ext cx="190181" cy="91179"/>
          </a:xfrm>
          <a:custGeom>
            <a:rect b="b" l="l" r="r" t="t"/>
            <a:pathLst>
              <a:path extrusionOk="0" h="1352" w="2820">
                <a:moveTo>
                  <a:pt x="2681" y="0"/>
                </a:moveTo>
                <a:cubicBezTo>
                  <a:pt x="1393" y="0"/>
                  <a:pt x="17" y="1299"/>
                  <a:pt x="0" y="1312"/>
                </a:cubicBezTo>
                <a:lnTo>
                  <a:pt x="37" y="1352"/>
                </a:lnTo>
                <a:cubicBezTo>
                  <a:pt x="53" y="1339"/>
                  <a:pt x="1410" y="56"/>
                  <a:pt x="2673" y="56"/>
                </a:cubicBezTo>
                <a:cubicBezTo>
                  <a:pt x="2719" y="56"/>
                  <a:pt x="2767" y="59"/>
                  <a:pt x="2813" y="63"/>
                </a:cubicBezTo>
                <a:lnTo>
                  <a:pt x="2820" y="6"/>
                </a:lnTo>
                <a:cubicBezTo>
                  <a:pt x="2774" y="2"/>
                  <a:pt x="2727" y="0"/>
                  <a:pt x="26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753" name="Google Shape;5753;p7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31476" y="985750"/>
            <a:ext cx="4373200" cy="3279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5754" name="Google Shape;5754;p71"/>
          <p:cNvPicPr preferRelativeResize="0"/>
          <p:nvPr/>
        </p:nvPicPr>
        <p:blipFill rotWithShape="1">
          <a:blip r:embed="rId4">
            <a:alphaModFix/>
          </a:blip>
          <a:srcRect b="30194" l="16780" r="16793" t="30186"/>
          <a:stretch/>
        </p:blipFill>
        <p:spPr>
          <a:xfrm>
            <a:off x="4357300" y="362300"/>
            <a:ext cx="1279626" cy="7632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58" name="Shape 5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59" name="Google Shape;5759;p72"/>
          <p:cNvPicPr preferRelativeResize="0"/>
          <p:nvPr/>
        </p:nvPicPr>
        <p:blipFill rotWithShape="1">
          <a:blip r:embed="rId3">
            <a:alphaModFix/>
          </a:blip>
          <a:srcRect b="4866" l="0" r="0" t="4857"/>
          <a:stretch/>
        </p:blipFill>
        <p:spPr>
          <a:xfrm>
            <a:off x="5367825" y="530350"/>
            <a:ext cx="3073500" cy="2774700"/>
          </a:xfrm>
          <a:prstGeom prst="hexagon">
            <a:avLst>
              <a:gd fmla="val 0" name="adj"/>
              <a:gd fmla="val 115470" name="vf"/>
            </a:avLst>
          </a:prstGeom>
          <a:noFill/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5760" name="Google Shape;5760;p72"/>
          <p:cNvSpPr txBox="1"/>
          <p:nvPr>
            <p:ph type="title"/>
          </p:nvPr>
        </p:nvSpPr>
        <p:spPr>
          <a:xfrm>
            <a:off x="1401863" y="606550"/>
            <a:ext cx="36852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/>
              <a:t>Chi Nguyen</a:t>
            </a:r>
            <a:endParaRPr sz="3600"/>
          </a:p>
        </p:txBody>
      </p:sp>
      <p:sp>
        <p:nvSpPr>
          <p:cNvPr id="5761" name="Google Shape;5761;p72"/>
          <p:cNvSpPr txBox="1"/>
          <p:nvPr>
            <p:ph idx="4294967295" type="subTitle"/>
          </p:nvPr>
        </p:nvSpPr>
        <p:spPr>
          <a:xfrm>
            <a:off x="1401863" y="1917638"/>
            <a:ext cx="16845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Experience</a:t>
            </a:r>
            <a:endParaRPr b="1"/>
          </a:p>
        </p:txBody>
      </p:sp>
      <p:sp>
        <p:nvSpPr>
          <p:cNvPr id="5762" name="Google Shape;5762;p72"/>
          <p:cNvSpPr txBox="1"/>
          <p:nvPr>
            <p:ph idx="4294967295" type="subTitle"/>
          </p:nvPr>
        </p:nvSpPr>
        <p:spPr>
          <a:xfrm>
            <a:off x="1401875" y="2126100"/>
            <a:ext cx="3110400" cy="102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115570" lvl="0" marL="182880" rtl="0" algn="l"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n" sz="1100"/>
              <a:t>+</a:t>
            </a:r>
            <a:r>
              <a:rPr lang="en" sz="1100"/>
              <a:t>20</a:t>
            </a:r>
            <a:r>
              <a:rPr lang="en" sz="1100"/>
              <a:t> years experiences in Art/ Design.</a:t>
            </a:r>
            <a:endParaRPr sz="1100"/>
          </a:p>
          <a:p>
            <a:pPr indent="-115570" lvl="0" marL="182880" rtl="0" algn="l"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n" sz="1100"/>
              <a:t>+</a:t>
            </a:r>
            <a:r>
              <a:rPr lang="en" sz="1100"/>
              <a:t>15</a:t>
            </a:r>
            <a:r>
              <a:rPr lang="en" sz="1100"/>
              <a:t> years in </a:t>
            </a:r>
            <a:r>
              <a:rPr lang="en" sz="1100"/>
              <a:t>Software technology</a:t>
            </a:r>
            <a:endParaRPr sz="1100"/>
          </a:p>
          <a:p>
            <a:pPr indent="-115570" lvl="0" marL="182880" rtl="0" algn="l"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n" sz="1100"/>
              <a:t>+</a:t>
            </a:r>
            <a:r>
              <a:rPr lang="en" sz="1100"/>
              <a:t>16</a:t>
            </a:r>
            <a:r>
              <a:rPr lang="en" sz="1100"/>
              <a:t> years as Art/ Design </a:t>
            </a:r>
            <a:r>
              <a:rPr lang="en" sz="1100"/>
              <a:t>Manager</a:t>
            </a:r>
            <a:endParaRPr sz="1100"/>
          </a:p>
          <a:p>
            <a:pPr indent="-115570" lvl="0" marL="182880" rtl="0" algn="l"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n" sz="1100"/>
              <a:t>+</a:t>
            </a:r>
            <a:r>
              <a:rPr lang="en" sz="1100"/>
              <a:t>7</a:t>
            </a:r>
            <a:r>
              <a:rPr lang="en" sz="1100"/>
              <a:t> years in Education</a:t>
            </a:r>
            <a:endParaRPr sz="1100"/>
          </a:p>
        </p:txBody>
      </p:sp>
      <p:sp>
        <p:nvSpPr>
          <p:cNvPr id="5763" name="Google Shape;5763;p72"/>
          <p:cNvSpPr txBox="1"/>
          <p:nvPr>
            <p:ph idx="4294967295" type="subTitle"/>
          </p:nvPr>
        </p:nvSpPr>
        <p:spPr>
          <a:xfrm>
            <a:off x="1401863" y="3148206"/>
            <a:ext cx="1463100" cy="22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Currently</a:t>
            </a:r>
            <a:endParaRPr b="1"/>
          </a:p>
        </p:txBody>
      </p:sp>
      <p:sp>
        <p:nvSpPr>
          <p:cNvPr id="5764" name="Google Shape;5764;p72"/>
          <p:cNvSpPr txBox="1"/>
          <p:nvPr>
            <p:ph idx="1" type="subTitle"/>
          </p:nvPr>
        </p:nvSpPr>
        <p:spPr>
          <a:xfrm>
            <a:off x="1401863" y="3412071"/>
            <a:ext cx="2596800" cy="102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115570" lvl="0" marL="182880" rtl="0" algn="l"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n" sz="1100"/>
              <a:t>Product Design</a:t>
            </a:r>
            <a:r>
              <a:rPr lang="en" sz="1100"/>
              <a:t> Director </a:t>
            </a:r>
            <a:br>
              <a:rPr lang="en" sz="1100"/>
            </a:br>
            <a:r>
              <a:rPr lang="en" sz="1100"/>
              <a:t>at </a:t>
            </a:r>
            <a:r>
              <a:rPr b="1" lang="en" sz="1100"/>
              <a:t>1Creators</a:t>
            </a:r>
            <a:endParaRPr b="1" sz="1100"/>
          </a:p>
          <a:p>
            <a:pPr indent="-115570" lvl="0" marL="182880" rtl="0" algn="l"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n" sz="1100"/>
              <a:t>Visiting lecturer</a:t>
            </a:r>
            <a:br>
              <a:rPr lang="en" sz="1100"/>
            </a:br>
            <a:r>
              <a:rPr lang="en" sz="1100"/>
              <a:t>at </a:t>
            </a:r>
            <a:r>
              <a:rPr b="1" lang="en" sz="1100"/>
              <a:t>VN-UK</a:t>
            </a:r>
            <a:endParaRPr b="1" sz="1100"/>
          </a:p>
        </p:txBody>
      </p:sp>
      <p:sp>
        <p:nvSpPr>
          <p:cNvPr id="5765" name="Google Shape;5765;p72"/>
          <p:cNvSpPr txBox="1"/>
          <p:nvPr>
            <p:ph idx="4294967295" type="subTitle"/>
          </p:nvPr>
        </p:nvSpPr>
        <p:spPr>
          <a:xfrm>
            <a:off x="1401863" y="988450"/>
            <a:ext cx="3593400" cy="61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Art - Design - </a:t>
            </a:r>
            <a:r>
              <a:rPr lang="en"/>
              <a:t>Product design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Trainer/ Mentor/ </a:t>
            </a:r>
            <a:r>
              <a:rPr lang="en"/>
              <a:t>Consultant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70" name="Shape 5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1" name="Google Shape;5771;p73"/>
          <p:cNvSpPr txBox="1"/>
          <p:nvPr>
            <p:ph type="title"/>
          </p:nvPr>
        </p:nvSpPr>
        <p:spPr>
          <a:xfrm>
            <a:off x="2514600" y="774453"/>
            <a:ext cx="41148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</a:t>
            </a:r>
            <a:endParaRPr/>
          </a:p>
        </p:txBody>
      </p:sp>
      <p:sp>
        <p:nvSpPr>
          <p:cNvPr id="5772" name="Google Shape;5772;p73"/>
          <p:cNvSpPr txBox="1"/>
          <p:nvPr>
            <p:ph idx="1" type="subTitle"/>
          </p:nvPr>
        </p:nvSpPr>
        <p:spPr>
          <a:xfrm>
            <a:off x="2871375" y="1572425"/>
            <a:ext cx="3758100" cy="306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2385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49476E"/>
              </a:buClr>
              <a:buSzPts val="1500"/>
              <a:buAutoNum type="arabicPeriod"/>
            </a:pPr>
            <a:r>
              <a:rPr b="1" lang="en" sz="1500">
                <a:solidFill>
                  <a:srgbClr val="49476E"/>
                </a:solidFill>
              </a:rPr>
              <a:t>OVERVIEW</a:t>
            </a:r>
            <a:endParaRPr b="1" sz="1500">
              <a:solidFill>
                <a:srgbClr val="49476E"/>
              </a:solidFill>
            </a:endParaRPr>
          </a:p>
          <a:p>
            <a:pPr indent="-32385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49476E"/>
              </a:buClr>
              <a:buSzPts val="1500"/>
              <a:buAutoNum type="arabicPeriod"/>
            </a:pPr>
            <a:r>
              <a:rPr b="1" lang="en" sz="1500">
                <a:solidFill>
                  <a:srgbClr val="49476E"/>
                </a:solidFill>
              </a:rPr>
              <a:t>MODULE OBJECTIVE</a:t>
            </a:r>
            <a:endParaRPr b="1" sz="1500">
              <a:solidFill>
                <a:srgbClr val="49476E"/>
              </a:solidFill>
            </a:endParaRPr>
          </a:p>
          <a:p>
            <a:pPr indent="-32385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49476E"/>
              </a:buClr>
              <a:buSzPts val="1500"/>
              <a:buAutoNum type="arabicPeriod"/>
            </a:pPr>
            <a:r>
              <a:rPr b="1" lang="en" sz="1500">
                <a:solidFill>
                  <a:srgbClr val="49476E"/>
                </a:solidFill>
              </a:rPr>
              <a:t>STUDENT LEARNING OUTCOME</a:t>
            </a:r>
            <a:endParaRPr b="1" sz="1500">
              <a:solidFill>
                <a:srgbClr val="49476E"/>
              </a:solidFill>
            </a:endParaRPr>
          </a:p>
          <a:p>
            <a:pPr indent="-32385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49476E"/>
              </a:buClr>
              <a:buSzPts val="1500"/>
              <a:buAutoNum type="arabicPeriod"/>
            </a:pPr>
            <a:r>
              <a:rPr b="1" lang="en" sz="1500">
                <a:solidFill>
                  <a:srgbClr val="49476E"/>
                </a:solidFill>
              </a:rPr>
              <a:t>MODULE CONTENT</a:t>
            </a:r>
            <a:endParaRPr b="1" sz="1500">
              <a:solidFill>
                <a:srgbClr val="49476E"/>
              </a:solidFill>
            </a:endParaRPr>
          </a:p>
          <a:p>
            <a:pPr indent="-32385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49476E"/>
              </a:buClr>
              <a:buSzPts val="1500"/>
              <a:buAutoNum type="arabicPeriod"/>
            </a:pPr>
            <a:r>
              <a:rPr b="1" lang="en" sz="1500">
                <a:solidFill>
                  <a:srgbClr val="49476E"/>
                </a:solidFill>
              </a:rPr>
              <a:t>PREREQUISTES</a:t>
            </a:r>
            <a:endParaRPr b="1" sz="1500">
              <a:solidFill>
                <a:srgbClr val="49476E"/>
              </a:solidFill>
            </a:endParaRPr>
          </a:p>
          <a:p>
            <a:pPr indent="-32385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49476E"/>
              </a:buClr>
              <a:buSzPts val="1500"/>
              <a:buAutoNum type="arabicPeriod"/>
            </a:pPr>
            <a:r>
              <a:rPr b="1" lang="en" sz="1500">
                <a:solidFill>
                  <a:srgbClr val="49476E"/>
                </a:solidFill>
              </a:rPr>
              <a:t>MODULE ASSESSMENT PLAN</a:t>
            </a:r>
            <a:endParaRPr b="1" sz="1500">
              <a:solidFill>
                <a:srgbClr val="49476E"/>
              </a:solidFill>
            </a:endParaRPr>
          </a:p>
          <a:p>
            <a:pPr indent="-32385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49476E"/>
              </a:buClr>
              <a:buSzPts val="1500"/>
              <a:buAutoNum type="arabicPeriod"/>
            </a:pPr>
            <a:r>
              <a:rPr b="1" lang="en" sz="1500">
                <a:solidFill>
                  <a:srgbClr val="49476E"/>
                </a:solidFill>
              </a:rPr>
              <a:t>GRADING SCALE</a:t>
            </a:r>
            <a:endParaRPr b="1" sz="1500">
              <a:solidFill>
                <a:srgbClr val="49476E"/>
              </a:solidFill>
            </a:endParaRPr>
          </a:p>
          <a:p>
            <a:pPr indent="-32385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49476E"/>
              </a:buClr>
              <a:buSzPts val="1500"/>
              <a:buAutoNum type="arabicPeriod"/>
            </a:pPr>
            <a:r>
              <a:rPr b="1" lang="en" sz="1500">
                <a:solidFill>
                  <a:srgbClr val="49476E"/>
                </a:solidFill>
              </a:rPr>
              <a:t>ATTENDENCE</a:t>
            </a:r>
            <a:endParaRPr b="1" sz="1500">
              <a:solidFill>
                <a:srgbClr val="49476E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77" name="Shape 5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8" name="Google Shape;5778;p74"/>
          <p:cNvSpPr txBox="1"/>
          <p:nvPr>
            <p:ph idx="1" type="subTitle"/>
          </p:nvPr>
        </p:nvSpPr>
        <p:spPr>
          <a:xfrm>
            <a:off x="3681350" y="1768975"/>
            <a:ext cx="4503600" cy="269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100"/>
              <a:buFont typeface="Arial"/>
              <a:buNone/>
            </a:pPr>
            <a:r>
              <a:rPr b="1" lang="en"/>
              <a:t>INSTRUCTOR INFORMATION</a:t>
            </a:r>
            <a:endParaRPr b="1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100"/>
              <a:buFont typeface="Arial"/>
              <a:buNone/>
            </a:pPr>
            <a:r>
              <a:rPr lang="en"/>
              <a:t>Full name: Nguyen Tung Chi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100"/>
              <a:buFont typeface="Arial"/>
              <a:buNone/>
            </a:pPr>
            <a:r>
              <a:rPr lang="en"/>
              <a:t>Phone: 0937566561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100"/>
              <a:buFont typeface="Arial"/>
              <a:buNone/>
            </a:pPr>
            <a:r>
              <a:rPr lang="en"/>
              <a:t>Mail: chrizmonkey@gmail.com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100"/>
              <a:buFont typeface="Arial"/>
              <a:buNone/>
            </a:pPr>
            <a:r>
              <a:rPr b="1" lang="en"/>
              <a:t>MODULE INFORMATION:</a:t>
            </a:r>
            <a:endParaRPr b="1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100"/>
              <a:buFont typeface="Arial"/>
              <a:buNone/>
            </a:pPr>
            <a:r>
              <a:rPr lang="en"/>
              <a:t>Introduction to Human - Computer Interaction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100"/>
              <a:buFont typeface="Arial"/>
              <a:buNone/>
            </a:pPr>
            <a:r>
              <a:rPr lang="en"/>
              <a:t>Meeting days</a:t>
            </a:r>
            <a:r>
              <a:rPr lang="en"/>
              <a:t>: 06</a:t>
            </a:r>
            <a:r>
              <a:rPr lang="en"/>
              <a:t>:00 PM - 08:00 PM | Tue-Fri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Total hours: 45 hours</a:t>
            </a:r>
            <a:endParaRPr/>
          </a:p>
        </p:txBody>
      </p:sp>
      <p:sp>
        <p:nvSpPr>
          <p:cNvPr id="5779" name="Google Shape;5779;p74"/>
          <p:cNvSpPr txBox="1"/>
          <p:nvPr>
            <p:ph type="title"/>
          </p:nvPr>
        </p:nvSpPr>
        <p:spPr>
          <a:xfrm>
            <a:off x="3681350" y="361825"/>
            <a:ext cx="2830500" cy="91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OVERVIEW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84" name="Shape 5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" name="Google Shape;5785;p75"/>
          <p:cNvSpPr txBox="1"/>
          <p:nvPr>
            <p:ph idx="1" type="subTitle"/>
          </p:nvPr>
        </p:nvSpPr>
        <p:spPr>
          <a:xfrm>
            <a:off x="3483350" y="1768975"/>
            <a:ext cx="4701600" cy="269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course is prepare you: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Provides a comprehensive introduction and deep dive into HCI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The general knowledge of human-computer interaction.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The general knowledge and skills of human-computer interaction’s descipline.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Know how to use tools and software.</a:t>
            </a:r>
            <a:endParaRPr/>
          </a:p>
        </p:txBody>
      </p:sp>
      <p:sp>
        <p:nvSpPr>
          <p:cNvPr id="5786" name="Google Shape;5786;p75"/>
          <p:cNvSpPr txBox="1"/>
          <p:nvPr>
            <p:ph type="title"/>
          </p:nvPr>
        </p:nvSpPr>
        <p:spPr>
          <a:xfrm>
            <a:off x="3681350" y="567625"/>
            <a:ext cx="2830500" cy="91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MODULE OBJECTIVE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91" name="Shape 5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2" name="Google Shape;5792;p76"/>
          <p:cNvSpPr txBox="1"/>
          <p:nvPr>
            <p:ph idx="1" type="body"/>
          </p:nvPr>
        </p:nvSpPr>
        <p:spPr>
          <a:xfrm>
            <a:off x="1370100" y="1546800"/>
            <a:ext cx="6403800" cy="289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38760" lvl="0" marL="27432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Describe the concepts of HCI (human-computer interaction)	</a:t>
            </a:r>
            <a:endParaRPr sz="1600"/>
          </a:p>
          <a:p>
            <a:pPr indent="-238760" lvl="0" marL="27432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Describe how create a simple graphic application 		</a:t>
            </a:r>
            <a:endParaRPr sz="1600"/>
          </a:p>
          <a:p>
            <a:pPr indent="-238760" lvl="0" marL="27432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Create designs that provide outstanding user experiences</a:t>
            </a:r>
            <a:endParaRPr sz="1600"/>
          </a:p>
          <a:p>
            <a:pPr indent="-238760" lvl="0" marL="27432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Will have a deep understanding of what it means to be a user</a:t>
            </a:r>
            <a:endParaRPr sz="1600"/>
          </a:p>
          <a:p>
            <a:pPr indent="-238760" lvl="0" marL="27432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Know how to implement user-centered design for the best possible results</a:t>
            </a:r>
            <a:endParaRPr sz="1600"/>
          </a:p>
        </p:txBody>
      </p:sp>
      <p:sp>
        <p:nvSpPr>
          <p:cNvPr id="5793" name="Google Shape;5793;p76"/>
          <p:cNvSpPr txBox="1"/>
          <p:nvPr>
            <p:ph type="title"/>
          </p:nvPr>
        </p:nvSpPr>
        <p:spPr>
          <a:xfrm>
            <a:off x="713225" y="534200"/>
            <a:ext cx="7698900" cy="29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STUDENT LEARNING OUTCOME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98" name="Shape 5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9" name="Google Shape;5799;p77"/>
          <p:cNvSpPr txBox="1"/>
          <p:nvPr>
            <p:ph idx="1" type="body"/>
          </p:nvPr>
        </p:nvSpPr>
        <p:spPr>
          <a:xfrm>
            <a:off x="713225" y="844300"/>
            <a:ext cx="3402900" cy="72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PREREQUISTES</a:t>
            </a:r>
            <a:endParaRPr/>
          </a:p>
        </p:txBody>
      </p:sp>
      <p:sp>
        <p:nvSpPr>
          <p:cNvPr id="5800" name="Google Shape;5800;p77"/>
          <p:cNvSpPr txBox="1"/>
          <p:nvPr/>
        </p:nvSpPr>
        <p:spPr>
          <a:xfrm>
            <a:off x="2691925" y="2247550"/>
            <a:ext cx="5050500" cy="8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302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Raleway"/>
              <a:buChar char="●"/>
            </a:pPr>
            <a:r>
              <a:rPr lang="en" sz="1600">
                <a:solidFill>
                  <a:schemeClr val="accent6"/>
                </a:solidFill>
                <a:latin typeface="Raleway"/>
                <a:ea typeface="Raleway"/>
                <a:cs typeface="Raleway"/>
                <a:sym typeface="Raleway"/>
              </a:rPr>
              <a:t>Need to install software on your PC/laptop:</a:t>
            </a:r>
            <a:endParaRPr sz="1600">
              <a:solidFill>
                <a:schemeClr val="accent6"/>
              </a:solidFill>
              <a:latin typeface="Raleway"/>
              <a:ea typeface="Raleway"/>
              <a:cs typeface="Raleway"/>
              <a:sym typeface="Raleway"/>
            </a:endParaRPr>
          </a:p>
          <a:p>
            <a:pPr indent="-330200" lvl="1" marL="9144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Raleway"/>
              <a:buChar char="○"/>
            </a:pPr>
            <a:r>
              <a:rPr lang="en" sz="1600">
                <a:solidFill>
                  <a:schemeClr val="accent6"/>
                </a:solidFill>
                <a:latin typeface="Raleway"/>
                <a:ea typeface="Raleway"/>
                <a:cs typeface="Raleway"/>
                <a:sym typeface="Raleway"/>
              </a:rPr>
              <a:t>Figma</a:t>
            </a:r>
            <a:endParaRPr sz="1600">
              <a:solidFill>
                <a:schemeClr val="accent6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05" name="Shape 5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6" name="Google Shape;5806;p78"/>
          <p:cNvSpPr txBox="1"/>
          <p:nvPr>
            <p:ph type="title"/>
          </p:nvPr>
        </p:nvSpPr>
        <p:spPr>
          <a:xfrm>
            <a:off x="713225" y="530350"/>
            <a:ext cx="77178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MODULE ASSESSMENT PLAN</a:t>
            </a:r>
            <a:endParaRPr/>
          </a:p>
        </p:txBody>
      </p:sp>
      <p:sp>
        <p:nvSpPr>
          <p:cNvPr id="5807" name="Google Shape;5807;p78"/>
          <p:cNvSpPr txBox="1"/>
          <p:nvPr>
            <p:ph idx="1" type="body"/>
          </p:nvPr>
        </p:nvSpPr>
        <p:spPr>
          <a:xfrm>
            <a:off x="1942425" y="1638900"/>
            <a:ext cx="5535300" cy="18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On-going assessment:</a:t>
            </a:r>
            <a:endParaRPr/>
          </a:p>
          <a:p>
            <a:pPr indent="-317500" lvl="1" marL="9144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03 Tests: 30% (10% for 1 test, 20/20 questions)</a:t>
            </a:r>
            <a:endParaRPr/>
          </a:p>
          <a:p>
            <a:pPr indent="-317500" lvl="1" marL="9144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 01 Practical Exam (PE)</a:t>
            </a:r>
            <a:r>
              <a:rPr lang="en"/>
              <a:t>: 1</a:t>
            </a:r>
            <a:r>
              <a:rPr lang="en"/>
              <a:t>0% </a:t>
            </a:r>
            <a:endParaRPr/>
          </a:p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Final project: 60% </a:t>
            </a:r>
            <a:br>
              <a:rPr lang="en"/>
            </a:br>
            <a:r>
              <a:rPr lang="en"/>
              <a:t>(3</a:t>
            </a:r>
            <a:r>
              <a:rPr lang="en"/>
              <a:t>0% product, 20% document, 10% presentation</a:t>
            </a:r>
            <a:r>
              <a:rPr lang="en"/>
              <a:t>)</a:t>
            </a:r>
            <a:endParaRPr/>
          </a:p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Final Result: 100%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2" name="Shape 5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3" name="Google Shape;5813;p79"/>
          <p:cNvSpPr txBox="1"/>
          <p:nvPr>
            <p:ph type="title"/>
          </p:nvPr>
        </p:nvSpPr>
        <p:spPr>
          <a:xfrm>
            <a:off x="713225" y="530352"/>
            <a:ext cx="7717500" cy="29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GRADING SCALE</a:t>
            </a:r>
            <a:endParaRPr/>
          </a:p>
        </p:txBody>
      </p:sp>
      <p:graphicFrame>
        <p:nvGraphicFramePr>
          <p:cNvPr id="5814" name="Google Shape;5814;p79"/>
          <p:cNvGraphicFramePr/>
          <p:nvPr/>
        </p:nvGraphicFramePr>
        <p:xfrm>
          <a:off x="1393321" y="120914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{33CE542B-538F-4967-A7EC-74E94BEE45ED}</a:tableStyleId>
              </a:tblPr>
              <a:tblGrid>
                <a:gridCol w="1815525"/>
                <a:gridCol w="2578350"/>
                <a:gridCol w="1741300"/>
              </a:tblGrid>
              <a:tr h="301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Type </a:t>
                      </a:r>
                      <a:endParaRPr b="1"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Points</a:t>
                      </a:r>
                      <a:endParaRPr b="1"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Letter</a:t>
                      </a:r>
                      <a:endParaRPr b="1"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</a:tr>
              <a:tr h="301250">
                <a:tc rowSpan="8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Pass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9,0  to 10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A+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</a:tr>
              <a:tr h="301250">
                <a:tc vMerge="1"/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8.5 to 8.9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A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</a:tr>
              <a:tr h="301250">
                <a:tc vMerge="1"/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8.0 to8.4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B+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</a:tr>
              <a:tr h="301250">
                <a:tc vMerge="1"/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7.0 to 7.9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B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</a:tr>
              <a:tr h="301250">
                <a:tc vMerge="1"/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6.5 to 6.9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C+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</a:tr>
              <a:tr h="301250">
                <a:tc vMerge="1"/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5.5 to 6.4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C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</a:tr>
              <a:tr h="301250">
                <a:tc vMerge="1"/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5.0 to 5.4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D+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</a:tr>
              <a:tr h="301250">
                <a:tc vMerge="1"/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4.0 to 4.9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D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</a:tr>
              <a:tr h="301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Fail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below 4.0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u="none" cap="none" strike="noStrike"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F</a:t>
                      </a:r>
                      <a:endParaRPr i="0" sz="1600" u="none" cap="none" strike="noStrike">
                        <a:solidFill>
                          <a:srgbClr val="000000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525" marB="0" marR="9525" marL="9525" anchor="b"/>
                </a:tc>
              </a:tr>
            </a:tbl>
          </a:graphicData>
        </a:graphic>
      </p:graphicFrame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9" name="Shape 5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0" name="Google Shape;5820;p80"/>
          <p:cNvSpPr txBox="1"/>
          <p:nvPr>
            <p:ph type="title"/>
          </p:nvPr>
        </p:nvSpPr>
        <p:spPr>
          <a:xfrm>
            <a:off x="2418450" y="1225950"/>
            <a:ext cx="4307100" cy="41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100"/>
              <a:t>ATTENDENCE</a:t>
            </a:r>
            <a:endParaRPr sz="4100"/>
          </a:p>
        </p:txBody>
      </p:sp>
      <p:sp>
        <p:nvSpPr>
          <p:cNvPr id="5821" name="Google Shape;5821;p80"/>
          <p:cNvSpPr txBox="1"/>
          <p:nvPr>
            <p:ph idx="1" type="subTitle"/>
          </p:nvPr>
        </p:nvSpPr>
        <p:spPr>
          <a:xfrm>
            <a:off x="2521000" y="2483850"/>
            <a:ext cx="4101900" cy="6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According to the regulations of  VNUK, students who miss more than </a:t>
            </a:r>
            <a:br>
              <a:rPr lang="en"/>
            </a:br>
            <a:r>
              <a:rPr b="1" lang="en" sz="3200">
                <a:solidFill>
                  <a:schemeClr val="accent1"/>
                </a:solidFill>
              </a:rPr>
              <a:t>20%</a:t>
            </a:r>
            <a:r>
              <a:rPr lang="en"/>
              <a:t> of the classes </a:t>
            </a:r>
            <a:br>
              <a:rPr lang="en"/>
            </a:br>
            <a:r>
              <a:rPr lang="en"/>
              <a:t>will </a:t>
            </a:r>
            <a:r>
              <a:rPr b="1" lang="en"/>
              <a:t>not be allowed</a:t>
            </a:r>
            <a:r>
              <a:rPr lang="en"/>
              <a:t> to take the final exam.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25" name="Shape 5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" name="Google Shape;5826;p81"/>
          <p:cNvSpPr txBox="1"/>
          <p:nvPr>
            <p:ph idx="1" type="subTitle"/>
          </p:nvPr>
        </p:nvSpPr>
        <p:spPr>
          <a:xfrm>
            <a:off x="2642550" y="2801819"/>
            <a:ext cx="38589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Do you have any questions? </a:t>
            </a:r>
            <a:br>
              <a:rPr lang="en">
                <a:solidFill>
                  <a:schemeClr val="dk1"/>
                </a:solidFill>
              </a:rPr>
            </a:br>
            <a:r>
              <a:rPr lang="en">
                <a:solidFill>
                  <a:schemeClr val="dk1"/>
                </a:solidFill>
              </a:rPr>
              <a:t>chrizmonkey@gmail.com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+84  0937 566 561 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827" name="Google Shape;5827;p81"/>
          <p:cNvSpPr txBox="1"/>
          <p:nvPr>
            <p:ph type="title"/>
          </p:nvPr>
        </p:nvSpPr>
        <p:spPr>
          <a:xfrm>
            <a:off x="2642550" y="1772900"/>
            <a:ext cx="3858900" cy="6402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pic>
        <p:nvPicPr>
          <p:cNvPr id="5828" name="Google Shape;5828;p81"/>
          <p:cNvPicPr preferRelativeResize="0"/>
          <p:nvPr/>
        </p:nvPicPr>
        <p:blipFill rotWithShape="1">
          <a:blip r:embed="rId3">
            <a:alphaModFix/>
          </a:blip>
          <a:srcRect b="48422" l="4136" r="46625" t="19665"/>
          <a:stretch/>
        </p:blipFill>
        <p:spPr>
          <a:xfrm>
            <a:off x="974575" y="974550"/>
            <a:ext cx="2227550" cy="1082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829" name="Google Shape;5829;p81"/>
          <p:cNvPicPr preferRelativeResize="0"/>
          <p:nvPr/>
        </p:nvPicPr>
        <p:blipFill rotWithShape="1">
          <a:blip r:embed="rId4">
            <a:alphaModFix/>
          </a:blip>
          <a:srcRect b="24383" l="51266" r="4159" t="41817"/>
          <a:stretch/>
        </p:blipFill>
        <p:spPr>
          <a:xfrm>
            <a:off x="5731350" y="2219950"/>
            <a:ext cx="2026475" cy="1152449"/>
          </a:xfrm>
          <a:prstGeom prst="rect">
            <a:avLst/>
          </a:prstGeom>
          <a:noFill/>
          <a:ln>
            <a:noFill/>
          </a:ln>
        </p:spPr>
      </p:pic>
      <p:pic>
        <p:nvPicPr>
          <p:cNvPr id="5830" name="Google Shape;5830;p81"/>
          <p:cNvPicPr preferRelativeResize="0"/>
          <p:nvPr/>
        </p:nvPicPr>
        <p:blipFill rotWithShape="1">
          <a:blip r:embed="rId5">
            <a:alphaModFix/>
          </a:blip>
          <a:srcRect b="30194" l="16780" r="16793" t="30186"/>
          <a:stretch/>
        </p:blipFill>
        <p:spPr>
          <a:xfrm>
            <a:off x="3932188" y="362300"/>
            <a:ext cx="1279626" cy="7632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Tema de Offic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Bloomies Social Media by Slidesgo">
  <a:themeElements>
    <a:clrScheme name="Simple Light">
      <a:dk1>
        <a:srgbClr val="2E2E64"/>
      </a:dk1>
      <a:lt1>
        <a:srgbClr val="FFFFFF"/>
      </a:lt1>
      <a:dk2>
        <a:srgbClr val="F8F8F8"/>
      </a:dk2>
      <a:lt2>
        <a:srgbClr val="C9DAF8"/>
      </a:lt2>
      <a:accent1>
        <a:srgbClr val="921937"/>
      </a:accent1>
      <a:accent2>
        <a:srgbClr val="EFEFEF"/>
      </a:accent2>
      <a:accent3>
        <a:srgbClr val="A9FC4E"/>
      </a:accent3>
      <a:accent4>
        <a:srgbClr val="FFCF13"/>
      </a:accent4>
      <a:accent5>
        <a:srgbClr val="2177CF"/>
      </a:accent5>
      <a:accent6>
        <a:srgbClr val="000000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Bloomies Social Media by Slidesgo">
  <a:themeElements>
    <a:clrScheme name="Simple Light">
      <a:dk1>
        <a:srgbClr val="122348"/>
      </a:dk1>
      <a:lt1>
        <a:srgbClr val="FFFFFF"/>
      </a:lt1>
      <a:dk2>
        <a:srgbClr val="F8F8F8"/>
      </a:dk2>
      <a:lt2>
        <a:srgbClr val="C9DAF8"/>
      </a:lt2>
      <a:accent1>
        <a:srgbClr val="921937"/>
      </a:accent1>
      <a:accent2>
        <a:srgbClr val="EFEFEF"/>
      </a:accent2>
      <a:accent3>
        <a:srgbClr val="A9FC4E"/>
      </a:accent3>
      <a:accent4>
        <a:srgbClr val="FFCF13"/>
      </a:accent4>
      <a:accent5>
        <a:srgbClr val="2177CF"/>
      </a:accent5>
      <a:accent6>
        <a:srgbClr val="000000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